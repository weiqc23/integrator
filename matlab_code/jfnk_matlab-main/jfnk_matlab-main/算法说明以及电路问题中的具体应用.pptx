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135" r:id="rId2"/>
    <p:sldId id="4742" r:id="rId3"/>
    <p:sldId id="4743" r:id="rId4"/>
    <p:sldId id="4744" r:id="rId5"/>
    <p:sldId id="4746" r:id="rId6"/>
    <p:sldId id="4747" r:id="rId7"/>
    <p:sldId id="2705" r:id="rId8"/>
    <p:sldId id="474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118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6094D-174C-4B5D-B31A-E1DBB261053B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DDB2DB-5A33-4851-913C-EFFD25E1C0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22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E0027-894B-6DDA-E830-392D50A91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8D01C1-0745-B60B-91B7-8E2D61EDA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D40F80-4BA6-7067-13F4-A5AE3EF16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955996-493A-CC0D-2CCF-7C9D5DDA3D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3CED18-F6C3-4457-B941-42500F2A01DA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9087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D91D9-8F0B-3057-FC28-515D4A079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BC3206-6351-86BE-E8EF-67A45D78D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1BAE9B-B96E-F912-AC27-AEC124B2A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F07AAE-E02D-ED17-8995-40410C6A5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3CED18-F6C3-4457-B941-42500F2A01DA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1080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576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0C134C3B-95DA-430F-83A3-8946F60FC4A2}"/>
              </a:ext>
            </a:extLst>
          </p:cNvPr>
          <p:cNvGrpSpPr/>
          <p:nvPr userDrawn="1"/>
        </p:nvGrpSpPr>
        <p:grpSpPr>
          <a:xfrm>
            <a:off x="9672435" y="442358"/>
            <a:ext cx="2032276" cy="348050"/>
            <a:chOff x="1487488" y="2636838"/>
            <a:chExt cx="9213850" cy="1577975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78B54AD1-8460-47C7-A43E-2BDBB54DC3D5}"/>
                </a:ext>
              </a:extLst>
            </p:cNvPr>
            <p:cNvGrpSpPr/>
            <p:nvPr/>
          </p:nvGrpSpPr>
          <p:grpSpPr>
            <a:xfrm>
              <a:off x="1487488" y="2636838"/>
              <a:ext cx="3154363" cy="1577975"/>
              <a:chOff x="1487488" y="2636838"/>
              <a:chExt cx="3154363" cy="1577975"/>
            </a:xfrm>
            <a:gradFill>
              <a:gsLst>
                <a:gs pos="0">
                  <a:srgbClr val="2A719D"/>
                </a:gs>
                <a:gs pos="100000">
                  <a:srgbClr val="23A09C"/>
                </a:gs>
              </a:gsLst>
              <a:lin ang="0" scaled="0"/>
            </a:gradFill>
          </p:grpSpPr>
          <p:sp>
            <p:nvSpPr>
              <p:cNvPr id="30" name="Freeform 53">
                <a:extLst>
                  <a:ext uri="{FF2B5EF4-FFF2-40B4-BE49-F238E27FC236}">
                    <a16:creationId xmlns:a16="http://schemas.microsoft.com/office/drawing/2014/main" id="{BC601C85-1428-4038-AFF3-9420638411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7488" y="2636838"/>
                <a:ext cx="1447800" cy="425450"/>
              </a:xfrm>
              <a:custGeom>
                <a:avLst/>
                <a:gdLst>
                  <a:gd name="T0" fmla="*/ 0 w 517"/>
                  <a:gd name="T1" fmla="*/ 0 h 151"/>
                  <a:gd name="T2" fmla="*/ 268 w 517"/>
                  <a:gd name="T3" fmla="*/ 0 h 151"/>
                  <a:gd name="T4" fmla="*/ 517 w 517"/>
                  <a:gd name="T5" fmla="*/ 151 h 151"/>
                  <a:gd name="T6" fmla="*/ 0 w 517"/>
                  <a:gd name="T7" fmla="*/ 151 h 151"/>
                  <a:gd name="T8" fmla="*/ 0 w 517"/>
                  <a:gd name="T9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7" h="151">
                    <a:moveTo>
                      <a:pt x="0" y="0"/>
                    </a:moveTo>
                    <a:cubicBezTo>
                      <a:pt x="268" y="0"/>
                      <a:pt x="268" y="0"/>
                      <a:pt x="268" y="0"/>
                    </a:cubicBezTo>
                    <a:cubicBezTo>
                      <a:pt x="376" y="0"/>
                      <a:pt x="470" y="61"/>
                      <a:pt x="517" y="151"/>
                    </a:cubicBezTo>
                    <a:cubicBezTo>
                      <a:pt x="0" y="151"/>
                      <a:pt x="0" y="151"/>
                      <a:pt x="0" y="15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Freeform 54">
                <a:extLst>
                  <a:ext uri="{FF2B5EF4-FFF2-40B4-BE49-F238E27FC236}">
                    <a16:creationId xmlns:a16="http://schemas.microsoft.com/office/drawing/2014/main" id="{D0770105-04FD-48A7-8076-C561AC7F36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7488" y="3802063"/>
                <a:ext cx="1439863" cy="412750"/>
              </a:xfrm>
              <a:custGeom>
                <a:avLst/>
                <a:gdLst>
                  <a:gd name="T0" fmla="*/ 268 w 514"/>
                  <a:gd name="T1" fmla="*/ 147 h 147"/>
                  <a:gd name="T2" fmla="*/ 0 w 514"/>
                  <a:gd name="T3" fmla="*/ 147 h 147"/>
                  <a:gd name="T4" fmla="*/ 0 w 514"/>
                  <a:gd name="T5" fmla="*/ 0 h 147"/>
                  <a:gd name="T6" fmla="*/ 514 w 514"/>
                  <a:gd name="T7" fmla="*/ 0 h 147"/>
                  <a:gd name="T8" fmla="*/ 268 w 514"/>
                  <a:gd name="T9" fmla="*/ 147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4" h="147">
                    <a:moveTo>
                      <a:pt x="268" y="147"/>
                    </a:moveTo>
                    <a:cubicBezTo>
                      <a:pt x="0" y="147"/>
                      <a:pt x="0" y="147"/>
                      <a:pt x="0" y="14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14" y="0"/>
                      <a:pt x="514" y="0"/>
                      <a:pt x="514" y="0"/>
                    </a:cubicBezTo>
                    <a:cubicBezTo>
                      <a:pt x="467" y="88"/>
                      <a:pt x="374" y="147"/>
                      <a:pt x="268" y="1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Freeform 55">
                <a:extLst>
                  <a:ext uri="{FF2B5EF4-FFF2-40B4-BE49-F238E27FC236}">
                    <a16:creationId xmlns:a16="http://schemas.microsoft.com/office/drawing/2014/main" id="{3B17F2DB-65DF-48EB-9175-90608A5D6C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7488" y="3241676"/>
                <a:ext cx="1535113" cy="382588"/>
              </a:xfrm>
              <a:custGeom>
                <a:avLst/>
                <a:gdLst>
                  <a:gd name="T0" fmla="*/ 548 w 548"/>
                  <a:gd name="T1" fmla="*/ 65 h 136"/>
                  <a:gd name="T2" fmla="*/ 539 w 548"/>
                  <a:gd name="T3" fmla="*/ 136 h 136"/>
                  <a:gd name="T4" fmla="*/ 0 w 548"/>
                  <a:gd name="T5" fmla="*/ 136 h 136"/>
                  <a:gd name="T6" fmla="*/ 0 w 548"/>
                  <a:gd name="T7" fmla="*/ 0 h 136"/>
                  <a:gd name="T8" fmla="*/ 540 w 548"/>
                  <a:gd name="T9" fmla="*/ 0 h 136"/>
                  <a:gd name="T10" fmla="*/ 548 w 548"/>
                  <a:gd name="T11" fmla="*/ 65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8" h="136">
                    <a:moveTo>
                      <a:pt x="548" y="65"/>
                    </a:moveTo>
                    <a:cubicBezTo>
                      <a:pt x="548" y="90"/>
                      <a:pt x="545" y="114"/>
                      <a:pt x="539" y="136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40" y="0"/>
                      <a:pt x="540" y="0"/>
                      <a:pt x="540" y="0"/>
                    </a:cubicBezTo>
                    <a:cubicBezTo>
                      <a:pt x="545" y="21"/>
                      <a:pt x="548" y="43"/>
                      <a:pt x="548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Freeform 56">
                <a:extLst>
                  <a:ext uri="{FF2B5EF4-FFF2-40B4-BE49-F238E27FC236}">
                    <a16:creationId xmlns:a16="http://schemas.microsoft.com/office/drawing/2014/main" id="{16AFA149-3D9A-4A32-B381-1658292096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563" y="3241676"/>
                <a:ext cx="603250" cy="382588"/>
              </a:xfrm>
              <a:custGeom>
                <a:avLst/>
                <a:gdLst>
                  <a:gd name="T0" fmla="*/ 0 w 215"/>
                  <a:gd name="T1" fmla="*/ 65 h 136"/>
                  <a:gd name="T2" fmla="*/ 0 w 215"/>
                  <a:gd name="T3" fmla="*/ 65 h 136"/>
                  <a:gd name="T4" fmla="*/ 8 w 215"/>
                  <a:gd name="T5" fmla="*/ 0 h 136"/>
                  <a:gd name="T6" fmla="*/ 215 w 215"/>
                  <a:gd name="T7" fmla="*/ 0 h 136"/>
                  <a:gd name="T8" fmla="*/ 207 w 215"/>
                  <a:gd name="T9" fmla="*/ 72 h 136"/>
                  <a:gd name="T10" fmla="*/ 213 w 215"/>
                  <a:gd name="T11" fmla="*/ 136 h 136"/>
                  <a:gd name="T12" fmla="*/ 9 w 215"/>
                  <a:gd name="T13" fmla="*/ 136 h 136"/>
                  <a:gd name="T14" fmla="*/ 0 w 215"/>
                  <a:gd name="T15" fmla="*/ 65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5" h="136">
                    <a:moveTo>
                      <a:pt x="0" y="65"/>
                    </a:moveTo>
                    <a:cubicBezTo>
                      <a:pt x="0" y="65"/>
                      <a:pt x="0" y="65"/>
                      <a:pt x="0" y="65"/>
                    </a:cubicBezTo>
                    <a:cubicBezTo>
                      <a:pt x="0" y="43"/>
                      <a:pt x="3" y="21"/>
                      <a:pt x="8" y="0"/>
                    </a:cubicBezTo>
                    <a:cubicBezTo>
                      <a:pt x="215" y="0"/>
                      <a:pt x="215" y="0"/>
                      <a:pt x="215" y="0"/>
                    </a:cubicBezTo>
                    <a:cubicBezTo>
                      <a:pt x="210" y="23"/>
                      <a:pt x="207" y="47"/>
                      <a:pt x="207" y="72"/>
                    </a:cubicBezTo>
                    <a:cubicBezTo>
                      <a:pt x="207" y="94"/>
                      <a:pt x="209" y="116"/>
                      <a:pt x="213" y="136"/>
                    </a:cubicBezTo>
                    <a:cubicBezTo>
                      <a:pt x="9" y="136"/>
                      <a:pt x="9" y="136"/>
                      <a:pt x="9" y="136"/>
                    </a:cubicBezTo>
                    <a:cubicBezTo>
                      <a:pt x="4" y="114"/>
                      <a:pt x="0" y="90"/>
                      <a:pt x="0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Freeform 57">
                <a:extLst>
                  <a:ext uri="{FF2B5EF4-FFF2-40B4-BE49-F238E27FC236}">
                    <a16:creationId xmlns:a16="http://schemas.microsoft.com/office/drawing/2014/main" id="{CA878378-1A8A-4572-99C7-BB9E7F327D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8813" y="3802063"/>
                <a:ext cx="1443038" cy="412750"/>
              </a:xfrm>
              <a:custGeom>
                <a:avLst/>
                <a:gdLst>
                  <a:gd name="T0" fmla="*/ 515 w 515"/>
                  <a:gd name="T1" fmla="*/ 147 h 147"/>
                  <a:gd name="T2" fmla="*/ 247 w 515"/>
                  <a:gd name="T3" fmla="*/ 147 h 147"/>
                  <a:gd name="T4" fmla="*/ 0 w 515"/>
                  <a:gd name="T5" fmla="*/ 0 h 147"/>
                  <a:gd name="T6" fmla="*/ 515 w 515"/>
                  <a:gd name="T7" fmla="*/ 0 h 147"/>
                  <a:gd name="T8" fmla="*/ 515 w 515"/>
                  <a:gd name="T9" fmla="*/ 147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5" h="147">
                    <a:moveTo>
                      <a:pt x="515" y="147"/>
                    </a:moveTo>
                    <a:cubicBezTo>
                      <a:pt x="247" y="147"/>
                      <a:pt x="247" y="147"/>
                      <a:pt x="247" y="147"/>
                    </a:cubicBezTo>
                    <a:cubicBezTo>
                      <a:pt x="141" y="147"/>
                      <a:pt x="48" y="88"/>
                      <a:pt x="0" y="0"/>
                    </a:cubicBezTo>
                    <a:cubicBezTo>
                      <a:pt x="515" y="0"/>
                      <a:pt x="515" y="0"/>
                      <a:pt x="515" y="0"/>
                    </a:cubicBezTo>
                    <a:lnTo>
                      <a:pt x="515" y="1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Freeform 58">
                <a:extLst>
                  <a:ext uri="{FF2B5EF4-FFF2-40B4-BE49-F238E27FC236}">
                    <a16:creationId xmlns:a16="http://schemas.microsoft.com/office/drawing/2014/main" id="{3B382BA9-9CEB-4F8C-89E2-27C267327E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4051" y="2636838"/>
                <a:ext cx="1447800" cy="425450"/>
              </a:xfrm>
              <a:custGeom>
                <a:avLst/>
                <a:gdLst>
                  <a:gd name="T0" fmla="*/ 0 w 517"/>
                  <a:gd name="T1" fmla="*/ 151 h 151"/>
                  <a:gd name="T2" fmla="*/ 249 w 517"/>
                  <a:gd name="T3" fmla="*/ 0 h 151"/>
                  <a:gd name="T4" fmla="*/ 517 w 517"/>
                  <a:gd name="T5" fmla="*/ 0 h 151"/>
                  <a:gd name="T6" fmla="*/ 517 w 517"/>
                  <a:gd name="T7" fmla="*/ 151 h 151"/>
                  <a:gd name="T8" fmla="*/ 0 w 517"/>
                  <a:gd name="T9" fmla="*/ 151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7" h="151">
                    <a:moveTo>
                      <a:pt x="0" y="151"/>
                    </a:moveTo>
                    <a:cubicBezTo>
                      <a:pt x="47" y="61"/>
                      <a:pt x="141" y="0"/>
                      <a:pt x="249" y="0"/>
                    </a:cubicBezTo>
                    <a:cubicBezTo>
                      <a:pt x="517" y="0"/>
                      <a:pt x="517" y="0"/>
                      <a:pt x="517" y="0"/>
                    </a:cubicBezTo>
                    <a:cubicBezTo>
                      <a:pt x="517" y="151"/>
                      <a:pt x="517" y="151"/>
                      <a:pt x="517" y="151"/>
                    </a:cubicBezTo>
                    <a:lnTo>
                      <a:pt x="0" y="15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" name="Freeform 59">
              <a:extLst>
                <a:ext uri="{FF2B5EF4-FFF2-40B4-BE49-F238E27FC236}">
                  <a16:creationId xmlns:a16="http://schemas.microsoft.com/office/drawing/2014/main" id="{AB3E2D98-F32B-40A7-9BA7-7AB395363B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32388" y="2716213"/>
              <a:ext cx="784225" cy="731838"/>
            </a:xfrm>
            <a:custGeom>
              <a:avLst/>
              <a:gdLst>
                <a:gd name="T0" fmla="*/ 41 w 494"/>
                <a:gd name="T1" fmla="*/ 422 h 461"/>
                <a:gd name="T2" fmla="*/ 41 w 494"/>
                <a:gd name="T3" fmla="*/ 117 h 461"/>
                <a:gd name="T4" fmla="*/ 215 w 494"/>
                <a:gd name="T5" fmla="*/ 117 h 461"/>
                <a:gd name="T6" fmla="*/ 215 w 494"/>
                <a:gd name="T7" fmla="*/ 72 h 461"/>
                <a:gd name="T8" fmla="*/ 9 w 494"/>
                <a:gd name="T9" fmla="*/ 72 h 461"/>
                <a:gd name="T10" fmla="*/ 9 w 494"/>
                <a:gd name="T11" fmla="*/ 35 h 461"/>
                <a:gd name="T12" fmla="*/ 215 w 494"/>
                <a:gd name="T13" fmla="*/ 35 h 461"/>
                <a:gd name="T14" fmla="*/ 215 w 494"/>
                <a:gd name="T15" fmla="*/ 0 h 461"/>
                <a:gd name="T16" fmla="*/ 279 w 494"/>
                <a:gd name="T17" fmla="*/ 0 h 461"/>
                <a:gd name="T18" fmla="*/ 279 w 494"/>
                <a:gd name="T19" fmla="*/ 35 h 461"/>
                <a:gd name="T20" fmla="*/ 485 w 494"/>
                <a:gd name="T21" fmla="*/ 35 h 461"/>
                <a:gd name="T22" fmla="*/ 485 w 494"/>
                <a:gd name="T23" fmla="*/ 72 h 461"/>
                <a:gd name="T24" fmla="*/ 279 w 494"/>
                <a:gd name="T25" fmla="*/ 72 h 461"/>
                <a:gd name="T26" fmla="*/ 279 w 494"/>
                <a:gd name="T27" fmla="*/ 117 h 461"/>
                <a:gd name="T28" fmla="*/ 452 w 494"/>
                <a:gd name="T29" fmla="*/ 117 h 461"/>
                <a:gd name="T30" fmla="*/ 452 w 494"/>
                <a:gd name="T31" fmla="*/ 422 h 461"/>
                <a:gd name="T32" fmla="*/ 494 w 494"/>
                <a:gd name="T33" fmla="*/ 422 h 461"/>
                <a:gd name="T34" fmla="*/ 494 w 494"/>
                <a:gd name="T35" fmla="*/ 461 h 461"/>
                <a:gd name="T36" fmla="*/ 0 w 494"/>
                <a:gd name="T37" fmla="*/ 461 h 461"/>
                <a:gd name="T38" fmla="*/ 0 w 494"/>
                <a:gd name="T39" fmla="*/ 422 h 461"/>
                <a:gd name="T40" fmla="*/ 41 w 494"/>
                <a:gd name="T41" fmla="*/ 422 h 461"/>
                <a:gd name="T42" fmla="*/ 388 w 494"/>
                <a:gd name="T43" fmla="*/ 193 h 461"/>
                <a:gd name="T44" fmla="*/ 388 w 494"/>
                <a:gd name="T45" fmla="*/ 154 h 461"/>
                <a:gd name="T46" fmla="*/ 106 w 494"/>
                <a:gd name="T47" fmla="*/ 154 h 461"/>
                <a:gd name="T48" fmla="*/ 106 w 494"/>
                <a:gd name="T49" fmla="*/ 193 h 461"/>
                <a:gd name="T50" fmla="*/ 388 w 494"/>
                <a:gd name="T51" fmla="*/ 193 h 461"/>
                <a:gd name="T52" fmla="*/ 388 w 494"/>
                <a:gd name="T53" fmla="*/ 269 h 461"/>
                <a:gd name="T54" fmla="*/ 388 w 494"/>
                <a:gd name="T55" fmla="*/ 232 h 461"/>
                <a:gd name="T56" fmla="*/ 106 w 494"/>
                <a:gd name="T57" fmla="*/ 232 h 461"/>
                <a:gd name="T58" fmla="*/ 106 w 494"/>
                <a:gd name="T59" fmla="*/ 269 h 461"/>
                <a:gd name="T60" fmla="*/ 388 w 494"/>
                <a:gd name="T61" fmla="*/ 269 h 461"/>
                <a:gd name="T62" fmla="*/ 388 w 494"/>
                <a:gd name="T63" fmla="*/ 345 h 461"/>
                <a:gd name="T64" fmla="*/ 388 w 494"/>
                <a:gd name="T65" fmla="*/ 306 h 461"/>
                <a:gd name="T66" fmla="*/ 106 w 494"/>
                <a:gd name="T67" fmla="*/ 306 h 461"/>
                <a:gd name="T68" fmla="*/ 106 w 494"/>
                <a:gd name="T69" fmla="*/ 345 h 461"/>
                <a:gd name="T70" fmla="*/ 388 w 494"/>
                <a:gd name="T71" fmla="*/ 345 h 461"/>
                <a:gd name="T72" fmla="*/ 388 w 494"/>
                <a:gd name="T73" fmla="*/ 422 h 461"/>
                <a:gd name="T74" fmla="*/ 388 w 494"/>
                <a:gd name="T75" fmla="*/ 384 h 461"/>
                <a:gd name="T76" fmla="*/ 106 w 494"/>
                <a:gd name="T77" fmla="*/ 384 h 461"/>
                <a:gd name="T78" fmla="*/ 106 w 494"/>
                <a:gd name="T79" fmla="*/ 422 h 461"/>
                <a:gd name="T80" fmla="*/ 388 w 494"/>
                <a:gd name="T81" fmla="*/ 422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94" h="461">
                  <a:moveTo>
                    <a:pt x="41" y="422"/>
                  </a:moveTo>
                  <a:lnTo>
                    <a:pt x="41" y="117"/>
                  </a:lnTo>
                  <a:lnTo>
                    <a:pt x="215" y="117"/>
                  </a:lnTo>
                  <a:lnTo>
                    <a:pt x="215" y="72"/>
                  </a:lnTo>
                  <a:lnTo>
                    <a:pt x="9" y="72"/>
                  </a:lnTo>
                  <a:lnTo>
                    <a:pt x="9" y="35"/>
                  </a:lnTo>
                  <a:lnTo>
                    <a:pt x="215" y="35"/>
                  </a:lnTo>
                  <a:lnTo>
                    <a:pt x="215" y="0"/>
                  </a:lnTo>
                  <a:lnTo>
                    <a:pt x="279" y="0"/>
                  </a:lnTo>
                  <a:lnTo>
                    <a:pt x="279" y="35"/>
                  </a:lnTo>
                  <a:lnTo>
                    <a:pt x="485" y="35"/>
                  </a:lnTo>
                  <a:lnTo>
                    <a:pt x="485" y="72"/>
                  </a:lnTo>
                  <a:lnTo>
                    <a:pt x="279" y="72"/>
                  </a:lnTo>
                  <a:lnTo>
                    <a:pt x="279" y="117"/>
                  </a:lnTo>
                  <a:lnTo>
                    <a:pt x="452" y="117"/>
                  </a:lnTo>
                  <a:lnTo>
                    <a:pt x="452" y="422"/>
                  </a:lnTo>
                  <a:lnTo>
                    <a:pt x="494" y="422"/>
                  </a:lnTo>
                  <a:lnTo>
                    <a:pt x="494" y="461"/>
                  </a:lnTo>
                  <a:lnTo>
                    <a:pt x="0" y="461"/>
                  </a:lnTo>
                  <a:lnTo>
                    <a:pt x="0" y="422"/>
                  </a:lnTo>
                  <a:lnTo>
                    <a:pt x="41" y="422"/>
                  </a:lnTo>
                  <a:close/>
                  <a:moveTo>
                    <a:pt x="388" y="193"/>
                  </a:moveTo>
                  <a:lnTo>
                    <a:pt x="388" y="154"/>
                  </a:lnTo>
                  <a:lnTo>
                    <a:pt x="106" y="154"/>
                  </a:lnTo>
                  <a:lnTo>
                    <a:pt x="106" y="193"/>
                  </a:lnTo>
                  <a:lnTo>
                    <a:pt x="388" y="193"/>
                  </a:lnTo>
                  <a:close/>
                  <a:moveTo>
                    <a:pt x="388" y="269"/>
                  </a:moveTo>
                  <a:lnTo>
                    <a:pt x="388" y="232"/>
                  </a:lnTo>
                  <a:lnTo>
                    <a:pt x="106" y="232"/>
                  </a:lnTo>
                  <a:lnTo>
                    <a:pt x="106" y="269"/>
                  </a:lnTo>
                  <a:lnTo>
                    <a:pt x="388" y="269"/>
                  </a:lnTo>
                  <a:close/>
                  <a:moveTo>
                    <a:pt x="388" y="345"/>
                  </a:moveTo>
                  <a:lnTo>
                    <a:pt x="388" y="306"/>
                  </a:lnTo>
                  <a:lnTo>
                    <a:pt x="106" y="306"/>
                  </a:lnTo>
                  <a:lnTo>
                    <a:pt x="106" y="345"/>
                  </a:lnTo>
                  <a:lnTo>
                    <a:pt x="388" y="345"/>
                  </a:lnTo>
                  <a:close/>
                  <a:moveTo>
                    <a:pt x="388" y="422"/>
                  </a:moveTo>
                  <a:lnTo>
                    <a:pt x="388" y="384"/>
                  </a:lnTo>
                  <a:lnTo>
                    <a:pt x="106" y="384"/>
                  </a:lnTo>
                  <a:lnTo>
                    <a:pt x="106" y="422"/>
                  </a:lnTo>
                  <a:lnTo>
                    <a:pt x="388" y="422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9" name="Freeform 60">
              <a:extLst>
                <a:ext uri="{FF2B5EF4-FFF2-40B4-BE49-F238E27FC236}">
                  <a16:creationId xmlns:a16="http://schemas.microsoft.com/office/drawing/2014/main" id="{FB30E74F-5903-4696-B1E8-6B374CCBDD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5351" y="2706688"/>
              <a:ext cx="812800" cy="771525"/>
            </a:xfrm>
            <a:custGeom>
              <a:avLst/>
              <a:gdLst>
                <a:gd name="T0" fmla="*/ 69 w 290"/>
                <a:gd name="T1" fmla="*/ 107 h 274"/>
                <a:gd name="T2" fmla="*/ 45 w 290"/>
                <a:gd name="T3" fmla="*/ 131 h 274"/>
                <a:gd name="T4" fmla="*/ 0 w 290"/>
                <a:gd name="T5" fmla="*/ 84 h 274"/>
                <a:gd name="T6" fmla="*/ 16 w 290"/>
                <a:gd name="T7" fmla="*/ 72 h 274"/>
                <a:gd name="T8" fmla="*/ 69 w 290"/>
                <a:gd name="T9" fmla="*/ 107 h 274"/>
                <a:gd name="T10" fmla="*/ 40 w 290"/>
                <a:gd name="T11" fmla="*/ 271 h 274"/>
                <a:gd name="T12" fmla="*/ 66 w 290"/>
                <a:gd name="T13" fmla="*/ 159 h 274"/>
                <a:gd name="T14" fmla="*/ 45 w 290"/>
                <a:gd name="T15" fmla="*/ 154 h 274"/>
                <a:gd name="T16" fmla="*/ 2 w 290"/>
                <a:gd name="T17" fmla="*/ 259 h 274"/>
                <a:gd name="T18" fmla="*/ 40 w 290"/>
                <a:gd name="T19" fmla="*/ 271 h 274"/>
                <a:gd name="T20" fmla="*/ 77 w 290"/>
                <a:gd name="T21" fmla="*/ 39 h 274"/>
                <a:gd name="T22" fmla="*/ 52 w 290"/>
                <a:gd name="T23" fmla="*/ 63 h 274"/>
                <a:gd name="T24" fmla="*/ 8 w 290"/>
                <a:gd name="T25" fmla="*/ 16 h 274"/>
                <a:gd name="T26" fmla="*/ 24 w 290"/>
                <a:gd name="T27" fmla="*/ 3 h 274"/>
                <a:gd name="T28" fmla="*/ 77 w 290"/>
                <a:gd name="T29" fmla="*/ 39 h 274"/>
                <a:gd name="T30" fmla="*/ 142 w 290"/>
                <a:gd name="T31" fmla="*/ 162 h 274"/>
                <a:gd name="T32" fmla="*/ 110 w 290"/>
                <a:gd name="T33" fmla="*/ 252 h 274"/>
                <a:gd name="T34" fmla="*/ 78 w 290"/>
                <a:gd name="T35" fmla="*/ 274 h 274"/>
                <a:gd name="T36" fmla="*/ 67 w 290"/>
                <a:gd name="T37" fmla="*/ 258 h 274"/>
                <a:gd name="T38" fmla="*/ 86 w 290"/>
                <a:gd name="T39" fmla="*/ 233 h 274"/>
                <a:gd name="T40" fmla="*/ 106 w 290"/>
                <a:gd name="T41" fmla="*/ 160 h 274"/>
                <a:gd name="T42" fmla="*/ 106 w 290"/>
                <a:gd name="T43" fmla="*/ 145 h 274"/>
                <a:gd name="T44" fmla="*/ 142 w 290"/>
                <a:gd name="T45" fmla="*/ 145 h 274"/>
                <a:gd name="T46" fmla="*/ 142 w 290"/>
                <a:gd name="T47" fmla="*/ 162 h 274"/>
                <a:gd name="T48" fmla="*/ 169 w 290"/>
                <a:gd name="T49" fmla="*/ 32 h 274"/>
                <a:gd name="T50" fmla="*/ 150 w 290"/>
                <a:gd name="T51" fmla="*/ 11 h 274"/>
                <a:gd name="T52" fmla="*/ 166 w 290"/>
                <a:gd name="T53" fmla="*/ 0 h 274"/>
                <a:gd name="T54" fmla="*/ 207 w 290"/>
                <a:gd name="T55" fmla="*/ 22 h 274"/>
                <a:gd name="T56" fmla="*/ 189 w 290"/>
                <a:gd name="T57" fmla="*/ 32 h 274"/>
                <a:gd name="T58" fmla="*/ 278 w 290"/>
                <a:gd name="T59" fmla="*/ 32 h 274"/>
                <a:gd name="T60" fmla="*/ 278 w 290"/>
                <a:gd name="T61" fmla="*/ 54 h 274"/>
                <a:gd name="T62" fmla="*/ 154 w 290"/>
                <a:gd name="T63" fmla="*/ 54 h 274"/>
                <a:gd name="T64" fmla="*/ 175 w 290"/>
                <a:gd name="T65" fmla="*/ 61 h 274"/>
                <a:gd name="T66" fmla="*/ 126 w 290"/>
                <a:gd name="T67" fmla="*/ 107 h 274"/>
                <a:gd name="T68" fmla="*/ 227 w 290"/>
                <a:gd name="T69" fmla="*/ 100 h 274"/>
                <a:gd name="T70" fmla="*/ 208 w 290"/>
                <a:gd name="T71" fmla="*/ 74 h 274"/>
                <a:gd name="T72" fmla="*/ 226 w 290"/>
                <a:gd name="T73" fmla="*/ 62 h 274"/>
                <a:gd name="T74" fmla="*/ 285 w 290"/>
                <a:gd name="T75" fmla="*/ 123 h 274"/>
                <a:gd name="T76" fmla="*/ 254 w 290"/>
                <a:gd name="T77" fmla="*/ 144 h 274"/>
                <a:gd name="T78" fmla="*/ 240 w 290"/>
                <a:gd name="T79" fmla="*/ 119 h 274"/>
                <a:gd name="T80" fmla="*/ 90 w 290"/>
                <a:gd name="T81" fmla="*/ 139 h 274"/>
                <a:gd name="T82" fmla="*/ 79 w 290"/>
                <a:gd name="T83" fmla="*/ 109 h 274"/>
                <a:gd name="T84" fmla="*/ 86 w 290"/>
                <a:gd name="T85" fmla="*/ 109 h 274"/>
                <a:gd name="T86" fmla="*/ 134 w 290"/>
                <a:gd name="T87" fmla="*/ 54 h 274"/>
                <a:gd name="T88" fmla="*/ 78 w 290"/>
                <a:gd name="T89" fmla="*/ 54 h 274"/>
                <a:gd name="T90" fmla="*/ 78 w 290"/>
                <a:gd name="T91" fmla="*/ 32 h 274"/>
                <a:gd name="T92" fmla="*/ 169 w 290"/>
                <a:gd name="T93" fmla="*/ 32 h 274"/>
                <a:gd name="T94" fmla="*/ 160 w 290"/>
                <a:gd name="T95" fmla="*/ 268 h 274"/>
                <a:gd name="T96" fmla="*/ 196 w 290"/>
                <a:gd name="T97" fmla="*/ 268 h 274"/>
                <a:gd name="T98" fmla="*/ 196 w 290"/>
                <a:gd name="T99" fmla="*/ 145 h 274"/>
                <a:gd name="T100" fmla="*/ 160 w 290"/>
                <a:gd name="T101" fmla="*/ 145 h 274"/>
                <a:gd name="T102" fmla="*/ 160 w 290"/>
                <a:gd name="T103" fmla="*/ 268 h 274"/>
                <a:gd name="T104" fmla="*/ 249 w 290"/>
                <a:gd name="T105" fmla="*/ 268 h 274"/>
                <a:gd name="T106" fmla="*/ 222 w 290"/>
                <a:gd name="T107" fmla="*/ 258 h 274"/>
                <a:gd name="T108" fmla="*/ 213 w 290"/>
                <a:gd name="T109" fmla="*/ 232 h 274"/>
                <a:gd name="T110" fmla="*/ 213 w 290"/>
                <a:gd name="T111" fmla="*/ 145 h 274"/>
                <a:gd name="T112" fmla="*/ 250 w 290"/>
                <a:gd name="T113" fmla="*/ 145 h 274"/>
                <a:gd name="T114" fmla="*/ 250 w 290"/>
                <a:gd name="T115" fmla="*/ 223 h 274"/>
                <a:gd name="T116" fmla="*/ 254 w 290"/>
                <a:gd name="T117" fmla="*/ 233 h 274"/>
                <a:gd name="T118" fmla="*/ 264 w 290"/>
                <a:gd name="T119" fmla="*/ 238 h 274"/>
                <a:gd name="T120" fmla="*/ 290 w 290"/>
                <a:gd name="T121" fmla="*/ 238 h 274"/>
                <a:gd name="T122" fmla="*/ 281 w 290"/>
                <a:gd name="T123" fmla="*/ 268 h 274"/>
                <a:gd name="T124" fmla="*/ 249 w 290"/>
                <a:gd name="T125" fmla="*/ 268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0" h="274">
                  <a:moveTo>
                    <a:pt x="69" y="107"/>
                  </a:moveTo>
                  <a:cubicBezTo>
                    <a:pt x="45" y="131"/>
                    <a:pt x="45" y="131"/>
                    <a:pt x="45" y="131"/>
                  </a:cubicBezTo>
                  <a:cubicBezTo>
                    <a:pt x="31" y="115"/>
                    <a:pt x="16" y="99"/>
                    <a:pt x="0" y="84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40" y="82"/>
                    <a:pt x="58" y="93"/>
                    <a:pt x="69" y="107"/>
                  </a:cubicBezTo>
                  <a:close/>
                  <a:moveTo>
                    <a:pt x="40" y="271"/>
                  </a:moveTo>
                  <a:cubicBezTo>
                    <a:pt x="53" y="240"/>
                    <a:pt x="61" y="203"/>
                    <a:pt x="66" y="159"/>
                  </a:cubicBezTo>
                  <a:cubicBezTo>
                    <a:pt x="45" y="154"/>
                    <a:pt x="45" y="154"/>
                    <a:pt x="45" y="154"/>
                  </a:cubicBezTo>
                  <a:cubicBezTo>
                    <a:pt x="32" y="190"/>
                    <a:pt x="18" y="225"/>
                    <a:pt x="2" y="259"/>
                  </a:cubicBezTo>
                  <a:lnTo>
                    <a:pt x="40" y="271"/>
                  </a:lnTo>
                  <a:close/>
                  <a:moveTo>
                    <a:pt x="77" y="39"/>
                  </a:moveTo>
                  <a:cubicBezTo>
                    <a:pt x="52" y="63"/>
                    <a:pt x="52" y="63"/>
                    <a:pt x="52" y="63"/>
                  </a:cubicBezTo>
                  <a:cubicBezTo>
                    <a:pt x="38" y="46"/>
                    <a:pt x="23" y="31"/>
                    <a:pt x="8" y="16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47" y="13"/>
                    <a:pt x="65" y="25"/>
                    <a:pt x="77" y="39"/>
                  </a:cubicBezTo>
                  <a:close/>
                  <a:moveTo>
                    <a:pt x="142" y="162"/>
                  </a:moveTo>
                  <a:cubicBezTo>
                    <a:pt x="142" y="200"/>
                    <a:pt x="132" y="229"/>
                    <a:pt x="110" y="252"/>
                  </a:cubicBezTo>
                  <a:cubicBezTo>
                    <a:pt x="100" y="263"/>
                    <a:pt x="89" y="271"/>
                    <a:pt x="78" y="274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73" y="252"/>
                    <a:pt x="80" y="244"/>
                    <a:pt x="86" y="233"/>
                  </a:cubicBezTo>
                  <a:cubicBezTo>
                    <a:pt x="99" y="212"/>
                    <a:pt x="106" y="188"/>
                    <a:pt x="106" y="160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142" y="145"/>
                    <a:pt x="142" y="145"/>
                    <a:pt x="142" y="145"/>
                  </a:cubicBezTo>
                  <a:lnTo>
                    <a:pt x="142" y="162"/>
                  </a:lnTo>
                  <a:close/>
                  <a:moveTo>
                    <a:pt x="169" y="32"/>
                  </a:moveTo>
                  <a:cubicBezTo>
                    <a:pt x="163" y="25"/>
                    <a:pt x="156" y="18"/>
                    <a:pt x="150" y="11"/>
                  </a:cubicBezTo>
                  <a:cubicBezTo>
                    <a:pt x="166" y="0"/>
                    <a:pt x="166" y="0"/>
                    <a:pt x="166" y="0"/>
                  </a:cubicBezTo>
                  <a:cubicBezTo>
                    <a:pt x="182" y="3"/>
                    <a:pt x="195" y="11"/>
                    <a:pt x="207" y="22"/>
                  </a:cubicBezTo>
                  <a:cubicBezTo>
                    <a:pt x="189" y="32"/>
                    <a:pt x="189" y="32"/>
                    <a:pt x="189" y="32"/>
                  </a:cubicBezTo>
                  <a:cubicBezTo>
                    <a:pt x="278" y="32"/>
                    <a:pt x="278" y="32"/>
                    <a:pt x="278" y="32"/>
                  </a:cubicBezTo>
                  <a:cubicBezTo>
                    <a:pt x="278" y="54"/>
                    <a:pt x="278" y="54"/>
                    <a:pt x="278" y="54"/>
                  </a:cubicBezTo>
                  <a:cubicBezTo>
                    <a:pt x="154" y="54"/>
                    <a:pt x="154" y="54"/>
                    <a:pt x="154" y="54"/>
                  </a:cubicBezTo>
                  <a:cubicBezTo>
                    <a:pt x="175" y="61"/>
                    <a:pt x="175" y="61"/>
                    <a:pt x="175" y="61"/>
                  </a:cubicBezTo>
                  <a:cubicBezTo>
                    <a:pt x="161" y="78"/>
                    <a:pt x="145" y="93"/>
                    <a:pt x="126" y="107"/>
                  </a:cubicBezTo>
                  <a:cubicBezTo>
                    <a:pt x="160" y="105"/>
                    <a:pt x="194" y="103"/>
                    <a:pt x="227" y="100"/>
                  </a:cubicBezTo>
                  <a:cubicBezTo>
                    <a:pt x="221" y="91"/>
                    <a:pt x="215" y="82"/>
                    <a:pt x="208" y="74"/>
                  </a:cubicBezTo>
                  <a:cubicBezTo>
                    <a:pt x="226" y="62"/>
                    <a:pt x="226" y="62"/>
                    <a:pt x="226" y="62"/>
                  </a:cubicBezTo>
                  <a:cubicBezTo>
                    <a:pt x="252" y="82"/>
                    <a:pt x="272" y="103"/>
                    <a:pt x="285" y="123"/>
                  </a:cubicBezTo>
                  <a:cubicBezTo>
                    <a:pt x="254" y="144"/>
                    <a:pt x="254" y="144"/>
                    <a:pt x="254" y="144"/>
                  </a:cubicBezTo>
                  <a:cubicBezTo>
                    <a:pt x="249" y="135"/>
                    <a:pt x="245" y="127"/>
                    <a:pt x="240" y="119"/>
                  </a:cubicBezTo>
                  <a:cubicBezTo>
                    <a:pt x="195" y="130"/>
                    <a:pt x="145" y="137"/>
                    <a:pt x="90" y="139"/>
                  </a:cubicBezTo>
                  <a:cubicBezTo>
                    <a:pt x="79" y="109"/>
                    <a:pt x="79" y="109"/>
                    <a:pt x="79" y="109"/>
                  </a:cubicBezTo>
                  <a:cubicBezTo>
                    <a:pt x="82" y="109"/>
                    <a:pt x="84" y="109"/>
                    <a:pt x="86" y="109"/>
                  </a:cubicBezTo>
                  <a:cubicBezTo>
                    <a:pt x="103" y="93"/>
                    <a:pt x="119" y="74"/>
                    <a:pt x="134" y="54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78" y="32"/>
                    <a:pt x="78" y="32"/>
                    <a:pt x="78" y="32"/>
                  </a:cubicBezTo>
                  <a:lnTo>
                    <a:pt x="169" y="32"/>
                  </a:lnTo>
                  <a:close/>
                  <a:moveTo>
                    <a:pt x="160" y="268"/>
                  </a:moveTo>
                  <a:cubicBezTo>
                    <a:pt x="196" y="268"/>
                    <a:pt x="196" y="268"/>
                    <a:pt x="196" y="268"/>
                  </a:cubicBezTo>
                  <a:cubicBezTo>
                    <a:pt x="196" y="145"/>
                    <a:pt x="196" y="145"/>
                    <a:pt x="196" y="145"/>
                  </a:cubicBezTo>
                  <a:cubicBezTo>
                    <a:pt x="160" y="145"/>
                    <a:pt x="160" y="145"/>
                    <a:pt x="160" y="145"/>
                  </a:cubicBezTo>
                  <a:lnTo>
                    <a:pt x="160" y="268"/>
                  </a:lnTo>
                  <a:close/>
                  <a:moveTo>
                    <a:pt x="249" y="268"/>
                  </a:moveTo>
                  <a:cubicBezTo>
                    <a:pt x="237" y="268"/>
                    <a:pt x="228" y="265"/>
                    <a:pt x="222" y="258"/>
                  </a:cubicBezTo>
                  <a:cubicBezTo>
                    <a:pt x="216" y="251"/>
                    <a:pt x="213" y="243"/>
                    <a:pt x="213" y="232"/>
                  </a:cubicBezTo>
                  <a:cubicBezTo>
                    <a:pt x="213" y="145"/>
                    <a:pt x="213" y="145"/>
                    <a:pt x="213" y="145"/>
                  </a:cubicBezTo>
                  <a:cubicBezTo>
                    <a:pt x="250" y="145"/>
                    <a:pt x="250" y="145"/>
                    <a:pt x="250" y="145"/>
                  </a:cubicBezTo>
                  <a:cubicBezTo>
                    <a:pt x="250" y="223"/>
                    <a:pt x="250" y="223"/>
                    <a:pt x="250" y="223"/>
                  </a:cubicBezTo>
                  <a:cubicBezTo>
                    <a:pt x="250" y="227"/>
                    <a:pt x="251" y="230"/>
                    <a:pt x="254" y="233"/>
                  </a:cubicBezTo>
                  <a:cubicBezTo>
                    <a:pt x="256" y="236"/>
                    <a:pt x="260" y="238"/>
                    <a:pt x="264" y="238"/>
                  </a:cubicBezTo>
                  <a:cubicBezTo>
                    <a:pt x="290" y="238"/>
                    <a:pt x="290" y="238"/>
                    <a:pt x="290" y="238"/>
                  </a:cubicBezTo>
                  <a:cubicBezTo>
                    <a:pt x="281" y="268"/>
                    <a:pt x="281" y="268"/>
                    <a:pt x="281" y="268"/>
                  </a:cubicBezTo>
                  <a:lnTo>
                    <a:pt x="249" y="268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0" name="Freeform 61">
              <a:extLst>
                <a:ext uri="{FF2B5EF4-FFF2-40B4-BE49-F238E27FC236}">
                  <a16:creationId xmlns:a16="http://schemas.microsoft.com/office/drawing/2014/main" id="{719E5C11-4876-4DA4-AC7D-54C5B0A8A7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65938" y="2749551"/>
              <a:ext cx="798513" cy="728663"/>
            </a:xfrm>
            <a:custGeom>
              <a:avLst/>
              <a:gdLst>
                <a:gd name="T0" fmla="*/ 23 w 285"/>
                <a:gd name="T1" fmla="*/ 147 h 259"/>
                <a:gd name="T2" fmla="*/ 14 w 285"/>
                <a:gd name="T3" fmla="*/ 158 h 259"/>
                <a:gd name="T4" fmla="*/ 0 w 285"/>
                <a:gd name="T5" fmla="*/ 143 h 259"/>
                <a:gd name="T6" fmla="*/ 33 w 285"/>
                <a:gd name="T7" fmla="*/ 22 h 259"/>
                <a:gd name="T8" fmla="*/ 5 w 285"/>
                <a:gd name="T9" fmla="*/ 22 h 259"/>
                <a:gd name="T10" fmla="*/ 5 w 285"/>
                <a:gd name="T11" fmla="*/ 0 h 259"/>
                <a:gd name="T12" fmla="*/ 110 w 285"/>
                <a:gd name="T13" fmla="*/ 0 h 259"/>
                <a:gd name="T14" fmla="*/ 110 w 285"/>
                <a:gd name="T15" fmla="*/ 22 h 259"/>
                <a:gd name="T16" fmla="*/ 71 w 285"/>
                <a:gd name="T17" fmla="*/ 22 h 259"/>
                <a:gd name="T18" fmla="*/ 54 w 285"/>
                <a:gd name="T19" fmla="*/ 86 h 259"/>
                <a:gd name="T20" fmla="*/ 107 w 285"/>
                <a:gd name="T21" fmla="*/ 86 h 259"/>
                <a:gd name="T22" fmla="*/ 107 w 285"/>
                <a:gd name="T23" fmla="*/ 236 h 259"/>
                <a:gd name="T24" fmla="*/ 23 w 285"/>
                <a:gd name="T25" fmla="*/ 236 h 259"/>
                <a:gd name="T26" fmla="*/ 23 w 285"/>
                <a:gd name="T27" fmla="*/ 147 h 259"/>
                <a:gd name="T28" fmla="*/ 57 w 285"/>
                <a:gd name="T29" fmla="*/ 214 h 259"/>
                <a:gd name="T30" fmla="*/ 73 w 285"/>
                <a:gd name="T31" fmla="*/ 214 h 259"/>
                <a:gd name="T32" fmla="*/ 73 w 285"/>
                <a:gd name="T33" fmla="*/ 107 h 259"/>
                <a:gd name="T34" fmla="*/ 57 w 285"/>
                <a:gd name="T35" fmla="*/ 107 h 259"/>
                <a:gd name="T36" fmla="*/ 57 w 285"/>
                <a:gd name="T37" fmla="*/ 214 h 259"/>
                <a:gd name="T38" fmla="*/ 219 w 285"/>
                <a:gd name="T39" fmla="*/ 133 h 259"/>
                <a:gd name="T40" fmla="*/ 179 w 285"/>
                <a:gd name="T41" fmla="*/ 133 h 259"/>
                <a:gd name="T42" fmla="*/ 144 w 285"/>
                <a:gd name="T43" fmla="*/ 236 h 259"/>
                <a:gd name="T44" fmla="*/ 113 w 285"/>
                <a:gd name="T45" fmla="*/ 259 h 259"/>
                <a:gd name="T46" fmla="*/ 102 w 285"/>
                <a:gd name="T47" fmla="*/ 244 h 259"/>
                <a:gd name="T48" fmla="*/ 143 w 285"/>
                <a:gd name="T49" fmla="*/ 133 h 259"/>
                <a:gd name="T50" fmla="*/ 114 w 285"/>
                <a:gd name="T51" fmla="*/ 133 h 259"/>
                <a:gd name="T52" fmla="*/ 114 w 285"/>
                <a:gd name="T53" fmla="*/ 112 h 259"/>
                <a:gd name="T54" fmla="*/ 143 w 285"/>
                <a:gd name="T55" fmla="*/ 112 h 259"/>
                <a:gd name="T56" fmla="*/ 143 w 285"/>
                <a:gd name="T57" fmla="*/ 22 h 259"/>
                <a:gd name="T58" fmla="*/ 119 w 285"/>
                <a:gd name="T59" fmla="*/ 22 h 259"/>
                <a:gd name="T60" fmla="*/ 119 w 285"/>
                <a:gd name="T61" fmla="*/ 0 h 259"/>
                <a:gd name="T62" fmla="*/ 280 w 285"/>
                <a:gd name="T63" fmla="*/ 0 h 259"/>
                <a:gd name="T64" fmla="*/ 280 w 285"/>
                <a:gd name="T65" fmla="*/ 22 h 259"/>
                <a:gd name="T66" fmla="*/ 256 w 285"/>
                <a:gd name="T67" fmla="*/ 22 h 259"/>
                <a:gd name="T68" fmla="*/ 256 w 285"/>
                <a:gd name="T69" fmla="*/ 112 h 259"/>
                <a:gd name="T70" fmla="*/ 285 w 285"/>
                <a:gd name="T71" fmla="*/ 112 h 259"/>
                <a:gd name="T72" fmla="*/ 285 w 285"/>
                <a:gd name="T73" fmla="*/ 133 h 259"/>
                <a:gd name="T74" fmla="*/ 256 w 285"/>
                <a:gd name="T75" fmla="*/ 133 h 259"/>
                <a:gd name="T76" fmla="*/ 256 w 285"/>
                <a:gd name="T77" fmla="*/ 256 h 259"/>
                <a:gd name="T78" fmla="*/ 219 w 285"/>
                <a:gd name="T79" fmla="*/ 256 h 259"/>
                <a:gd name="T80" fmla="*/ 219 w 285"/>
                <a:gd name="T81" fmla="*/ 133 h 259"/>
                <a:gd name="T82" fmla="*/ 180 w 285"/>
                <a:gd name="T83" fmla="*/ 22 h 259"/>
                <a:gd name="T84" fmla="*/ 180 w 285"/>
                <a:gd name="T85" fmla="*/ 112 h 259"/>
                <a:gd name="T86" fmla="*/ 219 w 285"/>
                <a:gd name="T87" fmla="*/ 112 h 259"/>
                <a:gd name="T88" fmla="*/ 219 w 285"/>
                <a:gd name="T89" fmla="*/ 22 h 259"/>
                <a:gd name="T90" fmla="*/ 180 w 285"/>
                <a:gd name="T91" fmla="*/ 22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5" h="259">
                  <a:moveTo>
                    <a:pt x="23" y="147"/>
                  </a:moveTo>
                  <a:cubicBezTo>
                    <a:pt x="20" y="151"/>
                    <a:pt x="17" y="155"/>
                    <a:pt x="14" y="15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5" y="109"/>
                    <a:pt x="26" y="69"/>
                    <a:pt x="33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69" y="41"/>
                    <a:pt x="63" y="63"/>
                    <a:pt x="54" y="86"/>
                  </a:cubicBezTo>
                  <a:cubicBezTo>
                    <a:pt x="107" y="86"/>
                    <a:pt x="107" y="86"/>
                    <a:pt x="107" y="86"/>
                  </a:cubicBezTo>
                  <a:cubicBezTo>
                    <a:pt x="107" y="236"/>
                    <a:pt x="107" y="236"/>
                    <a:pt x="107" y="236"/>
                  </a:cubicBezTo>
                  <a:cubicBezTo>
                    <a:pt x="23" y="236"/>
                    <a:pt x="23" y="236"/>
                    <a:pt x="23" y="236"/>
                  </a:cubicBezTo>
                  <a:lnTo>
                    <a:pt x="23" y="147"/>
                  </a:lnTo>
                  <a:close/>
                  <a:moveTo>
                    <a:pt x="57" y="214"/>
                  </a:moveTo>
                  <a:cubicBezTo>
                    <a:pt x="73" y="214"/>
                    <a:pt x="73" y="214"/>
                    <a:pt x="73" y="214"/>
                  </a:cubicBezTo>
                  <a:cubicBezTo>
                    <a:pt x="73" y="107"/>
                    <a:pt x="73" y="107"/>
                    <a:pt x="73" y="107"/>
                  </a:cubicBezTo>
                  <a:cubicBezTo>
                    <a:pt x="57" y="107"/>
                    <a:pt x="57" y="107"/>
                    <a:pt x="57" y="107"/>
                  </a:cubicBezTo>
                  <a:lnTo>
                    <a:pt x="57" y="214"/>
                  </a:lnTo>
                  <a:close/>
                  <a:moveTo>
                    <a:pt x="219" y="133"/>
                  </a:moveTo>
                  <a:cubicBezTo>
                    <a:pt x="179" y="133"/>
                    <a:pt x="179" y="133"/>
                    <a:pt x="179" y="133"/>
                  </a:cubicBezTo>
                  <a:cubicBezTo>
                    <a:pt x="177" y="177"/>
                    <a:pt x="165" y="211"/>
                    <a:pt x="144" y="236"/>
                  </a:cubicBezTo>
                  <a:cubicBezTo>
                    <a:pt x="134" y="248"/>
                    <a:pt x="123" y="256"/>
                    <a:pt x="113" y="259"/>
                  </a:cubicBezTo>
                  <a:cubicBezTo>
                    <a:pt x="102" y="244"/>
                    <a:pt x="102" y="244"/>
                    <a:pt x="102" y="244"/>
                  </a:cubicBezTo>
                  <a:cubicBezTo>
                    <a:pt x="125" y="223"/>
                    <a:pt x="139" y="186"/>
                    <a:pt x="143" y="133"/>
                  </a:cubicBezTo>
                  <a:cubicBezTo>
                    <a:pt x="114" y="133"/>
                    <a:pt x="114" y="133"/>
                    <a:pt x="114" y="133"/>
                  </a:cubicBezTo>
                  <a:cubicBezTo>
                    <a:pt x="114" y="112"/>
                    <a:pt x="114" y="112"/>
                    <a:pt x="114" y="112"/>
                  </a:cubicBezTo>
                  <a:cubicBezTo>
                    <a:pt x="143" y="112"/>
                    <a:pt x="143" y="112"/>
                    <a:pt x="143" y="112"/>
                  </a:cubicBezTo>
                  <a:cubicBezTo>
                    <a:pt x="143" y="22"/>
                    <a:pt x="143" y="22"/>
                    <a:pt x="143" y="22"/>
                  </a:cubicBezTo>
                  <a:cubicBezTo>
                    <a:pt x="119" y="22"/>
                    <a:pt x="119" y="22"/>
                    <a:pt x="119" y="22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280" y="0"/>
                    <a:pt x="280" y="0"/>
                    <a:pt x="280" y="0"/>
                  </a:cubicBezTo>
                  <a:cubicBezTo>
                    <a:pt x="280" y="22"/>
                    <a:pt x="280" y="22"/>
                    <a:pt x="280" y="22"/>
                  </a:cubicBezTo>
                  <a:cubicBezTo>
                    <a:pt x="256" y="22"/>
                    <a:pt x="256" y="22"/>
                    <a:pt x="256" y="22"/>
                  </a:cubicBezTo>
                  <a:cubicBezTo>
                    <a:pt x="256" y="112"/>
                    <a:pt x="256" y="112"/>
                    <a:pt x="256" y="112"/>
                  </a:cubicBezTo>
                  <a:cubicBezTo>
                    <a:pt x="285" y="112"/>
                    <a:pt x="285" y="112"/>
                    <a:pt x="285" y="112"/>
                  </a:cubicBezTo>
                  <a:cubicBezTo>
                    <a:pt x="285" y="133"/>
                    <a:pt x="285" y="133"/>
                    <a:pt x="285" y="133"/>
                  </a:cubicBezTo>
                  <a:cubicBezTo>
                    <a:pt x="256" y="133"/>
                    <a:pt x="256" y="133"/>
                    <a:pt x="256" y="133"/>
                  </a:cubicBezTo>
                  <a:cubicBezTo>
                    <a:pt x="256" y="256"/>
                    <a:pt x="256" y="256"/>
                    <a:pt x="256" y="256"/>
                  </a:cubicBezTo>
                  <a:cubicBezTo>
                    <a:pt x="219" y="256"/>
                    <a:pt x="219" y="256"/>
                    <a:pt x="219" y="256"/>
                  </a:cubicBezTo>
                  <a:lnTo>
                    <a:pt x="219" y="133"/>
                  </a:lnTo>
                  <a:close/>
                  <a:moveTo>
                    <a:pt x="180" y="22"/>
                  </a:moveTo>
                  <a:cubicBezTo>
                    <a:pt x="180" y="112"/>
                    <a:pt x="180" y="112"/>
                    <a:pt x="180" y="112"/>
                  </a:cubicBezTo>
                  <a:cubicBezTo>
                    <a:pt x="219" y="112"/>
                    <a:pt x="219" y="112"/>
                    <a:pt x="219" y="112"/>
                  </a:cubicBezTo>
                  <a:cubicBezTo>
                    <a:pt x="219" y="22"/>
                    <a:pt x="219" y="22"/>
                    <a:pt x="219" y="22"/>
                  </a:cubicBezTo>
                  <a:lnTo>
                    <a:pt x="180" y="22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1" name="Freeform 62">
              <a:extLst>
                <a:ext uri="{FF2B5EF4-FFF2-40B4-BE49-F238E27FC236}">
                  <a16:creationId xmlns:a16="http://schemas.microsoft.com/office/drawing/2014/main" id="{5A26CF91-E3CB-4E9D-B375-C6A4738F51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37476" y="2706688"/>
              <a:ext cx="798513" cy="771525"/>
            </a:xfrm>
            <a:custGeom>
              <a:avLst/>
              <a:gdLst>
                <a:gd name="T0" fmla="*/ 95 w 285"/>
                <a:gd name="T1" fmla="*/ 142 h 274"/>
                <a:gd name="T2" fmla="*/ 96 w 285"/>
                <a:gd name="T3" fmla="*/ 109 h 274"/>
                <a:gd name="T4" fmla="*/ 133 w 285"/>
                <a:gd name="T5" fmla="*/ 109 h 274"/>
                <a:gd name="T6" fmla="*/ 132 w 285"/>
                <a:gd name="T7" fmla="*/ 142 h 274"/>
                <a:gd name="T8" fmla="*/ 227 w 285"/>
                <a:gd name="T9" fmla="*/ 142 h 274"/>
                <a:gd name="T10" fmla="*/ 227 w 285"/>
                <a:gd name="T11" fmla="*/ 223 h 274"/>
                <a:gd name="T12" fmla="*/ 239 w 285"/>
                <a:gd name="T13" fmla="*/ 238 h 274"/>
                <a:gd name="T14" fmla="*/ 285 w 285"/>
                <a:gd name="T15" fmla="*/ 238 h 274"/>
                <a:gd name="T16" fmla="*/ 277 w 285"/>
                <a:gd name="T17" fmla="*/ 268 h 274"/>
                <a:gd name="T18" fmla="*/ 224 w 285"/>
                <a:gd name="T19" fmla="*/ 268 h 274"/>
                <a:gd name="T20" fmla="*/ 200 w 285"/>
                <a:gd name="T21" fmla="*/ 258 h 274"/>
                <a:gd name="T22" fmla="*/ 191 w 285"/>
                <a:gd name="T23" fmla="*/ 235 h 274"/>
                <a:gd name="T24" fmla="*/ 191 w 285"/>
                <a:gd name="T25" fmla="*/ 163 h 274"/>
                <a:gd name="T26" fmla="*/ 129 w 285"/>
                <a:gd name="T27" fmla="*/ 163 h 274"/>
                <a:gd name="T28" fmla="*/ 108 w 285"/>
                <a:gd name="T29" fmla="*/ 219 h 274"/>
                <a:gd name="T30" fmla="*/ 11 w 285"/>
                <a:gd name="T31" fmla="*/ 274 h 274"/>
                <a:gd name="T32" fmla="*/ 0 w 285"/>
                <a:gd name="T33" fmla="*/ 257 h 274"/>
                <a:gd name="T34" fmla="*/ 74 w 285"/>
                <a:gd name="T35" fmla="*/ 208 h 274"/>
                <a:gd name="T36" fmla="*/ 91 w 285"/>
                <a:gd name="T37" fmla="*/ 163 h 274"/>
                <a:gd name="T38" fmla="*/ 18 w 285"/>
                <a:gd name="T39" fmla="*/ 163 h 274"/>
                <a:gd name="T40" fmla="*/ 18 w 285"/>
                <a:gd name="T41" fmla="*/ 142 h 274"/>
                <a:gd name="T42" fmla="*/ 95 w 285"/>
                <a:gd name="T43" fmla="*/ 142 h 274"/>
                <a:gd name="T44" fmla="*/ 121 w 285"/>
                <a:gd name="T45" fmla="*/ 88 h 274"/>
                <a:gd name="T46" fmla="*/ 11 w 285"/>
                <a:gd name="T47" fmla="*/ 134 h 274"/>
                <a:gd name="T48" fmla="*/ 2 w 285"/>
                <a:gd name="T49" fmla="*/ 118 h 274"/>
                <a:gd name="T50" fmla="*/ 97 w 285"/>
                <a:gd name="T51" fmla="*/ 60 h 274"/>
                <a:gd name="T52" fmla="*/ 121 w 285"/>
                <a:gd name="T53" fmla="*/ 88 h 274"/>
                <a:gd name="T54" fmla="*/ 155 w 285"/>
                <a:gd name="T55" fmla="*/ 32 h 274"/>
                <a:gd name="T56" fmla="*/ 276 w 285"/>
                <a:gd name="T57" fmla="*/ 32 h 274"/>
                <a:gd name="T58" fmla="*/ 276 w 285"/>
                <a:gd name="T59" fmla="*/ 85 h 274"/>
                <a:gd name="T60" fmla="*/ 239 w 285"/>
                <a:gd name="T61" fmla="*/ 85 h 274"/>
                <a:gd name="T62" fmla="*/ 239 w 285"/>
                <a:gd name="T63" fmla="*/ 53 h 274"/>
                <a:gd name="T64" fmla="*/ 41 w 285"/>
                <a:gd name="T65" fmla="*/ 53 h 274"/>
                <a:gd name="T66" fmla="*/ 41 w 285"/>
                <a:gd name="T67" fmla="*/ 85 h 274"/>
                <a:gd name="T68" fmla="*/ 5 w 285"/>
                <a:gd name="T69" fmla="*/ 85 h 274"/>
                <a:gd name="T70" fmla="*/ 5 w 285"/>
                <a:gd name="T71" fmla="*/ 32 h 274"/>
                <a:gd name="T72" fmla="*/ 130 w 285"/>
                <a:gd name="T73" fmla="*/ 32 h 274"/>
                <a:gd name="T74" fmla="*/ 111 w 285"/>
                <a:gd name="T75" fmla="*/ 12 h 274"/>
                <a:gd name="T76" fmla="*/ 129 w 285"/>
                <a:gd name="T77" fmla="*/ 0 h 274"/>
                <a:gd name="T78" fmla="*/ 170 w 285"/>
                <a:gd name="T79" fmla="*/ 22 h 274"/>
                <a:gd name="T80" fmla="*/ 155 w 285"/>
                <a:gd name="T81" fmla="*/ 32 h 274"/>
                <a:gd name="T82" fmla="*/ 278 w 285"/>
                <a:gd name="T83" fmla="*/ 107 h 274"/>
                <a:gd name="T84" fmla="*/ 169 w 285"/>
                <a:gd name="T85" fmla="*/ 66 h 274"/>
                <a:gd name="T86" fmla="*/ 161 w 285"/>
                <a:gd name="T87" fmla="*/ 83 h 274"/>
                <a:gd name="T88" fmla="*/ 257 w 285"/>
                <a:gd name="T89" fmla="*/ 137 h 274"/>
                <a:gd name="T90" fmla="*/ 278 w 285"/>
                <a:gd name="T91" fmla="*/ 107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5" h="274">
                  <a:moveTo>
                    <a:pt x="95" y="142"/>
                  </a:moveTo>
                  <a:cubicBezTo>
                    <a:pt x="96" y="131"/>
                    <a:pt x="96" y="121"/>
                    <a:pt x="96" y="109"/>
                  </a:cubicBezTo>
                  <a:cubicBezTo>
                    <a:pt x="133" y="109"/>
                    <a:pt x="133" y="109"/>
                    <a:pt x="133" y="109"/>
                  </a:cubicBezTo>
                  <a:cubicBezTo>
                    <a:pt x="133" y="121"/>
                    <a:pt x="132" y="131"/>
                    <a:pt x="132" y="142"/>
                  </a:cubicBezTo>
                  <a:cubicBezTo>
                    <a:pt x="227" y="142"/>
                    <a:pt x="227" y="142"/>
                    <a:pt x="227" y="142"/>
                  </a:cubicBezTo>
                  <a:cubicBezTo>
                    <a:pt x="227" y="223"/>
                    <a:pt x="227" y="223"/>
                    <a:pt x="227" y="223"/>
                  </a:cubicBezTo>
                  <a:cubicBezTo>
                    <a:pt x="227" y="233"/>
                    <a:pt x="231" y="238"/>
                    <a:pt x="239" y="238"/>
                  </a:cubicBezTo>
                  <a:cubicBezTo>
                    <a:pt x="285" y="238"/>
                    <a:pt x="285" y="238"/>
                    <a:pt x="285" y="238"/>
                  </a:cubicBezTo>
                  <a:cubicBezTo>
                    <a:pt x="277" y="268"/>
                    <a:pt x="277" y="268"/>
                    <a:pt x="277" y="268"/>
                  </a:cubicBezTo>
                  <a:cubicBezTo>
                    <a:pt x="224" y="268"/>
                    <a:pt x="224" y="268"/>
                    <a:pt x="224" y="268"/>
                  </a:cubicBezTo>
                  <a:cubicBezTo>
                    <a:pt x="214" y="268"/>
                    <a:pt x="206" y="265"/>
                    <a:pt x="200" y="258"/>
                  </a:cubicBezTo>
                  <a:cubicBezTo>
                    <a:pt x="194" y="252"/>
                    <a:pt x="191" y="244"/>
                    <a:pt x="191" y="235"/>
                  </a:cubicBezTo>
                  <a:cubicBezTo>
                    <a:pt x="191" y="163"/>
                    <a:pt x="191" y="163"/>
                    <a:pt x="191" y="163"/>
                  </a:cubicBezTo>
                  <a:cubicBezTo>
                    <a:pt x="129" y="163"/>
                    <a:pt x="129" y="163"/>
                    <a:pt x="129" y="163"/>
                  </a:cubicBezTo>
                  <a:cubicBezTo>
                    <a:pt x="125" y="186"/>
                    <a:pt x="118" y="205"/>
                    <a:pt x="108" y="219"/>
                  </a:cubicBezTo>
                  <a:cubicBezTo>
                    <a:pt x="90" y="246"/>
                    <a:pt x="58" y="265"/>
                    <a:pt x="11" y="274"/>
                  </a:cubicBezTo>
                  <a:cubicBezTo>
                    <a:pt x="0" y="257"/>
                    <a:pt x="0" y="257"/>
                    <a:pt x="0" y="257"/>
                  </a:cubicBezTo>
                  <a:cubicBezTo>
                    <a:pt x="35" y="246"/>
                    <a:pt x="60" y="230"/>
                    <a:pt x="74" y="208"/>
                  </a:cubicBezTo>
                  <a:cubicBezTo>
                    <a:pt x="82" y="196"/>
                    <a:pt x="88" y="181"/>
                    <a:pt x="91" y="163"/>
                  </a:cubicBezTo>
                  <a:cubicBezTo>
                    <a:pt x="18" y="163"/>
                    <a:pt x="18" y="163"/>
                    <a:pt x="18" y="163"/>
                  </a:cubicBezTo>
                  <a:cubicBezTo>
                    <a:pt x="18" y="142"/>
                    <a:pt x="18" y="142"/>
                    <a:pt x="18" y="142"/>
                  </a:cubicBezTo>
                  <a:lnTo>
                    <a:pt x="95" y="142"/>
                  </a:lnTo>
                  <a:close/>
                  <a:moveTo>
                    <a:pt x="121" y="88"/>
                  </a:moveTo>
                  <a:cubicBezTo>
                    <a:pt x="90" y="110"/>
                    <a:pt x="53" y="125"/>
                    <a:pt x="11" y="134"/>
                  </a:cubicBezTo>
                  <a:cubicBezTo>
                    <a:pt x="2" y="118"/>
                    <a:pt x="2" y="118"/>
                    <a:pt x="2" y="118"/>
                  </a:cubicBezTo>
                  <a:cubicBezTo>
                    <a:pt x="35" y="102"/>
                    <a:pt x="67" y="83"/>
                    <a:pt x="97" y="60"/>
                  </a:cubicBezTo>
                  <a:lnTo>
                    <a:pt x="121" y="88"/>
                  </a:lnTo>
                  <a:close/>
                  <a:moveTo>
                    <a:pt x="155" y="32"/>
                  </a:moveTo>
                  <a:cubicBezTo>
                    <a:pt x="276" y="32"/>
                    <a:pt x="276" y="32"/>
                    <a:pt x="276" y="32"/>
                  </a:cubicBezTo>
                  <a:cubicBezTo>
                    <a:pt x="276" y="85"/>
                    <a:pt x="276" y="85"/>
                    <a:pt x="276" y="85"/>
                  </a:cubicBezTo>
                  <a:cubicBezTo>
                    <a:pt x="239" y="85"/>
                    <a:pt x="239" y="85"/>
                    <a:pt x="239" y="85"/>
                  </a:cubicBezTo>
                  <a:cubicBezTo>
                    <a:pt x="239" y="53"/>
                    <a:pt x="239" y="53"/>
                    <a:pt x="239" y="53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5" y="85"/>
                    <a:pt x="5" y="85"/>
                    <a:pt x="5" y="85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24" y="25"/>
                    <a:pt x="118" y="19"/>
                    <a:pt x="111" y="12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44" y="4"/>
                    <a:pt x="158" y="12"/>
                    <a:pt x="170" y="22"/>
                  </a:cubicBezTo>
                  <a:lnTo>
                    <a:pt x="155" y="32"/>
                  </a:lnTo>
                  <a:close/>
                  <a:moveTo>
                    <a:pt x="278" y="107"/>
                  </a:moveTo>
                  <a:cubicBezTo>
                    <a:pt x="246" y="90"/>
                    <a:pt x="209" y="77"/>
                    <a:pt x="169" y="66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193" y="99"/>
                    <a:pt x="225" y="118"/>
                    <a:pt x="257" y="137"/>
                  </a:cubicBezTo>
                  <a:lnTo>
                    <a:pt x="278" y="107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2" name="Freeform 63">
              <a:extLst>
                <a:ext uri="{FF2B5EF4-FFF2-40B4-BE49-F238E27FC236}">
                  <a16:creationId xmlns:a16="http://schemas.microsoft.com/office/drawing/2014/main" id="{BC76CEF6-F40F-47A4-9659-E0EEA36267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4888" y="2716213"/>
              <a:ext cx="725488" cy="754063"/>
            </a:xfrm>
            <a:custGeom>
              <a:avLst/>
              <a:gdLst>
                <a:gd name="T0" fmla="*/ 196 w 457"/>
                <a:gd name="T1" fmla="*/ 340 h 475"/>
                <a:gd name="T2" fmla="*/ 0 w 457"/>
                <a:gd name="T3" fmla="*/ 340 h 475"/>
                <a:gd name="T4" fmla="*/ 0 w 457"/>
                <a:gd name="T5" fmla="*/ 83 h 475"/>
                <a:gd name="T6" fmla="*/ 196 w 457"/>
                <a:gd name="T7" fmla="*/ 83 h 475"/>
                <a:gd name="T8" fmla="*/ 196 w 457"/>
                <a:gd name="T9" fmla="*/ 0 h 475"/>
                <a:gd name="T10" fmla="*/ 262 w 457"/>
                <a:gd name="T11" fmla="*/ 0 h 475"/>
                <a:gd name="T12" fmla="*/ 262 w 457"/>
                <a:gd name="T13" fmla="*/ 83 h 475"/>
                <a:gd name="T14" fmla="*/ 457 w 457"/>
                <a:gd name="T15" fmla="*/ 83 h 475"/>
                <a:gd name="T16" fmla="*/ 457 w 457"/>
                <a:gd name="T17" fmla="*/ 340 h 475"/>
                <a:gd name="T18" fmla="*/ 262 w 457"/>
                <a:gd name="T19" fmla="*/ 340 h 475"/>
                <a:gd name="T20" fmla="*/ 262 w 457"/>
                <a:gd name="T21" fmla="*/ 475 h 475"/>
                <a:gd name="T22" fmla="*/ 196 w 457"/>
                <a:gd name="T23" fmla="*/ 475 h 475"/>
                <a:gd name="T24" fmla="*/ 196 w 457"/>
                <a:gd name="T25" fmla="*/ 340 h 475"/>
                <a:gd name="T26" fmla="*/ 66 w 457"/>
                <a:gd name="T27" fmla="*/ 120 h 475"/>
                <a:gd name="T28" fmla="*/ 66 w 457"/>
                <a:gd name="T29" fmla="*/ 303 h 475"/>
                <a:gd name="T30" fmla="*/ 196 w 457"/>
                <a:gd name="T31" fmla="*/ 303 h 475"/>
                <a:gd name="T32" fmla="*/ 196 w 457"/>
                <a:gd name="T33" fmla="*/ 120 h 475"/>
                <a:gd name="T34" fmla="*/ 66 w 457"/>
                <a:gd name="T35" fmla="*/ 120 h 475"/>
                <a:gd name="T36" fmla="*/ 392 w 457"/>
                <a:gd name="T37" fmla="*/ 303 h 475"/>
                <a:gd name="T38" fmla="*/ 392 w 457"/>
                <a:gd name="T39" fmla="*/ 120 h 475"/>
                <a:gd name="T40" fmla="*/ 262 w 457"/>
                <a:gd name="T41" fmla="*/ 120 h 475"/>
                <a:gd name="T42" fmla="*/ 262 w 457"/>
                <a:gd name="T43" fmla="*/ 303 h 475"/>
                <a:gd name="T44" fmla="*/ 392 w 457"/>
                <a:gd name="T45" fmla="*/ 303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57" h="475">
                  <a:moveTo>
                    <a:pt x="196" y="340"/>
                  </a:moveTo>
                  <a:lnTo>
                    <a:pt x="0" y="340"/>
                  </a:lnTo>
                  <a:lnTo>
                    <a:pt x="0" y="83"/>
                  </a:lnTo>
                  <a:lnTo>
                    <a:pt x="196" y="83"/>
                  </a:lnTo>
                  <a:lnTo>
                    <a:pt x="196" y="0"/>
                  </a:lnTo>
                  <a:lnTo>
                    <a:pt x="262" y="0"/>
                  </a:lnTo>
                  <a:lnTo>
                    <a:pt x="262" y="83"/>
                  </a:lnTo>
                  <a:lnTo>
                    <a:pt x="457" y="83"/>
                  </a:lnTo>
                  <a:lnTo>
                    <a:pt x="457" y="340"/>
                  </a:lnTo>
                  <a:lnTo>
                    <a:pt x="262" y="340"/>
                  </a:lnTo>
                  <a:lnTo>
                    <a:pt x="262" y="475"/>
                  </a:lnTo>
                  <a:lnTo>
                    <a:pt x="196" y="475"/>
                  </a:lnTo>
                  <a:lnTo>
                    <a:pt x="196" y="340"/>
                  </a:lnTo>
                  <a:close/>
                  <a:moveTo>
                    <a:pt x="66" y="120"/>
                  </a:moveTo>
                  <a:lnTo>
                    <a:pt x="66" y="303"/>
                  </a:lnTo>
                  <a:lnTo>
                    <a:pt x="196" y="303"/>
                  </a:lnTo>
                  <a:lnTo>
                    <a:pt x="196" y="120"/>
                  </a:lnTo>
                  <a:lnTo>
                    <a:pt x="66" y="120"/>
                  </a:lnTo>
                  <a:close/>
                  <a:moveTo>
                    <a:pt x="392" y="303"/>
                  </a:moveTo>
                  <a:lnTo>
                    <a:pt x="392" y="120"/>
                  </a:lnTo>
                  <a:lnTo>
                    <a:pt x="262" y="120"/>
                  </a:lnTo>
                  <a:lnTo>
                    <a:pt x="262" y="303"/>
                  </a:lnTo>
                  <a:lnTo>
                    <a:pt x="392" y="303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3" name="Freeform 64">
              <a:extLst>
                <a:ext uri="{FF2B5EF4-FFF2-40B4-BE49-F238E27FC236}">
                  <a16:creationId xmlns:a16="http://schemas.microsoft.com/office/drawing/2014/main" id="{261A4768-6B56-4F2E-94E7-1D8B3484A0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40863" y="2706688"/>
              <a:ext cx="812800" cy="754063"/>
            </a:xfrm>
            <a:custGeom>
              <a:avLst/>
              <a:gdLst>
                <a:gd name="T0" fmla="*/ 0 w 290"/>
                <a:gd name="T1" fmla="*/ 229 h 268"/>
                <a:gd name="T2" fmla="*/ 38 w 290"/>
                <a:gd name="T3" fmla="*/ 101 h 268"/>
                <a:gd name="T4" fmla="*/ 60 w 290"/>
                <a:gd name="T5" fmla="*/ 105 h 268"/>
                <a:gd name="T6" fmla="*/ 35 w 290"/>
                <a:gd name="T7" fmla="*/ 238 h 268"/>
                <a:gd name="T8" fmla="*/ 0 w 290"/>
                <a:gd name="T9" fmla="*/ 229 h 268"/>
                <a:gd name="T10" fmla="*/ 243 w 290"/>
                <a:gd name="T11" fmla="*/ 268 h 268"/>
                <a:gd name="T12" fmla="*/ 252 w 290"/>
                <a:gd name="T13" fmla="*/ 238 h 268"/>
                <a:gd name="T14" fmla="*/ 128 w 290"/>
                <a:gd name="T15" fmla="*/ 238 h 268"/>
                <a:gd name="T16" fmla="*/ 118 w 290"/>
                <a:gd name="T17" fmla="*/ 234 h 268"/>
                <a:gd name="T18" fmla="*/ 114 w 290"/>
                <a:gd name="T19" fmla="*/ 223 h 268"/>
                <a:gd name="T20" fmla="*/ 114 w 290"/>
                <a:gd name="T21" fmla="*/ 61 h 268"/>
                <a:gd name="T22" fmla="*/ 77 w 290"/>
                <a:gd name="T23" fmla="*/ 61 h 268"/>
                <a:gd name="T24" fmla="*/ 77 w 290"/>
                <a:gd name="T25" fmla="*/ 235 h 268"/>
                <a:gd name="T26" fmla="*/ 86 w 290"/>
                <a:gd name="T27" fmla="*/ 258 h 268"/>
                <a:gd name="T28" fmla="*/ 110 w 290"/>
                <a:gd name="T29" fmla="*/ 268 h 268"/>
                <a:gd name="T30" fmla="*/ 243 w 290"/>
                <a:gd name="T31" fmla="*/ 268 h 268"/>
                <a:gd name="T32" fmla="*/ 164 w 290"/>
                <a:gd name="T33" fmla="*/ 107 h 268"/>
                <a:gd name="T34" fmla="*/ 107 w 290"/>
                <a:gd name="T35" fmla="*/ 13 h 268"/>
                <a:gd name="T36" fmla="*/ 124 w 290"/>
                <a:gd name="T37" fmla="*/ 0 h 268"/>
                <a:gd name="T38" fmla="*/ 196 w 290"/>
                <a:gd name="T39" fmla="*/ 88 h 268"/>
                <a:gd name="T40" fmla="*/ 164 w 290"/>
                <a:gd name="T41" fmla="*/ 107 h 268"/>
                <a:gd name="T42" fmla="*/ 255 w 290"/>
                <a:gd name="T43" fmla="*/ 195 h 268"/>
                <a:gd name="T44" fmla="*/ 213 w 290"/>
                <a:gd name="T45" fmla="*/ 94 h 268"/>
                <a:gd name="T46" fmla="*/ 232 w 290"/>
                <a:gd name="T47" fmla="*/ 84 h 268"/>
                <a:gd name="T48" fmla="*/ 290 w 290"/>
                <a:gd name="T49" fmla="*/ 181 h 268"/>
                <a:gd name="T50" fmla="*/ 255 w 290"/>
                <a:gd name="T51" fmla="*/ 195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90" h="268">
                  <a:moveTo>
                    <a:pt x="0" y="229"/>
                  </a:moveTo>
                  <a:cubicBezTo>
                    <a:pt x="16" y="185"/>
                    <a:pt x="29" y="142"/>
                    <a:pt x="38" y="101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55" y="158"/>
                    <a:pt x="47" y="202"/>
                    <a:pt x="35" y="238"/>
                  </a:cubicBezTo>
                  <a:lnTo>
                    <a:pt x="0" y="229"/>
                  </a:lnTo>
                  <a:close/>
                  <a:moveTo>
                    <a:pt x="243" y="268"/>
                  </a:moveTo>
                  <a:cubicBezTo>
                    <a:pt x="252" y="238"/>
                    <a:pt x="252" y="238"/>
                    <a:pt x="252" y="238"/>
                  </a:cubicBezTo>
                  <a:cubicBezTo>
                    <a:pt x="128" y="238"/>
                    <a:pt x="128" y="238"/>
                    <a:pt x="128" y="238"/>
                  </a:cubicBezTo>
                  <a:cubicBezTo>
                    <a:pt x="124" y="238"/>
                    <a:pt x="121" y="236"/>
                    <a:pt x="118" y="234"/>
                  </a:cubicBezTo>
                  <a:cubicBezTo>
                    <a:pt x="115" y="231"/>
                    <a:pt x="114" y="227"/>
                    <a:pt x="114" y="223"/>
                  </a:cubicBezTo>
                  <a:cubicBezTo>
                    <a:pt x="114" y="61"/>
                    <a:pt x="114" y="61"/>
                    <a:pt x="114" y="61"/>
                  </a:cubicBezTo>
                  <a:cubicBezTo>
                    <a:pt x="77" y="61"/>
                    <a:pt x="77" y="61"/>
                    <a:pt x="77" y="61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7" y="244"/>
                    <a:pt x="80" y="252"/>
                    <a:pt x="86" y="258"/>
                  </a:cubicBezTo>
                  <a:cubicBezTo>
                    <a:pt x="92" y="265"/>
                    <a:pt x="100" y="268"/>
                    <a:pt x="110" y="268"/>
                  </a:cubicBezTo>
                  <a:lnTo>
                    <a:pt x="243" y="268"/>
                  </a:lnTo>
                  <a:close/>
                  <a:moveTo>
                    <a:pt x="164" y="107"/>
                  </a:moveTo>
                  <a:cubicBezTo>
                    <a:pt x="145" y="72"/>
                    <a:pt x="127" y="41"/>
                    <a:pt x="107" y="13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58" y="33"/>
                    <a:pt x="182" y="62"/>
                    <a:pt x="196" y="88"/>
                  </a:cubicBezTo>
                  <a:lnTo>
                    <a:pt x="164" y="107"/>
                  </a:lnTo>
                  <a:close/>
                  <a:moveTo>
                    <a:pt x="255" y="195"/>
                  </a:moveTo>
                  <a:cubicBezTo>
                    <a:pt x="242" y="158"/>
                    <a:pt x="228" y="124"/>
                    <a:pt x="213" y="94"/>
                  </a:cubicBezTo>
                  <a:cubicBezTo>
                    <a:pt x="232" y="84"/>
                    <a:pt x="232" y="84"/>
                    <a:pt x="232" y="84"/>
                  </a:cubicBezTo>
                  <a:cubicBezTo>
                    <a:pt x="260" y="121"/>
                    <a:pt x="279" y="153"/>
                    <a:pt x="290" y="181"/>
                  </a:cubicBezTo>
                  <a:lnTo>
                    <a:pt x="255" y="19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4" name="Freeform 65">
              <a:extLst>
                <a:ext uri="{FF2B5EF4-FFF2-40B4-BE49-F238E27FC236}">
                  <a16:creationId xmlns:a16="http://schemas.microsoft.com/office/drawing/2014/main" id="{446C69EE-4282-483F-8B3D-0D6A320731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76838" y="3765551"/>
              <a:ext cx="347663" cy="393700"/>
            </a:xfrm>
            <a:custGeom>
              <a:avLst/>
              <a:gdLst>
                <a:gd name="T0" fmla="*/ 0 w 124"/>
                <a:gd name="T1" fmla="*/ 0 h 140"/>
                <a:gd name="T2" fmla="*/ 58 w 124"/>
                <a:gd name="T3" fmla="*/ 0 h 140"/>
                <a:gd name="T4" fmla="*/ 107 w 124"/>
                <a:gd name="T5" fmla="*/ 17 h 140"/>
                <a:gd name="T6" fmla="*/ 124 w 124"/>
                <a:gd name="T7" fmla="*/ 70 h 140"/>
                <a:gd name="T8" fmla="*/ 106 w 124"/>
                <a:gd name="T9" fmla="*/ 122 h 140"/>
                <a:gd name="T10" fmla="*/ 54 w 124"/>
                <a:gd name="T11" fmla="*/ 140 h 140"/>
                <a:gd name="T12" fmla="*/ 0 w 124"/>
                <a:gd name="T13" fmla="*/ 140 h 140"/>
                <a:gd name="T14" fmla="*/ 0 w 124"/>
                <a:gd name="T15" fmla="*/ 0 h 140"/>
                <a:gd name="T16" fmla="*/ 25 w 124"/>
                <a:gd name="T17" fmla="*/ 20 h 140"/>
                <a:gd name="T18" fmla="*/ 25 w 124"/>
                <a:gd name="T19" fmla="*/ 119 h 140"/>
                <a:gd name="T20" fmla="*/ 55 w 124"/>
                <a:gd name="T21" fmla="*/ 119 h 140"/>
                <a:gd name="T22" fmla="*/ 88 w 124"/>
                <a:gd name="T23" fmla="*/ 107 h 140"/>
                <a:gd name="T24" fmla="*/ 99 w 124"/>
                <a:gd name="T25" fmla="*/ 68 h 140"/>
                <a:gd name="T26" fmla="*/ 88 w 124"/>
                <a:gd name="T27" fmla="*/ 32 h 140"/>
                <a:gd name="T28" fmla="*/ 57 w 124"/>
                <a:gd name="T29" fmla="*/ 20 h 140"/>
                <a:gd name="T30" fmla="*/ 25 w 124"/>
                <a:gd name="T31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4" h="140">
                  <a:moveTo>
                    <a:pt x="0" y="0"/>
                  </a:moveTo>
                  <a:cubicBezTo>
                    <a:pt x="58" y="0"/>
                    <a:pt x="58" y="0"/>
                    <a:pt x="58" y="0"/>
                  </a:cubicBezTo>
                  <a:cubicBezTo>
                    <a:pt x="80" y="0"/>
                    <a:pt x="96" y="6"/>
                    <a:pt x="107" y="17"/>
                  </a:cubicBezTo>
                  <a:cubicBezTo>
                    <a:pt x="118" y="29"/>
                    <a:pt x="124" y="46"/>
                    <a:pt x="124" y="70"/>
                  </a:cubicBezTo>
                  <a:cubicBezTo>
                    <a:pt x="124" y="92"/>
                    <a:pt x="118" y="109"/>
                    <a:pt x="106" y="122"/>
                  </a:cubicBezTo>
                  <a:cubicBezTo>
                    <a:pt x="94" y="134"/>
                    <a:pt x="77" y="140"/>
                    <a:pt x="54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  <a:moveTo>
                    <a:pt x="25" y="20"/>
                  </a:moveTo>
                  <a:cubicBezTo>
                    <a:pt x="25" y="119"/>
                    <a:pt x="25" y="119"/>
                    <a:pt x="25" y="119"/>
                  </a:cubicBezTo>
                  <a:cubicBezTo>
                    <a:pt x="55" y="119"/>
                    <a:pt x="55" y="119"/>
                    <a:pt x="55" y="119"/>
                  </a:cubicBezTo>
                  <a:cubicBezTo>
                    <a:pt x="70" y="119"/>
                    <a:pt x="81" y="115"/>
                    <a:pt x="88" y="107"/>
                  </a:cubicBezTo>
                  <a:cubicBezTo>
                    <a:pt x="95" y="99"/>
                    <a:pt x="99" y="86"/>
                    <a:pt x="99" y="68"/>
                  </a:cubicBezTo>
                  <a:cubicBezTo>
                    <a:pt x="99" y="52"/>
                    <a:pt x="95" y="40"/>
                    <a:pt x="88" y="32"/>
                  </a:cubicBezTo>
                  <a:cubicBezTo>
                    <a:pt x="81" y="24"/>
                    <a:pt x="71" y="20"/>
                    <a:pt x="57" y="20"/>
                  </a:cubicBezTo>
                  <a:lnTo>
                    <a:pt x="25" y="20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5" name="Freeform 66">
              <a:extLst>
                <a:ext uri="{FF2B5EF4-FFF2-40B4-BE49-F238E27FC236}">
                  <a16:creationId xmlns:a16="http://schemas.microsoft.com/office/drawing/2014/main" id="{2EAB05F2-E169-4ACB-80F8-F466F2942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8476" y="3754438"/>
              <a:ext cx="371475" cy="415925"/>
            </a:xfrm>
            <a:custGeom>
              <a:avLst/>
              <a:gdLst>
                <a:gd name="T0" fmla="*/ 132 w 133"/>
                <a:gd name="T1" fmla="*/ 48 h 148"/>
                <a:gd name="T2" fmla="*/ 108 w 133"/>
                <a:gd name="T3" fmla="*/ 48 h 148"/>
                <a:gd name="T4" fmla="*/ 96 w 133"/>
                <a:gd name="T5" fmla="*/ 28 h 148"/>
                <a:gd name="T6" fmla="*/ 70 w 133"/>
                <a:gd name="T7" fmla="*/ 21 h 148"/>
                <a:gd name="T8" fmla="*/ 37 w 133"/>
                <a:gd name="T9" fmla="*/ 35 h 148"/>
                <a:gd name="T10" fmla="*/ 25 w 133"/>
                <a:gd name="T11" fmla="*/ 73 h 148"/>
                <a:gd name="T12" fmla="*/ 37 w 133"/>
                <a:gd name="T13" fmla="*/ 112 h 148"/>
                <a:gd name="T14" fmla="*/ 69 w 133"/>
                <a:gd name="T15" fmla="*/ 127 h 148"/>
                <a:gd name="T16" fmla="*/ 96 w 133"/>
                <a:gd name="T17" fmla="*/ 118 h 148"/>
                <a:gd name="T18" fmla="*/ 108 w 133"/>
                <a:gd name="T19" fmla="*/ 94 h 148"/>
                <a:gd name="T20" fmla="*/ 133 w 133"/>
                <a:gd name="T21" fmla="*/ 94 h 148"/>
                <a:gd name="T22" fmla="*/ 114 w 133"/>
                <a:gd name="T23" fmla="*/ 133 h 148"/>
                <a:gd name="T24" fmla="*/ 68 w 133"/>
                <a:gd name="T25" fmla="*/ 148 h 148"/>
                <a:gd name="T26" fmla="*/ 18 w 133"/>
                <a:gd name="T27" fmla="*/ 128 h 148"/>
                <a:gd name="T28" fmla="*/ 0 w 133"/>
                <a:gd name="T29" fmla="*/ 74 h 148"/>
                <a:gd name="T30" fmla="*/ 18 w 133"/>
                <a:gd name="T31" fmla="*/ 20 h 148"/>
                <a:gd name="T32" fmla="*/ 70 w 133"/>
                <a:gd name="T33" fmla="*/ 0 h 148"/>
                <a:gd name="T34" fmla="*/ 114 w 133"/>
                <a:gd name="T35" fmla="*/ 13 h 148"/>
                <a:gd name="T36" fmla="*/ 132 w 133"/>
                <a:gd name="T37" fmla="*/ 4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48">
                  <a:moveTo>
                    <a:pt x="132" y="48"/>
                  </a:moveTo>
                  <a:cubicBezTo>
                    <a:pt x="108" y="48"/>
                    <a:pt x="108" y="48"/>
                    <a:pt x="108" y="48"/>
                  </a:cubicBezTo>
                  <a:cubicBezTo>
                    <a:pt x="106" y="39"/>
                    <a:pt x="102" y="33"/>
                    <a:pt x="96" y="28"/>
                  </a:cubicBezTo>
                  <a:cubicBezTo>
                    <a:pt x="89" y="24"/>
                    <a:pt x="80" y="21"/>
                    <a:pt x="70" y="21"/>
                  </a:cubicBezTo>
                  <a:cubicBezTo>
                    <a:pt x="55" y="21"/>
                    <a:pt x="44" y="26"/>
                    <a:pt x="37" y="35"/>
                  </a:cubicBezTo>
                  <a:cubicBezTo>
                    <a:pt x="29" y="44"/>
                    <a:pt x="25" y="57"/>
                    <a:pt x="25" y="73"/>
                  </a:cubicBezTo>
                  <a:cubicBezTo>
                    <a:pt x="25" y="90"/>
                    <a:pt x="29" y="103"/>
                    <a:pt x="37" y="112"/>
                  </a:cubicBezTo>
                  <a:cubicBezTo>
                    <a:pt x="45" y="122"/>
                    <a:pt x="56" y="127"/>
                    <a:pt x="69" y="127"/>
                  </a:cubicBezTo>
                  <a:cubicBezTo>
                    <a:pt x="80" y="127"/>
                    <a:pt x="89" y="124"/>
                    <a:pt x="96" y="118"/>
                  </a:cubicBezTo>
                  <a:cubicBezTo>
                    <a:pt x="104" y="112"/>
                    <a:pt x="108" y="104"/>
                    <a:pt x="108" y="94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2" y="110"/>
                    <a:pt x="126" y="122"/>
                    <a:pt x="114" y="133"/>
                  </a:cubicBezTo>
                  <a:cubicBezTo>
                    <a:pt x="102" y="143"/>
                    <a:pt x="87" y="148"/>
                    <a:pt x="68" y="148"/>
                  </a:cubicBezTo>
                  <a:cubicBezTo>
                    <a:pt x="47" y="148"/>
                    <a:pt x="30" y="141"/>
                    <a:pt x="18" y="128"/>
                  </a:cubicBezTo>
                  <a:cubicBezTo>
                    <a:pt x="6" y="115"/>
                    <a:pt x="0" y="97"/>
                    <a:pt x="0" y="74"/>
                  </a:cubicBezTo>
                  <a:cubicBezTo>
                    <a:pt x="0" y="51"/>
                    <a:pt x="6" y="33"/>
                    <a:pt x="18" y="20"/>
                  </a:cubicBezTo>
                  <a:cubicBezTo>
                    <a:pt x="31" y="7"/>
                    <a:pt x="48" y="0"/>
                    <a:pt x="70" y="0"/>
                  </a:cubicBezTo>
                  <a:cubicBezTo>
                    <a:pt x="88" y="0"/>
                    <a:pt x="103" y="5"/>
                    <a:pt x="114" y="13"/>
                  </a:cubicBezTo>
                  <a:cubicBezTo>
                    <a:pt x="125" y="22"/>
                    <a:pt x="131" y="33"/>
                    <a:pt x="132" y="48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6" name="Freeform 67">
              <a:extLst>
                <a:ext uri="{FF2B5EF4-FFF2-40B4-BE49-F238E27FC236}">
                  <a16:creationId xmlns:a16="http://schemas.microsoft.com/office/drawing/2014/main" id="{5D24DB15-CFF5-4FD6-9B20-14087DE596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8563" y="3765551"/>
              <a:ext cx="330200" cy="393700"/>
            </a:xfrm>
            <a:custGeom>
              <a:avLst/>
              <a:gdLst>
                <a:gd name="T0" fmla="*/ 0 w 118"/>
                <a:gd name="T1" fmla="*/ 0 h 140"/>
                <a:gd name="T2" fmla="*/ 64 w 118"/>
                <a:gd name="T3" fmla="*/ 0 h 140"/>
                <a:gd name="T4" fmla="*/ 70 w 118"/>
                <a:gd name="T5" fmla="*/ 1 h 140"/>
                <a:gd name="T6" fmla="*/ 72 w 118"/>
                <a:gd name="T7" fmla="*/ 1 h 140"/>
                <a:gd name="T8" fmla="*/ 103 w 118"/>
                <a:gd name="T9" fmla="*/ 11 h 140"/>
                <a:gd name="T10" fmla="*/ 114 w 118"/>
                <a:gd name="T11" fmla="*/ 39 h 140"/>
                <a:gd name="T12" fmla="*/ 108 w 118"/>
                <a:gd name="T13" fmla="*/ 60 h 140"/>
                <a:gd name="T14" fmla="*/ 92 w 118"/>
                <a:gd name="T15" fmla="*/ 72 h 140"/>
                <a:gd name="T16" fmla="*/ 106 w 118"/>
                <a:gd name="T17" fmla="*/ 81 h 140"/>
                <a:gd name="T18" fmla="*/ 110 w 118"/>
                <a:gd name="T19" fmla="*/ 100 h 140"/>
                <a:gd name="T20" fmla="*/ 112 w 118"/>
                <a:gd name="T21" fmla="*/ 120 h 140"/>
                <a:gd name="T22" fmla="*/ 112 w 118"/>
                <a:gd name="T23" fmla="*/ 120 h 140"/>
                <a:gd name="T24" fmla="*/ 118 w 118"/>
                <a:gd name="T25" fmla="*/ 136 h 140"/>
                <a:gd name="T26" fmla="*/ 118 w 118"/>
                <a:gd name="T27" fmla="*/ 140 h 140"/>
                <a:gd name="T28" fmla="*/ 90 w 118"/>
                <a:gd name="T29" fmla="*/ 140 h 140"/>
                <a:gd name="T30" fmla="*/ 88 w 118"/>
                <a:gd name="T31" fmla="*/ 134 h 140"/>
                <a:gd name="T32" fmla="*/ 86 w 118"/>
                <a:gd name="T33" fmla="*/ 122 h 140"/>
                <a:gd name="T34" fmla="*/ 86 w 118"/>
                <a:gd name="T35" fmla="*/ 105 h 140"/>
                <a:gd name="T36" fmla="*/ 79 w 118"/>
                <a:gd name="T37" fmla="*/ 87 h 140"/>
                <a:gd name="T38" fmla="*/ 62 w 118"/>
                <a:gd name="T39" fmla="*/ 83 h 140"/>
                <a:gd name="T40" fmla="*/ 57 w 118"/>
                <a:gd name="T41" fmla="*/ 83 h 140"/>
                <a:gd name="T42" fmla="*/ 24 w 118"/>
                <a:gd name="T43" fmla="*/ 83 h 140"/>
                <a:gd name="T44" fmla="*/ 24 w 118"/>
                <a:gd name="T45" fmla="*/ 140 h 140"/>
                <a:gd name="T46" fmla="*/ 0 w 118"/>
                <a:gd name="T47" fmla="*/ 140 h 140"/>
                <a:gd name="T48" fmla="*/ 0 w 118"/>
                <a:gd name="T49" fmla="*/ 0 h 140"/>
                <a:gd name="T50" fmla="*/ 24 w 118"/>
                <a:gd name="T51" fmla="*/ 20 h 140"/>
                <a:gd name="T52" fmla="*/ 24 w 118"/>
                <a:gd name="T53" fmla="*/ 63 h 140"/>
                <a:gd name="T54" fmla="*/ 60 w 118"/>
                <a:gd name="T55" fmla="*/ 63 h 140"/>
                <a:gd name="T56" fmla="*/ 82 w 118"/>
                <a:gd name="T57" fmla="*/ 58 h 140"/>
                <a:gd name="T58" fmla="*/ 89 w 118"/>
                <a:gd name="T59" fmla="*/ 41 h 140"/>
                <a:gd name="T60" fmla="*/ 82 w 118"/>
                <a:gd name="T61" fmla="*/ 25 h 140"/>
                <a:gd name="T62" fmla="*/ 60 w 118"/>
                <a:gd name="T63" fmla="*/ 20 h 140"/>
                <a:gd name="T64" fmla="*/ 24 w 118"/>
                <a:gd name="T65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8" h="140">
                  <a:moveTo>
                    <a:pt x="0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66" y="0"/>
                    <a:pt x="68" y="0"/>
                    <a:pt x="70" y="1"/>
                  </a:cubicBezTo>
                  <a:cubicBezTo>
                    <a:pt x="71" y="1"/>
                    <a:pt x="72" y="1"/>
                    <a:pt x="72" y="1"/>
                  </a:cubicBezTo>
                  <a:cubicBezTo>
                    <a:pt x="85" y="1"/>
                    <a:pt x="95" y="4"/>
                    <a:pt x="103" y="11"/>
                  </a:cubicBezTo>
                  <a:cubicBezTo>
                    <a:pt x="110" y="18"/>
                    <a:pt x="114" y="27"/>
                    <a:pt x="114" y="39"/>
                  </a:cubicBezTo>
                  <a:cubicBezTo>
                    <a:pt x="114" y="47"/>
                    <a:pt x="112" y="54"/>
                    <a:pt x="108" y="60"/>
                  </a:cubicBezTo>
                  <a:cubicBezTo>
                    <a:pt x="105" y="65"/>
                    <a:pt x="99" y="69"/>
                    <a:pt x="92" y="72"/>
                  </a:cubicBezTo>
                  <a:cubicBezTo>
                    <a:pt x="99" y="74"/>
                    <a:pt x="103" y="77"/>
                    <a:pt x="106" y="81"/>
                  </a:cubicBezTo>
                  <a:cubicBezTo>
                    <a:pt x="108" y="85"/>
                    <a:pt x="110" y="91"/>
                    <a:pt x="110" y="100"/>
                  </a:cubicBezTo>
                  <a:cubicBezTo>
                    <a:pt x="112" y="120"/>
                    <a:pt x="112" y="120"/>
                    <a:pt x="112" y="120"/>
                  </a:cubicBezTo>
                  <a:cubicBezTo>
                    <a:pt x="112" y="120"/>
                    <a:pt x="112" y="120"/>
                    <a:pt x="112" y="120"/>
                  </a:cubicBezTo>
                  <a:cubicBezTo>
                    <a:pt x="112" y="129"/>
                    <a:pt x="114" y="134"/>
                    <a:pt x="118" y="136"/>
                  </a:cubicBezTo>
                  <a:cubicBezTo>
                    <a:pt x="118" y="140"/>
                    <a:pt x="118" y="140"/>
                    <a:pt x="118" y="140"/>
                  </a:cubicBezTo>
                  <a:cubicBezTo>
                    <a:pt x="90" y="140"/>
                    <a:pt x="90" y="140"/>
                    <a:pt x="90" y="140"/>
                  </a:cubicBezTo>
                  <a:cubicBezTo>
                    <a:pt x="89" y="138"/>
                    <a:pt x="88" y="136"/>
                    <a:pt x="88" y="134"/>
                  </a:cubicBezTo>
                  <a:cubicBezTo>
                    <a:pt x="87" y="131"/>
                    <a:pt x="87" y="127"/>
                    <a:pt x="86" y="122"/>
                  </a:cubicBezTo>
                  <a:cubicBezTo>
                    <a:pt x="86" y="105"/>
                    <a:pt x="86" y="105"/>
                    <a:pt x="86" y="105"/>
                  </a:cubicBezTo>
                  <a:cubicBezTo>
                    <a:pt x="85" y="96"/>
                    <a:pt x="83" y="90"/>
                    <a:pt x="79" y="87"/>
                  </a:cubicBezTo>
                  <a:cubicBezTo>
                    <a:pt x="76" y="84"/>
                    <a:pt x="70" y="83"/>
                    <a:pt x="62" y="83"/>
                  </a:cubicBezTo>
                  <a:cubicBezTo>
                    <a:pt x="57" y="83"/>
                    <a:pt x="57" y="83"/>
                    <a:pt x="57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24" y="140"/>
                    <a:pt x="24" y="140"/>
                    <a:pt x="24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  <a:moveTo>
                    <a:pt x="24" y="20"/>
                  </a:moveTo>
                  <a:cubicBezTo>
                    <a:pt x="24" y="63"/>
                    <a:pt x="24" y="63"/>
                    <a:pt x="24" y="63"/>
                  </a:cubicBezTo>
                  <a:cubicBezTo>
                    <a:pt x="60" y="63"/>
                    <a:pt x="60" y="63"/>
                    <a:pt x="60" y="63"/>
                  </a:cubicBezTo>
                  <a:cubicBezTo>
                    <a:pt x="70" y="63"/>
                    <a:pt x="77" y="61"/>
                    <a:pt x="82" y="58"/>
                  </a:cubicBezTo>
                  <a:cubicBezTo>
                    <a:pt x="86" y="54"/>
                    <a:pt x="89" y="49"/>
                    <a:pt x="89" y="41"/>
                  </a:cubicBezTo>
                  <a:cubicBezTo>
                    <a:pt x="89" y="34"/>
                    <a:pt x="87" y="28"/>
                    <a:pt x="82" y="25"/>
                  </a:cubicBezTo>
                  <a:cubicBezTo>
                    <a:pt x="78" y="22"/>
                    <a:pt x="70" y="20"/>
                    <a:pt x="60" y="20"/>
                  </a:cubicBezTo>
                  <a:lnTo>
                    <a:pt x="24" y="20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7" name="Freeform 68">
              <a:extLst>
                <a:ext uri="{FF2B5EF4-FFF2-40B4-BE49-F238E27FC236}">
                  <a16:creationId xmlns:a16="http://schemas.microsoft.com/office/drawing/2014/main" id="{7D52D44D-2B35-4AE3-BB86-B5C8CF7B4C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53213" y="3860801"/>
              <a:ext cx="282575" cy="306388"/>
            </a:xfrm>
            <a:custGeom>
              <a:avLst/>
              <a:gdLst>
                <a:gd name="T0" fmla="*/ 101 w 101"/>
                <a:gd name="T1" fmla="*/ 61 h 109"/>
                <a:gd name="T2" fmla="*/ 24 w 101"/>
                <a:gd name="T3" fmla="*/ 61 h 109"/>
                <a:gd name="T4" fmla="*/ 32 w 101"/>
                <a:gd name="T5" fmla="*/ 83 h 109"/>
                <a:gd name="T6" fmla="*/ 52 w 101"/>
                <a:gd name="T7" fmla="*/ 91 h 109"/>
                <a:gd name="T8" fmla="*/ 68 w 101"/>
                <a:gd name="T9" fmla="*/ 86 h 109"/>
                <a:gd name="T10" fmla="*/ 76 w 101"/>
                <a:gd name="T11" fmla="*/ 74 h 109"/>
                <a:gd name="T12" fmla="*/ 100 w 101"/>
                <a:gd name="T13" fmla="*/ 74 h 109"/>
                <a:gd name="T14" fmla="*/ 83 w 101"/>
                <a:gd name="T15" fmla="*/ 100 h 109"/>
                <a:gd name="T16" fmla="*/ 51 w 101"/>
                <a:gd name="T17" fmla="*/ 109 h 109"/>
                <a:gd name="T18" fmla="*/ 14 w 101"/>
                <a:gd name="T19" fmla="*/ 95 h 109"/>
                <a:gd name="T20" fmla="*/ 0 w 101"/>
                <a:gd name="T21" fmla="*/ 55 h 109"/>
                <a:gd name="T22" fmla="*/ 14 w 101"/>
                <a:gd name="T23" fmla="*/ 15 h 109"/>
                <a:gd name="T24" fmla="*/ 51 w 101"/>
                <a:gd name="T25" fmla="*/ 0 h 109"/>
                <a:gd name="T26" fmla="*/ 88 w 101"/>
                <a:gd name="T27" fmla="*/ 14 h 109"/>
                <a:gd name="T28" fmla="*/ 101 w 101"/>
                <a:gd name="T29" fmla="*/ 53 h 109"/>
                <a:gd name="T30" fmla="*/ 101 w 101"/>
                <a:gd name="T31" fmla="*/ 60 h 109"/>
                <a:gd name="T32" fmla="*/ 101 w 101"/>
                <a:gd name="T33" fmla="*/ 61 h 109"/>
                <a:gd name="T34" fmla="*/ 77 w 101"/>
                <a:gd name="T35" fmla="*/ 45 h 109"/>
                <a:gd name="T36" fmla="*/ 70 w 101"/>
                <a:gd name="T37" fmla="*/ 26 h 109"/>
                <a:gd name="T38" fmla="*/ 51 w 101"/>
                <a:gd name="T39" fmla="*/ 19 h 109"/>
                <a:gd name="T40" fmla="*/ 32 w 101"/>
                <a:gd name="T41" fmla="*/ 26 h 109"/>
                <a:gd name="T42" fmla="*/ 24 w 101"/>
                <a:gd name="T43" fmla="*/ 45 h 109"/>
                <a:gd name="T44" fmla="*/ 77 w 101"/>
                <a:gd name="T45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1" h="109">
                  <a:moveTo>
                    <a:pt x="101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5" y="70"/>
                    <a:pt x="27" y="78"/>
                    <a:pt x="32" y="83"/>
                  </a:cubicBezTo>
                  <a:cubicBezTo>
                    <a:pt x="37" y="88"/>
                    <a:pt x="43" y="91"/>
                    <a:pt x="52" y="91"/>
                  </a:cubicBezTo>
                  <a:cubicBezTo>
                    <a:pt x="58" y="91"/>
                    <a:pt x="64" y="89"/>
                    <a:pt x="68" y="86"/>
                  </a:cubicBezTo>
                  <a:cubicBezTo>
                    <a:pt x="72" y="83"/>
                    <a:pt x="75" y="79"/>
                    <a:pt x="76" y="74"/>
                  </a:cubicBezTo>
                  <a:cubicBezTo>
                    <a:pt x="100" y="74"/>
                    <a:pt x="100" y="74"/>
                    <a:pt x="100" y="74"/>
                  </a:cubicBezTo>
                  <a:cubicBezTo>
                    <a:pt x="97" y="85"/>
                    <a:pt x="92" y="93"/>
                    <a:pt x="83" y="100"/>
                  </a:cubicBezTo>
                  <a:cubicBezTo>
                    <a:pt x="74" y="106"/>
                    <a:pt x="63" y="109"/>
                    <a:pt x="51" y="109"/>
                  </a:cubicBezTo>
                  <a:cubicBezTo>
                    <a:pt x="35" y="109"/>
                    <a:pt x="23" y="105"/>
                    <a:pt x="14" y="95"/>
                  </a:cubicBezTo>
                  <a:cubicBezTo>
                    <a:pt x="5" y="85"/>
                    <a:pt x="0" y="72"/>
                    <a:pt x="0" y="55"/>
                  </a:cubicBezTo>
                  <a:cubicBezTo>
                    <a:pt x="0" y="38"/>
                    <a:pt x="5" y="24"/>
                    <a:pt x="14" y="15"/>
                  </a:cubicBezTo>
                  <a:cubicBezTo>
                    <a:pt x="23" y="5"/>
                    <a:pt x="35" y="0"/>
                    <a:pt x="51" y="0"/>
                  </a:cubicBezTo>
                  <a:cubicBezTo>
                    <a:pt x="67" y="0"/>
                    <a:pt x="79" y="5"/>
                    <a:pt x="88" y="14"/>
                  </a:cubicBezTo>
                  <a:cubicBezTo>
                    <a:pt x="97" y="24"/>
                    <a:pt x="101" y="37"/>
                    <a:pt x="101" y="53"/>
                  </a:cubicBezTo>
                  <a:cubicBezTo>
                    <a:pt x="101" y="55"/>
                    <a:pt x="101" y="57"/>
                    <a:pt x="101" y="60"/>
                  </a:cubicBezTo>
                  <a:cubicBezTo>
                    <a:pt x="101" y="61"/>
                    <a:pt x="101" y="61"/>
                    <a:pt x="101" y="61"/>
                  </a:cubicBezTo>
                  <a:close/>
                  <a:moveTo>
                    <a:pt x="77" y="45"/>
                  </a:moveTo>
                  <a:cubicBezTo>
                    <a:pt x="77" y="37"/>
                    <a:pt x="74" y="30"/>
                    <a:pt x="70" y="26"/>
                  </a:cubicBezTo>
                  <a:cubicBezTo>
                    <a:pt x="65" y="21"/>
                    <a:pt x="59" y="19"/>
                    <a:pt x="51" y="19"/>
                  </a:cubicBezTo>
                  <a:cubicBezTo>
                    <a:pt x="43" y="19"/>
                    <a:pt x="37" y="21"/>
                    <a:pt x="32" y="26"/>
                  </a:cubicBezTo>
                  <a:cubicBezTo>
                    <a:pt x="28" y="30"/>
                    <a:pt x="25" y="37"/>
                    <a:pt x="24" y="45"/>
                  </a:cubicBezTo>
                  <a:lnTo>
                    <a:pt x="77" y="4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8" name="Freeform 69">
              <a:extLst>
                <a:ext uri="{FF2B5EF4-FFF2-40B4-BE49-F238E27FC236}">
                  <a16:creationId xmlns:a16="http://schemas.microsoft.com/office/drawing/2014/main" id="{BA36D954-E29E-4647-8B0F-AC0176FC88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2301" y="3860801"/>
              <a:ext cx="263525" cy="306388"/>
            </a:xfrm>
            <a:custGeom>
              <a:avLst/>
              <a:gdLst>
                <a:gd name="T0" fmla="*/ 91 w 94"/>
                <a:gd name="T1" fmla="*/ 33 h 109"/>
                <a:gd name="T2" fmla="*/ 68 w 94"/>
                <a:gd name="T3" fmla="*/ 33 h 109"/>
                <a:gd name="T4" fmla="*/ 62 w 94"/>
                <a:gd name="T5" fmla="*/ 22 h 109"/>
                <a:gd name="T6" fmla="*/ 45 w 94"/>
                <a:gd name="T7" fmla="*/ 18 h 109"/>
                <a:gd name="T8" fmla="*/ 32 w 94"/>
                <a:gd name="T9" fmla="*/ 21 h 109"/>
                <a:gd name="T10" fmla="*/ 27 w 94"/>
                <a:gd name="T11" fmla="*/ 29 h 109"/>
                <a:gd name="T12" fmla="*/ 31 w 94"/>
                <a:gd name="T13" fmla="*/ 37 h 109"/>
                <a:gd name="T14" fmla="*/ 45 w 94"/>
                <a:gd name="T15" fmla="*/ 42 h 109"/>
                <a:gd name="T16" fmla="*/ 59 w 94"/>
                <a:gd name="T17" fmla="*/ 45 h 109"/>
                <a:gd name="T18" fmla="*/ 87 w 94"/>
                <a:gd name="T19" fmla="*/ 56 h 109"/>
                <a:gd name="T20" fmla="*/ 94 w 94"/>
                <a:gd name="T21" fmla="*/ 75 h 109"/>
                <a:gd name="T22" fmla="*/ 82 w 94"/>
                <a:gd name="T23" fmla="*/ 100 h 109"/>
                <a:gd name="T24" fmla="*/ 47 w 94"/>
                <a:gd name="T25" fmla="*/ 109 h 109"/>
                <a:gd name="T26" fmla="*/ 12 w 94"/>
                <a:gd name="T27" fmla="*/ 100 h 109"/>
                <a:gd name="T28" fmla="*/ 0 w 94"/>
                <a:gd name="T29" fmla="*/ 73 h 109"/>
                <a:gd name="T30" fmla="*/ 23 w 94"/>
                <a:gd name="T31" fmla="*/ 73 h 109"/>
                <a:gd name="T32" fmla="*/ 30 w 94"/>
                <a:gd name="T33" fmla="*/ 87 h 109"/>
                <a:gd name="T34" fmla="*/ 49 w 94"/>
                <a:gd name="T35" fmla="*/ 91 h 109"/>
                <a:gd name="T36" fmla="*/ 65 w 94"/>
                <a:gd name="T37" fmla="*/ 88 h 109"/>
                <a:gd name="T38" fmla="*/ 71 w 94"/>
                <a:gd name="T39" fmla="*/ 78 h 109"/>
                <a:gd name="T40" fmla="*/ 67 w 94"/>
                <a:gd name="T41" fmla="*/ 71 h 109"/>
                <a:gd name="T42" fmla="*/ 54 w 94"/>
                <a:gd name="T43" fmla="*/ 66 h 109"/>
                <a:gd name="T44" fmla="*/ 37 w 94"/>
                <a:gd name="T45" fmla="*/ 62 h 109"/>
                <a:gd name="T46" fmla="*/ 11 w 94"/>
                <a:gd name="T47" fmla="*/ 51 h 109"/>
                <a:gd name="T48" fmla="*/ 3 w 94"/>
                <a:gd name="T49" fmla="*/ 32 h 109"/>
                <a:gd name="T50" fmla="*/ 15 w 94"/>
                <a:gd name="T51" fmla="*/ 9 h 109"/>
                <a:gd name="T52" fmla="*/ 46 w 94"/>
                <a:gd name="T53" fmla="*/ 0 h 109"/>
                <a:gd name="T54" fmla="*/ 79 w 94"/>
                <a:gd name="T55" fmla="*/ 9 h 109"/>
                <a:gd name="T56" fmla="*/ 91 w 94"/>
                <a:gd name="T57" fmla="*/ 3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4" h="109">
                  <a:moveTo>
                    <a:pt x="91" y="33"/>
                  </a:moveTo>
                  <a:cubicBezTo>
                    <a:pt x="68" y="33"/>
                    <a:pt x="68" y="33"/>
                    <a:pt x="68" y="33"/>
                  </a:cubicBezTo>
                  <a:cubicBezTo>
                    <a:pt x="68" y="28"/>
                    <a:pt x="66" y="25"/>
                    <a:pt x="62" y="22"/>
                  </a:cubicBezTo>
                  <a:cubicBezTo>
                    <a:pt x="58" y="19"/>
                    <a:pt x="52" y="18"/>
                    <a:pt x="45" y="18"/>
                  </a:cubicBezTo>
                  <a:cubicBezTo>
                    <a:pt x="40" y="18"/>
                    <a:pt x="35" y="19"/>
                    <a:pt x="32" y="21"/>
                  </a:cubicBezTo>
                  <a:cubicBezTo>
                    <a:pt x="28" y="23"/>
                    <a:pt x="27" y="26"/>
                    <a:pt x="27" y="29"/>
                  </a:cubicBezTo>
                  <a:cubicBezTo>
                    <a:pt x="27" y="32"/>
                    <a:pt x="28" y="35"/>
                    <a:pt x="31" y="37"/>
                  </a:cubicBezTo>
                  <a:cubicBezTo>
                    <a:pt x="33" y="39"/>
                    <a:pt x="38" y="41"/>
                    <a:pt x="45" y="42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72" y="48"/>
                    <a:pt x="82" y="52"/>
                    <a:pt x="87" y="56"/>
                  </a:cubicBezTo>
                  <a:cubicBezTo>
                    <a:pt x="92" y="61"/>
                    <a:pt x="94" y="67"/>
                    <a:pt x="94" y="75"/>
                  </a:cubicBezTo>
                  <a:cubicBezTo>
                    <a:pt x="94" y="86"/>
                    <a:pt x="90" y="94"/>
                    <a:pt x="82" y="100"/>
                  </a:cubicBezTo>
                  <a:cubicBezTo>
                    <a:pt x="73" y="106"/>
                    <a:pt x="62" y="109"/>
                    <a:pt x="47" y="109"/>
                  </a:cubicBezTo>
                  <a:cubicBezTo>
                    <a:pt x="32" y="109"/>
                    <a:pt x="20" y="106"/>
                    <a:pt x="12" y="100"/>
                  </a:cubicBezTo>
                  <a:cubicBezTo>
                    <a:pt x="4" y="94"/>
                    <a:pt x="0" y="85"/>
                    <a:pt x="0" y="73"/>
                  </a:cubicBezTo>
                  <a:cubicBezTo>
                    <a:pt x="23" y="73"/>
                    <a:pt x="23" y="73"/>
                    <a:pt x="23" y="73"/>
                  </a:cubicBezTo>
                  <a:cubicBezTo>
                    <a:pt x="23" y="79"/>
                    <a:pt x="26" y="84"/>
                    <a:pt x="30" y="87"/>
                  </a:cubicBezTo>
                  <a:cubicBezTo>
                    <a:pt x="34" y="90"/>
                    <a:pt x="41" y="91"/>
                    <a:pt x="49" y="91"/>
                  </a:cubicBezTo>
                  <a:cubicBezTo>
                    <a:pt x="56" y="91"/>
                    <a:pt x="61" y="90"/>
                    <a:pt x="65" y="88"/>
                  </a:cubicBezTo>
                  <a:cubicBezTo>
                    <a:pt x="69" y="85"/>
                    <a:pt x="71" y="82"/>
                    <a:pt x="71" y="78"/>
                  </a:cubicBezTo>
                  <a:cubicBezTo>
                    <a:pt x="71" y="75"/>
                    <a:pt x="70" y="72"/>
                    <a:pt x="67" y="71"/>
                  </a:cubicBezTo>
                  <a:cubicBezTo>
                    <a:pt x="65" y="69"/>
                    <a:pt x="61" y="67"/>
                    <a:pt x="54" y="66"/>
                  </a:cubicBezTo>
                  <a:cubicBezTo>
                    <a:pt x="37" y="62"/>
                    <a:pt x="37" y="62"/>
                    <a:pt x="37" y="62"/>
                  </a:cubicBezTo>
                  <a:cubicBezTo>
                    <a:pt x="25" y="59"/>
                    <a:pt x="16" y="55"/>
                    <a:pt x="11" y="51"/>
                  </a:cubicBezTo>
                  <a:cubicBezTo>
                    <a:pt x="6" y="46"/>
                    <a:pt x="3" y="40"/>
                    <a:pt x="3" y="32"/>
                  </a:cubicBezTo>
                  <a:cubicBezTo>
                    <a:pt x="3" y="23"/>
                    <a:pt x="7" y="15"/>
                    <a:pt x="15" y="9"/>
                  </a:cubicBezTo>
                  <a:cubicBezTo>
                    <a:pt x="23" y="3"/>
                    <a:pt x="33" y="0"/>
                    <a:pt x="46" y="0"/>
                  </a:cubicBezTo>
                  <a:cubicBezTo>
                    <a:pt x="60" y="0"/>
                    <a:pt x="71" y="3"/>
                    <a:pt x="79" y="9"/>
                  </a:cubicBezTo>
                  <a:cubicBezTo>
                    <a:pt x="87" y="15"/>
                    <a:pt x="91" y="23"/>
                    <a:pt x="91" y="33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9" name="Freeform 70">
              <a:extLst>
                <a:ext uri="{FF2B5EF4-FFF2-40B4-BE49-F238E27FC236}">
                  <a16:creationId xmlns:a16="http://schemas.microsoft.com/office/drawing/2014/main" id="{591B8935-3C41-498D-91D3-569959F38B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80276" y="3860801"/>
              <a:ext cx="280988" cy="306388"/>
            </a:xfrm>
            <a:custGeom>
              <a:avLst/>
              <a:gdLst>
                <a:gd name="T0" fmla="*/ 100 w 100"/>
                <a:gd name="T1" fmla="*/ 61 h 109"/>
                <a:gd name="T2" fmla="*/ 24 w 100"/>
                <a:gd name="T3" fmla="*/ 61 h 109"/>
                <a:gd name="T4" fmla="*/ 31 w 100"/>
                <a:gd name="T5" fmla="*/ 83 h 109"/>
                <a:gd name="T6" fmla="*/ 51 w 100"/>
                <a:gd name="T7" fmla="*/ 91 h 109"/>
                <a:gd name="T8" fmla="*/ 67 w 100"/>
                <a:gd name="T9" fmla="*/ 86 h 109"/>
                <a:gd name="T10" fmla="*/ 76 w 100"/>
                <a:gd name="T11" fmla="*/ 74 h 109"/>
                <a:gd name="T12" fmla="*/ 99 w 100"/>
                <a:gd name="T13" fmla="*/ 74 h 109"/>
                <a:gd name="T14" fmla="*/ 82 w 100"/>
                <a:gd name="T15" fmla="*/ 100 h 109"/>
                <a:gd name="T16" fmla="*/ 50 w 100"/>
                <a:gd name="T17" fmla="*/ 109 h 109"/>
                <a:gd name="T18" fmla="*/ 13 w 100"/>
                <a:gd name="T19" fmla="*/ 95 h 109"/>
                <a:gd name="T20" fmla="*/ 0 w 100"/>
                <a:gd name="T21" fmla="*/ 55 h 109"/>
                <a:gd name="T22" fmla="*/ 13 w 100"/>
                <a:gd name="T23" fmla="*/ 15 h 109"/>
                <a:gd name="T24" fmla="*/ 51 w 100"/>
                <a:gd name="T25" fmla="*/ 0 h 109"/>
                <a:gd name="T26" fmla="*/ 87 w 100"/>
                <a:gd name="T27" fmla="*/ 14 h 109"/>
                <a:gd name="T28" fmla="*/ 100 w 100"/>
                <a:gd name="T29" fmla="*/ 53 h 109"/>
                <a:gd name="T30" fmla="*/ 100 w 100"/>
                <a:gd name="T31" fmla="*/ 60 h 109"/>
                <a:gd name="T32" fmla="*/ 100 w 100"/>
                <a:gd name="T33" fmla="*/ 61 h 109"/>
                <a:gd name="T34" fmla="*/ 76 w 100"/>
                <a:gd name="T35" fmla="*/ 45 h 109"/>
                <a:gd name="T36" fmla="*/ 69 w 100"/>
                <a:gd name="T37" fmla="*/ 26 h 109"/>
                <a:gd name="T38" fmla="*/ 50 w 100"/>
                <a:gd name="T39" fmla="*/ 19 h 109"/>
                <a:gd name="T40" fmla="*/ 31 w 100"/>
                <a:gd name="T41" fmla="*/ 26 h 109"/>
                <a:gd name="T42" fmla="*/ 24 w 100"/>
                <a:gd name="T43" fmla="*/ 45 h 109"/>
                <a:gd name="T44" fmla="*/ 76 w 100"/>
                <a:gd name="T45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0" h="109">
                  <a:moveTo>
                    <a:pt x="100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4" y="70"/>
                    <a:pt x="26" y="78"/>
                    <a:pt x="31" y="83"/>
                  </a:cubicBezTo>
                  <a:cubicBezTo>
                    <a:pt x="36" y="88"/>
                    <a:pt x="43" y="91"/>
                    <a:pt x="51" y="91"/>
                  </a:cubicBezTo>
                  <a:cubicBezTo>
                    <a:pt x="58" y="91"/>
                    <a:pt x="63" y="89"/>
                    <a:pt x="67" y="86"/>
                  </a:cubicBezTo>
                  <a:cubicBezTo>
                    <a:pt x="71" y="83"/>
                    <a:pt x="74" y="79"/>
                    <a:pt x="76" y="74"/>
                  </a:cubicBezTo>
                  <a:cubicBezTo>
                    <a:pt x="99" y="74"/>
                    <a:pt x="99" y="74"/>
                    <a:pt x="99" y="74"/>
                  </a:cubicBezTo>
                  <a:cubicBezTo>
                    <a:pt x="97" y="85"/>
                    <a:pt x="91" y="93"/>
                    <a:pt x="82" y="100"/>
                  </a:cubicBezTo>
                  <a:cubicBezTo>
                    <a:pt x="73" y="106"/>
                    <a:pt x="62" y="109"/>
                    <a:pt x="50" y="109"/>
                  </a:cubicBezTo>
                  <a:cubicBezTo>
                    <a:pt x="34" y="109"/>
                    <a:pt x="22" y="105"/>
                    <a:pt x="13" y="95"/>
                  </a:cubicBezTo>
                  <a:cubicBezTo>
                    <a:pt x="4" y="85"/>
                    <a:pt x="0" y="72"/>
                    <a:pt x="0" y="55"/>
                  </a:cubicBezTo>
                  <a:cubicBezTo>
                    <a:pt x="0" y="38"/>
                    <a:pt x="4" y="24"/>
                    <a:pt x="13" y="15"/>
                  </a:cubicBezTo>
                  <a:cubicBezTo>
                    <a:pt x="22" y="5"/>
                    <a:pt x="35" y="0"/>
                    <a:pt x="51" y="0"/>
                  </a:cubicBezTo>
                  <a:cubicBezTo>
                    <a:pt x="66" y="0"/>
                    <a:pt x="78" y="5"/>
                    <a:pt x="87" y="14"/>
                  </a:cubicBezTo>
                  <a:cubicBezTo>
                    <a:pt x="96" y="24"/>
                    <a:pt x="100" y="37"/>
                    <a:pt x="100" y="53"/>
                  </a:cubicBezTo>
                  <a:cubicBezTo>
                    <a:pt x="100" y="55"/>
                    <a:pt x="100" y="57"/>
                    <a:pt x="100" y="60"/>
                  </a:cubicBezTo>
                  <a:cubicBezTo>
                    <a:pt x="100" y="61"/>
                    <a:pt x="100" y="61"/>
                    <a:pt x="100" y="61"/>
                  </a:cubicBezTo>
                  <a:close/>
                  <a:moveTo>
                    <a:pt x="76" y="45"/>
                  </a:moveTo>
                  <a:cubicBezTo>
                    <a:pt x="76" y="37"/>
                    <a:pt x="74" y="30"/>
                    <a:pt x="69" y="26"/>
                  </a:cubicBezTo>
                  <a:cubicBezTo>
                    <a:pt x="65" y="21"/>
                    <a:pt x="58" y="19"/>
                    <a:pt x="50" y="19"/>
                  </a:cubicBezTo>
                  <a:cubicBezTo>
                    <a:pt x="42" y="19"/>
                    <a:pt x="36" y="21"/>
                    <a:pt x="31" y="26"/>
                  </a:cubicBezTo>
                  <a:cubicBezTo>
                    <a:pt x="27" y="30"/>
                    <a:pt x="24" y="37"/>
                    <a:pt x="24" y="45"/>
                  </a:cubicBezTo>
                  <a:lnTo>
                    <a:pt x="76" y="4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0" name="Freeform 71">
              <a:extLst>
                <a:ext uri="{FF2B5EF4-FFF2-40B4-BE49-F238E27FC236}">
                  <a16:creationId xmlns:a16="http://schemas.microsoft.com/office/drawing/2014/main" id="{3AA0B0E2-4A65-40B8-84C1-8F043EEE21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00951" y="3860801"/>
              <a:ext cx="293688" cy="306388"/>
            </a:xfrm>
            <a:custGeom>
              <a:avLst/>
              <a:gdLst>
                <a:gd name="T0" fmla="*/ 72 w 105"/>
                <a:gd name="T1" fmla="*/ 93 h 109"/>
                <a:gd name="T2" fmla="*/ 56 w 105"/>
                <a:gd name="T3" fmla="*/ 105 h 109"/>
                <a:gd name="T4" fmla="*/ 36 w 105"/>
                <a:gd name="T5" fmla="*/ 109 h 109"/>
                <a:gd name="T6" fmla="*/ 10 w 105"/>
                <a:gd name="T7" fmla="*/ 101 h 109"/>
                <a:gd name="T8" fmla="*/ 0 w 105"/>
                <a:gd name="T9" fmla="*/ 79 h 109"/>
                <a:gd name="T10" fmla="*/ 10 w 105"/>
                <a:gd name="T11" fmla="*/ 56 h 109"/>
                <a:gd name="T12" fmla="*/ 47 w 105"/>
                <a:gd name="T13" fmla="*/ 45 h 109"/>
                <a:gd name="T14" fmla="*/ 49 w 105"/>
                <a:gd name="T15" fmla="*/ 44 h 109"/>
                <a:gd name="T16" fmla="*/ 71 w 105"/>
                <a:gd name="T17" fmla="*/ 33 h 109"/>
                <a:gd name="T18" fmla="*/ 66 w 105"/>
                <a:gd name="T19" fmla="*/ 22 h 109"/>
                <a:gd name="T20" fmla="*/ 49 w 105"/>
                <a:gd name="T21" fmla="*/ 18 h 109"/>
                <a:gd name="T22" fmla="*/ 32 w 105"/>
                <a:gd name="T23" fmla="*/ 22 h 109"/>
                <a:gd name="T24" fmla="*/ 27 w 105"/>
                <a:gd name="T25" fmla="*/ 34 h 109"/>
                <a:gd name="T26" fmla="*/ 27 w 105"/>
                <a:gd name="T27" fmla="*/ 35 h 109"/>
                <a:gd name="T28" fmla="*/ 5 w 105"/>
                <a:gd name="T29" fmla="*/ 35 h 109"/>
                <a:gd name="T30" fmla="*/ 5 w 105"/>
                <a:gd name="T31" fmla="*/ 33 h 109"/>
                <a:gd name="T32" fmla="*/ 17 w 105"/>
                <a:gd name="T33" fmla="*/ 9 h 109"/>
                <a:gd name="T34" fmla="*/ 50 w 105"/>
                <a:gd name="T35" fmla="*/ 0 h 109"/>
                <a:gd name="T36" fmla="*/ 82 w 105"/>
                <a:gd name="T37" fmla="*/ 8 h 109"/>
                <a:gd name="T38" fmla="*/ 94 w 105"/>
                <a:gd name="T39" fmla="*/ 31 h 109"/>
                <a:gd name="T40" fmla="*/ 94 w 105"/>
                <a:gd name="T41" fmla="*/ 81 h 109"/>
                <a:gd name="T42" fmla="*/ 95 w 105"/>
                <a:gd name="T43" fmla="*/ 89 h 109"/>
                <a:gd name="T44" fmla="*/ 100 w 105"/>
                <a:gd name="T45" fmla="*/ 91 h 109"/>
                <a:gd name="T46" fmla="*/ 102 w 105"/>
                <a:gd name="T47" fmla="*/ 91 h 109"/>
                <a:gd name="T48" fmla="*/ 105 w 105"/>
                <a:gd name="T49" fmla="*/ 91 h 109"/>
                <a:gd name="T50" fmla="*/ 105 w 105"/>
                <a:gd name="T51" fmla="*/ 106 h 109"/>
                <a:gd name="T52" fmla="*/ 99 w 105"/>
                <a:gd name="T53" fmla="*/ 108 h 109"/>
                <a:gd name="T54" fmla="*/ 93 w 105"/>
                <a:gd name="T55" fmla="*/ 108 h 109"/>
                <a:gd name="T56" fmla="*/ 77 w 105"/>
                <a:gd name="T57" fmla="*/ 104 h 109"/>
                <a:gd name="T58" fmla="*/ 72 w 105"/>
                <a:gd name="T59" fmla="*/ 93 h 109"/>
                <a:gd name="T60" fmla="*/ 71 w 105"/>
                <a:gd name="T61" fmla="*/ 55 h 109"/>
                <a:gd name="T62" fmla="*/ 48 w 105"/>
                <a:gd name="T63" fmla="*/ 60 h 109"/>
                <a:gd name="T64" fmla="*/ 39 w 105"/>
                <a:gd name="T65" fmla="*/ 62 h 109"/>
                <a:gd name="T66" fmla="*/ 27 w 105"/>
                <a:gd name="T67" fmla="*/ 67 h 109"/>
                <a:gd name="T68" fmla="*/ 23 w 105"/>
                <a:gd name="T69" fmla="*/ 77 h 109"/>
                <a:gd name="T70" fmla="*/ 28 w 105"/>
                <a:gd name="T71" fmla="*/ 88 h 109"/>
                <a:gd name="T72" fmla="*/ 41 w 105"/>
                <a:gd name="T73" fmla="*/ 92 h 109"/>
                <a:gd name="T74" fmla="*/ 62 w 105"/>
                <a:gd name="T75" fmla="*/ 85 h 109"/>
                <a:gd name="T76" fmla="*/ 71 w 105"/>
                <a:gd name="T77" fmla="*/ 68 h 109"/>
                <a:gd name="T78" fmla="*/ 71 w 105"/>
                <a:gd name="T79" fmla="*/ 5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5" h="109">
                  <a:moveTo>
                    <a:pt x="72" y="93"/>
                  </a:moveTo>
                  <a:cubicBezTo>
                    <a:pt x="67" y="98"/>
                    <a:pt x="62" y="102"/>
                    <a:pt x="56" y="105"/>
                  </a:cubicBezTo>
                  <a:cubicBezTo>
                    <a:pt x="50" y="108"/>
                    <a:pt x="43" y="109"/>
                    <a:pt x="36" y="109"/>
                  </a:cubicBezTo>
                  <a:cubicBezTo>
                    <a:pt x="25" y="109"/>
                    <a:pt x="16" y="107"/>
                    <a:pt x="10" y="101"/>
                  </a:cubicBezTo>
                  <a:cubicBezTo>
                    <a:pt x="3" y="96"/>
                    <a:pt x="0" y="89"/>
                    <a:pt x="0" y="79"/>
                  </a:cubicBezTo>
                  <a:cubicBezTo>
                    <a:pt x="0" y="69"/>
                    <a:pt x="4" y="61"/>
                    <a:pt x="10" y="56"/>
                  </a:cubicBezTo>
                  <a:cubicBezTo>
                    <a:pt x="17" y="50"/>
                    <a:pt x="29" y="47"/>
                    <a:pt x="47" y="45"/>
                  </a:cubicBezTo>
                  <a:cubicBezTo>
                    <a:pt x="47" y="45"/>
                    <a:pt x="48" y="45"/>
                    <a:pt x="49" y="44"/>
                  </a:cubicBezTo>
                  <a:cubicBezTo>
                    <a:pt x="64" y="43"/>
                    <a:pt x="71" y="39"/>
                    <a:pt x="71" y="33"/>
                  </a:cubicBezTo>
                  <a:cubicBezTo>
                    <a:pt x="71" y="28"/>
                    <a:pt x="69" y="24"/>
                    <a:pt x="66" y="22"/>
                  </a:cubicBezTo>
                  <a:cubicBezTo>
                    <a:pt x="62" y="19"/>
                    <a:pt x="56" y="18"/>
                    <a:pt x="49" y="18"/>
                  </a:cubicBezTo>
                  <a:cubicBezTo>
                    <a:pt x="42" y="18"/>
                    <a:pt x="36" y="20"/>
                    <a:pt x="32" y="22"/>
                  </a:cubicBezTo>
                  <a:cubicBezTo>
                    <a:pt x="29" y="25"/>
                    <a:pt x="27" y="29"/>
                    <a:pt x="27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5" y="23"/>
                    <a:pt x="9" y="15"/>
                    <a:pt x="17" y="9"/>
                  </a:cubicBezTo>
                  <a:cubicBezTo>
                    <a:pt x="25" y="3"/>
                    <a:pt x="36" y="0"/>
                    <a:pt x="50" y="0"/>
                  </a:cubicBezTo>
                  <a:cubicBezTo>
                    <a:pt x="64" y="0"/>
                    <a:pt x="75" y="3"/>
                    <a:pt x="82" y="8"/>
                  </a:cubicBezTo>
                  <a:cubicBezTo>
                    <a:pt x="90" y="13"/>
                    <a:pt x="94" y="21"/>
                    <a:pt x="94" y="31"/>
                  </a:cubicBezTo>
                  <a:cubicBezTo>
                    <a:pt x="94" y="81"/>
                    <a:pt x="94" y="81"/>
                    <a:pt x="94" y="81"/>
                  </a:cubicBezTo>
                  <a:cubicBezTo>
                    <a:pt x="94" y="85"/>
                    <a:pt x="94" y="88"/>
                    <a:pt x="95" y="89"/>
                  </a:cubicBezTo>
                  <a:cubicBezTo>
                    <a:pt x="96" y="90"/>
                    <a:pt x="98" y="91"/>
                    <a:pt x="100" y="91"/>
                  </a:cubicBezTo>
                  <a:cubicBezTo>
                    <a:pt x="101" y="91"/>
                    <a:pt x="101" y="91"/>
                    <a:pt x="102" y="91"/>
                  </a:cubicBezTo>
                  <a:cubicBezTo>
                    <a:pt x="102" y="91"/>
                    <a:pt x="103" y="91"/>
                    <a:pt x="105" y="91"/>
                  </a:cubicBezTo>
                  <a:cubicBezTo>
                    <a:pt x="105" y="106"/>
                    <a:pt x="105" y="106"/>
                    <a:pt x="105" y="106"/>
                  </a:cubicBezTo>
                  <a:cubicBezTo>
                    <a:pt x="103" y="107"/>
                    <a:pt x="101" y="107"/>
                    <a:pt x="99" y="108"/>
                  </a:cubicBezTo>
                  <a:cubicBezTo>
                    <a:pt x="97" y="108"/>
                    <a:pt x="95" y="108"/>
                    <a:pt x="93" y="108"/>
                  </a:cubicBezTo>
                  <a:cubicBezTo>
                    <a:pt x="86" y="108"/>
                    <a:pt x="81" y="107"/>
                    <a:pt x="77" y="104"/>
                  </a:cubicBezTo>
                  <a:cubicBezTo>
                    <a:pt x="74" y="102"/>
                    <a:pt x="72" y="98"/>
                    <a:pt x="72" y="93"/>
                  </a:cubicBezTo>
                  <a:close/>
                  <a:moveTo>
                    <a:pt x="71" y="55"/>
                  </a:moveTo>
                  <a:cubicBezTo>
                    <a:pt x="66" y="57"/>
                    <a:pt x="58" y="59"/>
                    <a:pt x="48" y="60"/>
                  </a:cubicBezTo>
                  <a:cubicBezTo>
                    <a:pt x="44" y="61"/>
                    <a:pt x="41" y="61"/>
                    <a:pt x="39" y="62"/>
                  </a:cubicBezTo>
                  <a:cubicBezTo>
                    <a:pt x="34" y="63"/>
                    <a:pt x="30" y="65"/>
                    <a:pt x="27" y="67"/>
                  </a:cubicBezTo>
                  <a:cubicBezTo>
                    <a:pt x="24" y="70"/>
                    <a:pt x="23" y="73"/>
                    <a:pt x="23" y="77"/>
                  </a:cubicBezTo>
                  <a:cubicBezTo>
                    <a:pt x="23" y="82"/>
                    <a:pt x="25" y="85"/>
                    <a:pt x="28" y="88"/>
                  </a:cubicBezTo>
                  <a:cubicBezTo>
                    <a:pt x="31" y="91"/>
                    <a:pt x="35" y="92"/>
                    <a:pt x="41" y="92"/>
                  </a:cubicBezTo>
                  <a:cubicBezTo>
                    <a:pt x="50" y="92"/>
                    <a:pt x="57" y="90"/>
                    <a:pt x="62" y="85"/>
                  </a:cubicBezTo>
                  <a:cubicBezTo>
                    <a:pt x="68" y="80"/>
                    <a:pt x="71" y="75"/>
                    <a:pt x="71" y="68"/>
                  </a:cubicBezTo>
                  <a:lnTo>
                    <a:pt x="71" y="5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1" name="Freeform 72">
              <a:extLst>
                <a:ext uri="{FF2B5EF4-FFF2-40B4-BE49-F238E27FC236}">
                  <a16:creationId xmlns:a16="http://schemas.microsoft.com/office/drawing/2014/main" id="{A82EB421-4C4C-44F8-BC28-2B1CE96EF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9088" y="3863976"/>
              <a:ext cx="160338" cy="295275"/>
            </a:xfrm>
            <a:custGeom>
              <a:avLst/>
              <a:gdLst>
                <a:gd name="T0" fmla="*/ 57 w 57"/>
                <a:gd name="T1" fmla="*/ 1 h 105"/>
                <a:gd name="T2" fmla="*/ 57 w 57"/>
                <a:gd name="T3" fmla="*/ 23 h 105"/>
                <a:gd name="T4" fmla="*/ 51 w 57"/>
                <a:gd name="T5" fmla="*/ 23 h 105"/>
                <a:gd name="T6" fmla="*/ 30 w 57"/>
                <a:gd name="T7" fmla="*/ 30 h 105"/>
                <a:gd name="T8" fmla="*/ 23 w 57"/>
                <a:gd name="T9" fmla="*/ 49 h 105"/>
                <a:gd name="T10" fmla="*/ 23 w 57"/>
                <a:gd name="T11" fmla="*/ 105 h 105"/>
                <a:gd name="T12" fmla="*/ 0 w 57"/>
                <a:gd name="T13" fmla="*/ 105 h 105"/>
                <a:gd name="T14" fmla="*/ 0 w 57"/>
                <a:gd name="T15" fmla="*/ 3 h 105"/>
                <a:gd name="T16" fmla="*/ 22 w 57"/>
                <a:gd name="T17" fmla="*/ 3 h 105"/>
                <a:gd name="T18" fmla="*/ 22 w 57"/>
                <a:gd name="T19" fmla="*/ 21 h 105"/>
                <a:gd name="T20" fmla="*/ 34 w 57"/>
                <a:gd name="T21" fmla="*/ 5 h 105"/>
                <a:gd name="T22" fmla="*/ 52 w 57"/>
                <a:gd name="T23" fmla="*/ 0 h 105"/>
                <a:gd name="T24" fmla="*/ 53 w 57"/>
                <a:gd name="T25" fmla="*/ 0 h 105"/>
                <a:gd name="T26" fmla="*/ 57 w 57"/>
                <a:gd name="T27" fmla="*/ 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" h="105">
                  <a:moveTo>
                    <a:pt x="57" y="1"/>
                  </a:moveTo>
                  <a:cubicBezTo>
                    <a:pt x="57" y="23"/>
                    <a:pt x="57" y="23"/>
                    <a:pt x="57" y="23"/>
                  </a:cubicBezTo>
                  <a:cubicBezTo>
                    <a:pt x="51" y="23"/>
                    <a:pt x="51" y="23"/>
                    <a:pt x="51" y="23"/>
                  </a:cubicBezTo>
                  <a:cubicBezTo>
                    <a:pt x="42" y="23"/>
                    <a:pt x="35" y="25"/>
                    <a:pt x="30" y="30"/>
                  </a:cubicBezTo>
                  <a:cubicBezTo>
                    <a:pt x="25" y="34"/>
                    <a:pt x="23" y="41"/>
                    <a:pt x="23" y="49"/>
                  </a:cubicBezTo>
                  <a:cubicBezTo>
                    <a:pt x="23" y="105"/>
                    <a:pt x="23" y="105"/>
                    <a:pt x="23" y="10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5" y="14"/>
                    <a:pt x="29" y="9"/>
                    <a:pt x="34" y="5"/>
                  </a:cubicBezTo>
                  <a:cubicBezTo>
                    <a:pt x="39" y="2"/>
                    <a:pt x="45" y="0"/>
                    <a:pt x="52" y="0"/>
                  </a:cubicBezTo>
                  <a:cubicBezTo>
                    <a:pt x="52" y="0"/>
                    <a:pt x="52" y="0"/>
                    <a:pt x="53" y="0"/>
                  </a:cubicBezTo>
                  <a:cubicBezTo>
                    <a:pt x="54" y="0"/>
                    <a:pt x="56" y="1"/>
                    <a:pt x="57" y="1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2" name="Freeform 73">
              <a:extLst>
                <a:ext uri="{FF2B5EF4-FFF2-40B4-BE49-F238E27FC236}">
                  <a16:creationId xmlns:a16="http://schemas.microsoft.com/office/drawing/2014/main" id="{7096911B-A186-4640-89F4-0F76900FB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9588" y="3860801"/>
              <a:ext cx="274638" cy="306388"/>
            </a:xfrm>
            <a:custGeom>
              <a:avLst/>
              <a:gdLst>
                <a:gd name="T0" fmla="*/ 98 w 98"/>
                <a:gd name="T1" fmla="*/ 39 h 109"/>
                <a:gd name="T2" fmla="*/ 75 w 98"/>
                <a:gd name="T3" fmla="*/ 39 h 109"/>
                <a:gd name="T4" fmla="*/ 68 w 98"/>
                <a:gd name="T5" fmla="*/ 24 h 109"/>
                <a:gd name="T6" fmla="*/ 51 w 98"/>
                <a:gd name="T7" fmla="*/ 19 h 109"/>
                <a:gd name="T8" fmla="*/ 31 w 98"/>
                <a:gd name="T9" fmla="*/ 28 h 109"/>
                <a:gd name="T10" fmla="*/ 24 w 98"/>
                <a:gd name="T11" fmla="*/ 55 h 109"/>
                <a:gd name="T12" fmla="*/ 31 w 98"/>
                <a:gd name="T13" fmla="*/ 81 h 109"/>
                <a:gd name="T14" fmla="*/ 51 w 98"/>
                <a:gd name="T15" fmla="*/ 90 h 109"/>
                <a:gd name="T16" fmla="*/ 68 w 98"/>
                <a:gd name="T17" fmla="*/ 85 h 109"/>
                <a:gd name="T18" fmla="*/ 76 w 98"/>
                <a:gd name="T19" fmla="*/ 69 h 109"/>
                <a:gd name="T20" fmla="*/ 98 w 98"/>
                <a:gd name="T21" fmla="*/ 69 h 109"/>
                <a:gd name="T22" fmla="*/ 83 w 98"/>
                <a:gd name="T23" fmla="*/ 99 h 109"/>
                <a:gd name="T24" fmla="*/ 49 w 98"/>
                <a:gd name="T25" fmla="*/ 109 h 109"/>
                <a:gd name="T26" fmla="*/ 13 w 98"/>
                <a:gd name="T27" fmla="*/ 95 h 109"/>
                <a:gd name="T28" fmla="*/ 0 w 98"/>
                <a:gd name="T29" fmla="*/ 55 h 109"/>
                <a:gd name="T30" fmla="*/ 14 w 98"/>
                <a:gd name="T31" fmla="*/ 15 h 109"/>
                <a:gd name="T32" fmla="*/ 51 w 98"/>
                <a:gd name="T33" fmla="*/ 0 h 109"/>
                <a:gd name="T34" fmla="*/ 84 w 98"/>
                <a:gd name="T35" fmla="*/ 11 h 109"/>
                <a:gd name="T36" fmla="*/ 98 w 98"/>
                <a:gd name="T37" fmla="*/ 3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8" h="109">
                  <a:moveTo>
                    <a:pt x="98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5" y="33"/>
                    <a:pt x="72" y="28"/>
                    <a:pt x="68" y="24"/>
                  </a:cubicBezTo>
                  <a:cubicBezTo>
                    <a:pt x="64" y="21"/>
                    <a:pt x="58" y="19"/>
                    <a:pt x="51" y="19"/>
                  </a:cubicBezTo>
                  <a:cubicBezTo>
                    <a:pt x="42" y="19"/>
                    <a:pt x="36" y="22"/>
                    <a:pt x="31" y="28"/>
                  </a:cubicBezTo>
                  <a:cubicBezTo>
                    <a:pt x="26" y="34"/>
                    <a:pt x="24" y="43"/>
                    <a:pt x="24" y="55"/>
                  </a:cubicBezTo>
                  <a:cubicBezTo>
                    <a:pt x="24" y="66"/>
                    <a:pt x="26" y="75"/>
                    <a:pt x="31" y="81"/>
                  </a:cubicBezTo>
                  <a:cubicBezTo>
                    <a:pt x="35" y="87"/>
                    <a:pt x="42" y="90"/>
                    <a:pt x="51" y="90"/>
                  </a:cubicBezTo>
                  <a:cubicBezTo>
                    <a:pt x="58" y="90"/>
                    <a:pt x="63" y="88"/>
                    <a:pt x="68" y="85"/>
                  </a:cubicBezTo>
                  <a:cubicBezTo>
                    <a:pt x="72" y="81"/>
                    <a:pt x="75" y="76"/>
                    <a:pt x="76" y="69"/>
                  </a:cubicBezTo>
                  <a:cubicBezTo>
                    <a:pt x="98" y="69"/>
                    <a:pt x="98" y="69"/>
                    <a:pt x="98" y="69"/>
                  </a:cubicBezTo>
                  <a:cubicBezTo>
                    <a:pt x="97" y="81"/>
                    <a:pt x="92" y="91"/>
                    <a:pt x="83" y="99"/>
                  </a:cubicBezTo>
                  <a:cubicBezTo>
                    <a:pt x="75" y="106"/>
                    <a:pt x="63" y="109"/>
                    <a:pt x="49" y="109"/>
                  </a:cubicBezTo>
                  <a:cubicBezTo>
                    <a:pt x="34" y="109"/>
                    <a:pt x="22" y="105"/>
                    <a:pt x="13" y="95"/>
                  </a:cubicBezTo>
                  <a:cubicBezTo>
                    <a:pt x="4" y="85"/>
                    <a:pt x="0" y="72"/>
                    <a:pt x="0" y="55"/>
                  </a:cubicBezTo>
                  <a:cubicBezTo>
                    <a:pt x="0" y="38"/>
                    <a:pt x="4" y="25"/>
                    <a:pt x="14" y="15"/>
                  </a:cubicBezTo>
                  <a:cubicBezTo>
                    <a:pt x="23" y="5"/>
                    <a:pt x="35" y="0"/>
                    <a:pt x="51" y="0"/>
                  </a:cubicBezTo>
                  <a:cubicBezTo>
                    <a:pt x="65" y="0"/>
                    <a:pt x="76" y="4"/>
                    <a:pt x="84" y="11"/>
                  </a:cubicBezTo>
                  <a:cubicBezTo>
                    <a:pt x="93" y="17"/>
                    <a:pt x="97" y="27"/>
                    <a:pt x="98" y="39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3" name="Freeform 74">
              <a:extLst>
                <a:ext uri="{FF2B5EF4-FFF2-40B4-BE49-F238E27FC236}">
                  <a16:creationId xmlns:a16="http://schemas.microsoft.com/office/drawing/2014/main" id="{A15E1D74-6662-412E-895D-5E4E180B7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8201" y="3765551"/>
              <a:ext cx="265113" cy="393700"/>
            </a:xfrm>
            <a:custGeom>
              <a:avLst/>
              <a:gdLst>
                <a:gd name="T0" fmla="*/ 0 w 95"/>
                <a:gd name="T1" fmla="*/ 0 h 140"/>
                <a:gd name="T2" fmla="*/ 24 w 95"/>
                <a:gd name="T3" fmla="*/ 0 h 140"/>
                <a:gd name="T4" fmla="*/ 24 w 95"/>
                <a:gd name="T5" fmla="*/ 51 h 140"/>
                <a:gd name="T6" fmla="*/ 37 w 95"/>
                <a:gd name="T7" fmla="*/ 39 h 140"/>
                <a:gd name="T8" fmla="*/ 57 w 95"/>
                <a:gd name="T9" fmla="*/ 35 h 140"/>
                <a:gd name="T10" fmla="*/ 85 w 95"/>
                <a:gd name="T11" fmla="*/ 43 h 140"/>
                <a:gd name="T12" fmla="*/ 94 w 95"/>
                <a:gd name="T13" fmla="*/ 67 h 140"/>
                <a:gd name="T14" fmla="*/ 94 w 95"/>
                <a:gd name="T15" fmla="*/ 71 h 140"/>
                <a:gd name="T16" fmla="*/ 95 w 95"/>
                <a:gd name="T17" fmla="*/ 77 h 140"/>
                <a:gd name="T18" fmla="*/ 95 w 95"/>
                <a:gd name="T19" fmla="*/ 140 h 140"/>
                <a:gd name="T20" fmla="*/ 71 w 95"/>
                <a:gd name="T21" fmla="*/ 140 h 140"/>
                <a:gd name="T22" fmla="*/ 71 w 95"/>
                <a:gd name="T23" fmla="*/ 77 h 140"/>
                <a:gd name="T24" fmla="*/ 66 w 95"/>
                <a:gd name="T25" fmla="*/ 59 h 140"/>
                <a:gd name="T26" fmla="*/ 50 w 95"/>
                <a:gd name="T27" fmla="*/ 54 h 140"/>
                <a:gd name="T28" fmla="*/ 31 w 95"/>
                <a:gd name="T29" fmla="*/ 61 h 140"/>
                <a:gd name="T30" fmla="*/ 24 w 95"/>
                <a:gd name="T31" fmla="*/ 79 h 140"/>
                <a:gd name="T32" fmla="*/ 24 w 95"/>
                <a:gd name="T33" fmla="*/ 140 h 140"/>
                <a:gd name="T34" fmla="*/ 0 w 95"/>
                <a:gd name="T35" fmla="*/ 140 h 140"/>
                <a:gd name="T36" fmla="*/ 0 w 95"/>
                <a:gd name="T37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5" h="140">
                  <a:moveTo>
                    <a:pt x="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7" y="46"/>
                    <a:pt x="32" y="42"/>
                    <a:pt x="37" y="39"/>
                  </a:cubicBezTo>
                  <a:cubicBezTo>
                    <a:pt x="43" y="37"/>
                    <a:pt x="50" y="35"/>
                    <a:pt x="57" y="35"/>
                  </a:cubicBezTo>
                  <a:cubicBezTo>
                    <a:pt x="69" y="35"/>
                    <a:pt x="78" y="38"/>
                    <a:pt x="85" y="43"/>
                  </a:cubicBezTo>
                  <a:cubicBezTo>
                    <a:pt x="91" y="49"/>
                    <a:pt x="94" y="57"/>
                    <a:pt x="94" y="67"/>
                  </a:cubicBezTo>
                  <a:cubicBezTo>
                    <a:pt x="94" y="68"/>
                    <a:pt x="94" y="69"/>
                    <a:pt x="94" y="71"/>
                  </a:cubicBezTo>
                  <a:cubicBezTo>
                    <a:pt x="95" y="73"/>
                    <a:pt x="95" y="75"/>
                    <a:pt x="95" y="77"/>
                  </a:cubicBezTo>
                  <a:cubicBezTo>
                    <a:pt x="95" y="140"/>
                    <a:pt x="95" y="140"/>
                    <a:pt x="95" y="140"/>
                  </a:cubicBezTo>
                  <a:cubicBezTo>
                    <a:pt x="71" y="140"/>
                    <a:pt x="71" y="140"/>
                    <a:pt x="71" y="140"/>
                  </a:cubicBezTo>
                  <a:cubicBezTo>
                    <a:pt x="71" y="77"/>
                    <a:pt x="71" y="77"/>
                    <a:pt x="71" y="77"/>
                  </a:cubicBezTo>
                  <a:cubicBezTo>
                    <a:pt x="71" y="69"/>
                    <a:pt x="70" y="63"/>
                    <a:pt x="66" y="59"/>
                  </a:cubicBezTo>
                  <a:cubicBezTo>
                    <a:pt x="63" y="56"/>
                    <a:pt x="58" y="54"/>
                    <a:pt x="50" y="54"/>
                  </a:cubicBezTo>
                  <a:cubicBezTo>
                    <a:pt x="42" y="54"/>
                    <a:pt x="36" y="56"/>
                    <a:pt x="31" y="61"/>
                  </a:cubicBezTo>
                  <a:cubicBezTo>
                    <a:pt x="26" y="65"/>
                    <a:pt x="24" y="72"/>
                    <a:pt x="24" y="79"/>
                  </a:cubicBezTo>
                  <a:cubicBezTo>
                    <a:pt x="24" y="140"/>
                    <a:pt x="24" y="140"/>
                    <a:pt x="24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4" name="Freeform 75">
              <a:extLst>
                <a:ext uri="{FF2B5EF4-FFF2-40B4-BE49-F238E27FC236}">
                  <a16:creationId xmlns:a16="http://schemas.microsoft.com/office/drawing/2014/main" id="{AF83C52C-5B09-4505-8220-FBDB5DD26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7151" y="3756026"/>
              <a:ext cx="373063" cy="414338"/>
            </a:xfrm>
            <a:custGeom>
              <a:avLst/>
              <a:gdLst>
                <a:gd name="T0" fmla="*/ 132 w 133"/>
                <a:gd name="T1" fmla="*/ 47 h 147"/>
                <a:gd name="T2" fmla="*/ 108 w 133"/>
                <a:gd name="T3" fmla="*/ 47 h 147"/>
                <a:gd name="T4" fmla="*/ 96 w 133"/>
                <a:gd name="T5" fmla="*/ 27 h 147"/>
                <a:gd name="T6" fmla="*/ 70 w 133"/>
                <a:gd name="T7" fmla="*/ 21 h 147"/>
                <a:gd name="T8" fmla="*/ 37 w 133"/>
                <a:gd name="T9" fmla="*/ 34 h 147"/>
                <a:gd name="T10" fmla="*/ 25 w 133"/>
                <a:gd name="T11" fmla="*/ 72 h 147"/>
                <a:gd name="T12" fmla="*/ 37 w 133"/>
                <a:gd name="T13" fmla="*/ 112 h 147"/>
                <a:gd name="T14" fmla="*/ 70 w 133"/>
                <a:gd name="T15" fmla="*/ 126 h 147"/>
                <a:gd name="T16" fmla="*/ 97 w 133"/>
                <a:gd name="T17" fmla="*/ 117 h 147"/>
                <a:gd name="T18" fmla="*/ 109 w 133"/>
                <a:gd name="T19" fmla="*/ 93 h 147"/>
                <a:gd name="T20" fmla="*/ 133 w 133"/>
                <a:gd name="T21" fmla="*/ 93 h 147"/>
                <a:gd name="T22" fmla="*/ 114 w 133"/>
                <a:gd name="T23" fmla="*/ 132 h 147"/>
                <a:gd name="T24" fmla="*/ 69 w 133"/>
                <a:gd name="T25" fmla="*/ 147 h 147"/>
                <a:gd name="T26" fmla="*/ 18 w 133"/>
                <a:gd name="T27" fmla="*/ 127 h 147"/>
                <a:gd name="T28" fmla="*/ 0 w 133"/>
                <a:gd name="T29" fmla="*/ 73 h 147"/>
                <a:gd name="T30" fmla="*/ 18 w 133"/>
                <a:gd name="T31" fmla="*/ 19 h 147"/>
                <a:gd name="T32" fmla="*/ 70 w 133"/>
                <a:gd name="T33" fmla="*/ 0 h 147"/>
                <a:gd name="T34" fmla="*/ 114 w 133"/>
                <a:gd name="T35" fmla="*/ 12 h 147"/>
                <a:gd name="T36" fmla="*/ 132 w 133"/>
                <a:gd name="T37" fmla="*/ 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47">
                  <a:moveTo>
                    <a:pt x="132" y="47"/>
                  </a:moveTo>
                  <a:cubicBezTo>
                    <a:pt x="108" y="47"/>
                    <a:pt x="108" y="47"/>
                    <a:pt x="108" y="47"/>
                  </a:cubicBezTo>
                  <a:cubicBezTo>
                    <a:pt x="106" y="39"/>
                    <a:pt x="102" y="32"/>
                    <a:pt x="96" y="27"/>
                  </a:cubicBezTo>
                  <a:cubicBezTo>
                    <a:pt x="89" y="23"/>
                    <a:pt x="81" y="21"/>
                    <a:pt x="70" y="21"/>
                  </a:cubicBezTo>
                  <a:cubicBezTo>
                    <a:pt x="56" y="21"/>
                    <a:pt x="45" y="25"/>
                    <a:pt x="37" y="34"/>
                  </a:cubicBezTo>
                  <a:cubicBezTo>
                    <a:pt x="29" y="43"/>
                    <a:pt x="25" y="56"/>
                    <a:pt x="25" y="72"/>
                  </a:cubicBezTo>
                  <a:cubicBezTo>
                    <a:pt x="25" y="89"/>
                    <a:pt x="29" y="102"/>
                    <a:pt x="37" y="112"/>
                  </a:cubicBezTo>
                  <a:cubicBezTo>
                    <a:pt x="45" y="121"/>
                    <a:pt x="56" y="126"/>
                    <a:pt x="70" y="126"/>
                  </a:cubicBezTo>
                  <a:cubicBezTo>
                    <a:pt x="81" y="126"/>
                    <a:pt x="90" y="123"/>
                    <a:pt x="97" y="117"/>
                  </a:cubicBezTo>
                  <a:cubicBezTo>
                    <a:pt x="104" y="111"/>
                    <a:pt x="108" y="103"/>
                    <a:pt x="109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2" y="109"/>
                    <a:pt x="126" y="122"/>
                    <a:pt x="114" y="132"/>
                  </a:cubicBezTo>
                  <a:cubicBezTo>
                    <a:pt x="102" y="142"/>
                    <a:pt x="87" y="147"/>
                    <a:pt x="69" y="147"/>
                  </a:cubicBezTo>
                  <a:cubicBezTo>
                    <a:pt x="47" y="147"/>
                    <a:pt x="30" y="140"/>
                    <a:pt x="18" y="127"/>
                  </a:cubicBezTo>
                  <a:cubicBezTo>
                    <a:pt x="6" y="114"/>
                    <a:pt x="0" y="96"/>
                    <a:pt x="0" y="73"/>
                  </a:cubicBezTo>
                  <a:cubicBezTo>
                    <a:pt x="0" y="50"/>
                    <a:pt x="6" y="32"/>
                    <a:pt x="18" y="19"/>
                  </a:cubicBezTo>
                  <a:cubicBezTo>
                    <a:pt x="31" y="6"/>
                    <a:pt x="48" y="0"/>
                    <a:pt x="70" y="0"/>
                  </a:cubicBezTo>
                  <a:cubicBezTo>
                    <a:pt x="88" y="0"/>
                    <a:pt x="103" y="4"/>
                    <a:pt x="114" y="12"/>
                  </a:cubicBezTo>
                  <a:cubicBezTo>
                    <a:pt x="125" y="21"/>
                    <a:pt x="131" y="32"/>
                    <a:pt x="132" y="47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5" name="Freeform 76">
              <a:extLst>
                <a:ext uri="{FF2B5EF4-FFF2-40B4-BE49-F238E27FC236}">
                  <a16:creationId xmlns:a16="http://schemas.microsoft.com/office/drawing/2014/main" id="{66AB78BD-6E6F-4AAD-935F-9FBA2A6143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64663" y="3860801"/>
              <a:ext cx="282575" cy="306388"/>
            </a:xfrm>
            <a:custGeom>
              <a:avLst/>
              <a:gdLst>
                <a:gd name="T0" fmla="*/ 101 w 101"/>
                <a:gd name="T1" fmla="*/ 61 h 109"/>
                <a:gd name="T2" fmla="*/ 24 w 101"/>
                <a:gd name="T3" fmla="*/ 61 h 109"/>
                <a:gd name="T4" fmla="*/ 32 w 101"/>
                <a:gd name="T5" fmla="*/ 83 h 109"/>
                <a:gd name="T6" fmla="*/ 52 w 101"/>
                <a:gd name="T7" fmla="*/ 91 h 109"/>
                <a:gd name="T8" fmla="*/ 68 w 101"/>
                <a:gd name="T9" fmla="*/ 86 h 109"/>
                <a:gd name="T10" fmla="*/ 76 w 101"/>
                <a:gd name="T11" fmla="*/ 74 h 109"/>
                <a:gd name="T12" fmla="*/ 100 w 101"/>
                <a:gd name="T13" fmla="*/ 74 h 109"/>
                <a:gd name="T14" fmla="*/ 83 w 101"/>
                <a:gd name="T15" fmla="*/ 100 h 109"/>
                <a:gd name="T16" fmla="*/ 51 w 101"/>
                <a:gd name="T17" fmla="*/ 109 h 109"/>
                <a:gd name="T18" fmla="*/ 14 w 101"/>
                <a:gd name="T19" fmla="*/ 95 h 109"/>
                <a:gd name="T20" fmla="*/ 0 w 101"/>
                <a:gd name="T21" fmla="*/ 55 h 109"/>
                <a:gd name="T22" fmla="*/ 14 w 101"/>
                <a:gd name="T23" fmla="*/ 15 h 109"/>
                <a:gd name="T24" fmla="*/ 51 w 101"/>
                <a:gd name="T25" fmla="*/ 0 h 109"/>
                <a:gd name="T26" fmla="*/ 88 w 101"/>
                <a:gd name="T27" fmla="*/ 14 h 109"/>
                <a:gd name="T28" fmla="*/ 101 w 101"/>
                <a:gd name="T29" fmla="*/ 53 h 109"/>
                <a:gd name="T30" fmla="*/ 101 w 101"/>
                <a:gd name="T31" fmla="*/ 60 h 109"/>
                <a:gd name="T32" fmla="*/ 101 w 101"/>
                <a:gd name="T33" fmla="*/ 61 h 109"/>
                <a:gd name="T34" fmla="*/ 77 w 101"/>
                <a:gd name="T35" fmla="*/ 45 h 109"/>
                <a:gd name="T36" fmla="*/ 70 w 101"/>
                <a:gd name="T37" fmla="*/ 26 h 109"/>
                <a:gd name="T38" fmla="*/ 51 w 101"/>
                <a:gd name="T39" fmla="*/ 19 h 109"/>
                <a:gd name="T40" fmla="*/ 32 w 101"/>
                <a:gd name="T41" fmla="*/ 26 h 109"/>
                <a:gd name="T42" fmla="*/ 24 w 101"/>
                <a:gd name="T43" fmla="*/ 45 h 109"/>
                <a:gd name="T44" fmla="*/ 77 w 101"/>
                <a:gd name="T45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1" h="109">
                  <a:moveTo>
                    <a:pt x="101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5" y="70"/>
                    <a:pt x="27" y="78"/>
                    <a:pt x="32" y="83"/>
                  </a:cubicBezTo>
                  <a:cubicBezTo>
                    <a:pt x="37" y="88"/>
                    <a:pt x="44" y="91"/>
                    <a:pt x="52" y="91"/>
                  </a:cubicBezTo>
                  <a:cubicBezTo>
                    <a:pt x="58" y="91"/>
                    <a:pt x="64" y="89"/>
                    <a:pt x="68" y="86"/>
                  </a:cubicBezTo>
                  <a:cubicBezTo>
                    <a:pt x="72" y="83"/>
                    <a:pt x="75" y="79"/>
                    <a:pt x="76" y="74"/>
                  </a:cubicBezTo>
                  <a:cubicBezTo>
                    <a:pt x="100" y="74"/>
                    <a:pt x="100" y="74"/>
                    <a:pt x="100" y="74"/>
                  </a:cubicBezTo>
                  <a:cubicBezTo>
                    <a:pt x="98" y="85"/>
                    <a:pt x="92" y="93"/>
                    <a:pt x="83" y="100"/>
                  </a:cubicBezTo>
                  <a:cubicBezTo>
                    <a:pt x="74" y="106"/>
                    <a:pt x="63" y="109"/>
                    <a:pt x="51" y="109"/>
                  </a:cubicBezTo>
                  <a:cubicBezTo>
                    <a:pt x="35" y="109"/>
                    <a:pt x="23" y="105"/>
                    <a:pt x="14" y="95"/>
                  </a:cubicBezTo>
                  <a:cubicBezTo>
                    <a:pt x="5" y="85"/>
                    <a:pt x="0" y="72"/>
                    <a:pt x="0" y="55"/>
                  </a:cubicBezTo>
                  <a:cubicBezTo>
                    <a:pt x="0" y="38"/>
                    <a:pt x="5" y="24"/>
                    <a:pt x="14" y="15"/>
                  </a:cubicBezTo>
                  <a:cubicBezTo>
                    <a:pt x="23" y="5"/>
                    <a:pt x="35" y="0"/>
                    <a:pt x="51" y="0"/>
                  </a:cubicBezTo>
                  <a:cubicBezTo>
                    <a:pt x="67" y="0"/>
                    <a:pt x="79" y="5"/>
                    <a:pt x="88" y="14"/>
                  </a:cubicBezTo>
                  <a:cubicBezTo>
                    <a:pt x="97" y="24"/>
                    <a:pt x="101" y="37"/>
                    <a:pt x="101" y="53"/>
                  </a:cubicBezTo>
                  <a:cubicBezTo>
                    <a:pt x="101" y="55"/>
                    <a:pt x="101" y="57"/>
                    <a:pt x="101" y="60"/>
                  </a:cubicBezTo>
                  <a:cubicBezTo>
                    <a:pt x="101" y="61"/>
                    <a:pt x="101" y="61"/>
                    <a:pt x="101" y="61"/>
                  </a:cubicBezTo>
                  <a:close/>
                  <a:moveTo>
                    <a:pt x="77" y="45"/>
                  </a:moveTo>
                  <a:cubicBezTo>
                    <a:pt x="77" y="37"/>
                    <a:pt x="75" y="30"/>
                    <a:pt x="70" y="26"/>
                  </a:cubicBezTo>
                  <a:cubicBezTo>
                    <a:pt x="65" y="21"/>
                    <a:pt x="59" y="19"/>
                    <a:pt x="51" y="19"/>
                  </a:cubicBezTo>
                  <a:cubicBezTo>
                    <a:pt x="43" y="19"/>
                    <a:pt x="37" y="21"/>
                    <a:pt x="32" y="26"/>
                  </a:cubicBezTo>
                  <a:cubicBezTo>
                    <a:pt x="28" y="30"/>
                    <a:pt x="25" y="37"/>
                    <a:pt x="24" y="45"/>
                  </a:cubicBezTo>
                  <a:lnTo>
                    <a:pt x="77" y="4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6" name="Freeform 77">
              <a:extLst>
                <a:ext uri="{FF2B5EF4-FFF2-40B4-BE49-F238E27FC236}">
                  <a16:creationId xmlns:a16="http://schemas.microsoft.com/office/drawing/2014/main" id="{9D5BEB59-5EB2-4ED0-B1F4-EE598DF16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4388" y="3863976"/>
              <a:ext cx="265113" cy="295275"/>
            </a:xfrm>
            <a:custGeom>
              <a:avLst/>
              <a:gdLst>
                <a:gd name="T0" fmla="*/ 95 w 95"/>
                <a:gd name="T1" fmla="*/ 40 h 105"/>
                <a:gd name="T2" fmla="*/ 95 w 95"/>
                <a:gd name="T3" fmla="*/ 105 h 105"/>
                <a:gd name="T4" fmla="*/ 71 w 95"/>
                <a:gd name="T5" fmla="*/ 105 h 105"/>
                <a:gd name="T6" fmla="*/ 71 w 95"/>
                <a:gd name="T7" fmla="*/ 38 h 105"/>
                <a:gd name="T8" fmla="*/ 66 w 95"/>
                <a:gd name="T9" fmla="*/ 24 h 105"/>
                <a:gd name="T10" fmla="*/ 51 w 95"/>
                <a:gd name="T11" fmla="*/ 19 h 105"/>
                <a:gd name="T12" fmla="*/ 31 w 95"/>
                <a:gd name="T13" fmla="*/ 26 h 105"/>
                <a:gd name="T14" fmla="*/ 24 w 95"/>
                <a:gd name="T15" fmla="*/ 46 h 105"/>
                <a:gd name="T16" fmla="*/ 24 w 95"/>
                <a:gd name="T17" fmla="*/ 105 h 105"/>
                <a:gd name="T18" fmla="*/ 0 w 95"/>
                <a:gd name="T19" fmla="*/ 105 h 105"/>
                <a:gd name="T20" fmla="*/ 0 w 95"/>
                <a:gd name="T21" fmla="*/ 3 h 105"/>
                <a:gd name="T22" fmla="*/ 23 w 95"/>
                <a:gd name="T23" fmla="*/ 3 h 105"/>
                <a:gd name="T24" fmla="*/ 23 w 95"/>
                <a:gd name="T25" fmla="*/ 17 h 105"/>
                <a:gd name="T26" fmla="*/ 37 w 95"/>
                <a:gd name="T27" fmla="*/ 4 h 105"/>
                <a:gd name="T28" fmla="*/ 56 w 95"/>
                <a:gd name="T29" fmla="*/ 0 h 105"/>
                <a:gd name="T30" fmla="*/ 86 w 95"/>
                <a:gd name="T31" fmla="*/ 9 h 105"/>
                <a:gd name="T32" fmla="*/ 95 w 95"/>
                <a:gd name="T33" fmla="*/ 4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5" h="105">
                  <a:moveTo>
                    <a:pt x="95" y="40"/>
                  </a:moveTo>
                  <a:cubicBezTo>
                    <a:pt x="95" y="105"/>
                    <a:pt x="95" y="105"/>
                    <a:pt x="95" y="105"/>
                  </a:cubicBezTo>
                  <a:cubicBezTo>
                    <a:pt x="71" y="105"/>
                    <a:pt x="71" y="105"/>
                    <a:pt x="71" y="105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2"/>
                    <a:pt x="70" y="27"/>
                    <a:pt x="66" y="24"/>
                  </a:cubicBezTo>
                  <a:cubicBezTo>
                    <a:pt x="63" y="20"/>
                    <a:pt x="58" y="19"/>
                    <a:pt x="51" y="19"/>
                  </a:cubicBezTo>
                  <a:cubicBezTo>
                    <a:pt x="43" y="19"/>
                    <a:pt x="36" y="21"/>
                    <a:pt x="31" y="26"/>
                  </a:cubicBezTo>
                  <a:cubicBezTo>
                    <a:pt x="26" y="31"/>
                    <a:pt x="24" y="37"/>
                    <a:pt x="24" y="46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7" y="11"/>
                    <a:pt x="31" y="7"/>
                    <a:pt x="37" y="4"/>
                  </a:cubicBezTo>
                  <a:cubicBezTo>
                    <a:pt x="43" y="2"/>
                    <a:pt x="49" y="0"/>
                    <a:pt x="56" y="0"/>
                  </a:cubicBezTo>
                  <a:cubicBezTo>
                    <a:pt x="70" y="0"/>
                    <a:pt x="80" y="3"/>
                    <a:pt x="86" y="9"/>
                  </a:cubicBezTo>
                  <a:cubicBezTo>
                    <a:pt x="92" y="15"/>
                    <a:pt x="95" y="25"/>
                    <a:pt x="95" y="40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7" name="Freeform 78">
              <a:extLst>
                <a:ext uri="{FF2B5EF4-FFF2-40B4-BE49-F238E27FC236}">
                  <a16:creationId xmlns:a16="http://schemas.microsoft.com/office/drawing/2014/main" id="{B429B26D-C754-42E6-911C-C274AA6C7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6013" y="3792538"/>
              <a:ext cx="160338" cy="369888"/>
            </a:xfrm>
            <a:custGeom>
              <a:avLst/>
              <a:gdLst>
                <a:gd name="T0" fmla="*/ 16 w 57"/>
                <a:gd name="T1" fmla="*/ 0 h 131"/>
                <a:gd name="T2" fmla="*/ 39 w 57"/>
                <a:gd name="T3" fmla="*/ 0 h 131"/>
                <a:gd name="T4" fmla="*/ 39 w 57"/>
                <a:gd name="T5" fmla="*/ 28 h 131"/>
                <a:gd name="T6" fmla="*/ 57 w 57"/>
                <a:gd name="T7" fmla="*/ 28 h 131"/>
                <a:gd name="T8" fmla="*/ 57 w 57"/>
                <a:gd name="T9" fmla="*/ 44 h 131"/>
                <a:gd name="T10" fmla="*/ 39 w 57"/>
                <a:gd name="T11" fmla="*/ 44 h 131"/>
                <a:gd name="T12" fmla="*/ 39 w 57"/>
                <a:gd name="T13" fmla="*/ 104 h 131"/>
                <a:gd name="T14" fmla="*/ 41 w 57"/>
                <a:gd name="T15" fmla="*/ 112 h 131"/>
                <a:gd name="T16" fmla="*/ 48 w 57"/>
                <a:gd name="T17" fmla="*/ 113 h 131"/>
                <a:gd name="T18" fmla="*/ 50 w 57"/>
                <a:gd name="T19" fmla="*/ 113 h 131"/>
                <a:gd name="T20" fmla="*/ 53 w 57"/>
                <a:gd name="T21" fmla="*/ 113 h 131"/>
                <a:gd name="T22" fmla="*/ 57 w 57"/>
                <a:gd name="T23" fmla="*/ 113 h 131"/>
                <a:gd name="T24" fmla="*/ 57 w 57"/>
                <a:gd name="T25" fmla="*/ 130 h 131"/>
                <a:gd name="T26" fmla="*/ 55 w 57"/>
                <a:gd name="T27" fmla="*/ 130 h 131"/>
                <a:gd name="T28" fmla="*/ 41 w 57"/>
                <a:gd name="T29" fmla="*/ 131 h 131"/>
                <a:gd name="T30" fmla="*/ 22 w 57"/>
                <a:gd name="T31" fmla="*/ 126 h 131"/>
                <a:gd name="T32" fmla="*/ 16 w 57"/>
                <a:gd name="T33" fmla="*/ 107 h 131"/>
                <a:gd name="T34" fmla="*/ 16 w 57"/>
                <a:gd name="T35" fmla="*/ 44 h 131"/>
                <a:gd name="T36" fmla="*/ 0 w 57"/>
                <a:gd name="T37" fmla="*/ 44 h 131"/>
                <a:gd name="T38" fmla="*/ 0 w 57"/>
                <a:gd name="T39" fmla="*/ 28 h 131"/>
                <a:gd name="T40" fmla="*/ 16 w 57"/>
                <a:gd name="T41" fmla="*/ 28 h 131"/>
                <a:gd name="T42" fmla="*/ 16 w 57"/>
                <a:gd name="T43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" h="131">
                  <a:moveTo>
                    <a:pt x="16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39" y="44"/>
                    <a:pt x="39" y="44"/>
                    <a:pt x="39" y="44"/>
                  </a:cubicBezTo>
                  <a:cubicBezTo>
                    <a:pt x="39" y="104"/>
                    <a:pt x="39" y="104"/>
                    <a:pt x="39" y="104"/>
                  </a:cubicBezTo>
                  <a:cubicBezTo>
                    <a:pt x="39" y="108"/>
                    <a:pt x="40" y="110"/>
                    <a:pt x="41" y="112"/>
                  </a:cubicBezTo>
                  <a:cubicBezTo>
                    <a:pt x="42" y="113"/>
                    <a:pt x="45" y="113"/>
                    <a:pt x="48" y="113"/>
                  </a:cubicBezTo>
                  <a:cubicBezTo>
                    <a:pt x="49" y="113"/>
                    <a:pt x="50" y="113"/>
                    <a:pt x="50" y="113"/>
                  </a:cubicBezTo>
                  <a:cubicBezTo>
                    <a:pt x="51" y="113"/>
                    <a:pt x="52" y="113"/>
                    <a:pt x="53" y="113"/>
                  </a:cubicBezTo>
                  <a:cubicBezTo>
                    <a:pt x="57" y="113"/>
                    <a:pt x="57" y="113"/>
                    <a:pt x="57" y="113"/>
                  </a:cubicBezTo>
                  <a:cubicBezTo>
                    <a:pt x="57" y="130"/>
                    <a:pt x="57" y="130"/>
                    <a:pt x="57" y="130"/>
                  </a:cubicBezTo>
                  <a:cubicBezTo>
                    <a:pt x="57" y="130"/>
                    <a:pt x="56" y="130"/>
                    <a:pt x="55" y="130"/>
                  </a:cubicBezTo>
                  <a:cubicBezTo>
                    <a:pt x="48" y="131"/>
                    <a:pt x="44" y="131"/>
                    <a:pt x="41" y="131"/>
                  </a:cubicBezTo>
                  <a:cubicBezTo>
                    <a:pt x="32" y="131"/>
                    <a:pt x="25" y="130"/>
                    <a:pt x="22" y="126"/>
                  </a:cubicBezTo>
                  <a:cubicBezTo>
                    <a:pt x="18" y="122"/>
                    <a:pt x="16" y="116"/>
                    <a:pt x="16" y="107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6" y="28"/>
                    <a:pt x="16" y="28"/>
                    <a:pt x="16" y="28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8" name="Freeform 79">
              <a:extLst>
                <a:ext uri="{FF2B5EF4-FFF2-40B4-BE49-F238E27FC236}">
                  <a16:creationId xmlns:a16="http://schemas.microsoft.com/office/drawing/2014/main" id="{F1008A36-E770-4140-BBFA-6B35A4028B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99688" y="3860801"/>
              <a:ext cx="282575" cy="306388"/>
            </a:xfrm>
            <a:custGeom>
              <a:avLst/>
              <a:gdLst>
                <a:gd name="T0" fmla="*/ 101 w 101"/>
                <a:gd name="T1" fmla="*/ 61 h 109"/>
                <a:gd name="T2" fmla="*/ 24 w 101"/>
                <a:gd name="T3" fmla="*/ 61 h 109"/>
                <a:gd name="T4" fmla="*/ 32 w 101"/>
                <a:gd name="T5" fmla="*/ 83 h 109"/>
                <a:gd name="T6" fmla="*/ 52 w 101"/>
                <a:gd name="T7" fmla="*/ 91 h 109"/>
                <a:gd name="T8" fmla="*/ 68 w 101"/>
                <a:gd name="T9" fmla="*/ 86 h 109"/>
                <a:gd name="T10" fmla="*/ 76 w 101"/>
                <a:gd name="T11" fmla="*/ 74 h 109"/>
                <a:gd name="T12" fmla="*/ 100 w 101"/>
                <a:gd name="T13" fmla="*/ 74 h 109"/>
                <a:gd name="T14" fmla="*/ 83 w 101"/>
                <a:gd name="T15" fmla="*/ 100 h 109"/>
                <a:gd name="T16" fmla="*/ 51 w 101"/>
                <a:gd name="T17" fmla="*/ 109 h 109"/>
                <a:gd name="T18" fmla="*/ 14 w 101"/>
                <a:gd name="T19" fmla="*/ 95 h 109"/>
                <a:gd name="T20" fmla="*/ 0 w 101"/>
                <a:gd name="T21" fmla="*/ 55 h 109"/>
                <a:gd name="T22" fmla="*/ 14 w 101"/>
                <a:gd name="T23" fmla="*/ 15 h 109"/>
                <a:gd name="T24" fmla="*/ 51 w 101"/>
                <a:gd name="T25" fmla="*/ 0 h 109"/>
                <a:gd name="T26" fmla="*/ 88 w 101"/>
                <a:gd name="T27" fmla="*/ 14 h 109"/>
                <a:gd name="T28" fmla="*/ 101 w 101"/>
                <a:gd name="T29" fmla="*/ 53 h 109"/>
                <a:gd name="T30" fmla="*/ 101 w 101"/>
                <a:gd name="T31" fmla="*/ 60 h 109"/>
                <a:gd name="T32" fmla="*/ 101 w 101"/>
                <a:gd name="T33" fmla="*/ 61 h 109"/>
                <a:gd name="T34" fmla="*/ 77 w 101"/>
                <a:gd name="T35" fmla="*/ 45 h 109"/>
                <a:gd name="T36" fmla="*/ 70 w 101"/>
                <a:gd name="T37" fmla="*/ 26 h 109"/>
                <a:gd name="T38" fmla="*/ 51 w 101"/>
                <a:gd name="T39" fmla="*/ 19 h 109"/>
                <a:gd name="T40" fmla="*/ 32 w 101"/>
                <a:gd name="T41" fmla="*/ 26 h 109"/>
                <a:gd name="T42" fmla="*/ 24 w 101"/>
                <a:gd name="T43" fmla="*/ 45 h 109"/>
                <a:gd name="T44" fmla="*/ 77 w 101"/>
                <a:gd name="T45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1" h="109">
                  <a:moveTo>
                    <a:pt x="101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5" y="70"/>
                    <a:pt x="27" y="78"/>
                    <a:pt x="32" y="83"/>
                  </a:cubicBezTo>
                  <a:cubicBezTo>
                    <a:pt x="37" y="88"/>
                    <a:pt x="43" y="91"/>
                    <a:pt x="52" y="91"/>
                  </a:cubicBezTo>
                  <a:cubicBezTo>
                    <a:pt x="58" y="91"/>
                    <a:pt x="64" y="89"/>
                    <a:pt x="68" y="86"/>
                  </a:cubicBezTo>
                  <a:cubicBezTo>
                    <a:pt x="72" y="83"/>
                    <a:pt x="75" y="79"/>
                    <a:pt x="76" y="74"/>
                  </a:cubicBezTo>
                  <a:cubicBezTo>
                    <a:pt x="100" y="74"/>
                    <a:pt x="100" y="74"/>
                    <a:pt x="100" y="74"/>
                  </a:cubicBezTo>
                  <a:cubicBezTo>
                    <a:pt x="97" y="85"/>
                    <a:pt x="92" y="93"/>
                    <a:pt x="83" y="100"/>
                  </a:cubicBezTo>
                  <a:cubicBezTo>
                    <a:pt x="74" y="106"/>
                    <a:pt x="63" y="109"/>
                    <a:pt x="51" y="109"/>
                  </a:cubicBezTo>
                  <a:cubicBezTo>
                    <a:pt x="35" y="109"/>
                    <a:pt x="23" y="105"/>
                    <a:pt x="14" y="95"/>
                  </a:cubicBezTo>
                  <a:cubicBezTo>
                    <a:pt x="5" y="85"/>
                    <a:pt x="0" y="72"/>
                    <a:pt x="0" y="55"/>
                  </a:cubicBezTo>
                  <a:cubicBezTo>
                    <a:pt x="0" y="38"/>
                    <a:pt x="5" y="24"/>
                    <a:pt x="14" y="15"/>
                  </a:cubicBezTo>
                  <a:cubicBezTo>
                    <a:pt x="23" y="5"/>
                    <a:pt x="35" y="0"/>
                    <a:pt x="51" y="0"/>
                  </a:cubicBezTo>
                  <a:cubicBezTo>
                    <a:pt x="67" y="0"/>
                    <a:pt x="79" y="5"/>
                    <a:pt x="88" y="14"/>
                  </a:cubicBezTo>
                  <a:cubicBezTo>
                    <a:pt x="97" y="24"/>
                    <a:pt x="101" y="37"/>
                    <a:pt x="101" y="53"/>
                  </a:cubicBezTo>
                  <a:cubicBezTo>
                    <a:pt x="101" y="55"/>
                    <a:pt x="101" y="57"/>
                    <a:pt x="101" y="60"/>
                  </a:cubicBezTo>
                  <a:cubicBezTo>
                    <a:pt x="101" y="61"/>
                    <a:pt x="101" y="61"/>
                    <a:pt x="101" y="61"/>
                  </a:cubicBezTo>
                  <a:close/>
                  <a:moveTo>
                    <a:pt x="77" y="45"/>
                  </a:moveTo>
                  <a:cubicBezTo>
                    <a:pt x="77" y="37"/>
                    <a:pt x="74" y="30"/>
                    <a:pt x="70" y="26"/>
                  </a:cubicBezTo>
                  <a:cubicBezTo>
                    <a:pt x="65" y="21"/>
                    <a:pt x="59" y="19"/>
                    <a:pt x="51" y="19"/>
                  </a:cubicBezTo>
                  <a:cubicBezTo>
                    <a:pt x="43" y="19"/>
                    <a:pt x="37" y="21"/>
                    <a:pt x="32" y="26"/>
                  </a:cubicBezTo>
                  <a:cubicBezTo>
                    <a:pt x="28" y="30"/>
                    <a:pt x="25" y="37"/>
                    <a:pt x="24" y="45"/>
                  </a:cubicBezTo>
                  <a:lnTo>
                    <a:pt x="77" y="4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9" name="Freeform 80">
              <a:extLst>
                <a:ext uri="{FF2B5EF4-FFF2-40B4-BE49-F238E27FC236}">
                  <a16:creationId xmlns:a16="http://schemas.microsoft.com/office/drawing/2014/main" id="{F80B8E3B-80E3-4323-8C53-C643DDFA2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9413" y="3863976"/>
              <a:ext cx="161925" cy="295275"/>
            </a:xfrm>
            <a:custGeom>
              <a:avLst/>
              <a:gdLst>
                <a:gd name="T0" fmla="*/ 58 w 58"/>
                <a:gd name="T1" fmla="*/ 1 h 105"/>
                <a:gd name="T2" fmla="*/ 58 w 58"/>
                <a:gd name="T3" fmla="*/ 23 h 105"/>
                <a:gd name="T4" fmla="*/ 51 w 58"/>
                <a:gd name="T5" fmla="*/ 23 h 105"/>
                <a:gd name="T6" fmla="*/ 30 w 58"/>
                <a:gd name="T7" fmla="*/ 30 h 105"/>
                <a:gd name="T8" fmla="*/ 23 w 58"/>
                <a:gd name="T9" fmla="*/ 49 h 105"/>
                <a:gd name="T10" fmla="*/ 23 w 58"/>
                <a:gd name="T11" fmla="*/ 105 h 105"/>
                <a:gd name="T12" fmla="*/ 0 w 58"/>
                <a:gd name="T13" fmla="*/ 105 h 105"/>
                <a:gd name="T14" fmla="*/ 0 w 58"/>
                <a:gd name="T15" fmla="*/ 3 h 105"/>
                <a:gd name="T16" fmla="*/ 22 w 58"/>
                <a:gd name="T17" fmla="*/ 3 h 105"/>
                <a:gd name="T18" fmla="*/ 22 w 58"/>
                <a:gd name="T19" fmla="*/ 21 h 105"/>
                <a:gd name="T20" fmla="*/ 34 w 58"/>
                <a:gd name="T21" fmla="*/ 5 h 105"/>
                <a:gd name="T22" fmla="*/ 52 w 58"/>
                <a:gd name="T23" fmla="*/ 0 h 105"/>
                <a:gd name="T24" fmla="*/ 53 w 58"/>
                <a:gd name="T25" fmla="*/ 0 h 105"/>
                <a:gd name="T26" fmla="*/ 58 w 58"/>
                <a:gd name="T27" fmla="*/ 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" h="105">
                  <a:moveTo>
                    <a:pt x="58" y="1"/>
                  </a:moveTo>
                  <a:cubicBezTo>
                    <a:pt x="58" y="23"/>
                    <a:pt x="58" y="23"/>
                    <a:pt x="58" y="23"/>
                  </a:cubicBezTo>
                  <a:cubicBezTo>
                    <a:pt x="51" y="23"/>
                    <a:pt x="51" y="23"/>
                    <a:pt x="51" y="23"/>
                  </a:cubicBezTo>
                  <a:cubicBezTo>
                    <a:pt x="42" y="23"/>
                    <a:pt x="35" y="25"/>
                    <a:pt x="30" y="30"/>
                  </a:cubicBezTo>
                  <a:cubicBezTo>
                    <a:pt x="26" y="34"/>
                    <a:pt x="23" y="41"/>
                    <a:pt x="23" y="49"/>
                  </a:cubicBezTo>
                  <a:cubicBezTo>
                    <a:pt x="23" y="105"/>
                    <a:pt x="23" y="105"/>
                    <a:pt x="23" y="10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5" y="14"/>
                    <a:pt x="29" y="9"/>
                    <a:pt x="34" y="5"/>
                  </a:cubicBezTo>
                  <a:cubicBezTo>
                    <a:pt x="40" y="2"/>
                    <a:pt x="46" y="0"/>
                    <a:pt x="52" y="0"/>
                  </a:cubicBezTo>
                  <a:cubicBezTo>
                    <a:pt x="52" y="0"/>
                    <a:pt x="53" y="0"/>
                    <a:pt x="53" y="0"/>
                  </a:cubicBezTo>
                  <a:cubicBezTo>
                    <a:pt x="55" y="0"/>
                    <a:pt x="56" y="1"/>
                    <a:pt x="58" y="1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Freeform 5">
            <a:extLst>
              <a:ext uri="{FF2B5EF4-FFF2-40B4-BE49-F238E27FC236}">
                <a16:creationId xmlns:a16="http://schemas.microsoft.com/office/drawing/2014/main" id="{B76697AF-C25F-44CB-9613-881A442D9671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067800" y="356568"/>
            <a:ext cx="519630" cy="519630"/>
          </a:xfrm>
          <a:custGeom>
            <a:avLst/>
            <a:gdLst>
              <a:gd name="T0" fmla="*/ 743 w 795"/>
              <a:gd name="T1" fmla="*/ 555 h 794"/>
              <a:gd name="T2" fmla="*/ 700 w 795"/>
              <a:gd name="T3" fmla="*/ 141 h 794"/>
              <a:gd name="T4" fmla="*/ 677 w 795"/>
              <a:gd name="T5" fmla="*/ 400 h 794"/>
              <a:gd name="T6" fmla="*/ 629 w 795"/>
              <a:gd name="T7" fmla="*/ 566 h 794"/>
              <a:gd name="T8" fmla="*/ 611 w 795"/>
              <a:gd name="T9" fmla="*/ 685 h 794"/>
              <a:gd name="T10" fmla="*/ 603 w 795"/>
              <a:gd name="T11" fmla="*/ 683 h 794"/>
              <a:gd name="T12" fmla="*/ 589 w 795"/>
              <a:gd name="T13" fmla="*/ 745 h 794"/>
              <a:gd name="T14" fmla="*/ 575 w 795"/>
              <a:gd name="T15" fmla="*/ 158 h 794"/>
              <a:gd name="T16" fmla="*/ 569 w 795"/>
              <a:gd name="T17" fmla="*/ 555 h 794"/>
              <a:gd name="T18" fmla="*/ 559 w 795"/>
              <a:gd name="T19" fmla="*/ 535 h 794"/>
              <a:gd name="T20" fmla="*/ 540 w 795"/>
              <a:gd name="T21" fmla="*/ 405 h 794"/>
              <a:gd name="T22" fmla="*/ 535 w 795"/>
              <a:gd name="T23" fmla="*/ 302 h 794"/>
              <a:gd name="T24" fmla="*/ 522 w 795"/>
              <a:gd name="T25" fmla="*/ 774 h 794"/>
              <a:gd name="T26" fmla="*/ 509 w 795"/>
              <a:gd name="T27" fmla="*/ 132 h 794"/>
              <a:gd name="T28" fmla="*/ 499 w 795"/>
              <a:gd name="T29" fmla="*/ 668 h 794"/>
              <a:gd name="T30" fmla="*/ 496 w 795"/>
              <a:gd name="T31" fmla="*/ 319 h 794"/>
              <a:gd name="T32" fmla="*/ 491 w 795"/>
              <a:gd name="T33" fmla="*/ 598 h 794"/>
              <a:gd name="T34" fmla="*/ 486 w 795"/>
              <a:gd name="T35" fmla="*/ 329 h 794"/>
              <a:gd name="T36" fmla="*/ 486 w 795"/>
              <a:gd name="T37" fmla="*/ 751 h 794"/>
              <a:gd name="T38" fmla="*/ 484 w 795"/>
              <a:gd name="T39" fmla="*/ 344 h 794"/>
              <a:gd name="T40" fmla="*/ 476 w 795"/>
              <a:gd name="T41" fmla="*/ 626 h 794"/>
              <a:gd name="T42" fmla="*/ 468 w 795"/>
              <a:gd name="T43" fmla="*/ 218 h 794"/>
              <a:gd name="T44" fmla="*/ 468 w 795"/>
              <a:gd name="T45" fmla="*/ 622 h 794"/>
              <a:gd name="T46" fmla="*/ 456 w 795"/>
              <a:gd name="T47" fmla="*/ 234 h 794"/>
              <a:gd name="T48" fmla="*/ 452 w 795"/>
              <a:gd name="T49" fmla="*/ 563 h 794"/>
              <a:gd name="T50" fmla="*/ 446 w 795"/>
              <a:gd name="T51" fmla="*/ 127 h 794"/>
              <a:gd name="T52" fmla="*/ 437 w 795"/>
              <a:gd name="T53" fmla="*/ 613 h 794"/>
              <a:gd name="T54" fmla="*/ 427 w 795"/>
              <a:gd name="T55" fmla="*/ 495 h 794"/>
              <a:gd name="T56" fmla="*/ 419 w 795"/>
              <a:gd name="T57" fmla="*/ 712 h 794"/>
              <a:gd name="T58" fmla="*/ 404 w 795"/>
              <a:gd name="T59" fmla="*/ 563 h 794"/>
              <a:gd name="T60" fmla="*/ 402 w 795"/>
              <a:gd name="T61" fmla="*/ 185 h 794"/>
              <a:gd name="T62" fmla="*/ 402 w 795"/>
              <a:gd name="T63" fmla="*/ 342 h 794"/>
              <a:gd name="T64" fmla="*/ 393 w 795"/>
              <a:gd name="T65" fmla="*/ 591 h 794"/>
              <a:gd name="T66" fmla="*/ 391 w 795"/>
              <a:gd name="T67" fmla="*/ 188 h 794"/>
              <a:gd name="T68" fmla="*/ 379 w 795"/>
              <a:gd name="T69" fmla="*/ 299 h 794"/>
              <a:gd name="T70" fmla="*/ 373 w 795"/>
              <a:gd name="T71" fmla="*/ 680 h 794"/>
              <a:gd name="T72" fmla="*/ 370 w 795"/>
              <a:gd name="T73" fmla="*/ 543 h 794"/>
              <a:gd name="T74" fmla="*/ 354 w 795"/>
              <a:gd name="T75" fmla="*/ 378 h 794"/>
              <a:gd name="T76" fmla="*/ 349 w 795"/>
              <a:gd name="T77" fmla="*/ 283 h 794"/>
              <a:gd name="T78" fmla="*/ 337 w 795"/>
              <a:gd name="T79" fmla="*/ 14 h 794"/>
              <a:gd name="T80" fmla="*/ 328 w 795"/>
              <a:gd name="T81" fmla="*/ 336 h 794"/>
              <a:gd name="T82" fmla="*/ 311 w 795"/>
              <a:gd name="T83" fmla="*/ 23 h 794"/>
              <a:gd name="T84" fmla="*/ 311 w 795"/>
              <a:gd name="T85" fmla="*/ 494 h 794"/>
              <a:gd name="T86" fmla="*/ 307 w 795"/>
              <a:gd name="T87" fmla="*/ 356 h 794"/>
              <a:gd name="T88" fmla="*/ 301 w 795"/>
              <a:gd name="T89" fmla="*/ 81 h 794"/>
              <a:gd name="T90" fmla="*/ 301 w 795"/>
              <a:gd name="T91" fmla="*/ 422 h 794"/>
              <a:gd name="T92" fmla="*/ 295 w 795"/>
              <a:gd name="T93" fmla="*/ 187 h 794"/>
              <a:gd name="T94" fmla="*/ 293 w 795"/>
              <a:gd name="T95" fmla="*/ 616 h 794"/>
              <a:gd name="T96" fmla="*/ 291 w 795"/>
              <a:gd name="T97" fmla="*/ 469 h 794"/>
              <a:gd name="T98" fmla="*/ 280 w 795"/>
              <a:gd name="T99" fmla="*/ 298 h 794"/>
              <a:gd name="T100" fmla="*/ 272 w 795"/>
              <a:gd name="T101" fmla="*/ 442 h 794"/>
              <a:gd name="T102" fmla="*/ 262 w 795"/>
              <a:gd name="T103" fmla="*/ 381 h 794"/>
              <a:gd name="T104" fmla="*/ 251 w 795"/>
              <a:gd name="T105" fmla="*/ 66 h 794"/>
              <a:gd name="T106" fmla="*/ 248 w 795"/>
              <a:gd name="T107" fmla="*/ 534 h 794"/>
              <a:gd name="T108" fmla="*/ 222 w 795"/>
              <a:gd name="T109" fmla="*/ 217 h 794"/>
              <a:gd name="T110" fmla="*/ 210 w 795"/>
              <a:gd name="T111" fmla="*/ 598 h 794"/>
              <a:gd name="T112" fmla="*/ 200 w 795"/>
              <a:gd name="T113" fmla="*/ 622 h 794"/>
              <a:gd name="T114" fmla="*/ 192 w 795"/>
              <a:gd name="T115" fmla="*/ 59 h 794"/>
              <a:gd name="T116" fmla="*/ 189 w 795"/>
              <a:gd name="T117" fmla="*/ 576 h 794"/>
              <a:gd name="T118" fmla="*/ 173 w 795"/>
              <a:gd name="T119" fmla="*/ 588 h 794"/>
              <a:gd name="T120" fmla="*/ 148 w 795"/>
              <a:gd name="T121" fmla="*/ 196 h 794"/>
              <a:gd name="T122" fmla="*/ 103 w 795"/>
              <a:gd name="T123" fmla="*/ 313 h 794"/>
              <a:gd name="T124" fmla="*/ 68 w 795"/>
              <a:gd name="T125" fmla="*/ 211 h 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95" h="794">
                <a:moveTo>
                  <a:pt x="770" y="265"/>
                </a:moveTo>
                <a:cubicBezTo>
                  <a:pt x="775" y="277"/>
                  <a:pt x="779" y="289"/>
                  <a:pt x="783" y="302"/>
                </a:cubicBezTo>
                <a:cubicBezTo>
                  <a:pt x="783" y="304"/>
                  <a:pt x="783" y="306"/>
                  <a:pt x="783" y="309"/>
                </a:cubicBezTo>
                <a:cubicBezTo>
                  <a:pt x="789" y="331"/>
                  <a:pt x="795" y="357"/>
                  <a:pt x="792" y="381"/>
                </a:cubicBezTo>
                <a:cubicBezTo>
                  <a:pt x="795" y="400"/>
                  <a:pt x="792" y="420"/>
                  <a:pt x="792" y="439"/>
                </a:cubicBezTo>
                <a:cubicBezTo>
                  <a:pt x="787" y="453"/>
                  <a:pt x="791" y="467"/>
                  <a:pt x="784" y="480"/>
                </a:cubicBezTo>
                <a:cubicBezTo>
                  <a:pt x="782" y="498"/>
                  <a:pt x="775" y="512"/>
                  <a:pt x="772" y="529"/>
                </a:cubicBezTo>
                <a:cubicBezTo>
                  <a:pt x="772" y="530"/>
                  <a:pt x="771" y="532"/>
                  <a:pt x="770" y="534"/>
                </a:cubicBezTo>
                <a:cubicBezTo>
                  <a:pt x="770" y="506"/>
                  <a:pt x="770" y="506"/>
                  <a:pt x="770" y="506"/>
                </a:cubicBezTo>
                <a:cubicBezTo>
                  <a:pt x="773" y="502"/>
                  <a:pt x="775" y="496"/>
                  <a:pt x="774" y="489"/>
                </a:cubicBezTo>
                <a:cubicBezTo>
                  <a:pt x="773" y="490"/>
                  <a:pt x="772" y="491"/>
                  <a:pt x="770" y="491"/>
                </a:cubicBezTo>
                <a:cubicBezTo>
                  <a:pt x="770" y="480"/>
                  <a:pt x="770" y="480"/>
                  <a:pt x="770" y="480"/>
                </a:cubicBezTo>
                <a:cubicBezTo>
                  <a:pt x="777" y="476"/>
                  <a:pt x="781" y="470"/>
                  <a:pt x="780" y="456"/>
                </a:cubicBezTo>
                <a:cubicBezTo>
                  <a:pt x="776" y="457"/>
                  <a:pt x="773" y="459"/>
                  <a:pt x="770" y="460"/>
                </a:cubicBezTo>
                <a:cubicBezTo>
                  <a:pt x="770" y="451"/>
                  <a:pt x="770" y="451"/>
                  <a:pt x="770" y="451"/>
                </a:cubicBezTo>
                <a:cubicBezTo>
                  <a:pt x="781" y="446"/>
                  <a:pt x="785" y="441"/>
                  <a:pt x="786" y="423"/>
                </a:cubicBezTo>
                <a:cubicBezTo>
                  <a:pt x="781" y="423"/>
                  <a:pt x="775" y="426"/>
                  <a:pt x="770" y="429"/>
                </a:cubicBezTo>
                <a:cubicBezTo>
                  <a:pt x="770" y="420"/>
                  <a:pt x="770" y="420"/>
                  <a:pt x="770" y="420"/>
                </a:cubicBezTo>
                <a:cubicBezTo>
                  <a:pt x="783" y="414"/>
                  <a:pt x="787" y="410"/>
                  <a:pt x="786" y="389"/>
                </a:cubicBezTo>
                <a:cubicBezTo>
                  <a:pt x="781" y="390"/>
                  <a:pt x="775" y="393"/>
                  <a:pt x="770" y="397"/>
                </a:cubicBezTo>
                <a:cubicBezTo>
                  <a:pt x="770" y="388"/>
                  <a:pt x="770" y="388"/>
                  <a:pt x="770" y="388"/>
                </a:cubicBezTo>
                <a:cubicBezTo>
                  <a:pt x="782" y="381"/>
                  <a:pt x="787" y="374"/>
                  <a:pt x="784" y="355"/>
                </a:cubicBezTo>
                <a:cubicBezTo>
                  <a:pt x="779" y="357"/>
                  <a:pt x="775" y="360"/>
                  <a:pt x="770" y="363"/>
                </a:cubicBezTo>
                <a:cubicBezTo>
                  <a:pt x="770" y="354"/>
                  <a:pt x="770" y="354"/>
                  <a:pt x="770" y="354"/>
                </a:cubicBezTo>
                <a:cubicBezTo>
                  <a:pt x="777" y="348"/>
                  <a:pt x="781" y="342"/>
                  <a:pt x="781" y="328"/>
                </a:cubicBezTo>
                <a:cubicBezTo>
                  <a:pt x="780" y="325"/>
                  <a:pt x="778" y="323"/>
                  <a:pt x="778" y="321"/>
                </a:cubicBezTo>
                <a:cubicBezTo>
                  <a:pt x="775" y="323"/>
                  <a:pt x="772" y="326"/>
                  <a:pt x="770" y="328"/>
                </a:cubicBezTo>
                <a:cubicBezTo>
                  <a:pt x="770" y="314"/>
                  <a:pt x="770" y="314"/>
                  <a:pt x="770" y="314"/>
                </a:cubicBezTo>
                <a:cubicBezTo>
                  <a:pt x="774" y="308"/>
                  <a:pt x="775" y="300"/>
                  <a:pt x="770" y="288"/>
                </a:cubicBezTo>
                <a:lnTo>
                  <a:pt x="770" y="265"/>
                </a:lnTo>
                <a:close/>
                <a:moveTo>
                  <a:pt x="755" y="228"/>
                </a:moveTo>
                <a:cubicBezTo>
                  <a:pt x="761" y="240"/>
                  <a:pt x="766" y="252"/>
                  <a:pt x="770" y="265"/>
                </a:cubicBezTo>
                <a:cubicBezTo>
                  <a:pt x="770" y="288"/>
                  <a:pt x="770" y="288"/>
                  <a:pt x="770" y="288"/>
                </a:cubicBezTo>
                <a:cubicBezTo>
                  <a:pt x="770" y="288"/>
                  <a:pt x="770" y="288"/>
                  <a:pt x="770" y="288"/>
                </a:cubicBezTo>
                <a:cubicBezTo>
                  <a:pt x="769" y="290"/>
                  <a:pt x="769" y="290"/>
                  <a:pt x="755" y="303"/>
                </a:cubicBezTo>
                <a:cubicBezTo>
                  <a:pt x="755" y="290"/>
                  <a:pt x="755" y="290"/>
                  <a:pt x="755" y="290"/>
                </a:cubicBezTo>
                <a:cubicBezTo>
                  <a:pt x="764" y="281"/>
                  <a:pt x="767" y="274"/>
                  <a:pt x="759" y="256"/>
                </a:cubicBezTo>
                <a:cubicBezTo>
                  <a:pt x="757" y="258"/>
                  <a:pt x="756" y="260"/>
                  <a:pt x="755" y="261"/>
                </a:cubicBezTo>
                <a:cubicBezTo>
                  <a:pt x="755" y="228"/>
                  <a:pt x="755" y="228"/>
                  <a:pt x="755" y="228"/>
                </a:cubicBezTo>
                <a:close/>
                <a:moveTo>
                  <a:pt x="770" y="534"/>
                </a:moveTo>
                <a:cubicBezTo>
                  <a:pt x="766" y="545"/>
                  <a:pt x="760" y="556"/>
                  <a:pt x="755" y="567"/>
                </a:cubicBezTo>
                <a:cubicBezTo>
                  <a:pt x="755" y="540"/>
                  <a:pt x="755" y="540"/>
                  <a:pt x="755" y="540"/>
                </a:cubicBezTo>
                <a:cubicBezTo>
                  <a:pt x="759" y="537"/>
                  <a:pt x="763" y="531"/>
                  <a:pt x="766" y="522"/>
                </a:cubicBezTo>
                <a:cubicBezTo>
                  <a:pt x="762" y="523"/>
                  <a:pt x="759" y="523"/>
                  <a:pt x="755" y="524"/>
                </a:cubicBezTo>
                <a:cubicBezTo>
                  <a:pt x="755" y="514"/>
                  <a:pt x="755" y="514"/>
                  <a:pt x="755" y="514"/>
                </a:cubicBezTo>
                <a:cubicBezTo>
                  <a:pt x="762" y="513"/>
                  <a:pt x="767" y="510"/>
                  <a:pt x="770" y="506"/>
                </a:cubicBezTo>
                <a:cubicBezTo>
                  <a:pt x="770" y="534"/>
                  <a:pt x="770" y="534"/>
                  <a:pt x="770" y="534"/>
                </a:cubicBezTo>
                <a:close/>
                <a:moveTo>
                  <a:pt x="770" y="314"/>
                </a:moveTo>
                <a:cubicBezTo>
                  <a:pt x="770" y="328"/>
                  <a:pt x="770" y="328"/>
                  <a:pt x="770" y="328"/>
                </a:cubicBezTo>
                <a:cubicBezTo>
                  <a:pt x="763" y="333"/>
                  <a:pt x="758" y="338"/>
                  <a:pt x="755" y="344"/>
                </a:cubicBezTo>
                <a:cubicBezTo>
                  <a:pt x="755" y="329"/>
                  <a:pt x="755" y="329"/>
                  <a:pt x="755" y="329"/>
                </a:cubicBezTo>
                <a:cubicBezTo>
                  <a:pt x="762" y="324"/>
                  <a:pt x="767" y="319"/>
                  <a:pt x="770" y="314"/>
                </a:cubicBezTo>
                <a:close/>
                <a:moveTo>
                  <a:pt x="770" y="354"/>
                </a:moveTo>
                <a:cubicBezTo>
                  <a:pt x="770" y="363"/>
                  <a:pt x="770" y="363"/>
                  <a:pt x="770" y="363"/>
                </a:cubicBezTo>
                <a:cubicBezTo>
                  <a:pt x="764" y="368"/>
                  <a:pt x="758" y="374"/>
                  <a:pt x="756" y="381"/>
                </a:cubicBezTo>
                <a:cubicBezTo>
                  <a:pt x="756" y="386"/>
                  <a:pt x="756" y="391"/>
                  <a:pt x="756" y="396"/>
                </a:cubicBezTo>
                <a:cubicBezTo>
                  <a:pt x="762" y="393"/>
                  <a:pt x="766" y="390"/>
                  <a:pt x="770" y="388"/>
                </a:cubicBezTo>
                <a:cubicBezTo>
                  <a:pt x="770" y="397"/>
                  <a:pt x="770" y="397"/>
                  <a:pt x="770" y="397"/>
                </a:cubicBezTo>
                <a:cubicBezTo>
                  <a:pt x="764" y="401"/>
                  <a:pt x="758" y="406"/>
                  <a:pt x="756" y="412"/>
                </a:cubicBezTo>
                <a:cubicBezTo>
                  <a:pt x="755" y="416"/>
                  <a:pt x="755" y="420"/>
                  <a:pt x="755" y="424"/>
                </a:cubicBezTo>
                <a:cubicBezTo>
                  <a:pt x="755" y="364"/>
                  <a:pt x="755" y="364"/>
                  <a:pt x="755" y="364"/>
                </a:cubicBezTo>
                <a:cubicBezTo>
                  <a:pt x="762" y="360"/>
                  <a:pt x="766" y="357"/>
                  <a:pt x="770" y="354"/>
                </a:cubicBezTo>
                <a:close/>
                <a:moveTo>
                  <a:pt x="770" y="420"/>
                </a:moveTo>
                <a:cubicBezTo>
                  <a:pt x="766" y="422"/>
                  <a:pt x="761" y="424"/>
                  <a:pt x="755" y="427"/>
                </a:cubicBezTo>
                <a:cubicBezTo>
                  <a:pt x="755" y="440"/>
                  <a:pt x="755" y="440"/>
                  <a:pt x="755" y="440"/>
                </a:cubicBezTo>
                <a:cubicBezTo>
                  <a:pt x="755" y="439"/>
                  <a:pt x="756" y="438"/>
                  <a:pt x="756" y="438"/>
                </a:cubicBezTo>
                <a:cubicBezTo>
                  <a:pt x="760" y="435"/>
                  <a:pt x="765" y="432"/>
                  <a:pt x="770" y="429"/>
                </a:cubicBezTo>
                <a:cubicBezTo>
                  <a:pt x="770" y="420"/>
                  <a:pt x="770" y="420"/>
                  <a:pt x="770" y="420"/>
                </a:cubicBezTo>
                <a:close/>
                <a:moveTo>
                  <a:pt x="770" y="451"/>
                </a:moveTo>
                <a:cubicBezTo>
                  <a:pt x="770" y="460"/>
                  <a:pt x="770" y="460"/>
                  <a:pt x="770" y="460"/>
                </a:cubicBezTo>
                <a:cubicBezTo>
                  <a:pt x="764" y="463"/>
                  <a:pt x="759" y="464"/>
                  <a:pt x="755" y="467"/>
                </a:cubicBezTo>
                <a:cubicBezTo>
                  <a:pt x="755" y="457"/>
                  <a:pt x="755" y="457"/>
                  <a:pt x="755" y="457"/>
                </a:cubicBezTo>
                <a:cubicBezTo>
                  <a:pt x="761" y="455"/>
                  <a:pt x="766" y="453"/>
                  <a:pt x="770" y="451"/>
                </a:cubicBezTo>
                <a:close/>
                <a:moveTo>
                  <a:pt x="770" y="480"/>
                </a:moveTo>
                <a:cubicBezTo>
                  <a:pt x="770" y="491"/>
                  <a:pt x="770" y="491"/>
                  <a:pt x="770" y="491"/>
                </a:cubicBezTo>
                <a:cubicBezTo>
                  <a:pt x="764" y="494"/>
                  <a:pt x="759" y="495"/>
                  <a:pt x="755" y="497"/>
                </a:cubicBezTo>
                <a:cubicBezTo>
                  <a:pt x="755" y="486"/>
                  <a:pt x="755" y="486"/>
                  <a:pt x="755" y="486"/>
                </a:cubicBezTo>
                <a:cubicBezTo>
                  <a:pt x="761" y="484"/>
                  <a:pt x="766" y="483"/>
                  <a:pt x="770" y="480"/>
                </a:cubicBezTo>
                <a:close/>
                <a:moveTo>
                  <a:pt x="749" y="214"/>
                </a:moveTo>
                <a:cubicBezTo>
                  <a:pt x="751" y="219"/>
                  <a:pt x="753" y="224"/>
                  <a:pt x="755" y="228"/>
                </a:cubicBezTo>
                <a:cubicBezTo>
                  <a:pt x="755" y="261"/>
                  <a:pt x="755" y="261"/>
                  <a:pt x="755" y="261"/>
                </a:cubicBezTo>
                <a:cubicBezTo>
                  <a:pt x="753" y="264"/>
                  <a:pt x="752" y="266"/>
                  <a:pt x="749" y="269"/>
                </a:cubicBezTo>
                <a:cubicBezTo>
                  <a:pt x="749" y="253"/>
                  <a:pt x="749" y="253"/>
                  <a:pt x="749" y="253"/>
                </a:cubicBezTo>
                <a:cubicBezTo>
                  <a:pt x="753" y="246"/>
                  <a:pt x="755" y="238"/>
                  <a:pt x="749" y="230"/>
                </a:cubicBezTo>
                <a:cubicBezTo>
                  <a:pt x="749" y="214"/>
                  <a:pt x="749" y="214"/>
                  <a:pt x="749" y="214"/>
                </a:cubicBezTo>
                <a:close/>
                <a:moveTo>
                  <a:pt x="755" y="567"/>
                </a:moveTo>
                <a:cubicBezTo>
                  <a:pt x="753" y="571"/>
                  <a:pt x="751" y="576"/>
                  <a:pt x="749" y="580"/>
                </a:cubicBezTo>
                <a:cubicBezTo>
                  <a:pt x="749" y="564"/>
                  <a:pt x="749" y="564"/>
                  <a:pt x="749" y="564"/>
                </a:cubicBezTo>
                <a:cubicBezTo>
                  <a:pt x="751" y="561"/>
                  <a:pt x="752" y="558"/>
                  <a:pt x="753" y="553"/>
                </a:cubicBezTo>
                <a:cubicBezTo>
                  <a:pt x="749" y="554"/>
                  <a:pt x="749" y="554"/>
                  <a:pt x="749" y="554"/>
                </a:cubicBezTo>
                <a:cubicBezTo>
                  <a:pt x="749" y="544"/>
                  <a:pt x="749" y="544"/>
                  <a:pt x="749" y="544"/>
                </a:cubicBezTo>
                <a:cubicBezTo>
                  <a:pt x="751" y="543"/>
                  <a:pt x="753" y="542"/>
                  <a:pt x="755" y="540"/>
                </a:cubicBezTo>
                <a:cubicBezTo>
                  <a:pt x="755" y="567"/>
                  <a:pt x="755" y="567"/>
                  <a:pt x="755" y="567"/>
                </a:cubicBezTo>
                <a:close/>
                <a:moveTo>
                  <a:pt x="755" y="290"/>
                </a:moveTo>
                <a:cubicBezTo>
                  <a:pt x="755" y="303"/>
                  <a:pt x="755" y="303"/>
                  <a:pt x="755" y="303"/>
                </a:cubicBezTo>
                <a:cubicBezTo>
                  <a:pt x="753" y="305"/>
                  <a:pt x="753" y="305"/>
                  <a:pt x="753" y="305"/>
                </a:cubicBezTo>
                <a:cubicBezTo>
                  <a:pt x="751" y="309"/>
                  <a:pt x="750" y="311"/>
                  <a:pt x="749" y="314"/>
                </a:cubicBezTo>
                <a:cubicBezTo>
                  <a:pt x="749" y="297"/>
                  <a:pt x="749" y="297"/>
                  <a:pt x="749" y="297"/>
                </a:cubicBezTo>
                <a:cubicBezTo>
                  <a:pt x="751" y="294"/>
                  <a:pt x="753" y="292"/>
                  <a:pt x="755" y="290"/>
                </a:cubicBezTo>
                <a:close/>
                <a:moveTo>
                  <a:pt x="755" y="329"/>
                </a:moveTo>
                <a:cubicBezTo>
                  <a:pt x="755" y="344"/>
                  <a:pt x="755" y="344"/>
                  <a:pt x="755" y="344"/>
                </a:cubicBezTo>
                <a:cubicBezTo>
                  <a:pt x="753" y="349"/>
                  <a:pt x="753" y="355"/>
                  <a:pt x="755" y="364"/>
                </a:cubicBezTo>
                <a:cubicBezTo>
                  <a:pt x="755" y="364"/>
                  <a:pt x="755" y="364"/>
                  <a:pt x="755" y="364"/>
                </a:cubicBezTo>
                <a:cubicBezTo>
                  <a:pt x="755" y="424"/>
                  <a:pt x="755" y="424"/>
                  <a:pt x="755" y="424"/>
                </a:cubicBezTo>
                <a:cubicBezTo>
                  <a:pt x="755" y="427"/>
                  <a:pt x="755" y="427"/>
                  <a:pt x="755" y="427"/>
                </a:cubicBezTo>
                <a:cubicBezTo>
                  <a:pt x="755" y="427"/>
                  <a:pt x="755" y="427"/>
                  <a:pt x="755" y="427"/>
                </a:cubicBezTo>
                <a:cubicBezTo>
                  <a:pt x="755" y="440"/>
                  <a:pt x="755" y="440"/>
                  <a:pt x="755" y="440"/>
                </a:cubicBezTo>
                <a:cubicBezTo>
                  <a:pt x="753" y="446"/>
                  <a:pt x="752" y="451"/>
                  <a:pt x="752" y="458"/>
                </a:cubicBezTo>
                <a:cubicBezTo>
                  <a:pt x="753" y="458"/>
                  <a:pt x="754" y="457"/>
                  <a:pt x="755" y="457"/>
                </a:cubicBezTo>
                <a:cubicBezTo>
                  <a:pt x="755" y="467"/>
                  <a:pt x="755" y="467"/>
                  <a:pt x="755" y="467"/>
                </a:cubicBezTo>
                <a:cubicBezTo>
                  <a:pt x="753" y="469"/>
                  <a:pt x="751" y="472"/>
                  <a:pt x="749" y="475"/>
                </a:cubicBezTo>
                <a:cubicBezTo>
                  <a:pt x="749" y="408"/>
                  <a:pt x="749" y="408"/>
                  <a:pt x="749" y="408"/>
                </a:cubicBezTo>
                <a:cubicBezTo>
                  <a:pt x="749" y="407"/>
                  <a:pt x="749" y="406"/>
                  <a:pt x="750" y="405"/>
                </a:cubicBezTo>
                <a:cubicBezTo>
                  <a:pt x="749" y="400"/>
                  <a:pt x="749" y="395"/>
                  <a:pt x="749" y="390"/>
                </a:cubicBezTo>
                <a:cubicBezTo>
                  <a:pt x="749" y="328"/>
                  <a:pt x="749" y="328"/>
                  <a:pt x="749" y="328"/>
                </a:cubicBezTo>
                <a:cubicBezTo>
                  <a:pt x="749" y="330"/>
                  <a:pt x="750" y="331"/>
                  <a:pt x="751" y="333"/>
                </a:cubicBezTo>
                <a:cubicBezTo>
                  <a:pt x="752" y="332"/>
                  <a:pt x="754" y="331"/>
                  <a:pt x="755" y="329"/>
                </a:cubicBezTo>
                <a:close/>
                <a:moveTo>
                  <a:pt x="755" y="486"/>
                </a:moveTo>
                <a:cubicBezTo>
                  <a:pt x="755" y="497"/>
                  <a:pt x="755" y="497"/>
                  <a:pt x="755" y="497"/>
                </a:cubicBezTo>
                <a:cubicBezTo>
                  <a:pt x="753" y="497"/>
                  <a:pt x="751" y="498"/>
                  <a:pt x="749" y="498"/>
                </a:cubicBezTo>
                <a:cubicBezTo>
                  <a:pt x="749" y="488"/>
                  <a:pt x="749" y="488"/>
                  <a:pt x="749" y="488"/>
                </a:cubicBezTo>
                <a:cubicBezTo>
                  <a:pt x="751" y="487"/>
                  <a:pt x="753" y="487"/>
                  <a:pt x="755" y="486"/>
                </a:cubicBezTo>
                <a:close/>
                <a:moveTo>
                  <a:pt x="755" y="514"/>
                </a:moveTo>
                <a:cubicBezTo>
                  <a:pt x="755" y="524"/>
                  <a:pt x="755" y="524"/>
                  <a:pt x="755" y="524"/>
                </a:cubicBezTo>
                <a:cubicBezTo>
                  <a:pt x="753" y="524"/>
                  <a:pt x="751" y="525"/>
                  <a:pt x="749" y="525"/>
                </a:cubicBezTo>
                <a:cubicBezTo>
                  <a:pt x="749" y="516"/>
                  <a:pt x="749" y="516"/>
                  <a:pt x="749" y="516"/>
                </a:cubicBezTo>
                <a:cubicBezTo>
                  <a:pt x="751" y="516"/>
                  <a:pt x="753" y="515"/>
                  <a:pt x="755" y="514"/>
                </a:cubicBezTo>
                <a:close/>
                <a:moveTo>
                  <a:pt x="747" y="211"/>
                </a:moveTo>
                <a:cubicBezTo>
                  <a:pt x="748" y="212"/>
                  <a:pt x="748" y="213"/>
                  <a:pt x="749" y="214"/>
                </a:cubicBezTo>
                <a:cubicBezTo>
                  <a:pt x="749" y="230"/>
                  <a:pt x="749" y="230"/>
                  <a:pt x="749" y="230"/>
                </a:cubicBezTo>
                <a:cubicBezTo>
                  <a:pt x="748" y="229"/>
                  <a:pt x="748" y="228"/>
                  <a:pt x="747" y="227"/>
                </a:cubicBezTo>
                <a:cubicBezTo>
                  <a:pt x="747" y="211"/>
                  <a:pt x="747" y="211"/>
                  <a:pt x="747" y="211"/>
                </a:cubicBezTo>
                <a:close/>
                <a:moveTo>
                  <a:pt x="749" y="580"/>
                </a:moveTo>
                <a:cubicBezTo>
                  <a:pt x="747" y="584"/>
                  <a:pt x="747" y="584"/>
                  <a:pt x="747" y="584"/>
                </a:cubicBezTo>
                <a:cubicBezTo>
                  <a:pt x="747" y="567"/>
                  <a:pt x="747" y="567"/>
                  <a:pt x="747" y="567"/>
                </a:cubicBezTo>
                <a:cubicBezTo>
                  <a:pt x="748" y="566"/>
                  <a:pt x="748" y="565"/>
                  <a:pt x="749" y="564"/>
                </a:cubicBezTo>
                <a:cubicBezTo>
                  <a:pt x="749" y="580"/>
                  <a:pt x="749" y="580"/>
                  <a:pt x="749" y="580"/>
                </a:cubicBezTo>
                <a:close/>
                <a:moveTo>
                  <a:pt x="749" y="253"/>
                </a:moveTo>
                <a:cubicBezTo>
                  <a:pt x="749" y="269"/>
                  <a:pt x="749" y="269"/>
                  <a:pt x="749" y="269"/>
                </a:cubicBezTo>
                <a:cubicBezTo>
                  <a:pt x="747" y="271"/>
                  <a:pt x="747" y="271"/>
                  <a:pt x="747" y="271"/>
                </a:cubicBezTo>
                <a:cubicBezTo>
                  <a:pt x="747" y="256"/>
                  <a:pt x="747" y="256"/>
                  <a:pt x="747" y="256"/>
                </a:cubicBezTo>
                <a:cubicBezTo>
                  <a:pt x="748" y="255"/>
                  <a:pt x="748" y="254"/>
                  <a:pt x="749" y="253"/>
                </a:cubicBezTo>
                <a:close/>
                <a:moveTo>
                  <a:pt x="749" y="297"/>
                </a:moveTo>
                <a:cubicBezTo>
                  <a:pt x="749" y="314"/>
                  <a:pt x="749" y="314"/>
                  <a:pt x="749" y="314"/>
                </a:cubicBezTo>
                <a:cubicBezTo>
                  <a:pt x="747" y="318"/>
                  <a:pt x="748" y="322"/>
                  <a:pt x="749" y="328"/>
                </a:cubicBezTo>
                <a:cubicBezTo>
                  <a:pt x="749" y="390"/>
                  <a:pt x="749" y="390"/>
                  <a:pt x="749" y="390"/>
                </a:cubicBezTo>
                <a:cubicBezTo>
                  <a:pt x="749" y="382"/>
                  <a:pt x="749" y="374"/>
                  <a:pt x="747" y="366"/>
                </a:cubicBezTo>
                <a:cubicBezTo>
                  <a:pt x="747" y="298"/>
                  <a:pt x="747" y="298"/>
                  <a:pt x="747" y="298"/>
                </a:cubicBezTo>
                <a:cubicBezTo>
                  <a:pt x="748" y="298"/>
                  <a:pt x="748" y="297"/>
                  <a:pt x="749" y="297"/>
                </a:cubicBezTo>
                <a:close/>
                <a:moveTo>
                  <a:pt x="749" y="408"/>
                </a:moveTo>
                <a:cubicBezTo>
                  <a:pt x="749" y="475"/>
                  <a:pt x="749" y="475"/>
                  <a:pt x="749" y="475"/>
                </a:cubicBezTo>
                <a:cubicBezTo>
                  <a:pt x="748" y="476"/>
                  <a:pt x="748" y="477"/>
                  <a:pt x="747" y="478"/>
                </a:cubicBezTo>
                <a:cubicBezTo>
                  <a:pt x="747" y="437"/>
                  <a:pt x="747" y="437"/>
                  <a:pt x="747" y="437"/>
                </a:cubicBezTo>
                <a:cubicBezTo>
                  <a:pt x="748" y="436"/>
                  <a:pt x="748" y="436"/>
                  <a:pt x="749" y="435"/>
                </a:cubicBezTo>
                <a:cubicBezTo>
                  <a:pt x="748" y="425"/>
                  <a:pt x="747" y="417"/>
                  <a:pt x="749" y="408"/>
                </a:cubicBezTo>
                <a:close/>
                <a:moveTo>
                  <a:pt x="749" y="488"/>
                </a:moveTo>
                <a:cubicBezTo>
                  <a:pt x="749" y="498"/>
                  <a:pt x="749" y="498"/>
                  <a:pt x="749" y="498"/>
                </a:cubicBezTo>
                <a:cubicBezTo>
                  <a:pt x="748" y="499"/>
                  <a:pt x="748" y="499"/>
                  <a:pt x="747" y="499"/>
                </a:cubicBezTo>
                <a:cubicBezTo>
                  <a:pt x="747" y="488"/>
                  <a:pt x="747" y="488"/>
                  <a:pt x="747" y="488"/>
                </a:cubicBezTo>
                <a:cubicBezTo>
                  <a:pt x="749" y="488"/>
                  <a:pt x="749" y="488"/>
                  <a:pt x="749" y="488"/>
                </a:cubicBezTo>
                <a:close/>
                <a:moveTo>
                  <a:pt x="749" y="516"/>
                </a:moveTo>
                <a:cubicBezTo>
                  <a:pt x="749" y="525"/>
                  <a:pt x="749" y="525"/>
                  <a:pt x="749" y="525"/>
                </a:cubicBezTo>
                <a:cubicBezTo>
                  <a:pt x="748" y="525"/>
                  <a:pt x="748" y="525"/>
                  <a:pt x="747" y="525"/>
                </a:cubicBezTo>
                <a:cubicBezTo>
                  <a:pt x="747" y="516"/>
                  <a:pt x="747" y="516"/>
                  <a:pt x="747" y="516"/>
                </a:cubicBezTo>
                <a:cubicBezTo>
                  <a:pt x="748" y="516"/>
                  <a:pt x="748" y="516"/>
                  <a:pt x="749" y="516"/>
                </a:cubicBezTo>
                <a:close/>
                <a:moveTo>
                  <a:pt x="749" y="544"/>
                </a:moveTo>
                <a:cubicBezTo>
                  <a:pt x="749" y="554"/>
                  <a:pt x="749" y="554"/>
                  <a:pt x="749" y="554"/>
                </a:cubicBezTo>
                <a:cubicBezTo>
                  <a:pt x="747" y="554"/>
                  <a:pt x="747" y="554"/>
                  <a:pt x="747" y="554"/>
                </a:cubicBezTo>
                <a:cubicBezTo>
                  <a:pt x="747" y="545"/>
                  <a:pt x="747" y="545"/>
                  <a:pt x="747" y="545"/>
                </a:cubicBezTo>
                <a:cubicBezTo>
                  <a:pt x="748" y="544"/>
                  <a:pt x="748" y="544"/>
                  <a:pt x="749" y="544"/>
                </a:cubicBezTo>
                <a:close/>
                <a:moveTo>
                  <a:pt x="743" y="202"/>
                </a:moveTo>
                <a:cubicBezTo>
                  <a:pt x="745" y="205"/>
                  <a:pt x="746" y="208"/>
                  <a:pt x="747" y="211"/>
                </a:cubicBezTo>
                <a:cubicBezTo>
                  <a:pt x="747" y="227"/>
                  <a:pt x="747" y="227"/>
                  <a:pt x="747" y="227"/>
                </a:cubicBezTo>
                <a:cubicBezTo>
                  <a:pt x="747" y="227"/>
                  <a:pt x="746" y="226"/>
                  <a:pt x="745" y="225"/>
                </a:cubicBezTo>
                <a:cubicBezTo>
                  <a:pt x="745" y="226"/>
                  <a:pt x="744" y="227"/>
                  <a:pt x="743" y="228"/>
                </a:cubicBezTo>
                <a:cubicBezTo>
                  <a:pt x="743" y="202"/>
                  <a:pt x="743" y="202"/>
                  <a:pt x="743" y="202"/>
                </a:cubicBezTo>
                <a:close/>
                <a:moveTo>
                  <a:pt x="747" y="584"/>
                </a:moveTo>
                <a:cubicBezTo>
                  <a:pt x="746" y="586"/>
                  <a:pt x="745" y="589"/>
                  <a:pt x="743" y="592"/>
                </a:cubicBezTo>
                <a:cubicBezTo>
                  <a:pt x="743" y="571"/>
                  <a:pt x="743" y="571"/>
                  <a:pt x="743" y="571"/>
                </a:cubicBezTo>
                <a:cubicBezTo>
                  <a:pt x="745" y="569"/>
                  <a:pt x="746" y="568"/>
                  <a:pt x="747" y="567"/>
                </a:cubicBezTo>
                <a:cubicBezTo>
                  <a:pt x="747" y="584"/>
                  <a:pt x="747" y="584"/>
                  <a:pt x="747" y="584"/>
                </a:cubicBezTo>
                <a:close/>
                <a:moveTo>
                  <a:pt x="747" y="256"/>
                </a:moveTo>
                <a:cubicBezTo>
                  <a:pt x="747" y="271"/>
                  <a:pt x="747" y="271"/>
                  <a:pt x="747" y="271"/>
                </a:cubicBezTo>
                <a:cubicBezTo>
                  <a:pt x="744" y="275"/>
                  <a:pt x="744" y="275"/>
                  <a:pt x="744" y="275"/>
                </a:cubicBezTo>
                <a:cubicBezTo>
                  <a:pt x="744" y="275"/>
                  <a:pt x="743" y="276"/>
                  <a:pt x="743" y="276"/>
                </a:cubicBezTo>
                <a:cubicBezTo>
                  <a:pt x="743" y="261"/>
                  <a:pt x="743" y="261"/>
                  <a:pt x="743" y="261"/>
                </a:cubicBezTo>
                <a:cubicBezTo>
                  <a:pt x="745" y="259"/>
                  <a:pt x="746" y="258"/>
                  <a:pt x="747" y="256"/>
                </a:cubicBezTo>
                <a:close/>
                <a:moveTo>
                  <a:pt x="747" y="298"/>
                </a:moveTo>
                <a:cubicBezTo>
                  <a:pt x="747" y="366"/>
                  <a:pt x="747" y="366"/>
                  <a:pt x="747" y="366"/>
                </a:cubicBezTo>
                <a:cubicBezTo>
                  <a:pt x="747" y="362"/>
                  <a:pt x="746" y="359"/>
                  <a:pt x="745" y="356"/>
                </a:cubicBezTo>
                <a:cubicBezTo>
                  <a:pt x="745" y="350"/>
                  <a:pt x="745" y="345"/>
                  <a:pt x="745" y="339"/>
                </a:cubicBezTo>
                <a:cubicBezTo>
                  <a:pt x="744" y="337"/>
                  <a:pt x="744" y="336"/>
                  <a:pt x="743" y="334"/>
                </a:cubicBezTo>
                <a:cubicBezTo>
                  <a:pt x="743" y="302"/>
                  <a:pt x="743" y="302"/>
                  <a:pt x="743" y="302"/>
                </a:cubicBezTo>
                <a:cubicBezTo>
                  <a:pt x="743" y="303"/>
                  <a:pt x="743" y="303"/>
                  <a:pt x="743" y="303"/>
                </a:cubicBezTo>
                <a:cubicBezTo>
                  <a:pt x="745" y="301"/>
                  <a:pt x="746" y="300"/>
                  <a:pt x="747" y="298"/>
                </a:cubicBezTo>
                <a:close/>
                <a:moveTo>
                  <a:pt x="747" y="437"/>
                </a:moveTo>
                <a:cubicBezTo>
                  <a:pt x="747" y="478"/>
                  <a:pt x="747" y="478"/>
                  <a:pt x="747" y="478"/>
                </a:cubicBezTo>
                <a:cubicBezTo>
                  <a:pt x="746" y="481"/>
                  <a:pt x="745" y="485"/>
                  <a:pt x="745" y="489"/>
                </a:cubicBezTo>
                <a:cubicBezTo>
                  <a:pt x="745" y="489"/>
                  <a:pt x="746" y="488"/>
                  <a:pt x="747" y="488"/>
                </a:cubicBezTo>
                <a:cubicBezTo>
                  <a:pt x="747" y="499"/>
                  <a:pt x="747" y="499"/>
                  <a:pt x="747" y="499"/>
                </a:cubicBezTo>
                <a:cubicBezTo>
                  <a:pt x="746" y="500"/>
                  <a:pt x="744" y="500"/>
                  <a:pt x="743" y="502"/>
                </a:cubicBezTo>
                <a:cubicBezTo>
                  <a:pt x="743" y="467"/>
                  <a:pt x="743" y="467"/>
                  <a:pt x="743" y="467"/>
                </a:cubicBezTo>
                <a:cubicBezTo>
                  <a:pt x="743" y="466"/>
                  <a:pt x="744" y="466"/>
                  <a:pt x="744" y="465"/>
                </a:cubicBezTo>
                <a:cubicBezTo>
                  <a:pt x="744" y="456"/>
                  <a:pt x="743" y="446"/>
                  <a:pt x="747" y="437"/>
                </a:cubicBezTo>
                <a:close/>
                <a:moveTo>
                  <a:pt x="747" y="516"/>
                </a:moveTo>
                <a:cubicBezTo>
                  <a:pt x="747" y="525"/>
                  <a:pt x="747" y="525"/>
                  <a:pt x="747" y="525"/>
                </a:cubicBezTo>
                <a:cubicBezTo>
                  <a:pt x="746" y="526"/>
                  <a:pt x="745" y="526"/>
                  <a:pt x="743" y="527"/>
                </a:cubicBezTo>
                <a:cubicBezTo>
                  <a:pt x="743" y="517"/>
                  <a:pt x="743" y="517"/>
                  <a:pt x="743" y="517"/>
                </a:cubicBezTo>
                <a:cubicBezTo>
                  <a:pt x="745" y="517"/>
                  <a:pt x="746" y="517"/>
                  <a:pt x="747" y="516"/>
                </a:cubicBezTo>
                <a:close/>
                <a:moveTo>
                  <a:pt x="747" y="545"/>
                </a:moveTo>
                <a:cubicBezTo>
                  <a:pt x="747" y="554"/>
                  <a:pt x="747" y="554"/>
                  <a:pt x="747" y="554"/>
                </a:cubicBezTo>
                <a:cubicBezTo>
                  <a:pt x="743" y="555"/>
                  <a:pt x="743" y="555"/>
                  <a:pt x="743" y="555"/>
                </a:cubicBezTo>
                <a:cubicBezTo>
                  <a:pt x="743" y="546"/>
                  <a:pt x="743" y="546"/>
                  <a:pt x="743" y="546"/>
                </a:cubicBezTo>
                <a:cubicBezTo>
                  <a:pt x="745" y="545"/>
                  <a:pt x="746" y="545"/>
                  <a:pt x="747" y="545"/>
                </a:cubicBezTo>
                <a:close/>
                <a:moveTo>
                  <a:pt x="731" y="184"/>
                </a:moveTo>
                <a:cubicBezTo>
                  <a:pt x="734" y="188"/>
                  <a:pt x="737" y="192"/>
                  <a:pt x="740" y="197"/>
                </a:cubicBezTo>
                <a:cubicBezTo>
                  <a:pt x="741" y="199"/>
                  <a:pt x="742" y="201"/>
                  <a:pt x="743" y="202"/>
                </a:cubicBezTo>
                <a:cubicBezTo>
                  <a:pt x="743" y="228"/>
                  <a:pt x="743" y="228"/>
                  <a:pt x="743" y="228"/>
                </a:cubicBezTo>
                <a:cubicBezTo>
                  <a:pt x="739" y="235"/>
                  <a:pt x="735" y="241"/>
                  <a:pt x="731" y="248"/>
                </a:cubicBezTo>
                <a:cubicBezTo>
                  <a:pt x="731" y="231"/>
                  <a:pt x="731" y="231"/>
                  <a:pt x="731" y="231"/>
                </a:cubicBezTo>
                <a:cubicBezTo>
                  <a:pt x="738" y="220"/>
                  <a:pt x="740" y="211"/>
                  <a:pt x="731" y="198"/>
                </a:cubicBezTo>
                <a:cubicBezTo>
                  <a:pt x="731" y="184"/>
                  <a:pt x="731" y="184"/>
                  <a:pt x="731" y="184"/>
                </a:cubicBezTo>
                <a:close/>
                <a:moveTo>
                  <a:pt x="743" y="592"/>
                </a:moveTo>
                <a:cubicBezTo>
                  <a:pt x="742" y="594"/>
                  <a:pt x="741" y="596"/>
                  <a:pt x="740" y="598"/>
                </a:cubicBezTo>
                <a:cubicBezTo>
                  <a:pt x="737" y="602"/>
                  <a:pt x="734" y="606"/>
                  <a:pt x="731" y="611"/>
                </a:cubicBezTo>
                <a:cubicBezTo>
                  <a:pt x="731" y="596"/>
                  <a:pt x="731" y="596"/>
                  <a:pt x="731" y="596"/>
                </a:cubicBezTo>
                <a:cubicBezTo>
                  <a:pt x="733" y="594"/>
                  <a:pt x="736" y="590"/>
                  <a:pt x="738" y="585"/>
                </a:cubicBezTo>
                <a:cubicBezTo>
                  <a:pt x="736" y="585"/>
                  <a:pt x="734" y="585"/>
                  <a:pt x="731" y="585"/>
                </a:cubicBezTo>
                <a:cubicBezTo>
                  <a:pt x="731" y="575"/>
                  <a:pt x="731" y="575"/>
                  <a:pt x="731" y="575"/>
                </a:cubicBezTo>
                <a:cubicBezTo>
                  <a:pt x="736" y="574"/>
                  <a:pt x="740" y="573"/>
                  <a:pt x="743" y="571"/>
                </a:cubicBezTo>
                <a:cubicBezTo>
                  <a:pt x="743" y="592"/>
                  <a:pt x="743" y="592"/>
                  <a:pt x="743" y="592"/>
                </a:cubicBezTo>
                <a:close/>
                <a:moveTo>
                  <a:pt x="743" y="261"/>
                </a:moveTo>
                <a:cubicBezTo>
                  <a:pt x="743" y="276"/>
                  <a:pt x="743" y="276"/>
                  <a:pt x="743" y="276"/>
                </a:cubicBezTo>
                <a:cubicBezTo>
                  <a:pt x="738" y="287"/>
                  <a:pt x="739" y="290"/>
                  <a:pt x="743" y="302"/>
                </a:cubicBezTo>
                <a:cubicBezTo>
                  <a:pt x="743" y="334"/>
                  <a:pt x="743" y="334"/>
                  <a:pt x="743" y="334"/>
                </a:cubicBezTo>
                <a:cubicBezTo>
                  <a:pt x="740" y="326"/>
                  <a:pt x="739" y="319"/>
                  <a:pt x="739" y="310"/>
                </a:cubicBezTo>
                <a:cubicBezTo>
                  <a:pt x="734" y="302"/>
                  <a:pt x="731" y="293"/>
                  <a:pt x="731" y="284"/>
                </a:cubicBezTo>
                <a:cubicBezTo>
                  <a:pt x="731" y="266"/>
                  <a:pt x="731" y="266"/>
                  <a:pt x="731" y="266"/>
                </a:cubicBezTo>
                <a:cubicBezTo>
                  <a:pt x="732" y="268"/>
                  <a:pt x="733" y="271"/>
                  <a:pt x="734" y="273"/>
                </a:cubicBezTo>
                <a:cubicBezTo>
                  <a:pt x="736" y="269"/>
                  <a:pt x="740" y="265"/>
                  <a:pt x="743" y="261"/>
                </a:cubicBezTo>
                <a:close/>
                <a:moveTo>
                  <a:pt x="743" y="467"/>
                </a:moveTo>
                <a:cubicBezTo>
                  <a:pt x="743" y="502"/>
                  <a:pt x="743" y="502"/>
                  <a:pt x="743" y="502"/>
                </a:cubicBezTo>
                <a:cubicBezTo>
                  <a:pt x="740" y="504"/>
                  <a:pt x="738" y="509"/>
                  <a:pt x="736" y="518"/>
                </a:cubicBezTo>
                <a:cubicBezTo>
                  <a:pt x="738" y="518"/>
                  <a:pt x="741" y="517"/>
                  <a:pt x="743" y="517"/>
                </a:cubicBezTo>
                <a:cubicBezTo>
                  <a:pt x="743" y="527"/>
                  <a:pt x="743" y="527"/>
                  <a:pt x="743" y="527"/>
                </a:cubicBezTo>
                <a:cubicBezTo>
                  <a:pt x="739" y="528"/>
                  <a:pt x="734" y="529"/>
                  <a:pt x="731" y="531"/>
                </a:cubicBezTo>
                <a:cubicBezTo>
                  <a:pt x="731" y="506"/>
                  <a:pt x="731" y="506"/>
                  <a:pt x="731" y="506"/>
                </a:cubicBezTo>
                <a:cubicBezTo>
                  <a:pt x="732" y="503"/>
                  <a:pt x="734" y="499"/>
                  <a:pt x="737" y="495"/>
                </a:cubicBezTo>
                <a:cubicBezTo>
                  <a:pt x="738" y="483"/>
                  <a:pt x="738" y="477"/>
                  <a:pt x="743" y="467"/>
                </a:cubicBezTo>
                <a:close/>
                <a:moveTo>
                  <a:pt x="743" y="546"/>
                </a:moveTo>
                <a:cubicBezTo>
                  <a:pt x="743" y="555"/>
                  <a:pt x="743" y="555"/>
                  <a:pt x="743" y="555"/>
                </a:cubicBezTo>
                <a:cubicBezTo>
                  <a:pt x="737" y="555"/>
                  <a:pt x="734" y="556"/>
                  <a:pt x="731" y="556"/>
                </a:cubicBezTo>
                <a:cubicBezTo>
                  <a:pt x="731" y="547"/>
                  <a:pt x="731" y="547"/>
                  <a:pt x="731" y="547"/>
                </a:cubicBezTo>
                <a:cubicBezTo>
                  <a:pt x="736" y="547"/>
                  <a:pt x="740" y="546"/>
                  <a:pt x="743" y="546"/>
                </a:cubicBezTo>
                <a:close/>
                <a:moveTo>
                  <a:pt x="718" y="165"/>
                </a:moveTo>
                <a:cubicBezTo>
                  <a:pt x="723" y="171"/>
                  <a:pt x="727" y="177"/>
                  <a:pt x="731" y="184"/>
                </a:cubicBezTo>
                <a:cubicBezTo>
                  <a:pt x="731" y="198"/>
                  <a:pt x="731" y="198"/>
                  <a:pt x="731" y="198"/>
                </a:cubicBezTo>
                <a:cubicBezTo>
                  <a:pt x="730" y="197"/>
                  <a:pt x="730" y="196"/>
                  <a:pt x="729" y="194"/>
                </a:cubicBezTo>
                <a:cubicBezTo>
                  <a:pt x="725" y="203"/>
                  <a:pt x="721" y="209"/>
                  <a:pt x="718" y="215"/>
                </a:cubicBezTo>
                <a:cubicBezTo>
                  <a:pt x="718" y="195"/>
                  <a:pt x="718" y="195"/>
                  <a:pt x="718" y="195"/>
                </a:cubicBezTo>
                <a:cubicBezTo>
                  <a:pt x="721" y="188"/>
                  <a:pt x="722" y="181"/>
                  <a:pt x="718" y="175"/>
                </a:cubicBezTo>
                <a:cubicBezTo>
                  <a:pt x="718" y="165"/>
                  <a:pt x="718" y="165"/>
                  <a:pt x="718" y="165"/>
                </a:cubicBezTo>
                <a:close/>
                <a:moveTo>
                  <a:pt x="731" y="611"/>
                </a:moveTo>
                <a:cubicBezTo>
                  <a:pt x="727" y="617"/>
                  <a:pt x="723" y="624"/>
                  <a:pt x="718" y="630"/>
                </a:cubicBezTo>
                <a:cubicBezTo>
                  <a:pt x="718" y="617"/>
                  <a:pt x="718" y="617"/>
                  <a:pt x="718" y="617"/>
                </a:cubicBezTo>
                <a:cubicBezTo>
                  <a:pt x="719" y="616"/>
                  <a:pt x="720" y="615"/>
                  <a:pt x="721" y="613"/>
                </a:cubicBezTo>
                <a:cubicBezTo>
                  <a:pt x="720" y="613"/>
                  <a:pt x="719" y="613"/>
                  <a:pt x="718" y="613"/>
                </a:cubicBezTo>
                <a:cubicBezTo>
                  <a:pt x="718" y="603"/>
                  <a:pt x="718" y="603"/>
                  <a:pt x="718" y="603"/>
                </a:cubicBezTo>
                <a:cubicBezTo>
                  <a:pt x="724" y="602"/>
                  <a:pt x="728" y="600"/>
                  <a:pt x="731" y="596"/>
                </a:cubicBezTo>
                <a:cubicBezTo>
                  <a:pt x="731" y="611"/>
                  <a:pt x="731" y="611"/>
                  <a:pt x="731" y="611"/>
                </a:cubicBezTo>
                <a:close/>
                <a:moveTo>
                  <a:pt x="731" y="231"/>
                </a:moveTo>
                <a:cubicBezTo>
                  <a:pt x="731" y="248"/>
                  <a:pt x="731" y="248"/>
                  <a:pt x="731" y="248"/>
                </a:cubicBezTo>
                <a:cubicBezTo>
                  <a:pt x="730" y="249"/>
                  <a:pt x="730" y="251"/>
                  <a:pt x="729" y="252"/>
                </a:cubicBezTo>
                <a:cubicBezTo>
                  <a:pt x="729" y="258"/>
                  <a:pt x="730" y="262"/>
                  <a:pt x="731" y="266"/>
                </a:cubicBezTo>
                <a:cubicBezTo>
                  <a:pt x="731" y="284"/>
                  <a:pt x="731" y="284"/>
                  <a:pt x="731" y="284"/>
                </a:cubicBezTo>
                <a:cubicBezTo>
                  <a:pt x="731" y="283"/>
                  <a:pt x="731" y="283"/>
                  <a:pt x="731" y="282"/>
                </a:cubicBezTo>
                <a:cubicBezTo>
                  <a:pt x="725" y="271"/>
                  <a:pt x="721" y="264"/>
                  <a:pt x="719" y="252"/>
                </a:cubicBezTo>
                <a:cubicBezTo>
                  <a:pt x="719" y="252"/>
                  <a:pt x="719" y="251"/>
                  <a:pt x="718" y="251"/>
                </a:cubicBezTo>
                <a:cubicBezTo>
                  <a:pt x="718" y="237"/>
                  <a:pt x="718" y="237"/>
                  <a:pt x="718" y="237"/>
                </a:cubicBezTo>
                <a:cubicBezTo>
                  <a:pt x="719" y="239"/>
                  <a:pt x="720" y="241"/>
                  <a:pt x="721" y="243"/>
                </a:cubicBezTo>
                <a:cubicBezTo>
                  <a:pt x="722" y="243"/>
                  <a:pt x="723" y="243"/>
                  <a:pt x="723" y="243"/>
                </a:cubicBezTo>
                <a:cubicBezTo>
                  <a:pt x="726" y="239"/>
                  <a:pt x="729" y="235"/>
                  <a:pt x="731" y="231"/>
                </a:cubicBezTo>
                <a:close/>
                <a:moveTo>
                  <a:pt x="731" y="506"/>
                </a:moveTo>
                <a:cubicBezTo>
                  <a:pt x="731" y="531"/>
                  <a:pt x="731" y="531"/>
                  <a:pt x="731" y="531"/>
                </a:cubicBezTo>
                <a:cubicBezTo>
                  <a:pt x="731" y="532"/>
                  <a:pt x="730" y="532"/>
                  <a:pt x="730" y="532"/>
                </a:cubicBezTo>
                <a:cubicBezTo>
                  <a:pt x="728" y="537"/>
                  <a:pt x="726" y="542"/>
                  <a:pt x="723" y="548"/>
                </a:cubicBezTo>
                <a:cubicBezTo>
                  <a:pt x="726" y="547"/>
                  <a:pt x="729" y="547"/>
                  <a:pt x="731" y="547"/>
                </a:cubicBezTo>
                <a:cubicBezTo>
                  <a:pt x="731" y="556"/>
                  <a:pt x="731" y="556"/>
                  <a:pt x="731" y="556"/>
                </a:cubicBezTo>
                <a:cubicBezTo>
                  <a:pt x="727" y="557"/>
                  <a:pt x="724" y="558"/>
                  <a:pt x="719" y="559"/>
                </a:cubicBezTo>
                <a:cubicBezTo>
                  <a:pt x="719" y="560"/>
                  <a:pt x="719" y="560"/>
                  <a:pt x="718" y="561"/>
                </a:cubicBezTo>
                <a:cubicBezTo>
                  <a:pt x="718" y="541"/>
                  <a:pt x="718" y="541"/>
                  <a:pt x="718" y="541"/>
                </a:cubicBezTo>
                <a:cubicBezTo>
                  <a:pt x="720" y="535"/>
                  <a:pt x="722" y="529"/>
                  <a:pt x="728" y="524"/>
                </a:cubicBezTo>
                <a:cubicBezTo>
                  <a:pt x="728" y="517"/>
                  <a:pt x="729" y="512"/>
                  <a:pt x="731" y="506"/>
                </a:cubicBezTo>
                <a:close/>
                <a:moveTo>
                  <a:pt x="731" y="575"/>
                </a:moveTo>
                <a:cubicBezTo>
                  <a:pt x="731" y="585"/>
                  <a:pt x="731" y="585"/>
                  <a:pt x="731" y="585"/>
                </a:cubicBezTo>
                <a:cubicBezTo>
                  <a:pt x="727" y="584"/>
                  <a:pt x="722" y="584"/>
                  <a:pt x="718" y="585"/>
                </a:cubicBezTo>
                <a:cubicBezTo>
                  <a:pt x="718" y="576"/>
                  <a:pt x="718" y="576"/>
                  <a:pt x="718" y="576"/>
                </a:cubicBezTo>
                <a:cubicBezTo>
                  <a:pt x="723" y="576"/>
                  <a:pt x="727" y="576"/>
                  <a:pt x="731" y="575"/>
                </a:cubicBezTo>
                <a:close/>
                <a:moveTo>
                  <a:pt x="710" y="156"/>
                </a:moveTo>
                <a:cubicBezTo>
                  <a:pt x="713" y="159"/>
                  <a:pt x="716" y="162"/>
                  <a:pt x="718" y="165"/>
                </a:cubicBezTo>
                <a:cubicBezTo>
                  <a:pt x="718" y="175"/>
                  <a:pt x="718" y="175"/>
                  <a:pt x="718" y="175"/>
                </a:cubicBezTo>
                <a:cubicBezTo>
                  <a:pt x="716" y="172"/>
                  <a:pt x="714" y="170"/>
                  <a:pt x="710" y="168"/>
                </a:cubicBezTo>
                <a:cubicBezTo>
                  <a:pt x="710" y="156"/>
                  <a:pt x="710" y="156"/>
                  <a:pt x="710" y="156"/>
                </a:cubicBezTo>
                <a:close/>
                <a:moveTo>
                  <a:pt x="718" y="630"/>
                </a:moveTo>
                <a:cubicBezTo>
                  <a:pt x="716" y="633"/>
                  <a:pt x="714" y="635"/>
                  <a:pt x="712" y="637"/>
                </a:cubicBezTo>
                <a:cubicBezTo>
                  <a:pt x="710" y="640"/>
                  <a:pt x="710" y="640"/>
                  <a:pt x="710" y="640"/>
                </a:cubicBezTo>
                <a:cubicBezTo>
                  <a:pt x="710" y="627"/>
                  <a:pt x="710" y="627"/>
                  <a:pt x="710" y="627"/>
                </a:cubicBezTo>
                <a:cubicBezTo>
                  <a:pt x="713" y="625"/>
                  <a:pt x="715" y="622"/>
                  <a:pt x="718" y="617"/>
                </a:cubicBezTo>
                <a:cubicBezTo>
                  <a:pt x="718" y="630"/>
                  <a:pt x="718" y="630"/>
                  <a:pt x="718" y="630"/>
                </a:cubicBezTo>
                <a:close/>
                <a:moveTo>
                  <a:pt x="718" y="195"/>
                </a:moveTo>
                <a:cubicBezTo>
                  <a:pt x="718" y="215"/>
                  <a:pt x="718" y="215"/>
                  <a:pt x="718" y="215"/>
                </a:cubicBezTo>
                <a:cubicBezTo>
                  <a:pt x="715" y="222"/>
                  <a:pt x="714" y="228"/>
                  <a:pt x="718" y="237"/>
                </a:cubicBezTo>
                <a:cubicBezTo>
                  <a:pt x="718" y="251"/>
                  <a:pt x="718" y="251"/>
                  <a:pt x="718" y="251"/>
                </a:cubicBezTo>
                <a:cubicBezTo>
                  <a:pt x="715" y="246"/>
                  <a:pt x="712" y="241"/>
                  <a:pt x="710" y="237"/>
                </a:cubicBezTo>
                <a:cubicBezTo>
                  <a:pt x="710" y="211"/>
                  <a:pt x="710" y="211"/>
                  <a:pt x="710" y="211"/>
                </a:cubicBezTo>
                <a:cubicBezTo>
                  <a:pt x="713" y="206"/>
                  <a:pt x="716" y="201"/>
                  <a:pt x="718" y="195"/>
                </a:cubicBezTo>
                <a:close/>
                <a:moveTo>
                  <a:pt x="718" y="541"/>
                </a:moveTo>
                <a:cubicBezTo>
                  <a:pt x="718" y="561"/>
                  <a:pt x="718" y="561"/>
                  <a:pt x="718" y="561"/>
                </a:cubicBezTo>
                <a:cubicBezTo>
                  <a:pt x="715" y="565"/>
                  <a:pt x="712" y="569"/>
                  <a:pt x="710" y="574"/>
                </a:cubicBezTo>
                <a:cubicBezTo>
                  <a:pt x="710" y="558"/>
                  <a:pt x="710" y="558"/>
                  <a:pt x="710" y="558"/>
                </a:cubicBezTo>
                <a:cubicBezTo>
                  <a:pt x="711" y="557"/>
                  <a:pt x="712" y="555"/>
                  <a:pt x="713" y="553"/>
                </a:cubicBezTo>
                <a:cubicBezTo>
                  <a:pt x="715" y="549"/>
                  <a:pt x="717" y="545"/>
                  <a:pt x="718" y="541"/>
                </a:cubicBezTo>
                <a:close/>
                <a:moveTo>
                  <a:pt x="718" y="576"/>
                </a:moveTo>
                <a:cubicBezTo>
                  <a:pt x="718" y="585"/>
                  <a:pt x="718" y="585"/>
                  <a:pt x="718" y="585"/>
                </a:cubicBezTo>
                <a:cubicBezTo>
                  <a:pt x="715" y="585"/>
                  <a:pt x="713" y="585"/>
                  <a:pt x="710" y="586"/>
                </a:cubicBezTo>
                <a:cubicBezTo>
                  <a:pt x="710" y="576"/>
                  <a:pt x="710" y="576"/>
                  <a:pt x="710" y="576"/>
                </a:cubicBezTo>
                <a:cubicBezTo>
                  <a:pt x="713" y="576"/>
                  <a:pt x="715" y="576"/>
                  <a:pt x="718" y="576"/>
                </a:cubicBezTo>
                <a:close/>
                <a:moveTo>
                  <a:pt x="718" y="603"/>
                </a:moveTo>
                <a:cubicBezTo>
                  <a:pt x="718" y="613"/>
                  <a:pt x="718" y="613"/>
                  <a:pt x="718" y="613"/>
                </a:cubicBezTo>
                <a:cubicBezTo>
                  <a:pt x="715" y="613"/>
                  <a:pt x="713" y="612"/>
                  <a:pt x="710" y="612"/>
                </a:cubicBezTo>
                <a:cubicBezTo>
                  <a:pt x="710" y="604"/>
                  <a:pt x="710" y="604"/>
                  <a:pt x="710" y="604"/>
                </a:cubicBezTo>
                <a:cubicBezTo>
                  <a:pt x="713" y="604"/>
                  <a:pt x="716" y="603"/>
                  <a:pt x="718" y="603"/>
                </a:cubicBezTo>
                <a:close/>
                <a:moveTo>
                  <a:pt x="710" y="450"/>
                </a:moveTo>
                <a:cubicBezTo>
                  <a:pt x="710" y="448"/>
                  <a:pt x="710" y="448"/>
                  <a:pt x="710" y="448"/>
                </a:cubicBezTo>
                <a:cubicBezTo>
                  <a:pt x="710" y="448"/>
                  <a:pt x="710" y="448"/>
                  <a:pt x="710" y="448"/>
                </a:cubicBezTo>
                <a:cubicBezTo>
                  <a:pt x="710" y="450"/>
                  <a:pt x="710" y="450"/>
                  <a:pt x="710" y="450"/>
                </a:cubicBezTo>
                <a:close/>
                <a:moveTo>
                  <a:pt x="710" y="436"/>
                </a:moveTo>
                <a:cubicBezTo>
                  <a:pt x="710" y="411"/>
                  <a:pt x="710" y="411"/>
                  <a:pt x="710" y="411"/>
                </a:cubicBezTo>
                <a:cubicBezTo>
                  <a:pt x="715" y="416"/>
                  <a:pt x="716" y="425"/>
                  <a:pt x="712" y="437"/>
                </a:cubicBezTo>
                <a:cubicBezTo>
                  <a:pt x="711" y="436"/>
                  <a:pt x="711" y="436"/>
                  <a:pt x="710" y="436"/>
                </a:cubicBezTo>
                <a:close/>
                <a:moveTo>
                  <a:pt x="710" y="400"/>
                </a:moveTo>
                <a:cubicBezTo>
                  <a:pt x="710" y="389"/>
                  <a:pt x="710" y="389"/>
                  <a:pt x="710" y="389"/>
                </a:cubicBezTo>
                <a:cubicBezTo>
                  <a:pt x="713" y="389"/>
                  <a:pt x="713" y="389"/>
                  <a:pt x="713" y="389"/>
                </a:cubicBezTo>
                <a:cubicBezTo>
                  <a:pt x="713" y="393"/>
                  <a:pt x="713" y="396"/>
                  <a:pt x="713" y="400"/>
                </a:cubicBezTo>
                <a:cubicBezTo>
                  <a:pt x="710" y="400"/>
                  <a:pt x="710" y="400"/>
                  <a:pt x="710" y="400"/>
                </a:cubicBezTo>
                <a:close/>
                <a:moveTo>
                  <a:pt x="710" y="369"/>
                </a:moveTo>
                <a:cubicBezTo>
                  <a:pt x="710" y="358"/>
                  <a:pt x="710" y="358"/>
                  <a:pt x="710" y="358"/>
                </a:cubicBezTo>
                <a:cubicBezTo>
                  <a:pt x="711" y="358"/>
                  <a:pt x="711" y="358"/>
                  <a:pt x="711" y="358"/>
                </a:cubicBezTo>
                <a:cubicBezTo>
                  <a:pt x="711" y="362"/>
                  <a:pt x="711" y="365"/>
                  <a:pt x="712" y="369"/>
                </a:cubicBezTo>
                <a:lnTo>
                  <a:pt x="710" y="369"/>
                </a:lnTo>
                <a:close/>
                <a:moveTo>
                  <a:pt x="700" y="141"/>
                </a:moveTo>
                <a:cubicBezTo>
                  <a:pt x="704" y="145"/>
                  <a:pt x="706" y="150"/>
                  <a:pt x="710" y="156"/>
                </a:cubicBezTo>
                <a:cubicBezTo>
                  <a:pt x="710" y="156"/>
                  <a:pt x="710" y="156"/>
                  <a:pt x="710" y="156"/>
                </a:cubicBezTo>
                <a:cubicBezTo>
                  <a:pt x="710" y="168"/>
                  <a:pt x="710" y="168"/>
                  <a:pt x="710" y="168"/>
                </a:cubicBezTo>
                <a:cubicBezTo>
                  <a:pt x="710" y="168"/>
                  <a:pt x="709" y="168"/>
                  <a:pt x="709" y="167"/>
                </a:cubicBezTo>
                <a:cubicBezTo>
                  <a:pt x="709" y="171"/>
                  <a:pt x="709" y="171"/>
                  <a:pt x="700" y="192"/>
                </a:cubicBezTo>
                <a:cubicBezTo>
                  <a:pt x="700" y="169"/>
                  <a:pt x="700" y="169"/>
                  <a:pt x="700" y="169"/>
                </a:cubicBezTo>
                <a:cubicBezTo>
                  <a:pt x="700" y="167"/>
                  <a:pt x="700" y="167"/>
                  <a:pt x="700" y="167"/>
                </a:cubicBezTo>
                <a:cubicBezTo>
                  <a:pt x="700" y="163"/>
                  <a:pt x="700" y="159"/>
                  <a:pt x="700" y="156"/>
                </a:cubicBezTo>
                <a:cubicBezTo>
                  <a:pt x="700" y="141"/>
                  <a:pt x="700" y="141"/>
                  <a:pt x="700" y="141"/>
                </a:cubicBezTo>
                <a:close/>
                <a:moveTo>
                  <a:pt x="710" y="640"/>
                </a:moveTo>
                <a:cubicBezTo>
                  <a:pt x="706" y="645"/>
                  <a:pt x="703" y="649"/>
                  <a:pt x="700" y="654"/>
                </a:cubicBezTo>
                <a:cubicBezTo>
                  <a:pt x="700" y="643"/>
                  <a:pt x="700" y="643"/>
                  <a:pt x="700" y="643"/>
                </a:cubicBezTo>
                <a:cubicBezTo>
                  <a:pt x="701" y="641"/>
                  <a:pt x="701" y="641"/>
                  <a:pt x="701" y="641"/>
                </a:cubicBezTo>
                <a:cubicBezTo>
                  <a:pt x="700" y="641"/>
                  <a:pt x="700" y="641"/>
                  <a:pt x="700" y="641"/>
                </a:cubicBezTo>
                <a:cubicBezTo>
                  <a:pt x="700" y="631"/>
                  <a:pt x="700" y="631"/>
                  <a:pt x="700" y="631"/>
                </a:cubicBezTo>
                <a:cubicBezTo>
                  <a:pt x="704" y="630"/>
                  <a:pt x="707" y="629"/>
                  <a:pt x="710" y="627"/>
                </a:cubicBezTo>
                <a:cubicBezTo>
                  <a:pt x="710" y="640"/>
                  <a:pt x="710" y="640"/>
                  <a:pt x="710" y="640"/>
                </a:cubicBezTo>
                <a:close/>
                <a:moveTo>
                  <a:pt x="710" y="211"/>
                </a:moveTo>
                <a:cubicBezTo>
                  <a:pt x="710" y="237"/>
                  <a:pt x="710" y="237"/>
                  <a:pt x="710" y="237"/>
                </a:cubicBezTo>
                <a:cubicBezTo>
                  <a:pt x="707" y="230"/>
                  <a:pt x="704" y="225"/>
                  <a:pt x="700" y="219"/>
                </a:cubicBezTo>
                <a:cubicBezTo>
                  <a:pt x="700" y="201"/>
                  <a:pt x="700" y="201"/>
                  <a:pt x="700" y="201"/>
                </a:cubicBezTo>
                <a:cubicBezTo>
                  <a:pt x="701" y="206"/>
                  <a:pt x="703" y="209"/>
                  <a:pt x="707" y="216"/>
                </a:cubicBezTo>
                <a:cubicBezTo>
                  <a:pt x="708" y="214"/>
                  <a:pt x="709" y="213"/>
                  <a:pt x="710" y="211"/>
                </a:cubicBezTo>
                <a:close/>
                <a:moveTo>
                  <a:pt x="710" y="358"/>
                </a:moveTo>
                <a:cubicBezTo>
                  <a:pt x="710" y="369"/>
                  <a:pt x="710" y="369"/>
                  <a:pt x="710" y="369"/>
                </a:cubicBezTo>
                <a:cubicBezTo>
                  <a:pt x="706" y="369"/>
                  <a:pt x="703" y="370"/>
                  <a:pt x="700" y="370"/>
                </a:cubicBezTo>
                <a:cubicBezTo>
                  <a:pt x="700" y="358"/>
                  <a:pt x="700" y="358"/>
                  <a:pt x="700" y="358"/>
                </a:cubicBezTo>
                <a:cubicBezTo>
                  <a:pt x="704" y="357"/>
                  <a:pt x="706" y="358"/>
                  <a:pt x="710" y="358"/>
                </a:cubicBezTo>
                <a:close/>
                <a:moveTo>
                  <a:pt x="710" y="389"/>
                </a:moveTo>
                <a:cubicBezTo>
                  <a:pt x="710" y="400"/>
                  <a:pt x="710" y="400"/>
                  <a:pt x="710" y="400"/>
                </a:cubicBezTo>
                <a:cubicBezTo>
                  <a:pt x="700" y="400"/>
                  <a:pt x="700" y="400"/>
                  <a:pt x="700" y="400"/>
                </a:cubicBezTo>
                <a:cubicBezTo>
                  <a:pt x="700" y="389"/>
                  <a:pt x="700" y="389"/>
                  <a:pt x="700" y="389"/>
                </a:cubicBezTo>
                <a:cubicBezTo>
                  <a:pt x="710" y="389"/>
                  <a:pt x="710" y="389"/>
                  <a:pt x="710" y="389"/>
                </a:cubicBezTo>
                <a:close/>
                <a:moveTo>
                  <a:pt x="710" y="411"/>
                </a:moveTo>
                <a:cubicBezTo>
                  <a:pt x="710" y="436"/>
                  <a:pt x="710" y="436"/>
                  <a:pt x="710" y="436"/>
                </a:cubicBezTo>
                <a:cubicBezTo>
                  <a:pt x="707" y="436"/>
                  <a:pt x="705" y="436"/>
                  <a:pt x="702" y="436"/>
                </a:cubicBezTo>
                <a:cubicBezTo>
                  <a:pt x="704" y="429"/>
                  <a:pt x="704" y="425"/>
                  <a:pt x="703" y="418"/>
                </a:cubicBezTo>
                <a:cubicBezTo>
                  <a:pt x="700" y="418"/>
                  <a:pt x="700" y="418"/>
                  <a:pt x="700" y="418"/>
                </a:cubicBezTo>
                <a:cubicBezTo>
                  <a:pt x="700" y="407"/>
                  <a:pt x="700" y="407"/>
                  <a:pt x="700" y="407"/>
                </a:cubicBezTo>
                <a:cubicBezTo>
                  <a:pt x="704" y="407"/>
                  <a:pt x="707" y="408"/>
                  <a:pt x="710" y="411"/>
                </a:cubicBezTo>
                <a:close/>
                <a:moveTo>
                  <a:pt x="710" y="448"/>
                </a:moveTo>
                <a:cubicBezTo>
                  <a:pt x="710" y="450"/>
                  <a:pt x="710" y="450"/>
                  <a:pt x="710" y="450"/>
                </a:cubicBezTo>
                <a:cubicBezTo>
                  <a:pt x="709" y="453"/>
                  <a:pt x="709" y="456"/>
                  <a:pt x="708" y="459"/>
                </a:cubicBezTo>
                <a:cubicBezTo>
                  <a:pt x="700" y="460"/>
                  <a:pt x="700" y="460"/>
                  <a:pt x="700" y="460"/>
                </a:cubicBezTo>
                <a:cubicBezTo>
                  <a:pt x="700" y="449"/>
                  <a:pt x="700" y="449"/>
                  <a:pt x="700" y="449"/>
                </a:cubicBezTo>
                <a:cubicBezTo>
                  <a:pt x="703" y="448"/>
                  <a:pt x="705" y="448"/>
                  <a:pt x="710" y="448"/>
                </a:cubicBezTo>
                <a:close/>
                <a:moveTo>
                  <a:pt x="710" y="558"/>
                </a:moveTo>
                <a:cubicBezTo>
                  <a:pt x="710" y="574"/>
                  <a:pt x="710" y="574"/>
                  <a:pt x="710" y="574"/>
                </a:cubicBezTo>
                <a:cubicBezTo>
                  <a:pt x="709" y="576"/>
                  <a:pt x="709" y="576"/>
                  <a:pt x="709" y="576"/>
                </a:cubicBezTo>
                <a:cubicBezTo>
                  <a:pt x="710" y="576"/>
                  <a:pt x="710" y="576"/>
                  <a:pt x="710" y="576"/>
                </a:cubicBezTo>
                <a:cubicBezTo>
                  <a:pt x="710" y="586"/>
                  <a:pt x="710" y="586"/>
                  <a:pt x="710" y="586"/>
                </a:cubicBezTo>
                <a:cubicBezTo>
                  <a:pt x="706" y="586"/>
                  <a:pt x="703" y="587"/>
                  <a:pt x="700" y="589"/>
                </a:cubicBezTo>
                <a:cubicBezTo>
                  <a:pt x="700" y="580"/>
                  <a:pt x="700" y="580"/>
                  <a:pt x="700" y="580"/>
                </a:cubicBezTo>
                <a:cubicBezTo>
                  <a:pt x="700" y="580"/>
                  <a:pt x="700" y="580"/>
                  <a:pt x="700" y="580"/>
                </a:cubicBezTo>
                <a:cubicBezTo>
                  <a:pt x="703" y="571"/>
                  <a:pt x="705" y="565"/>
                  <a:pt x="710" y="558"/>
                </a:cubicBezTo>
                <a:close/>
                <a:moveTo>
                  <a:pt x="710" y="604"/>
                </a:moveTo>
                <a:cubicBezTo>
                  <a:pt x="710" y="612"/>
                  <a:pt x="710" y="612"/>
                  <a:pt x="710" y="612"/>
                </a:cubicBezTo>
                <a:cubicBezTo>
                  <a:pt x="706" y="612"/>
                  <a:pt x="703" y="612"/>
                  <a:pt x="700" y="612"/>
                </a:cubicBezTo>
                <a:cubicBezTo>
                  <a:pt x="700" y="603"/>
                  <a:pt x="700" y="603"/>
                  <a:pt x="700" y="603"/>
                </a:cubicBezTo>
                <a:cubicBezTo>
                  <a:pt x="702" y="603"/>
                  <a:pt x="704" y="603"/>
                  <a:pt x="709" y="604"/>
                </a:cubicBezTo>
                <a:cubicBezTo>
                  <a:pt x="710" y="604"/>
                  <a:pt x="710" y="604"/>
                  <a:pt x="710" y="604"/>
                </a:cubicBezTo>
                <a:close/>
                <a:moveTo>
                  <a:pt x="700" y="482"/>
                </a:moveTo>
                <a:cubicBezTo>
                  <a:pt x="700" y="469"/>
                  <a:pt x="700" y="469"/>
                  <a:pt x="700" y="469"/>
                </a:cubicBezTo>
                <a:cubicBezTo>
                  <a:pt x="701" y="469"/>
                  <a:pt x="702" y="470"/>
                  <a:pt x="704" y="470"/>
                </a:cubicBezTo>
                <a:cubicBezTo>
                  <a:pt x="704" y="474"/>
                  <a:pt x="703" y="478"/>
                  <a:pt x="702" y="482"/>
                </a:cubicBezTo>
                <a:cubicBezTo>
                  <a:pt x="701" y="482"/>
                  <a:pt x="700" y="482"/>
                  <a:pt x="700" y="482"/>
                </a:cubicBezTo>
                <a:close/>
                <a:moveTo>
                  <a:pt x="700" y="325"/>
                </a:moveTo>
                <a:cubicBezTo>
                  <a:pt x="700" y="313"/>
                  <a:pt x="700" y="313"/>
                  <a:pt x="700" y="313"/>
                </a:cubicBezTo>
                <a:cubicBezTo>
                  <a:pt x="700" y="313"/>
                  <a:pt x="701" y="312"/>
                  <a:pt x="702" y="312"/>
                </a:cubicBezTo>
                <a:cubicBezTo>
                  <a:pt x="703" y="316"/>
                  <a:pt x="704" y="320"/>
                  <a:pt x="704" y="324"/>
                </a:cubicBezTo>
                <a:lnTo>
                  <a:pt x="700" y="325"/>
                </a:lnTo>
                <a:close/>
                <a:moveTo>
                  <a:pt x="697" y="138"/>
                </a:moveTo>
                <a:cubicBezTo>
                  <a:pt x="698" y="139"/>
                  <a:pt x="699" y="140"/>
                  <a:pt x="700" y="141"/>
                </a:cubicBezTo>
                <a:cubicBezTo>
                  <a:pt x="700" y="156"/>
                  <a:pt x="700" y="156"/>
                  <a:pt x="700" y="156"/>
                </a:cubicBezTo>
                <a:cubicBezTo>
                  <a:pt x="699" y="153"/>
                  <a:pt x="698" y="151"/>
                  <a:pt x="697" y="149"/>
                </a:cubicBezTo>
                <a:cubicBezTo>
                  <a:pt x="697" y="138"/>
                  <a:pt x="697" y="138"/>
                  <a:pt x="697" y="138"/>
                </a:cubicBezTo>
                <a:close/>
                <a:moveTo>
                  <a:pt x="700" y="654"/>
                </a:moveTo>
                <a:cubicBezTo>
                  <a:pt x="697" y="657"/>
                  <a:pt x="697" y="657"/>
                  <a:pt x="697" y="657"/>
                </a:cubicBezTo>
                <a:cubicBezTo>
                  <a:pt x="697" y="646"/>
                  <a:pt x="697" y="646"/>
                  <a:pt x="697" y="646"/>
                </a:cubicBezTo>
                <a:cubicBezTo>
                  <a:pt x="698" y="645"/>
                  <a:pt x="699" y="644"/>
                  <a:pt x="700" y="643"/>
                </a:cubicBezTo>
                <a:cubicBezTo>
                  <a:pt x="700" y="654"/>
                  <a:pt x="700" y="654"/>
                  <a:pt x="700" y="654"/>
                </a:cubicBezTo>
                <a:close/>
                <a:moveTo>
                  <a:pt x="700" y="169"/>
                </a:moveTo>
                <a:cubicBezTo>
                  <a:pt x="700" y="192"/>
                  <a:pt x="700" y="192"/>
                  <a:pt x="700" y="192"/>
                </a:cubicBezTo>
                <a:cubicBezTo>
                  <a:pt x="699" y="193"/>
                  <a:pt x="699" y="193"/>
                  <a:pt x="699" y="193"/>
                </a:cubicBezTo>
                <a:cubicBezTo>
                  <a:pt x="699" y="197"/>
                  <a:pt x="699" y="199"/>
                  <a:pt x="700" y="201"/>
                </a:cubicBezTo>
                <a:cubicBezTo>
                  <a:pt x="700" y="219"/>
                  <a:pt x="700" y="219"/>
                  <a:pt x="700" y="219"/>
                </a:cubicBezTo>
                <a:cubicBezTo>
                  <a:pt x="699" y="218"/>
                  <a:pt x="698" y="217"/>
                  <a:pt x="697" y="216"/>
                </a:cubicBezTo>
                <a:cubicBezTo>
                  <a:pt x="697" y="174"/>
                  <a:pt x="697" y="174"/>
                  <a:pt x="697" y="174"/>
                </a:cubicBezTo>
                <a:cubicBezTo>
                  <a:pt x="700" y="169"/>
                  <a:pt x="700" y="169"/>
                  <a:pt x="700" y="169"/>
                </a:cubicBezTo>
                <a:close/>
                <a:moveTo>
                  <a:pt x="700" y="313"/>
                </a:moveTo>
                <a:cubicBezTo>
                  <a:pt x="700" y="325"/>
                  <a:pt x="700" y="325"/>
                  <a:pt x="700" y="325"/>
                </a:cubicBezTo>
                <a:cubicBezTo>
                  <a:pt x="697" y="326"/>
                  <a:pt x="697" y="326"/>
                  <a:pt x="697" y="326"/>
                </a:cubicBezTo>
                <a:cubicBezTo>
                  <a:pt x="697" y="313"/>
                  <a:pt x="697" y="313"/>
                  <a:pt x="697" y="313"/>
                </a:cubicBezTo>
                <a:cubicBezTo>
                  <a:pt x="698" y="313"/>
                  <a:pt x="699" y="313"/>
                  <a:pt x="700" y="313"/>
                </a:cubicBezTo>
                <a:close/>
                <a:moveTo>
                  <a:pt x="700" y="358"/>
                </a:moveTo>
                <a:cubicBezTo>
                  <a:pt x="700" y="370"/>
                  <a:pt x="700" y="370"/>
                  <a:pt x="700" y="370"/>
                </a:cubicBezTo>
                <a:cubicBezTo>
                  <a:pt x="697" y="370"/>
                  <a:pt x="697" y="370"/>
                  <a:pt x="697" y="370"/>
                </a:cubicBezTo>
                <a:cubicBezTo>
                  <a:pt x="697" y="358"/>
                  <a:pt x="697" y="358"/>
                  <a:pt x="697" y="358"/>
                </a:cubicBezTo>
                <a:cubicBezTo>
                  <a:pt x="698" y="358"/>
                  <a:pt x="699" y="358"/>
                  <a:pt x="700" y="358"/>
                </a:cubicBezTo>
                <a:close/>
                <a:moveTo>
                  <a:pt x="700" y="389"/>
                </a:moveTo>
                <a:cubicBezTo>
                  <a:pt x="700" y="400"/>
                  <a:pt x="700" y="400"/>
                  <a:pt x="700" y="400"/>
                </a:cubicBezTo>
                <a:cubicBezTo>
                  <a:pt x="697" y="400"/>
                  <a:pt x="697" y="400"/>
                  <a:pt x="697" y="400"/>
                </a:cubicBezTo>
                <a:cubicBezTo>
                  <a:pt x="697" y="389"/>
                  <a:pt x="697" y="389"/>
                  <a:pt x="697" y="389"/>
                </a:cubicBezTo>
                <a:cubicBezTo>
                  <a:pt x="700" y="389"/>
                  <a:pt x="700" y="389"/>
                  <a:pt x="700" y="389"/>
                </a:cubicBezTo>
                <a:close/>
                <a:moveTo>
                  <a:pt x="700" y="407"/>
                </a:moveTo>
                <a:cubicBezTo>
                  <a:pt x="700" y="418"/>
                  <a:pt x="700" y="418"/>
                  <a:pt x="700" y="418"/>
                </a:cubicBezTo>
                <a:cubicBezTo>
                  <a:pt x="699" y="418"/>
                  <a:pt x="699" y="418"/>
                  <a:pt x="699" y="418"/>
                </a:cubicBezTo>
                <a:cubicBezTo>
                  <a:pt x="698" y="420"/>
                  <a:pt x="698" y="421"/>
                  <a:pt x="697" y="422"/>
                </a:cubicBezTo>
                <a:cubicBezTo>
                  <a:pt x="697" y="407"/>
                  <a:pt x="697" y="407"/>
                  <a:pt x="697" y="407"/>
                </a:cubicBezTo>
                <a:cubicBezTo>
                  <a:pt x="698" y="407"/>
                  <a:pt x="699" y="407"/>
                  <a:pt x="700" y="407"/>
                </a:cubicBezTo>
                <a:close/>
                <a:moveTo>
                  <a:pt x="700" y="449"/>
                </a:moveTo>
                <a:cubicBezTo>
                  <a:pt x="700" y="460"/>
                  <a:pt x="700" y="460"/>
                  <a:pt x="700" y="460"/>
                </a:cubicBezTo>
                <a:cubicBezTo>
                  <a:pt x="697" y="461"/>
                  <a:pt x="697" y="461"/>
                  <a:pt x="697" y="461"/>
                </a:cubicBezTo>
                <a:cubicBezTo>
                  <a:pt x="697" y="449"/>
                  <a:pt x="697" y="449"/>
                  <a:pt x="697" y="449"/>
                </a:cubicBezTo>
                <a:cubicBezTo>
                  <a:pt x="698" y="449"/>
                  <a:pt x="699" y="449"/>
                  <a:pt x="700" y="449"/>
                </a:cubicBezTo>
                <a:close/>
                <a:moveTo>
                  <a:pt x="700" y="469"/>
                </a:moveTo>
                <a:cubicBezTo>
                  <a:pt x="700" y="482"/>
                  <a:pt x="700" y="482"/>
                  <a:pt x="700" y="482"/>
                </a:cubicBezTo>
                <a:cubicBezTo>
                  <a:pt x="697" y="481"/>
                  <a:pt x="697" y="481"/>
                  <a:pt x="697" y="481"/>
                </a:cubicBezTo>
                <a:cubicBezTo>
                  <a:pt x="697" y="468"/>
                  <a:pt x="697" y="468"/>
                  <a:pt x="697" y="468"/>
                </a:cubicBezTo>
                <a:cubicBezTo>
                  <a:pt x="698" y="468"/>
                  <a:pt x="699" y="469"/>
                  <a:pt x="700" y="469"/>
                </a:cubicBezTo>
                <a:close/>
                <a:moveTo>
                  <a:pt x="700" y="580"/>
                </a:moveTo>
                <a:cubicBezTo>
                  <a:pt x="700" y="589"/>
                  <a:pt x="700" y="589"/>
                  <a:pt x="700" y="589"/>
                </a:cubicBezTo>
                <a:cubicBezTo>
                  <a:pt x="700" y="590"/>
                  <a:pt x="699" y="591"/>
                  <a:pt x="697" y="594"/>
                </a:cubicBezTo>
                <a:cubicBezTo>
                  <a:pt x="697" y="582"/>
                  <a:pt x="697" y="582"/>
                  <a:pt x="697" y="582"/>
                </a:cubicBezTo>
                <a:cubicBezTo>
                  <a:pt x="698" y="581"/>
                  <a:pt x="699" y="580"/>
                  <a:pt x="700" y="580"/>
                </a:cubicBezTo>
                <a:close/>
                <a:moveTo>
                  <a:pt x="700" y="603"/>
                </a:moveTo>
                <a:cubicBezTo>
                  <a:pt x="700" y="612"/>
                  <a:pt x="700" y="612"/>
                  <a:pt x="700" y="612"/>
                </a:cubicBezTo>
                <a:cubicBezTo>
                  <a:pt x="699" y="612"/>
                  <a:pt x="698" y="612"/>
                  <a:pt x="697" y="612"/>
                </a:cubicBezTo>
                <a:cubicBezTo>
                  <a:pt x="697" y="603"/>
                  <a:pt x="697" y="603"/>
                  <a:pt x="697" y="603"/>
                </a:cubicBezTo>
                <a:cubicBezTo>
                  <a:pt x="698" y="603"/>
                  <a:pt x="699" y="603"/>
                  <a:pt x="700" y="603"/>
                </a:cubicBezTo>
                <a:close/>
                <a:moveTo>
                  <a:pt x="700" y="631"/>
                </a:moveTo>
                <a:cubicBezTo>
                  <a:pt x="700" y="641"/>
                  <a:pt x="700" y="641"/>
                  <a:pt x="700" y="641"/>
                </a:cubicBezTo>
                <a:cubicBezTo>
                  <a:pt x="699" y="641"/>
                  <a:pt x="698" y="641"/>
                  <a:pt x="697" y="640"/>
                </a:cubicBezTo>
                <a:cubicBezTo>
                  <a:pt x="697" y="631"/>
                  <a:pt x="697" y="631"/>
                  <a:pt x="697" y="631"/>
                </a:cubicBezTo>
                <a:cubicBezTo>
                  <a:pt x="698" y="631"/>
                  <a:pt x="699" y="631"/>
                  <a:pt x="700" y="631"/>
                </a:cubicBezTo>
                <a:close/>
                <a:moveTo>
                  <a:pt x="697" y="496"/>
                </a:moveTo>
                <a:cubicBezTo>
                  <a:pt x="697" y="492"/>
                  <a:pt x="697" y="492"/>
                  <a:pt x="697" y="492"/>
                </a:cubicBezTo>
                <a:cubicBezTo>
                  <a:pt x="698" y="492"/>
                  <a:pt x="698" y="492"/>
                  <a:pt x="699" y="492"/>
                </a:cubicBezTo>
                <a:lnTo>
                  <a:pt x="697" y="496"/>
                </a:lnTo>
                <a:close/>
                <a:moveTo>
                  <a:pt x="677" y="118"/>
                </a:moveTo>
                <a:cubicBezTo>
                  <a:pt x="681" y="122"/>
                  <a:pt x="685" y="125"/>
                  <a:pt x="688" y="130"/>
                </a:cubicBezTo>
                <a:cubicBezTo>
                  <a:pt x="692" y="133"/>
                  <a:pt x="694" y="136"/>
                  <a:pt x="697" y="138"/>
                </a:cubicBezTo>
                <a:cubicBezTo>
                  <a:pt x="697" y="149"/>
                  <a:pt x="697" y="149"/>
                  <a:pt x="697" y="149"/>
                </a:cubicBezTo>
                <a:cubicBezTo>
                  <a:pt x="696" y="146"/>
                  <a:pt x="693" y="144"/>
                  <a:pt x="689" y="140"/>
                </a:cubicBezTo>
                <a:cubicBezTo>
                  <a:pt x="682" y="163"/>
                  <a:pt x="675" y="172"/>
                  <a:pt x="689" y="190"/>
                </a:cubicBezTo>
                <a:cubicBezTo>
                  <a:pt x="691" y="189"/>
                  <a:pt x="691" y="189"/>
                  <a:pt x="697" y="174"/>
                </a:cubicBezTo>
                <a:cubicBezTo>
                  <a:pt x="697" y="216"/>
                  <a:pt x="697" y="216"/>
                  <a:pt x="697" y="216"/>
                </a:cubicBezTo>
                <a:cubicBezTo>
                  <a:pt x="696" y="214"/>
                  <a:pt x="696" y="213"/>
                  <a:pt x="694" y="212"/>
                </a:cubicBezTo>
                <a:cubicBezTo>
                  <a:pt x="693" y="208"/>
                  <a:pt x="691" y="203"/>
                  <a:pt x="690" y="199"/>
                </a:cubicBezTo>
                <a:cubicBezTo>
                  <a:pt x="684" y="194"/>
                  <a:pt x="681" y="190"/>
                  <a:pt x="677" y="186"/>
                </a:cubicBezTo>
                <a:cubicBezTo>
                  <a:pt x="677" y="146"/>
                  <a:pt x="677" y="146"/>
                  <a:pt x="677" y="146"/>
                </a:cubicBezTo>
                <a:cubicBezTo>
                  <a:pt x="679" y="140"/>
                  <a:pt x="679" y="135"/>
                  <a:pt x="677" y="131"/>
                </a:cubicBezTo>
                <a:cubicBezTo>
                  <a:pt x="677" y="118"/>
                  <a:pt x="677" y="118"/>
                  <a:pt x="677" y="118"/>
                </a:cubicBezTo>
                <a:close/>
                <a:moveTo>
                  <a:pt x="697" y="657"/>
                </a:moveTo>
                <a:cubicBezTo>
                  <a:pt x="696" y="659"/>
                  <a:pt x="696" y="659"/>
                  <a:pt x="696" y="659"/>
                </a:cubicBezTo>
                <a:cubicBezTo>
                  <a:pt x="688" y="664"/>
                  <a:pt x="683" y="671"/>
                  <a:pt x="677" y="678"/>
                </a:cubicBezTo>
                <a:cubicBezTo>
                  <a:pt x="677" y="667"/>
                  <a:pt x="677" y="667"/>
                  <a:pt x="677" y="667"/>
                </a:cubicBezTo>
                <a:cubicBezTo>
                  <a:pt x="678" y="667"/>
                  <a:pt x="678" y="667"/>
                  <a:pt x="678" y="666"/>
                </a:cubicBezTo>
                <a:cubicBezTo>
                  <a:pt x="677" y="666"/>
                  <a:pt x="677" y="666"/>
                  <a:pt x="677" y="666"/>
                </a:cubicBezTo>
                <a:cubicBezTo>
                  <a:pt x="677" y="657"/>
                  <a:pt x="677" y="657"/>
                  <a:pt x="677" y="657"/>
                </a:cubicBezTo>
                <a:cubicBezTo>
                  <a:pt x="688" y="654"/>
                  <a:pt x="691" y="653"/>
                  <a:pt x="697" y="646"/>
                </a:cubicBezTo>
                <a:cubicBezTo>
                  <a:pt x="697" y="657"/>
                  <a:pt x="697" y="657"/>
                  <a:pt x="697" y="657"/>
                </a:cubicBezTo>
                <a:close/>
                <a:moveTo>
                  <a:pt x="697" y="313"/>
                </a:moveTo>
                <a:cubicBezTo>
                  <a:pt x="697" y="326"/>
                  <a:pt x="697" y="326"/>
                  <a:pt x="697" y="326"/>
                </a:cubicBezTo>
                <a:cubicBezTo>
                  <a:pt x="689" y="328"/>
                  <a:pt x="689" y="328"/>
                  <a:pt x="689" y="328"/>
                </a:cubicBezTo>
                <a:cubicBezTo>
                  <a:pt x="685" y="332"/>
                  <a:pt x="681" y="335"/>
                  <a:pt x="677" y="339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13"/>
                  <a:pt x="677" y="313"/>
                  <a:pt x="677" y="313"/>
                </a:cubicBezTo>
                <a:cubicBezTo>
                  <a:pt x="684" y="315"/>
                  <a:pt x="690" y="315"/>
                  <a:pt x="697" y="313"/>
                </a:cubicBezTo>
                <a:close/>
                <a:moveTo>
                  <a:pt x="697" y="358"/>
                </a:moveTo>
                <a:cubicBezTo>
                  <a:pt x="697" y="370"/>
                  <a:pt x="697" y="370"/>
                  <a:pt x="697" y="370"/>
                </a:cubicBezTo>
                <a:cubicBezTo>
                  <a:pt x="692" y="371"/>
                  <a:pt x="685" y="372"/>
                  <a:pt x="680" y="372"/>
                </a:cubicBezTo>
                <a:cubicBezTo>
                  <a:pt x="680" y="375"/>
                  <a:pt x="680" y="379"/>
                  <a:pt x="680" y="382"/>
                </a:cubicBezTo>
                <a:cubicBezTo>
                  <a:pt x="679" y="382"/>
                  <a:pt x="678" y="382"/>
                  <a:pt x="677" y="382"/>
                </a:cubicBezTo>
                <a:cubicBezTo>
                  <a:pt x="677" y="350"/>
                  <a:pt x="677" y="350"/>
                  <a:pt x="677" y="350"/>
                </a:cubicBezTo>
                <a:cubicBezTo>
                  <a:pt x="677" y="350"/>
                  <a:pt x="677" y="350"/>
                  <a:pt x="677" y="350"/>
                </a:cubicBezTo>
                <a:cubicBezTo>
                  <a:pt x="678" y="358"/>
                  <a:pt x="678" y="358"/>
                  <a:pt x="679" y="360"/>
                </a:cubicBezTo>
                <a:cubicBezTo>
                  <a:pt x="688" y="359"/>
                  <a:pt x="694" y="359"/>
                  <a:pt x="697" y="358"/>
                </a:cubicBezTo>
                <a:close/>
                <a:moveTo>
                  <a:pt x="697" y="389"/>
                </a:moveTo>
                <a:cubicBezTo>
                  <a:pt x="697" y="400"/>
                  <a:pt x="697" y="400"/>
                  <a:pt x="697" y="400"/>
                </a:cubicBezTo>
                <a:cubicBezTo>
                  <a:pt x="677" y="400"/>
                  <a:pt x="677" y="400"/>
                  <a:pt x="677" y="400"/>
                </a:cubicBezTo>
                <a:cubicBezTo>
                  <a:pt x="677" y="389"/>
                  <a:pt x="677" y="389"/>
                  <a:pt x="677" y="389"/>
                </a:cubicBezTo>
                <a:cubicBezTo>
                  <a:pt x="697" y="389"/>
                  <a:pt x="697" y="389"/>
                  <a:pt x="697" y="389"/>
                </a:cubicBezTo>
                <a:close/>
                <a:moveTo>
                  <a:pt x="697" y="407"/>
                </a:moveTo>
                <a:cubicBezTo>
                  <a:pt x="697" y="422"/>
                  <a:pt x="697" y="422"/>
                  <a:pt x="697" y="422"/>
                </a:cubicBezTo>
                <a:cubicBezTo>
                  <a:pt x="694" y="431"/>
                  <a:pt x="692" y="435"/>
                  <a:pt x="682" y="438"/>
                </a:cubicBezTo>
                <a:cubicBezTo>
                  <a:pt x="680" y="437"/>
                  <a:pt x="679" y="436"/>
                  <a:pt x="677" y="436"/>
                </a:cubicBezTo>
                <a:cubicBezTo>
                  <a:pt x="677" y="409"/>
                  <a:pt x="677" y="409"/>
                  <a:pt x="677" y="409"/>
                </a:cubicBezTo>
                <a:cubicBezTo>
                  <a:pt x="679" y="409"/>
                  <a:pt x="679" y="409"/>
                  <a:pt x="681" y="410"/>
                </a:cubicBezTo>
                <a:cubicBezTo>
                  <a:pt x="679" y="415"/>
                  <a:pt x="679" y="419"/>
                  <a:pt x="680" y="425"/>
                </a:cubicBezTo>
                <a:cubicBezTo>
                  <a:pt x="681" y="425"/>
                  <a:pt x="683" y="425"/>
                  <a:pt x="685" y="425"/>
                </a:cubicBezTo>
                <a:cubicBezTo>
                  <a:pt x="686" y="420"/>
                  <a:pt x="688" y="414"/>
                  <a:pt x="690" y="409"/>
                </a:cubicBezTo>
                <a:cubicBezTo>
                  <a:pt x="693" y="408"/>
                  <a:pt x="695" y="407"/>
                  <a:pt x="697" y="407"/>
                </a:cubicBezTo>
                <a:close/>
                <a:moveTo>
                  <a:pt x="697" y="449"/>
                </a:moveTo>
                <a:cubicBezTo>
                  <a:pt x="697" y="461"/>
                  <a:pt x="697" y="461"/>
                  <a:pt x="697" y="461"/>
                </a:cubicBezTo>
                <a:cubicBezTo>
                  <a:pt x="691" y="461"/>
                  <a:pt x="691" y="461"/>
                  <a:pt x="691" y="461"/>
                </a:cubicBezTo>
                <a:cubicBezTo>
                  <a:pt x="691" y="463"/>
                  <a:pt x="690" y="464"/>
                  <a:pt x="690" y="465"/>
                </a:cubicBezTo>
                <a:cubicBezTo>
                  <a:pt x="693" y="467"/>
                  <a:pt x="695" y="468"/>
                  <a:pt x="697" y="468"/>
                </a:cubicBezTo>
                <a:cubicBezTo>
                  <a:pt x="697" y="481"/>
                  <a:pt x="697" y="481"/>
                  <a:pt x="697" y="481"/>
                </a:cubicBezTo>
                <a:cubicBezTo>
                  <a:pt x="689" y="479"/>
                  <a:pt x="682" y="477"/>
                  <a:pt x="677" y="476"/>
                </a:cubicBezTo>
                <a:cubicBezTo>
                  <a:pt x="677" y="464"/>
                  <a:pt x="677" y="464"/>
                  <a:pt x="677" y="464"/>
                </a:cubicBezTo>
                <a:cubicBezTo>
                  <a:pt x="677" y="464"/>
                  <a:pt x="677" y="464"/>
                  <a:pt x="677" y="464"/>
                </a:cubicBezTo>
                <a:cubicBezTo>
                  <a:pt x="679" y="464"/>
                  <a:pt x="681" y="464"/>
                  <a:pt x="682" y="464"/>
                </a:cubicBezTo>
                <a:cubicBezTo>
                  <a:pt x="682" y="461"/>
                  <a:pt x="682" y="458"/>
                  <a:pt x="682" y="455"/>
                </a:cubicBezTo>
                <a:cubicBezTo>
                  <a:pt x="681" y="455"/>
                  <a:pt x="679" y="455"/>
                  <a:pt x="677" y="454"/>
                </a:cubicBezTo>
                <a:cubicBezTo>
                  <a:pt x="677" y="442"/>
                  <a:pt x="677" y="442"/>
                  <a:pt x="677" y="442"/>
                </a:cubicBezTo>
                <a:cubicBezTo>
                  <a:pt x="679" y="443"/>
                  <a:pt x="682" y="443"/>
                  <a:pt x="685" y="444"/>
                </a:cubicBezTo>
                <a:cubicBezTo>
                  <a:pt x="686" y="446"/>
                  <a:pt x="687" y="449"/>
                  <a:pt x="689" y="451"/>
                </a:cubicBezTo>
                <a:cubicBezTo>
                  <a:pt x="693" y="450"/>
                  <a:pt x="695" y="449"/>
                  <a:pt x="697" y="449"/>
                </a:cubicBezTo>
                <a:close/>
                <a:moveTo>
                  <a:pt x="697" y="492"/>
                </a:moveTo>
                <a:cubicBezTo>
                  <a:pt x="697" y="496"/>
                  <a:pt x="697" y="496"/>
                  <a:pt x="697" y="496"/>
                </a:cubicBezTo>
                <a:cubicBezTo>
                  <a:pt x="694" y="504"/>
                  <a:pt x="692" y="512"/>
                  <a:pt x="689" y="521"/>
                </a:cubicBezTo>
                <a:cubicBezTo>
                  <a:pt x="688" y="521"/>
                  <a:pt x="687" y="521"/>
                  <a:pt x="686" y="521"/>
                </a:cubicBezTo>
                <a:cubicBezTo>
                  <a:pt x="684" y="520"/>
                  <a:pt x="681" y="518"/>
                  <a:pt x="677" y="517"/>
                </a:cubicBezTo>
                <a:cubicBezTo>
                  <a:pt x="677" y="504"/>
                  <a:pt x="677" y="504"/>
                  <a:pt x="677" y="504"/>
                </a:cubicBezTo>
                <a:cubicBezTo>
                  <a:pt x="680" y="504"/>
                  <a:pt x="682" y="505"/>
                  <a:pt x="684" y="506"/>
                </a:cubicBezTo>
                <a:cubicBezTo>
                  <a:pt x="686" y="500"/>
                  <a:pt x="688" y="495"/>
                  <a:pt x="690" y="490"/>
                </a:cubicBezTo>
                <a:cubicBezTo>
                  <a:pt x="693" y="491"/>
                  <a:pt x="695" y="491"/>
                  <a:pt x="697" y="492"/>
                </a:cubicBezTo>
                <a:close/>
                <a:moveTo>
                  <a:pt x="697" y="582"/>
                </a:moveTo>
                <a:cubicBezTo>
                  <a:pt x="697" y="594"/>
                  <a:pt x="697" y="594"/>
                  <a:pt x="697" y="594"/>
                </a:cubicBezTo>
                <a:cubicBezTo>
                  <a:pt x="696" y="596"/>
                  <a:pt x="695" y="599"/>
                  <a:pt x="693" y="603"/>
                </a:cubicBezTo>
                <a:cubicBezTo>
                  <a:pt x="695" y="603"/>
                  <a:pt x="696" y="603"/>
                  <a:pt x="697" y="603"/>
                </a:cubicBezTo>
                <a:cubicBezTo>
                  <a:pt x="697" y="612"/>
                  <a:pt x="697" y="612"/>
                  <a:pt x="697" y="612"/>
                </a:cubicBezTo>
                <a:cubicBezTo>
                  <a:pt x="692" y="612"/>
                  <a:pt x="687" y="612"/>
                  <a:pt x="683" y="614"/>
                </a:cubicBezTo>
                <a:cubicBezTo>
                  <a:pt x="680" y="618"/>
                  <a:pt x="679" y="620"/>
                  <a:pt x="677" y="622"/>
                </a:cubicBezTo>
                <a:cubicBezTo>
                  <a:pt x="677" y="610"/>
                  <a:pt x="677" y="610"/>
                  <a:pt x="677" y="610"/>
                </a:cubicBezTo>
                <a:cubicBezTo>
                  <a:pt x="679" y="608"/>
                  <a:pt x="681" y="606"/>
                  <a:pt x="684" y="604"/>
                </a:cubicBezTo>
                <a:cubicBezTo>
                  <a:pt x="688" y="595"/>
                  <a:pt x="690" y="588"/>
                  <a:pt x="697" y="582"/>
                </a:cubicBezTo>
                <a:close/>
                <a:moveTo>
                  <a:pt x="697" y="631"/>
                </a:moveTo>
                <a:cubicBezTo>
                  <a:pt x="697" y="640"/>
                  <a:pt x="697" y="640"/>
                  <a:pt x="697" y="640"/>
                </a:cubicBezTo>
                <a:cubicBezTo>
                  <a:pt x="690" y="639"/>
                  <a:pt x="683" y="637"/>
                  <a:pt x="677" y="637"/>
                </a:cubicBezTo>
                <a:cubicBezTo>
                  <a:pt x="677" y="628"/>
                  <a:pt x="677" y="628"/>
                  <a:pt x="677" y="628"/>
                </a:cubicBezTo>
                <a:cubicBezTo>
                  <a:pt x="687" y="629"/>
                  <a:pt x="687" y="630"/>
                  <a:pt x="693" y="631"/>
                </a:cubicBezTo>
                <a:cubicBezTo>
                  <a:pt x="694" y="631"/>
                  <a:pt x="696" y="631"/>
                  <a:pt x="697" y="631"/>
                </a:cubicBezTo>
                <a:close/>
                <a:moveTo>
                  <a:pt x="677" y="542"/>
                </a:moveTo>
                <a:cubicBezTo>
                  <a:pt x="677" y="540"/>
                  <a:pt x="677" y="540"/>
                  <a:pt x="677" y="540"/>
                </a:cubicBezTo>
                <a:cubicBezTo>
                  <a:pt x="678" y="541"/>
                  <a:pt x="678" y="541"/>
                  <a:pt x="678" y="541"/>
                </a:cubicBezTo>
                <a:cubicBezTo>
                  <a:pt x="677" y="542"/>
                  <a:pt x="677" y="542"/>
                  <a:pt x="677" y="542"/>
                </a:cubicBezTo>
                <a:close/>
                <a:moveTo>
                  <a:pt x="677" y="501"/>
                </a:moveTo>
                <a:cubicBezTo>
                  <a:pt x="679" y="496"/>
                  <a:pt x="681" y="492"/>
                  <a:pt x="682" y="487"/>
                </a:cubicBezTo>
                <a:cubicBezTo>
                  <a:pt x="681" y="487"/>
                  <a:pt x="679" y="487"/>
                  <a:pt x="677" y="486"/>
                </a:cubicBezTo>
                <a:lnTo>
                  <a:pt x="677" y="501"/>
                </a:lnTo>
                <a:close/>
                <a:moveTo>
                  <a:pt x="654" y="95"/>
                </a:moveTo>
                <a:cubicBezTo>
                  <a:pt x="656" y="97"/>
                  <a:pt x="658" y="99"/>
                  <a:pt x="660" y="100"/>
                </a:cubicBezTo>
                <a:cubicBezTo>
                  <a:pt x="664" y="108"/>
                  <a:pt x="671" y="112"/>
                  <a:pt x="677" y="118"/>
                </a:cubicBezTo>
                <a:cubicBezTo>
                  <a:pt x="677" y="131"/>
                  <a:pt x="677" y="131"/>
                  <a:pt x="677" y="131"/>
                </a:cubicBezTo>
                <a:cubicBezTo>
                  <a:pt x="676" y="126"/>
                  <a:pt x="672" y="121"/>
                  <a:pt x="665" y="116"/>
                </a:cubicBezTo>
                <a:cubicBezTo>
                  <a:pt x="664" y="123"/>
                  <a:pt x="662" y="130"/>
                  <a:pt x="660" y="137"/>
                </a:cubicBezTo>
                <a:cubicBezTo>
                  <a:pt x="659" y="153"/>
                  <a:pt x="660" y="154"/>
                  <a:pt x="670" y="165"/>
                </a:cubicBezTo>
                <a:cubicBezTo>
                  <a:pt x="673" y="158"/>
                  <a:pt x="676" y="151"/>
                  <a:pt x="677" y="146"/>
                </a:cubicBezTo>
                <a:cubicBezTo>
                  <a:pt x="677" y="186"/>
                  <a:pt x="677" y="186"/>
                  <a:pt x="677" y="186"/>
                </a:cubicBezTo>
                <a:cubicBezTo>
                  <a:pt x="675" y="182"/>
                  <a:pt x="672" y="178"/>
                  <a:pt x="669" y="173"/>
                </a:cubicBezTo>
                <a:cubicBezTo>
                  <a:pt x="662" y="168"/>
                  <a:pt x="657" y="163"/>
                  <a:pt x="654" y="156"/>
                </a:cubicBezTo>
                <a:cubicBezTo>
                  <a:pt x="654" y="125"/>
                  <a:pt x="654" y="125"/>
                  <a:pt x="654" y="125"/>
                </a:cubicBezTo>
                <a:cubicBezTo>
                  <a:pt x="655" y="118"/>
                  <a:pt x="656" y="111"/>
                  <a:pt x="654" y="106"/>
                </a:cubicBezTo>
                <a:cubicBezTo>
                  <a:pt x="654" y="95"/>
                  <a:pt x="654" y="95"/>
                  <a:pt x="654" y="95"/>
                </a:cubicBezTo>
                <a:close/>
                <a:moveTo>
                  <a:pt x="677" y="678"/>
                </a:moveTo>
                <a:cubicBezTo>
                  <a:pt x="674" y="681"/>
                  <a:pt x="670" y="685"/>
                  <a:pt x="664" y="688"/>
                </a:cubicBezTo>
                <a:cubicBezTo>
                  <a:pt x="663" y="691"/>
                  <a:pt x="663" y="691"/>
                  <a:pt x="654" y="701"/>
                </a:cubicBezTo>
                <a:cubicBezTo>
                  <a:pt x="654" y="690"/>
                  <a:pt x="654" y="690"/>
                  <a:pt x="654" y="690"/>
                </a:cubicBezTo>
                <a:cubicBezTo>
                  <a:pt x="654" y="689"/>
                  <a:pt x="654" y="689"/>
                  <a:pt x="654" y="689"/>
                </a:cubicBezTo>
                <a:cubicBezTo>
                  <a:pt x="654" y="689"/>
                  <a:pt x="654" y="689"/>
                  <a:pt x="654" y="689"/>
                </a:cubicBezTo>
                <a:cubicBezTo>
                  <a:pt x="654" y="680"/>
                  <a:pt x="654" y="680"/>
                  <a:pt x="654" y="680"/>
                </a:cubicBezTo>
                <a:cubicBezTo>
                  <a:pt x="655" y="681"/>
                  <a:pt x="655" y="681"/>
                  <a:pt x="655" y="681"/>
                </a:cubicBezTo>
                <a:cubicBezTo>
                  <a:pt x="666" y="678"/>
                  <a:pt x="670" y="676"/>
                  <a:pt x="677" y="667"/>
                </a:cubicBezTo>
                <a:cubicBezTo>
                  <a:pt x="677" y="678"/>
                  <a:pt x="677" y="678"/>
                  <a:pt x="677" y="678"/>
                </a:cubicBezTo>
                <a:close/>
                <a:moveTo>
                  <a:pt x="677" y="313"/>
                </a:moveTo>
                <a:cubicBezTo>
                  <a:pt x="677" y="325"/>
                  <a:pt x="677" y="325"/>
                  <a:pt x="677" y="325"/>
                </a:cubicBezTo>
                <a:cubicBezTo>
                  <a:pt x="672" y="323"/>
                  <a:pt x="666" y="322"/>
                  <a:pt x="660" y="320"/>
                </a:cubicBezTo>
                <a:cubicBezTo>
                  <a:pt x="659" y="316"/>
                  <a:pt x="658" y="313"/>
                  <a:pt x="657" y="309"/>
                </a:cubicBezTo>
                <a:cubicBezTo>
                  <a:pt x="665" y="311"/>
                  <a:pt x="672" y="313"/>
                  <a:pt x="677" y="313"/>
                </a:cubicBezTo>
                <a:close/>
                <a:moveTo>
                  <a:pt x="677" y="325"/>
                </a:moveTo>
                <a:cubicBezTo>
                  <a:pt x="677" y="339"/>
                  <a:pt x="677" y="339"/>
                  <a:pt x="677" y="339"/>
                </a:cubicBezTo>
                <a:cubicBezTo>
                  <a:pt x="674" y="342"/>
                  <a:pt x="670" y="345"/>
                  <a:pt x="667" y="349"/>
                </a:cubicBezTo>
                <a:cubicBezTo>
                  <a:pt x="666" y="345"/>
                  <a:pt x="666" y="340"/>
                  <a:pt x="665" y="336"/>
                </a:cubicBezTo>
                <a:cubicBezTo>
                  <a:pt x="669" y="332"/>
                  <a:pt x="673" y="328"/>
                  <a:pt x="677" y="325"/>
                </a:cubicBezTo>
                <a:close/>
                <a:moveTo>
                  <a:pt x="677" y="350"/>
                </a:moveTo>
                <a:cubicBezTo>
                  <a:pt x="677" y="382"/>
                  <a:pt x="677" y="382"/>
                  <a:pt x="677" y="382"/>
                </a:cubicBezTo>
                <a:cubicBezTo>
                  <a:pt x="675" y="382"/>
                  <a:pt x="673" y="383"/>
                  <a:pt x="672" y="383"/>
                </a:cubicBezTo>
                <a:cubicBezTo>
                  <a:pt x="670" y="372"/>
                  <a:pt x="669" y="362"/>
                  <a:pt x="668" y="351"/>
                </a:cubicBezTo>
                <a:cubicBezTo>
                  <a:pt x="671" y="351"/>
                  <a:pt x="674" y="350"/>
                  <a:pt x="677" y="350"/>
                </a:cubicBezTo>
                <a:close/>
                <a:moveTo>
                  <a:pt x="677" y="389"/>
                </a:moveTo>
                <a:cubicBezTo>
                  <a:pt x="677" y="400"/>
                  <a:pt x="677" y="400"/>
                  <a:pt x="677" y="400"/>
                </a:cubicBezTo>
                <a:cubicBezTo>
                  <a:pt x="672" y="400"/>
                  <a:pt x="672" y="400"/>
                  <a:pt x="672" y="400"/>
                </a:cubicBezTo>
                <a:cubicBezTo>
                  <a:pt x="672" y="397"/>
                  <a:pt x="672" y="393"/>
                  <a:pt x="672" y="389"/>
                </a:cubicBezTo>
                <a:cubicBezTo>
                  <a:pt x="677" y="389"/>
                  <a:pt x="677" y="389"/>
                  <a:pt x="677" y="389"/>
                </a:cubicBezTo>
                <a:close/>
                <a:moveTo>
                  <a:pt x="677" y="409"/>
                </a:moveTo>
                <a:cubicBezTo>
                  <a:pt x="677" y="436"/>
                  <a:pt x="677" y="436"/>
                  <a:pt x="677" y="436"/>
                </a:cubicBezTo>
                <a:cubicBezTo>
                  <a:pt x="668" y="430"/>
                  <a:pt x="671" y="422"/>
                  <a:pt x="670" y="409"/>
                </a:cubicBezTo>
                <a:cubicBezTo>
                  <a:pt x="673" y="409"/>
                  <a:pt x="675" y="409"/>
                  <a:pt x="677" y="409"/>
                </a:cubicBezTo>
                <a:close/>
                <a:moveTo>
                  <a:pt x="677" y="442"/>
                </a:moveTo>
                <a:cubicBezTo>
                  <a:pt x="677" y="454"/>
                  <a:pt x="677" y="454"/>
                  <a:pt x="677" y="454"/>
                </a:cubicBezTo>
                <a:cubicBezTo>
                  <a:pt x="676" y="454"/>
                  <a:pt x="676" y="454"/>
                  <a:pt x="676" y="454"/>
                </a:cubicBezTo>
                <a:cubicBezTo>
                  <a:pt x="675" y="456"/>
                  <a:pt x="675" y="456"/>
                  <a:pt x="673" y="463"/>
                </a:cubicBezTo>
                <a:cubicBezTo>
                  <a:pt x="674" y="463"/>
                  <a:pt x="676" y="463"/>
                  <a:pt x="677" y="464"/>
                </a:cubicBezTo>
                <a:cubicBezTo>
                  <a:pt x="677" y="476"/>
                  <a:pt x="677" y="476"/>
                  <a:pt x="677" y="476"/>
                </a:cubicBezTo>
                <a:cubicBezTo>
                  <a:pt x="664" y="473"/>
                  <a:pt x="664" y="472"/>
                  <a:pt x="661" y="471"/>
                </a:cubicBezTo>
                <a:cubicBezTo>
                  <a:pt x="665" y="460"/>
                  <a:pt x="666" y="442"/>
                  <a:pt x="677" y="442"/>
                </a:cubicBezTo>
                <a:close/>
                <a:moveTo>
                  <a:pt x="677" y="486"/>
                </a:moveTo>
                <a:cubicBezTo>
                  <a:pt x="677" y="501"/>
                  <a:pt x="677" y="501"/>
                  <a:pt x="677" y="501"/>
                </a:cubicBezTo>
                <a:cubicBezTo>
                  <a:pt x="677" y="503"/>
                  <a:pt x="677" y="503"/>
                  <a:pt x="677" y="503"/>
                </a:cubicBezTo>
                <a:cubicBezTo>
                  <a:pt x="677" y="504"/>
                  <a:pt x="677" y="504"/>
                  <a:pt x="677" y="504"/>
                </a:cubicBezTo>
                <a:cubicBezTo>
                  <a:pt x="677" y="517"/>
                  <a:pt x="677" y="517"/>
                  <a:pt x="677" y="517"/>
                </a:cubicBezTo>
                <a:cubicBezTo>
                  <a:pt x="670" y="514"/>
                  <a:pt x="660" y="510"/>
                  <a:pt x="654" y="508"/>
                </a:cubicBezTo>
                <a:cubicBezTo>
                  <a:pt x="654" y="494"/>
                  <a:pt x="654" y="494"/>
                  <a:pt x="654" y="494"/>
                </a:cubicBezTo>
                <a:cubicBezTo>
                  <a:pt x="659" y="479"/>
                  <a:pt x="660" y="479"/>
                  <a:pt x="661" y="478"/>
                </a:cubicBezTo>
                <a:cubicBezTo>
                  <a:pt x="667" y="481"/>
                  <a:pt x="667" y="481"/>
                  <a:pt x="668" y="482"/>
                </a:cubicBezTo>
                <a:cubicBezTo>
                  <a:pt x="666" y="488"/>
                  <a:pt x="664" y="493"/>
                  <a:pt x="662" y="498"/>
                </a:cubicBezTo>
                <a:cubicBezTo>
                  <a:pt x="664" y="499"/>
                  <a:pt x="667" y="500"/>
                  <a:pt x="669" y="500"/>
                </a:cubicBezTo>
                <a:cubicBezTo>
                  <a:pt x="671" y="495"/>
                  <a:pt x="672" y="490"/>
                  <a:pt x="674" y="485"/>
                </a:cubicBezTo>
                <a:cubicBezTo>
                  <a:pt x="677" y="486"/>
                  <a:pt x="677" y="486"/>
                  <a:pt x="677" y="486"/>
                </a:cubicBezTo>
                <a:close/>
                <a:moveTo>
                  <a:pt x="677" y="540"/>
                </a:moveTo>
                <a:cubicBezTo>
                  <a:pt x="670" y="532"/>
                  <a:pt x="662" y="523"/>
                  <a:pt x="654" y="514"/>
                </a:cubicBezTo>
                <a:cubicBezTo>
                  <a:pt x="654" y="531"/>
                  <a:pt x="654" y="531"/>
                  <a:pt x="654" y="531"/>
                </a:cubicBezTo>
                <a:cubicBezTo>
                  <a:pt x="657" y="534"/>
                  <a:pt x="661" y="537"/>
                  <a:pt x="664" y="541"/>
                </a:cubicBezTo>
                <a:cubicBezTo>
                  <a:pt x="661" y="540"/>
                  <a:pt x="657" y="540"/>
                  <a:pt x="654" y="539"/>
                </a:cubicBezTo>
                <a:cubicBezTo>
                  <a:pt x="654" y="551"/>
                  <a:pt x="654" y="551"/>
                  <a:pt x="654" y="551"/>
                </a:cubicBezTo>
                <a:cubicBezTo>
                  <a:pt x="658" y="552"/>
                  <a:pt x="662" y="552"/>
                  <a:pt x="666" y="553"/>
                </a:cubicBezTo>
                <a:cubicBezTo>
                  <a:pt x="668" y="553"/>
                  <a:pt x="670" y="553"/>
                  <a:pt x="673" y="553"/>
                </a:cubicBezTo>
                <a:cubicBezTo>
                  <a:pt x="674" y="550"/>
                  <a:pt x="676" y="546"/>
                  <a:pt x="677" y="542"/>
                </a:cubicBezTo>
                <a:cubicBezTo>
                  <a:pt x="677" y="540"/>
                  <a:pt x="677" y="540"/>
                  <a:pt x="677" y="540"/>
                </a:cubicBezTo>
                <a:close/>
                <a:moveTo>
                  <a:pt x="677" y="610"/>
                </a:moveTo>
                <a:cubicBezTo>
                  <a:pt x="677" y="622"/>
                  <a:pt x="677" y="622"/>
                  <a:pt x="677" y="622"/>
                </a:cubicBezTo>
                <a:cubicBezTo>
                  <a:pt x="677" y="623"/>
                  <a:pt x="676" y="625"/>
                  <a:pt x="674" y="628"/>
                </a:cubicBezTo>
                <a:cubicBezTo>
                  <a:pt x="677" y="628"/>
                  <a:pt x="677" y="628"/>
                  <a:pt x="677" y="628"/>
                </a:cubicBezTo>
                <a:cubicBezTo>
                  <a:pt x="677" y="637"/>
                  <a:pt x="677" y="637"/>
                  <a:pt x="677" y="637"/>
                </a:cubicBezTo>
                <a:cubicBezTo>
                  <a:pt x="668" y="637"/>
                  <a:pt x="660" y="639"/>
                  <a:pt x="654" y="650"/>
                </a:cubicBezTo>
                <a:cubicBezTo>
                  <a:pt x="654" y="637"/>
                  <a:pt x="654" y="637"/>
                  <a:pt x="654" y="637"/>
                </a:cubicBezTo>
                <a:cubicBezTo>
                  <a:pt x="657" y="633"/>
                  <a:pt x="661" y="631"/>
                  <a:pt x="665" y="628"/>
                </a:cubicBezTo>
                <a:cubicBezTo>
                  <a:pt x="669" y="620"/>
                  <a:pt x="673" y="615"/>
                  <a:pt x="677" y="610"/>
                </a:cubicBezTo>
                <a:close/>
                <a:moveTo>
                  <a:pt x="677" y="657"/>
                </a:moveTo>
                <a:cubicBezTo>
                  <a:pt x="677" y="666"/>
                  <a:pt x="677" y="666"/>
                  <a:pt x="677" y="666"/>
                </a:cubicBezTo>
                <a:cubicBezTo>
                  <a:pt x="667" y="663"/>
                  <a:pt x="660" y="661"/>
                  <a:pt x="654" y="660"/>
                </a:cubicBezTo>
                <a:cubicBezTo>
                  <a:pt x="654" y="651"/>
                  <a:pt x="654" y="651"/>
                  <a:pt x="654" y="651"/>
                </a:cubicBezTo>
                <a:cubicBezTo>
                  <a:pt x="663" y="653"/>
                  <a:pt x="664" y="653"/>
                  <a:pt x="676" y="657"/>
                </a:cubicBezTo>
                <a:cubicBezTo>
                  <a:pt x="677" y="657"/>
                  <a:pt x="677" y="657"/>
                  <a:pt x="677" y="657"/>
                </a:cubicBezTo>
                <a:close/>
                <a:moveTo>
                  <a:pt x="654" y="581"/>
                </a:moveTo>
                <a:cubicBezTo>
                  <a:pt x="654" y="568"/>
                  <a:pt x="654" y="568"/>
                  <a:pt x="654" y="568"/>
                </a:cubicBezTo>
                <a:cubicBezTo>
                  <a:pt x="656" y="569"/>
                  <a:pt x="658" y="571"/>
                  <a:pt x="661" y="573"/>
                </a:cubicBezTo>
                <a:cubicBezTo>
                  <a:pt x="658" y="576"/>
                  <a:pt x="656" y="578"/>
                  <a:pt x="654" y="581"/>
                </a:cubicBezTo>
                <a:close/>
                <a:moveTo>
                  <a:pt x="654" y="270"/>
                </a:moveTo>
                <a:cubicBezTo>
                  <a:pt x="654" y="263"/>
                  <a:pt x="654" y="263"/>
                  <a:pt x="654" y="263"/>
                </a:cubicBezTo>
                <a:cubicBezTo>
                  <a:pt x="656" y="259"/>
                  <a:pt x="661" y="256"/>
                  <a:pt x="668" y="261"/>
                </a:cubicBezTo>
                <a:cubicBezTo>
                  <a:pt x="668" y="264"/>
                  <a:pt x="668" y="267"/>
                  <a:pt x="668" y="270"/>
                </a:cubicBezTo>
                <a:cubicBezTo>
                  <a:pt x="665" y="273"/>
                  <a:pt x="662" y="273"/>
                  <a:pt x="657" y="273"/>
                </a:cubicBezTo>
                <a:cubicBezTo>
                  <a:pt x="656" y="273"/>
                  <a:pt x="654" y="271"/>
                  <a:pt x="654" y="270"/>
                </a:cubicBezTo>
                <a:close/>
                <a:moveTo>
                  <a:pt x="629" y="76"/>
                </a:moveTo>
                <a:cubicBezTo>
                  <a:pt x="638" y="82"/>
                  <a:pt x="646" y="88"/>
                  <a:pt x="654" y="95"/>
                </a:cubicBezTo>
                <a:cubicBezTo>
                  <a:pt x="654" y="106"/>
                  <a:pt x="654" y="106"/>
                  <a:pt x="654" y="106"/>
                </a:cubicBezTo>
                <a:cubicBezTo>
                  <a:pt x="652" y="101"/>
                  <a:pt x="648" y="97"/>
                  <a:pt x="640" y="95"/>
                </a:cubicBezTo>
                <a:cubicBezTo>
                  <a:pt x="638" y="107"/>
                  <a:pt x="633" y="122"/>
                  <a:pt x="639" y="134"/>
                </a:cubicBezTo>
                <a:cubicBezTo>
                  <a:pt x="646" y="139"/>
                  <a:pt x="646" y="139"/>
                  <a:pt x="648" y="141"/>
                </a:cubicBezTo>
                <a:cubicBezTo>
                  <a:pt x="649" y="141"/>
                  <a:pt x="649" y="141"/>
                  <a:pt x="650" y="141"/>
                </a:cubicBezTo>
                <a:cubicBezTo>
                  <a:pt x="651" y="136"/>
                  <a:pt x="653" y="130"/>
                  <a:pt x="654" y="125"/>
                </a:cubicBezTo>
                <a:cubicBezTo>
                  <a:pt x="654" y="156"/>
                  <a:pt x="654" y="156"/>
                  <a:pt x="654" y="156"/>
                </a:cubicBezTo>
                <a:cubicBezTo>
                  <a:pt x="653" y="155"/>
                  <a:pt x="652" y="153"/>
                  <a:pt x="651" y="151"/>
                </a:cubicBezTo>
                <a:cubicBezTo>
                  <a:pt x="643" y="148"/>
                  <a:pt x="630" y="139"/>
                  <a:pt x="629" y="130"/>
                </a:cubicBezTo>
                <a:cubicBezTo>
                  <a:pt x="629" y="106"/>
                  <a:pt x="629" y="106"/>
                  <a:pt x="629" y="106"/>
                </a:cubicBezTo>
                <a:cubicBezTo>
                  <a:pt x="630" y="103"/>
                  <a:pt x="630" y="103"/>
                  <a:pt x="630" y="103"/>
                </a:cubicBezTo>
                <a:cubicBezTo>
                  <a:pt x="630" y="99"/>
                  <a:pt x="630" y="95"/>
                  <a:pt x="629" y="93"/>
                </a:cubicBezTo>
                <a:cubicBezTo>
                  <a:pt x="629" y="76"/>
                  <a:pt x="629" y="76"/>
                  <a:pt x="629" y="76"/>
                </a:cubicBezTo>
                <a:close/>
                <a:moveTo>
                  <a:pt x="654" y="701"/>
                </a:moveTo>
                <a:cubicBezTo>
                  <a:pt x="653" y="702"/>
                  <a:pt x="653" y="702"/>
                  <a:pt x="653" y="702"/>
                </a:cubicBezTo>
                <a:cubicBezTo>
                  <a:pt x="644" y="707"/>
                  <a:pt x="637" y="713"/>
                  <a:pt x="629" y="719"/>
                </a:cubicBezTo>
                <a:cubicBezTo>
                  <a:pt x="629" y="702"/>
                  <a:pt x="629" y="702"/>
                  <a:pt x="629" y="702"/>
                </a:cubicBezTo>
                <a:cubicBezTo>
                  <a:pt x="641" y="701"/>
                  <a:pt x="646" y="700"/>
                  <a:pt x="654" y="690"/>
                </a:cubicBezTo>
                <a:cubicBezTo>
                  <a:pt x="654" y="701"/>
                  <a:pt x="654" y="701"/>
                  <a:pt x="654" y="701"/>
                </a:cubicBezTo>
                <a:close/>
                <a:moveTo>
                  <a:pt x="654" y="263"/>
                </a:moveTo>
                <a:cubicBezTo>
                  <a:pt x="654" y="270"/>
                  <a:pt x="654" y="270"/>
                  <a:pt x="654" y="270"/>
                </a:cubicBezTo>
                <a:cubicBezTo>
                  <a:pt x="653" y="268"/>
                  <a:pt x="653" y="265"/>
                  <a:pt x="654" y="263"/>
                </a:cubicBezTo>
                <a:close/>
                <a:moveTo>
                  <a:pt x="654" y="494"/>
                </a:moveTo>
                <a:cubicBezTo>
                  <a:pt x="654" y="508"/>
                  <a:pt x="654" y="508"/>
                  <a:pt x="654" y="508"/>
                </a:cubicBezTo>
                <a:cubicBezTo>
                  <a:pt x="651" y="506"/>
                  <a:pt x="650" y="506"/>
                  <a:pt x="649" y="506"/>
                </a:cubicBezTo>
                <a:cubicBezTo>
                  <a:pt x="651" y="501"/>
                  <a:pt x="653" y="497"/>
                  <a:pt x="654" y="494"/>
                </a:cubicBezTo>
                <a:close/>
                <a:moveTo>
                  <a:pt x="654" y="514"/>
                </a:moveTo>
                <a:cubicBezTo>
                  <a:pt x="654" y="531"/>
                  <a:pt x="654" y="531"/>
                  <a:pt x="654" y="531"/>
                </a:cubicBezTo>
                <a:cubicBezTo>
                  <a:pt x="650" y="527"/>
                  <a:pt x="646" y="523"/>
                  <a:pt x="642" y="520"/>
                </a:cubicBezTo>
                <a:cubicBezTo>
                  <a:pt x="644" y="516"/>
                  <a:pt x="646" y="512"/>
                  <a:pt x="649" y="509"/>
                </a:cubicBezTo>
                <a:cubicBezTo>
                  <a:pt x="654" y="514"/>
                  <a:pt x="654" y="514"/>
                  <a:pt x="654" y="514"/>
                </a:cubicBezTo>
                <a:close/>
                <a:moveTo>
                  <a:pt x="654" y="539"/>
                </a:moveTo>
                <a:cubicBezTo>
                  <a:pt x="654" y="551"/>
                  <a:pt x="654" y="551"/>
                  <a:pt x="654" y="551"/>
                </a:cubicBezTo>
                <a:cubicBezTo>
                  <a:pt x="645" y="549"/>
                  <a:pt x="637" y="547"/>
                  <a:pt x="629" y="546"/>
                </a:cubicBezTo>
                <a:cubicBezTo>
                  <a:pt x="629" y="544"/>
                  <a:pt x="629" y="544"/>
                  <a:pt x="629" y="544"/>
                </a:cubicBezTo>
                <a:cubicBezTo>
                  <a:pt x="631" y="541"/>
                  <a:pt x="633" y="538"/>
                  <a:pt x="635" y="535"/>
                </a:cubicBezTo>
                <a:cubicBezTo>
                  <a:pt x="641" y="536"/>
                  <a:pt x="647" y="537"/>
                  <a:pt x="654" y="539"/>
                </a:cubicBezTo>
                <a:close/>
                <a:moveTo>
                  <a:pt x="654" y="568"/>
                </a:moveTo>
                <a:cubicBezTo>
                  <a:pt x="645" y="562"/>
                  <a:pt x="637" y="556"/>
                  <a:pt x="629" y="550"/>
                </a:cubicBezTo>
                <a:cubicBezTo>
                  <a:pt x="629" y="566"/>
                  <a:pt x="629" y="566"/>
                  <a:pt x="629" y="566"/>
                </a:cubicBezTo>
                <a:cubicBezTo>
                  <a:pt x="637" y="571"/>
                  <a:pt x="645" y="576"/>
                  <a:pt x="653" y="582"/>
                </a:cubicBezTo>
                <a:cubicBezTo>
                  <a:pt x="654" y="581"/>
                  <a:pt x="654" y="581"/>
                  <a:pt x="654" y="581"/>
                </a:cubicBezTo>
                <a:cubicBezTo>
                  <a:pt x="654" y="568"/>
                  <a:pt x="654" y="568"/>
                  <a:pt x="654" y="568"/>
                </a:cubicBezTo>
                <a:close/>
                <a:moveTo>
                  <a:pt x="654" y="637"/>
                </a:moveTo>
                <a:cubicBezTo>
                  <a:pt x="654" y="650"/>
                  <a:pt x="654" y="650"/>
                  <a:pt x="654" y="650"/>
                </a:cubicBezTo>
                <a:cubicBezTo>
                  <a:pt x="654" y="650"/>
                  <a:pt x="653" y="651"/>
                  <a:pt x="653" y="651"/>
                </a:cubicBezTo>
                <a:cubicBezTo>
                  <a:pt x="654" y="651"/>
                  <a:pt x="654" y="651"/>
                  <a:pt x="654" y="651"/>
                </a:cubicBezTo>
                <a:cubicBezTo>
                  <a:pt x="654" y="660"/>
                  <a:pt x="654" y="660"/>
                  <a:pt x="654" y="660"/>
                </a:cubicBezTo>
                <a:cubicBezTo>
                  <a:pt x="645" y="659"/>
                  <a:pt x="639" y="662"/>
                  <a:pt x="629" y="672"/>
                </a:cubicBezTo>
                <a:cubicBezTo>
                  <a:pt x="629" y="661"/>
                  <a:pt x="629" y="661"/>
                  <a:pt x="629" y="661"/>
                </a:cubicBezTo>
                <a:cubicBezTo>
                  <a:pt x="634" y="656"/>
                  <a:pt x="639" y="653"/>
                  <a:pt x="645" y="649"/>
                </a:cubicBezTo>
                <a:cubicBezTo>
                  <a:pt x="647" y="644"/>
                  <a:pt x="650" y="640"/>
                  <a:pt x="654" y="637"/>
                </a:cubicBezTo>
                <a:close/>
                <a:moveTo>
                  <a:pt x="654" y="680"/>
                </a:moveTo>
                <a:cubicBezTo>
                  <a:pt x="645" y="677"/>
                  <a:pt x="637" y="674"/>
                  <a:pt x="629" y="672"/>
                </a:cubicBezTo>
                <a:cubicBezTo>
                  <a:pt x="629" y="681"/>
                  <a:pt x="629" y="681"/>
                  <a:pt x="629" y="681"/>
                </a:cubicBezTo>
                <a:cubicBezTo>
                  <a:pt x="637" y="684"/>
                  <a:pt x="645" y="687"/>
                  <a:pt x="654" y="689"/>
                </a:cubicBezTo>
                <a:cubicBezTo>
                  <a:pt x="654" y="680"/>
                  <a:pt x="654" y="680"/>
                  <a:pt x="654" y="680"/>
                </a:cubicBezTo>
                <a:close/>
                <a:moveTo>
                  <a:pt x="629" y="600"/>
                </a:moveTo>
                <a:cubicBezTo>
                  <a:pt x="629" y="576"/>
                  <a:pt x="629" y="576"/>
                  <a:pt x="629" y="576"/>
                </a:cubicBezTo>
                <a:cubicBezTo>
                  <a:pt x="635" y="581"/>
                  <a:pt x="641" y="586"/>
                  <a:pt x="646" y="592"/>
                </a:cubicBezTo>
                <a:cubicBezTo>
                  <a:pt x="643" y="596"/>
                  <a:pt x="641" y="599"/>
                  <a:pt x="638" y="603"/>
                </a:cubicBezTo>
                <a:cubicBezTo>
                  <a:pt x="629" y="600"/>
                  <a:pt x="629" y="600"/>
                  <a:pt x="629" y="600"/>
                </a:cubicBezTo>
                <a:close/>
                <a:moveTo>
                  <a:pt x="629" y="457"/>
                </a:moveTo>
                <a:cubicBezTo>
                  <a:pt x="629" y="362"/>
                  <a:pt x="629" y="362"/>
                  <a:pt x="629" y="362"/>
                </a:cubicBezTo>
                <a:cubicBezTo>
                  <a:pt x="635" y="393"/>
                  <a:pt x="639" y="427"/>
                  <a:pt x="629" y="457"/>
                </a:cubicBezTo>
                <a:close/>
                <a:moveTo>
                  <a:pt x="629" y="215"/>
                </a:moveTo>
                <a:cubicBezTo>
                  <a:pt x="629" y="162"/>
                  <a:pt x="629" y="162"/>
                  <a:pt x="629" y="162"/>
                </a:cubicBezTo>
                <a:cubicBezTo>
                  <a:pt x="631" y="162"/>
                  <a:pt x="633" y="162"/>
                  <a:pt x="637" y="163"/>
                </a:cubicBezTo>
                <a:cubicBezTo>
                  <a:pt x="639" y="174"/>
                  <a:pt x="642" y="177"/>
                  <a:pt x="651" y="185"/>
                </a:cubicBezTo>
                <a:cubicBezTo>
                  <a:pt x="651" y="187"/>
                  <a:pt x="651" y="188"/>
                  <a:pt x="651" y="190"/>
                </a:cubicBezTo>
                <a:cubicBezTo>
                  <a:pt x="648" y="192"/>
                  <a:pt x="648" y="192"/>
                  <a:pt x="642" y="192"/>
                </a:cubicBezTo>
                <a:cubicBezTo>
                  <a:pt x="642" y="191"/>
                  <a:pt x="641" y="190"/>
                  <a:pt x="641" y="190"/>
                </a:cubicBezTo>
                <a:cubicBezTo>
                  <a:pt x="640" y="192"/>
                  <a:pt x="639" y="195"/>
                  <a:pt x="639" y="197"/>
                </a:cubicBezTo>
                <a:cubicBezTo>
                  <a:pt x="637" y="198"/>
                  <a:pt x="634" y="198"/>
                  <a:pt x="632" y="199"/>
                </a:cubicBezTo>
                <a:cubicBezTo>
                  <a:pt x="637" y="205"/>
                  <a:pt x="641" y="210"/>
                  <a:pt x="648" y="213"/>
                </a:cubicBezTo>
                <a:cubicBezTo>
                  <a:pt x="648" y="218"/>
                  <a:pt x="648" y="220"/>
                  <a:pt x="646" y="224"/>
                </a:cubicBezTo>
                <a:cubicBezTo>
                  <a:pt x="641" y="224"/>
                  <a:pt x="639" y="224"/>
                  <a:pt x="635" y="222"/>
                </a:cubicBezTo>
                <a:cubicBezTo>
                  <a:pt x="633" y="219"/>
                  <a:pt x="631" y="217"/>
                  <a:pt x="629" y="215"/>
                </a:cubicBezTo>
                <a:close/>
                <a:moveTo>
                  <a:pt x="616" y="67"/>
                </a:moveTo>
                <a:cubicBezTo>
                  <a:pt x="620" y="70"/>
                  <a:pt x="625" y="73"/>
                  <a:pt x="629" y="76"/>
                </a:cubicBezTo>
                <a:cubicBezTo>
                  <a:pt x="629" y="93"/>
                  <a:pt x="629" y="93"/>
                  <a:pt x="629" y="93"/>
                </a:cubicBezTo>
                <a:cubicBezTo>
                  <a:pt x="628" y="85"/>
                  <a:pt x="624" y="81"/>
                  <a:pt x="616" y="76"/>
                </a:cubicBezTo>
                <a:cubicBezTo>
                  <a:pt x="616" y="67"/>
                  <a:pt x="616" y="67"/>
                  <a:pt x="616" y="67"/>
                </a:cubicBezTo>
                <a:close/>
                <a:moveTo>
                  <a:pt x="629" y="719"/>
                </a:moveTo>
                <a:cubicBezTo>
                  <a:pt x="625" y="722"/>
                  <a:pt x="621" y="725"/>
                  <a:pt x="616" y="728"/>
                </a:cubicBezTo>
                <a:cubicBezTo>
                  <a:pt x="616" y="719"/>
                  <a:pt x="616" y="719"/>
                  <a:pt x="616" y="719"/>
                </a:cubicBezTo>
                <a:cubicBezTo>
                  <a:pt x="620" y="717"/>
                  <a:pt x="623" y="715"/>
                  <a:pt x="628" y="711"/>
                </a:cubicBezTo>
                <a:cubicBezTo>
                  <a:pt x="624" y="709"/>
                  <a:pt x="620" y="707"/>
                  <a:pt x="616" y="705"/>
                </a:cubicBezTo>
                <a:cubicBezTo>
                  <a:pt x="616" y="696"/>
                  <a:pt x="616" y="696"/>
                  <a:pt x="616" y="696"/>
                </a:cubicBezTo>
                <a:cubicBezTo>
                  <a:pt x="620" y="698"/>
                  <a:pt x="624" y="700"/>
                  <a:pt x="628" y="702"/>
                </a:cubicBezTo>
                <a:cubicBezTo>
                  <a:pt x="629" y="702"/>
                  <a:pt x="629" y="702"/>
                  <a:pt x="629" y="702"/>
                </a:cubicBezTo>
                <a:cubicBezTo>
                  <a:pt x="629" y="719"/>
                  <a:pt x="629" y="719"/>
                  <a:pt x="629" y="719"/>
                </a:cubicBezTo>
                <a:close/>
                <a:moveTo>
                  <a:pt x="629" y="106"/>
                </a:moveTo>
                <a:cubicBezTo>
                  <a:pt x="629" y="130"/>
                  <a:pt x="629" y="130"/>
                  <a:pt x="629" y="130"/>
                </a:cubicBezTo>
                <a:cubicBezTo>
                  <a:pt x="624" y="127"/>
                  <a:pt x="620" y="125"/>
                  <a:pt x="616" y="122"/>
                </a:cubicBezTo>
                <a:cubicBezTo>
                  <a:pt x="616" y="114"/>
                  <a:pt x="616" y="114"/>
                  <a:pt x="616" y="114"/>
                </a:cubicBezTo>
                <a:cubicBezTo>
                  <a:pt x="618" y="115"/>
                  <a:pt x="620" y="117"/>
                  <a:pt x="624" y="120"/>
                </a:cubicBezTo>
                <a:cubicBezTo>
                  <a:pt x="625" y="120"/>
                  <a:pt x="626" y="120"/>
                  <a:pt x="627" y="120"/>
                </a:cubicBezTo>
                <a:cubicBezTo>
                  <a:pt x="628" y="116"/>
                  <a:pt x="628" y="111"/>
                  <a:pt x="629" y="106"/>
                </a:cubicBezTo>
                <a:close/>
                <a:moveTo>
                  <a:pt x="629" y="162"/>
                </a:moveTo>
                <a:cubicBezTo>
                  <a:pt x="629" y="215"/>
                  <a:pt x="629" y="215"/>
                  <a:pt x="629" y="215"/>
                </a:cubicBezTo>
                <a:cubicBezTo>
                  <a:pt x="623" y="208"/>
                  <a:pt x="620" y="210"/>
                  <a:pt x="616" y="214"/>
                </a:cubicBezTo>
                <a:cubicBezTo>
                  <a:pt x="616" y="199"/>
                  <a:pt x="616" y="199"/>
                  <a:pt x="616" y="199"/>
                </a:cubicBezTo>
                <a:cubicBezTo>
                  <a:pt x="616" y="198"/>
                  <a:pt x="616" y="198"/>
                  <a:pt x="616" y="198"/>
                </a:cubicBezTo>
                <a:cubicBezTo>
                  <a:pt x="617" y="198"/>
                  <a:pt x="617" y="197"/>
                  <a:pt x="616" y="196"/>
                </a:cubicBezTo>
                <a:cubicBezTo>
                  <a:pt x="616" y="171"/>
                  <a:pt x="616" y="171"/>
                  <a:pt x="616" y="171"/>
                </a:cubicBezTo>
                <a:cubicBezTo>
                  <a:pt x="617" y="172"/>
                  <a:pt x="618" y="173"/>
                  <a:pt x="619" y="173"/>
                </a:cubicBezTo>
                <a:cubicBezTo>
                  <a:pt x="620" y="173"/>
                  <a:pt x="621" y="173"/>
                  <a:pt x="622" y="173"/>
                </a:cubicBezTo>
                <a:cubicBezTo>
                  <a:pt x="622" y="172"/>
                  <a:pt x="622" y="171"/>
                  <a:pt x="621" y="171"/>
                </a:cubicBezTo>
                <a:cubicBezTo>
                  <a:pt x="620" y="170"/>
                  <a:pt x="618" y="169"/>
                  <a:pt x="616" y="168"/>
                </a:cubicBezTo>
                <a:cubicBezTo>
                  <a:pt x="616" y="154"/>
                  <a:pt x="616" y="154"/>
                  <a:pt x="616" y="154"/>
                </a:cubicBezTo>
                <a:cubicBezTo>
                  <a:pt x="618" y="154"/>
                  <a:pt x="619" y="154"/>
                  <a:pt x="620" y="154"/>
                </a:cubicBezTo>
                <a:cubicBezTo>
                  <a:pt x="623" y="160"/>
                  <a:pt x="625" y="162"/>
                  <a:pt x="629" y="162"/>
                </a:cubicBezTo>
                <a:close/>
                <a:moveTo>
                  <a:pt x="629" y="362"/>
                </a:moveTo>
                <a:cubicBezTo>
                  <a:pt x="629" y="457"/>
                  <a:pt x="629" y="457"/>
                  <a:pt x="629" y="457"/>
                </a:cubicBezTo>
                <a:cubicBezTo>
                  <a:pt x="628" y="461"/>
                  <a:pt x="626" y="466"/>
                  <a:pt x="624" y="470"/>
                </a:cubicBezTo>
                <a:cubicBezTo>
                  <a:pt x="622" y="477"/>
                  <a:pt x="620" y="485"/>
                  <a:pt x="616" y="493"/>
                </a:cubicBezTo>
                <a:cubicBezTo>
                  <a:pt x="616" y="470"/>
                  <a:pt x="616" y="470"/>
                  <a:pt x="616" y="470"/>
                </a:cubicBezTo>
                <a:cubicBezTo>
                  <a:pt x="620" y="467"/>
                  <a:pt x="622" y="463"/>
                  <a:pt x="621" y="457"/>
                </a:cubicBezTo>
                <a:cubicBezTo>
                  <a:pt x="620" y="458"/>
                  <a:pt x="618" y="458"/>
                  <a:pt x="616" y="459"/>
                </a:cubicBezTo>
                <a:cubicBezTo>
                  <a:pt x="616" y="453"/>
                  <a:pt x="616" y="453"/>
                  <a:pt x="616" y="453"/>
                </a:cubicBezTo>
                <a:cubicBezTo>
                  <a:pt x="622" y="451"/>
                  <a:pt x="627" y="447"/>
                  <a:pt x="626" y="437"/>
                </a:cubicBezTo>
                <a:cubicBezTo>
                  <a:pt x="622" y="439"/>
                  <a:pt x="619" y="440"/>
                  <a:pt x="616" y="441"/>
                </a:cubicBezTo>
                <a:cubicBezTo>
                  <a:pt x="616" y="435"/>
                  <a:pt x="616" y="435"/>
                  <a:pt x="616" y="435"/>
                </a:cubicBezTo>
                <a:cubicBezTo>
                  <a:pt x="625" y="432"/>
                  <a:pt x="629" y="429"/>
                  <a:pt x="628" y="417"/>
                </a:cubicBezTo>
                <a:cubicBezTo>
                  <a:pt x="623" y="420"/>
                  <a:pt x="619" y="421"/>
                  <a:pt x="616" y="423"/>
                </a:cubicBezTo>
                <a:cubicBezTo>
                  <a:pt x="616" y="417"/>
                  <a:pt x="616" y="417"/>
                  <a:pt x="616" y="417"/>
                </a:cubicBezTo>
                <a:cubicBezTo>
                  <a:pt x="626" y="411"/>
                  <a:pt x="628" y="411"/>
                  <a:pt x="628" y="397"/>
                </a:cubicBezTo>
                <a:cubicBezTo>
                  <a:pt x="624" y="400"/>
                  <a:pt x="620" y="403"/>
                  <a:pt x="616" y="406"/>
                </a:cubicBezTo>
                <a:cubicBezTo>
                  <a:pt x="616" y="398"/>
                  <a:pt x="616" y="398"/>
                  <a:pt x="616" y="398"/>
                </a:cubicBezTo>
                <a:cubicBezTo>
                  <a:pt x="624" y="393"/>
                  <a:pt x="632" y="387"/>
                  <a:pt x="627" y="377"/>
                </a:cubicBezTo>
                <a:cubicBezTo>
                  <a:pt x="622" y="381"/>
                  <a:pt x="618" y="383"/>
                  <a:pt x="616" y="385"/>
                </a:cubicBezTo>
                <a:cubicBezTo>
                  <a:pt x="616" y="378"/>
                  <a:pt x="616" y="378"/>
                  <a:pt x="616" y="378"/>
                </a:cubicBezTo>
                <a:cubicBezTo>
                  <a:pt x="624" y="373"/>
                  <a:pt x="629" y="368"/>
                  <a:pt x="625" y="358"/>
                </a:cubicBezTo>
                <a:cubicBezTo>
                  <a:pt x="621" y="359"/>
                  <a:pt x="618" y="361"/>
                  <a:pt x="616" y="363"/>
                </a:cubicBezTo>
                <a:cubicBezTo>
                  <a:pt x="616" y="357"/>
                  <a:pt x="616" y="357"/>
                  <a:pt x="616" y="357"/>
                </a:cubicBezTo>
                <a:cubicBezTo>
                  <a:pt x="622" y="352"/>
                  <a:pt x="624" y="347"/>
                  <a:pt x="619" y="337"/>
                </a:cubicBezTo>
                <a:cubicBezTo>
                  <a:pt x="618" y="338"/>
                  <a:pt x="617" y="339"/>
                  <a:pt x="616" y="341"/>
                </a:cubicBezTo>
                <a:cubicBezTo>
                  <a:pt x="616" y="312"/>
                  <a:pt x="616" y="312"/>
                  <a:pt x="616" y="312"/>
                </a:cubicBezTo>
                <a:cubicBezTo>
                  <a:pt x="617" y="314"/>
                  <a:pt x="618" y="316"/>
                  <a:pt x="620" y="320"/>
                </a:cubicBezTo>
                <a:cubicBezTo>
                  <a:pt x="623" y="333"/>
                  <a:pt x="626" y="347"/>
                  <a:pt x="629" y="362"/>
                </a:cubicBezTo>
                <a:close/>
                <a:moveTo>
                  <a:pt x="629" y="544"/>
                </a:moveTo>
                <a:cubicBezTo>
                  <a:pt x="629" y="546"/>
                  <a:pt x="629" y="546"/>
                  <a:pt x="629" y="546"/>
                </a:cubicBezTo>
                <a:cubicBezTo>
                  <a:pt x="628" y="546"/>
                  <a:pt x="628" y="546"/>
                  <a:pt x="628" y="546"/>
                </a:cubicBezTo>
                <a:cubicBezTo>
                  <a:pt x="629" y="544"/>
                  <a:pt x="629" y="544"/>
                  <a:pt x="629" y="544"/>
                </a:cubicBezTo>
                <a:close/>
                <a:moveTo>
                  <a:pt x="629" y="550"/>
                </a:moveTo>
                <a:cubicBezTo>
                  <a:pt x="629" y="566"/>
                  <a:pt x="629" y="566"/>
                  <a:pt x="629" y="566"/>
                </a:cubicBezTo>
                <a:cubicBezTo>
                  <a:pt x="626" y="564"/>
                  <a:pt x="623" y="561"/>
                  <a:pt x="620" y="559"/>
                </a:cubicBezTo>
                <a:cubicBezTo>
                  <a:pt x="622" y="554"/>
                  <a:pt x="623" y="551"/>
                  <a:pt x="628" y="549"/>
                </a:cubicBezTo>
                <a:cubicBezTo>
                  <a:pt x="629" y="550"/>
                  <a:pt x="629" y="550"/>
                  <a:pt x="629" y="550"/>
                </a:cubicBezTo>
                <a:close/>
                <a:moveTo>
                  <a:pt x="629" y="576"/>
                </a:moveTo>
                <a:cubicBezTo>
                  <a:pt x="625" y="572"/>
                  <a:pt x="621" y="568"/>
                  <a:pt x="616" y="565"/>
                </a:cubicBezTo>
                <a:cubicBezTo>
                  <a:pt x="616" y="578"/>
                  <a:pt x="616" y="578"/>
                  <a:pt x="616" y="578"/>
                </a:cubicBezTo>
                <a:cubicBezTo>
                  <a:pt x="620" y="582"/>
                  <a:pt x="623" y="585"/>
                  <a:pt x="627" y="588"/>
                </a:cubicBezTo>
                <a:cubicBezTo>
                  <a:pt x="624" y="588"/>
                  <a:pt x="620" y="587"/>
                  <a:pt x="616" y="586"/>
                </a:cubicBezTo>
                <a:cubicBezTo>
                  <a:pt x="616" y="596"/>
                  <a:pt x="616" y="596"/>
                  <a:pt x="616" y="596"/>
                </a:cubicBezTo>
                <a:cubicBezTo>
                  <a:pt x="619" y="597"/>
                  <a:pt x="623" y="598"/>
                  <a:pt x="629" y="600"/>
                </a:cubicBezTo>
                <a:cubicBezTo>
                  <a:pt x="629" y="576"/>
                  <a:pt x="629" y="576"/>
                  <a:pt x="629" y="576"/>
                </a:cubicBezTo>
                <a:close/>
                <a:moveTo>
                  <a:pt x="629" y="661"/>
                </a:moveTo>
                <a:cubicBezTo>
                  <a:pt x="629" y="672"/>
                  <a:pt x="629" y="672"/>
                  <a:pt x="629" y="672"/>
                </a:cubicBezTo>
                <a:cubicBezTo>
                  <a:pt x="629" y="681"/>
                  <a:pt x="629" y="681"/>
                  <a:pt x="629" y="681"/>
                </a:cubicBezTo>
                <a:cubicBezTo>
                  <a:pt x="628" y="681"/>
                  <a:pt x="628" y="681"/>
                  <a:pt x="628" y="681"/>
                </a:cubicBezTo>
                <a:cubicBezTo>
                  <a:pt x="622" y="681"/>
                  <a:pt x="619" y="681"/>
                  <a:pt x="616" y="682"/>
                </a:cubicBezTo>
                <a:cubicBezTo>
                  <a:pt x="616" y="674"/>
                  <a:pt x="616" y="674"/>
                  <a:pt x="616" y="674"/>
                </a:cubicBezTo>
                <a:cubicBezTo>
                  <a:pt x="618" y="673"/>
                  <a:pt x="619" y="673"/>
                  <a:pt x="621" y="672"/>
                </a:cubicBezTo>
                <a:cubicBezTo>
                  <a:pt x="623" y="668"/>
                  <a:pt x="626" y="664"/>
                  <a:pt x="629" y="661"/>
                </a:cubicBezTo>
                <a:close/>
                <a:moveTo>
                  <a:pt x="616" y="616"/>
                </a:moveTo>
                <a:cubicBezTo>
                  <a:pt x="616" y="601"/>
                  <a:pt x="616" y="601"/>
                  <a:pt x="616" y="601"/>
                </a:cubicBezTo>
                <a:cubicBezTo>
                  <a:pt x="620" y="605"/>
                  <a:pt x="625" y="608"/>
                  <a:pt x="629" y="612"/>
                </a:cubicBezTo>
                <a:cubicBezTo>
                  <a:pt x="626" y="615"/>
                  <a:pt x="624" y="618"/>
                  <a:pt x="621" y="620"/>
                </a:cubicBezTo>
                <a:lnTo>
                  <a:pt x="616" y="616"/>
                </a:lnTo>
                <a:close/>
                <a:moveTo>
                  <a:pt x="611" y="64"/>
                </a:moveTo>
                <a:cubicBezTo>
                  <a:pt x="613" y="65"/>
                  <a:pt x="615" y="66"/>
                  <a:pt x="616" y="67"/>
                </a:cubicBezTo>
                <a:cubicBezTo>
                  <a:pt x="616" y="76"/>
                  <a:pt x="616" y="76"/>
                  <a:pt x="616" y="76"/>
                </a:cubicBezTo>
                <a:cubicBezTo>
                  <a:pt x="615" y="75"/>
                  <a:pt x="614" y="74"/>
                  <a:pt x="612" y="74"/>
                </a:cubicBezTo>
                <a:cubicBezTo>
                  <a:pt x="612" y="85"/>
                  <a:pt x="612" y="97"/>
                  <a:pt x="612" y="109"/>
                </a:cubicBezTo>
                <a:cubicBezTo>
                  <a:pt x="614" y="111"/>
                  <a:pt x="615" y="112"/>
                  <a:pt x="616" y="114"/>
                </a:cubicBezTo>
                <a:cubicBezTo>
                  <a:pt x="616" y="122"/>
                  <a:pt x="616" y="122"/>
                  <a:pt x="616" y="122"/>
                </a:cubicBezTo>
                <a:cubicBezTo>
                  <a:pt x="615" y="121"/>
                  <a:pt x="613" y="120"/>
                  <a:pt x="611" y="118"/>
                </a:cubicBezTo>
                <a:cubicBezTo>
                  <a:pt x="611" y="64"/>
                  <a:pt x="611" y="64"/>
                  <a:pt x="611" y="64"/>
                </a:cubicBezTo>
                <a:close/>
                <a:moveTo>
                  <a:pt x="616" y="728"/>
                </a:moveTo>
                <a:cubicBezTo>
                  <a:pt x="615" y="728"/>
                  <a:pt x="613" y="729"/>
                  <a:pt x="611" y="730"/>
                </a:cubicBezTo>
                <a:cubicBezTo>
                  <a:pt x="611" y="720"/>
                  <a:pt x="611" y="720"/>
                  <a:pt x="611" y="720"/>
                </a:cubicBezTo>
                <a:cubicBezTo>
                  <a:pt x="613" y="720"/>
                  <a:pt x="615" y="719"/>
                  <a:pt x="616" y="719"/>
                </a:cubicBezTo>
                <a:cubicBezTo>
                  <a:pt x="616" y="728"/>
                  <a:pt x="616" y="728"/>
                  <a:pt x="616" y="728"/>
                </a:cubicBezTo>
                <a:close/>
                <a:moveTo>
                  <a:pt x="616" y="154"/>
                </a:moveTo>
                <a:cubicBezTo>
                  <a:pt x="616" y="168"/>
                  <a:pt x="616" y="168"/>
                  <a:pt x="616" y="168"/>
                </a:cubicBezTo>
                <a:cubicBezTo>
                  <a:pt x="615" y="167"/>
                  <a:pt x="614" y="167"/>
                  <a:pt x="613" y="166"/>
                </a:cubicBezTo>
                <a:cubicBezTo>
                  <a:pt x="613" y="169"/>
                  <a:pt x="613" y="169"/>
                  <a:pt x="616" y="171"/>
                </a:cubicBezTo>
                <a:cubicBezTo>
                  <a:pt x="616" y="196"/>
                  <a:pt x="616" y="196"/>
                  <a:pt x="616" y="196"/>
                </a:cubicBezTo>
                <a:cubicBezTo>
                  <a:pt x="615" y="194"/>
                  <a:pt x="613" y="192"/>
                  <a:pt x="611" y="190"/>
                </a:cubicBezTo>
                <a:cubicBezTo>
                  <a:pt x="611" y="153"/>
                  <a:pt x="611" y="153"/>
                  <a:pt x="611" y="153"/>
                </a:cubicBezTo>
                <a:cubicBezTo>
                  <a:pt x="613" y="154"/>
                  <a:pt x="615" y="154"/>
                  <a:pt x="616" y="154"/>
                </a:cubicBezTo>
                <a:close/>
                <a:moveTo>
                  <a:pt x="616" y="199"/>
                </a:moveTo>
                <a:cubicBezTo>
                  <a:pt x="616" y="214"/>
                  <a:pt x="616" y="214"/>
                  <a:pt x="616" y="214"/>
                </a:cubicBezTo>
                <a:cubicBezTo>
                  <a:pt x="615" y="217"/>
                  <a:pt x="613" y="219"/>
                  <a:pt x="611" y="222"/>
                </a:cubicBezTo>
                <a:cubicBezTo>
                  <a:pt x="611" y="196"/>
                  <a:pt x="611" y="196"/>
                  <a:pt x="611" y="196"/>
                </a:cubicBezTo>
                <a:cubicBezTo>
                  <a:pt x="612" y="197"/>
                  <a:pt x="612" y="198"/>
                  <a:pt x="613" y="199"/>
                </a:cubicBezTo>
                <a:cubicBezTo>
                  <a:pt x="614" y="199"/>
                  <a:pt x="615" y="199"/>
                  <a:pt x="616" y="199"/>
                </a:cubicBezTo>
                <a:close/>
                <a:moveTo>
                  <a:pt x="616" y="312"/>
                </a:moveTo>
                <a:cubicBezTo>
                  <a:pt x="616" y="341"/>
                  <a:pt x="616" y="341"/>
                  <a:pt x="616" y="341"/>
                </a:cubicBezTo>
                <a:cubicBezTo>
                  <a:pt x="615" y="343"/>
                  <a:pt x="613" y="344"/>
                  <a:pt x="611" y="346"/>
                </a:cubicBezTo>
                <a:cubicBezTo>
                  <a:pt x="611" y="338"/>
                  <a:pt x="611" y="338"/>
                  <a:pt x="611" y="338"/>
                </a:cubicBezTo>
                <a:cubicBezTo>
                  <a:pt x="616" y="333"/>
                  <a:pt x="616" y="325"/>
                  <a:pt x="613" y="317"/>
                </a:cubicBezTo>
                <a:cubicBezTo>
                  <a:pt x="613" y="318"/>
                  <a:pt x="612" y="319"/>
                  <a:pt x="611" y="320"/>
                </a:cubicBezTo>
                <a:cubicBezTo>
                  <a:pt x="611" y="300"/>
                  <a:pt x="611" y="300"/>
                  <a:pt x="611" y="300"/>
                </a:cubicBezTo>
                <a:cubicBezTo>
                  <a:pt x="613" y="303"/>
                  <a:pt x="613" y="303"/>
                  <a:pt x="613" y="303"/>
                </a:cubicBezTo>
                <a:cubicBezTo>
                  <a:pt x="615" y="307"/>
                  <a:pt x="615" y="309"/>
                  <a:pt x="616" y="312"/>
                </a:cubicBezTo>
                <a:close/>
                <a:moveTo>
                  <a:pt x="616" y="357"/>
                </a:moveTo>
                <a:cubicBezTo>
                  <a:pt x="616" y="363"/>
                  <a:pt x="616" y="363"/>
                  <a:pt x="616" y="363"/>
                </a:cubicBezTo>
                <a:cubicBezTo>
                  <a:pt x="613" y="366"/>
                  <a:pt x="612" y="368"/>
                  <a:pt x="611" y="372"/>
                </a:cubicBezTo>
                <a:cubicBezTo>
                  <a:pt x="611" y="360"/>
                  <a:pt x="611" y="360"/>
                  <a:pt x="611" y="360"/>
                </a:cubicBezTo>
                <a:cubicBezTo>
                  <a:pt x="613" y="359"/>
                  <a:pt x="615" y="358"/>
                  <a:pt x="616" y="357"/>
                </a:cubicBezTo>
                <a:close/>
                <a:moveTo>
                  <a:pt x="616" y="378"/>
                </a:moveTo>
                <a:cubicBezTo>
                  <a:pt x="616" y="385"/>
                  <a:pt x="616" y="385"/>
                  <a:pt x="616" y="385"/>
                </a:cubicBezTo>
                <a:cubicBezTo>
                  <a:pt x="613" y="388"/>
                  <a:pt x="612" y="392"/>
                  <a:pt x="611" y="400"/>
                </a:cubicBezTo>
                <a:cubicBezTo>
                  <a:pt x="613" y="400"/>
                  <a:pt x="615" y="399"/>
                  <a:pt x="616" y="398"/>
                </a:cubicBezTo>
                <a:cubicBezTo>
                  <a:pt x="616" y="406"/>
                  <a:pt x="616" y="406"/>
                  <a:pt x="616" y="406"/>
                </a:cubicBezTo>
                <a:cubicBezTo>
                  <a:pt x="615" y="407"/>
                  <a:pt x="613" y="408"/>
                  <a:pt x="612" y="409"/>
                </a:cubicBezTo>
                <a:cubicBezTo>
                  <a:pt x="612" y="412"/>
                  <a:pt x="612" y="416"/>
                  <a:pt x="611" y="419"/>
                </a:cubicBezTo>
                <a:cubicBezTo>
                  <a:pt x="613" y="418"/>
                  <a:pt x="615" y="417"/>
                  <a:pt x="616" y="417"/>
                </a:cubicBezTo>
                <a:cubicBezTo>
                  <a:pt x="616" y="423"/>
                  <a:pt x="616" y="423"/>
                  <a:pt x="616" y="423"/>
                </a:cubicBezTo>
                <a:cubicBezTo>
                  <a:pt x="614" y="425"/>
                  <a:pt x="613" y="426"/>
                  <a:pt x="611" y="429"/>
                </a:cubicBezTo>
                <a:cubicBezTo>
                  <a:pt x="611" y="381"/>
                  <a:pt x="611" y="381"/>
                  <a:pt x="611" y="381"/>
                </a:cubicBezTo>
                <a:cubicBezTo>
                  <a:pt x="613" y="380"/>
                  <a:pt x="615" y="379"/>
                  <a:pt x="616" y="378"/>
                </a:cubicBezTo>
                <a:close/>
                <a:moveTo>
                  <a:pt x="616" y="435"/>
                </a:moveTo>
                <a:cubicBezTo>
                  <a:pt x="616" y="441"/>
                  <a:pt x="616" y="441"/>
                  <a:pt x="616" y="441"/>
                </a:cubicBezTo>
                <a:cubicBezTo>
                  <a:pt x="614" y="442"/>
                  <a:pt x="613" y="443"/>
                  <a:pt x="611" y="444"/>
                </a:cubicBezTo>
                <a:cubicBezTo>
                  <a:pt x="611" y="436"/>
                  <a:pt x="611" y="436"/>
                  <a:pt x="611" y="436"/>
                </a:cubicBezTo>
                <a:cubicBezTo>
                  <a:pt x="613" y="436"/>
                  <a:pt x="615" y="435"/>
                  <a:pt x="616" y="435"/>
                </a:cubicBezTo>
                <a:close/>
                <a:moveTo>
                  <a:pt x="616" y="453"/>
                </a:moveTo>
                <a:cubicBezTo>
                  <a:pt x="616" y="459"/>
                  <a:pt x="616" y="459"/>
                  <a:pt x="616" y="459"/>
                </a:cubicBezTo>
                <a:cubicBezTo>
                  <a:pt x="615" y="459"/>
                  <a:pt x="613" y="460"/>
                  <a:pt x="611" y="460"/>
                </a:cubicBezTo>
                <a:cubicBezTo>
                  <a:pt x="611" y="454"/>
                  <a:pt x="611" y="454"/>
                  <a:pt x="611" y="454"/>
                </a:cubicBezTo>
                <a:cubicBezTo>
                  <a:pt x="613" y="454"/>
                  <a:pt x="615" y="453"/>
                  <a:pt x="616" y="453"/>
                </a:cubicBezTo>
                <a:close/>
                <a:moveTo>
                  <a:pt x="616" y="470"/>
                </a:moveTo>
                <a:cubicBezTo>
                  <a:pt x="616" y="493"/>
                  <a:pt x="616" y="493"/>
                  <a:pt x="616" y="493"/>
                </a:cubicBezTo>
                <a:cubicBezTo>
                  <a:pt x="615" y="497"/>
                  <a:pt x="613" y="500"/>
                  <a:pt x="611" y="504"/>
                </a:cubicBezTo>
                <a:cubicBezTo>
                  <a:pt x="611" y="487"/>
                  <a:pt x="611" y="487"/>
                  <a:pt x="611" y="487"/>
                </a:cubicBezTo>
                <a:cubicBezTo>
                  <a:pt x="613" y="485"/>
                  <a:pt x="615" y="482"/>
                  <a:pt x="616" y="477"/>
                </a:cubicBezTo>
                <a:cubicBezTo>
                  <a:pt x="614" y="477"/>
                  <a:pt x="613" y="478"/>
                  <a:pt x="611" y="478"/>
                </a:cubicBezTo>
                <a:cubicBezTo>
                  <a:pt x="611" y="472"/>
                  <a:pt x="611" y="472"/>
                  <a:pt x="611" y="472"/>
                </a:cubicBezTo>
                <a:cubicBezTo>
                  <a:pt x="613" y="471"/>
                  <a:pt x="615" y="470"/>
                  <a:pt x="616" y="470"/>
                </a:cubicBezTo>
                <a:close/>
                <a:moveTo>
                  <a:pt x="616" y="565"/>
                </a:moveTo>
                <a:cubicBezTo>
                  <a:pt x="616" y="578"/>
                  <a:pt x="616" y="578"/>
                  <a:pt x="616" y="578"/>
                </a:cubicBezTo>
                <a:cubicBezTo>
                  <a:pt x="611" y="574"/>
                  <a:pt x="611" y="574"/>
                  <a:pt x="611" y="574"/>
                </a:cubicBezTo>
                <a:cubicBezTo>
                  <a:pt x="611" y="569"/>
                  <a:pt x="611" y="569"/>
                  <a:pt x="611" y="569"/>
                </a:cubicBezTo>
                <a:cubicBezTo>
                  <a:pt x="613" y="567"/>
                  <a:pt x="614" y="566"/>
                  <a:pt x="616" y="564"/>
                </a:cubicBezTo>
                <a:cubicBezTo>
                  <a:pt x="616" y="565"/>
                  <a:pt x="616" y="565"/>
                  <a:pt x="616" y="565"/>
                </a:cubicBezTo>
                <a:close/>
                <a:moveTo>
                  <a:pt x="616" y="586"/>
                </a:moveTo>
                <a:cubicBezTo>
                  <a:pt x="616" y="596"/>
                  <a:pt x="616" y="596"/>
                  <a:pt x="616" y="596"/>
                </a:cubicBezTo>
                <a:cubicBezTo>
                  <a:pt x="614" y="596"/>
                  <a:pt x="612" y="595"/>
                  <a:pt x="611" y="595"/>
                </a:cubicBezTo>
                <a:cubicBezTo>
                  <a:pt x="611" y="585"/>
                  <a:pt x="611" y="585"/>
                  <a:pt x="611" y="585"/>
                </a:cubicBezTo>
                <a:cubicBezTo>
                  <a:pt x="613" y="585"/>
                  <a:pt x="615" y="586"/>
                  <a:pt x="616" y="586"/>
                </a:cubicBezTo>
                <a:close/>
                <a:moveTo>
                  <a:pt x="616" y="601"/>
                </a:moveTo>
                <a:cubicBezTo>
                  <a:pt x="616" y="616"/>
                  <a:pt x="616" y="616"/>
                  <a:pt x="616" y="616"/>
                </a:cubicBezTo>
                <a:cubicBezTo>
                  <a:pt x="614" y="614"/>
                  <a:pt x="613" y="613"/>
                  <a:pt x="611" y="611"/>
                </a:cubicBezTo>
                <a:cubicBezTo>
                  <a:pt x="611" y="597"/>
                  <a:pt x="611" y="597"/>
                  <a:pt x="611" y="597"/>
                </a:cubicBezTo>
                <a:cubicBezTo>
                  <a:pt x="613" y="598"/>
                  <a:pt x="615" y="600"/>
                  <a:pt x="616" y="601"/>
                </a:cubicBezTo>
                <a:close/>
                <a:moveTo>
                  <a:pt x="616" y="674"/>
                </a:moveTo>
                <a:cubicBezTo>
                  <a:pt x="616" y="682"/>
                  <a:pt x="616" y="682"/>
                  <a:pt x="616" y="682"/>
                </a:cubicBezTo>
                <a:cubicBezTo>
                  <a:pt x="615" y="683"/>
                  <a:pt x="613" y="684"/>
                  <a:pt x="611" y="685"/>
                </a:cubicBezTo>
                <a:cubicBezTo>
                  <a:pt x="611" y="676"/>
                  <a:pt x="611" y="676"/>
                  <a:pt x="611" y="676"/>
                </a:cubicBezTo>
                <a:cubicBezTo>
                  <a:pt x="613" y="675"/>
                  <a:pt x="614" y="675"/>
                  <a:pt x="616" y="674"/>
                </a:cubicBezTo>
                <a:close/>
                <a:moveTo>
                  <a:pt x="616" y="696"/>
                </a:moveTo>
                <a:cubicBezTo>
                  <a:pt x="616" y="705"/>
                  <a:pt x="616" y="705"/>
                  <a:pt x="616" y="705"/>
                </a:cubicBezTo>
                <a:cubicBezTo>
                  <a:pt x="615" y="705"/>
                  <a:pt x="613" y="704"/>
                  <a:pt x="611" y="703"/>
                </a:cubicBezTo>
                <a:cubicBezTo>
                  <a:pt x="611" y="694"/>
                  <a:pt x="611" y="694"/>
                  <a:pt x="611" y="694"/>
                </a:cubicBezTo>
                <a:lnTo>
                  <a:pt x="616" y="696"/>
                </a:lnTo>
                <a:close/>
                <a:moveTo>
                  <a:pt x="606" y="60"/>
                </a:moveTo>
                <a:cubicBezTo>
                  <a:pt x="607" y="61"/>
                  <a:pt x="609" y="62"/>
                  <a:pt x="611" y="64"/>
                </a:cubicBezTo>
                <a:cubicBezTo>
                  <a:pt x="611" y="118"/>
                  <a:pt x="611" y="118"/>
                  <a:pt x="611" y="118"/>
                </a:cubicBezTo>
                <a:cubicBezTo>
                  <a:pt x="609" y="117"/>
                  <a:pt x="608" y="115"/>
                  <a:pt x="606" y="113"/>
                </a:cubicBezTo>
                <a:cubicBezTo>
                  <a:pt x="606" y="60"/>
                  <a:pt x="606" y="60"/>
                  <a:pt x="606" y="60"/>
                </a:cubicBezTo>
                <a:close/>
                <a:moveTo>
                  <a:pt x="611" y="730"/>
                </a:moveTo>
                <a:cubicBezTo>
                  <a:pt x="610" y="730"/>
                  <a:pt x="610" y="730"/>
                  <a:pt x="610" y="730"/>
                </a:cubicBezTo>
                <a:cubicBezTo>
                  <a:pt x="609" y="732"/>
                  <a:pt x="607" y="733"/>
                  <a:pt x="606" y="734"/>
                </a:cubicBezTo>
                <a:cubicBezTo>
                  <a:pt x="606" y="722"/>
                  <a:pt x="606" y="722"/>
                  <a:pt x="606" y="722"/>
                </a:cubicBezTo>
                <a:cubicBezTo>
                  <a:pt x="608" y="721"/>
                  <a:pt x="610" y="721"/>
                  <a:pt x="611" y="720"/>
                </a:cubicBezTo>
                <a:cubicBezTo>
                  <a:pt x="611" y="730"/>
                  <a:pt x="611" y="730"/>
                  <a:pt x="611" y="730"/>
                </a:cubicBezTo>
                <a:close/>
                <a:moveTo>
                  <a:pt x="611" y="153"/>
                </a:moveTo>
                <a:cubicBezTo>
                  <a:pt x="611" y="190"/>
                  <a:pt x="611" y="190"/>
                  <a:pt x="611" y="190"/>
                </a:cubicBezTo>
                <a:cubicBezTo>
                  <a:pt x="609" y="189"/>
                  <a:pt x="607" y="187"/>
                  <a:pt x="606" y="186"/>
                </a:cubicBezTo>
                <a:cubicBezTo>
                  <a:pt x="606" y="164"/>
                  <a:pt x="606" y="164"/>
                  <a:pt x="606" y="164"/>
                </a:cubicBezTo>
                <a:cubicBezTo>
                  <a:pt x="607" y="163"/>
                  <a:pt x="609" y="163"/>
                  <a:pt x="610" y="162"/>
                </a:cubicBezTo>
                <a:cubicBezTo>
                  <a:pt x="610" y="159"/>
                  <a:pt x="610" y="156"/>
                  <a:pt x="610" y="153"/>
                </a:cubicBezTo>
                <a:cubicBezTo>
                  <a:pt x="611" y="153"/>
                  <a:pt x="611" y="153"/>
                  <a:pt x="611" y="153"/>
                </a:cubicBezTo>
                <a:close/>
                <a:moveTo>
                  <a:pt x="611" y="196"/>
                </a:moveTo>
                <a:cubicBezTo>
                  <a:pt x="611" y="222"/>
                  <a:pt x="611" y="222"/>
                  <a:pt x="611" y="222"/>
                </a:cubicBezTo>
                <a:cubicBezTo>
                  <a:pt x="610" y="225"/>
                  <a:pt x="608" y="228"/>
                  <a:pt x="606" y="230"/>
                </a:cubicBezTo>
                <a:cubicBezTo>
                  <a:pt x="606" y="213"/>
                  <a:pt x="606" y="213"/>
                  <a:pt x="606" y="213"/>
                </a:cubicBezTo>
                <a:cubicBezTo>
                  <a:pt x="607" y="212"/>
                  <a:pt x="607" y="211"/>
                  <a:pt x="609" y="211"/>
                </a:cubicBezTo>
                <a:cubicBezTo>
                  <a:pt x="608" y="206"/>
                  <a:pt x="608" y="206"/>
                  <a:pt x="607" y="205"/>
                </a:cubicBezTo>
                <a:cubicBezTo>
                  <a:pt x="606" y="205"/>
                  <a:pt x="606" y="205"/>
                  <a:pt x="606" y="205"/>
                </a:cubicBezTo>
                <a:cubicBezTo>
                  <a:pt x="606" y="192"/>
                  <a:pt x="606" y="192"/>
                  <a:pt x="606" y="192"/>
                </a:cubicBezTo>
                <a:cubicBezTo>
                  <a:pt x="608" y="193"/>
                  <a:pt x="610" y="194"/>
                  <a:pt x="611" y="196"/>
                </a:cubicBezTo>
                <a:close/>
                <a:moveTo>
                  <a:pt x="611" y="300"/>
                </a:moveTo>
                <a:cubicBezTo>
                  <a:pt x="611" y="320"/>
                  <a:pt x="611" y="320"/>
                  <a:pt x="611" y="320"/>
                </a:cubicBezTo>
                <a:cubicBezTo>
                  <a:pt x="609" y="323"/>
                  <a:pt x="607" y="325"/>
                  <a:pt x="606" y="328"/>
                </a:cubicBezTo>
                <a:cubicBezTo>
                  <a:pt x="606" y="317"/>
                  <a:pt x="606" y="317"/>
                  <a:pt x="606" y="317"/>
                </a:cubicBezTo>
                <a:cubicBezTo>
                  <a:pt x="609" y="312"/>
                  <a:pt x="610" y="308"/>
                  <a:pt x="606" y="300"/>
                </a:cubicBezTo>
                <a:cubicBezTo>
                  <a:pt x="606" y="289"/>
                  <a:pt x="606" y="289"/>
                  <a:pt x="606" y="289"/>
                </a:cubicBezTo>
                <a:cubicBezTo>
                  <a:pt x="607" y="292"/>
                  <a:pt x="608" y="294"/>
                  <a:pt x="611" y="300"/>
                </a:cubicBezTo>
                <a:close/>
                <a:moveTo>
                  <a:pt x="611" y="338"/>
                </a:moveTo>
                <a:cubicBezTo>
                  <a:pt x="611" y="346"/>
                  <a:pt x="611" y="346"/>
                  <a:pt x="611" y="346"/>
                </a:cubicBezTo>
                <a:cubicBezTo>
                  <a:pt x="610" y="348"/>
                  <a:pt x="609" y="349"/>
                  <a:pt x="607" y="351"/>
                </a:cubicBezTo>
                <a:cubicBezTo>
                  <a:pt x="607" y="355"/>
                  <a:pt x="608" y="359"/>
                  <a:pt x="608" y="363"/>
                </a:cubicBezTo>
                <a:cubicBezTo>
                  <a:pt x="609" y="362"/>
                  <a:pt x="610" y="361"/>
                  <a:pt x="611" y="360"/>
                </a:cubicBezTo>
                <a:cubicBezTo>
                  <a:pt x="611" y="372"/>
                  <a:pt x="611" y="372"/>
                  <a:pt x="611" y="372"/>
                </a:cubicBezTo>
                <a:cubicBezTo>
                  <a:pt x="611" y="375"/>
                  <a:pt x="611" y="378"/>
                  <a:pt x="610" y="382"/>
                </a:cubicBezTo>
                <a:cubicBezTo>
                  <a:pt x="611" y="381"/>
                  <a:pt x="611" y="381"/>
                  <a:pt x="611" y="381"/>
                </a:cubicBezTo>
                <a:cubicBezTo>
                  <a:pt x="611" y="429"/>
                  <a:pt x="611" y="429"/>
                  <a:pt x="611" y="429"/>
                </a:cubicBezTo>
                <a:cubicBezTo>
                  <a:pt x="610" y="431"/>
                  <a:pt x="609" y="433"/>
                  <a:pt x="609" y="437"/>
                </a:cubicBezTo>
                <a:cubicBezTo>
                  <a:pt x="610" y="437"/>
                  <a:pt x="611" y="436"/>
                  <a:pt x="611" y="436"/>
                </a:cubicBezTo>
                <a:cubicBezTo>
                  <a:pt x="611" y="444"/>
                  <a:pt x="611" y="444"/>
                  <a:pt x="611" y="444"/>
                </a:cubicBezTo>
                <a:cubicBezTo>
                  <a:pt x="608" y="446"/>
                  <a:pt x="606" y="449"/>
                  <a:pt x="606" y="455"/>
                </a:cubicBezTo>
                <a:cubicBezTo>
                  <a:pt x="606" y="421"/>
                  <a:pt x="606" y="421"/>
                  <a:pt x="606" y="421"/>
                </a:cubicBezTo>
                <a:cubicBezTo>
                  <a:pt x="606" y="419"/>
                  <a:pt x="606" y="417"/>
                  <a:pt x="606" y="415"/>
                </a:cubicBezTo>
                <a:cubicBezTo>
                  <a:pt x="606" y="410"/>
                  <a:pt x="606" y="410"/>
                  <a:pt x="606" y="410"/>
                </a:cubicBezTo>
                <a:cubicBezTo>
                  <a:pt x="607" y="410"/>
                  <a:pt x="607" y="410"/>
                  <a:pt x="607" y="410"/>
                </a:cubicBezTo>
                <a:cubicBezTo>
                  <a:pt x="607" y="404"/>
                  <a:pt x="607" y="399"/>
                  <a:pt x="606" y="393"/>
                </a:cubicBezTo>
                <a:cubicBezTo>
                  <a:pt x="606" y="389"/>
                  <a:pt x="606" y="389"/>
                  <a:pt x="606" y="389"/>
                </a:cubicBezTo>
                <a:cubicBezTo>
                  <a:pt x="606" y="389"/>
                  <a:pt x="606" y="389"/>
                  <a:pt x="606" y="389"/>
                </a:cubicBezTo>
                <a:cubicBezTo>
                  <a:pt x="606" y="389"/>
                  <a:pt x="607" y="388"/>
                  <a:pt x="607" y="387"/>
                </a:cubicBezTo>
                <a:cubicBezTo>
                  <a:pt x="607" y="385"/>
                  <a:pt x="606" y="383"/>
                  <a:pt x="606" y="381"/>
                </a:cubicBezTo>
                <a:cubicBezTo>
                  <a:pt x="606" y="343"/>
                  <a:pt x="606" y="343"/>
                  <a:pt x="606" y="343"/>
                </a:cubicBezTo>
                <a:cubicBezTo>
                  <a:pt x="608" y="342"/>
                  <a:pt x="610" y="340"/>
                  <a:pt x="611" y="338"/>
                </a:cubicBezTo>
                <a:close/>
                <a:moveTo>
                  <a:pt x="611" y="454"/>
                </a:moveTo>
                <a:cubicBezTo>
                  <a:pt x="609" y="455"/>
                  <a:pt x="607" y="455"/>
                  <a:pt x="606" y="456"/>
                </a:cubicBezTo>
                <a:cubicBezTo>
                  <a:pt x="606" y="462"/>
                  <a:pt x="606" y="462"/>
                  <a:pt x="606" y="462"/>
                </a:cubicBezTo>
                <a:cubicBezTo>
                  <a:pt x="607" y="461"/>
                  <a:pt x="609" y="461"/>
                  <a:pt x="611" y="460"/>
                </a:cubicBezTo>
                <a:cubicBezTo>
                  <a:pt x="611" y="454"/>
                  <a:pt x="611" y="454"/>
                  <a:pt x="611" y="454"/>
                </a:cubicBezTo>
                <a:close/>
                <a:moveTo>
                  <a:pt x="611" y="472"/>
                </a:moveTo>
                <a:cubicBezTo>
                  <a:pt x="611" y="478"/>
                  <a:pt x="611" y="478"/>
                  <a:pt x="611" y="478"/>
                </a:cubicBezTo>
                <a:cubicBezTo>
                  <a:pt x="609" y="478"/>
                  <a:pt x="607" y="478"/>
                  <a:pt x="606" y="479"/>
                </a:cubicBezTo>
                <a:cubicBezTo>
                  <a:pt x="606" y="473"/>
                  <a:pt x="606" y="473"/>
                  <a:pt x="606" y="473"/>
                </a:cubicBezTo>
                <a:cubicBezTo>
                  <a:pt x="608" y="472"/>
                  <a:pt x="609" y="472"/>
                  <a:pt x="611" y="472"/>
                </a:cubicBezTo>
                <a:close/>
                <a:moveTo>
                  <a:pt x="611" y="487"/>
                </a:moveTo>
                <a:cubicBezTo>
                  <a:pt x="611" y="504"/>
                  <a:pt x="611" y="504"/>
                  <a:pt x="611" y="504"/>
                </a:cubicBezTo>
                <a:cubicBezTo>
                  <a:pt x="609" y="508"/>
                  <a:pt x="608" y="512"/>
                  <a:pt x="606" y="516"/>
                </a:cubicBezTo>
                <a:cubicBezTo>
                  <a:pt x="606" y="503"/>
                  <a:pt x="606" y="503"/>
                  <a:pt x="606" y="503"/>
                </a:cubicBezTo>
                <a:cubicBezTo>
                  <a:pt x="607" y="501"/>
                  <a:pt x="608" y="499"/>
                  <a:pt x="609" y="496"/>
                </a:cubicBezTo>
                <a:cubicBezTo>
                  <a:pt x="608" y="496"/>
                  <a:pt x="607" y="496"/>
                  <a:pt x="606" y="496"/>
                </a:cubicBezTo>
                <a:cubicBezTo>
                  <a:pt x="606" y="490"/>
                  <a:pt x="606" y="490"/>
                  <a:pt x="606" y="490"/>
                </a:cubicBezTo>
                <a:cubicBezTo>
                  <a:pt x="608" y="489"/>
                  <a:pt x="610" y="488"/>
                  <a:pt x="611" y="487"/>
                </a:cubicBezTo>
                <a:close/>
                <a:moveTo>
                  <a:pt x="611" y="569"/>
                </a:moveTo>
                <a:cubicBezTo>
                  <a:pt x="611" y="574"/>
                  <a:pt x="611" y="574"/>
                  <a:pt x="611" y="574"/>
                </a:cubicBezTo>
                <a:cubicBezTo>
                  <a:pt x="609" y="572"/>
                  <a:pt x="609" y="572"/>
                  <a:pt x="609" y="572"/>
                </a:cubicBezTo>
                <a:cubicBezTo>
                  <a:pt x="611" y="569"/>
                  <a:pt x="611" y="569"/>
                  <a:pt x="611" y="569"/>
                </a:cubicBezTo>
                <a:close/>
                <a:moveTo>
                  <a:pt x="611" y="585"/>
                </a:moveTo>
                <a:cubicBezTo>
                  <a:pt x="611" y="595"/>
                  <a:pt x="611" y="595"/>
                  <a:pt x="611" y="595"/>
                </a:cubicBezTo>
                <a:cubicBezTo>
                  <a:pt x="611" y="595"/>
                  <a:pt x="610" y="595"/>
                  <a:pt x="609" y="595"/>
                </a:cubicBezTo>
                <a:cubicBezTo>
                  <a:pt x="611" y="597"/>
                  <a:pt x="611" y="597"/>
                  <a:pt x="611" y="597"/>
                </a:cubicBezTo>
                <a:cubicBezTo>
                  <a:pt x="611" y="611"/>
                  <a:pt x="611" y="611"/>
                  <a:pt x="611" y="611"/>
                </a:cubicBezTo>
                <a:cubicBezTo>
                  <a:pt x="609" y="609"/>
                  <a:pt x="607" y="608"/>
                  <a:pt x="606" y="606"/>
                </a:cubicBezTo>
                <a:cubicBezTo>
                  <a:pt x="606" y="584"/>
                  <a:pt x="606" y="584"/>
                  <a:pt x="606" y="584"/>
                </a:cubicBezTo>
                <a:cubicBezTo>
                  <a:pt x="607" y="584"/>
                  <a:pt x="609" y="584"/>
                  <a:pt x="611" y="585"/>
                </a:cubicBezTo>
                <a:close/>
                <a:moveTo>
                  <a:pt x="611" y="676"/>
                </a:moveTo>
                <a:cubicBezTo>
                  <a:pt x="611" y="685"/>
                  <a:pt x="611" y="685"/>
                  <a:pt x="611" y="685"/>
                </a:cubicBezTo>
                <a:cubicBezTo>
                  <a:pt x="610" y="686"/>
                  <a:pt x="608" y="688"/>
                  <a:pt x="606" y="690"/>
                </a:cubicBezTo>
                <a:cubicBezTo>
                  <a:pt x="606" y="681"/>
                  <a:pt x="606" y="681"/>
                  <a:pt x="606" y="681"/>
                </a:cubicBezTo>
                <a:cubicBezTo>
                  <a:pt x="607" y="679"/>
                  <a:pt x="609" y="677"/>
                  <a:pt x="611" y="676"/>
                </a:cubicBezTo>
                <a:close/>
                <a:moveTo>
                  <a:pt x="611" y="694"/>
                </a:moveTo>
                <a:cubicBezTo>
                  <a:pt x="611" y="703"/>
                  <a:pt x="611" y="703"/>
                  <a:pt x="611" y="703"/>
                </a:cubicBezTo>
                <a:cubicBezTo>
                  <a:pt x="609" y="703"/>
                  <a:pt x="607" y="702"/>
                  <a:pt x="606" y="701"/>
                </a:cubicBezTo>
                <a:cubicBezTo>
                  <a:pt x="606" y="691"/>
                  <a:pt x="606" y="691"/>
                  <a:pt x="606" y="691"/>
                </a:cubicBezTo>
                <a:cubicBezTo>
                  <a:pt x="611" y="694"/>
                  <a:pt x="611" y="694"/>
                  <a:pt x="611" y="694"/>
                </a:cubicBezTo>
                <a:close/>
                <a:moveTo>
                  <a:pt x="606" y="632"/>
                </a:moveTo>
                <a:cubicBezTo>
                  <a:pt x="606" y="623"/>
                  <a:pt x="606" y="623"/>
                  <a:pt x="606" y="623"/>
                </a:cubicBezTo>
                <a:cubicBezTo>
                  <a:pt x="606" y="626"/>
                  <a:pt x="606" y="629"/>
                  <a:pt x="606" y="632"/>
                </a:cubicBezTo>
                <a:close/>
                <a:moveTo>
                  <a:pt x="603" y="58"/>
                </a:moveTo>
                <a:cubicBezTo>
                  <a:pt x="606" y="60"/>
                  <a:pt x="606" y="60"/>
                  <a:pt x="606" y="60"/>
                </a:cubicBezTo>
                <a:cubicBezTo>
                  <a:pt x="606" y="113"/>
                  <a:pt x="606" y="113"/>
                  <a:pt x="606" y="113"/>
                </a:cubicBezTo>
                <a:cubicBezTo>
                  <a:pt x="605" y="112"/>
                  <a:pt x="604" y="111"/>
                  <a:pt x="603" y="110"/>
                </a:cubicBezTo>
                <a:cubicBezTo>
                  <a:pt x="603" y="110"/>
                  <a:pt x="603" y="110"/>
                  <a:pt x="603" y="110"/>
                </a:cubicBezTo>
                <a:cubicBezTo>
                  <a:pt x="603" y="58"/>
                  <a:pt x="603" y="58"/>
                  <a:pt x="603" y="58"/>
                </a:cubicBezTo>
                <a:close/>
                <a:moveTo>
                  <a:pt x="606" y="734"/>
                </a:moveTo>
                <a:cubicBezTo>
                  <a:pt x="605" y="735"/>
                  <a:pt x="604" y="735"/>
                  <a:pt x="603" y="736"/>
                </a:cubicBezTo>
                <a:cubicBezTo>
                  <a:pt x="603" y="721"/>
                  <a:pt x="603" y="721"/>
                  <a:pt x="603" y="721"/>
                </a:cubicBezTo>
                <a:cubicBezTo>
                  <a:pt x="604" y="722"/>
                  <a:pt x="604" y="722"/>
                  <a:pt x="604" y="722"/>
                </a:cubicBezTo>
                <a:cubicBezTo>
                  <a:pt x="606" y="722"/>
                  <a:pt x="606" y="722"/>
                  <a:pt x="606" y="722"/>
                </a:cubicBezTo>
                <a:cubicBezTo>
                  <a:pt x="606" y="734"/>
                  <a:pt x="606" y="734"/>
                  <a:pt x="606" y="734"/>
                </a:cubicBezTo>
                <a:close/>
                <a:moveTo>
                  <a:pt x="606" y="164"/>
                </a:moveTo>
                <a:cubicBezTo>
                  <a:pt x="606" y="186"/>
                  <a:pt x="606" y="186"/>
                  <a:pt x="606" y="186"/>
                </a:cubicBezTo>
                <a:cubicBezTo>
                  <a:pt x="605" y="186"/>
                  <a:pt x="604" y="186"/>
                  <a:pt x="603" y="185"/>
                </a:cubicBezTo>
                <a:cubicBezTo>
                  <a:pt x="603" y="174"/>
                  <a:pt x="603" y="174"/>
                  <a:pt x="603" y="174"/>
                </a:cubicBezTo>
                <a:cubicBezTo>
                  <a:pt x="604" y="174"/>
                  <a:pt x="604" y="174"/>
                  <a:pt x="604" y="174"/>
                </a:cubicBezTo>
                <a:cubicBezTo>
                  <a:pt x="604" y="173"/>
                  <a:pt x="603" y="171"/>
                  <a:pt x="603" y="170"/>
                </a:cubicBezTo>
                <a:cubicBezTo>
                  <a:pt x="603" y="165"/>
                  <a:pt x="603" y="165"/>
                  <a:pt x="603" y="165"/>
                </a:cubicBezTo>
                <a:cubicBezTo>
                  <a:pt x="604" y="164"/>
                  <a:pt x="605" y="164"/>
                  <a:pt x="606" y="164"/>
                </a:cubicBezTo>
                <a:close/>
                <a:moveTo>
                  <a:pt x="606" y="192"/>
                </a:moveTo>
                <a:cubicBezTo>
                  <a:pt x="606" y="205"/>
                  <a:pt x="606" y="205"/>
                  <a:pt x="606" y="205"/>
                </a:cubicBezTo>
                <a:cubicBezTo>
                  <a:pt x="603" y="205"/>
                  <a:pt x="603" y="205"/>
                  <a:pt x="603" y="205"/>
                </a:cubicBezTo>
                <a:cubicBezTo>
                  <a:pt x="603" y="190"/>
                  <a:pt x="603" y="190"/>
                  <a:pt x="603" y="190"/>
                </a:cubicBezTo>
                <a:cubicBezTo>
                  <a:pt x="604" y="191"/>
                  <a:pt x="605" y="191"/>
                  <a:pt x="606" y="192"/>
                </a:cubicBezTo>
                <a:close/>
                <a:moveTo>
                  <a:pt x="606" y="213"/>
                </a:moveTo>
                <a:cubicBezTo>
                  <a:pt x="606" y="230"/>
                  <a:pt x="606" y="230"/>
                  <a:pt x="606" y="230"/>
                </a:cubicBezTo>
                <a:cubicBezTo>
                  <a:pt x="605" y="231"/>
                  <a:pt x="604" y="232"/>
                  <a:pt x="603" y="233"/>
                </a:cubicBezTo>
                <a:cubicBezTo>
                  <a:pt x="603" y="212"/>
                  <a:pt x="603" y="212"/>
                  <a:pt x="603" y="212"/>
                </a:cubicBezTo>
                <a:cubicBezTo>
                  <a:pt x="604" y="212"/>
                  <a:pt x="604" y="213"/>
                  <a:pt x="604" y="213"/>
                </a:cubicBezTo>
                <a:cubicBezTo>
                  <a:pt x="606" y="213"/>
                  <a:pt x="606" y="213"/>
                  <a:pt x="606" y="213"/>
                </a:cubicBezTo>
                <a:close/>
                <a:moveTo>
                  <a:pt x="606" y="289"/>
                </a:moveTo>
                <a:cubicBezTo>
                  <a:pt x="606" y="300"/>
                  <a:pt x="606" y="300"/>
                  <a:pt x="606" y="300"/>
                </a:cubicBezTo>
                <a:cubicBezTo>
                  <a:pt x="605" y="300"/>
                  <a:pt x="605" y="300"/>
                  <a:pt x="605" y="299"/>
                </a:cubicBezTo>
                <a:cubicBezTo>
                  <a:pt x="604" y="300"/>
                  <a:pt x="604" y="301"/>
                  <a:pt x="603" y="302"/>
                </a:cubicBezTo>
                <a:cubicBezTo>
                  <a:pt x="603" y="283"/>
                  <a:pt x="603" y="283"/>
                  <a:pt x="603" y="283"/>
                </a:cubicBezTo>
                <a:cubicBezTo>
                  <a:pt x="604" y="284"/>
                  <a:pt x="604" y="284"/>
                  <a:pt x="604" y="284"/>
                </a:cubicBezTo>
                <a:cubicBezTo>
                  <a:pt x="605" y="286"/>
                  <a:pt x="605" y="288"/>
                  <a:pt x="606" y="289"/>
                </a:cubicBezTo>
                <a:close/>
                <a:moveTo>
                  <a:pt x="606" y="317"/>
                </a:moveTo>
                <a:cubicBezTo>
                  <a:pt x="606" y="328"/>
                  <a:pt x="606" y="328"/>
                  <a:pt x="606" y="328"/>
                </a:cubicBezTo>
                <a:cubicBezTo>
                  <a:pt x="605" y="329"/>
                  <a:pt x="604" y="330"/>
                  <a:pt x="603" y="331"/>
                </a:cubicBezTo>
                <a:cubicBezTo>
                  <a:pt x="603" y="320"/>
                  <a:pt x="603" y="320"/>
                  <a:pt x="603" y="320"/>
                </a:cubicBezTo>
                <a:cubicBezTo>
                  <a:pt x="604" y="319"/>
                  <a:pt x="605" y="318"/>
                  <a:pt x="606" y="317"/>
                </a:cubicBezTo>
                <a:close/>
                <a:moveTo>
                  <a:pt x="606" y="343"/>
                </a:moveTo>
                <a:cubicBezTo>
                  <a:pt x="606" y="381"/>
                  <a:pt x="606" y="381"/>
                  <a:pt x="606" y="381"/>
                </a:cubicBezTo>
                <a:cubicBezTo>
                  <a:pt x="605" y="375"/>
                  <a:pt x="604" y="370"/>
                  <a:pt x="603" y="365"/>
                </a:cubicBezTo>
                <a:cubicBezTo>
                  <a:pt x="603" y="343"/>
                  <a:pt x="603" y="343"/>
                  <a:pt x="603" y="343"/>
                </a:cubicBezTo>
                <a:cubicBezTo>
                  <a:pt x="603" y="344"/>
                  <a:pt x="603" y="344"/>
                  <a:pt x="603" y="344"/>
                </a:cubicBezTo>
                <a:cubicBezTo>
                  <a:pt x="604" y="344"/>
                  <a:pt x="605" y="343"/>
                  <a:pt x="606" y="343"/>
                </a:cubicBezTo>
                <a:close/>
                <a:moveTo>
                  <a:pt x="606" y="389"/>
                </a:moveTo>
                <a:cubicBezTo>
                  <a:pt x="606" y="393"/>
                  <a:pt x="606" y="393"/>
                  <a:pt x="606" y="393"/>
                </a:cubicBezTo>
                <a:cubicBezTo>
                  <a:pt x="606" y="393"/>
                  <a:pt x="606" y="393"/>
                  <a:pt x="606" y="393"/>
                </a:cubicBezTo>
                <a:cubicBezTo>
                  <a:pt x="603" y="393"/>
                  <a:pt x="603" y="393"/>
                  <a:pt x="603" y="393"/>
                </a:cubicBezTo>
                <a:cubicBezTo>
                  <a:pt x="603" y="389"/>
                  <a:pt x="603" y="389"/>
                  <a:pt x="603" y="389"/>
                </a:cubicBezTo>
                <a:cubicBezTo>
                  <a:pt x="606" y="389"/>
                  <a:pt x="606" y="389"/>
                  <a:pt x="606" y="389"/>
                </a:cubicBezTo>
                <a:close/>
                <a:moveTo>
                  <a:pt x="606" y="410"/>
                </a:moveTo>
                <a:cubicBezTo>
                  <a:pt x="606" y="415"/>
                  <a:pt x="606" y="415"/>
                  <a:pt x="606" y="415"/>
                </a:cubicBezTo>
                <a:cubicBezTo>
                  <a:pt x="606" y="415"/>
                  <a:pt x="606" y="415"/>
                  <a:pt x="606" y="415"/>
                </a:cubicBezTo>
                <a:cubicBezTo>
                  <a:pt x="603" y="415"/>
                  <a:pt x="603" y="415"/>
                  <a:pt x="603" y="415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6" y="410"/>
                  <a:pt x="606" y="410"/>
                  <a:pt x="606" y="410"/>
                </a:cubicBezTo>
                <a:close/>
                <a:moveTo>
                  <a:pt x="606" y="421"/>
                </a:moveTo>
                <a:cubicBezTo>
                  <a:pt x="606" y="455"/>
                  <a:pt x="606" y="455"/>
                  <a:pt x="606" y="455"/>
                </a:cubicBezTo>
                <a:cubicBezTo>
                  <a:pt x="606" y="456"/>
                  <a:pt x="606" y="456"/>
                  <a:pt x="606" y="456"/>
                </a:cubicBezTo>
                <a:cubicBezTo>
                  <a:pt x="606" y="456"/>
                  <a:pt x="606" y="456"/>
                  <a:pt x="606" y="456"/>
                </a:cubicBezTo>
                <a:cubicBezTo>
                  <a:pt x="606" y="462"/>
                  <a:pt x="606" y="462"/>
                  <a:pt x="606" y="462"/>
                </a:cubicBezTo>
                <a:cubicBezTo>
                  <a:pt x="603" y="463"/>
                  <a:pt x="603" y="463"/>
                  <a:pt x="603" y="463"/>
                </a:cubicBezTo>
                <a:cubicBezTo>
                  <a:pt x="603" y="463"/>
                  <a:pt x="603" y="463"/>
                  <a:pt x="603" y="463"/>
                </a:cubicBezTo>
                <a:cubicBezTo>
                  <a:pt x="603" y="440"/>
                  <a:pt x="603" y="440"/>
                  <a:pt x="603" y="440"/>
                </a:cubicBezTo>
                <a:cubicBezTo>
                  <a:pt x="605" y="434"/>
                  <a:pt x="605" y="428"/>
                  <a:pt x="606" y="421"/>
                </a:cubicBezTo>
                <a:close/>
                <a:moveTo>
                  <a:pt x="606" y="473"/>
                </a:moveTo>
                <a:cubicBezTo>
                  <a:pt x="606" y="479"/>
                  <a:pt x="606" y="479"/>
                  <a:pt x="606" y="479"/>
                </a:cubicBezTo>
                <a:cubicBezTo>
                  <a:pt x="605" y="479"/>
                  <a:pt x="604" y="479"/>
                  <a:pt x="603" y="479"/>
                </a:cubicBezTo>
                <a:cubicBezTo>
                  <a:pt x="603" y="473"/>
                  <a:pt x="603" y="473"/>
                  <a:pt x="603" y="473"/>
                </a:cubicBezTo>
                <a:cubicBezTo>
                  <a:pt x="604" y="473"/>
                  <a:pt x="605" y="473"/>
                  <a:pt x="606" y="473"/>
                </a:cubicBezTo>
                <a:close/>
                <a:moveTo>
                  <a:pt x="606" y="490"/>
                </a:moveTo>
                <a:cubicBezTo>
                  <a:pt x="606" y="496"/>
                  <a:pt x="606" y="496"/>
                  <a:pt x="606" y="496"/>
                </a:cubicBezTo>
                <a:cubicBezTo>
                  <a:pt x="605" y="496"/>
                  <a:pt x="604" y="496"/>
                  <a:pt x="603" y="496"/>
                </a:cubicBezTo>
                <a:cubicBezTo>
                  <a:pt x="603" y="490"/>
                  <a:pt x="603" y="490"/>
                  <a:pt x="603" y="490"/>
                </a:cubicBezTo>
                <a:cubicBezTo>
                  <a:pt x="604" y="490"/>
                  <a:pt x="605" y="490"/>
                  <a:pt x="606" y="490"/>
                </a:cubicBezTo>
                <a:close/>
                <a:moveTo>
                  <a:pt x="606" y="503"/>
                </a:moveTo>
                <a:cubicBezTo>
                  <a:pt x="606" y="516"/>
                  <a:pt x="606" y="516"/>
                  <a:pt x="606" y="516"/>
                </a:cubicBezTo>
                <a:cubicBezTo>
                  <a:pt x="605" y="517"/>
                  <a:pt x="604" y="519"/>
                  <a:pt x="603" y="521"/>
                </a:cubicBezTo>
                <a:cubicBezTo>
                  <a:pt x="603" y="505"/>
                  <a:pt x="603" y="505"/>
                  <a:pt x="603" y="505"/>
                </a:cubicBezTo>
                <a:cubicBezTo>
                  <a:pt x="604" y="505"/>
                  <a:pt x="605" y="504"/>
                  <a:pt x="606" y="503"/>
                </a:cubicBezTo>
                <a:close/>
                <a:moveTo>
                  <a:pt x="606" y="584"/>
                </a:moveTo>
                <a:cubicBezTo>
                  <a:pt x="606" y="606"/>
                  <a:pt x="606" y="606"/>
                  <a:pt x="606" y="606"/>
                </a:cubicBezTo>
                <a:cubicBezTo>
                  <a:pt x="605" y="605"/>
                  <a:pt x="604" y="605"/>
                  <a:pt x="603" y="604"/>
                </a:cubicBezTo>
                <a:cubicBezTo>
                  <a:pt x="603" y="583"/>
                  <a:pt x="603" y="583"/>
                  <a:pt x="603" y="583"/>
                </a:cubicBezTo>
                <a:cubicBezTo>
                  <a:pt x="604" y="583"/>
                  <a:pt x="605" y="583"/>
                  <a:pt x="606" y="584"/>
                </a:cubicBezTo>
                <a:close/>
                <a:moveTo>
                  <a:pt x="606" y="623"/>
                </a:moveTo>
                <a:cubicBezTo>
                  <a:pt x="606" y="632"/>
                  <a:pt x="606" y="632"/>
                  <a:pt x="606" y="632"/>
                </a:cubicBezTo>
                <a:cubicBezTo>
                  <a:pt x="605" y="634"/>
                  <a:pt x="605" y="635"/>
                  <a:pt x="604" y="637"/>
                </a:cubicBezTo>
                <a:cubicBezTo>
                  <a:pt x="603" y="637"/>
                  <a:pt x="603" y="637"/>
                  <a:pt x="603" y="637"/>
                </a:cubicBezTo>
                <a:cubicBezTo>
                  <a:pt x="603" y="618"/>
                  <a:pt x="603" y="618"/>
                  <a:pt x="603" y="618"/>
                </a:cubicBezTo>
                <a:cubicBezTo>
                  <a:pt x="604" y="620"/>
                  <a:pt x="605" y="621"/>
                  <a:pt x="606" y="623"/>
                </a:cubicBezTo>
                <a:close/>
                <a:moveTo>
                  <a:pt x="606" y="681"/>
                </a:moveTo>
                <a:cubicBezTo>
                  <a:pt x="606" y="690"/>
                  <a:pt x="606" y="690"/>
                  <a:pt x="606" y="690"/>
                </a:cubicBezTo>
                <a:cubicBezTo>
                  <a:pt x="604" y="690"/>
                  <a:pt x="604" y="690"/>
                  <a:pt x="604" y="690"/>
                </a:cubicBezTo>
                <a:cubicBezTo>
                  <a:pt x="606" y="691"/>
                  <a:pt x="606" y="691"/>
                  <a:pt x="606" y="691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5" y="701"/>
                  <a:pt x="604" y="701"/>
                  <a:pt x="603" y="701"/>
                </a:cubicBezTo>
                <a:cubicBezTo>
                  <a:pt x="603" y="683"/>
                  <a:pt x="603" y="683"/>
                  <a:pt x="603" y="683"/>
                </a:cubicBezTo>
                <a:cubicBezTo>
                  <a:pt x="604" y="682"/>
                  <a:pt x="605" y="681"/>
                  <a:pt x="606" y="681"/>
                </a:cubicBezTo>
                <a:close/>
                <a:moveTo>
                  <a:pt x="598" y="55"/>
                </a:moveTo>
                <a:cubicBezTo>
                  <a:pt x="603" y="58"/>
                  <a:pt x="603" y="58"/>
                  <a:pt x="603" y="58"/>
                </a:cubicBezTo>
                <a:cubicBezTo>
                  <a:pt x="603" y="110"/>
                  <a:pt x="603" y="110"/>
                  <a:pt x="603" y="110"/>
                </a:cubicBezTo>
                <a:cubicBezTo>
                  <a:pt x="601" y="110"/>
                  <a:pt x="600" y="109"/>
                  <a:pt x="598" y="108"/>
                </a:cubicBezTo>
                <a:cubicBezTo>
                  <a:pt x="598" y="101"/>
                  <a:pt x="598" y="101"/>
                  <a:pt x="598" y="101"/>
                </a:cubicBezTo>
                <a:cubicBezTo>
                  <a:pt x="598" y="101"/>
                  <a:pt x="599" y="101"/>
                  <a:pt x="600" y="101"/>
                </a:cubicBezTo>
                <a:cubicBezTo>
                  <a:pt x="601" y="101"/>
                  <a:pt x="601" y="101"/>
                  <a:pt x="602" y="101"/>
                </a:cubicBezTo>
                <a:cubicBezTo>
                  <a:pt x="602" y="92"/>
                  <a:pt x="603" y="83"/>
                  <a:pt x="603" y="73"/>
                </a:cubicBezTo>
                <a:cubicBezTo>
                  <a:pt x="601" y="70"/>
                  <a:pt x="599" y="67"/>
                  <a:pt x="598" y="65"/>
                </a:cubicBezTo>
                <a:cubicBezTo>
                  <a:pt x="598" y="55"/>
                  <a:pt x="598" y="55"/>
                  <a:pt x="598" y="55"/>
                </a:cubicBezTo>
                <a:close/>
                <a:moveTo>
                  <a:pt x="603" y="736"/>
                </a:moveTo>
                <a:cubicBezTo>
                  <a:pt x="601" y="737"/>
                  <a:pt x="600" y="739"/>
                  <a:pt x="598" y="740"/>
                </a:cubicBezTo>
                <a:cubicBezTo>
                  <a:pt x="598" y="731"/>
                  <a:pt x="598" y="731"/>
                  <a:pt x="598" y="731"/>
                </a:cubicBezTo>
                <a:cubicBezTo>
                  <a:pt x="598" y="730"/>
                  <a:pt x="599" y="730"/>
                  <a:pt x="600" y="729"/>
                </a:cubicBezTo>
                <a:cubicBezTo>
                  <a:pt x="598" y="728"/>
                  <a:pt x="598" y="728"/>
                  <a:pt x="598" y="728"/>
                </a:cubicBezTo>
                <a:cubicBezTo>
                  <a:pt x="598" y="719"/>
                  <a:pt x="598" y="719"/>
                  <a:pt x="598" y="719"/>
                </a:cubicBezTo>
                <a:cubicBezTo>
                  <a:pt x="600" y="720"/>
                  <a:pt x="601" y="720"/>
                  <a:pt x="603" y="721"/>
                </a:cubicBezTo>
                <a:cubicBezTo>
                  <a:pt x="603" y="736"/>
                  <a:pt x="603" y="736"/>
                  <a:pt x="603" y="736"/>
                </a:cubicBezTo>
                <a:close/>
                <a:moveTo>
                  <a:pt x="603" y="165"/>
                </a:moveTo>
                <a:cubicBezTo>
                  <a:pt x="603" y="170"/>
                  <a:pt x="603" y="170"/>
                  <a:pt x="603" y="170"/>
                </a:cubicBezTo>
                <a:cubicBezTo>
                  <a:pt x="603" y="168"/>
                  <a:pt x="603" y="167"/>
                  <a:pt x="603" y="165"/>
                </a:cubicBezTo>
                <a:cubicBezTo>
                  <a:pt x="603" y="165"/>
                  <a:pt x="603" y="165"/>
                  <a:pt x="603" y="165"/>
                </a:cubicBezTo>
                <a:close/>
                <a:moveTo>
                  <a:pt x="603" y="174"/>
                </a:moveTo>
                <a:cubicBezTo>
                  <a:pt x="603" y="185"/>
                  <a:pt x="603" y="185"/>
                  <a:pt x="603" y="185"/>
                </a:cubicBezTo>
                <a:cubicBezTo>
                  <a:pt x="603" y="185"/>
                  <a:pt x="603" y="185"/>
                  <a:pt x="602" y="185"/>
                </a:cubicBezTo>
                <a:cubicBezTo>
                  <a:pt x="602" y="187"/>
                  <a:pt x="603" y="188"/>
                  <a:pt x="603" y="190"/>
                </a:cubicBezTo>
                <a:cubicBezTo>
                  <a:pt x="603" y="190"/>
                  <a:pt x="603" y="190"/>
                  <a:pt x="603" y="190"/>
                </a:cubicBezTo>
                <a:cubicBezTo>
                  <a:pt x="603" y="205"/>
                  <a:pt x="603" y="205"/>
                  <a:pt x="603" y="205"/>
                </a:cubicBezTo>
                <a:cubicBezTo>
                  <a:pt x="602" y="205"/>
                  <a:pt x="602" y="205"/>
                  <a:pt x="602" y="205"/>
                </a:cubicBezTo>
                <a:cubicBezTo>
                  <a:pt x="602" y="209"/>
                  <a:pt x="602" y="210"/>
                  <a:pt x="603" y="212"/>
                </a:cubicBezTo>
                <a:cubicBezTo>
                  <a:pt x="603" y="233"/>
                  <a:pt x="603" y="233"/>
                  <a:pt x="603" y="233"/>
                </a:cubicBezTo>
                <a:cubicBezTo>
                  <a:pt x="602" y="234"/>
                  <a:pt x="600" y="235"/>
                  <a:pt x="598" y="236"/>
                </a:cubicBezTo>
                <a:cubicBezTo>
                  <a:pt x="598" y="170"/>
                  <a:pt x="598" y="170"/>
                  <a:pt x="598" y="170"/>
                </a:cubicBezTo>
                <a:cubicBezTo>
                  <a:pt x="600" y="171"/>
                  <a:pt x="602" y="173"/>
                  <a:pt x="603" y="174"/>
                </a:cubicBezTo>
                <a:close/>
                <a:moveTo>
                  <a:pt x="603" y="283"/>
                </a:moveTo>
                <a:cubicBezTo>
                  <a:pt x="603" y="302"/>
                  <a:pt x="603" y="302"/>
                  <a:pt x="603" y="302"/>
                </a:cubicBezTo>
                <a:cubicBezTo>
                  <a:pt x="601" y="305"/>
                  <a:pt x="599" y="308"/>
                  <a:pt x="598" y="311"/>
                </a:cubicBezTo>
                <a:cubicBezTo>
                  <a:pt x="598" y="300"/>
                  <a:pt x="598" y="300"/>
                  <a:pt x="598" y="300"/>
                </a:cubicBezTo>
                <a:cubicBezTo>
                  <a:pt x="600" y="296"/>
                  <a:pt x="600" y="292"/>
                  <a:pt x="598" y="286"/>
                </a:cubicBezTo>
                <a:cubicBezTo>
                  <a:pt x="598" y="277"/>
                  <a:pt x="598" y="277"/>
                  <a:pt x="598" y="277"/>
                </a:cubicBezTo>
                <a:cubicBezTo>
                  <a:pt x="599" y="279"/>
                  <a:pt x="601" y="281"/>
                  <a:pt x="603" y="283"/>
                </a:cubicBezTo>
                <a:close/>
                <a:moveTo>
                  <a:pt x="603" y="320"/>
                </a:moveTo>
                <a:cubicBezTo>
                  <a:pt x="603" y="331"/>
                  <a:pt x="603" y="331"/>
                  <a:pt x="603" y="331"/>
                </a:cubicBezTo>
                <a:cubicBezTo>
                  <a:pt x="603" y="332"/>
                  <a:pt x="603" y="332"/>
                  <a:pt x="603" y="332"/>
                </a:cubicBezTo>
                <a:cubicBezTo>
                  <a:pt x="603" y="336"/>
                  <a:pt x="603" y="340"/>
                  <a:pt x="603" y="343"/>
                </a:cubicBezTo>
                <a:cubicBezTo>
                  <a:pt x="603" y="365"/>
                  <a:pt x="603" y="365"/>
                  <a:pt x="603" y="365"/>
                </a:cubicBezTo>
                <a:cubicBezTo>
                  <a:pt x="602" y="357"/>
                  <a:pt x="601" y="350"/>
                  <a:pt x="598" y="343"/>
                </a:cubicBezTo>
                <a:cubicBezTo>
                  <a:pt x="598" y="342"/>
                  <a:pt x="598" y="342"/>
                  <a:pt x="598" y="342"/>
                </a:cubicBezTo>
                <a:cubicBezTo>
                  <a:pt x="598" y="326"/>
                  <a:pt x="598" y="326"/>
                  <a:pt x="598" y="326"/>
                </a:cubicBezTo>
                <a:cubicBezTo>
                  <a:pt x="600" y="326"/>
                  <a:pt x="600" y="326"/>
                  <a:pt x="600" y="326"/>
                </a:cubicBezTo>
                <a:cubicBezTo>
                  <a:pt x="601" y="324"/>
                  <a:pt x="602" y="322"/>
                  <a:pt x="603" y="320"/>
                </a:cubicBezTo>
                <a:close/>
                <a:moveTo>
                  <a:pt x="603" y="389"/>
                </a:moveTo>
                <a:cubicBezTo>
                  <a:pt x="603" y="393"/>
                  <a:pt x="603" y="393"/>
                  <a:pt x="603" y="393"/>
                </a:cubicBezTo>
                <a:cubicBezTo>
                  <a:pt x="600" y="393"/>
                  <a:pt x="600" y="393"/>
                  <a:pt x="600" y="393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3" y="415"/>
                  <a:pt x="603" y="415"/>
                  <a:pt x="603" y="415"/>
                </a:cubicBezTo>
                <a:cubicBezTo>
                  <a:pt x="598" y="415"/>
                  <a:pt x="598" y="415"/>
                  <a:pt x="598" y="415"/>
                </a:cubicBezTo>
                <a:cubicBezTo>
                  <a:pt x="598" y="410"/>
                  <a:pt x="598" y="410"/>
                  <a:pt x="598" y="410"/>
                </a:cubicBezTo>
                <a:cubicBezTo>
                  <a:pt x="598" y="410"/>
                  <a:pt x="599" y="410"/>
                  <a:pt x="599" y="410"/>
                </a:cubicBezTo>
                <a:cubicBezTo>
                  <a:pt x="599" y="408"/>
                  <a:pt x="598" y="405"/>
                  <a:pt x="598" y="403"/>
                </a:cubicBezTo>
                <a:cubicBezTo>
                  <a:pt x="598" y="389"/>
                  <a:pt x="598" y="389"/>
                  <a:pt x="598" y="389"/>
                </a:cubicBezTo>
                <a:cubicBezTo>
                  <a:pt x="603" y="389"/>
                  <a:pt x="603" y="389"/>
                  <a:pt x="603" y="389"/>
                </a:cubicBezTo>
                <a:close/>
                <a:moveTo>
                  <a:pt x="603" y="440"/>
                </a:moveTo>
                <a:cubicBezTo>
                  <a:pt x="603" y="463"/>
                  <a:pt x="603" y="463"/>
                  <a:pt x="603" y="463"/>
                </a:cubicBezTo>
                <a:cubicBezTo>
                  <a:pt x="602" y="466"/>
                  <a:pt x="601" y="470"/>
                  <a:pt x="600" y="474"/>
                </a:cubicBezTo>
                <a:cubicBezTo>
                  <a:pt x="603" y="473"/>
                  <a:pt x="603" y="473"/>
                  <a:pt x="603" y="473"/>
                </a:cubicBezTo>
                <a:cubicBezTo>
                  <a:pt x="603" y="479"/>
                  <a:pt x="603" y="479"/>
                  <a:pt x="603" y="479"/>
                </a:cubicBezTo>
                <a:cubicBezTo>
                  <a:pt x="601" y="480"/>
                  <a:pt x="599" y="481"/>
                  <a:pt x="598" y="482"/>
                </a:cubicBezTo>
                <a:cubicBezTo>
                  <a:pt x="598" y="462"/>
                  <a:pt x="598" y="462"/>
                  <a:pt x="598" y="462"/>
                </a:cubicBezTo>
                <a:cubicBezTo>
                  <a:pt x="598" y="462"/>
                  <a:pt x="599" y="461"/>
                  <a:pt x="599" y="461"/>
                </a:cubicBezTo>
                <a:cubicBezTo>
                  <a:pt x="601" y="453"/>
                  <a:pt x="602" y="447"/>
                  <a:pt x="603" y="440"/>
                </a:cubicBezTo>
                <a:close/>
                <a:moveTo>
                  <a:pt x="603" y="490"/>
                </a:moveTo>
                <a:cubicBezTo>
                  <a:pt x="603" y="496"/>
                  <a:pt x="603" y="496"/>
                  <a:pt x="603" y="496"/>
                </a:cubicBezTo>
                <a:cubicBezTo>
                  <a:pt x="601" y="496"/>
                  <a:pt x="599" y="497"/>
                  <a:pt x="598" y="497"/>
                </a:cubicBezTo>
                <a:cubicBezTo>
                  <a:pt x="598" y="491"/>
                  <a:pt x="598" y="491"/>
                  <a:pt x="598" y="491"/>
                </a:cubicBezTo>
                <a:cubicBezTo>
                  <a:pt x="600" y="490"/>
                  <a:pt x="602" y="490"/>
                  <a:pt x="603" y="490"/>
                </a:cubicBezTo>
                <a:close/>
                <a:moveTo>
                  <a:pt x="603" y="505"/>
                </a:moveTo>
                <a:cubicBezTo>
                  <a:pt x="603" y="521"/>
                  <a:pt x="603" y="521"/>
                  <a:pt x="603" y="521"/>
                </a:cubicBezTo>
                <a:cubicBezTo>
                  <a:pt x="601" y="524"/>
                  <a:pt x="600" y="527"/>
                  <a:pt x="598" y="530"/>
                </a:cubicBezTo>
                <a:cubicBezTo>
                  <a:pt x="598" y="518"/>
                  <a:pt x="598" y="518"/>
                  <a:pt x="598" y="518"/>
                </a:cubicBezTo>
                <a:cubicBezTo>
                  <a:pt x="599" y="517"/>
                  <a:pt x="600" y="516"/>
                  <a:pt x="601" y="514"/>
                </a:cubicBezTo>
                <a:cubicBezTo>
                  <a:pt x="600" y="514"/>
                  <a:pt x="599" y="514"/>
                  <a:pt x="598" y="514"/>
                </a:cubicBezTo>
                <a:cubicBezTo>
                  <a:pt x="598" y="507"/>
                  <a:pt x="598" y="507"/>
                  <a:pt x="598" y="507"/>
                </a:cubicBezTo>
                <a:cubicBezTo>
                  <a:pt x="600" y="507"/>
                  <a:pt x="602" y="506"/>
                  <a:pt x="603" y="505"/>
                </a:cubicBezTo>
                <a:close/>
                <a:moveTo>
                  <a:pt x="603" y="583"/>
                </a:moveTo>
                <a:cubicBezTo>
                  <a:pt x="603" y="604"/>
                  <a:pt x="603" y="604"/>
                  <a:pt x="603" y="604"/>
                </a:cubicBezTo>
                <a:cubicBezTo>
                  <a:pt x="602" y="603"/>
                  <a:pt x="600" y="601"/>
                  <a:pt x="598" y="599"/>
                </a:cubicBezTo>
                <a:cubicBezTo>
                  <a:pt x="598" y="584"/>
                  <a:pt x="598" y="584"/>
                  <a:pt x="598" y="584"/>
                </a:cubicBezTo>
                <a:cubicBezTo>
                  <a:pt x="599" y="582"/>
                  <a:pt x="599" y="582"/>
                  <a:pt x="599" y="582"/>
                </a:cubicBezTo>
                <a:cubicBezTo>
                  <a:pt x="600" y="582"/>
                  <a:pt x="601" y="583"/>
                  <a:pt x="603" y="583"/>
                </a:cubicBezTo>
                <a:close/>
                <a:moveTo>
                  <a:pt x="603" y="618"/>
                </a:moveTo>
                <a:cubicBezTo>
                  <a:pt x="603" y="637"/>
                  <a:pt x="603" y="637"/>
                  <a:pt x="603" y="637"/>
                </a:cubicBezTo>
                <a:cubicBezTo>
                  <a:pt x="601" y="639"/>
                  <a:pt x="599" y="640"/>
                  <a:pt x="598" y="641"/>
                </a:cubicBezTo>
                <a:cubicBezTo>
                  <a:pt x="598" y="610"/>
                  <a:pt x="598" y="610"/>
                  <a:pt x="598" y="610"/>
                </a:cubicBezTo>
                <a:cubicBezTo>
                  <a:pt x="600" y="612"/>
                  <a:pt x="602" y="615"/>
                  <a:pt x="603" y="618"/>
                </a:cubicBezTo>
                <a:close/>
                <a:moveTo>
                  <a:pt x="603" y="683"/>
                </a:moveTo>
                <a:cubicBezTo>
                  <a:pt x="603" y="701"/>
                  <a:pt x="603" y="701"/>
                  <a:pt x="603" y="701"/>
                </a:cubicBezTo>
                <a:cubicBezTo>
                  <a:pt x="601" y="700"/>
                  <a:pt x="600" y="700"/>
                  <a:pt x="598" y="700"/>
                </a:cubicBezTo>
                <a:cubicBezTo>
                  <a:pt x="598" y="688"/>
                  <a:pt x="598" y="688"/>
                  <a:pt x="598" y="688"/>
                </a:cubicBezTo>
                <a:cubicBezTo>
                  <a:pt x="600" y="686"/>
                  <a:pt x="602" y="684"/>
                  <a:pt x="603" y="683"/>
                </a:cubicBezTo>
                <a:close/>
                <a:moveTo>
                  <a:pt x="592" y="52"/>
                </a:moveTo>
                <a:cubicBezTo>
                  <a:pt x="593" y="52"/>
                  <a:pt x="594" y="52"/>
                  <a:pt x="595" y="53"/>
                </a:cubicBezTo>
                <a:cubicBezTo>
                  <a:pt x="598" y="55"/>
                  <a:pt x="598" y="55"/>
                  <a:pt x="598" y="55"/>
                </a:cubicBezTo>
                <a:cubicBezTo>
                  <a:pt x="598" y="65"/>
                  <a:pt x="598" y="65"/>
                  <a:pt x="598" y="65"/>
                </a:cubicBezTo>
                <a:cubicBezTo>
                  <a:pt x="596" y="63"/>
                  <a:pt x="594" y="62"/>
                  <a:pt x="592" y="61"/>
                </a:cubicBezTo>
                <a:cubicBezTo>
                  <a:pt x="592" y="52"/>
                  <a:pt x="592" y="52"/>
                  <a:pt x="592" y="52"/>
                </a:cubicBezTo>
                <a:close/>
                <a:moveTo>
                  <a:pt x="598" y="740"/>
                </a:moveTo>
                <a:cubicBezTo>
                  <a:pt x="596" y="741"/>
                  <a:pt x="594" y="742"/>
                  <a:pt x="592" y="743"/>
                </a:cubicBezTo>
                <a:cubicBezTo>
                  <a:pt x="592" y="734"/>
                  <a:pt x="592" y="734"/>
                  <a:pt x="592" y="734"/>
                </a:cubicBezTo>
                <a:cubicBezTo>
                  <a:pt x="594" y="734"/>
                  <a:pt x="596" y="732"/>
                  <a:pt x="598" y="731"/>
                </a:cubicBezTo>
                <a:cubicBezTo>
                  <a:pt x="598" y="740"/>
                  <a:pt x="598" y="740"/>
                  <a:pt x="598" y="740"/>
                </a:cubicBezTo>
                <a:close/>
                <a:moveTo>
                  <a:pt x="598" y="101"/>
                </a:moveTo>
                <a:cubicBezTo>
                  <a:pt x="598" y="108"/>
                  <a:pt x="598" y="108"/>
                  <a:pt x="598" y="108"/>
                </a:cubicBezTo>
                <a:cubicBezTo>
                  <a:pt x="596" y="107"/>
                  <a:pt x="594" y="106"/>
                  <a:pt x="592" y="105"/>
                </a:cubicBezTo>
                <a:cubicBezTo>
                  <a:pt x="592" y="97"/>
                  <a:pt x="592" y="97"/>
                  <a:pt x="592" y="97"/>
                </a:cubicBezTo>
                <a:cubicBezTo>
                  <a:pt x="594" y="98"/>
                  <a:pt x="596" y="99"/>
                  <a:pt x="598" y="101"/>
                </a:cubicBezTo>
                <a:close/>
                <a:moveTo>
                  <a:pt x="598" y="170"/>
                </a:moveTo>
                <a:cubicBezTo>
                  <a:pt x="598" y="236"/>
                  <a:pt x="598" y="236"/>
                  <a:pt x="598" y="236"/>
                </a:cubicBezTo>
                <a:cubicBezTo>
                  <a:pt x="597" y="237"/>
                  <a:pt x="597" y="237"/>
                  <a:pt x="596" y="237"/>
                </a:cubicBezTo>
                <a:cubicBezTo>
                  <a:pt x="591" y="228"/>
                  <a:pt x="596" y="228"/>
                  <a:pt x="596" y="219"/>
                </a:cubicBezTo>
                <a:cubicBezTo>
                  <a:pt x="594" y="218"/>
                  <a:pt x="593" y="216"/>
                  <a:pt x="592" y="215"/>
                </a:cubicBezTo>
                <a:cubicBezTo>
                  <a:pt x="592" y="200"/>
                  <a:pt x="592" y="200"/>
                  <a:pt x="592" y="200"/>
                </a:cubicBezTo>
                <a:cubicBezTo>
                  <a:pt x="593" y="200"/>
                  <a:pt x="594" y="199"/>
                  <a:pt x="595" y="198"/>
                </a:cubicBezTo>
                <a:cubicBezTo>
                  <a:pt x="595" y="197"/>
                  <a:pt x="595" y="196"/>
                  <a:pt x="595" y="195"/>
                </a:cubicBezTo>
                <a:cubicBezTo>
                  <a:pt x="594" y="195"/>
                  <a:pt x="593" y="195"/>
                  <a:pt x="592" y="196"/>
                </a:cubicBezTo>
                <a:cubicBezTo>
                  <a:pt x="592" y="183"/>
                  <a:pt x="592" y="183"/>
                  <a:pt x="592" y="183"/>
                </a:cubicBezTo>
                <a:cubicBezTo>
                  <a:pt x="593" y="183"/>
                  <a:pt x="593" y="183"/>
                  <a:pt x="594" y="182"/>
                </a:cubicBezTo>
                <a:cubicBezTo>
                  <a:pt x="593" y="182"/>
                  <a:pt x="593" y="181"/>
                  <a:pt x="592" y="181"/>
                </a:cubicBezTo>
                <a:cubicBezTo>
                  <a:pt x="592" y="167"/>
                  <a:pt x="592" y="167"/>
                  <a:pt x="592" y="167"/>
                </a:cubicBezTo>
                <a:cubicBezTo>
                  <a:pt x="594" y="167"/>
                  <a:pt x="596" y="169"/>
                  <a:pt x="598" y="170"/>
                </a:cubicBezTo>
                <a:close/>
                <a:moveTo>
                  <a:pt x="598" y="277"/>
                </a:moveTo>
                <a:cubicBezTo>
                  <a:pt x="598" y="286"/>
                  <a:pt x="598" y="286"/>
                  <a:pt x="598" y="286"/>
                </a:cubicBezTo>
                <a:cubicBezTo>
                  <a:pt x="597" y="285"/>
                  <a:pt x="596" y="283"/>
                  <a:pt x="596" y="282"/>
                </a:cubicBezTo>
                <a:cubicBezTo>
                  <a:pt x="594" y="284"/>
                  <a:pt x="593" y="286"/>
                  <a:pt x="592" y="288"/>
                </a:cubicBezTo>
                <a:cubicBezTo>
                  <a:pt x="592" y="266"/>
                  <a:pt x="592" y="266"/>
                  <a:pt x="592" y="266"/>
                </a:cubicBezTo>
                <a:cubicBezTo>
                  <a:pt x="593" y="268"/>
                  <a:pt x="594" y="269"/>
                  <a:pt x="594" y="270"/>
                </a:cubicBezTo>
                <a:cubicBezTo>
                  <a:pt x="595" y="273"/>
                  <a:pt x="596" y="275"/>
                  <a:pt x="598" y="277"/>
                </a:cubicBezTo>
                <a:close/>
                <a:moveTo>
                  <a:pt x="598" y="300"/>
                </a:moveTo>
                <a:cubicBezTo>
                  <a:pt x="598" y="311"/>
                  <a:pt x="598" y="311"/>
                  <a:pt x="598" y="311"/>
                </a:cubicBezTo>
                <a:cubicBezTo>
                  <a:pt x="596" y="315"/>
                  <a:pt x="595" y="319"/>
                  <a:pt x="597" y="326"/>
                </a:cubicBezTo>
                <a:cubicBezTo>
                  <a:pt x="598" y="326"/>
                  <a:pt x="598" y="326"/>
                  <a:pt x="598" y="326"/>
                </a:cubicBezTo>
                <a:cubicBezTo>
                  <a:pt x="598" y="342"/>
                  <a:pt x="598" y="342"/>
                  <a:pt x="598" y="342"/>
                </a:cubicBezTo>
                <a:cubicBezTo>
                  <a:pt x="596" y="336"/>
                  <a:pt x="595" y="330"/>
                  <a:pt x="592" y="324"/>
                </a:cubicBezTo>
                <a:cubicBezTo>
                  <a:pt x="592" y="308"/>
                  <a:pt x="592" y="308"/>
                  <a:pt x="592" y="308"/>
                </a:cubicBezTo>
                <a:cubicBezTo>
                  <a:pt x="595" y="305"/>
                  <a:pt x="596" y="302"/>
                  <a:pt x="598" y="300"/>
                </a:cubicBezTo>
                <a:close/>
                <a:moveTo>
                  <a:pt x="598" y="389"/>
                </a:moveTo>
                <a:cubicBezTo>
                  <a:pt x="598" y="403"/>
                  <a:pt x="598" y="403"/>
                  <a:pt x="598" y="403"/>
                </a:cubicBezTo>
                <a:cubicBezTo>
                  <a:pt x="597" y="400"/>
                  <a:pt x="597" y="397"/>
                  <a:pt x="596" y="395"/>
                </a:cubicBezTo>
                <a:cubicBezTo>
                  <a:pt x="595" y="394"/>
                  <a:pt x="594" y="394"/>
                  <a:pt x="592" y="394"/>
                </a:cubicBezTo>
                <a:cubicBezTo>
                  <a:pt x="592" y="390"/>
                  <a:pt x="592" y="390"/>
                  <a:pt x="592" y="390"/>
                </a:cubicBezTo>
                <a:cubicBezTo>
                  <a:pt x="598" y="389"/>
                  <a:pt x="598" y="389"/>
                  <a:pt x="598" y="389"/>
                </a:cubicBezTo>
                <a:close/>
                <a:moveTo>
                  <a:pt x="598" y="410"/>
                </a:moveTo>
                <a:cubicBezTo>
                  <a:pt x="598" y="415"/>
                  <a:pt x="598" y="415"/>
                  <a:pt x="598" y="415"/>
                </a:cubicBezTo>
                <a:cubicBezTo>
                  <a:pt x="592" y="415"/>
                  <a:pt x="592" y="415"/>
                  <a:pt x="592" y="415"/>
                </a:cubicBezTo>
                <a:cubicBezTo>
                  <a:pt x="592" y="410"/>
                  <a:pt x="592" y="410"/>
                  <a:pt x="592" y="410"/>
                </a:cubicBezTo>
                <a:cubicBezTo>
                  <a:pt x="592" y="410"/>
                  <a:pt x="592" y="411"/>
                  <a:pt x="593" y="411"/>
                </a:cubicBezTo>
                <a:cubicBezTo>
                  <a:pt x="594" y="411"/>
                  <a:pt x="596" y="410"/>
                  <a:pt x="598" y="410"/>
                </a:cubicBezTo>
                <a:close/>
                <a:moveTo>
                  <a:pt x="598" y="462"/>
                </a:moveTo>
                <a:cubicBezTo>
                  <a:pt x="598" y="482"/>
                  <a:pt x="598" y="482"/>
                  <a:pt x="598" y="482"/>
                </a:cubicBezTo>
                <a:cubicBezTo>
                  <a:pt x="596" y="484"/>
                  <a:pt x="594" y="487"/>
                  <a:pt x="593" y="491"/>
                </a:cubicBezTo>
                <a:cubicBezTo>
                  <a:pt x="594" y="491"/>
                  <a:pt x="596" y="491"/>
                  <a:pt x="598" y="491"/>
                </a:cubicBezTo>
                <a:cubicBezTo>
                  <a:pt x="598" y="497"/>
                  <a:pt x="598" y="497"/>
                  <a:pt x="598" y="497"/>
                </a:cubicBezTo>
                <a:cubicBezTo>
                  <a:pt x="596" y="497"/>
                  <a:pt x="594" y="497"/>
                  <a:pt x="592" y="498"/>
                </a:cubicBezTo>
                <a:cubicBezTo>
                  <a:pt x="592" y="479"/>
                  <a:pt x="592" y="479"/>
                  <a:pt x="592" y="479"/>
                </a:cubicBezTo>
                <a:cubicBezTo>
                  <a:pt x="594" y="474"/>
                  <a:pt x="596" y="469"/>
                  <a:pt x="597" y="464"/>
                </a:cubicBezTo>
                <a:cubicBezTo>
                  <a:pt x="597" y="463"/>
                  <a:pt x="597" y="463"/>
                  <a:pt x="598" y="462"/>
                </a:cubicBezTo>
                <a:close/>
                <a:moveTo>
                  <a:pt x="598" y="507"/>
                </a:moveTo>
                <a:cubicBezTo>
                  <a:pt x="598" y="514"/>
                  <a:pt x="598" y="514"/>
                  <a:pt x="598" y="514"/>
                </a:cubicBezTo>
                <a:cubicBezTo>
                  <a:pt x="596" y="514"/>
                  <a:pt x="594" y="514"/>
                  <a:pt x="592" y="514"/>
                </a:cubicBezTo>
                <a:cubicBezTo>
                  <a:pt x="592" y="507"/>
                  <a:pt x="592" y="507"/>
                  <a:pt x="592" y="507"/>
                </a:cubicBezTo>
                <a:cubicBezTo>
                  <a:pt x="594" y="507"/>
                  <a:pt x="596" y="507"/>
                  <a:pt x="598" y="507"/>
                </a:cubicBezTo>
                <a:close/>
                <a:moveTo>
                  <a:pt x="598" y="518"/>
                </a:moveTo>
                <a:cubicBezTo>
                  <a:pt x="598" y="530"/>
                  <a:pt x="598" y="530"/>
                  <a:pt x="598" y="530"/>
                </a:cubicBezTo>
                <a:cubicBezTo>
                  <a:pt x="596" y="533"/>
                  <a:pt x="594" y="535"/>
                  <a:pt x="592" y="538"/>
                </a:cubicBezTo>
                <a:cubicBezTo>
                  <a:pt x="592" y="523"/>
                  <a:pt x="592" y="523"/>
                  <a:pt x="592" y="523"/>
                </a:cubicBezTo>
                <a:cubicBezTo>
                  <a:pt x="594" y="522"/>
                  <a:pt x="596" y="521"/>
                  <a:pt x="598" y="518"/>
                </a:cubicBezTo>
                <a:close/>
                <a:moveTo>
                  <a:pt x="598" y="584"/>
                </a:moveTo>
                <a:cubicBezTo>
                  <a:pt x="598" y="599"/>
                  <a:pt x="598" y="599"/>
                  <a:pt x="598" y="599"/>
                </a:cubicBezTo>
                <a:cubicBezTo>
                  <a:pt x="596" y="598"/>
                  <a:pt x="594" y="596"/>
                  <a:pt x="592" y="595"/>
                </a:cubicBezTo>
                <a:cubicBezTo>
                  <a:pt x="592" y="591"/>
                  <a:pt x="592" y="591"/>
                  <a:pt x="592" y="591"/>
                </a:cubicBezTo>
                <a:cubicBezTo>
                  <a:pt x="594" y="588"/>
                  <a:pt x="596" y="586"/>
                  <a:pt x="598" y="584"/>
                </a:cubicBezTo>
                <a:close/>
                <a:moveTo>
                  <a:pt x="598" y="610"/>
                </a:moveTo>
                <a:cubicBezTo>
                  <a:pt x="598" y="641"/>
                  <a:pt x="598" y="641"/>
                  <a:pt x="598" y="641"/>
                </a:cubicBezTo>
                <a:cubicBezTo>
                  <a:pt x="596" y="643"/>
                  <a:pt x="594" y="643"/>
                  <a:pt x="592" y="644"/>
                </a:cubicBezTo>
                <a:cubicBezTo>
                  <a:pt x="592" y="634"/>
                  <a:pt x="592" y="634"/>
                  <a:pt x="592" y="634"/>
                </a:cubicBezTo>
                <a:cubicBezTo>
                  <a:pt x="597" y="631"/>
                  <a:pt x="596" y="626"/>
                  <a:pt x="592" y="621"/>
                </a:cubicBezTo>
                <a:cubicBezTo>
                  <a:pt x="592" y="603"/>
                  <a:pt x="592" y="603"/>
                  <a:pt x="592" y="603"/>
                </a:cubicBezTo>
                <a:cubicBezTo>
                  <a:pt x="594" y="605"/>
                  <a:pt x="596" y="608"/>
                  <a:pt x="598" y="610"/>
                </a:cubicBezTo>
                <a:close/>
                <a:moveTo>
                  <a:pt x="598" y="688"/>
                </a:moveTo>
                <a:cubicBezTo>
                  <a:pt x="598" y="700"/>
                  <a:pt x="598" y="700"/>
                  <a:pt x="598" y="700"/>
                </a:cubicBezTo>
                <a:cubicBezTo>
                  <a:pt x="596" y="700"/>
                  <a:pt x="594" y="700"/>
                  <a:pt x="592" y="700"/>
                </a:cubicBezTo>
                <a:cubicBezTo>
                  <a:pt x="592" y="691"/>
                  <a:pt x="592" y="691"/>
                  <a:pt x="592" y="691"/>
                </a:cubicBezTo>
                <a:cubicBezTo>
                  <a:pt x="593" y="691"/>
                  <a:pt x="593" y="691"/>
                  <a:pt x="594" y="690"/>
                </a:cubicBezTo>
                <a:cubicBezTo>
                  <a:pt x="595" y="690"/>
                  <a:pt x="596" y="688"/>
                  <a:pt x="598" y="688"/>
                </a:cubicBezTo>
                <a:close/>
                <a:moveTo>
                  <a:pt x="598" y="719"/>
                </a:moveTo>
                <a:cubicBezTo>
                  <a:pt x="598" y="728"/>
                  <a:pt x="598" y="728"/>
                  <a:pt x="598" y="728"/>
                </a:cubicBezTo>
                <a:cubicBezTo>
                  <a:pt x="595" y="728"/>
                  <a:pt x="594" y="727"/>
                  <a:pt x="592" y="726"/>
                </a:cubicBezTo>
                <a:cubicBezTo>
                  <a:pt x="592" y="715"/>
                  <a:pt x="592" y="715"/>
                  <a:pt x="592" y="715"/>
                </a:cubicBezTo>
                <a:cubicBezTo>
                  <a:pt x="594" y="717"/>
                  <a:pt x="596" y="717"/>
                  <a:pt x="598" y="719"/>
                </a:cubicBezTo>
                <a:close/>
                <a:moveTo>
                  <a:pt x="592" y="147"/>
                </a:moveTo>
                <a:cubicBezTo>
                  <a:pt x="592" y="134"/>
                  <a:pt x="592" y="134"/>
                  <a:pt x="592" y="134"/>
                </a:cubicBezTo>
                <a:cubicBezTo>
                  <a:pt x="594" y="135"/>
                  <a:pt x="595" y="136"/>
                  <a:pt x="596" y="137"/>
                </a:cubicBezTo>
                <a:cubicBezTo>
                  <a:pt x="596" y="139"/>
                  <a:pt x="596" y="141"/>
                  <a:pt x="597" y="144"/>
                </a:cubicBezTo>
                <a:cubicBezTo>
                  <a:pt x="595" y="146"/>
                  <a:pt x="594" y="146"/>
                  <a:pt x="592" y="147"/>
                </a:cubicBezTo>
                <a:close/>
                <a:moveTo>
                  <a:pt x="589" y="50"/>
                </a:moveTo>
                <a:cubicBezTo>
                  <a:pt x="590" y="51"/>
                  <a:pt x="591" y="51"/>
                  <a:pt x="592" y="52"/>
                </a:cubicBezTo>
                <a:cubicBezTo>
                  <a:pt x="592" y="61"/>
                  <a:pt x="592" y="61"/>
                  <a:pt x="592" y="61"/>
                </a:cubicBezTo>
                <a:cubicBezTo>
                  <a:pt x="591" y="60"/>
                  <a:pt x="590" y="60"/>
                  <a:pt x="589" y="59"/>
                </a:cubicBezTo>
                <a:cubicBezTo>
                  <a:pt x="589" y="50"/>
                  <a:pt x="589" y="50"/>
                  <a:pt x="589" y="50"/>
                </a:cubicBezTo>
                <a:close/>
                <a:moveTo>
                  <a:pt x="592" y="743"/>
                </a:moveTo>
                <a:cubicBezTo>
                  <a:pt x="591" y="744"/>
                  <a:pt x="590" y="744"/>
                  <a:pt x="589" y="745"/>
                </a:cubicBezTo>
                <a:cubicBezTo>
                  <a:pt x="589" y="736"/>
                  <a:pt x="589" y="736"/>
                  <a:pt x="589" y="736"/>
                </a:cubicBezTo>
                <a:cubicBezTo>
                  <a:pt x="590" y="735"/>
                  <a:pt x="591" y="735"/>
                  <a:pt x="592" y="734"/>
                </a:cubicBezTo>
                <a:cubicBezTo>
                  <a:pt x="592" y="743"/>
                  <a:pt x="592" y="743"/>
                  <a:pt x="592" y="743"/>
                </a:cubicBezTo>
                <a:close/>
                <a:moveTo>
                  <a:pt x="592" y="97"/>
                </a:moveTo>
                <a:cubicBezTo>
                  <a:pt x="592" y="105"/>
                  <a:pt x="592" y="105"/>
                  <a:pt x="592" y="105"/>
                </a:cubicBezTo>
                <a:cubicBezTo>
                  <a:pt x="591" y="105"/>
                  <a:pt x="590" y="104"/>
                  <a:pt x="589" y="104"/>
                </a:cubicBezTo>
                <a:cubicBezTo>
                  <a:pt x="589" y="94"/>
                  <a:pt x="589" y="94"/>
                  <a:pt x="589" y="94"/>
                </a:cubicBezTo>
                <a:cubicBezTo>
                  <a:pt x="590" y="95"/>
                  <a:pt x="591" y="96"/>
                  <a:pt x="592" y="97"/>
                </a:cubicBezTo>
                <a:close/>
                <a:moveTo>
                  <a:pt x="592" y="134"/>
                </a:moveTo>
                <a:cubicBezTo>
                  <a:pt x="592" y="147"/>
                  <a:pt x="592" y="147"/>
                  <a:pt x="592" y="147"/>
                </a:cubicBezTo>
                <a:cubicBezTo>
                  <a:pt x="591" y="147"/>
                  <a:pt x="590" y="147"/>
                  <a:pt x="589" y="147"/>
                </a:cubicBezTo>
                <a:cubicBezTo>
                  <a:pt x="589" y="133"/>
                  <a:pt x="589" y="133"/>
                  <a:pt x="589" y="133"/>
                </a:cubicBezTo>
                <a:cubicBezTo>
                  <a:pt x="590" y="133"/>
                  <a:pt x="591" y="134"/>
                  <a:pt x="592" y="134"/>
                </a:cubicBezTo>
                <a:close/>
                <a:moveTo>
                  <a:pt x="592" y="167"/>
                </a:moveTo>
                <a:cubicBezTo>
                  <a:pt x="592" y="181"/>
                  <a:pt x="592" y="181"/>
                  <a:pt x="592" y="181"/>
                </a:cubicBezTo>
                <a:cubicBezTo>
                  <a:pt x="591" y="180"/>
                  <a:pt x="590" y="179"/>
                  <a:pt x="589" y="178"/>
                </a:cubicBezTo>
                <a:cubicBezTo>
                  <a:pt x="589" y="166"/>
                  <a:pt x="589" y="166"/>
                  <a:pt x="589" y="166"/>
                </a:cubicBezTo>
                <a:cubicBezTo>
                  <a:pt x="590" y="166"/>
                  <a:pt x="591" y="166"/>
                  <a:pt x="592" y="167"/>
                </a:cubicBezTo>
                <a:close/>
                <a:moveTo>
                  <a:pt x="592" y="183"/>
                </a:moveTo>
                <a:cubicBezTo>
                  <a:pt x="592" y="196"/>
                  <a:pt x="592" y="196"/>
                  <a:pt x="592" y="196"/>
                </a:cubicBezTo>
                <a:cubicBezTo>
                  <a:pt x="591" y="196"/>
                  <a:pt x="590" y="196"/>
                  <a:pt x="589" y="196"/>
                </a:cubicBezTo>
                <a:cubicBezTo>
                  <a:pt x="589" y="185"/>
                  <a:pt x="589" y="185"/>
                  <a:pt x="589" y="185"/>
                </a:cubicBezTo>
                <a:cubicBezTo>
                  <a:pt x="590" y="184"/>
                  <a:pt x="591" y="184"/>
                  <a:pt x="592" y="183"/>
                </a:cubicBezTo>
                <a:close/>
                <a:moveTo>
                  <a:pt x="592" y="200"/>
                </a:moveTo>
                <a:cubicBezTo>
                  <a:pt x="592" y="215"/>
                  <a:pt x="592" y="215"/>
                  <a:pt x="592" y="215"/>
                </a:cubicBezTo>
                <a:cubicBezTo>
                  <a:pt x="589" y="211"/>
                  <a:pt x="589" y="211"/>
                  <a:pt x="589" y="211"/>
                </a:cubicBezTo>
                <a:cubicBezTo>
                  <a:pt x="589" y="201"/>
                  <a:pt x="589" y="201"/>
                  <a:pt x="589" y="201"/>
                </a:cubicBezTo>
                <a:cubicBezTo>
                  <a:pt x="591" y="200"/>
                  <a:pt x="592" y="200"/>
                  <a:pt x="592" y="200"/>
                </a:cubicBezTo>
                <a:close/>
                <a:moveTo>
                  <a:pt x="592" y="266"/>
                </a:moveTo>
                <a:cubicBezTo>
                  <a:pt x="592" y="288"/>
                  <a:pt x="592" y="288"/>
                  <a:pt x="592" y="288"/>
                </a:cubicBezTo>
                <a:cubicBezTo>
                  <a:pt x="591" y="290"/>
                  <a:pt x="590" y="292"/>
                  <a:pt x="589" y="294"/>
                </a:cubicBezTo>
                <a:cubicBezTo>
                  <a:pt x="589" y="278"/>
                  <a:pt x="589" y="278"/>
                  <a:pt x="589" y="278"/>
                </a:cubicBezTo>
                <a:cubicBezTo>
                  <a:pt x="590" y="275"/>
                  <a:pt x="590" y="273"/>
                  <a:pt x="589" y="270"/>
                </a:cubicBezTo>
                <a:cubicBezTo>
                  <a:pt x="589" y="262"/>
                  <a:pt x="589" y="262"/>
                  <a:pt x="589" y="262"/>
                </a:cubicBezTo>
                <a:cubicBezTo>
                  <a:pt x="590" y="264"/>
                  <a:pt x="591" y="265"/>
                  <a:pt x="592" y="266"/>
                </a:cubicBezTo>
                <a:close/>
                <a:moveTo>
                  <a:pt x="592" y="308"/>
                </a:moveTo>
                <a:cubicBezTo>
                  <a:pt x="592" y="324"/>
                  <a:pt x="592" y="324"/>
                  <a:pt x="592" y="324"/>
                </a:cubicBezTo>
                <a:cubicBezTo>
                  <a:pt x="591" y="321"/>
                  <a:pt x="590" y="318"/>
                  <a:pt x="589" y="316"/>
                </a:cubicBezTo>
                <a:cubicBezTo>
                  <a:pt x="589" y="307"/>
                  <a:pt x="589" y="307"/>
                  <a:pt x="589" y="307"/>
                </a:cubicBezTo>
                <a:cubicBezTo>
                  <a:pt x="590" y="308"/>
                  <a:pt x="590" y="309"/>
                  <a:pt x="590" y="310"/>
                </a:cubicBezTo>
                <a:cubicBezTo>
                  <a:pt x="592" y="308"/>
                  <a:pt x="592" y="308"/>
                  <a:pt x="592" y="308"/>
                </a:cubicBezTo>
                <a:close/>
                <a:moveTo>
                  <a:pt x="592" y="390"/>
                </a:moveTo>
                <a:cubicBezTo>
                  <a:pt x="592" y="394"/>
                  <a:pt x="592" y="394"/>
                  <a:pt x="592" y="394"/>
                </a:cubicBezTo>
                <a:cubicBezTo>
                  <a:pt x="591" y="394"/>
                  <a:pt x="590" y="394"/>
                  <a:pt x="589" y="394"/>
                </a:cubicBezTo>
                <a:cubicBezTo>
                  <a:pt x="589" y="390"/>
                  <a:pt x="589" y="390"/>
                  <a:pt x="589" y="390"/>
                </a:cubicBezTo>
                <a:cubicBezTo>
                  <a:pt x="592" y="390"/>
                  <a:pt x="592" y="390"/>
                  <a:pt x="592" y="390"/>
                </a:cubicBezTo>
                <a:close/>
                <a:moveTo>
                  <a:pt x="592" y="410"/>
                </a:moveTo>
                <a:cubicBezTo>
                  <a:pt x="592" y="415"/>
                  <a:pt x="592" y="415"/>
                  <a:pt x="592" y="415"/>
                </a:cubicBezTo>
                <a:cubicBezTo>
                  <a:pt x="589" y="415"/>
                  <a:pt x="589" y="415"/>
                  <a:pt x="589" y="415"/>
                </a:cubicBezTo>
                <a:cubicBezTo>
                  <a:pt x="589" y="402"/>
                  <a:pt x="589" y="402"/>
                  <a:pt x="589" y="402"/>
                </a:cubicBezTo>
                <a:cubicBezTo>
                  <a:pt x="591" y="408"/>
                  <a:pt x="591" y="409"/>
                  <a:pt x="592" y="410"/>
                </a:cubicBezTo>
                <a:close/>
                <a:moveTo>
                  <a:pt x="592" y="479"/>
                </a:moveTo>
                <a:cubicBezTo>
                  <a:pt x="592" y="498"/>
                  <a:pt x="592" y="498"/>
                  <a:pt x="592" y="498"/>
                </a:cubicBezTo>
                <a:cubicBezTo>
                  <a:pt x="591" y="499"/>
                  <a:pt x="590" y="499"/>
                  <a:pt x="589" y="500"/>
                </a:cubicBezTo>
                <a:cubicBezTo>
                  <a:pt x="589" y="487"/>
                  <a:pt x="589" y="487"/>
                  <a:pt x="589" y="487"/>
                </a:cubicBezTo>
                <a:cubicBezTo>
                  <a:pt x="590" y="484"/>
                  <a:pt x="591" y="482"/>
                  <a:pt x="592" y="479"/>
                </a:cubicBezTo>
                <a:close/>
                <a:moveTo>
                  <a:pt x="592" y="507"/>
                </a:moveTo>
                <a:cubicBezTo>
                  <a:pt x="592" y="514"/>
                  <a:pt x="592" y="514"/>
                  <a:pt x="592" y="514"/>
                </a:cubicBezTo>
                <a:cubicBezTo>
                  <a:pt x="591" y="514"/>
                  <a:pt x="590" y="514"/>
                  <a:pt x="589" y="514"/>
                </a:cubicBezTo>
                <a:cubicBezTo>
                  <a:pt x="589" y="508"/>
                  <a:pt x="589" y="508"/>
                  <a:pt x="589" y="508"/>
                </a:cubicBezTo>
                <a:cubicBezTo>
                  <a:pt x="590" y="508"/>
                  <a:pt x="591" y="508"/>
                  <a:pt x="592" y="507"/>
                </a:cubicBezTo>
                <a:close/>
                <a:moveTo>
                  <a:pt x="592" y="523"/>
                </a:moveTo>
                <a:cubicBezTo>
                  <a:pt x="592" y="538"/>
                  <a:pt x="592" y="538"/>
                  <a:pt x="592" y="538"/>
                </a:cubicBezTo>
                <a:cubicBezTo>
                  <a:pt x="591" y="540"/>
                  <a:pt x="590" y="541"/>
                  <a:pt x="589" y="542"/>
                </a:cubicBezTo>
                <a:cubicBezTo>
                  <a:pt x="589" y="531"/>
                  <a:pt x="589" y="531"/>
                  <a:pt x="589" y="531"/>
                </a:cubicBezTo>
                <a:cubicBezTo>
                  <a:pt x="589" y="524"/>
                  <a:pt x="589" y="524"/>
                  <a:pt x="589" y="524"/>
                </a:cubicBezTo>
                <a:cubicBezTo>
                  <a:pt x="590" y="524"/>
                  <a:pt x="591" y="524"/>
                  <a:pt x="592" y="523"/>
                </a:cubicBezTo>
                <a:close/>
                <a:moveTo>
                  <a:pt x="592" y="591"/>
                </a:moveTo>
                <a:cubicBezTo>
                  <a:pt x="592" y="595"/>
                  <a:pt x="592" y="595"/>
                  <a:pt x="592" y="595"/>
                </a:cubicBezTo>
                <a:cubicBezTo>
                  <a:pt x="590" y="593"/>
                  <a:pt x="590" y="593"/>
                  <a:pt x="590" y="593"/>
                </a:cubicBezTo>
                <a:cubicBezTo>
                  <a:pt x="592" y="591"/>
                  <a:pt x="592" y="591"/>
                  <a:pt x="592" y="591"/>
                </a:cubicBezTo>
                <a:close/>
                <a:moveTo>
                  <a:pt x="592" y="603"/>
                </a:moveTo>
                <a:cubicBezTo>
                  <a:pt x="592" y="621"/>
                  <a:pt x="592" y="621"/>
                  <a:pt x="592" y="621"/>
                </a:cubicBezTo>
                <a:cubicBezTo>
                  <a:pt x="591" y="619"/>
                  <a:pt x="590" y="618"/>
                  <a:pt x="589" y="617"/>
                </a:cubicBezTo>
                <a:cubicBezTo>
                  <a:pt x="589" y="600"/>
                  <a:pt x="589" y="600"/>
                  <a:pt x="589" y="600"/>
                </a:cubicBezTo>
                <a:cubicBezTo>
                  <a:pt x="590" y="601"/>
                  <a:pt x="591" y="602"/>
                  <a:pt x="592" y="603"/>
                </a:cubicBezTo>
                <a:close/>
                <a:moveTo>
                  <a:pt x="592" y="634"/>
                </a:moveTo>
                <a:cubicBezTo>
                  <a:pt x="592" y="644"/>
                  <a:pt x="592" y="644"/>
                  <a:pt x="592" y="644"/>
                </a:cubicBezTo>
                <a:cubicBezTo>
                  <a:pt x="591" y="645"/>
                  <a:pt x="590" y="645"/>
                  <a:pt x="589" y="645"/>
                </a:cubicBezTo>
                <a:cubicBezTo>
                  <a:pt x="589" y="635"/>
                  <a:pt x="589" y="635"/>
                  <a:pt x="589" y="635"/>
                </a:cubicBezTo>
                <a:cubicBezTo>
                  <a:pt x="590" y="635"/>
                  <a:pt x="591" y="635"/>
                  <a:pt x="592" y="634"/>
                </a:cubicBezTo>
                <a:close/>
                <a:moveTo>
                  <a:pt x="592" y="691"/>
                </a:moveTo>
                <a:cubicBezTo>
                  <a:pt x="592" y="700"/>
                  <a:pt x="592" y="700"/>
                  <a:pt x="592" y="700"/>
                </a:cubicBezTo>
                <a:cubicBezTo>
                  <a:pt x="591" y="701"/>
                  <a:pt x="590" y="701"/>
                  <a:pt x="589" y="701"/>
                </a:cubicBezTo>
                <a:cubicBezTo>
                  <a:pt x="589" y="692"/>
                  <a:pt x="589" y="692"/>
                  <a:pt x="589" y="692"/>
                </a:cubicBezTo>
                <a:cubicBezTo>
                  <a:pt x="590" y="692"/>
                  <a:pt x="591" y="692"/>
                  <a:pt x="592" y="691"/>
                </a:cubicBezTo>
                <a:close/>
                <a:moveTo>
                  <a:pt x="592" y="715"/>
                </a:moveTo>
                <a:cubicBezTo>
                  <a:pt x="592" y="726"/>
                  <a:pt x="592" y="726"/>
                  <a:pt x="592" y="726"/>
                </a:cubicBezTo>
                <a:cubicBezTo>
                  <a:pt x="591" y="725"/>
                  <a:pt x="590" y="725"/>
                  <a:pt x="589" y="724"/>
                </a:cubicBezTo>
                <a:cubicBezTo>
                  <a:pt x="589" y="714"/>
                  <a:pt x="589" y="714"/>
                  <a:pt x="589" y="714"/>
                </a:cubicBezTo>
                <a:lnTo>
                  <a:pt x="592" y="715"/>
                </a:lnTo>
                <a:close/>
                <a:moveTo>
                  <a:pt x="585" y="48"/>
                </a:moveTo>
                <a:cubicBezTo>
                  <a:pt x="586" y="49"/>
                  <a:pt x="588" y="50"/>
                  <a:pt x="589" y="50"/>
                </a:cubicBezTo>
                <a:cubicBezTo>
                  <a:pt x="589" y="59"/>
                  <a:pt x="589" y="59"/>
                  <a:pt x="589" y="59"/>
                </a:cubicBezTo>
                <a:cubicBezTo>
                  <a:pt x="588" y="59"/>
                  <a:pt x="586" y="58"/>
                  <a:pt x="585" y="57"/>
                </a:cubicBezTo>
                <a:cubicBezTo>
                  <a:pt x="585" y="48"/>
                  <a:pt x="585" y="48"/>
                  <a:pt x="585" y="48"/>
                </a:cubicBezTo>
                <a:close/>
                <a:moveTo>
                  <a:pt x="589" y="745"/>
                </a:moveTo>
                <a:cubicBezTo>
                  <a:pt x="588" y="746"/>
                  <a:pt x="586" y="747"/>
                  <a:pt x="585" y="747"/>
                </a:cubicBezTo>
                <a:cubicBezTo>
                  <a:pt x="585" y="737"/>
                  <a:pt x="585" y="737"/>
                  <a:pt x="585" y="737"/>
                </a:cubicBezTo>
                <a:cubicBezTo>
                  <a:pt x="586" y="737"/>
                  <a:pt x="588" y="736"/>
                  <a:pt x="589" y="736"/>
                </a:cubicBezTo>
                <a:cubicBezTo>
                  <a:pt x="589" y="745"/>
                  <a:pt x="589" y="745"/>
                  <a:pt x="589" y="745"/>
                </a:cubicBezTo>
                <a:close/>
                <a:moveTo>
                  <a:pt x="589" y="94"/>
                </a:moveTo>
                <a:cubicBezTo>
                  <a:pt x="589" y="104"/>
                  <a:pt x="589" y="104"/>
                  <a:pt x="589" y="104"/>
                </a:cubicBezTo>
                <a:cubicBezTo>
                  <a:pt x="588" y="103"/>
                  <a:pt x="586" y="102"/>
                  <a:pt x="585" y="100"/>
                </a:cubicBezTo>
                <a:cubicBezTo>
                  <a:pt x="585" y="82"/>
                  <a:pt x="585" y="82"/>
                  <a:pt x="585" y="82"/>
                </a:cubicBezTo>
                <a:cubicBezTo>
                  <a:pt x="585" y="87"/>
                  <a:pt x="585" y="87"/>
                  <a:pt x="585" y="87"/>
                </a:cubicBezTo>
                <a:cubicBezTo>
                  <a:pt x="586" y="91"/>
                  <a:pt x="588" y="93"/>
                  <a:pt x="589" y="94"/>
                </a:cubicBezTo>
                <a:close/>
                <a:moveTo>
                  <a:pt x="589" y="133"/>
                </a:moveTo>
                <a:cubicBezTo>
                  <a:pt x="589" y="147"/>
                  <a:pt x="589" y="147"/>
                  <a:pt x="589" y="147"/>
                </a:cubicBezTo>
                <a:cubicBezTo>
                  <a:pt x="588" y="147"/>
                  <a:pt x="588" y="147"/>
                  <a:pt x="587" y="148"/>
                </a:cubicBezTo>
                <a:cubicBezTo>
                  <a:pt x="586" y="147"/>
                  <a:pt x="585" y="146"/>
                  <a:pt x="585" y="146"/>
                </a:cubicBezTo>
                <a:cubicBezTo>
                  <a:pt x="585" y="131"/>
                  <a:pt x="585" y="131"/>
                  <a:pt x="585" y="131"/>
                </a:cubicBezTo>
                <a:cubicBezTo>
                  <a:pt x="586" y="131"/>
                  <a:pt x="588" y="132"/>
                  <a:pt x="589" y="133"/>
                </a:cubicBezTo>
                <a:close/>
                <a:moveTo>
                  <a:pt x="589" y="166"/>
                </a:moveTo>
                <a:cubicBezTo>
                  <a:pt x="589" y="178"/>
                  <a:pt x="589" y="178"/>
                  <a:pt x="589" y="178"/>
                </a:cubicBezTo>
                <a:cubicBezTo>
                  <a:pt x="586" y="176"/>
                  <a:pt x="585" y="175"/>
                  <a:pt x="585" y="167"/>
                </a:cubicBezTo>
                <a:cubicBezTo>
                  <a:pt x="586" y="166"/>
                  <a:pt x="588" y="166"/>
                  <a:pt x="589" y="166"/>
                </a:cubicBezTo>
                <a:close/>
                <a:moveTo>
                  <a:pt x="589" y="185"/>
                </a:moveTo>
                <a:cubicBezTo>
                  <a:pt x="589" y="196"/>
                  <a:pt x="589" y="196"/>
                  <a:pt x="589" y="196"/>
                </a:cubicBezTo>
                <a:cubicBezTo>
                  <a:pt x="589" y="197"/>
                  <a:pt x="589" y="199"/>
                  <a:pt x="589" y="201"/>
                </a:cubicBezTo>
                <a:cubicBezTo>
                  <a:pt x="589" y="211"/>
                  <a:pt x="589" y="211"/>
                  <a:pt x="589" y="211"/>
                </a:cubicBezTo>
                <a:cubicBezTo>
                  <a:pt x="588" y="210"/>
                  <a:pt x="587" y="209"/>
                  <a:pt x="586" y="207"/>
                </a:cubicBezTo>
                <a:cubicBezTo>
                  <a:pt x="586" y="207"/>
                  <a:pt x="585" y="207"/>
                  <a:pt x="585" y="207"/>
                </a:cubicBezTo>
                <a:cubicBezTo>
                  <a:pt x="585" y="186"/>
                  <a:pt x="585" y="186"/>
                  <a:pt x="585" y="186"/>
                </a:cubicBezTo>
                <a:cubicBezTo>
                  <a:pt x="586" y="186"/>
                  <a:pt x="588" y="186"/>
                  <a:pt x="589" y="185"/>
                </a:cubicBezTo>
                <a:close/>
                <a:moveTo>
                  <a:pt x="589" y="262"/>
                </a:moveTo>
                <a:cubicBezTo>
                  <a:pt x="589" y="270"/>
                  <a:pt x="589" y="270"/>
                  <a:pt x="589" y="270"/>
                </a:cubicBezTo>
                <a:cubicBezTo>
                  <a:pt x="588" y="268"/>
                  <a:pt x="587" y="267"/>
                  <a:pt x="585" y="266"/>
                </a:cubicBezTo>
                <a:cubicBezTo>
                  <a:pt x="585" y="256"/>
                  <a:pt x="585" y="256"/>
                  <a:pt x="585" y="256"/>
                </a:cubicBezTo>
                <a:cubicBezTo>
                  <a:pt x="586" y="258"/>
                  <a:pt x="588" y="260"/>
                  <a:pt x="589" y="262"/>
                </a:cubicBezTo>
                <a:close/>
                <a:moveTo>
                  <a:pt x="589" y="278"/>
                </a:moveTo>
                <a:cubicBezTo>
                  <a:pt x="589" y="294"/>
                  <a:pt x="589" y="294"/>
                  <a:pt x="589" y="294"/>
                </a:cubicBezTo>
                <a:cubicBezTo>
                  <a:pt x="588" y="298"/>
                  <a:pt x="587" y="301"/>
                  <a:pt x="589" y="307"/>
                </a:cubicBezTo>
                <a:cubicBezTo>
                  <a:pt x="589" y="316"/>
                  <a:pt x="589" y="316"/>
                  <a:pt x="589" y="316"/>
                </a:cubicBezTo>
                <a:cubicBezTo>
                  <a:pt x="588" y="313"/>
                  <a:pt x="586" y="309"/>
                  <a:pt x="585" y="306"/>
                </a:cubicBezTo>
                <a:cubicBezTo>
                  <a:pt x="585" y="289"/>
                  <a:pt x="585" y="289"/>
                  <a:pt x="585" y="289"/>
                </a:cubicBezTo>
                <a:cubicBezTo>
                  <a:pt x="586" y="286"/>
                  <a:pt x="588" y="282"/>
                  <a:pt x="589" y="278"/>
                </a:cubicBezTo>
                <a:close/>
                <a:moveTo>
                  <a:pt x="589" y="390"/>
                </a:moveTo>
                <a:cubicBezTo>
                  <a:pt x="589" y="394"/>
                  <a:pt x="589" y="394"/>
                  <a:pt x="589" y="394"/>
                </a:cubicBezTo>
                <a:cubicBezTo>
                  <a:pt x="587" y="394"/>
                  <a:pt x="587" y="394"/>
                  <a:pt x="587" y="394"/>
                </a:cubicBezTo>
                <a:cubicBezTo>
                  <a:pt x="588" y="398"/>
                  <a:pt x="589" y="400"/>
                  <a:pt x="589" y="402"/>
                </a:cubicBezTo>
                <a:cubicBezTo>
                  <a:pt x="589" y="415"/>
                  <a:pt x="589" y="415"/>
                  <a:pt x="589" y="415"/>
                </a:cubicBezTo>
                <a:cubicBezTo>
                  <a:pt x="585" y="415"/>
                  <a:pt x="585" y="415"/>
                  <a:pt x="585" y="415"/>
                </a:cubicBezTo>
                <a:cubicBezTo>
                  <a:pt x="585" y="411"/>
                  <a:pt x="585" y="411"/>
                  <a:pt x="585" y="411"/>
                </a:cubicBezTo>
                <a:cubicBezTo>
                  <a:pt x="587" y="411"/>
                  <a:pt x="587" y="411"/>
                  <a:pt x="587" y="411"/>
                </a:cubicBezTo>
                <a:cubicBezTo>
                  <a:pt x="586" y="406"/>
                  <a:pt x="586" y="402"/>
                  <a:pt x="585" y="399"/>
                </a:cubicBezTo>
                <a:cubicBezTo>
                  <a:pt x="585" y="390"/>
                  <a:pt x="585" y="390"/>
                  <a:pt x="585" y="390"/>
                </a:cubicBezTo>
                <a:cubicBezTo>
                  <a:pt x="589" y="390"/>
                  <a:pt x="589" y="390"/>
                  <a:pt x="589" y="390"/>
                </a:cubicBezTo>
                <a:close/>
                <a:moveTo>
                  <a:pt x="589" y="487"/>
                </a:moveTo>
                <a:cubicBezTo>
                  <a:pt x="589" y="500"/>
                  <a:pt x="589" y="500"/>
                  <a:pt x="589" y="500"/>
                </a:cubicBezTo>
                <a:cubicBezTo>
                  <a:pt x="588" y="502"/>
                  <a:pt x="586" y="504"/>
                  <a:pt x="585" y="507"/>
                </a:cubicBezTo>
                <a:cubicBezTo>
                  <a:pt x="585" y="497"/>
                  <a:pt x="585" y="497"/>
                  <a:pt x="585" y="497"/>
                </a:cubicBezTo>
                <a:cubicBezTo>
                  <a:pt x="586" y="493"/>
                  <a:pt x="588" y="490"/>
                  <a:pt x="589" y="487"/>
                </a:cubicBezTo>
                <a:close/>
                <a:moveTo>
                  <a:pt x="589" y="508"/>
                </a:moveTo>
                <a:cubicBezTo>
                  <a:pt x="589" y="514"/>
                  <a:pt x="589" y="514"/>
                  <a:pt x="589" y="514"/>
                </a:cubicBezTo>
                <a:cubicBezTo>
                  <a:pt x="588" y="514"/>
                  <a:pt x="586" y="514"/>
                  <a:pt x="585" y="514"/>
                </a:cubicBezTo>
                <a:cubicBezTo>
                  <a:pt x="585" y="508"/>
                  <a:pt x="585" y="508"/>
                  <a:pt x="585" y="508"/>
                </a:cubicBezTo>
                <a:cubicBezTo>
                  <a:pt x="586" y="508"/>
                  <a:pt x="588" y="508"/>
                  <a:pt x="589" y="508"/>
                </a:cubicBezTo>
                <a:close/>
                <a:moveTo>
                  <a:pt x="589" y="524"/>
                </a:moveTo>
                <a:cubicBezTo>
                  <a:pt x="589" y="531"/>
                  <a:pt x="589" y="531"/>
                  <a:pt x="589" y="531"/>
                </a:cubicBezTo>
                <a:cubicBezTo>
                  <a:pt x="588" y="535"/>
                  <a:pt x="586" y="536"/>
                  <a:pt x="585" y="538"/>
                </a:cubicBezTo>
                <a:cubicBezTo>
                  <a:pt x="585" y="548"/>
                  <a:pt x="585" y="548"/>
                  <a:pt x="585" y="548"/>
                </a:cubicBezTo>
                <a:cubicBezTo>
                  <a:pt x="586" y="546"/>
                  <a:pt x="588" y="544"/>
                  <a:pt x="589" y="542"/>
                </a:cubicBezTo>
                <a:cubicBezTo>
                  <a:pt x="589" y="531"/>
                  <a:pt x="589" y="531"/>
                  <a:pt x="589" y="531"/>
                </a:cubicBezTo>
                <a:cubicBezTo>
                  <a:pt x="588" y="531"/>
                  <a:pt x="586" y="531"/>
                  <a:pt x="585" y="531"/>
                </a:cubicBezTo>
                <a:cubicBezTo>
                  <a:pt x="585" y="525"/>
                  <a:pt x="585" y="525"/>
                  <a:pt x="585" y="525"/>
                </a:cubicBezTo>
                <a:cubicBezTo>
                  <a:pt x="586" y="525"/>
                  <a:pt x="588" y="525"/>
                  <a:pt x="589" y="524"/>
                </a:cubicBezTo>
                <a:close/>
                <a:moveTo>
                  <a:pt x="589" y="600"/>
                </a:moveTo>
                <a:cubicBezTo>
                  <a:pt x="589" y="617"/>
                  <a:pt x="589" y="617"/>
                  <a:pt x="589" y="617"/>
                </a:cubicBezTo>
                <a:cubicBezTo>
                  <a:pt x="588" y="615"/>
                  <a:pt x="586" y="613"/>
                  <a:pt x="585" y="612"/>
                </a:cubicBezTo>
                <a:cubicBezTo>
                  <a:pt x="585" y="598"/>
                  <a:pt x="585" y="598"/>
                  <a:pt x="585" y="598"/>
                </a:cubicBezTo>
                <a:cubicBezTo>
                  <a:pt x="585" y="598"/>
                  <a:pt x="586" y="598"/>
                  <a:pt x="587" y="598"/>
                </a:cubicBezTo>
                <a:cubicBezTo>
                  <a:pt x="588" y="599"/>
                  <a:pt x="588" y="599"/>
                  <a:pt x="589" y="600"/>
                </a:cubicBezTo>
                <a:close/>
                <a:moveTo>
                  <a:pt x="589" y="635"/>
                </a:moveTo>
                <a:cubicBezTo>
                  <a:pt x="589" y="645"/>
                  <a:pt x="589" y="645"/>
                  <a:pt x="589" y="645"/>
                </a:cubicBezTo>
                <a:cubicBezTo>
                  <a:pt x="588" y="646"/>
                  <a:pt x="587" y="646"/>
                  <a:pt x="586" y="646"/>
                </a:cubicBezTo>
                <a:cubicBezTo>
                  <a:pt x="585" y="646"/>
                  <a:pt x="585" y="646"/>
                  <a:pt x="585" y="646"/>
                </a:cubicBezTo>
                <a:cubicBezTo>
                  <a:pt x="585" y="631"/>
                  <a:pt x="585" y="631"/>
                  <a:pt x="585" y="631"/>
                </a:cubicBezTo>
                <a:cubicBezTo>
                  <a:pt x="586" y="633"/>
                  <a:pt x="588" y="634"/>
                  <a:pt x="589" y="635"/>
                </a:cubicBezTo>
                <a:close/>
                <a:moveTo>
                  <a:pt x="589" y="692"/>
                </a:moveTo>
                <a:cubicBezTo>
                  <a:pt x="589" y="701"/>
                  <a:pt x="589" y="701"/>
                  <a:pt x="589" y="701"/>
                </a:cubicBezTo>
                <a:cubicBezTo>
                  <a:pt x="588" y="702"/>
                  <a:pt x="586" y="703"/>
                  <a:pt x="585" y="703"/>
                </a:cubicBezTo>
                <a:cubicBezTo>
                  <a:pt x="585" y="695"/>
                  <a:pt x="585" y="695"/>
                  <a:pt x="585" y="695"/>
                </a:cubicBezTo>
                <a:cubicBezTo>
                  <a:pt x="586" y="694"/>
                  <a:pt x="588" y="693"/>
                  <a:pt x="589" y="692"/>
                </a:cubicBezTo>
                <a:close/>
                <a:moveTo>
                  <a:pt x="589" y="714"/>
                </a:moveTo>
                <a:cubicBezTo>
                  <a:pt x="589" y="724"/>
                  <a:pt x="589" y="724"/>
                  <a:pt x="589" y="724"/>
                </a:cubicBezTo>
                <a:cubicBezTo>
                  <a:pt x="588" y="724"/>
                  <a:pt x="586" y="723"/>
                  <a:pt x="585" y="722"/>
                </a:cubicBezTo>
                <a:cubicBezTo>
                  <a:pt x="585" y="711"/>
                  <a:pt x="585" y="711"/>
                  <a:pt x="585" y="711"/>
                </a:cubicBezTo>
                <a:cubicBezTo>
                  <a:pt x="586" y="712"/>
                  <a:pt x="588" y="713"/>
                  <a:pt x="589" y="714"/>
                </a:cubicBezTo>
                <a:close/>
                <a:moveTo>
                  <a:pt x="585" y="454"/>
                </a:moveTo>
                <a:cubicBezTo>
                  <a:pt x="585" y="442"/>
                  <a:pt x="585" y="442"/>
                  <a:pt x="585" y="442"/>
                </a:cubicBezTo>
                <a:cubicBezTo>
                  <a:pt x="586" y="446"/>
                  <a:pt x="585" y="449"/>
                  <a:pt x="585" y="454"/>
                </a:cubicBezTo>
                <a:close/>
                <a:moveTo>
                  <a:pt x="585" y="358"/>
                </a:moveTo>
                <a:cubicBezTo>
                  <a:pt x="585" y="341"/>
                  <a:pt x="585" y="341"/>
                  <a:pt x="585" y="341"/>
                </a:cubicBezTo>
                <a:cubicBezTo>
                  <a:pt x="587" y="347"/>
                  <a:pt x="588" y="350"/>
                  <a:pt x="589" y="356"/>
                </a:cubicBezTo>
                <a:cubicBezTo>
                  <a:pt x="588" y="357"/>
                  <a:pt x="586" y="357"/>
                  <a:pt x="585" y="358"/>
                </a:cubicBezTo>
                <a:close/>
                <a:moveTo>
                  <a:pt x="575" y="44"/>
                </a:moveTo>
                <a:cubicBezTo>
                  <a:pt x="578" y="45"/>
                  <a:pt x="582" y="47"/>
                  <a:pt x="585" y="48"/>
                </a:cubicBezTo>
                <a:cubicBezTo>
                  <a:pt x="585" y="57"/>
                  <a:pt x="585" y="57"/>
                  <a:pt x="585" y="57"/>
                </a:cubicBezTo>
                <a:cubicBezTo>
                  <a:pt x="583" y="57"/>
                  <a:pt x="583" y="57"/>
                  <a:pt x="583" y="57"/>
                </a:cubicBezTo>
                <a:cubicBezTo>
                  <a:pt x="585" y="82"/>
                  <a:pt x="585" y="82"/>
                  <a:pt x="585" y="82"/>
                </a:cubicBezTo>
                <a:cubicBezTo>
                  <a:pt x="585" y="100"/>
                  <a:pt x="585" y="100"/>
                  <a:pt x="585" y="100"/>
                </a:cubicBezTo>
                <a:cubicBezTo>
                  <a:pt x="583" y="99"/>
                  <a:pt x="581" y="97"/>
                  <a:pt x="579" y="94"/>
                </a:cubicBezTo>
                <a:cubicBezTo>
                  <a:pt x="575" y="93"/>
                  <a:pt x="575" y="93"/>
                  <a:pt x="575" y="93"/>
                </a:cubicBezTo>
                <a:cubicBezTo>
                  <a:pt x="575" y="44"/>
                  <a:pt x="575" y="44"/>
                  <a:pt x="575" y="44"/>
                </a:cubicBezTo>
                <a:close/>
                <a:moveTo>
                  <a:pt x="585" y="747"/>
                </a:moveTo>
                <a:cubicBezTo>
                  <a:pt x="582" y="749"/>
                  <a:pt x="578" y="751"/>
                  <a:pt x="575" y="752"/>
                </a:cubicBezTo>
                <a:cubicBezTo>
                  <a:pt x="575" y="738"/>
                  <a:pt x="575" y="738"/>
                  <a:pt x="575" y="738"/>
                </a:cubicBezTo>
                <a:cubicBezTo>
                  <a:pt x="579" y="738"/>
                  <a:pt x="582" y="738"/>
                  <a:pt x="585" y="737"/>
                </a:cubicBezTo>
                <a:cubicBezTo>
                  <a:pt x="585" y="747"/>
                  <a:pt x="585" y="747"/>
                  <a:pt x="585" y="747"/>
                </a:cubicBezTo>
                <a:close/>
                <a:moveTo>
                  <a:pt x="585" y="131"/>
                </a:moveTo>
                <a:cubicBezTo>
                  <a:pt x="585" y="146"/>
                  <a:pt x="585" y="146"/>
                  <a:pt x="585" y="146"/>
                </a:cubicBezTo>
                <a:cubicBezTo>
                  <a:pt x="582" y="144"/>
                  <a:pt x="579" y="144"/>
                  <a:pt x="575" y="143"/>
                </a:cubicBezTo>
                <a:cubicBezTo>
                  <a:pt x="575" y="131"/>
                  <a:pt x="575" y="131"/>
                  <a:pt x="575" y="131"/>
                </a:cubicBezTo>
                <a:cubicBezTo>
                  <a:pt x="579" y="130"/>
                  <a:pt x="582" y="130"/>
                  <a:pt x="585" y="131"/>
                </a:cubicBezTo>
                <a:close/>
                <a:moveTo>
                  <a:pt x="585" y="186"/>
                </a:moveTo>
                <a:cubicBezTo>
                  <a:pt x="585" y="207"/>
                  <a:pt x="585" y="207"/>
                  <a:pt x="585" y="207"/>
                </a:cubicBezTo>
                <a:cubicBezTo>
                  <a:pt x="582" y="205"/>
                  <a:pt x="578" y="204"/>
                  <a:pt x="575" y="204"/>
                </a:cubicBezTo>
                <a:cubicBezTo>
                  <a:pt x="575" y="188"/>
                  <a:pt x="575" y="188"/>
                  <a:pt x="575" y="188"/>
                </a:cubicBezTo>
                <a:cubicBezTo>
                  <a:pt x="578" y="188"/>
                  <a:pt x="582" y="188"/>
                  <a:pt x="585" y="186"/>
                </a:cubicBezTo>
                <a:close/>
                <a:moveTo>
                  <a:pt x="585" y="256"/>
                </a:moveTo>
                <a:cubicBezTo>
                  <a:pt x="585" y="266"/>
                  <a:pt x="585" y="266"/>
                  <a:pt x="585" y="266"/>
                </a:cubicBezTo>
                <a:cubicBezTo>
                  <a:pt x="584" y="265"/>
                  <a:pt x="584" y="265"/>
                  <a:pt x="583" y="265"/>
                </a:cubicBezTo>
                <a:cubicBezTo>
                  <a:pt x="581" y="278"/>
                  <a:pt x="575" y="280"/>
                  <a:pt x="581" y="292"/>
                </a:cubicBezTo>
                <a:cubicBezTo>
                  <a:pt x="582" y="292"/>
                  <a:pt x="582" y="292"/>
                  <a:pt x="583" y="292"/>
                </a:cubicBezTo>
                <a:cubicBezTo>
                  <a:pt x="584" y="291"/>
                  <a:pt x="584" y="290"/>
                  <a:pt x="585" y="289"/>
                </a:cubicBezTo>
                <a:cubicBezTo>
                  <a:pt x="585" y="306"/>
                  <a:pt x="585" y="306"/>
                  <a:pt x="585" y="306"/>
                </a:cubicBezTo>
                <a:cubicBezTo>
                  <a:pt x="582" y="300"/>
                  <a:pt x="579" y="294"/>
                  <a:pt x="575" y="289"/>
                </a:cubicBezTo>
                <a:cubicBezTo>
                  <a:pt x="575" y="271"/>
                  <a:pt x="575" y="271"/>
                  <a:pt x="575" y="271"/>
                </a:cubicBezTo>
                <a:cubicBezTo>
                  <a:pt x="578" y="264"/>
                  <a:pt x="579" y="260"/>
                  <a:pt x="575" y="253"/>
                </a:cubicBezTo>
                <a:cubicBezTo>
                  <a:pt x="575" y="245"/>
                  <a:pt x="575" y="245"/>
                  <a:pt x="575" y="245"/>
                </a:cubicBezTo>
                <a:cubicBezTo>
                  <a:pt x="578" y="248"/>
                  <a:pt x="582" y="252"/>
                  <a:pt x="585" y="256"/>
                </a:cubicBezTo>
                <a:close/>
                <a:moveTo>
                  <a:pt x="585" y="341"/>
                </a:moveTo>
                <a:cubicBezTo>
                  <a:pt x="585" y="358"/>
                  <a:pt x="585" y="358"/>
                  <a:pt x="585" y="358"/>
                </a:cubicBezTo>
                <a:cubicBezTo>
                  <a:pt x="581" y="359"/>
                  <a:pt x="578" y="359"/>
                  <a:pt x="575" y="357"/>
                </a:cubicBezTo>
                <a:cubicBezTo>
                  <a:pt x="575" y="349"/>
                  <a:pt x="575" y="349"/>
                  <a:pt x="575" y="349"/>
                </a:cubicBezTo>
                <a:cubicBezTo>
                  <a:pt x="580" y="349"/>
                  <a:pt x="580" y="349"/>
                  <a:pt x="580" y="349"/>
                </a:cubicBezTo>
                <a:cubicBezTo>
                  <a:pt x="579" y="343"/>
                  <a:pt x="579" y="337"/>
                  <a:pt x="575" y="335"/>
                </a:cubicBezTo>
                <a:cubicBezTo>
                  <a:pt x="575" y="322"/>
                  <a:pt x="575" y="322"/>
                  <a:pt x="575" y="322"/>
                </a:cubicBezTo>
                <a:cubicBezTo>
                  <a:pt x="577" y="321"/>
                  <a:pt x="577" y="321"/>
                  <a:pt x="577" y="321"/>
                </a:cubicBezTo>
                <a:cubicBezTo>
                  <a:pt x="581" y="332"/>
                  <a:pt x="583" y="337"/>
                  <a:pt x="585" y="341"/>
                </a:cubicBezTo>
                <a:close/>
                <a:moveTo>
                  <a:pt x="585" y="390"/>
                </a:moveTo>
                <a:cubicBezTo>
                  <a:pt x="585" y="399"/>
                  <a:pt x="585" y="399"/>
                  <a:pt x="585" y="399"/>
                </a:cubicBezTo>
                <a:cubicBezTo>
                  <a:pt x="584" y="396"/>
                  <a:pt x="582" y="394"/>
                  <a:pt x="575" y="393"/>
                </a:cubicBezTo>
                <a:cubicBezTo>
                  <a:pt x="575" y="390"/>
                  <a:pt x="575" y="390"/>
                  <a:pt x="575" y="390"/>
                </a:cubicBezTo>
                <a:cubicBezTo>
                  <a:pt x="585" y="390"/>
                  <a:pt x="585" y="390"/>
                  <a:pt x="585" y="390"/>
                </a:cubicBezTo>
                <a:close/>
                <a:moveTo>
                  <a:pt x="585" y="411"/>
                </a:moveTo>
                <a:cubicBezTo>
                  <a:pt x="581" y="411"/>
                  <a:pt x="581" y="411"/>
                  <a:pt x="581" y="411"/>
                </a:cubicBezTo>
                <a:cubicBezTo>
                  <a:pt x="580" y="411"/>
                  <a:pt x="579" y="410"/>
                  <a:pt x="579" y="410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415"/>
                  <a:pt x="575" y="415"/>
                  <a:pt x="575" y="415"/>
                </a:cubicBezTo>
                <a:cubicBezTo>
                  <a:pt x="585" y="415"/>
                  <a:pt x="585" y="415"/>
                  <a:pt x="585" y="415"/>
                </a:cubicBezTo>
                <a:cubicBezTo>
                  <a:pt x="585" y="411"/>
                  <a:pt x="585" y="411"/>
                  <a:pt x="585" y="411"/>
                </a:cubicBezTo>
                <a:close/>
                <a:moveTo>
                  <a:pt x="585" y="442"/>
                </a:moveTo>
                <a:cubicBezTo>
                  <a:pt x="585" y="454"/>
                  <a:pt x="585" y="454"/>
                  <a:pt x="585" y="454"/>
                </a:cubicBezTo>
                <a:cubicBezTo>
                  <a:pt x="583" y="462"/>
                  <a:pt x="579" y="472"/>
                  <a:pt x="575" y="481"/>
                </a:cubicBezTo>
                <a:cubicBezTo>
                  <a:pt x="575" y="448"/>
                  <a:pt x="575" y="448"/>
                  <a:pt x="575" y="448"/>
                </a:cubicBezTo>
                <a:cubicBezTo>
                  <a:pt x="576" y="445"/>
                  <a:pt x="576" y="442"/>
                  <a:pt x="576" y="438"/>
                </a:cubicBezTo>
                <a:cubicBezTo>
                  <a:pt x="578" y="438"/>
                  <a:pt x="580" y="438"/>
                  <a:pt x="582" y="438"/>
                </a:cubicBezTo>
                <a:cubicBezTo>
                  <a:pt x="583" y="439"/>
                  <a:pt x="584" y="440"/>
                  <a:pt x="585" y="442"/>
                </a:cubicBezTo>
                <a:close/>
                <a:moveTo>
                  <a:pt x="585" y="497"/>
                </a:moveTo>
                <a:cubicBezTo>
                  <a:pt x="585" y="507"/>
                  <a:pt x="585" y="507"/>
                  <a:pt x="585" y="507"/>
                </a:cubicBezTo>
                <a:cubicBezTo>
                  <a:pt x="584" y="508"/>
                  <a:pt x="584" y="508"/>
                  <a:pt x="584" y="508"/>
                </a:cubicBezTo>
                <a:cubicBezTo>
                  <a:pt x="585" y="508"/>
                  <a:pt x="585" y="508"/>
                  <a:pt x="585" y="508"/>
                </a:cubicBezTo>
                <a:cubicBezTo>
                  <a:pt x="585" y="514"/>
                  <a:pt x="585" y="514"/>
                  <a:pt x="585" y="514"/>
                </a:cubicBezTo>
                <a:cubicBezTo>
                  <a:pt x="581" y="515"/>
                  <a:pt x="578" y="517"/>
                  <a:pt x="575" y="521"/>
                </a:cubicBezTo>
                <a:cubicBezTo>
                  <a:pt x="575" y="513"/>
                  <a:pt x="575" y="513"/>
                  <a:pt x="575" y="513"/>
                </a:cubicBezTo>
                <a:cubicBezTo>
                  <a:pt x="579" y="508"/>
                  <a:pt x="582" y="502"/>
                  <a:pt x="585" y="497"/>
                </a:cubicBezTo>
                <a:close/>
                <a:moveTo>
                  <a:pt x="585" y="525"/>
                </a:moveTo>
                <a:cubicBezTo>
                  <a:pt x="585" y="531"/>
                  <a:pt x="585" y="531"/>
                  <a:pt x="585" y="531"/>
                </a:cubicBezTo>
                <a:cubicBezTo>
                  <a:pt x="581" y="531"/>
                  <a:pt x="578" y="530"/>
                  <a:pt x="575" y="530"/>
                </a:cubicBezTo>
                <a:cubicBezTo>
                  <a:pt x="575" y="523"/>
                  <a:pt x="575" y="523"/>
                  <a:pt x="575" y="523"/>
                </a:cubicBezTo>
                <a:cubicBezTo>
                  <a:pt x="577" y="524"/>
                  <a:pt x="580" y="525"/>
                  <a:pt x="582" y="525"/>
                </a:cubicBezTo>
                <a:cubicBezTo>
                  <a:pt x="583" y="525"/>
                  <a:pt x="584" y="525"/>
                  <a:pt x="585" y="525"/>
                </a:cubicBezTo>
                <a:close/>
                <a:moveTo>
                  <a:pt x="585" y="538"/>
                </a:moveTo>
                <a:cubicBezTo>
                  <a:pt x="585" y="548"/>
                  <a:pt x="585" y="548"/>
                  <a:pt x="585" y="548"/>
                </a:cubicBezTo>
                <a:cubicBezTo>
                  <a:pt x="582" y="552"/>
                  <a:pt x="578" y="555"/>
                  <a:pt x="575" y="558"/>
                </a:cubicBezTo>
                <a:cubicBezTo>
                  <a:pt x="575" y="551"/>
                  <a:pt x="575" y="551"/>
                  <a:pt x="575" y="551"/>
                </a:cubicBezTo>
                <a:cubicBezTo>
                  <a:pt x="576" y="550"/>
                  <a:pt x="576" y="549"/>
                  <a:pt x="577" y="548"/>
                </a:cubicBezTo>
                <a:cubicBezTo>
                  <a:pt x="577" y="548"/>
                  <a:pt x="576" y="547"/>
                  <a:pt x="576" y="547"/>
                </a:cubicBezTo>
                <a:cubicBezTo>
                  <a:pt x="575" y="547"/>
                  <a:pt x="575" y="547"/>
                  <a:pt x="575" y="547"/>
                </a:cubicBezTo>
                <a:cubicBezTo>
                  <a:pt x="575" y="542"/>
                  <a:pt x="575" y="542"/>
                  <a:pt x="575" y="542"/>
                </a:cubicBezTo>
                <a:cubicBezTo>
                  <a:pt x="579" y="540"/>
                  <a:pt x="582" y="540"/>
                  <a:pt x="585" y="538"/>
                </a:cubicBezTo>
                <a:close/>
                <a:moveTo>
                  <a:pt x="585" y="598"/>
                </a:moveTo>
                <a:cubicBezTo>
                  <a:pt x="585" y="612"/>
                  <a:pt x="585" y="612"/>
                  <a:pt x="585" y="612"/>
                </a:cubicBezTo>
                <a:cubicBezTo>
                  <a:pt x="582" y="608"/>
                  <a:pt x="579" y="605"/>
                  <a:pt x="577" y="604"/>
                </a:cubicBezTo>
                <a:cubicBezTo>
                  <a:pt x="580" y="601"/>
                  <a:pt x="582" y="599"/>
                  <a:pt x="585" y="598"/>
                </a:cubicBezTo>
                <a:close/>
                <a:moveTo>
                  <a:pt x="585" y="631"/>
                </a:moveTo>
                <a:cubicBezTo>
                  <a:pt x="585" y="646"/>
                  <a:pt x="585" y="646"/>
                  <a:pt x="585" y="646"/>
                </a:cubicBezTo>
                <a:cubicBezTo>
                  <a:pt x="581" y="643"/>
                  <a:pt x="578" y="641"/>
                  <a:pt x="575" y="638"/>
                </a:cubicBezTo>
                <a:cubicBezTo>
                  <a:pt x="575" y="621"/>
                  <a:pt x="575" y="621"/>
                  <a:pt x="575" y="621"/>
                </a:cubicBezTo>
                <a:cubicBezTo>
                  <a:pt x="578" y="624"/>
                  <a:pt x="582" y="628"/>
                  <a:pt x="585" y="631"/>
                </a:cubicBezTo>
                <a:close/>
                <a:moveTo>
                  <a:pt x="585" y="695"/>
                </a:moveTo>
                <a:cubicBezTo>
                  <a:pt x="585" y="703"/>
                  <a:pt x="585" y="703"/>
                  <a:pt x="585" y="703"/>
                </a:cubicBezTo>
                <a:cubicBezTo>
                  <a:pt x="583" y="705"/>
                  <a:pt x="581" y="706"/>
                  <a:pt x="579" y="708"/>
                </a:cubicBezTo>
                <a:cubicBezTo>
                  <a:pt x="581" y="709"/>
                  <a:pt x="583" y="710"/>
                  <a:pt x="585" y="711"/>
                </a:cubicBezTo>
                <a:cubicBezTo>
                  <a:pt x="585" y="722"/>
                  <a:pt x="585" y="722"/>
                  <a:pt x="585" y="722"/>
                </a:cubicBezTo>
                <a:cubicBezTo>
                  <a:pt x="584" y="721"/>
                  <a:pt x="583" y="721"/>
                  <a:pt x="582" y="720"/>
                </a:cubicBezTo>
                <a:cubicBezTo>
                  <a:pt x="579" y="719"/>
                  <a:pt x="577" y="718"/>
                  <a:pt x="575" y="717"/>
                </a:cubicBezTo>
                <a:cubicBezTo>
                  <a:pt x="575" y="702"/>
                  <a:pt x="575" y="702"/>
                  <a:pt x="575" y="702"/>
                </a:cubicBezTo>
                <a:cubicBezTo>
                  <a:pt x="578" y="699"/>
                  <a:pt x="581" y="697"/>
                  <a:pt x="585" y="695"/>
                </a:cubicBezTo>
                <a:close/>
                <a:moveTo>
                  <a:pt x="575" y="158"/>
                </a:moveTo>
                <a:cubicBezTo>
                  <a:pt x="575" y="147"/>
                  <a:pt x="575" y="147"/>
                  <a:pt x="575" y="147"/>
                </a:cubicBezTo>
                <a:cubicBezTo>
                  <a:pt x="578" y="148"/>
                  <a:pt x="581" y="149"/>
                  <a:pt x="584" y="150"/>
                </a:cubicBezTo>
                <a:cubicBezTo>
                  <a:pt x="585" y="153"/>
                  <a:pt x="585" y="154"/>
                  <a:pt x="584" y="157"/>
                </a:cubicBezTo>
                <a:cubicBezTo>
                  <a:pt x="582" y="157"/>
                  <a:pt x="580" y="158"/>
                  <a:pt x="579" y="158"/>
                </a:cubicBezTo>
                <a:cubicBezTo>
                  <a:pt x="579" y="161"/>
                  <a:pt x="579" y="161"/>
                  <a:pt x="577" y="161"/>
                </a:cubicBezTo>
                <a:cubicBezTo>
                  <a:pt x="577" y="159"/>
                  <a:pt x="577" y="158"/>
                  <a:pt x="576" y="158"/>
                </a:cubicBezTo>
                <a:cubicBezTo>
                  <a:pt x="576" y="158"/>
                  <a:pt x="575" y="158"/>
                  <a:pt x="575" y="158"/>
                </a:cubicBezTo>
                <a:close/>
                <a:moveTo>
                  <a:pt x="569" y="40"/>
                </a:moveTo>
                <a:cubicBezTo>
                  <a:pt x="571" y="41"/>
                  <a:pt x="573" y="42"/>
                  <a:pt x="575" y="44"/>
                </a:cubicBezTo>
                <a:cubicBezTo>
                  <a:pt x="575" y="93"/>
                  <a:pt x="575" y="93"/>
                  <a:pt x="575" y="93"/>
                </a:cubicBezTo>
                <a:cubicBezTo>
                  <a:pt x="573" y="92"/>
                  <a:pt x="571" y="91"/>
                  <a:pt x="569" y="91"/>
                </a:cubicBezTo>
                <a:cubicBezTo>
                  <a:pt x="569" y="82"/>
                  <a:pt x="569" y="82"/>
                  <a:pt x="569" y="82"/>
                </a:cubicBezTo>
                <a:cubicBezTo>
                  <a:pt x="570" y="83"/>
                  <a:pt x="571" y="84"/>
                  <a:pt x="573" y="85"/>
                </a:cubicBezTo>
                <a:cubicBezTo>
                  <a:pt x="573" y="85"/>
                  <a:pt x="574" y="85"/>
                  <a:pt x="575" y="85"/>
                </a:cubicBezTo>
                <a:cubicBezTo>
                  <a:pt x="575" y="70"/>
                  <a:pt x="576" y="57"/>
                  <a:pt x="569" y="49"/>
                </a:cubicBezTo>
                <a:cubicBezTo>
                  <a:pt x="569" y="40"/>
                  <a:pt x="569" y="40"/>
                  <a:pt x="569" y="40"/>
                </a:cubicBezTo>
                <a:close/>
                <a:moveTo>
                  <a:pt x="575" y="752"/>
                </a:moveTo>
                <a:cubicBezTo>
                  <a:pt x="573" y="753"/>
                  <a:pt x="571" y="754"/>
                  <a:pt x="569" y="756"/>
                </a:cubicBezTo>
                <a:cubicBezTo>
                  <a:pt x="569" y="746"/>
                  <a:pt x="569" y="746"/>
                  <a:pt x="569" y="746"/>
                </a:cubicBezTo>
                <a:cubicBezTo>
                  <a:pt x="569" y="746"/>
                  <a:pt x="569" y="746"/>
                  <a:pt x="569" y="745"/>
                </a:cubicBezTo>
                <a:cubicBezTo>
                  <a:pt x="569" y="745"/>
                  <a:pt x="569" y="745"/>
                  <a:pt x="569" y="745"/>
                </a:cubicBezTo>
                <a:cubicBezTo>
                  <a:pt x="569" y="734"/>
                  <a:pt x="569" y="734"/>
                  <a:pt x="569" y="734"/>
                </a:cubicBezTo>
                <a:cubicBezTo>
                  <a:pt x="574" y="738"/>
                  <a:pt x="574" y="738"/>
                  <a:pt x="574" y="738"/>
                </a:cubicBezTo>
                <a:cubicBezTo>
                  <a:pt x="575" y="738"/>
                  <a:pt x="575" y="738"/>
                  <a:pt x="575" y="738"/>
                </a:cubicBezTo>
                <a:cubicBezTo>
                  <a:pt x="575" y="752"/>
                  <a:pt x="575" y="752"/>
                  <a:pt x="575" y="752"/>
                </a:cubicBezTo>
                <a:close/>
                <a:moveTo>
                  <a:pt x="575" y="131"/>
                </a:moveTo>
                <a:cubicBezTo>
                  <a:pt x="575" y="143"/>
                  <a:pt x="575" y="143"/>
                  <a:pt x="575" y="143"/>
                </a:cubicBezTo>
                <a:cubicBezTo>
                  <a:pt x="575" y="143"/>
                  <a:pt x="575" y="143"/>
                  <a:pt x="575" y="143"/>
                </a:cubicBezTo>
                <a:cubicBezTo>
                  <a:pt x="575" y="139"/>
                  <a:pt x="575" y="135"/>
                  <a:pt x="575" y="131"/>
                </a:cubicBezTo>
                <a:cubicBezTo>
                  <a:pt x="575" y="131"/>
                  <a:pt x="575" y="131"/>
                  <a:pt x="575" y="131"/>
                </a:cubicBezTo>
                <a:close/>
                <a:moveTo>
                  <a:pt x="575" y="147"/>
                </a:moveTo>
                <a:cubicBezTo>
                  <a:pt x="575" y="158"/>
                  <a:pt x="575" y="158"/>
                  <a:pt x="575" y="158"/>
                </a:cubicBezTo>
                <a:cubicBezTo>
                  <a:pt x="572" y="158"/>
                  <a:pt x="570" y="158"/>
                  <a:pt x="569" y="158"/>
                </a:cubicBezTo>
                <a:cubicBezTo>
                  <a:pt x="569" y="145"/>
                  <a:pt x="569" y="145"/>
                  <a:pt x="569" y="145"/>
                </a:cubicBezTo>
                <a:cubicBezTo>
                  <a:pt x="571" y="146"/>
                  <a:pt x="573" y="146"/>
                  <a:pt x="575" y="147"/>
                </a:cubicBezTo>
                <a:close/>
                <a:moveTo>
                  <a:pt x="575" y="188"/>
                </a:moveTo>
                <a:cubicBezTo>
                  <a:pt x="575" y="204"/>
                  <a:pt x="575" y="204"/>
                  <a:pt x="575" y="204"/>
                </a:cubicBezTo>
                <a:cubicBezTo>
                  <a:pt x="573" y="204"/>
                  <a:pt x="571" y="203"/>
                  <a:pt x="569" y="203"/>
                </a:cubicBezTo>
                <a:cubicBezTo>
                  <a:pt x="569" y="188"/>
                  <a:pt x="569" y="188"/>
                  <a:pt x="569" y="188"/>
                </a:cubicBezTo>
                <a:cubicBezTo>
                  <a:pt x="570" y="189"/>
                  <a:pt x="570" y="189"/>
                  <a:pt x="570" y="189"/>
                </a:cubicBezTo>
                <a:cubicBezTo>
                  <a:pt x="572" y="189"/>
                  <a:pt x="573" y="189"/>
                  <a:pt x="575" y="188"/>
                </a:cubicBezTo>
                <a:close/>
                <a:moveTo>
                  <a:pt x="575" y="245"/>
                </a:moveTo>
                <a:cubicBezTo>
                  <a:pt x="575" y="253"/>
                  <a:pt x="575" y="253"/>
                  <a:pt x="575" y="253"/>
                </a:cubicBezTo>
                <a:cubicBezTo>
                  <a:pt x="574" y="252"/>
                  <a:pt x="573" y="250"/>
                  <a:pt x="572" y="249"/>
                </a:cubicBezTo>
                <a:cubicBezTo>
                  <a:pt x="571" y="253"/>
                  <a:pt x="569" y="256"/>
                  <a:pt x="569" y="259"/>
                </a:cubicBezTo>
                <a:cubicBezTo>
                  <a:pt x="569" y="238"/>
                  <a:pt x="569" y="238"/>
                  <a:pt x="569" y="238"/>
                </a:cubicBezTo>
                <a:cubicBezTo>
                  <a:pt x="571" y="240"/>
                  <a:pt x="573" y="242"/>
                  <a:pt x="575" y="245"/>
                </a:cubicBezTo>
                <a:close/>
                <a:moveTo>
                  <a:pt x="575" y="271"/>
                </a:moveTo>
                <a:cubicBezTo>
                  <a:pt x="575" y="289"/>
                  <a:pt x="575" y="289"/>
                  <a:pt x="575" y="289"/>
                </a:cubicBezTo>
                <a:cubicBezTo>
                  <a:pt x="573" y="285"/>
                  <a:pt x="571" y="282"/>
                  <a:pt x="569" y="279"/>
                </a:cubicBezTo>
                <a:cubicBezTo>
                  <a:pt x="569" y="272"/>
                  <a:pt x="569" y="272"/>
                  <a:pt x="569" y="272"/>
                </a:cubicBezTo>
                <a:cubicBezTo>
                  <a:pt x="569" y="273"/>
                  <a:pt x="570" y="275"/>
                  <a:pt x="571" y="277"/>
                </a:cubicBezTo>
                <a:cubicBezTo>
                  <a:pt x="573" y="275"/>
                  <a:pt x="574" y="272"/>
                  <a:pt x="575" y="271"/>
                </a:cubicBezTo>
                <a:close/>
                <a:moveTo>
                  <a:pt x="575" y="322"/>
                </a:moveTo>
                <a:cubicBezTo>
                  <a:pt x="575" y="335"/>
                  <a:pt x="575" y="335"/>
                  <a:pt x="575" y="335"/>
                </a:cubicBezTo>
                <a:cubicBezTo>
                  <a:pt x="574" y="334"/>
                  <a:pt x="572" y="334"/>
                  <a:pt x="570" y="334"/>
                </a:cubicBezTo>
                <a:cubicBezTo>
                  <a:pt x="569" y="335"/>
                  <a:pt x="569" y="336"/>
                  <a:pt x="569" y="337"/>
                </a:cubicBezTo>
                <a:cubicBezTo>
                  <a:pt x="569" y="322"/>
                  <a:pt x="569" y="322"/>
                  <a:pt x="569" y="322"/>
                </a:cubicBezTo>
                <a:cubicBezTo>
                  <a:pt x="571" y="322"/>
                  <a:pt x="573" y="322"/>
                  <a:pt x="575" y="322"/>
                </a:cubicBezTo>
                <a:close/>
                <a:moveTo>
                  <a:pt x="575" y="349"/>
                </a:moveTo>
                <a:cubicBezTo>
                  <a:pt x="575" y="357"/>
                  <a:pt x="575" y="357"/>
                  <a:pt x="575" y="357"/>
                </a:cubicBezTo>
                <a:cubicBezTo>
                  <a:pt x="573" y="357"/>
                  <a:pt x="571" y="355"/>
                  <a:pt x="569" y="353"/>
                </a:cubicBezTo>
                <a:cubicBezTo>
                  <a:pt x="569" y="341"/>
                  <a:pt x="569" y="341"/>
                  <a:pt x="569" y="341"/>
                </a:cubicBezTo>
                <a:cubicBezTo>
                  <a:pt x="571" y="343"/>
                  <a:pt x="572" y="346"/>
                  <a:pt x="574" y="349"/>
                </a:cubicBezTo>
                <a:cubicBezTo>
                  <a:pt x="575" y="349"/>
                  <a:pt x="575" y="349"/>
                  <a:pt x="575" y="349"/>
                </a:cubicBezTo>
                <a:close/>
                <a:moveTo>
                  <a:pt x="575" y="390"/>
                </a:moveTo>
                <a:cubicBezTo>
                  <a:pt x="575" y="393"/>
                  <a:pt x="575" y="393"/>
                  <a:pt x="575" y="393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415"/>
                  <a:pt x="575" y="415"/>
                  <a:pt x="575" y="415"/>
                </a:cubicBezTo>
                <a:cubicBezTo>
                  <a:pt x="569" y="415"/>
                  <a:pt x="569" y="415"/>
                  <a:pt x="569" y="415"/>
                </a:cubicBezTo>
                <a:cubicBezTo>
                  <a:pt x="569" y="411"/>
                  <a:pt x="569" y="411"/>
                  <a:pt x="569" y="411"/>
                </a:cubicBezTo>
                <a:cubicBezTo>
                  <a:pt x="571" y="411"/>
                  <a:pt x="573" y="410"/>
                  <a:pt x="575" y="410"/>
                </a:cubicBezTo>
                <a:cubicBezTo>
                  <a:pt x="573" y="404"/>
                  <a:pt x="573" y="399"/>
                  <a:pt x="569" y="394"/>
                </a:cubicBezTo>
                <a:cubicBezTo>
                  <a:pt x="569" y="394"/>
                  <a:pt x="569" y="394"/>
                  <a:pt x="569" y="394"/>
                </a:cubicBezTo>
                <a:cubicBezTo>
                  <a:pt x="569" y="390"/>
                  <a:pt x="569" y="390"/>
                  <a:pt x="569" y="390"/>
                </a:cubicBezTo>
                <a:cubicBezTo>
                  <a:pt x="575" y="390"/>
                  <a:pt x="575" y="390"/>
                  <a:pt x="575" y="390"/>
                </a:cubicBezTo>
                <a:close/>
                <a:moveTo>
                  <a:pt x="575" y="448"/>
                </a:moveTo>
                <a:cubicBezTo>
                  <a:pt x="575" y="481"/>
                  <a:pt x="575" y="481"/>
                  <a:pt x="575" y="481"/>
                </a:cubicBezTo>
                <a:cubicBezTo>
                  <a:pt x="573" y="486"/>
                  <a:pt x="571" y="490"/>
                  <a:pt x="569" y="494"/>
                </a:cubicBezTo>
                <a:cubicBezTo>
                  <a:pt x="569" y="468"/>
                  <a:pt x="569" y="468"/>
                  <a:pt x="569" y="468"/>
                </a:cubicBezTo>
                <a:cubicBezTo>
                  <a:pt x="571" y="462"/>
                  <a:pt x="574" y="455"/>
                  <a:pt x="575" y="448"/>
                </a:cubicBezTo>
                <a:close/>
                <a:moveTo>
                  <a:pt x="575" y="513"/>
                </a:moveTo>
                <a:cubicBezTo>
                  <a:pt x="575" y="521"/>
                  <a:pt x="575" y="521"/>
                  <a:pt x="575" y="521"/>
                </a:cubicBezTo>
                <a:cubicBezTo>
                  <a:pt x="575" y="522"/>
                  <a:pt x="574" y="523"/>
                  <a:pt x="574" y="523"/>
                </a:cubicBezTo>
                <a:cubicBezTo>
                  <a:pt x="575" y="523"/>
                  <a:pt x="575" y="523"/>
                  <a:pt x="575" y="523"/>
                </a:cubicBezTo>
                <a:cubicBezTo>
                  <a:pt x="575" y="530"/>
                  <a:pt x="575" y="530"/>
                  <a:pt x="575" y="530"/>
                </a:cubicBezTo>
                <a:cubicBezTo>
                  <a:pt x="573" y="531"/>
                  <a:pt x="570" y="531"/>
                  <a:pt x="569" y="532"/>
                </a:cubicBezTo>
                <a:cubicBezTo>
                  <a:pt x="569" y="524"/>
                  <a:pt x="569" y="524"/>
                  <a:pt x="569" y="524"/>
                </a:cubicBezTo>
                <a:cubicBezTo>
                  <a:pt x="570" y="522"/>
                  <a:pt x="571" y="519"/>
                  <a:pt x="572" y="517"/>
                </a:cubicBezTo>
                <a:cubicBezTo>
                  <a:pt x="573" y="516"/>
                  <a:pt x="574" y="514"/>
                  <a:pt x="575" y="513"/>
                </a:cubicBezTo>
                <a:close/>
                <a:moveTo>
                  <a:pt x="575" y="542"/>
                </a:moveTo>
                <a:cubicBezTo>
                  <a:pt x="575" y="547"/>
                  <a:pt x="575" y="547"/>
                  <a:pt x="575" y="547"/>
                </a:cubicBezTo>
                <a:cubicBezTo>
                  <a:pt x="573" y="546"/>
                  <a:pt x="571" y="546"/>
                  <a:pt x="569" y="546"/>
                </a:cubicBezTo>
                <a:cubicBezTo>
                  <a:pt x="569" y="540"/>
                  <a:pt x="569" y="540"/>
                  <a:pt x="569" y="540"/>
                </a:cubicBezTo>
                <a:cubicBezTo>
                  <a:pt x="570" y="540"/>
                  <a:pt x="572" y="541"/>
                  <a:pt x="575" y="542"/>
                </a:cubicBezTo>
                <a:cubicBezTo>
                  <a:pt x="575" y="542"/>
                  <a:pt x="575" y="542"/>
                  <a:pt x="575" y="542"/>
                </a:cubicBezTo>
                <a:close/>
                <a:moveTo>
                  <a:pt x="575" y="551"/>
                </a:moveTo>
                <a:cubicBezTo>
                  <a:pt x="575" y="558"/>
                  <a:pt x="575" y="558"/>
                  <a:pt x="575" y="558"/>
                </a:cubicBezTo>
                <a:cubicBezTo>
                  <a:pt x="574" y="559"/>
                  <a:pt x="573" y="560"/>
                  <a:pt x="571" y="561"/>
                </a:cubicBezTo>
                <a:cubicBezTo>
                  <a:pt x="571" y="562"/>
                  <a:pt x="569" y="564"/>
                  <a:pt x="569" y="566"/>
                </a:cubicBezTo>
                <a:cubicBezTo>
                  <a:pt x="569" y="555"/>
                  <a:pt x="569" y="555"/>
                  <a:pt x="569" y="555"/>
                </a:cubicBezTo>
                <a:cubicBezTo>
                  <a:pt x="571" y="554"/>
                  <a:pt x="573" y="553"/>
                  <a:pt x="575" y="551"/>
                </a:cubicBezTo>
                <a:close/>
                <a:moveTo>
                  <a:pt x="575" y="621"/>
                </a:moveTo>
                <a:cubicBezTo>
                  <a:pt x="575" y="638"/>
                  <a:pt x="575" y="638"/>
                  <a:pt x="575" y="638"/>
                </a:cubicBezTo>
                <a:cubicBezTo>
                  <a:pt x="573" y="636"/>
                  <a:pt x="571" y="633"/>
                  <a:pt x="569" y="631"/>
                </a:cubicBezTo>
                <a:cubicBezTo>
                  <a:pt x="569" y="614"/>
                  <a:pt x="569" y="614"/>
                  <a:pt x="569" y="614"/>
                </a:cubicBezTo>
                <a:cubicBezTo>
                  <a:pt x="570" y="616"/>
                  <a:pt x="573" y="618"/>
                  <a:pt x="575" y="621"/>
                </a:cubicBezTo>
                <a:close/>
                <a:moveTo>
                  <a:pt x="575" y="702"/>
                </a:moveTo>
                <a:cubicBezTo>
                  <a:pt x="575" y="717"/>
                  <a:pt x="575" y="717"/>
                  <a:pt x="575" y="717"/>
                </a:cubicBezTo>
                <a:cubicBezTo>
                  <a:pt x="573" y="716"/>
                  <a:pt x="570" y="716"/>
                  <a:pt x="569" y="716"/>
                </a:cubicBezTo>
                <a:cubicBezTo>
                  <a:pt x="569" y="706"/>
                  <a:pt x="569" y="706"/>
                  <a:pt x="569" y="706"/>
                </a:cubicBezTo>
                <a:cubicBezTo>
                  <a:pt x="569" y="706"/>
                  <a:pt x="570" y="706"/>
                  <a:pt x="570" y="706"/>
                </a:cubicBezTo>
                <a:cubicBezTo>
                  <a:pt x="572" y="704"/>
                  <a:pt x="573" y="703"/>
                  <a:pt x="575" y="702"/>
                </a:cubicBezTo>
                <a:close/>
                <a:moveTo>
                  <a:pt x="569" y="449"/>
                </a:moveTo>
                <a:cubicBezTo>
                  <a:pt x="569" y="449"/>
                  <a:pt x="570" y="449"/>
                  <a:pt x="570" y="449"/>
                </a:cubicBezTo>
                <a:cubicBezTo>
                  <a:pt x="571" y="444"/>
                  <a:pt x="570" y="443"/>
                  <a:pt x="569" y="440"/>
                </a:cubicBezTo>
                <a:cubicBezTo>
                  <a:pt x="569" y="449"/>
                  <a:pt x="569" y="449"/>
                  <a:pt x="569" y="449"/>
                </a:cubicBezTo>
                <a:close/>
                <a:moveTo>
                  <a:pt x="569" y="171"/>
                </a:moveTo>
                <a:cubicBezTo>
                  <a:pt x="569" y="163"/>
                  <a:pt x="569" y="163"/>
                  <a:pt x="569" y="163"/>
                </a:cubicBezTo>
                <a:cubicBezTo>
                  <a:pt x="570" y="164"/>
                  <a:pt x="572" y="164"/>
                  <a:pt x="574" y="165"/>
                </a:cubicBezTo>
                <a:cubicBezTo>
                  <a:pt x="574" y="167"/>
                  <a:pt x="574" y="167"/>
                  <a:pt x="573" y="171"/>
                </a:cubicBezTo>
                <a:cubicBezTo>
                  <a:pt x="571" y="171"/>
                  <a:pt x="570" y="171"/>
                  <a:pt x="569" y="171"/>
                </a:cubicBezTo>
                <a:close/>
                <a:moveTo>
                  <a:pt x="560" y="36"/>
                </a:moveTo>
                <a:cubicBezTo>
                  <a:pt x="563" y="38"/>
                  <a:pt x="566" y="39"/>
                  <a:pt x="569" y="40"/>
                </a:cubicBezTo>
                <a:cubicBezTo>
                  <a:pt x="569" y="49"/>
                  <a:pt x="569" y="49"/>
                  <a:pt x="569" y="49"/>
                </a:cubicBezTo>
                <a:cubicBezTo>
                  <a:pt x="566" y="47"/>
                  <a:pt x="563" y="45"/>
                  <a:pt x="560" y="44"/>
                </a:cubicBezTo>
                <a:cubicBezTo>
                  <a:pt x="560" y="36"/>
                  <a:pt x="560" y="36"/>
                  <a:pt x="560" y="36"/>
                </a:cubicBezTo>
                <a:close/>
                <a:moveTo>
                  <a:pt x="569" y="756"/>
                </a:moveTo>
                <a:cubicBezTo>
                  <a:pt x="566" y="757"/>
                  <a:pt x="563" y="758"/>
                  <a:pt x="560" y="759"/>
                </a:cubicBezTo>
                <a:cubicBezTo>
                  <a:pt x="560" y="751"/>
                  <a:pt x="560" y="751"/>
                  <a:pt x="560" y="751"/>
                </a:cubicBezTo>
                <a:cubicBezTo>
                  <a:pt x="563" y="750"/>
                  <a:pt x="566" y="748"/>
                  <a:pt x="569" y="746"/>
                </a:cubicBezTo>
                <a:cubicBezTo>
                  <a:pt x="569" y="756"/>
                  <a:pt x="569" y="756"/>
                  <a:pt x="569" y="756"/>
                </a:cubicBezTo>
                <a:close/>
                <a:moveTo>
                  <a:pt x="569" y="82"/>
                </a:moveTo>
                <a:cubicBezTo>
                  <a:pt x="569" y="91"/>
                  <a:pt x="569" y="91"/>
                  <a:pt x="569" y="91"/>
                </a:cubicBezTo>
                <a:cubicBezTo>
                  <a:pt x="565" y="89"/>
                  <a:pt x="562" y="88"/>
                  <a:pt x="560" y="86"/>
                </a:cubicBezTo>
                <a:cubicBezTo>
                  <a:pt x="560" y="74"/>
                  <a:pt x="560" y="74"/>
                  <a:pt x="560" y="74"/>
                </a:cubicBezTo>
                <a:cubicBezTo>
                  <a:pt x="562" y="77"/>
                  <a:pt x="565" y="80"/>
                  <a:pt x="569" y="82"/>
                </a:cubicBezTo>
                <a:close/>
                <a:moveTo>
                  <a:pt x="569" y="145"/>
                </a:moveTo>
                <a:cubicBezTo>
                  <a:pt x="569" y="158"/>
                  <a:pt x="569" y="158"/>
                  <a:pt x="569" y="158"/>
                </a:cubicBezTo>
                <a:cubicBezTo>
                  <a:pt x="567" y="158"/>
                  <a:pt x="565" y="157"/>
                  <a:pt x="563" y="156"/>
                </a:cubicBezTo>
                <a:cubicBezTo>
                  <a:pt x="563" y="152"/>
                  <a:pt x="563" y="148"/>
                  <a:pt x="563" y="144"/>
                </a:cubicBezTo>
                <a:cubicBezTo>
                  <a:pt x="565" y="144"/>
                  <a:pt x="567" y="144"/>
                  <a:pt x="569" y="145"/>
                </a:cubicBezTo>
                <a:close/>
                <a:moveTo>
                  <a:pt x="569" y="163"/>
                </a:moveTo>
                <a:cubicBezTo>
                  <a:pt x="569" y="171"/>
                  <a:pt x="569" y="171"/>
                  <a:pt x="569" y="171"/>
                </a:cubicBezTo>
                <a:cubicBezTo>
                  <a:pt x="565" y="172"/>
                  <a:pt x="562" y="173"/>
                  <a:pt x="560" y="173"/>
                </a:cubicBezTo>
                <a:cubicBezTo>
                  <a:pt x="560" y="160"/>
                  <a:pt x="560" y="160"/>
                  <a:pt x="560" y="160"/>
                </a:cubicBezTo>
                <a:cubicBezTo>
                  <a:pt x="562" y="162"/>
                  <a:pt x="565" y="163"/>
                  <a:pt x="569" y="163"/>
                </a:cubicBezTo>
                <a:close/>
                <a:moveTo>
                  <a:pt x="569" y="188"/>
                </a:moveTo>
                <a:cubicBezTo>
                  <a:pt x="569" y="203"/>
                  <a:pt x="569" y="203"/>
                  <a:pt x="569" y="203"/>
                </a:cubicBezTo>
                <a:cubicBezTo>
                  <a:pt x="565" y="203"/>
                  <a:pt x="562" y="202"/>
                  <a:pt x="560" y="199"/>
                </a:cubicBezTo>
                <a:cubicBezTo>
                  <a:pt x="560" y="188"/>
                  <a:pt x="560" y="188"/>
                  <a:pt x="560" y="188"/>
                </a:cubicBezTo>
                <a:cubicBezTo>
                  <a:pt x="563" y="187"/>
                  <a:pt x="565" y="187"/>
                  <a:pt x="569" y="188"/>
                </a:cubicBezTo>
                <a:close/>
                <a:moveTo>
                  <a:pt x="569" y="238"/>
                </a:moveTo>
                <a:cubicBezTo>
                  <a:pt x="569" y="259"/>
                  <a:pt x="569" y="259"/>
                  <a:pt x="569" y="259"/>
                </a:cubicBezTo>
                <a:cubicBezTo>
                  <a:pt x="567" y="263"/>
                  <a:pt x="566" y="267"/>
                  <a:pt x="569" y="272"/>
                </a:cubicBezTo>
                <a:cubicBezTo>
                  <a:pt x="569" y="279"/>
                  <a:pt x="569" y="279"/>
                  <a:pt x="569" y="279"/>
                </a:cubicBezTo>
                <a:cubicBezTo>
                  <a:pt x="566" y="275"/>
                  <a:pt x="563" y="272"/>
                  <a:pt x="560" y="269"/>
                </a:cubicBezTo>
                <a:cubicBezTo>
                  <a:pt x="560" y="263"/>
                  <a:pt x="560" y="263"/>
                  <a:pt x="560" y="263"/>
                </a:cubicBezTo>
                <a:cubicBezTo>
                  <a:pt x="564" y="253"/>
                  <a:pt x="569" y="243"/>
                  <a:pt x="560" y="236"/>
                </a:cubicBezTo>
                <a:cubicBezTo>
                  <a:pt x="560" y="229"/>
                  <a:pt x="560" y="229"/>
                  <a:pt x="560" y="229"/>
                </a:cubicBezTo>
                <a:cubicBezTo>
                  <a:pt x="563" y="232"/>
                  <a:pt x="566" y="235"/>
                  <a:pt x="569" y="238"/>
                </a:cubicBezTo>
                <a:close/>
                <a:moveTo>
                  <a:pt x="569" y="322"/>
                </a:moveTo>
                <a:cubicBezTo>
                  <a:pt x="569" y="337"/>
                  <a:pt x="569" y="337"/>
                  <a:pt x="569" y="337"/>
                </a:cubicBezTo>
                <a:cubicBezTo>
                  <a:pt x="568" y="338"/>
                  <a:pt x="567" y="339"/>
                  <a:pt x="567" y="341"/>
                </a:cubicBezTo>
                <a:cubicBezTo>
                  <a:pt x="567" y="341"/>
                  <a:pt x="568" y="341"/>
                  <a:pt x="569" y="341"/>
                </a:cubicBezTo>
                <a:cubicBezTo>
                  <a:pt x="569" y="353"/>
                  <a:pt x="569" y="353"/>
                  <a:pt x="569" y="353"/>
                </a:cubicBezTo>
                <a:cubicBezTo>
                  <a:pt x="568" y="353"/>
                  <a:pt x="567" y="352"/>
                  <a:pt x="567" y="352"/>
                </a:cubicBezTo>
                <a:cubicBezTo>
                  <a:pt x="566" y="352"/>
                  <a:pt x="565" y="352"/>
                  <a:pt x="564" y="352"/>
                </a:cubicBezTo>
                <a:cubicBezTo>
                  <a:pt x="562" y="362"/>
                  <a:pt x="571" y="366"/>
                  <a:pt x="567" y="376"/>
                </a:cubicBezTo>
                <a:cubicBezTo>
                  <a:pt x="564" y="377"/>
                  <a:pt x="562" y="377"/>
                  <a:pt x="560" y="378"/>
                </a:cubicBezTo>
                <a:cubicBezTo>
                  <a:pt x="560" y="345"/>
                  <a:pt x="560" y="345"/>
                  <a:pt x="560" y="345"/>
                </a:cubicBezTo>
                <a:cubicBezTo>
                  <a:pt x="560" y="345"/>
                  <a:pt x="560" y="345"/>
                  <a:pt x="561" y="345"/>
                </a:cubicBezTo>
                <a:cubicBezTo>
                  <a:pt x="560" y="343"/>
                  <a:pt x="560" y="340"/>
                  <a:pt x="560" y="337"/>
                </a:cubicBezTo>
                <a:cubicBezTo>
                  <a:pt x="560" y="331"/>
                  <a:pt x="560" y="331"/>
                  <a:pt x="560" y="331"/>
                </a:cubicBezTo>
                <a:cubicBezTo>
                  <a:pt x="563" y="329"/>
                  <a:pt x="564" y="326"/>
                  <a:pt x="567" y="322"/>
                </a:cubicBezTo>
                <a:cubicBezTo>
                  <a:pt x="567" y="322"/>
                  <a:pt x="568" y="322"/>
                  <a:pt x="569" y="322"/>
                </a:cubicBezTo>
                <a:close/>
                <a:moveTo>
                  <a:pt x="569" y="390"/>
                </a:moveTo>
                <a:cubicBezTo>
                  <a:pt x="569" y="394"/>
                  <a:pt x="569" y="394"/>
                  <a:pt x="569" y="394"/>
                </a:cubicBezTo>
                <a:cubicBezTo>
                  <a:pt x="562" y="394"/>
                  <a:pt x="562" y="394"/>
                  <a:pt x="562" y="394"/>
                </a:cubicBezTo>
                <a:cubicBezTo>
                  <a:pt x="563" y="399"/>
                  <a:pt x="565" y="405"/>
                  <a:pt x="566" y="410"/>
                </a:cubicBezTo>
                <a:cubicBezTo>
                  <a:pt x="566" y="410"/>
                  <a:pt x="567" y="411"/>
                  <a:pt x="568" y="411"/>
                </a:cubicBezTo>
                <a:cubicBezTo>
                  <a:pt x="569" y="411"/>
                  <a:pt x="569" y="411"/>
                  <a:pt x="569" y="411"/>
                </a:cubicBezTo>
                <a:cubicBezTo>
                  <a:pt x="569" y="415"/>
                  <a:pt x="569" y="415"/>
                  <a:pt x="569" y="415"/>
                </a:cubicBezTo>
                <a:cubicBezTo>
                  <a:pt x="560" y="415"/>
                  <a:pt x="560" y="415"/>
                  <a:pt x="560" y="415"/>
                </a:cubicBezTo>
                <a:cubicBezTo>
                  <a:pt x="560" y="411"/>
                  <a:pt x="560" y="411"/>
                  <a:pt x="560" y="411"/>
                </a:cubicBezTo>
                <a:cubicBezTo>
                  <a:pt x="562" y="411"/>
                  <a:pt x="562" y="411"/>
                  <a:pt x="562" y="411"/>
                </a:cubicBezTo>
                <a:cubicBezTo>
                  <a:pt x="561" y="406"/>
                  <a:pt x="560" y="402"/>
                  <a:pt x="560" y="400"/>
                </a:cubicBezTo>
                <a:cubicBezTo>
                  <a:pt x="560" y="390"/>
                  <a:pt x="560" y="390"/>
                  <a:pt x="560" y="390"/>
                </a:cubicBezTo>
                <a:cubicBezTo>
                  <a:pt x="569" y="390"/>
                  <a:pt x="569" y="390"/>
                  <a:pt x="569" y="390"/>
                </a:cubicBezTo>
                <a:close/>
                <a:moveTo>
                  <a:pt x="569" y="440"/>
                </a:moveTo>
                <a:cubicBezTo>
                  <a:pt x="569" y="449"/>
                  <a:pt x="569" y="449"/>
                  <a:pt x="569" y="449"/>
                </a:cubicBezTo>
                <a:cubicBezTo>
                  <a:pt x="565" y="451"/>
                  <a:pt x="563" y="453"/>
                  <a:pt x="560" y="453"/>
                </a:cubicBezTo>
                <a:cubicBezTo>
                  <a:pt x="560" y="444"/>
                  <a:pt x="560" y="444"/>
                  <a:pt x="560" y="444"/>
                </a:cubicBezTo>
                <a:cubicBezTo>
                  <a:pt x="560" y="443"/>
                  <a:pt x="562" y="441"/>
                  <a:pt x="563" y="439"/>
                </a:cubicBezTo>
                <a:cubicBezTo>
                  <a:pt x="565" y="439"/>
                  <a:pt x="566" y="439"/>
                  <a:pt x="568" y="439"/>
                </a:cubicBezTo>
                <a:cubicBezTo>
                  <a:pt x="569" y="440"/>
                  <a:pt x="569" y="440"/>
                  <a:pt x="569" y="440"/>
                </a:cubicBezTo>
                <a:close/>
                <a:moveTo>
                  <a:pt x="569" y="468"/>
                </a:moveTo>
                <a:cubicBezTo>
                  <a:pt x="569" y="494"/>
                  <a:pt x="569" y="494"/>
                  <a:pt x="569" y="494"/>
                </a:cubicBezTo>
                <a:cubicBezTo>
                  <a:pt x="565" y="499"/>
                  <a:pt x="562" y="504"/>
                  <a:pt x="560" y="507"/>
                </a:cubicBezTo>
                <a:cubicBezTo>
                  <a:pt x="560" y="486"/>
                  <a:pt x="560" y="486"/>
                  <a:pt x="560" y="486"/>
                </a:cubicBezTo>
                <a:cubicBezTo>
                  <a:pt x="563" y="480"/>
                  <a:pt x="566" y="474"/>
                  <a:pt x="569" y="468"/>
                </a:cubicBezTo>
                <a:close/>
                <a:moveTo>
                  <a:pt x="569" y="524"/>
                </a:moveTo>
                <a:cubicBezTo>
                  <a:pt x="569" y="532"/>
                  <a:pt x="569" y="532"/>
                  <a:pt x="569" y="532"/>
                </a:cubicBezTo>
                <a:cubicBezTo>
                  <a:pt x="566" y="533"/>
                  <a:pt x="565" y="536"/>
                  <a:pt x="563" y="539"/>
                </a:cubicBezTo>
                <a:cubicBezTo>
                  <a:pt x="566" y="540"/>
                  <a:pt x="567" y="540"/>
                  <a:pt x="569" y="540"/>
                </a:cubicBezTo>
                <a:cubicBezTo>
                  <a:pt x="569" y="546"/>
                  <a:pt x="569" y="546"/>
                  <a:pt x="569" y="546"/>
                </a:cubicBezTo>
                <a:cubicBezTo>
                  <a:pt x="565" y="546"/>
                  <a:pt x="562" y="545"/>
                  <a:pt x="560" y="546"/>
                </a:cubicBezTo>
                <a:cubicBezTo>
                  <a:pt x="560" y="535"/>
                  <a:pt x="560" y="535"/>
                  <a:pt x="560" y="535"/>
                </a:cubicBezTo>
                <a:cubicBezTo>
                  <a:pt x="563" y="531"/>
                  <a:pt x="566" y="527"/>
                  <a:pt x="569" y="524"/>
                </a:cubicBezTo>
                <a:close/>
                <a:moveTo>
                  <a:pt x="569" y="555"/>
                </a:moveTo>
                <a:cubicBezTo>
                  <a:pt x="569" y="566"/>
                  <a:pt x="569" y="566"/>
                  <a:pt x="569" y="566"/>
                </a:cubicBezTo>
                <a:cubicBezTo>
                  <a:pt x="567" y="567"/>
                  <a:pt x="567" y="567"/>
                  <a:pt x="567" y="567"/>
                </a:cubicBezTo>
                <a:cubicBezTo>
                  <a:pt x="565" y="570"/>
                  <a:pt x="562" y="572"/>
                  <a:pt x="560" y="574"/>
                </a:cubicBezTo>
                <a:cubicBezTo>
                  <a:pt x="560" y="567"/>
                  <a:pt x="560" y="567"/>
                  <a:pt x="560" y="567"/>
                </a:cubicBezTo>
                <a:cubicBezTo>
                  <a:pt x="562" y="566"/>
                  <a:pt x="563" y="565"/>
                  <a:pt x="565" y="562"/>
                </a:cubicBezTo>
                <a:cubicBezTo>
                  <a:pt x="563" y="561"/>
                  <a:pt x="561" y="561"/>
                  <a:pt x="560" y="561"/>
                </a:cubicBezTo>
                <a:cubicBezTo>
                  <a:pt x="560" y="556"/>
                  <a:pt x="560" y="556"/>
                  <a:pt x="560" y="556"/>
                </a:cubicBezTo>
                <a:cubicBezTo>
                  <a:pt x="563" y="556"/>
                  <a:pt x="566" y="556"/>
                  <a:pt x="569" y="555"/>
                </a:cubicBezTo>
                <a:close/>
                <a:moveTo>
                  <a:pt x="569" y="614"/>
                </a:moveTo>
                <a:cubicBezTo>
                  <a:pt x="569" y="631"/>
                  <a:pt x="569" y="631"/>
                  <a:pt x="569" y="631"/>
                </a:cubicBezTo>
                <a:cubicBezTo>
                  <a:pt x="566" y="628"/>
                  <a:pt x="563" y="624"/>
                  <a:pt x="560" y="621"/>
                </a:cubicBezTo>
                <a:cubicBezTo>
                  <a:pt x="560" y="619"/>
                  <a:pt x="560" y="619"/>
                  <a:pt x="560" y="619"/>
                </a:cubicBezTo>
                <a:cubicBezTo>
                  <a:pt x="561" y="617"/>
                  <a:pt x="562" y="617"/>
                  <a:pt x="567" y="613"/>
                </a:cubicBezTo>
                <a:cubicBezTo>
                  <a:pt x="568" y="613"/>
                  <a:pt x="568" y="614"/>
                  <a:pt x="569" y="614"/>
                </a:cubicBezTo>
                <a:close/>
                <a:moveTo>
                  <a:pt x="569" y="706"/>
                </a:moveTo>
                <a:cubicBezTo>
                  <a:pt x="569" y="716"/>
                  <a:pt x="569" y="716"/>
                  <a:pt x="569" y="716"/>
                </a:cubicBezTo>
                <a:cubicBezTo>
                  <a:pt x="566" y="716"/>
                  <a:pt x="563" y="716"/>
                  <a:pt x="560" y="718"/>
                </a:cubicBezTo>
                <a:cubicBezTo>
                  <a:pt x="560" y="709"/>
                  <a:pt x="560" y="709"/>
                  <a:pt x="560" y="709"/>
                </a:cubicBezTo>
                <a:cubicBezTo>
                  <a:pt x="562" y="708"/>
                  <a:pt x="565" y="707"/>
                  <a:pt x="569" y="706"/>
                </a:cubicBezTo>
                <a:close/>
                <a:moveTo>
                  <a:pt x="569" y="734"/>
                </a:moveTo>
                <a:cubicBezTo>
                  <a:pt x="569" y="745"/>
                  <a:pt x="569" y="745"/>
                  <a:pt x="569" y="745"/>
                </a:cubicBezTo>
                <a:cubicBezTo>
                  <a:pt x="566" y="743"/>
                  <a:pt x="563" y="741"/>
                  <a:pt x="560" y="739"/>
                </a:cubicBezTo>
                <a:cubicBezTo>
                  <a:pt x="560" y="729"/>
                  <a:pt x="560" y="729"/>
                  <a:pt x="560" y="729"/>
                </a:cubicBezTo>
                <a:cubicBezTo>
                  <a:pt x="569" y="734"/>
                  <a:pt x="569" y="734"/>
                  <a:pt x="569" y="734"/>
                </a:cubicBezTo>
                <a:close/>
                <a:moveTo>
                  <a:pt x="560" y="317"/>
                </a:moveTo>
                <a:cubicBezTo>
                  <a:pt x="560" y="304"/>
                  <a:pt x="560" y="304"/>
                  <a:pt x="560" y="304"/>
                </a:cubicBezTo>
                <a:cubicBezTo>
                  <a:pt x="561" y="307"/>
                  <a:pt x="562" y="311"/>
                  <a:pt x="562" y="316"/>
                </a:cubicBezTo>
                <a:cubicBezTo>
                  <a:pt x="561" y="316"/>
                  <a:pt x="560" y="316"/>
                  <a:pt x="560" y="317"/>
                </a:cubicBezTo>
                <a:close/>
                <a:moveTo>
                  <a:pt x="559" y="36"/>
                </a:moveTo>
                <a:cubicBezTo>
                  <a:pt x="560" y="36"/>
                  <a:pt x="560" y="36"/>
                  <a:pt x="560" y="36"/>
                </a:cubicBezTo>
                <a:cubicBezTo>
                  <a:pt x="560" y="44"/>
                  <a:pt x="560" y="44"/>
                  <a:pt x="560" y="44"/>
                </a:cubicBezTo>
                <a:cubicBezTo>
                  <a:pt x="560" y="44"/>
                  <a:pt x="559" y="44"/>
                  <a:pt x="559" y="43"/>
                </a:cubicBezTo>
                <a:cubicBezTo>
                  <a:pt x="559" y="36"/>
                  <a:pt x="559" y="36"/>
                  <a:pt x="559" y="36"/>
                </a:cubicBezTo>
                <a:close/>
                <a:moveTo>
                  <a:pt x="560" y="759"/>
                </a:moveTo>
                <a:cubicBezTo>
                  <a:pt x="559" y="759"/>
                  <a:pt x="559" y="759"/>
                  <a:pt x="559" y="759"/>
                </a:cubicBezTo>
                <a:cubicBezTo>
                  <a:pt x="559" y="751"/>
                  <a:pt x="559" y="751"/>
                  <a:pt x="559" y="751"/>
                </a:cubicBezTo>
                <a:cubicBezTo>
                  <a:pt x="560" y="751"/>
                  <a:pt x="560" y="751"/>
                  <a:pt x="560" y="751"/>
                </a:cubicBezTo>
                <a:cubicBezTo>
                  <a:pt x="560" y="759"/>
                  <a:pt x="560" y="759"/>
                  <a:pt x="560" y="759"/>
                </a:cubicBezTo>
                <a:close/>
                <a:moveTo>
                  <a:pt x="560" y="74"/>
                </a:moveTo>
                <a:cubicBezTo>
                  <a:pt x="560" y="86"/>
                  <a:pt x="560" y="86"/>
                  <a:pt x="560" y="86"/>
                </a:cubicBezTo>
                <a:cubicBezTo>
                  <a:pt x="559" y="86"/>
                  <a:pt x="559" y="86"/>
                  <a:pt x="559" y="86"/>
                </a:cubicBezTo>
                <a:cubicBezTo>
                  <a:pt x="559" y="74"/>
                  <a:pt x="559" y="74"/>
                  <a:pt x="559" y="74"/>
                </a:cubicBezTo>
                <a:cubicBezTo>
                  <a:pt x="559" y="74"/>
                  <a:pt x="560" y="74"/>
                  <a:pt x="560" y="74"/>
                </a:cubicBezTo>
                <a:close/>
                <a:moveTo>
                  <a:pt x="560" y="160"/>
                </a:moveTo>
                <a:cubicBezTo>
                  <a:pt x="560" y="173"/>
                  <a:pt x="560" y="173"/>
                  <a:pt x="560" y="173"/>
                </a:cubicBezTo>
                <a:cubicBezTo>
                  <a:pt x="559" y="173"/>
                  <a:pt x="559" y="173"/>
                  <a:pt x="559" y="173"/>
                </a:cubicBezTo>
                <a:cubicBezTo>
                  <a:pt x="559" y="159"/>
                  <a:pt x="559" y="159"/>
                  <a:pt x="559" y="159"/>
                </a:cubicBezTo>
                <a:cubicBezTo>
                  <a:pt x="559" y="159"/>
                  <a:pt x="560" y="159"/>
                  <a:pt x="560" y="160"/>
                </a:cubicBezTo>
                <a:close/>
                <a:moveTo>
                  <a:pt x="560" y="188"/>
                </a:moveTo>
                <a:cubicBezTo>
                  <a:pt x="560" y="199"/>
                  <a:pt x="560" y="199"/>
                  <a:pt x="560" y="199"/>
                </a:cubicBezTo>
                <a:cubicBezTo>
                  <a:pt x="560" y="199"/>
                  <a:pt x="559" y="199"/>
                  <a:pt x="559" y="199"/>
                </a:cubicBezTo>
                <a:cubicBezTo>
                  <a:pt x="559" y="188"/>
                  <a:pt x="559" y="188"/>
                  <a:pt x="559" y="188"/>
                </a:cubicBezTo>
                <a:cubicBezTo>
                  <a:pt x="559" y="188"/>
                  <a:pt x="560" y="188"/>
                  <a:pt x="560" y="188"/>
                </a:cubicBezTo>
                <a:close/>
                <a:moveTo>
                  <a:pt x="560" y="229"/>
                </a:moveTo>
                <a:cubicBezTo>
                  <a:pt x="560" y="236"/>
                  <a:pt x="560" y="236"/>
                  <a:pt x="560" y="236"/>
                </a:cubicBezTo>
                <a:cubicBezTo>
                  <a:pt x="560" y="236"/>
                  <a:pt x="559" y="236"/>
                  <a:pt x="559" y="235"/>
                </a:cubicBezTo>
                <a:cubicBezTo>
                  <a:pt x="559" y="228"/>
                  <a:pt x="559" y="228"/>
                  <a:pt x="559" y="228"/>
                </a:cubicBezTo>
                <a:cubicBezTo>
                  <a:pt x="560" y="229"/>
                  <a:pt x="560" y="229"/>
                  <a:pt x="560" y="229"/>
                </a:cubicBezTo>
                <a:close/>
                <a:moveTo>
                  <a:pt x="560" y="263"/>
                </a:moveTo>
                <a:cubicBezTo>
                  <a:pt x="560" y="269"/>
                  <a:pt x="560" y="269"/>
                  <a:pt x="560" y="269"/>
                </a:cubicBezTo>
                <a:cubicBezTo>
                  <a:pt x="559" y="268"/>
                  <a:pt x="559" y="268"/>
                  <a:pt x="559" y="268"/>
                </a:cubicBezTo>
                <a:cubicBezTo>
                  <a:pt x="559" y="262"/>
                  <a:pt x="559" y="262"/>
                  <a:pt x="559" y="262"/>
                </a:cubicBezTo>
                <a:cubicBezTo>
                  <a:pt x="559" y="262"/>
                  <a:pt x="560" y="262"/>
                  <a:pt x="560" y="263"/>
                </a:cubicBezTo>
                <a:cubicBezTo>
                  <a:pt x="560" y="263"/>
                  <a:pt x="560" y="263"/>
                  <a:pt x="560" y="263"/>
                </a:cubicBezTo>
                <a:close/>
                <a:moveTo>
                  <a:pt x="560" y="304"/>
                </a:moveTo>
                <a:cubicBezTo>
                  <a:pt x="560" y="317"/>
                  <a:pt x="560" y="317"/>
                  <a:pt x="560" y="317"/>
                </a:cubicBezTo>
                <a:cubicBezTo>
                  <a:pt x="559" y="317"/>
                  <a:pt x="559" y="317"/>
                  <a:pt x="559" y="317"/>
                </a:cubicBezTo>
                <a:cubicBezTo>
                  <a:pt x="559" y="302"/>
                  <a:pt x="559" y="302"/>
                  <a:pt x="559" y="302"/>
                </a:cubicBezTo>
                <a:cubicBezTo>
                  <a:pt x="559" y="303"/>
                  <a:pt x="560" y="303"/>
                  <a:pt x="560" y="304"/>
                </a:cubicBezTo>
                <a:close/>
                <a:moveTo>
                  <a:pt x="560" y="331"/>
                </a:moveTo>
                <a:cubicBezTo>
                  <a:pt x="560" y="337"/>
                  <a:pt x="560" y="337"/>
                  <a:pt x="560" y="337"/>
                </a:cubicBezTo>
                <a:cubicBezTo>
                  <a:pt x="560" y="337"/>
                  <a:pt x="560" y="337"/>
                  <a:pt x="560" y="337"/>
                </a:cubicBezTo>
                <a:cubicBezTo>
                  <a:pt x="559" y="337"/>
                  <a:pt x="559" y="337"/>
                  <a:pt x="559" y="337"/>
                </a:cubicBezTo>
                <a:cubicBezTo>
                  <a:pt x="559" y="332"/>
                  <a:pt x="559" y="332"/>
                  <a:pt x="559" y="332"/>
                </a:cubicBezTo>
                <a:cubicBezTo>
                  <a:pt x="559" y="331"/>
                  <a:pt x="560" y="331"/>
                  <a:pt x="560" y="331"/>
                </a:cubicBezTo>
                <a:close/>
                <a:moveTo>
                  <a:pt x="560" y="345"/>
                </a:moveTo>
                <a:cubicBezTo>
                  <a:pt x="560" y="378"/>
                  <a:pt x="560" y="378"/>
                  <a:pt x="560" y="378"/>
                </a:cubicBezTo>
                <a:cubicBezTo>
                  <a:pt x="559" y="378"/>
                  <a:pt x="559" y="378"/>
                  <a:pt x="559" y="378"/>
                </a:cubicBezTo>
                <a:cubicBezTo>
                  <a:pt x="559" y="345"/>
                  <a:pt x="559" y="345"/>
                  <a:pt x="559" y="345"/>
                </a:cubicBezTo>
                <a:cubicBezTo>
                  <a:pt x="559" y="345"/>
                  <a:pt x="560" y="345"/>
                  <a:pt x="560" y="345"/>
                </a:cubicBezTo>
                <a:close/>
                <a:moveTo>
                  <a:pt x="560" y="390"/>
                </a:moveTo>
                <a:cubicBezTo>
                  <a:pt x="560" y="400"/>
                  <a:pt x="560" y="400"/>
                  <a:pt x="560" y="400"/>
                </a:cubicBezTo>
                <a:cubicBezTo>
                  <a:pt x="559" y="399"/>
                  <a:pt x="559" y="398"/>
                  <a:pt x="559" y="398"/>
                </a:cubicBezTo>
                <a:cubicBezTo>
                  <a:pt x="559" y="390"/>
                  <a:pt x="559" y="390"/>
                  <a:pt x="559" y="390"/>
                </a:cubicBezTo>
                <a:cubicBezTo>
                  <a:pt x="560" y="390"/>
                  <a:pt x="560" y="390"/>
                  <a:pt x="560" y="390"/>
                </a:cubicBezTo>
                <a:close/>
                <a:moveTo>
                  <a:pt x="560" y="411"/>
                </a:moveTo>
                <a:cubicBezTo>
                  <a:pt x="560" y="415"/>
                  <a:pt x="560" y="415"/>
                  <a:pt x="560" y="415"/>
                </a:cubicBezTo>
                <a:cubicBezTo>
                  <a:pt x="559" y="415"/>
                  <a:pt x="559" y="415"/>
                  <a:pt x="559" y="415"/>
                </a:cubicBezTo>
                <a:cubicBezTo>
                  <a:pt x="559" y="411"/>
                  <a:pt x="559" y="411"/>
                  <a:pt x="559" y="411"/>
                </a:cubicBezTo>
                <a:cubicBezTo>
                  <a:pt x="560" y="411"/>
                  <a:pt x="560" y="411"/>
                  <a:pt x="560" y="411"/>
                </a:cubicBezTo>
                <a:close/>
                <a:moveTo>
                  <a:pt x="560" y="444"/>
                </a:moveTo>
                <a:cubicBezTo>
                  <a:pt x="560" y="453"/>
                  <a:pt x="560" y="453"/>
                  <a:pt x="560" y="453"/>
                </a:cubicBezTo>
                <a:cubicBezTo>
                  <a:pt x="560" y="453"/>
                  <a:pt x="559" y="453"/>
                  <a:pt x="559" y="453"/>
                </a:cubicBezTo>
                <a:cubicBezTo>
                  <a:pt x="559" y="446"/>
                  <a:pt x="559" y="446"/>
                  <a:pt x="559" y="446"/>
                </a:cubicBezTo>
                <a:cubicBezTo>
                  <a:pt x="559" y="446"/>
                  <a:pt x="559" y="445"/>
                  <a:pt x="560" y="444"/>
                </a:cubicBezTo>
                <a:close/>
                <a:moveTo>
                  <a:pt x="560" y="486"/>
                </a:moveTo>
                <a:cubicBezTo>
                  <a:pt x="560" y="507"/>
                  <a:pt x="560" y="507"/>
                  <a:pt x="560" y="507"/>
                </a:cubicBezTo>
                <a:cubicBezTo>
                  <a:pt x="559" y="508"/>
                  <a:pt x="559" y="508"/>
                  <a:pt x="559" y="508"/>
                </a:cubicBezTo>
                <a:cubicBezTo>
                  <a:pt x="559" y="487"/>
                  <a:pt x="559" y="487"/>
                  <a:pt x="559" y="487"/>
                </a:cubicBezTo>
                <a:cubicBezTo>
                  <a:pt x="560" y="486"/>
                  <a:pt x="560" y="486"/>
                  <a:pt x="560" y="486"/>
                </a:cubicBezTo>
                <a:close/>
                <a:moveTo>
                  <a:pt x="560" y="535"/>
                </a:moveTo>
                <a:cubicBezTo>
                  <a:pt x="560" y="546"/>
                  <a:pt x="560" y="546"/>
                  <a:pt x="560" y="546"/>
                </a:cubicBezTo>
                <a:cubicBezTo>
                  <a:pt x="560" y="546"/>
                  <a:pt x="559" y="546"/>
                  <a:pt x="559" y="546"/>
                </a:cubicBezTo>
                <a:cubicBezTo>
                  <a:pt x="559" y="535"/>
                  <a:pt x="559" y="535"/>
                  <a:pt x="559" y="535"/>
                </a:cubicBezTo>
                <a:cubicBezTo>
                  <a:pt x="560" y="535"/>
                  <a:pt x="560" y="535"/>
                  <a:pt x="560" y="535"/>
                </a:cubicBezTo>
                <a:close/>
                <a:moveTo>
                  <a:pt x="560" y="556"/>
                </a:moveTo>
                <a:cubicBezTo>
                  <a:pt x="560" y="561"/>
                  <a:pt x="560" y="561"/>
                  <a:pt x="560" y="561"/>
                </a:cubicBezTo>
                <a:cubicBezTo>
                  <a:pt x="559" y="561"/>
                  <a:pt x="559" y="561"/>
                  <a:pt x="559" y="561"/>
                </a:cubicBezTo>
                <a:cubicBezTo>
                  <a:pt x="559" y="556"/>
                  <a:pt x="559" y="556"/>
                  <a:pt x="559" y="556"/>
                </a:cubicBezTo>
                <a:cubicBezTo>
                  <a:pt x="560" y="556"/>
                  <a:pt x="560" y="556"/>
                  <a:pt x="560" y="556"/>
                </a:cubicBezTo>
                <a:close/>
                <a:moveTo>
                  <a:pt x="560" y="567"/>
                </a:moveTo>
                <a:cubicBezTo>
                  <a:pt x="560" y="574"/>
                  <a:pt x="560" y="574"/>
                  <a:pt x="560" y="574"/>
                </a:cubicBezTo>
                <a:cubicBezTo>
                  <a:pt x="559" y="575"/>
                  <a:pt x="559" y="575"/>
                  <a:pt x="559" y="575"/>
                </a:cubicBezTo>
                <a:cubicBezTo>
                  <a:pt x="559" y="568"/>
                  <a:pt x="559" y="568"/>
                  <a:pt x="559" y="568"/>
                </a:cubicBezTo>
                <a:cubicBezTo>
                  <a:pt x="559" y="568"/>
                  <a:pt x="560" y="567"/>
                  <a:pt x="560" y="567"/>
                </a:cubicBezTo>
                <a:close/>
                <a:moveTo>
                  <a:pt x="560" y="619"/>
                </a:moveTo>
                <a:cubicBezTo>
                  <a:pt x="560" y="621"/>
                  <a:pt x="560" y="621"/>
                  <a:pt x="560" y="621"/>
                </a:cubicBezTo>
                <a:cubicBezTo>
                  <a:pt x="559" y="620"/>
                  <a:pt x="559" y="620"/>
                  <a:pt x="559" y="620"/>
                </a:cubicBezTo>
                <a:cubicBezTo>
                  <a:pt x="560" y="619"/>
                  <a:pt x="560" y="619"/>
                  <a:pt x="560" y="619"/>
                </a:cubicBezTo>
                <a:close/>
                <a:moveTo>
                  <a:pt x="560" y="709"/>
                </a:moveTo>
                <a:cubicBezTo>
                  <a:pt x="560" y="718"/>
                  <a:pt x="560" y="718"/>
                  <a:pt x="560" y="718"/>
                </a:cubicBezTo>
                <a:cubicBezTo>
                  <a:pt x="559" y="718"/>
                  <a:pt x="559" y="718"/>
                  <a:pt x="559" y="718"/>
                </a:cubicBezTo>
                <a:cubicBezTo>
                  <a:pt x="559" y="709"/>
                  <a:pt x="559" y="709"/>
                  <a:pt x="559" y="709"/>
                </a:cubicBezTo>
                <a:cubicBezTo>
                  <a:pt x="560" y="709"/>
                  <a:pt x="560" y="709"/>
                  <a:pt x="560" y="709"/>
                </a:cubicBezTo>
                <a:close/>
                <a:moveTo>
                  <a:pt x="560" y="729"/>
                </a:moveTo>
                <a:cubicBezTo>
                  <a:pt x="560" y="739"/>
                  <a:pt x="560" y="739"/>
                  <a:pt x="560" y="739"/>
                </a:cubicBezTo>
                <a:cubicBezTo>
                  <a:pt x="559" y="739"/>
                  <a:pt x="559" y="739"/>
                  <a:pt x="559" y="739"/>
                </a:cubicBezTo>
                <a:cubicBezTo>
                  <a:pt x="559" y="728"/>
                  <a:pt x="559" y="728"/>
                  <a:pt x="559" y="728"/>
                </a:cubicBezTo>
                <a:cubicBezTo>
                  <a:pt x="560" y="729"/>
                  <a:pt x="560" y="729"/>
                  <a:pt x="560" y="729"/>
                </a:cubicBezTo>
                <a:close/>
                <a:moveTo>
                  <a:pt x="559" y="469"/>
                </a:moveTo>
                <a:cubicBezTo>
                  <a:pt x="559" y="464"/>
                  <a:pt x="559" y="464"/>
                  <a:pt x="559" y="464"/>
                </a:cubicBezTo>
                <a:cubicBezTo>
                  <a:pt x="560" y="464"/>
                  <a:pt x="560" y="464"/>
                  <a:pt x="560" y="464"/>
                </a:cubicBezTo>
                <a:cubicBezTo>
                  <a:pt x="559" y="467"/>
                  <a:pt x="559" y="468"/>
                  <a:pt x="559" y="469"/>
                </a:cubicBezTo>
                <a:close/>
                <a:moveTo>
                  <a:pt x="556" y="35"/>
                </a:moveTo>
                <a:cubicBezTo>
                  <a:pt x="557" y="35"/>
                  <a:pt x="558" y="36"/>
                  <a:pt x="559" y="36"/>
                </a:cubicBezTo>
                <a:cubicBezTo>
                  <a:pt x="559" y="43"/>
                  <a:pt x="559" y="43"/>
                  <a:pt x="559" y="43"/>
                </a:cubicBezTo>
                <a:cubicBezTo>
                  <a:pt x="558" y="43"/>
                  <a:pt x="557" y="43"/>
                  <a:pt x="556" y="43"/>
                </a:cubicBezTo>
                <a:cubicBezTo>
                  <a:pt x="556" y="35"/>
                  <a:pt x="556" y="35"/>
                  <a:pt x="556" y="35"/>
                </a:cubicBezTo>
                <a:close/>
                <a:moveTo>
                  <a:pt x="559" y="759"/>
                </a:moveTo>
                <a:cubicBezTo>
                  <a:pt x="558" y="760"/>
                  <a:pt x="557" y="760"/>
                  <a:pt x="556" y="760"/>
                </a:cubicBezTo>
                <a:cubicBezTo>
                  <a:pt x="556" y="752"/>
                  <a:pt x="556" y="752"/>
                  <a:pt x="556" y="752"/>
                </a:cubicBezTo>
                <a:cubicBezTo>
                  <a:pt x="557" y="751"/>
                  <a:pt x="558" y="751"/>
                  <a:pt x="559" y="751"/>
                </a:cubicBezTo>
                <a:cubicBezTo>
                  <a:pt x="559" y="759"/>
                  <a:pt x="559" y="759"/>
                  <a:pt x="559" y="759"/>
                </a:cubicBezTo>
                <a:close/>
                <a:moveTo>
                  <a:pt x="559" y="74"/>
                </a:moveTo>
                <a:cubicBezTo>
                  <a:pt x="559" y="86"/>
                  <a:pt x="559" y="86"/>
                  <a:pt x="559" y="86"/>
                </a:cubicBezTo>
                <a:cubicBezTo>
                  <a:pt x="558" y="85"/>
                  <a:pt x="557" y="85"/>
                  <a:pt x="556" y="84"/>
                </a:cubicBezTo>
                <a:cubicBezTo>
                  <a:pt x="556" y="68"/>
                  <a:pt x="556" y="68"/>
                  <a:pt x="556" y="68"/>
                </a:cubicBezTo>
                <a:cubicBezTo>
                  <a:pt x="557" y="70"/>
                  <a:pt x="558" y="72"/>
                  <a:pt x="559" y="74"/>
                </a:cubicBezTo>
                <a:close/>
                <a:moveTo>
                  <a:pt x="559" y="159"/>
                </a:moveTo>
                <a:cubicBezTo>
                  <a:pt x="559" y="173"/>
                  <a:pt x="559" y="173"/>
                  <a:pt x="559" y="173"/>
                </a:cubicBezTo>
                <a:cubicBezTo>
                  <a:pt x="558" y="174"/>
                  <a:pt x="557" y="174"/>
                  <a:pt x="556" y="174"/>
                </a:cubicBezTo>
                <a:cubicBezTo>
                  <a:pt x="556" y="159"/>
                  <a:pt x="556" y="159"/>
                  <a:pt x="556" y="159"/>
                </a:cubicBezTo>
                <a:cubicBezTo>
                  <a:pt x="557" y="159"/>
                  <a:pt x="558" y="158"/>
                  <a:pt x="558" y="158"/>
                </a:cubicBezTo>
                <a:cubicBezTo>
                  <a:pt x="559" y="159"/>
                  <a:pt x="559" y="159"/>
                  <a:pt x="559" y="159"/>
                </a:cubicBezTo>
                <a:close/>
                <a:moveTo>
                  <a:pt x="559" y="188"/>
                </a:moveTo>
                <a:cubicBezTo>
                  <a:pt x="559" y="199"/>
                  <a:pt x="559" y="199"/>
                  <a:pt x="559" y="199"/>
                </a:cubicBezTo>
                <a:cubicBezTo>
                  <a:pt x="558" y="197"/>
                  <a:pt x="557" y="194"/>
                  <a:pt x="557" y="190"/>
                </a:cubicBezTo>
                <a:cubicBezTo>
                  <a:pt x="558" y="189"/>
                  <a:pt x="558" y="189"/>
                  <a:pt x="559" y="188"/>
                </a:cubicBezTo>
                <a:close/>
                <a:moveTo>
                  <a:pt x="559" y="228"/>
                </a:moveTo>
                <a:cubicBezTo>
                  <a:pt x="559" y="235"/>
                  <a:pt x="559" y="235"/>
                  <a:pt x="559" y="235"/>
                </a:cubicBezTo>
                <a:cubicBezTo>
                  <a:pt x="559" y="235"/>
                  <a:pt x="558" y="235"/>
                  <a:pt x="558" y="235"/>
                </a:cubicBezTo>
                <a:cubicBezTo>
                  <a:pt x="558" y="237"/>
                  <a:pt x="557" y="239"/>
                  <a:pt x="556" y="240"/>
                </a:cubicBezTo>
                <a:cubicBezTo>
                  <a:pt x="556" y="226"/>
                  <a:pt x="556" y="226"/>
                  <a:pt x="556" y="226"/>
                </a:cubicBezTo>
                <a:cubicBezTo>
                  <a:pt x="557" y="227"/>
                  <a:pt x="558" y="228"/>
                  <a:pt x="559" y="228"/>
                </a:cubicBezTo>
                <a:close/>
                <a:moveTo>
                  <a:pt x="559" y="262"/>
                </a:moveTo>
                <a:cubicBezTo>
                  <a:pt x="559" y="268"/>
                  <a:pt x="559" y="268"/>
                  <a:pt x="559" y="268"/>
                </a:cubicBezTo>
                <a:cubicBezTo>
                  <a:pt x="558" y="267"/>
                  <a:pt x="557" y="266"/>
                  <a:pt x="556" y="266"/>
                </a:cubicBezTo>
                <a:cubicBezTo>
                  <a:pt x="556" y="258"/>
                  <a:pt x="556" y="258"/>
                  <a:pt x="556" y="258"/>
                </a:cubicBezTo>
                <a:cubicBezTo>
                  <a:pt x="557" y="259"/>
                  <a:pt x="558" y="260"/>
                  <a:pt x="559" y="262"/>
                </a:cubicBezTo>
                <a:close/>
                <a:moveTo>
                  <a:pt x="559" y="302"/>
                </a:moveTo>
                <a:cubicBezTo>
                  <a:pt x="559" y="317"/>
                  <a:pt x="559" y="317"/>
                  <a:pt x="559" y="317"/>
                </a:cubicBezTo>
                <a:cubicBezTo>
                  <a:pt x="558" y="317"/>
                  <a:pt x="557" y="317"/>
                  <a:pt x="556" y="318"/>
                </a:cubicBezTo>
                <a:cubicBezTo>
                  <a:pt x="556" y="298"/>
                  <a:pt x="556" y="298"/>
                  <a:pt x="556" y="298"/>
                </a:cubicBezTo>
                <a:cubicBezTo>
                  <a:pt x="557" y="300"/>
                  <a:pt x="558" y="301"/>
                  <a:pt x="559" y="302"/>
                </a:cubicBezTo>
                <a:close/>
                <a:moveTo>
                  <a:pt x="559" y="332"/>
                </a:moveTo>
                <a:cubicBezTo>
                  <a:pt x="559" y="337"/>
                  <a:pt x="559" y="337"/>
                  <a:pt x="559" y="337"/>
                </a:cubicBezTo>
                <a:cubicBezTo>
                  <a:pt x="557" y="337"/>
                  <a:pt x="557" y="337"/>
                  <a:pt x="557" y="337"/>
                </a:cubicBezTo>
                <a:cubicBezTo>
                  <a:pt x="558" y="335"/>
                  <a:pt x="558" y="334"/>
                  <a:pt x="558" y="332"/>
                </a:cubicBezTo>
                <a:cubicBezTo>
                  <a:pt x="558" y="332"/>
                  <a:pt x="559" y="332"/>
                  <a:pt x="559" y="332"/>
                </a:cubicBezTo>
                <a:close/>
                <a:moveTo>
                  <a:pt x="559" y="345"/>
                </a:moveTo>
                <a:cubicBezTo>
                  <a:pt x="559" y="378"/>
                  <a:pt x="559" y="378"/>
                  <a:pt x="559" y="378"/>
                </a:cubicBezTo>
                <a:cubicBezTo>
                  <a:pt x="558" y="378"/>
                  <a:pt x="557" y="378"/>
                  <a:pt x="556" y="378"/>
                </a:cubicBezTo>
                <a:cubicBezTo>
                  <a:pt x="556" y="370"/>
                  <a:pt x="556" y="370"/>
                  <a:pt x="556" y="370"/>
                </a:cubicBezTo>
                <a:cubicBezTo>
                  <a:pt x="557" y="370"/>
                  <a:pt x="558" y="370"/>
                  <a:pt x="559" y="370"/>
                </a:cubicBezTo>
                <a:cubicBezTo>
                  <a:pt x="559" y="364"/>
                  <a:pt x="559" y="362"/>
                  <a:pt x="556" y="358"/>
                </a:cubicBezTo>
                <a:cubicBezTo>
                  <a:pt x="556" y="343"/>
                  <a:pt x="556" y="343"/>
                  <a:pt x="556" y="343"/>
                </a:cubicBezTo>
                <a:cubicBezTo>
                  <a:pt x="557" y="344"/>
                  <a:pt x="558" y="344"/>
                  <a:pt x="559" y="345"/>
                </a:cubicBezTo>
                <a:close/>
                <a:moveTo>
                  <a:pt x="559" y="390"/>
                </a:moveTo>
                <a:cubicBezTo>
                  <a:pt x="559" y="398"/>
                  <a:pt x="559" y="398"/>
                  <a:pt x="559" y="398"/>
                </a:cubicBezTo>
                <a:cubicBezTo>
                  <a:pt x="559" y="396"/>
                  <a:pt x="558" y="396"/>
                  <a:pt x="558" y="394"/>
                </a:cubicBezTo>
                <a:cubicBezTo>
                  <a:pt x="556" y="394"/>
                  <a:pt x="556" y="394"/>
                  <a:pt x="556" y="394"/>
                </a:cubicBezTo>
                <a:cubicBezTo>
                  <a:pt x="556" y="390"/>
                  <a:pt x="556" y="390"/>
                  <a:pt x="556" y="390"/>
                </a:cubicBezTo>
                <a:cubicBezTo>
                  <a:pt x="559" y="390"/>
                  <a:pt x="559" y="390"/>
                  <a:pt x="559" y="390"/>
                </a:cubicBezTo>
                <a:close/>
                <a:moveTo>
                  <a:pt x="559" y="411"/>
                </a:moveTo>
                <a:cubicBezTo>
                  <a:pt x="559" y="415"/>
                  <a:pt x="559" y="415"/>
                  <a:pt x="559" y="415"/>
                </a:cubicBezTo>
                <a:cubicBezTo>
                  <a:pt x="556" y="415"/>
                  <a:pt x="556" y="415"/>
                  <a:pt x="556" y="415"/>
                </a:cubicBezTo>
                <a:cubicBezTo>
                  <a:pt x="556" y="411"/>
                  <a:pt x="556" y="411"/>
                  <a:pt x="556" y="411"/>
                </a:cubicBezTo>
                <a:cubicBezTo>
                  <a:pt x="559" y="411"/>
                  <a:pt x="559" y="411"/>
                  <a:pt x="559" y="411"/>
                </a:cubicBezTo>
                <a:close/>
                <a:moveTo>
                  <a:pt x="559" y="446"/>
                </a:moveTo>
                <a:cubicBezTo>
                  <a:pt x="559" y="453"/>
                  <a:pt x="559" y="453"/>
                  <a:pt x="559" y="453"/>
                </a:cubicBezTo>
                <a:cubicBezTo>
                  <a:pt x="558" y="453"/>
                  <a:pt x="558" y="453"/>
                  <a:pt x="558" y="453"/>
                </a:cubicBezTo>
                <a:cubicBezTo>
                  <a:pt x="558" y="450"/>
                  <a:pt x="558" y="448"/>
                  <a:pt x="559" y="446"/>
                </a:cubicBezTo>
                <a:close/>
                <a:moveTo>
                  <a:pt x="559" y="464"/>
                </a:moveTo>
                <a:cubicBezTo>
                  <a:pt x="559" y="469"/>
                  <a:pt x="559" y="469"/>
                  <a:pt x="559" y="469"/>
                </a:cubicBezTo>
                <a:cubicBezTo>
                  <a:pt x="559" y="470"/>
                  <a:pt x="558" y="471"/>
                  <a:pt x="558" y="471"/>
                </a:cubicBezTo>
                <a:cubicBezTo>
                  <a:pt x="556" y="472"/>
                  <a:pt x="556" y="472"/>
                  <a:pt x="556" y="472"/>
                </a:cubicBezTo>
                <a:cubicBezTo>
                  <a:pt x="556" y="461"/>
                  <a:pt x="556" y="461"/>
                  <a:pt x="556" y="461"/>
                </a:cubicBezTo>
                <a:cubicBezTo>
                  <a:pt x="557" y="462"/>
                  <a:pt x="557" y="463"/>
                  <a:pt x="557" y="463"/>
                </a:cubicBezTo>
                <a:cubicBezTo>
                  <a:pt x="558" y="463"/>
                  <a:pt x="558" y="463"/>
                  <a:pt x="559" y="464"/>
                </a:cubicBezTo>
                <a:close/>
                <a:moveTo>
                  <a:pt x="559" y="487"/>
                </a:moveTo>
                <a:cubicBezTo>
                  <a:pt x="559" y="508"/>
                  <a:pt x="559" y="508"/>
                  <a:pt x="559" y="508"/>
                </a:cubicBezTo>
                <a:cubicBezTo>
                  <a:pt x="558" y="509"/>
                  <a:pt x="558" y="509"/>
                  <a:pt x="557" y="510"/>
                </a:cubicBezTo>
                <a:cubicBezTo>
                  <a:pt x="557" y="509"/>
                  <a:pt x="557" y="509"/>
                  <a:pt x="556" y="508"/>
                </a:cubicBezTo>
                <a:cubicBezTo>
                  <a:pt x="556" y="492"/>
                  <a:pt x="556" y="492"/>
                  <a:pt x="556" y="492"/>
                </a:cubicBezTo>
                <a:cubicBezTo>
                  <a:pt x="557" y="491"/>
                  <a:pt x="558" y="489"/>
                  <a:pt x="559" y="487"/>
                </a:cubicBezTo>
                <a:close/>
                <a:moveTo>
                  <a:pt x="559" y="535"/>
                </a:moveTo>
                <a:cubicBezTo>
                  <a:pt x="559" y="546"/>
                  <a:pt x="559" y="546"/>
                  <a:pt x="559" y="546"/>
                </a:cubicBezTo>
                <a:cubicBezTo>
                  <a:pt x="558" y="546"/>
                  <a:pt x="557" y="546"/>
                  <a:pt x="556" y="547"/>
                </a:cubicBezTo>
                <a:cubicBezTo>
                  <a:pt x="556" y="540"/>
                  <a:pt x="556" y="540"/>
                  <a:pt x="556" y="540"/>
                </a:cubicBezTo>
                <a:cubicBezTo>
                  <a:pt x="557" y="538"/>
                  <a:pt x="558" y="537"/>
                  <a:pt x="559" y="535"/>
                </a:cubicBezTo>
                <a:close/>
                <a:moveTo>
                  <a:pt x="559" y="556"/>
                </a:moveTo>
                <a:cubicBezTo>
                  <a:pt x="559" y="561"/>
                  <a:pt x="559" y="561"/>
                  <a:pt x="559" y="561"/>
                </a:cubicBezTo>
                <a:cubicBezTo>
                  <a:pt x="558" y="561"/>
                  <a:pt x="557" y="560"/>
                  <a:pt x="556" y="560"/>
                </a:cubicBezTo>
                <a:cubicBezTo>
                  <a:pt x="556" y="555"/>
                  <a:pt x="556" y="555"/>
                  <a:pt x="556" y="555"/>
                </a:cubicBezTo>
                <a:cubicBezTo>
                  <a:pt x="557" y="555"/>
                  <a:pt x="558" y="555"/>
                  <a:pt x="558" y="556"/>
                </a:cubicBezTo>
                <a:cubicBezTo>
                  <a:pt x="559" y="556"/>
                  <a:pt x="559" y="556"/>
                  <a:pt x="559" y="556"/>
                </a:cubicBezTo>
                <a:close/>
                <a:moveTo>
                  <a:pt x="559" y="568"/>
                </a:moveTo>
                <a:cubicBezTo>
                  <a:pt x="559" y="575"/>
                  <a:pt x="559" y="575"/>
                  <a:pt x="559" y="575"/>
                </a:cubicBezTo>
                <a:cubicBezTo>
                  <a:pt x="556" y="577"/>
                  <a:pt x="556" y="577"/>
                  <a:pt x="556" y="577"/>
                </a:cubicBezTo>
                <a:cubicBezTo>
                  <a:pt x="556" y="569"/>
                  <a:pt x="556" y="569"/>
                  <a:pt x="556" y="569"/>
                </a:cubicBezTo>
                <a:cubicBezTo>
                  <a:pt x="557" y="569"/>
                  <a:pt x="558" y="568"/>
                  <a:pt x="559" y="568"/>
                </a:cubicBezTo>
                <a:close/>
                <a:moveTo>
                  <a:pt x="559" y="709"/>
                </a:moveTo>
                <a:cubicBezTo>
                  <a:pt x="559" y="718"/>
                  <a:pt x="559" y="718"/>
                  <a:pt x="559" y="718"/>
                </a:cubicBezTo>
                <a:cubicBezTo>
                  <a:pt x="558" y="718"/>
                  <a:pt x="557" y="719"/>
                  <a:pt x="556" y="719"/>
                </a:cubicBezTo>
                <a:cubicBezTo>
                  <a:pt x="556" y="710"/>
                  <a:pt x="556" y="710"/>
                  <a:pt x="556" y="710"/>
                </a:cubicBezTo>
                <a:cubicBezTo>
                  <a:pt x="557" y="710"/>
                  <a:pt x="558" y="709"/>
                  <a:pt x="559" y="709"/>
                </a:cubicBezTo>
                <a:close/>
                <a:moveTo>
                  <a:pt x="559" y="728"/>
                </a:moveTo>
                <a:cubicBezTo>
                  <a:pt x="559" y="739"/>
                  <a:pt x="559" y="739"/>
                  <a:pt x="559" y="739"/>
                </a:cubicBezTo>
                <a:cubicBezTo>
                  <a:pt x="558" y="738"/>
                  <a:pt x="557" y="738"/>
                  <a:pt x="556" y="737"/>
                </a:cubicBezTo>
                <a:cubicBezTo>
                  <a:pt x="556" y="726"/>
                  <a:pt x="556" y="726"/>
                  <a:pt x="556" y="726"/>
                </a:cubicBezTo>
                <a:lnTo>
                  <a:pt x="559" y="728"/>
                </a:lnTo>
                <a:close/>
                <a:moveTo>
                  <a:pt x="546" y="31"/>
                </a:moveTo>
                <a:cubicBezTo>
                  <a:pt x="547" y="31"/>
                  <a:pt x="547" y="31"/>
                  <a:pt x="547" y="31"/>
                </a:cubicBezTo>
                <a:cubicBezTo>
                  <a:pt x="550" y="33"/>
                  <a:pt x="553" y="34"/>
                  <a:pt x="556" y="35"/>
                </a:cubicBezTo>
                <a:cubicBezTo>
                  <a:pt x="556" y="43"/>
                  <a:pt x="556" y="43"/>
                  <a:pt x="556" y="43"/>
                </a:cubicBezTo>
                <a:cubicBezTo>
                  <a:pt x="555" y="42"/>
                  <a:pt x="554" y="42"/>
                  <a:pt x="553" y="42"/>
                </a:cubicBezTo>
                <a:cubicBezTo>
                  <a:pt x="554" y="53"/>
                  <a:pt x="554" y="61"/>
                  <a:pt x="556" y="68"/>
                </a:cubicBezTo>
                <a:cubicBezTo>
                  <a:pt x="556" y="84"/>
                  <a:pt x="556" y="84"/>
                  <a:pt x="556" y="84"/>
                </a:cubicBezTo>
                <a:cubicBezTo>
                  <a:pt x="555" y="83"/>
                  <a:pt x="553" y="81"/>
                  <a:pt x="552" y="80"/>
                </a:cubicBezTo>
                <a:cubicBezTo>
                  <a:pt x="550" y="79"/>
                  <a:pt x="548" y="79"/>
                  <a:pt x="546" y="78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31"/>
                  <a:pt x="546" y="31"/>
                  <a:pt x="546" y="31"/>
                </a:cubicBezTo>
                <a:close/>
                <a:moveTo>
                  <a:pt x="556" y="760"/>
                </a:moveTo>
                <a:cubicBezTo>
                  <a:pt x="553" y="761"/>
                  <a:pt x="550" y="762"/>
                  <a:pt x="547" y="763"/>
                </a:cubicBezTo>
                <a:cubicBezTo>
                  <a:pt x="546" y="764"/>
                  <a:pt x="546" y="764"/>
                  <a:pt x="546" y="764"/>
                </a:cubicBezTo>
                <a:cubicBezTo>
                  <a:pt x="546" y="752"/>
                  <a:pt x="546" y="752"/>
                  <a:pt x="546" y="752"/>
                </a:cubicBezTo>
                <a:cubicBezTo>
                  <a:pt x="546" y="752"/>
                  <a:pt x="547" y="753"/>
                  <a:pt x="548" y="753"/>
                </a:cubicBezTo>
                <a:cubicBezTo>
                  <a:pt x="551" y="753"/>
                  <a:pt x="554" y="753"/>
                  <a:pt x="556" y="752"/>
                </a:cubicBezTo>
                <a:cubicBezTo>
                  <a:pt x="556" y="760"/>
                  <a:pt x="556" y="760"/>
                  <a:pt x="556" y="760"/>
                </a:cubicBezTo>
                <a:close/>
                <a:moveTo>
                  <a:pt x="556" y="159"/>
                </a:moveTo>
                <a:cubicBezTo>
                  <a:pt x="556" y="174"/>
                  <a:pt x="556" y="174"/>
                  <a:pt x="556" y="174"/>
                </a:cubicBezTo>
                <a:cubicBezTo>
                  <a:pt x="554" y="175"/>
                  <a:pt x="551" y="175"/>
                  <a:pt x="548" y="176"/>
                </a:cubicBezTo>
                <a:cubicBezTo>
                  <a:pt x="547" y="174"/>
                  <a:pt x="546" y="173"/>
                  <a:pt x="546" y="172"/>
                </a:cubicBezTo>
                <a:cubicBezTo>
                  <a:pt x="546" y="165"/>
                  <a:pt x="546" y="165"/>
                  <a:pt x="546" y="165"/>
                </a:cubicBezTo>
                <a:cubicBezTo>
                  <a:pt x="547" y="162"/>
                  <a:pt x="551" y="159"/>
                  <a:pt x="556" y="159"/>
                </a:cubicBezTo>
                <a:close/>
                <a:moveTo>
                  <a:pt x="556" y="226"/>
                </a:moveTo>
                <a:cubicBezTo>
                  <a:pt x="556" y="240"/>
                  <a:pt x="556" y="240"/>
                  <a:pt x="556" y="240"/>
                </a:cubicBezTo>
                <a:cubicBezTo>
                  <a:pt x="554" y="247"/>
                  <a:pt x="554" y="252"/>
                  <a:pt x="556" y="258"/>
                </a:cubicBezTo>
                <a:cubicBezTo>
                  <a:pt x="556" y="266"/>
                  <a:pt x="556" y="266"/>
                  <a:pt x="556" y="266"/>
                </a:cubicBezTo>
                <a:cubicBezTo>
                  <a:pt x="555" y="265"/>
                  <a:pt x="554" y="264"/>
                  <a:pt x="553" y="263"/>
                </a:cubicBezTo>
                <a:cubicBezTo>
                  <a:pt x="551" y="265"/>
                  <a:pt x="549" y="268"/>
                  <a:pt x="547" y="270"/>
                </a:cubicBezTo>
                <a:cubicBezTo>
                  <a:pt x="547" y="271"/>
                  <a:pt x="546" y="271"/>
                  <a:pt x="546" y="271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0"/>
                  <a:pt x="546" y="260"/>
                  <a:pt x="546" y="260"/>
                </a:cubicBezTo>
                <a:cubicBezTo>
                  <a:pt x="550" y="260"/>
                  <a:pt x="550" y="260"/>
                  <a:pt x="550" y="260"/>
                </a:cubicBezTo>
                <a:cubicBezTo>
                  <a:pt x="550" y="258"/>
                  <a:pt x="550" y="256"/>
                  <a:pt x="549" y="254"/>
                </a:cubicBezTo>
                <a:cubicBezTo>
                  <a:pt x="548" y="254"/>
                  <a:pt x="547" y="254"/>
                  <a:pt x="546" y="253"/>
                </a:cubicBezTo>
                <a:cubicBezTo>
                  <a:pt x="546" y="247"/>
                  <a:pt x="546" y="247"/>
                  <a:pt x="546" y="247"/>
                </a:cubicBezTo>
                <a:cubicBezTo>
                  <a:pt x="546" y="248"/>
                  <a:pt x="546" y="248"/>
                  <a:pt x="547" y="249"/>
                </a:cubicBezTo>
                <a:cubicBezTo>
                  <a:pt x="550" y="238"/>
                  <a:pt x="554" y="230"/>
                  <a:pt x="546" y="223"/>
                </a:cubicBezTo>
                <a:cubicBezTo>
                  <a:pt x="546" y="217"/>
                  <a:pt x="546" y="217"/>
                  <a:pt x="546" y="217"/>
                </a:cubicBezTo>
                <a:cubicBezTo>
                  <a:pt x="549" y="220"/>
                  <a:pt x="553" y="223"/>
                  <a:pt x="556" y="226"/>
                </a:cubicBezTo>
                <a:close/>
                <a:moveTo>
                  <a:pt x="556" y="298"/>
                </a:moveTo>
                <a:cubicBezTo>
                  <a:pt x="556" y="318"/>
                  <a:pt x="556" y="318"/>
                  <a:pt x="556" y="318"/>
                </a:cubicBezTo>
                <a:cubicBezTo>
                  <a:pt x="553" y="319"/>
                  <a:pt x="550" y="321"/>
                  <a:pt x="546" y="321"/>
                </a:cubicBezTo>
                <a:cubicBezTo>
                  <a:pt x="546" y="309"/>
                  <a:pt x="546" y="309"/>
                  <a:pt x="546" y="309"/>
                </a:cubicBezTo>
                <a:cubicBezTo>
                  <a:pt x="548" y="310"/>
                  <a:pt x="550" y="311"/>
                  <a:pt x="554" y="311"/>
                </a:cubicBezTo>
                <a:cubicBezTo>
                  <a:pt x="554" y="309"/>
                  <a:pt x="554" y="308"/>
                  <a:pt x="554" y="306"/>
                </a:cubicBezTo>
                <a:cubicBezTo>
                  <a:pt x="548" y="305"/>
                  <a:pt x="548" y="299"/>
                  <a:pt x="547" y="295"/>
                </a:cubicBezTo>
                <a:cubicBezTo>
                  <a:pt x="549" y="292"/>
                  <a:pt x="551" y="293"/>
                  <a:pt x="554" y="293"/>
                </a:cubicBezTo>
                <a:cubicBezTo>
                  <a:pt x="555" y="295"/>
                  <a:pt x="556" y="297"/>
                  <a:pt x="556" y="298"/>
                </a:cubicBezTo>
                <a:close/>
                <a:moveTo>
                  <a:pt x="556" y="343"/>
                </a:moveTo>
                <a:cubicBezTo>
                  <a:pt x="556" y="358"/>
                  <a:pt x="556" y="358"/>
                  <a:pt x="556" y="358"/>
                </a:cubicBezTo>
                <a:cubicBezTo>
                  <a:pt x="556" y="357"/>
                  <a:pt x="556" y="357"/>
                  <a:pt x="555" y="356"/>
                </a:cubicBezTo>
                <a:cubicBezTo>
                  <a:pt x="553" y="356"/>
                  <a:pt x="550" y="356"/>
                  <a:pt x="548" y="356"/>
                </a:cubicBezTo>
                <a:cubicBezTo>
                  <a:pt x="547" y="362"/>
                  <a:pt x="551" y="365"/>
                  <a:pt x="554" y="371"/>
                </a:cubicBezTo>
                <a:cubicBezTo>
                  <a:pt x="555" y="371"/>
                  <a:pt x="556" y="371"/>
                  <a:pt x="556" y="370"/>
                </a:cubicBezTo>
                <a:cubicBezTo>
                  <a:pt x="556" y="378"/>
                  <a:pt x="556" y="378"/>
                  <a:pt x="556" y="378"/>
                </a:cubicBezTo>
                <a:cubicBezTo>
                  <a:pt x="550" y="378"/>
                  <a:pt x="548" y="375"/>
                  <a:pt x="546" y="369"/>
                </a:cubicBezTo>
                <a:cubicBezTo>
                  <a:pt x="546" y="349"/>
                  <a:pt x="546" y="349"/>
                  <a:pt x="546" y="349"/>
                </a:cubicBezTo>
                <a:cubicBezTo>
                  <a:pt x="546" y="348"/>
                  <a:pt x="547" y="348"/>
                  <a:pt x="548" y="348"/>
                </a:cubicBezTo>
                <a:cubicBezTo>
                  <a:pt x="548" y="346"/>
                  <a:pt x="548" y="345"/>
                  <a:pt x="548" y="344"/>
                </a:cubicBezTo>
                <a:cubicBezTo>
                  <a:pt x="546" y="344"/>
                  <a:pt x="546" y="344"/>
                  <a:pt x="546" y="344"/>
                </a:cubicBezTo>
                <a:cubicBezTo>
                  <a:pt x="546" y="328"/>
                  <a:pt x="546" y="328"/>
                  <a:pt x="546" y="328"/>
                </a:cubicBezTo>
                <a:cubicBezTo>
                  <a:pt x="548" y="328"/>
                  <a:pt x="548" y="328"/>
                  <a:pt x="551" y="330"/>
                </a:cubicBezTo>
                <a:cubicBezTo>
                  <a:pt x="552" y="335"/>
                  <a:pt x="552" y="341"/>
                  <a:pt x="556" y="343"/>
                </a:cubicBezTo>
                <a:close/>
                <a:moveTo>
                  <a:pt x="556" y="390"/>
                </a:moveTo>
                <a:cubicBezTo>
                  <a:pt x="556" y="394"/>
                  <a:pt x="556" y="394"/>
                  <a:pt x="556" y="394"/>
                </a:cubicBezTo>
                <a:cubicBezTo>
                  <a:pt x="554" y="394"/>
                  <a:pt x="552" y="393"/>
                  <a:pt x="550" y="393"/>
                </a:cubicBezTo>
                <a:cubicBezTo>
                  <a:pt x="552" y="400"/>
                  <a:pt x="551" y="407"/>
                  <a:pt x="556" y="411"/>
                </a:cubicBezTo>
                <a:cubicBezTo>
                  <a:pt x="556" y="411"/>
                  <a:pt x="556" y="411"/>
                  <a:pt x="556" y="411"/>
                </a:cubicBezTo>
                <a:cubicBezTo>
                  <a:pt x="556" y="415"/>
                  <a:pt x="556" y="415"/>
                  <a:pt x="556" y="415"/>
                </a:cubicBezTo>
                <a:cubicBezTo>
                  <a:pt x="546" y="415"/>
                  <a:pt x="546" y="415"/>
                  <a:pt x="546" y="415"/>
                </a:cubicBezTo>
                <a:cubicBezTo>
                  <a:pt x="546" y="411"/>
                  <a:pt x="546" y="411"/>
                  <a:pt x="546" y="411"/>
                </a:cubicBezTo>
                <a:cubicBezTo>
                  <a:pt x="547" y="410"/>
                  <a:pt x="548" y="410"/>
                  <a:pt x="550" y="410"/>
                </a:cubicBezTo>
                <a:cubicBezTo>
                  <a:pt x="548" y="401"/>
                  <a:pt x="548" y="400"/>
                  <a:pt x="546" y="396"/>
                </a:cubicBezTo>
                <a:cubicBezTo>
                  <a:pt x="546" y="390"/>
                  <a:pt x="546" y="390"/>
                  <a:pt x="546" y="390"/>
                </a:cubicBezTo>
                <a:cubicBezTo>
                  <a:pt x="556" y="390"/>
                  <a:pt x="556" y="390"/>
                  <a:pt x="556" y="390"/>
                </a:cubicBezTo>
                <a:close/>
                <a:moveTo>
                  <a:pt x="556" y="461"/>
                </a:moveTo>
                <a:cubicBezTo>
                  <a:pt x="556" y="472"/>
                  <a:pt x="556" y="472"/>
                  <a:pt x="556" y="472"/>
                </a:cubicBezTo>
                <a:cubicBezTo>
                  <a:pt x="553" y="472"/>
                  <a:pt x="549" y="473"/>
                  <a:pt x="546" y="474"/>
                </a:cubicBezTo>
                <a:cubicBezTo>
                  <a:pt x="546" y="449"/>
                  <a:pt x="546" y="449"/>
                  <a:pt x="546" y="449"/>
                </a:cubicBezTo>
                <a:cubicBezTo>
                  <a:pt x="548" y="454"/>
                  <a:pt x="551" y="458"/>
                  <a:pt x="556" y="461"/>
                </a:cubicBezTo>
                <a:cubicBezTo>
                  <a:pt x="556" y="461"/>
                  <a:pt x="556" y="461"/>
                  <a:pt x="556" y="461"/>
                </a:cubicBezTo>
                <a:close/>
                <a:moveTo>
                  <a:pt x="556" y="492"/>
                </a:moveTo>
                <a:cubicBezTo>
                  <a:pt x="556" y="508"/>
                  <a:pt x="556" y="508"/>
                  <a:pt x="556" y="508"/>
                </a:cubicBezTo>
                <a:cubicBezTo>
                  <a:pt x="555" y="505"/>
                  <a:pt x="553" y="503"/>
                  <a:pt x="553" y="499"/>
                </a:cubicBezTo>
                <a:cubicBezTo>
                  <a:pt x="554" y="497"/>
                  <a:pt x="555" y="495"/>
                  <a:pt x="556" y="492"/>
                </a:cubicBezTo>
                <a:close/>
                <a:moveTo>
                  <a:pt x="556" y="540"/>
                </a:moveTo>
                <a:cubicBezTo>
                  <a:pt x="556" y="547"/>
                  <a:pt x="556" y="547"/>
                  <a:pt x="556" y="547"/>
                </a:cubicBezTo>
                <a:cubicBezTo>
                  <a:pt x="554" y="548"/>
                  <a:pt x="552" y="550"/>
                  <a:pt x="550" y="553"/>
                </a:cubicBezTo>
                <a:cubicBezTo>
                  <a:pt x="554" y="554"/>
                  <a:pt x="555" y="554"/>
                  <a:pt x="556" y="555"/>
                </a:cubicBezTo>
                <a:cubicBezTo>
                  <a:pt x="556" y="560"/>
                  <a:pt x="556" y="560"/>
                  <a:pt x="556" y="560"/>
                </a:cubicBezTo>
                <a:cubicBezTo>
                  <a:pt x="552" y="559"/>
                  <a:pt x="549" y="559"/>
                  <a:pt x="546" y="560"/>
                </a:cubicBezTo>
                <a:cubicBezTo>
                  <a:pt x="546" y="550"/>
                  <a:pt x="546" y="550"/>
                  <a:pt x="546" y="550"/>
                </a:cubicBezTo>
                <a:cubicBezTo>
                  <a:pt x="550" y="546"/>
                  <a:pt x="552" y="541"/>
                  <a:pt x="546" y="539"/>
                </a:cubicBezTo>
                <a:cubicBezTo>
                  <a:pt x="546" y="539"/>
                  <a:pt x="546" y="539"/>
                  <a:pt x="546" y="539"/>
                </a:cubicBezTo>
                <a:cubicBezTo>
                  <a:pt x="546" y="533"/>
                  <a:pt x="546" y="533"/>
                  <a:pt x="546" y="533"/>
                </a:cubicBezTo>
                <a:cubicBezTo>
                  <a:pt x="553" y="540"/>
                  <a:pt x="553" y="540"/>
                  <a:pt x="553" y="540"/>
                </a:cubicBezTo>
                <a:cubicBezTo>
                  <a:pt x="554" y="540"/>
                  <a:pt x="555" y="540"/>
                  <a:pt x="556" y="540"/>
                </a:cubicBezTo>
                <a:cubicBezTo>
                  <a:pt x="556" y="540"/>
                  <a:pt x="556" y="540"/>
                  <a:pt x="556" y="540"/>
                </a:cubicBezTo>
                <a:close/>
                <a:moveTo>
                  <a:pt x="556" y="569"/>
                </a:moveTo>
                <a:cubicBezTo>
                  <a:pt x="556" y="577"/>
                  <a:pt x="556" y="577"/>
                  <a:pt x="556" y="577"/>
                </a:cubicBezTo>
                <a:cubicBezTo>
                  <a:pt x="553" y="580"/>
                  <a:pt x="549" y="584"/>
                  <a:pt x="546" y="587"/>
                </a:cubicBezTo>
                <a:cubicBezTo>
                  <a:pt x="546" y="580"/>
                  <a:pt x="546" y="580"/>
                  <a:pt x="546" y="580"/>
                </a:cubicBezTo>
                <a:cubicBezTo>
                  <a:pt x="547" y="579"/>
                  <a:pt x="549" y="578"/>
                  <a:pt x="550" y="576"/>
                </a:cubicBezTo>
                <a:cubicBezTo>
                  <a:pt x="549" y="576"/>
                  <a:pt x="547" y="575"/>
                  <a:pt x="546" y="575"/>
                </a:cubicBezTo>
                <a:cubicBezTo>
                  <a:pt x="546" y="569"/>
                  <a:pt x="546" y="569"/>
                  <a:pt x="546" y="569"/>
                </a:cubicBezTo>
                <a:cubicBezTo>
                  <a:pt x="552" y="571"/>
                  <a:pt x="552" y="571"/>
                  <a:pt x="552" y="571"/>
                </a:cubicBezTo>
                <a:cubicBezTo>
                  <a:pt x="553" y="570"/>
                  <a:pt x="555" y="570"/>
                  <a:pt x="556" y="569"/>
                </a:cubicBezTo>
                <a:close/>
                <a:moveTo>
                  <a:pt x="556" y="710"/>
                </a:moveTo>
                <a:cubicBezTo>
                  <a:pt x="556" y="719"/>
                  <a:pt x="556" y="719"/>
                  <a:pt x="556" y="719"/>
                </a:cubicBezTo>
                <a:cubicBezTo>
                  <a:pt x="555" y="720"/>
                  <a:pt x="553" y="721"/>
                  <a:pt x="550" y="722"/>
                </a:cubicBezTo>
                <a:cubicBezTo>
                  <a:pt x="552" y="724"/>
                  <a:pt x="554" y="725"/>
                  <a:pt x="556" y="726"/>
                </a:cubicBezTo>
                <a:cubicBezTo>
                  <a:pt x="556" y="737"/>
                  <a:pt x="556" y="737"/>
                  <a:pt x="556" y="737"/>
                </a:cubicBezTo>
                <a:cubicBezTo>
                  <a:pt x="553" y="735"/>
                  <a:pt x="549" y="733"/>
                  <a:pt x="546" y="731"/>
                </a:cubicBezTo>
                <a:cubicBezTo>
                  <a:pt x="546" y="717"/>
                  <a:pt x="546" y="717"/>
                  <a:pt x="546" y="717"/>
                </a:cubicBezTo>
                <a:cubicBezTo>
                  <a:pt x="549" y="714"/>
                  <a:pt x="553" y="712"/>
                  <a:pt x="556" y="710"/>
                </a:cubicBezTo>
                <a:close/>
                <a:moveTo>
                  <a:pt x="546" y="496"/>
                </a:moveTo>
                <a:cubicBezTo>
                  <a:pt x="546" y="483"/>
                  <a:pt x="546" y="483"/>
                  <a:pt x="546" y="483"/>
                </a:cubicBezTo>
                <a:cubicBezTo>
                  <a:pt x="549" y="485"/>
                  <a:pt x="547" y="490"/>
                  <a:pt x="547" y="495"/>
                </a:cubicBezTo>
                <a:lnTo>
                  <a:pt x="546" y="496"/>
                </a:lnTo>
                <a:close/>
                <a:moveTo>
                  <a:pt x="540" y="27"/>
                </a:moveTo>
                <a:cubicBezTo>
                  <a:pt x="542" y="29"/>
                  <a:pt x="544" y="30"/>
                  <a:pt x="546" y="3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5" y="56"/>
                  <a:pt x="546" y="46"/>
                  <a:pt x="540" y="38"/>
                </a:cubicBezTo>
                <a:cubicBezTo>
                  <a:pt x="540" y="27"/>
                  <a:pt x="540" y="27"/>
                  <a:pt x="540" y="27"/>
                </a:cubicBezTo>
                <a:close/>
                <a:moveTo>
                  <a:pt x="546" y="764"/>
                </a:moveTo>
                <a:cubicBezTo>
                  <a:pt x="544" y="765"/>
                  <a:pt x="542" y="766"/>
                  <a:pt x="540" y="767"/>
                </a:cubicBezTo>
                <a:cubicBezTo>
                  <a:pt x="540" y="749"/>
                  <a:pt x="540" y="749"/>
                  <a:pt x="540" y="749"/>
                </a:cubicBezTo>
                <a:cubicBezTo>
                  <a:pt x="542" y="750"/>
                  <a:pt x="543" y="751"/>
                  <a:pt x="546" y="752"/>
                </a:cubicBezTo>
                <a:cubicBezTo>
                  <a:pt x="546" y="764"/>
                  <a:pt x="546" y="764"/>
                  <a:pt x="546" y="764"/>
                </a:cubicBezTo>
                <a:close/>
                <a:moveTo>
                  <a:pt x="546" y="71"/>
                </a:moveTo>
                <a:cubicBezTo>
                  <a:pt x="543" y="70"/>
                  <a:pt x="541" y="69"/>
                  <a:pt x="540" y="68"/>
                </a:cubicBezTo>
                <a:cubicBezTo>
                  <a:pt x="540" y="76"/>
                  <a:pt x="540" y="76"/>
                  <a:pt x="540" y="76"/>
                </a:cubicBezTo>
                <a:cubicBezTo>
                  <a:pt x="542" y="77"/>
                  <a:pt x="543" y="78"/>
                  <a:pt x="546" y="78"/>
                </a:cubicBezTo>
                <a:cubicBezTo>
                  <a:pt x="546" y="71"/>
                  <a:pt x="546" y="71"/>
                  <a:pt x="546" y="71"/>
                </a:cubicBezTo>
                <a:close/>
                <a:moveTo>
                  <a:pt x="546" y="165"/>
                </a:moveTo>
                <a:cubicBezTo>
                  <a:pt x="546" y="172"/>
                  <a:pt x="546" y="172"/>
                  <a:pt x="546" y="172"/>
                </a:cubicBezTo>
                <a:cubicBezTo>
                  <a:pt x="545" y="169"/>
                  <a:pt x="545" y="167"/>
                  <a:pt x="546" y="165"/>
                </a:cubicBezTo>
                <a:close/>
                <a:moveTo>
                  <a:pt x="546" y="217"/>
                </a:moveTo>
                <a:cubicBezTo>
                  <a:pt x="546" y="223"/>
                  <a:pt x="546" y="223"/>
                  <a:pt x="546" y="223"/>
                </a:cubicBezTo>
                <a:cubicBezTo>
                  <a:pt x="545" y="222"/>
                  <a:pt x="544" y="221"/>
                  <a:pt x="543" y="220"/>
                </a:cubicBezTo>
                <a:cubicBezTo>
                  <a:pt x="541" y="231"/>
                  <a:pt x="537" y="240"/>
                  <a:pt x="546" y="247"/>
                </a:cubicBezTo>
                <a:cubicBezTo>
                  <a:pt x="546" y="253"/>
                  <a:pt x="546" y="253"/>
                  <a:pt x="546" y="253"/>
                </a:cubicBezTo>
                <a:cubicBezTo>
                  <a:pt x="543" y="252"/>
                  <a:pt x="542" y="251"/>
                  <a:pt x="540" y="250"/>
                </a:cubicBezTo>
                <a:cubicBezTo>
                  <a:pt x="540" y="212"/>
                  <a:pt x="540" y="212"/>
                  <a:pt x="540" y="212"/>
                </a:cubicBezTo>
                <a:cubicBezTo>
                  <a:pt x="542" y="214"/>
                  <a:pt x="544" y="215"/>
                  <a:pt x="546" y="217"/>
                </a:cubicBezTo>
                <a:close/>
                <a:moveTo>
                  <a:pt x="546" y="260"/>
                </a:moveTo>
                <a:cubicBezTo>
                  <a:pt x="546" y="264"/>
                  <a:pt x="546" y="264"/>
                  <a:pt x="546" y="264"/>
                </a:cubicBezTo>
                <a:cubicBezTo>
                  <a:pt x="545" y="264"/>
                  <a:pt x="542" y="262"/>
                  <a:pt x="540" y="261"/>
                </a:cubicBezTo>
                <a:cubicBezTo>
                  <a:pt x="540" y="257"/>
                  <a:pt x="540" y="257"/>
                  <a:pt x="540" y="257"/>
                </a:cubicBezTo>
                <a:cubicBezTo>
                  <a:pt x="541" y="258"/>
                  <a:pt x="543" y="259"/>
                  <a:pt x="544" y="260"/>
                </a:cubicBezTo>
                <a:cubicBezTo>
                  <a:pt x="546" y="260"/>
                  <a:pt x="546" y="260"/>
                  <a:pt x="546" y="260"/>
                </a:cubicBezTo>
                <a:close/>
                <a:moveTo>
                  <a:pt x="546" y="264"/>
                </a:moveTo>
                <a:cubicBezTo>
                  <a:pt x="546" y="271"/>
                  <a:pt x="546" y="271"/>
                  <a:pt x="546" y="271"/>
                </a:cubicBezTo>
                <a:cubicBezTo>
                  <a:pt x="543" y="272"/>
                  <a:pt x="542" y="274"/>
                  <a:pt x="540" y="275"/>
                </a:cubicBezTo>
                <a:cubicBezTo>
                  <a:pt x="540" y="269"/>
                  <a:pt x="540" y="269"/>
                  <a:pt x="540" y="269"/>
                </a:cubicBezTo>
                <a:cubicBezTo>
                  <a:pt x="543" y="269"/>
                  <a:pt x="545" y="267"/>
                  <a:pt x="546" y="264"/>
                </a:cubicBezTo>
                <a:close/>
                <a:moveTo>
                  <a:pt x="546" y="309"/>
                </a:moveTo>
                <a:cubicBezTo>
                  <a:pt x="546" y="321"/>
                  <a:pt x="546" y="321"/>
                  <a:pt x="546" y="321"/>
                </a:cubicBezTo>
                <a:cubicBezTo>
                  <a:pt x="545" y="321"/>
                  <a:pt x="545" y="320"/>
                  <a:pt x="544" y="320"/>
                </a:cubicBezTo>
                <a:cubicBezTo>
                  <a:pt x="543" y="318"/>
                  <a:pt x="541" y="316"/>
                  <a:pt x="540" y="314"/>
                </a:cubicBezTo>
                <a:cubicBezTo>
                  <a:pt x="540" y="314"/>
                  <a:pt x="540" y="314"/>
                  <a:pt x="540" y="314"/>
                </a:cubicBezTo>
                <a:cubicBezTo>
                  <a:pt x="540" y="304"/>
                  <a:pt x="540" y="304"/>
                  <a:pt x="540" y="304"/>
                </a:cubicBezTo>
                <a:cubicBezTo>
                  <a:pt x="542" y="307"/>
                  <a:pt x="543" y="308"/>
                  <a:pt x="546" y="309"/>
                </a:cubicBezTo>
                <a:close/>
                <a:moveTo>
                  <a:pt x="546" y="328"/>
                </a:moveTo>
                <a:cubicBezTo>
                  <a:pt x="546" y="344"/>
                  <a:pt x="546" y="344"/>
                  <a:pt x="546" y="344"/>
                </a:cubicBezTo>
                <a:cubicBezTo>
                  <a:pt x="544" y="344"/>
                  <a:pt x="542" y="344"/>
                  <a:pt x="541" y="344"/>
                </a:cubicBezTo>
                <a:cubicBezTo>
                  <a:pt x="541" y="346"/>
                  <a:pt x="541" y="348"/>
                  <a:pt x="542" y="350"/>
                </a:cubicBezTo>
                <a:cubicBezTo>
                  <a:pt x="546" y="349"/>
                  <a:pt x="546" y="349"/>
                  <a:pt x="546" y="349"/>
                </a:cubicBezTo>
                <a:cubicBezTo>
                  <a:pt x="546" y="369"/>
                  <a:pt x="546" y="369"/>
                  <a:pt x="546" y="369"/>
                </a:cubicBezTo>
                <a:cubicBezTo>
                  <a:pt x="545" y="367"/>
                  <a:pt x="544" y="365"/>
                  <a:pt x="543" y="363"/>
                </a:cubicBezTo>
                <a:cubicBezTo>
                  <a:pt x="542" y="363"/>
                  <a:pt x="541" y="363"/>
                  <a:pt x="541" y="364"/>
                </a:cubicBezTo>
                <a:cubicBezTo>
                  <a:pt x="540" y="364"/>
                  <a:pt x="540" y="365"/>
                  <a:pt x="540" y="366"/>
                </a:cubicBezTo>
                <a:cubicBezTo>
                  <a:pt x="540" y="334"/>
                  <a:pt x="540" y="334"/>
                  <a:pt x="540" y="334"/>
                </a:cubicBezTo>
                <a:cubicBezTo>
                  <a:pt x="543" y="331"/>
                  <a:pt x="543" y="330"/>
                  <a:pt x="544" y="328"/>
                </a:cubicBezTo>
                <a:cubicBezTo>
                  <a:pt x="545" y="328"/>
                  <a:pt x="545" y="328"/>
                  <a:pt x="546" y="328"/>
                </a:cubicBezTo>
                <a:close/>
                <a:moveTo>
                  <a:pt x="546" y="390"/>
                </a:moveTo>
                <a:cubicBezTo>
                  <a:pt x="546" y="396"/>
                  <a:pt x="546" y="396"/>
                  <a:pt x="546" y="396"/>
                </a:cubicBezTo>
                <a:cubicBezTo>
                  <a:pt x="545" y="396"/>
                  <a:pt x="545" y="395"/>
                  <a:pt x="544" y="394"/>
                </a:cubicBezTo>
                <a:cubicBezTo>
                  <a:pt x="540" y="394"/>
                  <a:pt x="540" y="394"/>
                  <a:pt x="540" y="394"/>
                </a:cubicBezTo>
                <a:cubicBezTo>
                  <a:pt x="540" y="390"/>
                  <a:pt x="540" y="390"/>
                  <a:pt x="540" y="390"/>
                </a:cubicBezTo>
                <a:cubicBezTo>
                  <a:pt x="546" y="390"/>
                  <a:pt x="546" y="390"/>
                  <a:pt x="546" y="390"/>
                </a:cubicBezTo>
                <a:close/>
                <a:moveTo>
                  <a:pt x="546" y="411"/>
                </a:moveTo>
                <a:cubicBezTo>
                  <a:pt x="546" y="415"/>
                  <a:pt x="546" y="415"/>
                  <a:pt x="546" y="415"/>
                </a:cubicBezTo>
                <a:cubicBezTo>
                  <a:pt x="540" y="415"/>
                  <a:pt x="540" y="415"/>
                  <a:pt x="540" y="415"/>
                </a:cubicBezTo>
                <a:cubicBezTo>
                  <a:pt x="540" y="405"/>
                  <a:pt x="540" y="405"/>
                  <a:pt x="540" y="405"/>
                </a:cubicBezTo>
                <a:cubicBezTo>
                  <a:pt x="541" y="410"/>
                  <a:pt x="541" y="410"/>
                  <a:pt x="541" y="410"/>
                </a:cubicBezTo>
                <a:cubicBezTo>
                  <a:pt x="541" y="410"/>
                  <a:pt x="542" y="411"/>
                  <a:pt x="543" y="411"/>
                </a:cubicBezTo>
                <a:cubicBezTo>
                  <a:pt x="544" y="411"/>
                  <a:pt x="545" y="411"/>
                  <a:pt x="546" y="411"/>
                </a:cubicBezTo>
                <a:close/>
                <a:moveTo>
                  <a:pt x="546" y="449"/>
                </a:moveTo>
                <a:cubicBezTo>
                  <a:pt x="546" y="474"/>
                  <a:pt x="546" y="474"/>
                  <a:pt x="546" y="474"/>
                </a:cubicBezTo>
                <a:cubicBezTo>
                  <a:pt x="543" y="474"/>
                  <a:pt x="542" y="474"/>
                  <a:pt x="540" y="475"/>
                </a:cubicBezTo>
                <a:cubicBezTo>
                  <a:pt x="540" y="467"/>
                  <a:pt x="540" y="467"/>
                  <a:pt x="540" y="467"/>
                </a:cubicBezTo>
                <a:cubicBezTo>
                  <a:pt x="540" y="467"/>
                  <a:pt x="541" y="467"/>
                  <a:pt x="541" y="467"/>
                </a:cubicBezTo>
                <a:cubicBezTo>
                  <a:pt x="541" y="465"/>
                  <a:pt x="541" y="463"/>
                  <a:pt x="541" y="461"/>
                </a:cubicBezTo>
                <a:cubicBezTo>
                  <a:pt x="540" y="461"/>
                  <a:pt x="540" y="461"/>
                  <a:pt x="540" y="461"/>
                </a:cubicBezTo>
                <a:cubicBezTo>
                  <a:pt x="540" y="423"/>
                  <a:pt x="540" y="423"/>
                  <a:pt x="540" y="423"/>
                </a:cubicBezTo>
                <a:cubicBezTo>
                  <a:pt x="541" y="430"/>
                  <a:pt x="542" y="441"/>
                  <a:pt x="546" y="449"/>
                </a:cubicBezTo>
                <a:close/>
                <a:moveTo>
                  <a:pt x="546" y="483"/>
                </a:moveTo>
                <a:cubicBezTo>
                  <a:pt x="546" y="496"/>
                  <a:pt x="546" y="496"/>
                  <a:pt x="546" y="496"/>
                </a:cubicBezTo>
                <a:cubicBezTo>
                  <a:pt x="545" y="496"/>
                  <a:pt x="544" y="497"/>
                  <a:pt x="543" y="497"/>
                </a:cubicBezTo>
                <a:cubicBezTo>
                  <a:pt x="539" y="491"/>
                  <a:pt x="541" y="489"/>
                  <a:pt x="542" y="482"/>
                </a:cubicBezTo>
                <a:cubicBezTo>
                  <a:pt x="543" y="482"/>
                  <a:pt x="545" y="482"/>
                  <a:pt x="546" y="483"/>
                </a:cubicBezTo>
                <a:close/>
                <a:moveTo>
                  <a:pt x="546" y="533"/>
                </a:moveTo>
                <a:cubicBezTo>
                  <a:pt x="546" y="539"/>
                  <a:pt x="546" y="539"/>
                  <a:pt x="546" y="539"/>
                </a:cubicBezTo>
                <a:cubicBezTo>
                  <a:pt x="544" y="543"/>
                  <a:pt x="541" y="546"/>
                  <a:pt x="540" y="549"/>
                </a:cubicBezTo>
                <a:cubicBezTo>
                  <a:pt x="540" y="544"/>
                  <a:pt x="540" y="544"/>
                  <a:pt x="540" y="544"/>
                </a:cubicBezTo>
                <a:cubicBezTo>
                  <a:pt x="542" y="541"/>
                  <a:pt x="542" y="537"/>
                  <a:pt x="540" y="533"/>
                </a:cubicBezTo>
                <a:cubicBezTo>
                  <a:pt x="540" y="527"/>
                  <a:pt x="540" y="527"/>
                  <a:pt x="540" y="527"/>
                </a:cubicBezTo>
                <a:cubicBezTo>
                  <a:pt x="546" y="533"/>
                  <a:pt x="546" y="533"/>
                  <a:pt x="546" y="533"/>
                </a:cubicBezTo>
                <a:close/>
                <a:moveTo>
                  <a:pt x="546" y="550"/>
                </a:moveTo>
                <a:cubicBezTo>
                  <a:pt x="546" y="560"/>
                  <a:pt x="546" y="560"/>
                  <a:pt x="546" y="560"/>
                </a:cubicBezTo>
                <a:cubicBezTo>
                  <a:pt x="544" y="560"/>
                  <a:pt x="542" y="561"/>
                  <a:pt x="540" y="563"/>
                </a:cubicBezTo>
                <a:cubicBezTo>
                  <a:pt x="540" y="555"/>
                  <a:pt x="540" y="555"/>
                  <a:pt x="540" y="555"/>
                </a:cubicBezTo>
                <a:cubicBezTo>
                  <a:pt x="541" y="554"/>
                  <a:pt x="544" y="552"/>
                  <a:pt x="546" y="550"/>
                </a:cubicBezTo>
                <a:close/>
                <a:moveTo>
                  <a:pt x="546" y="569"/>
                </a:moveTo>
                <a:cubicBezTo>
                  <a:pt x="546" y="575"/>
                  <a:pt x="546" y="575"/>
                  <a:pt x="546" y="575"/>
                </a:cubicBezTo>
                <a:cubicBezTo>
                  <a:pt x="544" y="574"/>
                  <a:pt x="542" y="573"/>
                  <a:pt x="540" y="573"/>
                </a:cubicBezTo>
                <a:cubicBezTo>
                  <a:pt x="540" y="567"/>
                  <a:pt x="540" y="567"/>
                  <a:pt x="540" y="567"/>
                </a:cubicBezTo>
                <a:cubicBezTo>
                  <a:pt x="546" y="569"/>
                  <a:pt x="546" y="569"/>
                  <a:pt x="546" y="569"/>
                </a:cubicBezTo>
                <a:close/>
                <a:moveTo>
                  <a:pt x="546" y="580"/>
                </a:moveTo>
                <a:cubicBezTo>
                  <a:pt x="546" y="587"/>
                  <a:pt x="546" y="587"/>
                  <a:pt x="546" y="587"/>
                </a:cubicBezTo>
                <a:cubicBezTo>
                  <a:pt x="544" y="588"/>
                  <a:pt x="542" y="590"/>
                  <a:pt x="540" y="592"/>
                </a:cubicBezTo>
                <a:cubicBezTo>
                  <a:pt x="540" y="583"/>
                  <a:pt x="540" y="583"/>
                  <a:pt x="540" y="583"/>
                </a:cubicBezTo>
                <a:cubicBezTo>
                  <a:pt x="542" y="582"/>
                  <a:pt x="544" y="582"/>
                  <a:pt x="546" y="580"/>
                </a:cubicBezTo>
                <a:close/>
                <a:moveTo>
                  <a:pt x="546" y="717"/>
                </a:moveTo>
                <a:cubicBezTo>
                  <a:pt x="546" y="731"/>
                  <a:pt x="546" y="731"/>
                  <a:pt x="546" y="731"/>
                </a:cubicBezTo>
                <a:cubicBezTo>
                  <a:pt x="544" y="730"/>
                  <a:pt x="542" y="730"/>
                  <a:pt x="540" y="730"/>
                </a:cubicBezTo>
                <a:cubicBezTo>
                  <a:pt x="540" y="720"/>
                  <a:pt x="540" y="720"/>
                  <a:pt x="540" y="720"/>
                </a:cubicBezTo>
                <a:cubicBezTo>
                  <a:pt x="541" y="720"/>
                  <a:pt x="541" y="720"/>
                  <a:pt x="542" y="720"/>
                </a:cubicBezTo>
                <a:cubicBezTo>
                  <a:pt x="543" y="719"/>
                  <a:pt x="544" y="718"/>
                  <a:pt x="546" y="717"/>
                </a:cubicBezTo>
                <a:close/>
                <a:moveTo>
                  <a:pt x="535" y="25"/>
                </a:moveTo>
                <a:cubicBezTo>
                  <a:pt x="535" y="25"/>
                  <a:pt x="535" y="25"/>
                  <a:pt x="535" y="25"/>
                </a:cubicBezTo>
                <a:cubicBezTo>
                  <a:pt x="537" y="25"/>
                  <a:pt x="538" y="26"/>
                  <a:pt x="540" y="27"/>
                </a:cubicBezTo>
                <a:cubicBezTo>
                  <a:pt x="540" y="38"/>
                  <a:pt x="540" y="38"/>
                  <a:pt x="540" y="38"/>
                </a:cubicBezTo>
                <a:cubicBezTo>
                  <a:pt x="539" y="37"/>
                  <a:pt x="537" y="36"/>
                  <a:pt x="535" y="34"/>
                </a:cubicBezTo>
                <a:cubicBezTo>
                  <a:pt x="535" y="25"/>
                  <a:pt x="535" y="25"/>
                  <a:pt x="535" y="25"/>
                </a:cubicBezTo>
                <a:close/>
                <a:moveTo>
                  <a:pt x="540" y="767"/>
                </a:moveTo>
                <a:cubicBezTo>
                  <a:pt x="538" y="768"/>
                  <a:pt x="536" y="769"/>
                  <a:pt x="535" y="770"/>
                </a:cubicBezTo>
                <a:cubicBezTo>
                  <a:pt x="535" y="761"/>
                  <a:pt x="535" y="761"/>
                  <a:pt x="535" y="761"/>
                </a:cubicBezTo>
                <a:cubicBezTo>
                  <a:pt x="536" y="761"/>
                  <a:pt x="537" y="760"/>
                  <a:pt x="539" y="760"/>
                </a:cubicBezTo>
                <a:cubicBezTo>
                  <a:pt x="537" y="759"/>
                  <a:pt x="536" y="758"/>
                  <a:pt x="535" y="756"/>
                </a:cubicBezTo>
                <a:cubicBezTo>
                  <a:pt x="535" y="745"/>
                  <a:pt x="535" y="745"/>
                  <a:pt x="535" y="745"/>
                </a:cubicBezTo>
                <a:cubicBezTo>
                  <a:pt x="536" y="746"/>
                  <a:pt x="538" y="747"/>
                  <a:pt x="540" y="749"/>
                </a:cubicBezTo>
                <a:cubicBezTo>
                  <a:pt x="540" y="767"/>
                  <a:pt x="540" y="767"/>
                  <a:pt x="540" y="767"/>
                </a:cubicBezTo>
                <a:close/>
                <a:moveTo>
                  <a:pt x="540" y="68"/>
                </a:moveTo>
                <a:cubicBezTo>
                  <a:pt x="540" y="76"/>
                  <a:pt x="540" y="76"/>
                  <a:pt x="540" y="76"/>
                </a:cubicBezTo>
                <a:cubicBezTo>
                  <a:pt x="538" y="75"/>
                  <a:pt x="536" y="75"/>
                  <a:pt x="535" y="74"/>
                </a:cubicBezTo>
                <a:cubicBezTo>
                  <a:pt x="535" y="66"/>
                  <a:pt x="535" y="66"/>
                  <a:pt x="535" y="66"/>
                </a:cubicBezTo>
                <a:cubicBezTo>
                  <a:pt x="536" y="67"/>
                  <a:pt x="538" y="67"/>
                  <a:pt x="540" y="68"/>
                </a:cubicBezTo>
                <a:close/>
                <a:moveTo>
                  <a:pt x="540" y="212"/>
                </a:moveTo>
                <a:cubicBezTo>
                  <a:pt x="540" y="250"/>
                  <a:pt x="540" y="250"/>
                  <a:pt x="540" y="250"/>
                </a:cubicBezTo>
                <a:cubicBezTo>
                  <a:pt x="539" y="249"/>
                  <a:pt x="537" y="249"/>
                  <a:pt x="536" y="249"/>
                </a:cubicBezTo>
                <a:cubicBezTo>
                  <a:pt x="535" y="250"/>
                  <a:pt x="535" y="251"/>
                  <a:pt x="535" y="252"/>
                </a:cubicBezTo>
                <a:cubicBezTo>
                  <a:pt x="535" y="245"/>
                  <a:pt x="535" y="245"/>
                  <a:pt x="535" y="245"/>
                </a:cubicBezTo>
                <a:cubicBezTo>
                  <a:pt x="535" y="245"/>
                  <a:pt x="535" y="245"/>
                  <a:pt x="535" y="245"/>
                </a:cubicBezTo>
                <a:cubicBezTo>
                  <a:pt x="535" y="243"/>
                  <a:pt x="535" y="243"/>
                  <a:pt x="535" y="242"/>
                </a:cubicBezTo>
                <a:cubicBezTo>
                  <a:pt x="535" y="241"/>
                  <a:pt x="535" y="241"/>
                  <a:pt x="535" y="241"/>
                </a:cubicBezTo>
                <a:cubicBezTo>
                  <a:pt x="535" y="229"/>
                  <a:pt x="535" y="229"/>
                  <a:pt x="535" y="229"/>
                </a:cubicBezTo>
                <a:cubicBezTo>
                  <a:pt x="536" y="224"/>
                  <a:pt x="536" y="220"/>
                  <a:pt x="535" y="217"/>
                </a:cubicBezTo>
                <a:cubicBezTo>
                  <a:pt x="535" y="209"/>
                  <a:pt x="535" y="209"/>
                  <a:pt x="535" y="209"/>
                </a:cubicBezTo>
                <a:cubicBezTo>
                  <a:pt x="536" y="210"/>
                  <a:pt x="538" y="211"/>
                  <a:pt x="540" y="212"/>
                </a:cubicBezTo>
                <a:close/>
                <a:moveTo>
                  <a:pt x="540" y="257"/>
                </a:moveTo>
                <a:cubicBezTo>
                  <a:pt x="540" y="261"/>
                  <a:pt x="540" y="261"/>
                  <a:pt x="540" y="261"/>
                </a:cubicBezTo>
                <a:cubicBezTo>
                  <a:pt x="538" y="260"/>
                  <a:pt x="536" y="259"/>
                  <a:pt x="535" y="258"/>
                </a:cubicBezTo>
                <a:cubicBezTo>
                  <a:pt x="535" y="254"/>
                  <a:pt x="535" y="254"/>
                  <a:pt x="535" y="254"/>
                </a:cubicBezTo>
                <a:cubicBezTo>
                  <a:pt x="537" y="255"/>
                  <a:pt x="538" y="256"/>
                  <a:pt x="540" y="257"/>
                </a:cubicBezTo>
                <a:close/>
                <a:moveTo>
                  <a:pt x="540" y="269"/>
                </a:moveTo>
                <a:cubicBezTo>
                  <a:pt x="540" y="275"/>
                  <a:pt x="540" y="275"/>
                  <a:pt x="540" y="275"/>
                </a:cubicBezTo>
                <a:cubicBezTo>
                  <a:pt x="538" y="277"/>
                  <a:pt x="536" y="279"/>
                  <a:pt x="535" y="281"/>
                </a:cubicBezTo>
                <a:cubicBezTo>
                  <a:pt x="535" y="276"/>
                  <a:pt x="535" y="276"/>
                  <a:pt x="535" y="276"/>
                </a:cubicBezTo>
                <a:cubicBezTo>
                  <a:pt x="535" y="275"/>
                  <a:pt x="536" y="275"/>
                  <a:pt x="537" y="274"/>
                </a:cubicBezTo>
                <a:cubicBezTo>
                  <a:pt x="537" y="273"/>
                  <a:pt x="536" y="273"/>
                  <a:pt x="535" y="272"/>
                </a:cubicBezTo>
                <a:cubicBezTo>
                  <a:pt x="535" y="268"/>
                  <a:pt x="535" y="268"/>
                  <a:pt x="535" y="268"/>
                </a:cubicBezTo>
                <a:cubicBezTo>
                  <a:pt x="535" y="269"/>
                  <a:pt x="537" y="269"/>
                  <a:pt x="537" y="270"/>
                </a:cubicBezTo>
                <a:cubicBezTo>
                  <a:pt x="538" y="270"/>
                  <a:pt x="539" y="270"/>
                  <a:pt x="540" y="269"/>
                </a:cubicBezTo>
                <a:close/>
                <a:moveTo>
                  <a:pt x="540" y="304"/>
                </a:moveTo>
                <a:cubicBezTo>
                  <a:pt x="540" y="314"/>
                  <a:pt x="540" y="314"/>
                  <a:pt x="540" y="314"/>
                </a:cubicBezTo>
                <a:cubicBezTo>
                  <a:pt x="535" y="314"/>
                  <a:pt x="535" y="314"/>
                  <a:pt x="535" y="314"/>
                </a:cubicBezTo>
                <a:cubicBezTo>
                  <a:pt x="535" y="302"/>
                  <a:pt x="535" y="302"/>
                  <a:pt x="535" y="302"/>
                </a:cubicBezTo>
                <a:cubicBezTo>
                  <a:pt x="535" y="301"/>
                  <a:pt x="537" y="301"/>
                  <a:pt x="537" y="301"/>
                </a:cubicBezTo>
                <a:cubicBezTo>
                  <a:pt x="538" y="302"/>
                  <a:pt x="539" y="303"/>
                  <a:pt x="540" y="304"/>
                </a:cubicBezTo>
                <a:close/>
                <a:moveTo>
                  <a:pt x="540" y="334"/>
                </a:moveTo>
                <a:cubicBezTo>
                  <a:pt x="540" y="366"/>
                  <a:pt x="540" y="366"/>
                  <a:pt x="540" y="366"/>
                </a:cubicBezTo>
                <a:cubicBezTo>
                  <a:pt x="539" y="369"/>
                  <a:pt x="537" y="372"/>
                  <a:pt x="535" y="374"/>
                </a:cubicBezTo>
                <a:cubicBezTo>
                  <a:pt x="535" y="361"/>
                  <a:pt x="535" y="361"/>
                  <a:pt x="535" y="361"/>
                </a:cubicBezTo>
                <a:cubicBezTo>
                  <a:pt x="535" y="361"/>
                  <a:pt x="536" y="360"/>
                  <a:pt x="536" y="360"/>
                </a:cubicBezTo>
                <a:cubicBezTo>
                  <a:pt x="535" y="360"/>
                  <a:pt x="535" y="360"/>
                  <a:pt x="535" y="360"/>
                </a:cubicBezTo>
                <a:cubicBezTo>
                  <a:pt x="535" y="340"/>
                  <a:pt x="535" y="340"/>
                  <a:pt x="535" y="340"/>
                </a:cubicBezTo>
                <a:cubicBezTo>
                  <a:pt x="537" y="337"/>
                  <a:pt x="539" y="336"/>
                  <a:pt x="540" y="334"/>
                </a:cubicBezTo>
                <a:close/>
                <a:moveTo>
                  <a:pt x="540" y="390"/>
                </a:moveTo>
                <a:cubicBezTo>
                  <a:pt x="540" y="394"/>
                  <a:pt x="540" y="394"/>
                  <a:pt x="540" y="394"/>
                </a:cubicBezTo>
                <a:cubicBezTo>
                  <a:pt x="538" y="394"/>
                  <a:pt x="538" y="394"/>
                  <a:pt x="538" y="394"/>
                </a:cubicBezTo>
                <a:cubicBezTo>
                  <a:pt x="538" y="398"/>
                  <a:pt x="539" y="402"/>
                  <a:pt x="540" y="405"/>
                </a:cubicBezTo>
                <a:cubicBezTo>
                  <a:pt x="540" y="415"/>
                  <a:pt x="540" y="415"/>
                  <a:pt x="540" y="415"/>
                </a:cubicBezTo>
                <a:cubicBezTo>
                  <a:pt x="535" y="415"/>
                  <a:pt x="535" y="415"/>
                  <a:pt x="535" y="415"/>
                </a:cubicBezTo>
                <a:cubicBezTo>
                  <a:pt x="535" y="411"/>
                  <a:pt x="535" y="411"/>
                  <a:pt x="535" y="411"/>
                </a:cubicBezTo>
                <a:cubicBezTo>
                  <a:pt x="537" y="411"/>
                  <a:pt x="537" y="411"/>
                  <a:pt x="537" y="411"/>
                </a:cubicBezTo>
                <a:cubicBezTo>
                  <a:pt x="536" y="404"/>
                  <a:pt x="535" y="401"/>
                  <a:pt x="535" y="399"/>
                </a:cubicBezTo>
                <a:cubicBezTo>
                  <a:pt x="535" y="390"/>
                  <a:pt x="535" y="390"/>
                  <a:pt x="535" y="390"/>
                </a:cubicBezTo>
                <a:cubicBezTo>
                  <a:pt x="540" y="390"/>
                  <a:pt x="540" y="390"/>
                  <a:pt x="540" y="390"/>
                </a:cubicBezTo>
                <a:close/>
                <a:moveTo>
                  <a:pt x="540" y="423"/>
                </a:moveTo>
                <a:cubicBezTo>
                  <a:pt x="540" y="461"/>
                  <a:pt x="540" y="461"/>
                  <a:pt x="540" y="461"/>
                </a:cubicBezTo>
                <a:cubicBezTo>
                  <a:pt x="538" y="461"/>
                  <a:pt x="537" y="461"/>
                  <a:pt x="535" y="461"/>
                </a:cubicBezTo>
                <a:cubicBezTo>
                  <a:pt x="535" y="452"/>
                  <a:pt x="535" y="452"/>
                  <a:pt x="535" y="452"/>
                </a:cubicBezTo>
                <a:cubicBezTo>
                  <a:pt x="536" y="452"/>
                  <a:pt x="538" y="452"/>
                  <a:pt x="540" y="452"/>
                </a:cubicBezTo>
                <a:cubicBezTo>
                  <a:pt x="539" y="447"/>
                  <a:pt x="537" y="444"/>
                  <a:pt x="535" y="440"/>
                </a:cubicBezTo>
                <a:cubicBezTo>
                  <a:pt x="535" y="421"/>
                  <a:pt x="535" y="421"/>
                  <a:pt x="535" y="421"/>
                </a:cubicBezTo>
                <a:cubicBezTo>
                  <a:pt x="536" y="421"/>
                  <a:pt x="537" y="421"/>
                  <a:pt x="540" y="422"/>
                </a:cubicBezTo>
                <a:cubicBezTo>
                  <a:pt x="540" y="423"/>
                  <a:pt x="540" y="423"/>
                  <a:pt x="540" y="423"/>
                </a:cubicBezTo>
                <a:close/>
                <a:moveTo>
                  <a:pt x="540" y="467"/>
                </a:moveTo>
                <a:cubicBezTo>
                  <a:pt x="540" y="475"/>
                  <a:pt x="540" y="475"/>
                  <a:pt x="540" y="475"/>
                </a:cubicBezTo>
                <a:cubicBezTo>
                  <a:pt x="538" y="475"/>
                  <a:pt x="536" y="476"/>
                  <a:pt x="535" y="476"/>
                </a:cubicBezTo>
                <a:cubicBezTo>
                  <a:pt x="535" y="466"/>
                  <a:pt x="535" y="466"/>
                  <a:pt x="535" y="466"/>
                </a:cubicBezTo>
                <a:cubicBezTo>
                  <a:pt x="535" y="466"/>
                  <a:pt x="536" y="466"/>
                  <a:pt x="537" y="466"/>
                </a:cubicBezTo>
                <a:cubicBezTo>
                  <a:pt x="538" y="467"/>
                  <a:pt x="539" y="467"/>
                  <a:pt x="540" y="467"/>
                </a:cubicBezTo>
                <a:close/>
                <a:moveTo>
                  <a:pt x="540" y="527"/>
                </a:moveTo>
                <a:cubicBezTo>
                  <a:pt x="540" y="533"/>
                  <a:pt x="540" y="533"/>
                  <a:pt x="540" y="533"/>
                </a:cubicBezTo>
                <a:cubicBezTo>
                  <a:pt x="539" y="532"/>
                  <a:pt x="539" y="531"/>
                  <a:pt x="538" y="530"/>
                </a:cubicBezTo>
                <a:cubicBezTo>
                  <a:pt x="537" y="531"/>
                  <a:pt x="536" y="533"/>
                  <a:pt x="535" y="534"/>
                </a:cubicBezTo>
                <a:cubicBezTo>
                  <a:pt x="535" y="522"/>
                  <a:pt x="535" y="522"/>
                  <a:pt x="535" y="522"/>
                </a:cubicBezTo>
                <a:cubicBezTo>
                  <a:pt x="540" y="527"/>
                  <a:pt x="540" y="527"/>
                  <a:pt x="540" y="527"/>
                </a:cubicBezTo>
                <a:close/>
                <a:moveTo>
                  <a:pt x="540" y="544"/>
                </a:moveTo>
                <a:cubicBezTo>
                  <a:pt x="540" y="549"/>
                  <a:pt x="540" y="549"/>
                  <a:pt x="540" y="549"/>
                </a:cubicBezTo>
                <a:cubicBezTo>
                  <a:pt x="539" y="551"/>
                  <a:pt x="538" y="553"/>
                  <a:pt x="539" y="556"/>
                </a:cubicBezTo>
                <a:cubicBezTo>
                  <a:pt x="539" y="556"/>
                  <a:pt x="539" y="555"/>
                  <a:pt x="540" y="555"/>
                </a:cubicBezTo>
                <a:cubicBezTo>
                  <a:pt x="540" y="563"/>
                  <a:pt x="540" y="563"/>
                  <a:pt x="540" y="563"/>
                </a:cubicBezTo>
                <a:cubicBezTo>
                  <a:pt x="539" y="563"/>
                  <a:pt x="537" y="565"/>
                  <a:pt x="536" y="566"/>
                </a:cubicBezTo>
                <a:cubicBezTo>
                  <a:pt x="540" y="567"/>
                  <a:pt x="540" y="567"/>
                  <a:pt x="540" y="567"/>
                </a:cubicBezTo>
                <a:cubicBezTo>
                  <a:pt x="540" y="573"/>
                  <a:pt x="540" y="573"/>
                  <a:pt x="540" y="573"/>
                </a:cubicBezTo>
                <a:cubicBezTo>
                  <a:pt x="538" y="572"/>
                  <a:pt x="536" y="572"/>
                  <a:pt x="535" y="572"/>
                </a:cubicBezTo>
                <a:cubicBezTo>
                  <a:pt x="535" y="560"/>
                  <a:pt x="535" y="560"/>
                  <a:pt x="535" y="560"/>
                </a:cubicBezTo>
                <a:cubicBezTo>
                  <a:pt x="536" y="559"/>
                  <a:pt x="536" y="559"/>
                  <a:pt x="536" y="559"/>
                </a:cubicBezTo>
                <a:cubicBezTo>
                  <a:pt x="535" y="557"/>
                  <a:pt x="535" y="557"/>
                  <a:pt x="535" y="557"/>
                </a:cubicBezTo>
                <a:cubicBezTo>
                  <a:pt x="535" y="550"/>
                  <a:pt x="535" y="550"/>
                  <a:pt x="535" y="550"/>
                </a:cubicBezTo>
                <a:cubicBezTo>
                  <a:pt x="537" y="548"/>
                  <a:pt x="539" y="546"/>
                  <a:pt x="540" y="544"/>
                </a:cubicBezTo>
                <a:close/>
                <a:moveTo>
                  <a:pt x="540" y="583"/>
                </a:moveTo>
                <a:cubicBezTo>
                  <a:pt x="540" y="592"/>
                  <a:pt x="540" y="592"/>
                  <a:pt x="540" y="592"/>
                </a:cubicBezTo>
                <a:cubicBezTo>
                  <a:pt x="538" y="593"/>
                  <a:pt x="536" y="595"/>
                  <a:pt x="535" y="596"/>
                </a:cubicBezTo>
                <a:cubicBezTo>
                  <a:pt x="535" y="583"/>
                  <a:pt x="535" y="583"/>
                  <a:pt x="535" y="583"/>
                </a:cubicBezTo>
                <a:cubicBezTo>
                  <a:pt x="537" y="584"/>
                  <a:pt x="537" y="584"/>
                  <a:pt x="537" y="584"/>
                </a:cubicBezTo>
                <a:cubicBezTo>
                  <a:pt x="538" y="584"/>
                  <a:pt x="539" y="583"/>
                  <a:pt x="540" y="583"/>
                </a:cubicBezTo>
                <a:close/>
                <a:moveTo>
                  <a:pt x="540" y="720"/>
                </a:moveTo>
                <a:cubicBezTo>
                  <a:pt x="540" y="730"/>
                  <a:pt x="540" y="730"/>
                  <a:pt x="540" y="730"/>
                </a:cubicBezTo>
                <a:cubicBezTo>
                  <a:pt x="538" y="729"/>
                  <a:pt x="536" y="729"/>
                  <a:pt x="535" y="729"/>
                </a:cubicBezTo>
                <a:cubicBezTo>
                  <a:pt x="535" y="722"/>
                  <a:pt x="535" y="722"/>
                  <a:pt x="535" y="722"/>
                </a:cubicBezTo>
                <a:cubicBezTo>
                  <a:pt x="536" y="721"/>
                  <a:pt x="538" y="721"/>
                  <a:pt x="540" y="720"/>
                </a:cubicBezTo>
                <a:close/>
                <a:moveTo>
                  <a:pt x="530" y="23"/>
                </a:moveTo>
                <a:cubicBezTo>
                  <a:pt x="532" y="24"/>
                  <a:pt x="533" y="24"/>
                  <a:pt x="535" y="25"/>
                </a:cubicBezTo>
                <a:cubicBezTo>
                  <a:pt x="535" y="34"/>
                  <a:pt x="535" y="34"/>
                  <a:pt x="535" y="34"/>
                </a:cubicBezTo>
                <a:cubicBezTo>
                  <a:pt x="533" y="33"/>
                  <a:pt x="532" y="33"/>
                  <a:pt x="530" y="32"/>
                </a:cubicBezTo>
                <a:cubicBezTo>
                  <a:pt x="530" y="23"/>
                  <a:pt x="530" y="23"/>
                  <a:pt x="530" y="23"/>
                </a:cubicBezTo>
                <a:close/>
                <a:moveTo>
                  <a:pt x="535" y="770"/>
                </a:moveTo>
                <a:cubicBezTo>
                  <a:pt x="533" y="770"/>
                  <a:pt x="532" y="771"/>
                  <a:pt x="530" y="771"/>
                </a:cubicBezTo>
                <a:cubicBezTo>
                  <a:pt x="530" y="763"/>
                  <a:pt x="530" y="763"/>
                  <a:pt x="530" y="763"/>
                </a:cubicBezTo>
                <a:cubicBezTo>
                  <a:pt x="532" y="762"/>
                  <a:pt x="533" y="762"/>
                  <a:pt x="535" y="761"/>
                </a:cubicBezTo>
                <a:cubicBezTo>
                  <a:pt x="535" y="770"/>
                  <a:pt x="535" y="770"/>
                  <a:pt x="535" y="770"/>
                </a:cubicBezTo>
                <a:close/>
                <a:moveTo>
                  <a:pt x="535" y="66"/>
                </a:moveTo>
                <a:cubicBezTo>
                  <a:pt x="535" y="74"/>
                  <a:pt x="535" y="74"/>
                  <a:pt x="535" y="74"/>
                </a:cubicBezTo>
                <a:cubicBezTo>
                  <a:pt x="533" y="73"/>
                  <a:pt x="532" y="73"/>
                  <a:pt x="530" y="72"/>
                </a:cubicBezTo>
                <a:cubicBezTo>
                  <a:pt x="530" y="62"/>
                  <a:pt x="530" y="62"/>
                  <a:pt x="530" y="62"/>
                </a:cubicBezTo>
                <a:cubicBezTo>
                  <a:pt x="531" y="63"/>
                  <a:pt x="533" y="65"/>
                  <a:pt x="535" y="66"/>
                </a:cubicBezTo>
                <a:close/>
                <a:moveTo>
                  <a:pt x="535" y="209"/>
                </a:moveTo>
                <a:cubicBezTo>
                  <a:pt x="535" y="217"/>
                  <a:pt x="535" y="217"/>
                  <a:pt x="535" y="217"/>
                </a:cubicBezTo>
                <a:cubicBezTo>
                  <a:pt x="534" y="215"/>
                  <a:pt x="533" y="213"/>
                  <a:pt x="530" y="211"/>
                </a:cubicBezTo>
                <a:cubicBezTo>
                  <a:pt x="530" y="205"/>
                  <a:pt x="530" y="205"/>
                  <a:pt x="530" y="205"/>
                </a:cubicBezTo>
                <a:cubicBezTo>
                  <a:pt x="532" y="207"/>
                  <a:pt x="533" y="207"/>
                  <a:pt x="535" y="209"/>
                </a:cubicBezTo>
                <a:close/>
                <a:moveTo>
                  <a:pt x="535" y="229"/>
                </a:moveTo>
                <a:cubicBezTo>
                  <a:pt x="535" y="241"/>
                  <a:pt x="535" y="241"/>
                  <a:pt x="535" y="241"/>
                </a:cubicBezTo>
                <a:cubicBezTo>
                  <a:pt x="533" y="241"/>
                  <a:pt x="532" y="241"/>
                  <a:pt x="530" y="240"/>
                </a:cubicBezTo>
                <a:cubicBezTo>
                  <a:pt x="530" y="234"/>
                  <a:pt x="530" y="234"/>
                  <a:pt x="530" y="234"/>
                </a:cubicBezTo>
                <a:cubicBezTo>
                  <a:pt x="531" y="234"/>
                  <a:pt x="532" y="235"/>
                  <a:pt x="533" y="236"/>
                </a:cubicBezTo>
                <a:cubicBezTo>
                  <a:pt x="533" y="233"/>
                  <a:pt x="534" y="231"/>
                  <a:pt x="535" y="229"/>
                </a:cubicBezTo>
                <a:close/>
                <a:moveTo>
                  <a:pt x="535" y="245"/>
                </a:moveTo>
                <a:cubicBezTo>
                  <a:pt x="535" y="252"/>
                  <a:pt x="535" y="252"/>
                  <a:pt x="535" y="252"/>
                </a:cubicBezTo>
                <a:cubicBezTo>
                  <a:pt x="534" y="252"/>
                  <a:pt x="534" y="253"/>
                  <a:pt x="534" y="254"/>
                </a:cubicBezTo>
                <a:cubicBezTo>
                  <a:pt x="534" y="254"/>
                  <a:pt x="534" y="254"/>
                  <a:pt x="535" y="254"/>
                </a:cubicBezTo>
                <a:cubicBezTo>
                  <a:pt x="535" y="258"/>
                  <a:pt x="535" y="258"/>
                  <a:pt x="535" y="258"/>
                </a:cubicBezTo>
                <a:cubicBezTo>
                  <a:pt x="533" y="258"/>
                  <a:pt x="532" y="257"/>
                  <a:pt x="530" y="257"/>
                </a:cubicBezTo>
                <a:cubicBezTo>
                  <a:pt x="530" y="250"/>
                  <a:pt x="530" y="250"/>
                  <a:pt x="530" y="250"/>
                </a:cubicBezTo>
                <a:cubicBezTo>
                  <a:pt x="532" y="249"/>
                  <a:pt x="533" y="247"/>
                  <a:pt x="535" y="245"/>
                </a:cubicBezTo>
                <a:close/>
                <a:moveTo>
                  <a:pt x="535" y="268"/>
                </a:moveTo>
                <a:cubicBezTo>
                  <a:pt x="535" y="272"/>
                  <a:pt x="535" y="272"/>
                  <a:pt x="535" y="272"/>
                </a:cubicBezTo>
                <a:cubicBezTo>
                  <a:pt x="533" y="271"/>
                  <a:pt x="532" y="270"/>
                  <a:pt x="530" y="269"/>
                </a:cubicBezTo>
                <a:cubicBezTo>
                  <a:pt x="530" y="265"/>
                  <a:pt x="530" y="265"/>
                  <a:pt x="530" y="265"/>
                </a:cubicBezTo>
                <a:cubicBezTo>
                  <a:pt x="532" y="266"/>
                  <a:pt x="533" y="267"/>
                  <a:pt x="535" y="268"/>
                </a:cubicBezTo>
                <a:close/>
                <a:moveTo>
                  <a:pt x="535" y="276"/>
                </a:moveTo>
                <a:cubicBezTo>
                  <a:pt x="535" y="281"/>
                  <a:pt x="535" y="281"/>
                  <a:pt x="535" y="281"/>
                </a:cubicBezTo>
                <a:cubicBezTo>
                  <a:pt x="533" y="282"/>
                  <a:pt x="532" y="284"/>
                  <a:pt x="530" y="286"/>
                </a:cubicBezTo>
                <a:cubicBezTo>
                  <a:pt x="530" y="277"/>
                  <a:pt x="530" y="277"/>
                  <a:pt x="530" y="277"/>
                </a:cubicBezTo>
                <a:cubicBezTo>
                  <a:pt x="532" y="277"/>
                  <a:pt x="533" y="277"/>
                  <a:pt x="535" y="276"/>
                </a:cubicBezTo>
                <a:close/>
                <a:moveTo>
                  <a:pt x="535" y="302"/>
                </a:moveTo>
                <a:cubicBezTo>
                  <a:pt x="535" y="314"/>
                  <a:pt x="535" y="314"/>
                  <a:pt x="535" y="314"/>
                </a:cubicBezTo>
                <a:cubicBezTo>
                  <a:pt x="533" y="314"/>
                  <a:pt x="533" y="314"/>
                  <a:pt x="533" y="314"/>
                </a:cubicBezTo>
                <a:cubicBezTo>
                  <a:pt x="533" y="329"/>
                  <a:pt x="533" y="329"/>
                  <a:pt x="532" y="334"/>
                </a:cubicBezTo>
                <a:cubicBezTo>
                  <a:pt x="530" y="334"/>
                  <a:pt x="530" y="334"/>
                  <a:pt x="530" y="334"/>
                </a:cubicBezTo>
                <a:cubicBezTo>
                  <a:pt x="530" y="304"/>
                  <a:pt x="530" y="304"/>
                  <a:pt x="530" y="304"/>
                </a:cubicBezTo>
                <a:cubicBezTo>
                  <a:pt x="532" y="303"/>
                  <a:pt x="533" y="302"/>
                  <a:pt x="535" y="302"/>
                </a:cubicBezTo>
                <a:close/>
                <a:moveTo>
                  <a:pt x="535" y="340"/>
                </a:moveTo>
                <a:cubicBezTo>
                  <a:pt x="535" y="360"/>
                  <a:pt x="535" y="360"/>
                  <a:pt x="535" y="360"/>
                </a:cubicBezTo>
                <a:cubicBezTo>
                  <a:pt x="530" y="360"/>
                  <a:pt x="530" y="360"/>
                  <a:pt x="530" y="360"/>
                </a:cubicBezTo>
                <a:cubicBezTo>
                  <a:pt x="530" y="351"/>
                  <a:pt x="530" y="351"/>
                  <a:pt x="530" y="351"/>
                </a:cubicBezTo>
                <a:cubicBezTo>
                  <a:pt x="531" y="351"/>
                  <a:pt x="531" y="351"/>
                  <a:pt x="532" y="351"/>
                </a:cubicBezTo>
                <a:cubicBezTo>
                  <a:pt x="532" y="348"/>
                  <a:pt x="533" y="345"/>
                  <a:pt x="533" y="342"/>
                </a:cubicBezTo>
                <a:cubicBezTo>
                  <a:pt x="535" y="340"/>
                  <a:pt x="535" y="340"/>
                  <a:pt x="535" y="340"/>
                </a:cubicBezTo>
                <a:close/>
                <a:moveTo>
                  <a:pt x="535" y="361"/>
                </a:moveTo>
                <a:cubicBezTo>
                  <a:pt x="535" y="374"/>
                  <a:pt x="535" y="374"/>
                  <a:pt x="535" y="374"/>
                </a:cubicBezTo>
                <a:cubicBezTo>
                  <a:pt x="533" y="377"/>
                  <a:pt x="532" y="379"/>
                  <a:pt x="531" y="381"/>
                </a:cubicBezTo>
                <a:cubicBezTo>
                  <a:pt x="530" y="381"/>
                  <a:pt x="530" y="381"/>
                  <a:pt x="530" y="381"/>
                </a:cubicBezTo>
                <a:cubicBezTo>
                  <a:pt x="530" y="364"/>
                  <a:pt x="530" y="364"/>
                  <a:pt x="530" y="364"/>
                </a:cubicBezTo>
                <a:cubicBezTo>
                  <a:pt x="532" y="364"/>
                  <a:pt x="533" y="363"/>
                  <a:pt x="535" y="361"/>
                </a:cubicBezTo>
                <a:close/>
                <a:moveTo>
                  <a:pt x="535" y="390"/>
                </a:moveTo>
                <a:cubicBezTo>
                  <a:pt x="535" y="399"/>
                  <a:pt x="535" y="399"/>
                  <a:pt x="535" y="399"/>
                </a:cubicBezTo>
                <a:cubicBezTo>
                  <a:pt x="534" y="396"/>
                  <a:pt x="534" y="396"/>
                  <a:pt x="533" y="394"/>
                </a:cubicBezTo>
                <a:cubicBezTo>
                  <a:pt x="532" y="394"/>
                  <a:pt x="531" y="394"/>
                  <a:pt x="530" y="394"/>
                </a:cubicBezTo>
                <a:cubicBezTo>
                  <a:pt x="530" y="390"/>
                  <a:pt x="530" y="390"/>
                  <a:pt x="530" y="390"/>
                </a:cubicBezTo>
                <a:cubicBezTo>
                  <a:pt x="535" y="390"/>
                  <a:pt x="535" y="390"/>
                  <a:pt x="535" y="390"/>
                </a:cubicBezTo>
                <a:close/>
                <a:moveTo>
                  <a:pt x="535" y="411"/>
                </a:moveTo>
                <a:cubicBezTo>
                  <a:pt x="535" y="415"/>
                  <a:pt x="535" y="415"/>
                  <a:pt x="535" y="415"/>
                </a:cubicBezTo>
                <a:cubicBezTo>
                  <a:pt x="530" y="415"/>
                  <a:pt x="530" y="415"/>
                  <a:pt x="530" y="415"/>
                </a:cubicBezTo>
                <a:cubicBezTo>
                  <a:pt x="530" y="410"/>
                  <a:pt x="530" y="410"/>
                  <a:pt x="530" y="410"/>
                </a:cubicBezTo>
                <a:cubicBezTo>
                  <a:pt x="531" y="410"/>
                  <a:pt x="531" y="411"/>
                  <a:pt x="531" y="411"/>
                </a:cubicBezTo>
                <a:cubicBezTo>
                  <a:pt x="535" y="411"/>
                  <a:pt x="535" y="411"/>
                  <a:pt x="535" y="411"/>
                </a:cubicBezTo>
                <a:close/>
                <a:moveTo>
                  <a:pt x="535" y="421"/>
                </a:moveTo>
                <a:cubicBezTo>
                  <a:pt x="535" y="440"/>
                  <a:pt x="535" y="440"/>
                  <a:pt x="535" y="440"/>
                </a:cubicBezTo>
                <a:cubicBezTo>
                  <a:pt x="533" y="438"/>
                  <a:pt x="532" y="436"/>
                  <a:pt x="531" y="435"/>
                </a:cubicBezTo>
                <a:cubicBezTo>
                  <a:pt x="531" y="430"/>
                  <a:pt x="531" y="427"/>
                  <a:pt x="531" y="423"/>
                </a:cubicBezTo>
                <a:cubicBezTo>
                  <a:pt x="533" y="422"/>
                  <a:pt x="534" y="422"/>
                  <a:pt x="535" y="421"/>
                </a:cubicBezTo>
                <a:close/>
                <a:moveTo>
                  <a:pt x="535" y="452"/>
                </a:moveTo>
                <a:cubicBezTo>
                  <a:pt x="535" y="461"/>
                  <a:pt x="535" y="461"/>
                  <a:pt x="535" y="461"/>
                </a:cubicBezTo>
                <a:cubicBezTo>
                  <a:pt x="533" y="461"/>
                  <a:pt x="532" y="461"/>
                  <a:pt x="530" y="461"/>
                </a:cubicBezTo>
                <a:cubicBezTo>
                  <a:pt x="530" y="451"/>
                  <a:pt x="530" y="451"/>
                  <a:pt x="530" y="451"/>
                </a:cubicBezTo>
                <a:cubicBezTo>
                  <a:pt x="531" y="451"/>
                  <a:pt x="531" y="451"/>
                  <a:pt x="531" y="452"/>
                </a:cubicBezTo>
                <a:cubicBezTo>
                  <a:pt x="535" y="452"/>
                  <a:pt x="535" y="452"/>
                  <a:pt x="535" y="452"/>
                </a:cubicBezTo>
                <a:close/>
                <a:moveTo>
                  <a:pt x="535" y="466"/>
                </a:moveTo>
                <a:cubicBezTo>
                  <a:pt x="535" y="476"/>
                  <a:pt x="535" y="476"/>
                  <a:pt x="535" y="476"/>
                </a:cubicBezTo>
                <a:cubicBezTo>
                  <a:pt x="533" y="476"/>
                  <a:pt x="532" y="477"/>
                  <a:pt x="530" y="477"/>
                </a:cubicBezTo>
                <a:cubicBezTo>
                  <a:pt x="530" y="467"/>
                  <a:pt x="530" y="467"/>
                  <a:pt x="530" y="467"/>
                </a:cubicBezTo>
                <a:cubicBezTo>
                  <a:pt x="532" y="467"/>
                  <a:pt x="533" y="466"/>
                  <a:pt x="535" y="466"/>
                </a:cubicBezTo>
                <a:close/>
                <a:moveTo>
                  <a:pt x="535" y="522"/>
                </a:moveTo>
                <a:cubicBezTo>
                  <a:pt x="535" y="534"/>
                  <a:pt x="535" y="534"/>
                  <a:pt x="535" y="534"/>
                </a:cubicBezTo>
                <a:cubicBezTo>
                  <a:pt x="533" y="537"/>
                  <a:pt x="531" y="539"/>
                  <a:pt x="530" y="541"/>
                </a:cubicBezTo>
                <a:cubicBezTo>
                  <a:pt x="530" y="533"/>
                  <a:pt x="530" y="533"/>
                  <a:pt x="530" y="533"/>
                </a:cubicBezTo>
                <a:cubicBezTo>
                  <a:pt x="531" y="531"/>
                  <a:pt x="532" y="530"/>
                  <a:pt x="533" y="528"/>
                </a:cubicBezTo>
                <a:cubicBezTo>
                  <a:pt x="532" y="526"/>
                  <a:pt x="532" y="524"/>
                  <a:pt x="530" y="523"/>
                </a:cubicBezTo>
                <a:cubicBezTo>
                  <a:pt x="530" y="518"/>
                  <a:pt x="530" y="518"/>
                  <a:pt x="530" y="518"/>
                </a:cubicBezTo>
                <a:cubicBezTo>
                  <a:pt x="535" y="522"/>
                  <a:pt x="535" y="522"/>
                  <a:pt x="535" y="522"/>
                </a:cubicBezTo>
                <a:close/>
                <a:moveTo>
                  <a:pt x="535" y="550"/>
                </a:moveTo>
                <a:cubicBezTo>
                  <a:pt x="535" y="557"/>
                  <a:pt x="535" y="557"/>
                  <a:pt x="535" y="557"/>
                </a:cubicBezTo>
                <a:cubicBezTo>
                  <a:pt x="530" y="553"/>
                  <a:pt x="530" y="553"/>
                  <a:pt x="530" y="553"/>
                </a:cubicBezTo>
                <a:cubicBezTo>
                  <a:pt x="530" y="547"/>
                  <a:pt x="530" y="547"/>
                  <a:pt x="530" y="547"/>
                </a:cubicBezTo>
                <a:cubicBezTo>
                  <a:pt x="531" y="548"/>
                  <a:pt x="531" y="550"/>
                  <a:pt x="533" y="551"/>
                </a:cubicBezTo>
                <a:cubicBezTo>
                  <a:pt x="533" y="550"/>
                  <a:pt x="534" y="550"/>
                  <a:pt x="535" y="550"/>
                </a:cubicBezTo>
                <a:close/>
                <a:moveTo>
                  <a:pt x="535" y="560"/>
                </a:moveTo>
                <a:cubicBezTo>
                  <a:pt x="535" y="572"/>
                  <a:pt x="535" y="572"/>
                  <a:pt x="535" y="572"/>
                </a:cubicBezTo>
                <a:cubicBezTo>
                  <a:pt x="533" y="571"/>
                  <a:pt x="532" y="571"/>
                  <a:pt x="530" y="572"/>
                </a:cubicBezTo>
                <a:cubicBezTo>
                  <a:pt x="530" y="566"/>
                  <a:pt x="530" y="566"/>
                  <a:pt x="530" y="566"/>
                </a:cubicBezTo>
                <a:cubicBezTo>
                  <a:pt x="531" y="565"/>
                  <a:pt x="531" y="565"/>
                  <a:pt x="531" y="565"/>
                </a:cubicBezTo>
                <a:cubicBezTo>
                  <a:pt x="532" y="563"/>
                  <a:pt x="532" y="563"/>
                  <a:pt x="535" y="560"/>
                </a:cubicBezTo>
                <a:close/>
                <a:moveTo>
                  <a:pt x="535" y="583"/>
                </a:moveTo>
                <a:cubicBezTo>
                  <a:pt x="535" y="596"/>
                  <a:pt x="535" y="596"/>
                  <a:pt x="535" y="596"/>
                </a:cubicBezTo>
                <a:cubicBezTo>
                  <a:pt x="533" y="597"/>
                  <a:pt x="532" y="598"/>
                  <a:pt x="530" y="599"/>
                </a:cubicBezTo>
                <a:cubicBezTo>
                  <a:pt x="530" y="592"/>
                  <a:pt x="530" y="592"/>
                  <a:pt x="530" y="592"/>
                </a:cubicBezTo>
                <a:cubicBezTo>
                  <a:pt x="531" y="591"/>
                  <a:pt x="533" y="590"/>
                  <a:pt x="534" y="589"/>
                </a:cubicBezTo>
                <a:cubicBezTo>
                  <a:pt x="532" y="589"/>
                  <a:pt x="531" y="588"/>
                  <a:pt x="530" y="588"/>
                </a:cubicBezTo>
                <a:cubicBezTo>
                  <a:pt x="530" y="581"/>
                  <a:pt x="530" y="581"/>
                  <a:pt x="530" y="581"/>
                </a:cubicBezTo>
                <a:cubicBezTo>
                  <a:pt x="535" y="583"/>
                  <a:pt x="535" y="583"/>
                  <a:pt x="535" y="583"/>
                </a:cubicBezTo>
                <a:close/>
                <a:moveTo>
                  <a:pt x="535" y="722"/>
                </a:moveTo>
                <a:cubicBezTo>
                  <a:pt x="535" y="729"/>
                  <a:pt x="535" y="729"/>
                  <a:pt x="535" y="729"/>
                </a:cubicBezTo>
                <a:cubicBezTo>
                  <a:pt x="533" y="729"/>
                  <a:pt x="532" y="730"/>
                  <a:pt x="530" y="730"/>
                </a:cubicBezTo>
                <a:cubicBezTo>
                  <a:pt x="530" y="723"/>
                  <a:pt x="530" y="723"/>
                  <a:pt x="530" y="723"/>
                </a:cubicBezTo>
                <a:cubicBezTo>
                  <a:pt x="532" y="722"/>
                  <a:pt x="533" y="722"/>
                  <a:pt x="535" y="722"/>
                </a:cubicBezTo>
                <a:close/>
                <a:moveTo>
                  <a:pt x="535" y="745"/>
                </a:moveTo>
                <a:cubicBezTo>
                  <a:pt x="535" y="756"/>
                  <a:pt x="535" y="756"/>
                  <a:pt x="535" y="756"/>
                </a:cubicBezTo>
                <a:cubicBezTo>
                  <a:pt x="533" y="755"/>
                  <a:pt x="532" y="754"/>
                  <a:pt x="530" y="753"/>
                </a:cubicBezTo>
                <a:cubicBezTo>
                  <a:pt x="530" y="742"/>
                  <a:pt x="530" y="742"/>
                  <a:pt x="530" y="742"/>
                </a:cubicBezTo>
                <a:cubicBezTo>
                  <a:pt x="532" y="743"/>
                  <a:pt x="533" y="744"/>
                  <a:pt x="535" y="745"/>
                </a:cubicBezTo>
                <a:close/>
                <a:moveTo>
                  <a:pt x="522" y="21"/>
                </a:moveTo>
                <a:cubicBezTo>
                  <a:pt x="524" y="22"/>
                  <a:pt x="527" y="23"/>
                  <a:pt x="530" y="23"/>
                </a:cubicBezTo>
                <a:cubicBezTo>
                  <a:pt x="530" y="32"/>
                  <a:pt x="530" y="32"/>
                  <a:pt x="530" y="32"/>
                </a:cubicBezTo>
                <a:cubicBezTo>
                  <a:pt x="528" y="31"/>
                  <a:pt x="525" y="30"/>
                  <a:pt x="522" y="29"/>
                </a:cubicBezTo>
                <a:cubicBezTo>
                  <a:pt x="522" y="21"/>
                  <a:pt x="522" y="21"/>
                  <a:pt x="522" y="21"/>
                </a:cubicBezTo>
                <a:close/>
                <a:moveTo>
                  <a:pt x="530" y="771"/>
                </a:moveTo>
                <a:cubicBezTo>
                  <a:pt x="528" y="772"/>
                  <a:pt x="525" y="773"/>
                  <a:pt x="522" y="774"/>
                </a:cubicBezTo>
                <a:cubicBezTo>
                  <a:pt x="522" y="764"/>
                  <a:pt x="522" y="764"/>
                  <a:pt x="522" y="764"/>
                </a:cubicBezTo>
                <a:cubicBezTo>
                  <a:pt x="525" y="764"/>
                  <a:pt x="528" y="763"/>
                  <a:pt x="530" y="763"/>
                </a:cubicBezTo>
                <a:cubicBezTo>
                  <a:pt x="530" y="771"/>
                  <a:pt x="530" y="771"/>
                  <a:pt x="530" y="771"/>
                </a:cubicBezTo>
                <a:close/>
                <a:moveTo>
                  <a:pt x="530" y="62"/>
                </a:moveTo>
                <a:cubicBezTo>
                  <a:pt x="530" y="72"/>
                  <a:pt x="530" y="72"/>
                  <a:pt x="530" y="72"/>
                </a:cubicBezTo>
                <a:cubicBezTo>
                  <a:pt x="527" y="71"/>
                  <a:pt x="525" y="70"/>
                  <a:pt x="522" y="69"/>
                </a:cubicBezTo>
                <a:cubicBezTo>
                  <a:pt x="522" y="33"/>
                  <a:pt x="522" y="33"/>
                  <a:pt x="522" y="33"/>
                </a:cubicBezTo>
                <a:cubicBezTo>
                  <a:pt x="522" y="36"/>
                  <a:pt x="524" y="41"/>
                  <a:pt x="526" y="53"/>
                </a:cubicBezTo>
                <a:cubicBezTo>
                  <a:pt x="527" y="57"/>
                  <a:pt x="529" y="60"/>
                  <a:pt x="530" y="62"/>
                </a:cubicBezTo>
                <a:close/>
                <a:moveTo>
                  <a:pt x="530" y="205"/>
                </a:moveTo>
                <a:cubicBezTo>
                  <a:pt x="530" y="211"/>
                  <a:pt x="530" y="211"/>
                  <a:pt x="530" y="211"/>
                </a:cubicBezTo>
                <a:cubicBezTo>
                  <a:pt x="529" y="211"/>
                  <a:pt x="528" y="210"/>
                  <a:pt x="526" y="209"/>
                </a:cubicBezTo>
                <a:cubicBezTo>
                  <a:pt x="526" y="216"/>
                  <a:pt x="526" y="223"/>
                  <a:pt x="526" y="230"/>
                </a:cubicBezTo>
                <a:cubicBezTo>
                  <a:pt x="528" y="231"/>
                  <a:pt x="529" y="233"/>
                  <a:pt x="530" y="234"/>
                </a:cubicBezTo>
                <a:cubicBezTo>
                  <a:pt x="530" y="240"/>
                  <a:pt x="530" y="240"/>
                  <a:pt x="530" y="240"/>
                </a:cubicBezTo>
                <a:cubicBezTo>
                  <a:pt x="530" y="240"/>
                  <a:pt x="530" y="240"/>
                  <a:pt x="530" y="240"/>
                </a:cubicBezTo>
                <a:cubicBezTo>
                  <a:pt x="528" y="238"/>
                  <a:pt x="525" y="235"/>
                  <a:pt x="522" y="233"/>
                </a:cubicBezTo>
                <a:cubicBezTo>
                  <a:pt x="522" y="200"/>
                  <a:pt x="522" y="200"/>
                  <a:pt x="522" y="200"/>
                </a:cubicBezTo>
                <a:cubicBezTo>
                  <a:pt x="525" y="202"/>
                  <a:pt x="528" y="204"/>
                  <a:pt x="530" y="205"/>
                </a:cubicBezTo>
                <a:close/>
                <a:moveTo>
                  <a:pt x="530" y="250"/>
                </a:moveTo>
                <a:cubicBezTo>
                  <a:pt x="530" y="257"/>
                  <a:pt x="530" y="257"/>
                  <a:pt x="530" y="257"/>
                </a:cubicBezTo>
                <a:cubicBezTo>
                  <a:pt x="528" y="257"/>
                  <a:pt x="526" y="258"/>
                  <a:pt x="526" y="262"/>
                </a:cubicBezTo>
                <a:cubicBezTo>
                  <a:pt x="530" y="265"/>
                  <a:pt x="530" y="265"/>
                  <a:pt x="530" y="265"/>
                </a:cubicBezTo>
                <a:cubicBezTo>
                  <a:pt x="530" y="269"/>
                  <a:pt x="530" y="269"/>
                  <a:pt x="530" y="269"/>
                </a:cubicBezTo>
                <a:cubicBezTo>
                  <a:pt x="527" y="267"/>
                  <a:pt x="524" y="266"/>
                  <a:pt x="522" y="266"/>
                </a:cubicBezTo>
                <a:cubicBezTo>
                  <a:pt x="522" y="259"/>
                  <a:pt x="522" y="259"/>
                  <a:pt x="522" y="259"/>
                </a:cubicBezTo>
                <a:cubicBezTo>
                  <a:pt x="525" y="256"/>
                  <a:pt x="527" y="253"/>
                  <a:pt x="530" y="250"/>
                </a:cubicBezTo>
                <a:close/>
                <a:moveTo>
                  <a:pt x="530" y="277"/>
                </a:moveTo>
                <a:cubicBezTo>
                  <a:pt x="530" y="286"/>
                  <a:pt x="530" y="286"/>
                  <a:pt x="530" y="286"/>
                </a:cubicBezTo>
                <a:cubicBezTo>
                  <a:pt x="527" y="289"/>
                  <a:pt x="525" y="293"/>
                  <a:pt x="522" y="296"/>
                </a:cubicBezTo>
                <a:cubicBezTo>
                  <a:pt x="522" y="286"/>
                  <a:pt x="522" y="286"/>
                  <a:pt x="522" y="286"/>
                </a:cubicBezTo>
                <a:cubicBezTo>
                  <a:pt x="524" y="285"/>
                  <a:pt x="525" y="285"/>
                  <a:pt x="527" y="284"/>
                </a:cubicBezTo>
                <a:cubicBezTo>
                  <a:pt x="528" y="283"/>
                  <a:pt x="528" y="282"/>
                  <a:pt x="528" y="282"/>
                </a:cubicBezTo>
                <a:cubicBezTo>
                  <a:pt x="527" y="281"/>
                  <a:pt x="524" y="280"/>
                  <a:pt x="522" y="278"/>
                </a:cubicBezTo>
                <a:cubicBezTo>
                  <a:pt x="522" y="274"/>
                  <a:pt x="522" y="274"/>
                  <a:pt x="522" y="274"/>
                </a:cubicBezTo>
                <a:cubicBezTo>
                  <a:pt x="524" y="275"/>
                  <a:pt x="525" y="277"/>
                  <a:pt x="527" y="278"/>
                </a:cubicBezTo>
                <a:cubicBezTo>
                  <a:pt x="528" y="278"/>
                  <a:pt x="529" y="278"/>
                  <a:pt x="530" y="277"/>
                </a:cubicBezTo>
                <a:close/>
                <a:moveTo>
                  <a:pt x="530" y="304"/>
                </a:moveTo>
                <a:cubicBezTo>
                  <a:pt x="530" y="334"/>
                  <a:pt x="530" y="334"/>
                  <a:pt x="530" y="334"/>
                </a:cubicBezTo>
                <a:cubicBezTo>
                  <a:pt x="527" y="336"/>
                  <a:pt x="524" y="338"/>
                  <a:pt x="522" y="339"/>
                </a:cubicBezTo>
                <a:cubicBezTo>
                  <a:pt x="522" y="328"/>
                  <a:pt x="522" y="328"/>
                  <a:pt x="522" y="328"/>
                </a:cubicBezTo>
                <a:cubicBezTo>
                  <a:pt x="523" y="328"/>
                  <a:pt x="524" y="328"/>
                  <a:pt x="526" y="328"/>
                </a:cubicBezTo>
                <a:cubicBezTo>
                  <a:pt x="526" y="320"/>
                  <a:pt x="520" y="318"/>
                  <a:pt x="522" y="311"/>
                </a:cubicBezTo>
                <a:cubicBezTo>
                  <a:pt x="525" y="309"/>
                  <a:pt x="527" y="306"/>
                  <a:pt x="530" y="304"/>
                </a:cubicBezTo>
                <a:close/>
                <a:moveTo>
                  <a:pt x="530" y="351"/>
                </a:moveTo>
                <a:cubicBezTo>
                  <a:pt x="530" y="360"/>
                  <a:pt x="530" y="360"/>
                  <a:pt x="530" y="360"/>
                </a:cubicBezTo>
                <a:cubicBezTo>
                  <a:pt x="524" y="360"/>
                  <a:pt x="524" y="360"/>
                  <a:pt x="524" y="360"/>
                </a:cubicBezTo>
                <a:cubicBezTo>
                  <a:pt x="524" y="362"/>
                  <a:pt x="524" y="364"/>
                  <a:pt x="524" y="365"/>
                </a:cubicBezTo>
                <a:cubicBezTo>
                  <a:pt x="527" y="365"/>
                  <a:pt x="529" y="365"/>
                  <a:pt x="530" y="364"/>
                </a:cubicBezTo>
                <a:cubicBezTo>
                  <a:pt x="530" y="381"/>
                  <a:pt x="530" y="381"/>
                  <a:pt x="530" y="381"/>
                </a:cubicBezTo>
                <a:cubicBezTo>
                  <a:pt x="528" y="381"/>
                  <a:pt x="526" y="381"/>
                  <a:pt x="524" y="382"/>
                </a:cubicBezTo>
                <a:cubicBezTo>
                  <a:pt x="523" y="380"/>
                  <a:pt x="523" y="379"/>
                  <a:pt x="522" y="377"/>
                </a:cubicBezTo>
                <a:cubicBezTo>
                  <a:pt x="522" y="351"/>
                  <a:pt x="522" y="351"/>
                  <a:pt x="522" y="351"/>
                </a:cubicBezTo>
                <a:cubicBezTo>
                  <a:pt x="525" y="351"/>
                  <a:pt x="528" y="351"/>
                  <a:pt x="530" y="351"/>
                </a:cubicBezTo>
                <a:close/>
                <a:moveTo>
                  <a:pt x="530" y="390"/>
                </a:moveTo>
                <a:cubicBezTo>
                  <a:pt x="530" y="394"/>
                  <a:pt x="530" y="394"/>
                  <a:pt x="530" y="394"/>
                </a:cubicBezTo>
                <a:cubicBezTo>
                  <a:pt x="529" y="394"/>
                  <a:pt x="527" y="393"/>
                  <a:pt x="526" y="393"/>
                </a:cubicBezTo>
                <a:cubicBezTo>
                  <a:pt x="527" y="399"/>
                  <a:pt x="526" y="406"/>
                  <a:pt x="530" y="410"/>
                </a:cubicBezTo>
                <a:cubicBezTo>
                  <a:pt x="530" y="415"/>
                  <a:pt x="530" y="415"/>
                  <a:pt x="530" y="415"/>
                </a:cubicBezTo>
                <a:cubicBezTo>
                  <a:pt x="522" y="415"/>
                  <a:pt x="522" y="415"/>
                  <a:pt x="522" y="415"/>
                </a:cubicBezTo>
                <a:cubicBezTo>
                  <a:pt x="522" y="411"/>
                  <a:pt x="522" y="411"/>
                  <a:pt x="522" y="411"/>
                </a:cubicBezTo>
                <a:cubicBezTo>
                  <a:pt x="524" y="411"/>
                  <a:pt x="524" y="411"/>
                  <a:pt x="524" y="411"/>
                </a:cubicBezTo>
                <a:cubicBezTo>
                  <a:pt x="523" y="405"/>
                  <a:pt x="523" y="401"/>
                  <a:pt x="522" y="398"/>
                </a:cubicBezTo>
                <a:cubicBezTo>
                  <a:pt x="522" y="390"/>
                  <a:pt x="522" y="390"/>
                  <a:pt x="522" y="390"/>
                </a:cubicBezTo>
                <a:cubicBezTo>
                  <a:pt x="530" y="390"/>
                  <a:pt x="530" y="390"/>
                  <a:pt x="530" y="390"/>
                </a:cubicBezTo>
                <a:close/>
                <a:moveTo>
                  <a:pt x="530" y="451"/>
                </a:moveTo>
                <a:cubicBezTo>
                  <a:pt x="530" y="461"/>
                  <a:pt x="530" y="461"/>
                  <a:pt x="530" y="461"/>
                </a:cubicBezTo>
                <a:cubicBezTo>
                  <a:pt x="527" y="460"/>
                  <a:pt x="524" y="460"/>
                  <a:pt x="522" y="459"/>
                </a:cubicBezTo>
                <a:cubicBezTo>
                  <a:pt x="522" y="446"/>
                  <a:pt x="522" y="446"/>
                  <a:pt x="522" y="446"/>
                </a:cubicBezTo>
                <a:cubicBezTo>
                  <a:pt x="525" y="447"/>
                  <a:pt x="528" y="449"/>
                  <a:pt x="530" y="451"/>
                </a:cubicBezTo>
                <a:close/>
                <a:moveTo>
                  <a:pt x="530" y="467"/>
                </a:moveTo>
                <a:cubicBezTo>
                  <a:pt x="530" y="477"/>
                  <a:pt x="530" y="477"/>
                  <a:pt x="530" y="477"/>
                </a:cubicBezTo>
                <a:cubicBezTo>
                  <a:pt x="527" y="478"/>
                  <a:pt x="525" y="479"/>
                  <a:pt x="522" y="480"/>
                </a:cubicBezTo>
                <a:cubicBezTo>
                  <a:pt x="522" y="469"/>
                  <a:pt x="522" y="469"/>
                  <a:pt x="522" y="469"/>
                </a:cubicBezTo>
                <a:cubicBezTo>
                  <a:pt x="525" y="468"/>
                  <a:pt x="528" y="468"/>
                  <a:pt x="530" y="467"/>
                </a:cubicBezTo>
                <a:close/>
                <a:moveTo>
                  <a:pt x="530" y="518"/>
                </a:moveTo>
                <a:cubicBezTo>
                  <a:pt x="530" y="523"/>
                  <a:pt x="530" y="523"/>
                  <a:pt x="530" y="523"/>
                </a:cubicBezTo>
                <a:cubicBezTo>
                  <a:pt x="530" y="522"/>
                  <a:pt x="529" y="522"/>
                  <a:pt x="528" y="522"/>
                </a:cubicBezTo>
                <a:cubicBezTo>
                  <a:pt x="526" y="526"/>
                  <a:pt x="524" y="529"/>
                  <a:pt x="522" y="533"/>
                </a:cubicBezTo>
                <a:cubicBezTo>
                  <a:pt x="522" y="525"/>
                  <a:pt x="522" y="525"/>
                  <a:pt x="522" y="525"/>
                </a:cubicBezTo>
                <a:cubicBezTo>
                  <a:pt x="524" y="522"/>
                  <a:pt x="524" y="519"/>
                  <a:pt x="522" y="515"/>
                </a:cubicBezTo>
                <a:cubicBezTo>
                  <a:pt x="522" y="509"/>
                  <a:pt x="522" y="509"/>
                  <a:pt x="522" y="509"/>
                </a:cubicBezTo>
                <a:cubicBezTo>
                  <a:pt x="530" y="518"/>
                  <a:pt x="530" y="518"/>
                  <a:pt x="530" y="518"/>
                </a:cubicBezTo>
                <a:close/>
                <a:moveTo>
                  <a:pt x="530" y="533"/>
                </a:moveTo>
                <a:cubicBezTo>
                  <a:pt x="530" y="541"/>
                  <a:pt x="530" y="541"/>
                  <a:pt x="530" y="541"/>
                </a:cubicBezTo>
                <a:cubicBezTo>
                  <a:pt x="530" y="543"/>
                  <a:pt x="529" y="545"/>
                  <a:pt x="530" y="547"/>
                </a:cubicBezTo>
                <a:cubicBezTo>
                  <a:pt x="530" y="553"/>
                  <a:pt x="530" y="553"/>
                  <a:pt x="530" y="553"/>
                </a:cubicBezTo>
                <a:cubicBezTo>
                  <a:pt x="522" y="544"/>
                  <a:pt x="522" y="544"/>
                  <a:pt x="522" y="544"/>
                </a:cubicBezTo>
                <a:cubicBezTo>
                  <a:pt x="522" y="539"/>
                  <a:pt x="522" y="539"/>
                  <a:pt x="522" y="539"/>
                </a:cubicBezTo>
                <a:cubicBezTo>
                  <a:pt x="523" y="541"/>
                  <a:pt x="524" y="542"/>
                  <a:pt x="524" y="543"/>
                </a:cubicBezTo>
                <a:cubicBezTo>
                  <a:pt x="526" y="540"/>
                  <a:pt x="528" y="536"/>
                  <a:pt x="530" y="533"/>
                </a:cubicBezTo>
                <a:close/>
                <a:moveTo>
                  <a:pt x="530" y="566"/>
                </a:moveTo>
                <a:cubicBezTo>
                  <a:pt x="530" y="572"/>
                  <a:pt x="530" y="572"/>
                  <a:pt x="530" y="572"/>
                </a:cubicBezTo>
                <a:cubicBezTo>
                  <a:pt x="527" y="572"/>
                  <a:pt x="524" y="574"/>
                  <a:pt x="522" y="578"/>
                </a:cubicBezTo>
                <a:cubicBezTo>
                  <a:pt x="525" y="579"/>
                  <a:pt x="527" y="580"/>
                  <a:pt x="530" y="581"/>
                </a:cubicBezTo>
                <a:cubicBezTo>
                  <a:pt x="530" y="588"/>
                  <a:pt x="530" y="588"/>
                  <a:pt x="530" y="588"/>
                </a:cubicBezTo>
                <a:cubicBezTo>
                  <a:pt x="528" y="586"/>
                  <a:pt x="526" y="586"/>
                  <a:pt x="522" y="584"/>
                </a:cubicBezTo>
                <a:cubicBezTo>
                  <a:pt x="522" y="569"/>
                  <a:pt x="522" y="569"/>
                  <a:pt x="522" y="569"/>
                </a:cubicBezTo>
                <a:cubicBezTo>
                  <a:pt x="522" y="569"/>
                  <a:pt x="522" y="569"/>
                  <a:pt x="522" y="569"/>
                </a:cubicBezTo>
                <a:cubicBezTo>
                  <a:pt x="525" y="568"/>
                  <a:pt x="528" y="567"/>
                  <a:pt x="530" y="566"/>
                </a:cubicBezTo>
                <a:close/>
                <a:moveTo>
                  <a:pt x="530" y="592"/>
                </a:moveTo>
                <a:cubicBezTo>
                  <a:pt x="530" y="599"/>
                  <a:pt x="530" y="599"/>
                  <a:pt x="530" y="599"/>
                </a:cubicBezTo>
                <a:cubicBezTo>
                  <a:pt x="527" y="601"/>
                  <a:pt x="525" y="603"/>
                  <a:pt x="522" y="605"/>
                </a:cubicBezTo>
                <a:cubicBezTo>
                  <a:pt x="522" y="595"/>
                  <a:pt x="522" y="595"/>
                  <a:pt x="522" y="595"/>
                </a:cubicBezTo>
                <a:cubicBezTo>
                  <a:pt x="525" y="595"/>
                  <a:pt x="528" y="594"/>
                  <a:pt x="530" y="592"/>
                </a:cubicBezTo>
                <a:close/>
                <a:moveTo>
                  <a:pt x="530" y="723"/>
                </a:moveTo>
                <a:cubicBezTo>
                  <a:pt x="530" y="730"/>
                  <a:pt x="530" y="730"/>
                  <a:pt x="530" y="730"/>
                </a:cubicBezTo>
                <a:cubicBezTo>
                  <a:pt x="527" y="731"/>
                  <a:pt x="525" y="732"/>
                  <a:pt x="522" y="735"/>
                </a:cubicBezTo>
                <a:cubicBezTo>
                  <a:pt x="525" y="737"/>
                  <a:pt x="528" y="740"/>
                  <a:pt x="530" y="742"/>
                </a:cubicBezTo>
                <a:cubicBezTo>
                  <a:pt x="530" y="753"/>
                  <a:pt x="530" y="753"/>
                  <a:pt x="530" y="753"/>
                </a:cubicBezTo>
                <a:cubicBezTo>
                  <a:pt x="527" y="750"/>
                  <a:pt x="524" y="748"/>
                  <a:pt x="522" y="746"/>
                </a:cubicBezTo>
                <a:cubicBezTo>
                  <a:pt x="522" y="726"/>
                  <a:pt x="522" y="726"/>
                  <a:pt x="522" y="726"/>
                </a:cubicBezTo>
                <a:cubicBezTo>
                  <a:pt x="525" y="725"/>
                  <a:pt x="527" y="724"/>
                  <a:pt x="530" y="723"/>
                </a:cubicBezTo>
                <a:close/>
                <a:moveTo>
                  <a:pt x="515" y="19"/>
                </a:moveTo>
                <a:cubicBezTo>
                  <a:pt x="517" y="20"/>
                  <a:pt x="520" y="21"/>
                  <a:pt x="522" y="21"/>
                </a:cubicBezTo>
                <a:cubicBezTo>
                  <a:pt x="522" y="29"/>
                  <a:pt x="522" y="29"/>
                  <a:pt x="522" y="29"/>
                </a:cubicBezTo>
                <a:cubicBezTo>
                  <a:pt x="522" y="29"/>
                  <a:pt x="522" y="29"/>
                  <a:pt x="522" y="29"/>
                </a:cubicBezTo>
                <a:cubicBezTo>
                  <a:pt x="522" y="30"/>
                  <a:pt x="522" y="30"/>
                  <a:pt x="522" y="33"/>
                </a:cubicBezTo>
                <a:cubicBezTo>
                  <a:pt x="522" y="69"/>
                  <a:pt x="522" y="69"/>
                  <a:pt x="522" y="69"/>
                </a:cubicBezTo>
                <a:cubicBezTo>
                  <a:pt x="520" y="68"/>
                  <a:pt x="517" y="67"/>
                  <a:pt x="515" y="66"/>
                </a:cubicBezTo>
                <a:cubicBezTo>
                  <a:pt x="515" y="59"/>
                  <a:pt x="515" y="59"/>
                  <a:pt x="515" y="59"/>
                </a:cubicBezTo>
                <a:cubicBezTo>
                  <a:pt x="515" y="59"/>
                  <a:pt x="516" y="59"/>
                  <a:pt x="516" y="59"/>
                </a:cubicBezTo>
                <a:cubicBezTo>
                  <a:pt x="517" y="59"/>
                  <a:pt x="518" y="59"/>
                  <a:pt x="518" y="58"/>
                </a:cubicBezTo>
                <a:cubicBezTo>
                  <a:pt x="517" y="55"/>
                  <a:pt x="517" y="55"/>
                  <a:pt x="515" y="43"/>
                </a:cubicBezTo>
                <a:cubicBezTo>
                  <a:pt x="515" y="19"/>
                  <a:pt x="515" y="19"/>
                  <a:pt x="515" y="19"/>
                </a:cubicBezTo>
                <a:close/>
                <a:moveTo>
                  <a:pt x="522" y="774"/>
                </a:moveTo>
                <a:cubicBezTo>
                  <a:pt x="520" y="775"/>
                  <a:pt x="517" y="775"/>
                  <a:pt x="515" y="776"/>
                </a:cubicBezTo>
                <a:cubicBezTo>
                  <a:pt x="515" y="764"/>
                  <a:pt x="515" y="764"/>
                  <a:pt x="515" y="764"/>
                </a:cubicBezTo>
                <a:cubicBezTo>
                  <a:pt x="515" y="764"/>
                  <a:pt x="516" y="765"/>
                  <a:pt x="516" y="765"/>
                </a:cubicBezTo>
                <a:cubicBezTo>
                  <a:pt x="518" y="765"/>
                  <a:pt x="520" y="765"/>
                  <a:pt x="522" y="764"/>
                </a:cubicBezTo>
                <a:cubicBezTo>
                  <a:pt x="522" y="774"/>
                  <a:pt x="522" y="774"/>
                  <a:pt x="522" y="774"/>
                </a:cubicBezTo>
                <a:close/>
                <a:moveTo>
                  <a:pt x="522" y="200"/>
                </a:moveTo>
                <a:cubicBezTo>
                  <a:pt x="522" y="233"/>
                  <a:pt x="522" y="233"/>
                  <a:pt x="522" y="233"/>
                </a:cubicBezTo>
                <a:cubicBezTo>
                  <a:pt x="520" y="231"/>
                  <a:pt x="517" y="229"/>
                  <a:pt x="515" y="228"/>
                </a:cubicBezTo>
                <a:cubicBezTo>
                  <a:pt x="515" y="223"/>
                  <a:pt x="515" y="223"/>
                  <a:pt x="515" y="223"/>
                </a:cubicBezTo>
                <a:cubicBezTo>
                  <a:pt x="515" y="223"/>
                  <a:pt x="516" y="224"/>
                  <a:pt x="516" y="224"/>
                </a:cubicBezTo>
                <a:cubicBezTo>
                  <a:pt x="517" y="224"/>
                  <a:pt x="518" y="224"/>
                  <a:pt x="518" y="224"/>
                </a:cubicBezTo>
                <a:cubicBezTo>
                  <a:pt x="519" y="214"/>
                  <a:pt x="521" y="206"/>
                  <a:pt x="515" y="202"/>
                </a:cubicBezTo>
                <a:cubicBezTo>
                  <a:pt x="515" y="196"/>
                  <a:pt x="515" y="196"/>
                  <a:pt x="515" y="196"/>
                </a:cubicBezTo>
                <a:cubicBezTo>
                  <a:pt x="517" y="197"/>
                  <a:pt x="520" y="199"/>
                  <a:pt x="522" y="200"/>
                </a:cubicBezTo>
                <a:close/>
                <a:moveTo>
                  <a:pt x="522" y="259"/>
                </a:moveTo>
                <a:cubicBezTo>
                  <a:pt x="522" y="266"/>
                  <a:pt x="522" y="266"/>
                  <a:pt x="522" y="266"/>
                </a:cubicBezTo>
                <a:cubicBezTo>
                  <a:pt x="520" y="266"/>
                  <a:pt x="518" y="267"/>
                  <a:pt x="516" y="270"/>
                </a:cubicBezTo>
                <a:cubicBezTo>
                  <a:pt x="518" y="271"/>
                  <a:pt x="520" y="273"/>
                  <a:pt x="522" y="274"/>
                </a:cubicBezTo>
                <a:cubicBezTo>
                  <a:pt x="522" y="278"/>
                  <a:pt x="522" y="278"/>
                  <a:pt x="522" y="278"/>
                </a:cubicBezTo>
                <a:cubicBezTo>
                  <a:pt x="520" y="277"/>
                  <a:pt x="517" y="276"/>
                  <a:pt x="515" y="275"/>
                </a:cubicBezTo>
                <a:cubicBezTo>
                  <a:pt x="515" y="266"/>
                  <a:pt x="515" y="266"/>
                  <a:pt x="515" y="266"/>
                </a:cubicBezTo>
                <a:cubicBezTo>
                  <a:pt x="517" y="264"/>
                  <a:pt x="520" y="262"/>
                  <a:pt x="522" y="259"/>
                </a:cubicBezTo>
                <a:close/>
                <a:moveTo>
                  <a:pt x="522" y="286"/>
                </a:moveTo>
                <a:cubicBezTo>
                  <a:pt x="522" y="296"/>
                  <a:pt x="522" y="296"/>
                  <a:pt x="522" y="296"/>
                </a:cubicBezTo>
                <a:cubicBezTo>
                  <a:pt x="520" y="298"/>
                  <a:pt x="517" y="300"/>
                  <a:pt x="515" y="303"/>
                </a:cubicBezTo>
                <a:cubicBezTo>
                  <a:pt x="515" y="294"/>
                  <a:pt x="515" y="294"/>
                  <a:pt x="515" y="294"/>
                </a:cubicBezTo>
                <a:cubicBezTo>
                  <a:pt x="516" y="294"/>
                  <a:pt x="518" y="293"/>
                  <a:pt x="520" y="292"/>
                </a:cubicBezTo>
                <a:cubicBezTo>
                  <a:pt x="518" y="291"/>
                  <a:pt x="517" y="290"/>
                  <a:pt x="515" y="288"/>
                </a:cubicBezTo>
                <a:cubicBezTo>
                  <a:pt x="515" y="284"/>
                  <a:pt x="515" y="284"/>
                  <a:pt x="515" y="284"/>
                </a:cubicBezTo>
                <a:cubicBezTo>
                  <a:pt x="516" y="285"/>
                  <a:pt x="518" y="286"/>
                  <a:pt x="520" y="288"/>
                </a:cubicBezTo>
                <a:cubicBezTo>
                  <a:pt x="522" y="286"/>
                  <a:pt x="522" y="286"/>
                  <a:pt x="522" y="286"/>
                </a:cubicBezTo>
                <a:close/>
                <a:moveTo>
                  <a:pt x="522" y="328"/>
                </a:moveTo>
                <a:cubicBezTo>
                  <a:pt x="522" y="339"/>
                  <a:pt x="522" y="339"/>
                  <a:pt x="522" y="339"/>
                </a:cubicBezTo>
                <a:cubicBezTo>
                  <a:pt x="520" y="340"/>
                  <a:pt x="517" y="341"/>
                  <a:pt x="515" y="341"/>
                </a:cubicBezTo>
                <a:cubicBezTo>
                  <a:pt x="515" y="329"/>
                  <a:pt x="515" y="329"/>
                  <a:pt x="515" y="329"/>
                </a:cubicBezTo>
                <a:cubicBezTo>
                  <a:pt x="517" y="329"/>
                  <a:pt x="519" y="329"/>
                  <a:pt x="522" y="328"/>
                </a:cubicBezTo>
                <a:close/>
                <a:moveTo>
                  <a:pt x="522" y="351"/>
                </a:moveTo>
                <a:cubicBezTo>
                  <a:pt x="522" y="377"/>
                  <a:pt x="522" y="377"/>
                  <a:pt x="522" y="377"/>
                </a:cubicBezTo>
                <a:cubicBezTo>
                  <a:pt x="518" y="370"/>
                  <a:pt x="517" y="363"/>
                  <a:pt x="517" y="353"/>
                </a:cubicBezTo>
                <a:cubicBezTo>
                  <a:pt x="518" y="352"/>
                  <a:pt x="520" y="351"/>
                  <a:pt x="522" y="351"/>
                </a:cubicBezTo>
                <a:close/>
                <a:moveTo>
                  <a:pt x="522" y="390"/>
                </a:moveTo>
                <a:cubicBezTo>
                  <a:pt x="522" y="398"/>
                  <a:pt x="522" y="398"/>
                  <a:pt x="522" y="398"/>
                </a:cubicBezTo>
                <a:cubicBezTo>
                  <a:pt x="521" y="396"/>
                  <a:pt x="519" y="394"/>
                  <a:pt x="515" y="394"/>
                </a:cubicBezTo>
                <a:cubicBezTo>
                  <a:pt x="515" y="390"/>
                  <a:pt x="515" y="390"/>
                  <a:pt x="515" y="390"/>
                </a:cubicBezTo>
                <a:cubicBezTo>
                  <a:pt x="522" y="390"/>
                  <a:pt x="522" y="390"/>
                  <a:pt x="522" y="390"/>
                </a:cubicBezTo>
                <a:close/>
                <a:moveTo>
                  <a:pt x="522" y="411"/>
                </a:moveTo>
                <a:cubicBezTo>
                  <a:pt x="522" y="415"/>
                  <a:pt x="522" y="415"/>
                  <a:pt x="522" y="415"/>
                </a:cubicBezTo>
                <a:cubicBezTo>
                  <a:pt x="515" y="415"/>
                  <a:pt x="515" y="415"/>
                  <a:pt x="515" y="415"/>
                </a:cubicBezTo>
                <a:cubicBezTo>
                  <a:pt x="515" y="404"/>
                  <a:pt x="515" y="404"/>
                  <a:pt x="515" y="404"/>
                </a:cubicBezTo>
                <a:cubicBezTo>
                  <a:pt x="516" y="410"/>
                  <a:pt x="516" y="410"/>
                  <a:pt x="516" y="410"/>
                </a:cubicBezTo>
                <a:cubicBezTo>
                  <a:pt x="517" y="410"/>
                  <a:pt x="518" y="411"/>
                  <a:pt x="518" y="411"/>
                </a:cubicBezTo>
                <a:cubicBezTo>
                  <a:pt x="522" y="411"/>
                  <a:pt x="522" y="411"/>
                  <a:pt x="522" y="411"/>
                </a:cubicBezTo>
                <a:close/>
                <a:moveTo>
                  <a:pt x="522" y="446"/>
                </a:moveTo>
                <a:cubicBezTo>
                  <a:pt x="522" y="459"/>
                  <a:pt x="522" y="459"/>
                  <a:pt x="522" y="459"/>
                </a:cubicBezTo>
                <a:cubicBezTo>
                  <a:pt x="519" y="458"/>
                  <a:pt x="517" y="457"/>
                  <a:pt x="515" y="456"/>
                </a:cubicBezTo>
                <a:cubicBezTo>
                  <a:pt x="515" y="443"/>
                  <a:pt x="515" y="443"/>
                  <a:pt x="515" y="443"/>
                </a:cubicBezTo>
                <a:cubicBezTo>
                  <a:pt x="517" y="444"/>
                  <a:pt x="520" y="444"/>
                  <a:pt x="522" y="446"/>
                </a:cubicBezTo>
                <a:close/>
                <a:moveTo>
                  <a:pt x="522" y="469"/>
                </a:moveTo>
                <a:cubicBezTo>
                  <a:pt x="522" y="480"/>
                  <a:pt x="522" y="480"/>
                  <a:pt x="522" y="480"/>
                </a:cubicBezTo>
                <a:cubicBezTo>
                  <a:pt x="520" y="481"/>
                  <a:pt x="517" y="482"/>
                  <a:pt x="515" y="484"/>
                </a:cubicBezTo>
                <a:cubicBezTo>
                  <a:pt x="515" y="471"/>
                  <a:pt x="515" y="471"/>
                  <a:pt x="515" y="471"/>
                </a:cubicBezTo>
                <a:cubicBezTo>
                  <a:pt x="517" y="470"/>
                  <a:pt x="520" y="469"/>
                  <a:pt x="522" y="469"/>
                </a:cubicBezTo>
                <a:close/>
                <a:moveTo>
                  <a:pt x="522" y="509"/>
                </a:moveTo>
                <a:cubicBezTo>
                  <a:pt x="522" y="515"/>
                  <a:pt x="522" y="515"/>
                  <a:pt x="522" y="515"/>
                </a:cubicBezTo>
                <a:cubicBezTo>
                  <a:pt x="521" y="514"/>
                  <a:pt x="521" y="513"/>
                  <a:pt x="520" y="512"/>
                </a:cubicBezTo>
                <a:cubicBezTo>
                  <a:pt x="518" y="515"/>
                  <a:pt x="516" y="517"/>
                  <a:pt x="515" y="520"/>
                </a:cubicBezTo>
                <a:cubicBezTo>
                  <a:pt x="515" y="512"/>
                  <a:pt x="515" y="512"/>
                  <a:pt x="515" y="512"/>
                </a:cubicBezTo>
                <a:cubicBezTo>
                  <a:pt x="515" y="510"/>
                  <a:pt x="515" y="509"/>
                  <a:pt x="515" y="508"/>
                </a:cubicBezTo>
                <a:cubicBezTo>
                  <a:pt x="515" y="502"/>
                  <a:pt x="515" y="502"/>
                  <a:pt x="515" y="502"/>
                </a:cubicBezTo>
                <a:cubicBezTo>
                  <a:pt x="522" y="509"/>
                  <a:pt x="522" y="509"/>
                  <a:pt x="522" y="509"/>
                </a:cubicBezTo>
                <a:close/>
                <a:moveTo>
                  <a:pt x="522" y="525"/>
                </a:moveTo>
                <a:cubicBezTo>
                  <a:pt x="522" y="533"/>
                  <a:pt x="522" y="533"/>
                  <a:pt x="522" y="533"/>
                </a:cubicBezTo>
                <a:cubicBezTo>
                  <a:pt x="521" y="534"/>
                  <a:pt x="520" y="535"/>
                  <a:pt x="520" y="537"/>
                </a:cubicBezTo>
                <a:cubicBezTo>
                  <a:pt x="521" y="538"/>
                  <a:pt x="521" y="539"/>
                  <a:pt x="522" y="539"/>
                </a:cubicBezTo>
                <a:cubicBezTo>
                  <a:pt x="522" y="544"/>
                  <a:pt x="522" y="544"/>
                  <a:pt x="522" y="544"/>
                </a:cubicBezTo>
                <a:cubicBezTo>
                  <a:pt x="515" y="537"/>
                  <a:pt x="515" y="537"/>
                  <a:pt x="515" y="537"/>
                </a:cubicBezTo>
                <a:cubicBezTo>
                  <a:pt x="515" y="533"/>
                  <a:pt x="515" y="533"/>
                  <a:pt x="515" y="533"/>
                </a:cubicBezTo>
                <a:cubicBezTo>
                  <a:pt x="516" y="533"/>
                  <a:pt x="516" y="533"/>
                  <a:pt x="517" y="533"/>
                </a:cubicBezTo>
                <a:cubicBezTo>
                  <a:pt x="519" y="530"/>
                  <a:pt x="520" y="527"/>
                  <a:pt x="522" y="525"/>
                </a:cubicBezTo>
                <a:close/>
                <a:moveTo>
                  <a:pt x="522" y="569"/>
                </a:moveTo>
                <a:cubicBezTo>
                  <a:pt x="522" y="584"/>
                  <a:pt x="522" y="584"/>
                  <a:pt x="522" y="584"/>
                </a:cubicBezTo>
                <a:cubicBezTo>
                  <a:pt x="520" y="584"/>
                  <a:pt x="518" y="583"/>
                  <a:pt x="515" y="582"/>
                </a:cubicBezTo>
                <a:cubicBezTo>
                  <a:pt x="515" y="576"/>
                  <a:pt x="515" y="576"/>
                  <a:pt x="515" y="576"/>
                </a:cubicBezTo>
                <a:cubicBezTo>
                  <a:pt x="517" y="574"/>
                  <a:pt x="520" y="572"/>
                  <a:pt x="522" y="569"/>
                </a:cubicBezTo>
                <a:close/>
                <a:moveTo>
                  <a:pt x="522" y="595"/>
                </a:moveTo>
                <a:cubicBezTo>
                  <a:pt x="522" y="605"/>
                  <a:pt x="522" y="605"/>
                  <a:pt x="522" y="605"/>
                </a:cubicBezTo>
                <a:cubicBezTo>
                  <a:pt x="520" y="606"/>
                  <a:pt x="517" y="607"/>
                  <a:pt x="515" y="608"/>
                </a:cubicBezTo>
                <a:cubicBezTo>
                  <a:pt x="515" y="602"/>
                  <a:pt x="515" y="602"/>
                  <a:pt x="515" y="602"/>
                </a:cubicBezTo>
                <a:cubicBezTo>
                  <a:pt x="516" y="601"/>
                  <a:pt x="516" y="600"/>
                  <a:pt x="516" y="599"/>
                </a:cubicBezTo>
                <a:cubicBezTo>
                  <a:pt x="515" y="599"/>
                  <a:pt x="515" y="599"/>
                  <a:pt x="515" y="599"/>
                </a:cubicBezTo>
                <a:cubicBezTo>
                  <a:pt x="515" y="593"/>
                  <a:pt x="515" y="593"/>
                  <a:pt x="515" y="593"/>
                </a:cubicBezTo>
                <a:cubicBezTo>
                  <a:pt x="521" y="596"/>
                  <a:pt x="521" y="596"/>
                  <a:pt x="521" y="596"/>
                </a:cubicBezTo>
                <a:cubicBezTo>
                  <a:pt x="521" y="596"/>
                  <a:pt x="522" y="596"/>
                  <a:pt x="522" y="595"/>
                </a:cubicBezTo>
                <a:close/>
                <a:moveTo>
                  <a:pt x="522" y="726"/>
                </a:moveTo>
                <a:cubicBezTo>
                  <a:pt x="522" y="746"/>
                  <a:pt x="522" y="746"/>
                  <a:pt x="522" y="746"/>
                </a:cubicBezTo>
                <a:cubicBezTo>
                  <a:pt x="520" y="744"/>
                  <a:pt x="517" y="743"/>
                  <a:pt x="515" y="743"/>
                </a:cubicBezTo>
                <a:cubicBezTo>
                  <a:pt x="515" y="730"/>
                  <a:pt x="515" y="730"/>
                  <a:pt x="515" y="730"/>
                </a:cubicBezTo>
                <a:cubicBezTo>
                  <a:pt x="517" y="729"/>
                  <a:pt x="520" y="727"/>
                  <a:pt x="522" y="726"/>
                </a:cubicBezTo>
                <a:close/>
                <a:moveTo>
                  <a:pt x="515" y="674"/>
                </a:moveTo>
                <a:cubicBezTo>
                  <a:pt x="515" y="671"/>
                  <a:pt x="515" y="671"/>
                  <a:pt x="515" y="671"/>
                </a:cubicBezTo>
                <a:cubicBezTo>
                  <a:pt x="516" y="674"/>
                  <a:pt x="516" y="674"/>
                  <a:pt x="516" y="674"/>
                </a:cubicBezTo>
                <a:lnTo>
                  <a:pt x="515" y="674"/>
                </a:lnTo>
                <a:close/>
                <a:moveTo>
                  <a:pt x="509" y="17"/>
                </a:moveTo>
                <a:cubicBezTo>
                  <a:pt x="511" y="18"/>
                  <a:pt x="513" y="19"/>
                  <a:pt x="515" y="19"/>
                </a:cubicBezTo>
                <a:cubicBezTo>
                  <a:pt x="515" y="43"/>
                  <a:pt x="515" y="43"/>
                  <a:pt x="515" y="43"/>
                </a:cubicBezTo>
                <a:cubicBezTo>
                  <a:pt x="514" y="39"/>
                  <a:pt x="514" y="39"/>
                  <a:pt x="514" y="39"/>
                </a:cubicBezTo>
                <a:cubicBezTo>
                  <a:pt x="513" y="34"/>
                  <a:pt x="511" y="31"/>
                  <a:pt x="509" y="28"/>
                </a:cubicBezTo>
                <a:cubicBezTo>
                  <a:pt x="509" y="17"/>
                  <a:pt x="509" y="17"/>
                  <a:pt x="509" y="17"/>
                </a:cubicBezTo>
                <a:close/>
                <a:moveTo>
                  <a:pt x="515" y="776"/>
                </a:moveTo>
                <a:cubicBezTo>
                  <a:pt x="513" y="777"/>
                  <a:pt x="511" y="777"/>
                  <a:pt x="509" y="778"/>
                </a:cubicBezTo>
                <a:cubicBezTo>
                  <a:pt x="509" y="760"/>
                  <a:pt x="509" y="760"/>
                  <a:pt x="509" y="760"/>
                </a:cubicBezTo>
                <a:cubicBezTo>
                  <a:pt x="511" y="761"/>
                  <a:pt x="513" y="763"/>
                  <a:pt x="515" y="764"/>
                </a:cubicBezTo>
                <a:cubicBezTo>
                  <a:pt x="515" y="776"/>
                  <a:pt x="515" y="776"/>
                  <a:pt x="515" y="776"/>
                </a:cubicBezTo>
                <a:close/>
                <a:moveTo>
                  <a:pt x="515" y="59"/>
                </a:moveTo>
                <a:cubicBezTo>
                  <a:pt x="515" y="66"/>
                  <a:pt x="515" y="66"/>
                  <a:pt x="515" y="66"/>
                </a:cubicBezTo>
                <a:cubicBezTo>
                  <a:pt x="513" y="66"/>
                  <a:pt x="511" y="65"/>
                  <a:pt x="509" y="65"/>
                </a:cubicBezTo>
                <a:cubicBezTo>
                  <a:pt x="509" y="56"/>
                  <a:pt x="509" y="56"/>
                  <a:pt x="509" y="56"/>
                </a:cubicBezTo>
                <a:cubicBezTo>
                  <a:pt x="511" y="57"/>
                  <a:pt x="513" y="58"/>
                  <a:pt x="515" y="59"/>
                </a:cubicBezTo>
                <a:close/>
                <a:moveTo>
                  <a:pt x="515" y="196"/>
                </a:moveTo>
                <a:cubicBezTo>
                  <a:pt x="515" y="202"/>
                  <a:pt x="515" y="202"/>
                  <a:pt x="515" y="202"/>
                </a:cubicBezTo>
                <a:cubicBezTo>
                  <a:pt x="514" y="201"/>
                  <a:pt x="512" y="200"/>
                  <a:pt x="509" y="199"/>
                </a:cubicBezTo>
                <a:cubicBezTo>
                  <a:pt x="510" y="210"/>
                  <a:pt x="507" y="216"/>
                  <a:pt x="515" y="223"/>
                </a:cubicBezTo>
                <a:cubicBezTo>
                  <a:pt x="515" y="228"/>
                  <a:pt x="515" y="228"/>
                  <a:pt x="515" y="228"/>
                </a:cubicBezTo>
                <a:cubicBezTo>
                  <a:pt x="513" y="226"/>
                  <a:pt x="511" y="225"/>
                  <a:pt x="509" y="224"/>
                </a:cubicBezTo>
                <a:cubicBezTo>
                  <a:pt x="509" y="193"/>
                  <a:pt x="509" y="193"/>
                  <a:pt x="509" y="193"/>
                </a:cubicBezTo>
                <a:cubicBezTo>
                  <a:pt x="511" y="194"/>
                  <a:pt x="513" y="195"/>
                  <a:pt x="515" y="196"/>
                </a:cubicBezTo>
                <a:close/>
                <a:moveTo>
                  <a:pt x="515" y="266"/>
                </a:moveTo>
                <a:cubicBezTo>
                  <a:pt x="515" y="275"/>
                  <a:pt x="515" y="275"/>
                  <a:pt x="515" y="275"/>
                </a:cubicBezTo>
                <a:cubicBezTo>
                  <a:pt x="512" y="275"/>
                  <a:pt x="510" y="275"/>
                  <a:pt x="509" y="277"/>
                </a:cubicBezTo>
                <a:cubicBezTo>
                  <a:pt x="509" y="272"/>
                  <a:pt x="509" y="272"/>
                  <a:pt x="509" y="272"/>
                </a:cubicBezTo>
                <a:cubicBezTo>
                  <a:pt x="511" y="270"/>
                  <a:pt x="513" y="268"/>
                  <a:pt x="515" y="266"/>
                </a:cubicBezTo>
                <a:close/>
                <a:moveTo>
                  <a:pt x="515" y="284"/>
                </a:moveTo>
                <a:cubicBezTo>
                  <a:pt x="515" y="288"/>
                  <a:pt x="515" y="288"/>
                  <a:pt x="515" y="288"/>
                </a:cubicBezTo>
                <a:cubicBezTo>
                  <a:pt x="513" y="287"/>
                  <a:pt x="511" y="285"/>
                  <a:pt x="509" y="284"/>
                </a:cubicBezTo>
                <a:cubicBezTo>
                  <a:pt x="509" y="280"/>
                  <a:pt x="509" y="280"/>
                  <a:pt x="509" y="280"/>
                </a:cubicBezTo>
                <a:cubicBezTo>
                  <a:pt x="511" y="281"/>
                  <a:pt x="513" y="283"/>
                  <a:pt x="515" y="284"/>
                </a:cubicBezTo>
                <a:close/>
                <a:moveTo>
                  <a:pt x="515" y="294"/>
                </a:moveTo>
                <a:cubicBezTo>
                  <a:pt x="515" y="303"/>
                  <a:pt x="515" y="303"/>
                  <a:pt x="515" y="303"/>
                </a:cubicBezTo>
                <a:cubicBezTo>
                  <a:pt x="513" y="304"/>
                  <a:pt x="511" y="306"/>
                  <a:pt x="509" y="307"/>
                </a:cubicBezTo>
                <a:cubicBezTo>
                  <a:pt x="509" y="301"/>
                  <a:pt x="509" y="301"/>
                  <a:pt x="509" y="301"/>
                </a:cubicBezTo>
                <a:cubicBezTo>
                  <a:pt x="509" y="301"/>
                  <a:pt x="510" y="300"/>
                  <a:pt x="510" y="299"/>
                </a:cubicBezTo>
                <a:cubicBezTo>
                  <a:pt x="510" y="299"/>
                  <a:pt x="509" y="299"/>
                  <a:pt x="509" y="299"/>
                </a:cubicBezTo>
                <a:cubicBezTo>
                  <a:pt x="509" y="296"/>
                  <a:pt x="509" y="296"/>
                  <a:pt x="509" y="296"/>
                </a:cubicBezTo>
                <a:cubicBezTo>
                  <a:pt x="509" y="296"/>
                  <a:pt x="509" y="296"/>
                  <a:pt x="509" y="296"/>
                </a:cubicBezTo>
                <a:cubicBezTo>
                  <a:pt x="512" y="296"/>
                  <a:pt x="513" y="295"/>
                  <a:pt x="515" y="294"/>
                </a:cubicBezTo>
                <a:close/>
                <a:moveTo>
                  <a:pt x="515" y="329"/>
                </a:moveTo>
                <a:cubicBezTo>
                  <a:pt x="515" y="341"/>
                  <a:pt x="515" y="341"/>
                  <a:pt x="515" y="341"/>
                </a:cubicBezTo>
                <a:cubicBezTo>
                  <a:pt x="513" y="342"/>
                  <a:pt x="511" y="342"/>
                  <a:pt x="509" y="343"/>
                </a:cubicBezTo>
                <a:cubicBezTo>
                  <a:pt x="509" y="330"/>
                  <a:pt x="509" y="330"/>
                  <a:pt x="509" y="330"/>
                </a:cubicBezTo>
                <a:cubicBezTo>
                  <a:pt x="512" y="329"/>
                  <a:pt x="513" y="329"/>
                  <a:pt x="515" y="329"/>
                </a:cubicBezTo>
                <a:close/>
                <a:moveTo>
                  <a:pt x="515" y="390"/>
                </a:moveTo>
                <a:cubicBezTo>
                  <a:pt x="515" y="394"/>
                  <a:pt x="515" y="394"/>
                  <a:pt x="515" y="394"/>
                </a:cubicBezTo>
                <a:cubicBezTo>
                  <a:pt x="514" y="393"/>
                  <a:pt x="514" y="393"/>
                  <a:pt x="513" y="393"/>
                </a:cubicBezTo>
                <a:cubicBezTo>
                  <a:pt x="515" y="404"/>
                  <a:pt x="515" y="404"/>
                  <a:pt x="515" y="404"/>
                </a:cubicBezTo>
                <a:cubicBezTo>
                  <a:pt x="515" y="415"/>
                  <a:pt x="515" y="415"/>
                  <a:pt x="515" y="415"/>
                </a:cubicBezTo>
                <a:cubicBezTo>
                  <a:pt x="509" y="415"/>
                  <a:pt x="509" y="415"/>
                  <a:pt x="509" y="415"/>
                </a:cubicBezTo>
                <a:cubicBezTo>
                  <a:pt x="509" y="410"/>
                  <a:pt x="509" y="410"/>
                  <a:pt x="509" y="410"/>
                </a:cubicBezTo>
                <a:cubicBezTo>
                  <a:pt x="510" y="410"/>
                  <a:pt x="511" y="410"/>
                  <a:pt x="512" y="410"/>
                </a:cubicBezTo>
                <a:cubicBezTo>
                  <a:pt x="511" y="406"/>
                  <a:pt x="510" y="402"/>
                  <a:pt x="509" y="399"/>
                </a:cubicBezTo>
                <a:cubicBezTo>
                  <a:pt x="509" y="390"/>
                  <a:pt x="509" y="390"/>
                  <a:pt x="509" y="390"/>
                </a:cubicBezTo>
                <a:cubicBezTo>
                  <a:pt x="515" y="390"/>
                  <a:pt x="515" y="390"/>
                  <a:pt x="515" y="390"/>
                </a:cubicBezTo>
                <a:close/>
                <a:moveTo>
                  <a:pt x="515" y="443"/>
                </a:moveTo>
                <a:cubicBezTo>
                  <a:pt x="515" y="456"/>
                  <a:pt x="515" y="456"/>
                  <a:pt x="515" y="456"/>
                </a:cubicBezTo>
                <a:cubicBezTo>
                  <a:pt x="512" y="453"/>
                  <a:pt x="510" y="450"/>
                  <a:pt x="510" y="445"/>
                </a:cubicBezTo>
                <a:cubicBezTo>
                  <a:pt x="511" y="444"/>
                  <a:pt x="513" y="443"/>
                  <a:pt x="515" y="443"/>
                </a:cubicBezTo>
                <a:close/>
                <a:moveTo>
                  <a:pt x="515" y="471"/>
                </a:moveTo>
                <a:cubicBezTo>
                  <a:pt x="515" y="484"/>
                  <a:pt x="515" y="484"/>
                  <a:pt x="515" y="484"/>
                </a:cubicBezTo>
                <a:cubicBezTo>
                  <a:pt x="513" y="485"/>
                  <a:pt x="512" y="485"/>
                  <a:pt x="510" y="487"/>
                </a:cubicBezTo>
                <a:cubicBezTo>
                  <a:pt x="510" y="486"/>
                  <a:pt x="509" y="485"/>
                  <a:pt x="509" y="485"/>
                </a:cubicBezTo>
                <a:cubicBezTo>
                  <a:pt x="509" y="474"/>
                  <a:pt x="509" y="474"/>
                  <a:pt x="509" y="474"/>
                </a:cubicBezTo>
                <a:cubicBezTo>
                  <a:pt x="510" y="473"/>
                  <a:pt x="512" y="472"/>
                  <a:pt x="515" y="471"/>
                </a:cubicBezTo>
                <a:close/>
                <a:moveTo>
                  <a:pt x="515" y="502"/>
                </a:moveTo>
                <a:cubicBezTo>
                  <a:pt x="515" y="508"/>
                  <a:pt x="515" y="508"/>
                  <a:pt x="515" y="508"/>
                </a:cubicBezTo>
                <a:cubicBezTo>
                  <a:pt x="514" y="506"/>
                  <a:pt x="513" y="505"/>
                  <a:pt x="510" y="504"/>
                </a:cubicBezTo>
                <a:cubicBezTo>
                  <a:pt x="509" y="506"/>
                  <a:pt x="509" y="506"/>
                  <a:pt x="509" y="506"/>
                </a:cubicBezTo>
                <a:cubicBezTo>
                  <a:pt x="509" y="496"/>
                  <a:pt x="509" y="496"/>
                  <a:pt x="509" y="496"/>
                </a:cubicBezTo>
                <a:cubicBezTo>
                  <a:pt x="515" y="502"/>
                  <a:pt x="515" y="502"/>
                  <a:pt x="515" y="502"/>
                </a:cubicBezTo>
                <a:close/>
                <a:moveTo>
                  <a:pt x="515" y="512"/>
                </a:moveTo>
                <a:cubicBezTo>
                  <a:pt x="515" y="520"/>
                  <a:pt x="515" y="520"/>
                  <a:pt x="515" y="520"/>
                </a:cubicBezTo>
                <a:cubicBezTo>
                  <a:pt x="512" y="524"/>
                  <a:pt x="511" y="528"/>
                  <a:pt x="515" y="533"/>
                </a:cubicBezTo>
                <a:cubicBezTo>
                  <a:pt x="515" y="537"/>
                  <a:pt x="515" y="537"/>
                  <a:pt x="515" y="537"/>
                </a:cubicBezTo>
                <a:cubicBezTo>
                  <a:pt x="509" y="531"/>
                  <a:pt x="509" y="531"/>
                  <a:pt x="509" y="531"/>
                </a:cubicBezTo>
                <a:cubicBezTo>
                  <a:pt x="509" y="522"/>
                  <a:pt x="509" y="522"/>
                  <a:pt x="509" y="522"/>
                </a:cubicBezTo>
                <a:cubicBezTo>
                  <a:pt x="511" y="519"/>
                  <a:pt x="514" y="515"/>
                  <a:pt x="515" y="512"/>
                </a:cubicBezTo>
                <a:close/>
                <a:moveTo>
                  <a:pt x="515" y="576"/>
                </a:moveTo>
                <a:cubicBezTo>
                  <a:pt x="515" y="582"/>
                  <a:pt x="515" y="582"/>
                  <a:pt x="515" y="582"/>
                </a:cubicBezTo>
                <a:cubicBezTo>
                  <a:pt x="513" y="583"/>
                  <a:pt x="511" y="584"/>
                  <a:pt x="509" y="585"/>
                </a:cubicBezTo>
                <a:cubicBezTo>
                  <a:pt x="509" y="580"/>
                  <a:pt x="509" y="580"/>
                  <a:pt x="509" y="580"/>
                </a:cubicBezTo>
                <a:cubicBezTo>
                  <a:pt x="511" y="578"/>
                  <a:pt x="513" y="577"/>
                  <a:pt x="515" y="576"/>
                </a:cubicBezTo>
                <a:close/>
                <a:moveTo>
                  <a:pt x="515" y="593"/>
                </a:moveTo>
                <a:cubicBezTo>
                  <a:pt x="515" y="599"/>
                  <a:pt x="515" y="599"/>
                  <a:pt x="515" y="599"/>
                </a:cubicBezTo>
                <a:cubicBezTo>
                  <a:pt x="513" y="598"/>
                  <a:pt x="511" y="597"/>
                  <a:pt x="509" y="596"/>
                </a:cubicBezTo>
                <a:cubicBezTo>
                  <a:pt x="509" y="589"/>
                  <a:pt x="509" y="589"/>
                  <a:pt x="509" y="589"/>
                </a:cubicBezTo>
                <a:cubicBezTo>
                  <a:pt x="511" y="590"/>
                  <a:pt x="513" y="591"/>
                  <a:pt x="515" y="593"/>
                </a:cubicBezTo>
                <a:close/>
                <a:moveTo>
                  <a:pt x="515" y="602"/>
                </a:moveTo>
                <a:cubicBezTo>
                  <a:pt x="515" y="608"/>
                  <a:pt x="515" y="608"/>
                  <a:pt x="515" y="608"/>
                </a:cubicBezTo>
                <a:cubicBezTo>
                  <a:pt x="513" y="609"/>
                  <a:pt x="511" y="610"/>
                  <a:pt x="509" y="611"/>
                </a:cubicBezTo>
                <a:cubicBezTo>
                  <a:pt x="509" y="605"/>
                  <a:pt x="509" y="605"/>
                  <a:pt x="509" y="605"/>
                </a:cubicBezTo>
                <a:cubicBezTo>
                  <a:pt x="511" y="604"/>
                  <a:pt x="514" y="603"/>
                  <a:pt x="515" y="602"/>
                </a:cubicBezTo>
                <a:close/>
                <a:moveTo>
                  <a:pt x="515" y="671"/>
                </a:moveTo>
                <a:cubicBezTo>
                  <a:pt x="515" y="674"/>
                  <a:pt x="515" y="674"/>
                  <a:pt x="515" y="674"/>
                </a:cubicBezTo>
                <a:cubicBezTo>
                  <a:pt x="509" y="676"/>
                  <a:pt x="509" y="676"/>
                  <a:pt x="509" y="676"/>
                </a:cubicBezTo>
                <a:cubicBezTo>
                  <a:pt x="509" y="664"/>
                  <a:pt x="509" y="664"/>
                  <a:pt x="509" y="664"/>
                </a:cubicBezTo>
                <a:cubicBezTo>
                  <a:pt x="513" y="663"/>
                  <a:pt x="513" y="663"/>
                  <a:pt x="513" y="663"/>
                </a:cubicBezTo>
                <a:cubicBezTo>
                  <a:pt x="513" y="666"/>
                  <a:pt x="514" y="668"/>
                  <a:pt x="515" y="671"/>
                </a:cubicBezTo>
                <a:close/>
                <a:moveTo>
                  <a:pt x="515" y="730"/>
                </a:moveTo>
                <a:cubicBezTo>
                  <a:pt x="515" y="743"/>
                  <a:pt x="515" y="743"/>
                  <a:pt x="515" y="743"/>
                </a:cubicBezTo>
                <a:cubicBezTo>
                  <a:pt x="513" y="742"/>
                  <a:pt x="511" y="741"/>
                  <a:pt x="509" y="741"/>
                </a:cubicBezTo>
                <a:cubicBezTo>
                  <a:pt x="509" y="731"/>
                  <a:pt x="509" y="731"/>
                  <a:pt x="509" y="731"/>
                </a:cubicBezTo>
                <a:cubicBezTo>
                  <a:pt x="515" y="730"/>
                  <a:pt x="515" y="730"/>
                  <a:pt x="515" y="730"/>
                </a:cubicBezTo>
                <a:close/>
                <a:moveTo>
                  <a:pt x="509" y="141"/>
                </a:moveTo>
                <a:cubicBezTo>
                  <a:pt x="509" y="132"/>
                  <a:pt x="509" y="132"/>
                  <a:pt x="509" y="132"/>
                </a:cubicBezTo>
                <a:cubicBezTo>
                  <a:pt x="512" y="134"/>
                  <a:pt x="513" y="137"/>
                  <a:pt x="510" y="141"/>
                </a:cubicBezTo>
                <a:cubicBezTo>
                  <a:pt x="510" y="141"/>
                  <a:pt x="510" y="141"/>
                  <a:pt x="509" y="141"/>
                </a:cubicBezTo>
                <a:close/>
                <a:moveTo>
                  <a:pt x="504" y="16"/>
                </a:moveTo>
                <a:cubicBezTo>
                  <a:pt x="506" y="17"/>
                  <a:pt x="507" y="17"/>
                  <a:pt x="509" y="17"/>
                </a:cubicBezTo>
                <a:cubicBezTo>
                  <a:pt x="509" y="28"/>
                  <a:pt x="509" y="28"/>
                  <a:pt x="509" y="28"/>
                </a:cubicBezTo>
                <a:cubicBezTo>
                  <a:pt x="507" y="26"/>
                  <a:pt x="506" y="25"/>
                  <a:pt x="504" y="24"/>
                </a:cubicBezTo>
                <a:cubicBezTo>
                  <a:pt x="504" y="16"/>
                  <a:pt x="504" y="16"/>
                  <a:pt x="504" y="16"/>
                </a:cubicBezTo>
                <a:close/>
                <a:moveTo>
                  <a:pt x="509" y="778"/>
                </a:moveTo>
                <a:cubicBezTo>
                  <a:pt x="507" y="779"/>
                  <a:pt x="506" y="779"/>
                  <a:pt x="504" y="779"/>
                </a:cubicBezTo>
                <a:cubicBezTo>
                  <a:pt x="504" y="771"/>
                  <a:pt x="504" y="771"/>
                  <a:pt x="504" y="771"/>
                </a:cubicBezTo>
                <a:cubicBezTo>
                  <a:pt x="505" y="771"/>
                  <a:pt x="506" y="770"/>
                  <a:pt x="507" y="770"/>
                </a:cubicBezTo>
                <a:cubicBezTo>
                  <a:pt x="506" y="770"/>
                  <a:pt x="505" y="769"/>
                  <a:pt x="504" y="768"/>
                </a:cubicBezTo>
                <a:cubicBezTo>
                  <a:pt x="504" y="756"/>
                  <a:pt x="504" y="756"/>
                  <a:pt x="504" y="756"/>
                </a:cubicBezTo>
                <a:cubicBezTo>
                  <a:pt x="506" y="757"/>
                  <a:pt x="507" y="758"/>
                  <a:pt x="509" y="760"/>
                </a:cubicBezTo>
                <a:cubicBezTo>
                  <a:pt x="509" y="778"/>
                  <a:pt x="509" y="778"/>
                  <a:pt x="509" y="778"/>
                </a:cubicBezTo>
                <a:close/>
                <a:moveTo>
                  <a:pt x="509" y="56"/>
                </a:moveTo>
                <a:cubicBezTo>
                  <a:pt x="509" y="65"/>
                  <a:pt x="509" y="65"/>
                  <a:pt x="509" y="65"/>
                </a:cubicBezTo>
                <a:cubicBezTo>
                  <a:pt x="508" y="65"/>
                  <a:pt x="507" y="65"/>
                  <a:pt x="507" y="65"/>
                </a:cubicBezTo>
                <a:cubicBezTo>
                  <a:pt x="506" y="64"/>
                  <a:pt x="505" y="64"/>
                  <a:pt x="504" y="63"/>
                </a:cubicBezTo>
                <a:cubicBezTo>
                  <a:pt x="504" y="54"/>
                  <a:pt x="504" y="54"/>
                  <a:pt x="504" y="54"/>
                </a:cubicBezTo>
                <a:cubicBezTo>
                  <a:pt x="505" y="55"/>
                  <a:pt x="507" y="55"/>
                  <a:pt x="509" y="56"/>
                </a:cubicBezTo>
                <a:close/>
                <a:moveTo>
                  <a:pt x="509" y="132"/>
                </a:moveTo>
                <a:cubicBezTo>
                  <a:pt x="509" y="141"/>
                  <a:pt x="509" y="141"/>
                  <a:pt x="509" y="141"/>
                </a:cubicBezTo>
                <a:cubicBezTo>
                  <a:pt x="507" y="142"/>
                  <a:pt x="506" y="143"/>
                  <a:pt x="504" y="143"/>
                </a:cubicBezTo>
                <a:cubicBezTo>
                  <a:pt x="504" y="129"/>
                  <a:pt x="504" y="129"/>
                  <a:pt x="504" y="129"/>
                </a:cubicBezTo>
                <a:cubicBezTo>
                  <a:pt x="506" y="130"/>
                  <a:pt x="508" y="131"/>
                  <a:pt x="509" y="132"/>
                </a:cubicBezTo>
                <a:close/>
                <a:moveTo>
                  <a:pt x="509" y="193"/>
                </a:moveTo>
                <a:cubicBezTo>
                  <a:pt x="509" y="224"/>
                  <a:pt x="509" y="224"/>
                  <a:pt x="509" y="224"/>
                </a:cubicBezTo>
                <a:cubicBezTo>
                  <a:pt x="507" y="222"/>
                  <a:pt x="506" y="222"/>
                  <a:pt x="504" y="221"/>
                </a:cubicBezTo>
                <a:cubicBezTo>
                  <a:pt x="504" y="190"/>
                  <a:pt x="504" y="190"/>
                  <a:pt x="504" y="190"/>
                </a:cubicBezTo>
                <a:cubicBezTo>
                  <a:pt x="506" y="191"/>
                  <a:pt x="507" y="192"/>
                  <a:pt x="509" y="193"/>
                </a:cubicBezTo>
                <a:close/>
                <a:moveTo>
                  <a:pt x="509" y="272"/>
                </a:moveTo>
                <a:cubicBezTo>
                  <a:pt x="509" y="277"/>
                  <a:pt x="509" y="277"/>
                  <a:pt x="509" y="277"/>
                </a:cubicBezTo>
                <a:cubicBezTo>
                  <a:pt x="509" y="277"/>
                  <a:pt x="509" y="278"/>
                  <a:pt x="509" y="279"/>
                </a:cubicBezTo>
                <a:cubicBezTo>
                  <a:pt x="509" y="280"/>
                  <a:pt x="509" y="280"/>
                  <a:pt x="509" y="280"/>
                </a:cubicBezTo>
                <a:cubicBezTo>
                  <a:pt x="509" y="284"/>
                  <a:pt x="509" y="284"/>
                  <a:pt x="509" y="284"/>
                </a:cubicBezTo>
                <a:cubicBezTo>
                  <a:pt x="507" y="284"/>
                  <a:pt x="506" y="283"/>
                  <a:pt x="504" y="283"/>
                </a:cubicBezTo>
                <a:cubicBezTo>
                  <a:pt x="504" y="277"/>
                  <a:pt x="504" y="277"/>
                  <a:pt x="504" y="277"/>
                </a:cubicBezTo>
                <a:cubicBezTo>
                  <a:pt x="506" y="275"/>
                  <a:pt x="507" y="274"/>
                  <a:pt x="509" y="272"/>
                </a:cubicBezTo>
                <a:close/>
                <a:moveTo>
                  <a:pt x="509" y="296"/>
                </a:moveTo>
                <a:cubicBezTo>
                  <a:pt x="509" y="299"/>
                  <a:pt x="509" y="299"/>
                  <a:pt x="509" y="299"/>
                </a:cubicBezTo>
                <a:cubicBezTo>
                  <a:pt x="507" y="298"/>
                  <a:pt x="506" y="297"/>
                  <a:pt x="504" y="296"/>
                </a:cubicBezTo>
                <a:cubicBezTo>
                  <a:pt x="504" y="291"/>
                  <a:pt x="504" y="291"/>
                  <a:pt x="504" y="291"/>
                </a:cubicBezTo>
                <a:cubicBezTo>
                  <a:pt x="507" y="293"/>
                  <a:pt x="507" y="294"/>
                  <a:pt x="509" y="296"/>
                </a:cubicBezTo>
                <a:close/>
                <a:moveTo>
                  <a:pt x="509" y="301"/>
                </a:moveTo>
                <a:cubicBezTo>
                  <a:pt x="509" y="307"/>
                  <a:pt x="509" y="307"/>
                  <a:pt x="509" y="307"/>
                </a:cubicBezTo>
                <a:cubicBezTo>
                  <a:pt x="509" y="307"/>
                  <a:pt x="509" y="307"/>
                  <a:pt x="509" y="307"/>
                </a:cubicBezTo>
                <a:cubicBezTo>
                  <a:pt x="508" y="308"/>
                  <a:pt x="506" y="310"/>
                  <a:pt x="504" y="312"/>
                </a:cubicBezTo>
                <a:cubicBezTo>
                  <a:pt x="504" y="305"/>
                  <a:pt x="504" y="305"/>
                  <a:pt x="504" y="305"/>
                </a:cubicBezTo>
                <a:cubicBezTo>
                  <a:pt x="507" y="304"/>
                  <a:pt x="508" y="303"/>
                  <a:pt x="509" y="301"/>
                </a:cubicBezTo>
                <a:close/>
                <a:moveTo>
                  <a:pt x="509" y="330"/>
                </a:moveTo>
                <a:cubicBezTo>
                  <a:pt x="509" y="343"/>
                  <a:pt x="509" y="343"/>
                  <a:pt x="509" y="343"/>
                </a:cubicBezTo>
                <a:cubicBezTo>
                  <a:pt x="508" y="343"/>
                  <a:pt x="507" y="343"/>
                  <a:pt x="507" y="343"/>
                </a:cubicBezTo>
                <a:cubicBezTo>
                  <a:pt x="504" y="341"/>
                  <a:pt x="504" y="341"/>
                  <a:pt x="504" y="341"/>
                </a:cubicBezTo>
                <a:cubicBezTo>
                  <a:pt x="504" y="330"/>
                  <a:pt x="504" y="330"/>
                  <a:pt x="504" y="330"/>
                </a:cubicBezTo>
                <a:cubicBezTo>
                  <a:pt x="506" y="330"/>
                  <a:pt x="507" y="330"/>
                  <a:pt x="509" y="330"/>
                </a:cubicBezTo>
                <a:close/>
                <a:moveTo>
                  <a:pt x="509" y="390"/>
                </a:moveTo>
                <a:cubicBezTo>
                  <a:pt x="509" y="399"/>
                  <a:pt x="509" y="399"/>
                  <a:pt x="509" y="399"/>
                </a:cubicBezTo>
                <a:cubicBezTo>
                  <a:pt x="508" y="397"/>
                  <a:pt x="507" y="395"/>
                  <a:pt x="506" y="393"/>
                </a:cubicBezTo>
                <a:cubicBezTo>
                  <a:pt x="506" y="399"/>
                  <a:pt x="506" y="405"/>
                  <a:pt x="505" y="411"/>
                </a:cubicBezTo>
                <a:cubicBezTo>
                  <a:pt x="507" y="411"/>
                  <a:pt x="508" y="411"/>
                  <a:pt x="509" y="410"/>
                </a:cubicBezTo>
                <a:cubicBezTo>
                  <a:pt x="509" y="415"/>
                  <a:pt x="509" y="415"/>
                  <a:pt x="509" y="415"/>
                </a:cubicBezTo>
                <a:cubicBezTo>
                  <a:pt x="504" y="415"/>
                  <a:pt x="504" y="415"/>
                  <a:pt x="504" y="415"/>
                </a:cubicBezTo>
                <a:cubicBezTo>
                  <a:pt x="504" y="415"/>
                  <a:pt x="504" y="415"/>
                  <a:pt x="504" y="415"/>
                </a:cubicBezTo>
                <a:cubicBezTo>
                  <a:pt x="504" y="388"/>
                  <a:pt x="504" y="388"/>
                  <a:pt x="504" y="388"/>
                </a:cubicBezTo>
                <a:cubicBezTo>
                  <a:pt x="504" y="389"/>
                  <a:pt x="504" y="389"/>
                  <a:pt x="504" y="389"/>
                </a:cubicBezTo>
                <a:cubicBezTo>
                  <a:pt x="505" y="389"/>
                  <a:pt x="506" y="389"/>
                  <a:pt x="507" y="390"/>
                </a:cubicBezTo>
                <a:cubicBezTo>
                  <a:pt x="509" y="390"/>
                  <a:pt x="509" y="390"/>
                  <a:pt x="509" y="390"/>
                </a:cubicBezTo>
                <a:close/>
                <a:moveTo>
                  <a:pt x="509" y="474"/>
                </a:moveTo>
                <a:cubicBezTo>
                  <a:pt x="509" y="485"/>
                  <a:pt x="509" y="485"/>
                  <a:pt x="509" y="485"/>
                </a:cubicBezTo>
                <a:cubicBezTo>
                  <a:pt x="506" y="480"/>
                  <a:pt x="507" y="477"/>
                  <a:pt x="509" y="474"/>
                </a:cubicBezTo>
                <a:close/>
                <a:moveTo>
                  <a:pt x="509" y="496"/>
                </a:moveTo>
                <a:cubicBezTo>
                  <a:pt x="509" y="506"/>
                  <a:pt x="509" y="506"/>
                  <a:pt x="509" y="506"/>
                </a:cubicBezTo>
                <a:cubicBezTo>
                  <a:pt x="507" y="510"/>
                  <a:pt x="506" y="512"/>
                  <a:pt x="504" y="516"/>
                </a:cubicBezTo>
                <a:cubicBezTo>
                  <a:pt x="504" y="507"/>
                  <a:pt x="504" y="507"/>
                  <a:pt x="504" y="507"/>
                </a:cubicBezTo>
                <a:cubicBezTo>
                  <a:pt x="506" y="504"/>
                  <a:pt x="507" y="501"/>
                  <a:pt x="504" y="497"/>
                </a:cubicBezTo>
                <a:cubicBezTo>
                  <a:pt x="504" y="491"/>
                  <a:pt x="504" y="491"/>
                  <a:pt x="504" y="491"/>
                </a:cubicBezTo>
                <a:cubicBezTo>
                  <a:pt x="509" y="496"/>
                  <a:pt x="509" y="496"/>
                  <a:pt x="509" y="496"/>
                </a:cubicBezTo>
                <a:close/>
                <a:moveTo>
                  <a:pt x="509" y="522"/>
                </a:moveTo>
                <a:cubicBezTo>
                  <a:pt x="509" y="531"/>
                  <a:pt x="509" y="531"/>
                  <a:pt x="509" y="531"/>
                </a:cubicBezTo>
                <a:cubicBezTo>
                  <a:pt x="504" y="527"/>
                  <a:pt x="504" y="527"/>
                  <a:pt x="504" y="527"/>
                </a:cubicBezTo>
                <a:cubicBezTo>
                  <a:pt x="504" y="521"/>
                  <a:pt x="504" y="521"/>
                  <a:pt x="504" y="521"/>
                </a:cubicBezTo>
                <a:cubicBezTo>
                  <a:pt x="505" y="523"/>
                  <a:pt x="506" y="524"/>
                  <a:pt x="507" y="525"/>
                </a:cubicBezTo>
                <a:cubicBezTo>
                  <a:pt x="507" y="525"/>
                  <a:pt x="508" y="523"/>
                  <a:pt x="509" y="522"/>
                </a:cubicBezTo>
                <a:close/>
                <a:moveTo>
                  <a:pt x="509" y="580"/>
                </a:moveTo>
                <a:cubicBezTo>
                  <a:pt x="509" y="585"/>
                  <a:pt x="509" y="585"/>
                  <a:pt x="509" y="585"/>
                </a:cubicBezTo>
                <a:cubicBezTo>
                  <a:pt x="505" y="587"/>
                  <a:pt x="505" y="587"/>
                  <a:pt x="505" y="587"/>
                </a:cubicBezTo>
                <a:cubicBezTo>
                  <a:pt x="507" y="588"/>
                  <a:pt x="508" y="588"/>
                  <a:pt x="509" y="589"/>
                </a:cubicBezTo>
                <a:cubicBezTo>
                  <a:pt x="509" y="596"/>
                  <a:pt x="509" y="596"/>
                  <a:pt x="509" y="596"/>
                </a:cubicBezTo>
                <a:cubicBezTo>
                  <a:pt x="507" y="595"/>
                  <a:pt x="506" y="594"/>
                  <a:pt x="504" y="594"/>
                </a:cubicBezTo>
                <a:cubicBezTo>
                  <a:pt x="504" y="582"/>
                  <a:pt x="504" y="582"/>
                  <a:pt x="504" y="582"/>
                </a:cubicBezTo>
                <a:cubicBezTo>
                  <a:pt x="506" y="581"/>
                  <a:pt x="507" y="580"/>
                  <a:pt x="509" y="580"/>
                </a:cubicBezTo>
                <a:close/>
                <a:moveTo>
                  <a:pt x="509" y="605"/>
                </a:moveTo>
                <a:cubicBezTo>
                  <a:pt x="509" y="611"/>
                  <a:pt x="509" y="611"/>
                  <a:pt x="509" y="611"/>
                </a:cubicBezTo>
                <a:cubicBezTo>
                  <a:pt x="508" y="611"/>
                  <a:pt x="507" y="612"/>
                  <a:pt x="505" y="612"/>
                </a:cubicBezTo>
                <a:cubicBezTo>
                  <a:pt x="505" y="612"/>
                  <a:pt x="505" y="612"/>
                  <a:pt x="504" y="613"/>
                </a:cubicBezTo>
                <a:cubicBezTo>
                  <a:pt x="504" y="605"/>
                  <a:pt x="504" y="605"/>
                  <a:pt x="504" y="605"/>
                </a:cubicBezTo>
                <a:cubicBezTo>
                  <a:pt x="506" y="605"/>
                  <a:pt x="507" y="605"/>
                  <a:pt x="509" y="605"/>
                </a:cubicBezTo>
                <a:close/>
                <a:moveTo>
                  <a:pt x="509" y="664"/>
                </a:moveTo>
                <a:cubicBezTo>
                  <a:pt x="509" y="676"/>
                  <a:pt x="509" y="676"/>
                  <a:pt x="509" y="676"/>
                </a:cubicBezTo>
                <a:cubicBezTo>
                  <a:pt x="504" y="678"/>
                  <a:pt x="504" y="678"/>
                  <a:pt x="504" y="678"/>
                </a:cubicBezTo>
                <a:cubicBezTo>
                  <a:pt x="504" y="666"/>
                  <a:pt x="504" y="666"/>
                  <a:pt x="504" y="666"/>
                </a:cubicBezTo>
                <a:cubicBezTo>
                  <a:pt x="509" y="664"/>
                  <a:pt x="509" y="664"/>
                  <a:pt x="509" y="664"/>
                </a:cubicBezTo>
                <a:close/>
                <a:moveTo>
                  <a:pt x="509" y="731"/>
                </a:moveTo>
                <a:cubicBezTo>
                  <a:pt x="509" y="741"/>
                  <a:pt x="509" y="741"/>
                  <a:pt x="509" y="741"/>
                </a:cubicBezTo>
                <a:cubicBezTo>
                  <a:pt x="507" y="741"/>
                  <a:pt x="506" y="741"/>
                  <a:pt x="504" y="741"/>
                </a:cubicBezTo>
                <a:cubicBezTo>
                  <a:pt x="504" y="732"/>
                  <a:pt x="504" y="732"/>
                  <a:pt x="504" y="732"/>
                </a:cubicBezTo>
                <a:lnTo>
                  <a:pt x="509" y="731"/>
                </a:lnTo>
                <a:close/>
                <a:moveTo>
                  <a:pt x="499" y="14"/>
                </a:moveTo>
                <a:cubicBezTo>
                  <a:pt x="501" y="15"/>
                  <a:pt x="503" y="15"/>
                  <a:pt x="504" y="16"/>
                </a:cubicBezTo>
                <a:cubicBezTo>
                  <a:pt x="504" y="24"/>
                  <a:pt x="504" y="24"/>
                  <a:pt x="504" y="24"/>
                </a:cubicBezTo>
                <a:cubicBezTo>
                  <a:pt x="503" y="23"/>
                  <a:pt x="501" y="22"/>
                  <a:pt x="499" y="22"/>
                </a:cubicBezTo>
                <a:cubicBezTo>
                  <a:pt x="499" y="14"/>
                  <a:pt x="499" y="14"/>
                  <a:pt x="499" y="14"/>
                </a:cubicBezTo>
                <a:close/>
                <a:moveTo>
                  <a:pt x="504" y="779"/>
                </a:moveTo>
                <a:cubicBezTo>
                  <a:pt x="503" y="780"/>
                  <a:pt x="501" y="781"/>
                  <a:pt x="499" y="781"/>
                </a:cubicBezTo>
                <a:cubicBezTo>
                  <a:pt x="499" y="773"/>
                  <a:pt x="499" y="773"/>
                  <a:pt x="499" y="773"/>
                </a:cubicBezTo>
                <a:cubicBezTo>
                  <a:pt x="501" y="772"/>
                  <a:pt x="502" y="772"/>
                  <a:pt x="504" y="771"/>
                </a:cubicBezTo>
                <a:cubicBezTo>
                  <a:pt x="504" y="779"/>
                  <a:pt x="504" y="779"/>
                  <a:pt x="504" y="779"/>
                </a:cubicBezTo>
                <a:close/>
                <a:moveTo>
                  <a:pt x="504" y="54"/>
                </a:moveTo>
                <a:cubicBezTo>
                  <a:pt x="504" y="63"/>
                  <a:pt x="504" y="63"/>
                  <a:pt x="504" y="63"/>
                </a:cubicBezTo>
                <a:cubicBezTo>
                  <a:pt x="502" y="63"/>
                  <a:pt x="501" y="62"/>
                  <a:pt x="499" y="61"/>
                </a:cubicBezTo>
                <a:cubicBezTo>
                  <a:pt x="499" y="49"/>
                  <a:pt x="499" y="49"/>
                  <a:pt x="499" y="49"/>
                </a:cubicBezTo>
                <a:cubicBezTo>
                  <a:pt x="501" y="51"/>
                  <a:pt x="502" y="52"/>
                  <a:pt x="504" y="54"/>
                </a:cubicBezTo>
                <a:close/>
                <a:moveTo>
                  <a:pt x="504" y="129"/>
                </a:moveTo>
                <a:cubicBezTo>
                  <a:pt x="504" y="143"/>
                  <a:pt x="504" y="143"/>
                  <a:pt x="504" y="143"/>
                </a:cubicBezTo>
                <a:cubicBezTo>
                  <a:pt x="503" y="144"/>
                  <a:pt x="501" y="144"/>
                  <a:pt x="499" y="143"/>
                </a:cubicBezTo>
                <a:cubicBezTo>
                  <a:pt x="499" y="127"/>
                  <a:pt x="499" y="127"/>
                  <a:pt x="499" y="127"/>
                </a:cubicBezTo>
                <a:cubicBezTo>
                  <a:pt x="501" y="128"/>
                  <a:pt x="503" y="128"/>
                  <a:pt x="504" y="129"/>
                </a:cubicBezTo>
                <a:close/>
                <a:moveTo>
                  <a:pt x="504" y="190"/>
                </a:moveTo>
                <a:cubicBezTo>
                  <a:pt x="504" y="221"/>
                  <a:pt x="504" y="221"/>
                  <a:pt x="504" y="221"/>
                </a:cubicBezTo>
                <a:cubicBezTo>
                  <a:pt x="503" y="220"/>
                  <a:pt x="501" y="219"/>
                  <a:pt x="499" y="218"/>
                </a:cubicBezTo>
                <a:cubicBezTo>
                  <a:pt x="499" y="213"/>
                  <a:pt x="499" y="213"/>
                  <a:pt x="499" y="213"/>
                </a:cubicBezTo>
                <a:cubicBezTo>
                  <a:pt x="500" y="213"/>
                  <a:pt x="500" y="214"/>
                  <a:pt x="501" y="215"/>
                </a:cubicBezTo>
                <a:cubicBezTo>
                  <a:pt x="501" y="215"/>
                  <a:pt x="502" y="215"/>
                  <a:pt x="503" y="215"/>
                </a:cubicBezTo>
                <a:cubicBezTo>
                  <a:pt x="503" y="205"/>
                  <a:pt x="504" y="199"/>
                  <a:pt x="499" y="194"/>
                </a:cubicBezTo>
                <a:cubicBezTo>
                  <a:pt x="499" y="188"/>
                  <a:pt x="499" y="188"/>
                  <a:pt x="499" y="188"/>
                </a:cubicBezTo>
                <a:cubicBezTo>
                  <a:pt x="501" y="188"/>
                  <a:pt x="503" y="189"/>
                  <a:pt x="504" y="190"/>
                </a:cubicBezTo>
                <a:close/>
                <a:moveTo>
                  <a:pt x="504" y="277"/>
                </a:moveTo>
                <a:cubicBezTo>
                  <a:pt x="504" y="283"/>
                  <a:pt x="504" y="283"/>
                  <a:pt x="504" y="283"/>
                </a:cubicBezTo>
                <a:cubicBezTo>
                  <a:pt x="502" y="284"/>
                  <a:pt x="501" y="285"/>
                  <a:pt x="499" y="287"/>
                </a:cubicBezTo>
                <a:cubicBezTo>
                  <a:pt x="499" y="281"/>
                  <a:pt x="499" y="281"/>
                  <a:pt x="499" y="281"/>
                </a:cubicBezTo>
                <a:cubicBezTo>
                  <a:pt x="504" y="277"/>
                  <a:pt x="504" y="277"/>
                  <a:pt x="504" y="277"/>
                </a:cubicBezTo>
                <a:close/>
                <a:moveTo>
                  <a:pt x="504" y="291"/>
                </a:moveTo>
                <a:cubicBezTo>
                  <a:pt x="504" y="296"/>
                  <a:pt x="504" y="296"/>
                  <a:pt x="504" y="296"/>
                </a:cubicBezTo>
                <a:cubicBezTo>
                  <a:pt x="503" y="295"/>
                  <a:pt x="501" y="294"/>
                  <a:pt x="499" y="293"/>
                </a:cubicBezTo>
                <a:cubicBezTo>
                  <a:pt x="499" y="288"/>
                  <a:pt x="499" y="288"/>
                  <a:pt x="499" y="288"/>
                </a:cubicBezTo>
                <a:cubicBezTo>
                  <a:pt x="501" y="290"/>
                  <a:pt x="503" y="290"/>
                  <a:pt x="504" y="291"/>
                </a:cubicBezTo>
                <a:close/>
                <a:moveTo>
                  <a:pt x="504" y="305"/>
                </a:moveTo>
                <a:cubicBezTo>
                  <a:pt x="504" y="312"/>
                  <a:pt x="504" y="312"/>
                  <a:pt x="504" y="312"/>
                </a:cubicBezTo>
                <a:cubicBezTo>
                  <a:pt x="503" y="313"/>
                  <a:pt x="501" y="315"/>
                  <a:pt x="499" y="317"/>
                </a:cubicBezTo>
                <a:cubicBezTo>
                  <a:pt x="499" y="311"/>
                  <a:pt x="499" y="311"/>
                  <a:pt x="499" y="311"/>
                </a:cubicBezTo>
                <a:cubicBezTo>
                  <a:pt x="500" y="311"/>
                  <a:pt x="501" y="310"/>
                  <a:pt x="502" y="309"/>
                </a:cubicBezTo>
                <a:cubicBezTo>
                  <a:pt x="501" y="309"/>
                  <a:pt x="500" y="308"/>
                  <a:pt x="499" y="307"/>
                </a:cubicBezTo>
                <a:cubicBezTo>
                  <a:pt x="499" y="302"/>
                  <a:pt x="499" y="302"/>
                  <a:pt x="499" y="302"/>
                </a:cubicBezTo>
                <a:cubicBezTo>
                  <a:pt x="503" y="305"/>
                  <a:pt x="503" y="305"/>
                  <a:pt x="503" y="305"/>
                </a:cubicBezTo>
                <a:cubicBezTo>
                  <a:pt x="504" y="305"/>
                  <a:pt x="504" y="305"/>
                  <a:pt x="504" y="305"/>
                </a:cubicBezTo>
                <a:close/>
                <a:moveTo>
                  <a:pt x="504" y="330"/>
                </a:moveTo>
                <a:cubicBezTo>
                  <a:pt x="504" y="341"/>
                  <a:pt x="504" y="341"/>
                  <a:pt x="504" y="341"/>
                </a:cubicBezTo>
                <a:cubicBezTo>
                  <a:pt x="501" y="338"/>
                  <a:pt x="501" y="338"/>
                  <a:pt x="499" y="337"/>
                </a:cubicBezTo>
                <a:cubicBezTo>
                  <a:pt x="499" y="333"/>
                  <a:pt x="499" y="333"/>
                  <a:pt x="499" y="333"/>
                </a:cubicBezTo>
                <a:cubicBezTo>
                  <a:pt x="499" y="332"/>
                  <a:pt x="499" y="331"/>
                  <a:pt x="500" y="330"/>
                </a:cubicBezTo>
                <a:cubicBezTo>
                  <a:pt x="504" y="330"/>
                  <a:pt x="504" y="330"/>
                  <a:pt x="504" y="330"/>
                </a:cubicBezTo>
                <a:close/>
                <a:moveTo>
                  <a:pt x="504" y="388"/>
                </a:moveTo>
                <a:cubicBezTo>
                  <a:pt x="504" y="415"/>
                  <a:pt x="504" y="415"/>
                  <a:pt x="504" y="415"/>
                </a:cubicBezTo>
                <a:cubicBezTo>
                  <a:pt x="503" y="423"/>
                  <a:pt x="501" y="431"/>
                  <a:pt x="499" y="438"/>
                </a:cubicBezTo>
                <a:cubicBezTo>
                  <a:pt x="499" y="421"/>
                  <a:pt x="499" y="421"/>
                  <a:pt x="499" y="421"/>
                </a:cubicBezTo>
                <a:cubicBezTo>
                  <a:pt x="500" y="420"/>
                  <a:pt x="501" y="419"/>
                  <a:pt x="501" y="416"/>
                </a:cubicBezTo>
                <a:cubicBezTo>
                  <a:pt x="499" y="417"/>
                  <a:pt x="499" y="417"/>
                  <a:pt x="499" y="417"/>
                </a:cubicBezTo>
                <a:cubicBezTo>
                  <a:pt x="499" y="411"/>
                  <a:pt x="499" y="411"/>
                  <a:pt x="499" y="411"/>
                </a:cubicBezTo>
                <a:cubicBezTo>
                  <a:pt x="500" y="410"/>
                  <a:pt x="501" y="409"/>
                  <a:pt x="501" y="409"/>
                </a:cubicBezTo>
                <a:cubicBezTo>
                  <a:pt x="501" y="406"/>
                  <a:pt x="501" y="404"/>
                  <a:pt x="501" y="402"/>
                </a:cubicBezTo>
                <a:cubicBezTo>
                  <a:pt x="500" y="402"/>
                  <a:pt x="500" y="403"/>
                  <a:pt x="499" y="403"/>
                </a:cubicBezTo>
                <a:cubicBezTo>
                  <a:pt x="499" y="398"/>
                  <a:pt x="499" y="398"/>
                  <a:pt x="499" y="398"/>
                </a:cubicBezTo>
                <a:cubicBezTo>
                  <a:pt x="502" y="396"/>
                  <a:pt x="503" y="393"/>
                  <a:pt x="500" y="389"/>
                </a:cubicBezTo>
                <a:cubicBezTo>
                  <a:pt x="499" y="390"/>
                  <a:pt x="499" y="390"/>
                  <a:pt x="499" y="390"/>
                </a:cubicBezTo>
                <a:cubicBezTo>
                  <a:pt x="499" y="383"/>
                  <a:pt x="499" y="383"/>
                  <a:pt x="499" y="383"/>
                </a:cubicBezTo>
                <a:cubicBezTo>
                  <a:pt x="500" y="381"/>
                  <a:pt x="500" y="379"/>
                  <a:pt x="499" y="377"/>
                </a:cubicBezTo>
                <a:cubicBezTo>
                  <a:pt x="499" y="365"/>
                  <a:pt x="499" y="365"/>
                  <a:pt x="499" y="365"/>
                </a:cubicBezTo>
                <a:cubicBezTo>
                  <a:pt x="501" y="373"/>
                  <a:pt x="503" y="381"/>
                  <a:pt x="504" y="388"/>
                </a:cubicBezTo>
                <a:close/>
                <a:moveTo>
                  <a:pt x="504" y="491"/>
                </a:moveTo>
                <a:cubicBezTo>
                  <a:pt x="504" y="497"/>
                  <a:pt x="504" y="497"/>
                  <a:pt x="504" y="497"/>
                </a:cubicBezTo>
                <a:cubicBezTo>
                  <a:pt x="504" y="496"/>
                  <a:pt x="503" y="495"/>
                  <a:pt x="503" y="495"/>
                </a:cubicBezTo>
                <a:cubicBezTo>
                  <a:pt x="501" y="496"/>
                  <a:pt x="500" y="498"/>
                  <a:pt x="499" y="499"/>
                </a:cubicBezTo>
                <a:cubicBezTo>
                  <a:pt x="499" y="486"/>
                  <a:pt x="499" y="486"/>
                  <a:pt x="499" y="486"/>
                </a:cubicBezTo>
                <a:cubicBezTo>
                  <a:pt x="504" y="491"/>
                  <a:pt x="504" y="491"/>
                  <a:pt x="504" y="491"/>
                </a:cubicBezTo>
                <a:close/>
                <a:moveTo>
                  <a:pt x="504" y="507"/>
                </a:moveTo>
                <a:cubicBezTo>
                  <a:pt x="504" y="516"/>
                  <a:pt x="504" y="516"/>
                  <a:pt x="504" y="516"/>
                </a:cubicBezTo>
                <a:cubicBezTo>
                  <a:pt x="503" y="519"/>
                  <a:pt x="503" y="519"/>
                  <a:pt x="503" y="519"/>
                </a:cubicBezTo>
                <a:cubicBezTo>
                  <a:pt x="503" y="520"/>
                  <a:pt x="504" y="521"/>
                  <a:pt x="504" y="521"/>
                </a:cubicBezTo>
                <a:cubicBezTo>
                  <a:pt x="504" y="527"/>
                  <a:pt x="504" y="527"/>
                  <a:pt x="504" y="527"/>
                </a:cubicBezTo>
                <a:cubicBezTo>
                  <a:pt x="499" y="522"/>
                  <a:pt x="499" y="522"/>
                  <a:pt x="499" y="522"/>
                </a:cubicBezTo>
                <a:cubicBezTo>
                  <a:pt x="499" y="516"/>
                  <a:pt x="499" y="516"/>
                  <a:pt x="499" y="516"/>
                </a:cubicBezTo>
                <a:cubicBezTo>
                  <a:pt x="500" y="516"/>
                  <a:pt x="500" y="516"/>
                  <a:pt x="500" y="516"/>
                </a:cubicBezTo>
                <a:cubicBezTo>
                  <a:pt x="501" y="512"/>
                  <a:pt x="503" y="510"/>
                  <a:pt x="504" y="507"/>
                </a:cubicBezTo>
                <a:close/>
                <a:moveTo>
                  <a:pt x="504" y="582"/>
                </a:moveTo>
                <a:cubicBezTo>
                  <a:pt x="504" y="594"/>
                  <a:pt x="504" y="594"/>
                  <a:pt x="504" y="594"/>
                </a:cubicBezTo>
                <a:cubicBezTo>
                  <a:pt x="503" y="593"/>
                  <a:pt x="501" y="593"/>
                  <a:pt x="499" y="593"/>
                </a:cubicBezTo>
                <a:cubicBezTo>
                  <a:pt x="499" y="585"/>
                  <a:pt x="499" y="585"/>
                  <a:pt x="499" y="585"/>
                </a:cubicBezTo>
                <a:cubicBezTo>
                  <a:pt x="501" y="584"/>
                  <a:pt x="503" y="583"/>
                  <a:pt x="504" y="582"/>
                </a:cubicBezTo>
                <a:close/>
                <a:moveTo>
                  <a:pt x="504" y="605"/>
                </a:moveTo>
                <a:cubicBezTo>
                  <a:pt x="504" y="613"/>
                  <a:pt x="504" y="613"/>
                  <a:pt x="504" y="613"/>
                </a:cubicBezTo>
                <a:cubicBezTo>
                  <a:pt x="503" y="614"/>
                  <a:pt x="501" y="615"/>
                  <a:pt x="499" y="616"/>
                </a:cubicBezTo>
                <a:cubicBezTo>
                  <a:pt x="499" y="611"/>
                  <a:pt x="499" y="611"/>
                  <a:pt x="499" y="611"/>
                </a:cubicBezTo>
                <a:cubicBezTo>
                  <a:pt x="500" y="611"/>
                  <a:pt x="500" y="611"/>
                  <a:pt x="500" y="611"/>
                </a:cubicBezTo>
                <a:cubicBezTo>
                  <a:pt x="499" y="610"/>
                  <a:pt x="499" y="610"/>
                  <a:pt x="499" y="610"/>
                </a:cubicBezTo>
                <a:cubicBezTo>
                  <a:pt x="499" y="603"/>
                  <a:pt x="499" y="603"/>
                  <a:pt x="499" y="603"/>
                </a:cubicBezTo>
                <a:cubicBezTo>
                  <a:pt x="502" y="605"/>
                  <a:pt x="502" y="605"/>
                  <a:pt x="502" y="605"/>
                </a:cubicBezTo>
                <a:cubicBezTo>
                  <a:pt x="503" y="605"/>
                  <a:pt x="503" y="605"/>
                  <a:pt x="504" y="605"/>
                </a:cubicBezTo>
                <a:close/>
                <a:moveTo>
                  <a:pt x="504" y="666"/>
                </a:moveTo>
                <a:cubicBezTo>
                  <a:pt x="504" y="678"/>
                  <a:pt x="504" y="678"/>
                  <a:pt x="504" y="678"/>
                </a:cubicBezTo>
                <a:cubicBezTo>
                  <a:pt x="499" y="680"/>
                  <a:pt x="499" y="680"/>
                  <a:pt x="499" y="680"/>
                </a:cubicBezTo>
                <a:cubicBezTo>
                  <a:pt x="499" y="668"/>
                  <a:pt x="499" y="668"/>
                  <a:pt x="499" y="668"/>
                </a:cubicBezTo>
                <a:cubicBezTo>
                  <a:pt x="504" y="666"/>
                  <a:pt x="504" y="666"/>
                  <a:pt x="504" y="666"/>
                </a:cubicBezTo>
                <a:close/>
                <a:moveTo>
                  <a:pt x="504" y="732"/>
                </a:moveTo>
                <a:cubicBezTo>
                  <a:pt x="504" y="741"/>
                  <a:pt x="504" y="741"/>
                  <a:pt x="504" y="741"/>
                </a:cubicBezTo>
                <a:cubicBezTo>
                  <a:pt x="503" y="741"/>
                  <a:pt x="501" y="742"/>
                  <a:pt x="499" y="742"/>
                </a:cubicBezTo>
                <a:cubicBezTo>
                  <a:pt x="499" y="733"/>
                  <a:pt x="499" y="733"/>
                  <a:pt x="499" y="733"/>
                </a:cubicBezTo>
                <a:cubicBezTo>
                  <a:pt x="501" y="732"/>
                  <a:pt x="503" y="732"/>
                  <a:pt x="504" y="732"/>
                </a:cubicBezTo>
                <a:close/>
                <a:moveTo>
                  <a:pt x="504" y="756"/>
                </a:moveTo>
                <a:cubicBezTo>
                  <a:pt x="504" y="768"/>
                  <a:pt x="504" y="768"/>
                  <a:pt x="504" y="768"/>
                </a:cubicBezTo>
                <a:cubicBezTo>
                  <a:pt x="502" y="766"/>
                  <a:pt x="501" y="764"/>
                  <a:pt x="499" y="763"/>
                </a:cubicBezTo>
                <a:cubicBezTo>
                  <a:pt x="499" y="751"/>
                  <a:pt x="499" y="751"/>
                  <a:pt x="499" y="751"/>
                </a:cubicBezTo>
                <a:cubicBezTo>
                  <a:pt x="501" y="753"/>
                  <a:pt x="503" y="754"/>
                  <a:pt x="504" y="756"/>
                </a:cubicBezTo>
                <a:close/>
                <a:moveTo>
                  <a:pt x="499" y="98"/>
                </a:moveTo>
                <a:cubicBezTo>
                  <a:pt x="499" y="87"/>
                  <a:pt x="499" y="87"/>
                  <a:pt x="499" y="87"/>
                </a:cubicBezTo>
                <a:cubicBezTo>
                  <a:pt x="501" y="88"/>
                  <a:pt x="502" y="89"/>
                  <a:pt x="503" y="91"/>
                </a:cubicBezTo>
                <a:cubicBezTo>
                  <a:pt x="502" y="93"/>
                  <a:pt x="501" y="96"/>
                  <a:pt x="501" y="98"/>
                </a:cubicBezTo>
                <a:lnTo>
                  <a:pt x="499" y="98"/>
                </a:lnTo>
                <a:close/>
                <a:moveTo>
                  <a:pt x="496" y="14"/>
                </a:moveTo>
                <a:cubicBezTo>
                  <a:pt x="497" y="14"/>
                  <a:pt x="498" y="14"/>
                  <a:pt x="499" y="14"/>
                </a:cubicBezTo>
                <a:cubicBezTo>
                  <a:pt x="499" y="22"/>
                  <a:pt x="499" y="22"/>
                  <a:pt x="499" y="22"/>
                </a:cubicBezTo>
                <a:cubicBezTo>
                  <a:pt x="498" y="21"/>
                  <a:pt x="497" y="21"/>
                  <a:pt x="496" y="21"/>
                </a:cubicBezTo>
                <a:cubicBezTo>
                  <a:pt x="496" y="14"/>
                  <a:pt x="496" y="14"/>
                  <a:pt x="496" y="14"/>
                </a:cubicBezTo>
                <a:close/>
                <a:moveTo>
                  <a:pt x="499" y="781"/>
                </a:moveTo>
                <a:cubicBezTo>
                  <a:pt x="499" y="782"/>
                  <a:pt x="498" y="782"/>
                  <a:pt x="497" y="782"/>
                </a:cubicBezTo>
                <a:cubicBezTo>
                  <a:pt x="497" y="782"/>
                  <a:pt x="496" y="782"/>
                  <a:pt x="496" y="782"/>
                </a:cubicBezTo>
                <a:cubicBezTo>
                  <a:pt x="496" y="773"/>
                  <a:pt x="496" y="773"/>
                  <a:pt x="496" y="773"/>
                </a:cubicBezTo>
                <a:cubicBezTo>
                  <a:pt x="497" y="773"/>
                  <a:pt x="498" y="773"/>
                  <a:pt x="499" y="773"/>
                </a:cubicBezTo>
                <a:cubicBezTo>
                  <a:pt x="499" y="781"/>
                  <a:pt x="499" y="781"/>
                  <a:pt x="499" y="781"/>
                </a:cubicBezTo>
                <a:close/>
                <a:moveTo>
                  <a:pt x="499" y="49"/>
                </a:moveTo>
                <a:cubicBezTo>
                  <a:pt x="499" y="61"/>
                  <a:pt x="499" y="61"/>
                  <a:pt x="499" y="61"/>
                </a:cubicBezTo>
                <a:cubicBezTo>
                  <a:pt x="498" y="60"/>
                  <a:pt x="497" y="60"/>
                  <a:pt x="496" y="59"/>
                </a:cubicBezTo>
                <a:cubicBezTo>
                  <a:pt x="496" y="44"/>
                  <a:pt x="496" y="44"/>
                  <a:pt x="496" y="44"/>
                </a:cubicBezTo>
                <a:cubicBezTo>
                  <a:pt x="497" y="46"/>
                  <a:pt x="498" y="48"/>
                  <a:pt x="499" y="49"/>
                </a:cubicBezTo>
                <a:close/>
                <a:moveTo>
                  <a:pt x="499" y="87"/>
                </a:moveTo>
                <a:cubicBezTo>
                  <a:pt x="499" y="98"/>
                  <a:pt x="499" y="98"/>
                  <a:pt x="499" y="98"/>
                </a:cubicBezTo>
                <a:cubicBezTo>
                  <a:pt x="498" y="97"/>
                  <a:pt x="497" y="97"/>
                  <a:pt x="496" y="97"/>
                </a:cubicBezTo>
                <a:cubicBezTo>
                  <a:pt x="496" y="86"/>
                  <a:pt x="496" y="86"/>
                  <a:pt x="496" y="86"/>
                </a:cubicBezTo>
                <a:cubicBezTo>
                  <a:pt x="497" y="86"/>
                  <a:pt x="498" y="87"/>
                  <a:pt x="499" y="87"/>
                </a:cubicBezTo>
                <a:close/>
                <a:moveTo>
                  <a:pt x="499" y="127"/>
                </a:moveTo>
                <a:cubicBezTo>
                  <a:pt x="499" y="143"/>
                  <a:pt x="499" y="143"/>
                  <a:pt x="499" y="143"/>
                </a:cubicBezTo>
                <a:cubicBezTo>
                  <a:pt x="498" y="143"/>
                  <a:pt x="497" y="143"/>
                  <a:pt x="496" y="143"/>
                </a:cubicBezTo>
                <a:cubicBezTo>
                  <a:pt x="496" y="126"/>
                  <a:pt x="496" y="126"/>
                  <a:pt x="496" y="126"/>
                </a:cubicBezTo>
                <a:cubicBezTo>
                  <a:pt x="497" y="127"/>
                  <a:pt x="498" y="127"/>
                  <a:pt x="499" y="127"/>
                </a:cubicBezTo>
                <a:close/>
                <a:moveTo>
                  <a:pt x="499" y="188"/>
                </a:moveTo>
                <a:cubicBezTo>
                  <a:pt x="499" y="194"/>
                  <a:pt x="499" y="194"/>
                  <a:pt x="499" y="194"/>
                </a:cubicBezTo>
                <a:cubicBezTo>
                  <a:pt x="498" y="194"/>
                  <a:pt x="497" y="193"/>
                  <a:pt x="496" y="192"/>
                </a:cubicBezTo>
                <a:cubicBezTo>
                  <a:pt x="496" y="186"/>
                  <a:pt x="496" y="186"/>
                  <a:pt x="496" y="186"/>
                </a:cubicBezTo>
                <a:cubicBezTo>
                  <a:pt x="497" y="187"/>
                  <a:pt x="498" y="187"/>
                  <a:pt x="499" y="188"/>
                </a:cubicBezTo>
                <a:close/>
                <a:moveTo>
                  <a:pt x="499" y="213"/>
                </a:moveTo>
                <a:cubicBezTo>
                  <a:pt x="499" y="218"/>
                  <a:pt x="499" y="218"/>
                  <a:pt x="499" y="218"/>
                </a:cubicBezTo>
                <a:cubicBezTo>
                  <a:pt x="498" y="217"/>
                  <a:pt x="497" y="216"/>
                  <a:pt x="496" y="216"/>
                </a:cubicBezTo>
                <a:cubicBezTo>
                  <a:pt x="496" y="210"/>
                  <a:pt x="496" y="210"/>
                  <a:pt x="496" y="210"/>
                </a:cubicBezTo>
                <a:cubicBezTo>
                  <a:pt x="497" y="211"/>
                  <a:pt x="498" y="212"/>
                  <a:pt x="499" y="213"/>
                </a:cubicBezTo>
                <a:close/>
                <a:moveTo>
                  <a:pt x="499" y="281"/>
                </a:moveTo>
                <a:cubicBezTo>
                  <a:pt x="499" y="287"/>
                  <a:pt x="499" y="287"/>
                  <a:pt x="499" y="287"/>
                </a:cubicBezTo>
                <a:cubicBezTo>
                  <a:pt x="499" y="287"/>
                  <a:pt x="499" y="288"/>
                  <a:pt x="499" y="288"/>
                </a:cubicBezTo>
                <a:cubicBezTo>
                  <a:pt x="499" y="288"/>
                  <a:pt x="499" y="288"/>
                  <a:pt x="499" y="288"/>
                </a:cubicBezTo>
                <a:cubicBezTo>
                  <a:pt x="499" y="293"/>
                  <a:pt x="499" y="293"/>
                  <a:pt x="499" y="293"/>
                </a:cubicBezTo>
                <a:cubicBezTo>
                  <a:pt x="498" y="293"/>
                  <a:pt x="497" y="292"/>
                  <a:pt x="496" y="292"/>
                </a:cubicBezTo>
                <a:cubicBezTo>
                  <a:pt x="496" y="285"/>
                  <a:pt x="496" y="285"/>
                  <a:pt x="496" y="285"/>
                </a:cubicBezTo>
                <a:cubicBezTo>
                  <a:pt x="499" y="281"/>
                  <a:pt x="499" y="281"/>
                  <a:pt x="499" y="281"/>
                </a:cubicBezTo>
                <a:close/>
                <a:moveTo>
                  <a:pt x="499" y="302"/>
                </a:moveTo>
                <a:cubicBezTo>
                  <a:pt x="499" y="307"/>
                  <a:pt x="499" y="307"/>
                  <a:pt x="499" y="307"/>
                </a:cubicBezTo>
                <a:cubicBezTo>
                  <a:pt x="498" y="306"/>
                  <a:pt x="497" y="305"/>
                  <a:pt x="496" y="305"/>
                </a:cubicBezTo>
                <a:cubicBezTo>
                  <a:pt x="496" y="300"/>
                  <a:pt x="496" y="300"/>
                  <a:pt x="496" y="300"/>
                </a:cubicBezTo>
                <a:cubicBezTo>
                  <a:pt x="499" y="302"/>
                  <a:pt x="499" y="302"/>
                  <a:pt x="499" y="302"/>
                </a:cubicBezTo>
                <a:close/>
                <a:moveTo>
                  <a:pt x="499" y="311"/>
                </a:moveTo>
                <a:cubicBezTo>
                  <a:pt x="499" y="317"/>
                  <a:pt x="499" y="317"/>
                  <a:pt x="499" y="317"/>
                </a:cubicBezTo>
                <a:cubicBezTo>
                  <a:pt x="498" y="317"/>
                  <a:pt x="497" y="319"/>
                  <a:pt x="496" y="319"/>
                </a:cubicBezTo>
                <a:cubicBezTo>
                  <a:pt x="496" y="313"/>
                  <a:pt x="496" y="313"/>
                  <a:pt x="496" y="313"/>
                </a:cubicBezTo>
                <a:cubicBezTo>
                  <a:pt x="497" y="312"/>
                  <a:pt x="498" y="312"/>
                  <a:pt x="499" y="311"/>
                </a:cubicBezTo>
                <a:close/>
                <a:moveTo>
                  <a:pt x="499" y="333"/>
                </a:moveTo>
                <a:cubicBezTo>
                  <a:pt x="499" y="337"/>
                  <a:pt x="499" y="337"/>
                  <a:pt x="499" y="337"/>
                </a:cubicBezTo>
                <a:cubicBezTo>
                  <a:pt x="499" y="337"/>
                  <a:pt x="499" y="337"/>
                  <a:pt x="499" y="337"/>
                </a:cubicBezTo>
                <a:cubicBezTo>
                  <a:pt x="499" y="336"/>
                  <a:pt x="499" y="334"/>
                  <a:pt x="499" y="333"/>
                </a:cubicBezTo>
                <a:close/>
                <a:moveTo>
                  <a:pt x="499" y="365"/>
                </a:moveTo>
                <a:cubicBezTo>
                  <a:pt x="499" y="377"/>
                  <a:pt x="499" y="377"/>
                  <a:pt x="499" y="377"/>
                </a:cubicBezTo>
                <a:cubicBezTo>
                  <a:pt x="499" y="377"/>
                  <a:pt x="498" y="376"/>
                  <a:pt x="498" y="376"/>
                </a:cubicBezTo>
                <a:cubicBezTo>
                  <a:pt x="496" y="378"/>
                  <a:pt x="496" y="378"/>
                  <a:pt x="496" y="378"/>
                </a:cubicBezTo>
                <a:cubicBezTo>
                  <a:pt x="496" y="356"/>
                  <a:pt x="496" y="356"/>
                  <a:pt x="496" y="356"/>
                </a:cubicBezTo>
                <a:cubicBezTo>
                  <a:pt x="497" y="359"/>
                  <a:pt x="498" y="362"/>
                  <a:pt x="499" y="365"/>
                </a:cubicBezTo>
                <a:close/>
                <a:moveTo>
                  <a:pt x="499" y="383"/>
                </a:moveTo>
                <a:cubicBezTo>
                  <a:pt x="499" y="390"/>
                  <a:pt x="499" y="390"/>
                  <a:pt x="499" y="390"/>
                </a:cubicBezTo>
                <a:cubicBezTo>
                  <a:pt x="498" y="391"/>
                  <a:pt x="497" y="391"/>
                  <a:pt x="496" y="392"/>
                </a:cubicBezTo>
                <a:cubicBezTo>
                  <a:pt x="496" y="388"/>
                  <a:pt x="496" y="388"/>
                  <a:pt x="496" y="388"/>
                </a:cubicBezTo>
                <a:cubicBezTo>
                  <a:pt x="497" y="387"/>
                  <a:pt x="498" y="385"/>
                  <a:pt x="499" y="383"/>
                </a:cubicBezTo>
                <a:close/>
                <a:moveTo>
                  <a:pt x="499" y="398"/>
                </a:moveTo>
                <a:cubicBezTo>
                  <a:pt x="499" y="403"/>
                  <a:pt x="499" y="403"/>
                  <a:pt x="499" y="403"/>
                </a:cubicBezTo>
                <a:cubicBezTo>
                  <a:pt x="498" y="404"/>
                  <a:pt x="497" y="405"/>
                  <a:pt x="496" y="405"/>
                </a:cubicBezTo>
                <a:cubicBezTo>
                  <a:pt x="496" y="401"/>
                  <a:pt x="496" y="401"/>
                  <a:pt x="496" y="401"/>
                </a:cubicBezTo>
                <a:cubicBezTo>
                  <a:pt x="497" y="400"/>
                  <a:pt x="498" y="399"/>
                  <a:pt x="499" y="398"/>
                </a:cubicBezTo>
                <a:close/>
                <a:moveTo>
                  <a:pt x="499" y="411"/>
                </a:moveTo>
                <a:cubicBezTo>
                  <a:pt x="499" y="417"/>
                  <a:pt x="499" y="417"/>
                  <a:pt x="499" y="417"/>
                </a:cubicBezTo>
                <a:cubicBezTo>
                  <a:pt x="496" y="418"/>
                  <a:pt x="496" y="418"/>
                  <a:pt x="496" y="418"/>
                </a:cubicBezTo>
                <a:cubicBezTo>
                  <a:pt x="496" y="413"/>
                  <a:pt x="496" y="413"/>
                  <a:pt x="496" y="413"/>
                </a:cubicBezTo>
                <a:cubicBezTo>
                  <a:pt x="497" y="412"/>
                  <a:pt x="498" y="411"/>
                  <a:pt x="499" y="411"/>
                </a:cubicBezTo>
                <a:close/>
                <a:moveTo>
                  <a:pt x="499" y="421"/>
                </a:moveTo>
                <a:cubicBezTo>
                  <a:pt x="499" y="438"/>
                  <a:pt x="499" y="438"/>
                  <a:pt x="499" y="438"/>
                </a:cubicBezTo>
                <a:cubicBezTo>
                  <a:pt x="498" y="440"/>
                  <a:pt x="497" y="443"/>
                  <a:pt x="496" y="446"/>
                </a:cubicBezTo>
                <a:cubicBezTo>
                  <a:pt x="496" y="436"/>
                  <a:pt x="496" y="436"/>
                  <a:pt x="496" y="436"/>
                </a:cubicBezTo>
                <a:cubicBezTo>
                  <a:pt x="496" y="436"/>
                  <a:pt x="496" y="436"/>
                  <a:pt x="496" y="436"/>
                </a:cubicBezTo>
                <a:cubicBezTo>
                  <a:pt x="497" y="433"/>
                  <a:pt x="498" y="431"/>
                  <a:pt x="499" y="429"/>
                </a:cubicBezTo>
                <a:cubicBezTo>
                  <a:pt x="497" y="429"/>
                  <a:pt x="497" y="429"/>
                  <a:pt x="496" y="429"/>
                </a:cubicBezTo>
                <a:cubicBezTo>
                  <a:pt x="496" y="424"/>
                  <a:pt x="496" y="424"/>
                  <a:pt x="496" y="424"/>
                </a:cubicBezTo>
                <a:cubicBezTo>
                  <a:pt x="497" y="423"/>
                  <a:pt x="498" y="423"/>
                  <a:pt x="499" y="421"/>
                </a:cubicBezTo>
                <a:close/>
                <a:moveTo>
                  <a:pt x="499" y="486"/>
                </a:moveTo>
                <a:cubicBezTo>
                  <a:pt x="499" y="499"/>
                  <a:pt x="499" y="499"/>
                  <a:pt x="499" y="499"/>
                </a:cubicBezTo>
                <a:cubicBezTo>
                  <a:pt x="498" y="501"/>
                  <a:pt x="497" y="503"/>
                  <a:pt x="496" y="505"/>
                </a:cubicBezTo>
                <a:cubicBezTo>
                  <a:pt x="496" y="498"/>
                  <a:pt x="496" y="498"/>
                  <a:pt x="496" y="498"/>
                </a:cubicBezTo>
                <a:cubicBezTo>
                  <a:pt x="497" y="495"/>
                  <a:pt x="498" y="493"/>
                  <a:pt x="496" y="489"/>
                </a:cubicBezTo>
                <a:cubicBezTo>
                  <a:pt x="496" y="483"/>
                  <a:pt x="496" y="483"/>
                  <a:pt x="496" y="483"/>
                </a:cubicBezTo>
                <a:cubicBezTo>
                  <a:pt x="499" y="486"/>
                  <a:pt x="499" y="486"/>
                  <a:pt x="499" y="486"/>
                </a:cubicBezTo>
                <a:close/>
                <a:moveTo>
                  <a:pt x="499" y="516"/>
                </a:moveTo>
                <a:cubicBezTo>
                  <a:pt x="499" y="522"/>
                  <a:pt x="499" y="522"/>
                  <a:pt x="499" y="522"/>
                </a:cubicBezTo>
                <a:cubicBezTo>
                  <a:pt x="496" y="518"/>
                  <a:pt x="496" y="518"/>
                  <a:pt x="496" y="518"/>
                </a:cubicBezTo>
                <a:cubicBezTo>
                  <a:pt x="496" y="514"/>
                  <a:pt x="496" y="514"/>
                  <a:pt x="496" y="514"/>
                </a:cubicBezTo>
                <a:cubicBezTo>
                  <a:pt x="496" y="514"/>
                  <a:pt x="497" y="515"/>
                  <a:pt x="497" y="516"/>
                </a:cubicBezTo>
                <a:cubicBezTo>
                  <a:pt x="499" y="516"/>
                  <a:pt x="499" y="516"/>
                  <a:pt x="499" y="516"/>
                </a:cubicBezTo>
                <a:close/>
                <a:moveTo>
                  <a:pt x="499" y="585"/>
                </a:moveTo>
                <a:cubicBezTo>
                  <a:pt x="499" y="593"/>
                  <a:pt x="499" y="593"/>
                  <a:pt x="499" y="593"/>
                </a:cubicBezTo>
                <a:cubicBezTo>
                  <a:pt x="498" y="593"/>
                  <a:pt x="497" y="593"/>
                  <a:pt x="496" y="593"/>
                </a:cubicBezTo>
                <a:cubicBezTo>
                  <a:pt x="496" y="586"/>
                  <a:pt x="496" y="586"/>
                  <a:pt x="496" y="586"/>
                </a:cubicBezTo>
                <a:cubicBezTo>
                  <a:pt x="497" y="586"/>
                  <a:pt x="498" y="586"/>
                  <a:pt x="499" y="585"/>
                </a:cubicBezTo>
                <a:close/>
                <a:moveTo>
                  <a:pt x="499" y="603"/>
                </a:moveTo>
                <a:cubicBezTo>
                  <a:pt x="499" y="610"/>
                  <a:pt x="499" y="610"/>
                  <a:pt x="499" y="610"/>
                </a:cubicBezTo>
                <a:cubicBezTo>
                  <a:pt x="498" y="609"/>
                  <a:pt x="497" y="609"/>
                  <a:pt x="496" y="608"/>
                </a:cubicBezTo>
                <a:cubicBezTo>
                  <a:pt x="496" y="601"/>
                  <a:pt x="496" y="601"/>
                  <a:pt x="496" y="601"/>
                </a:cubicBezTo>
                <a:cubicBezTo>
                  <a:pt x="499" y="603"/>
                  <a:pt x="499" y="603"/>
                  <a:pt x="499" y="603"/>
                </a:cubicBezTo>
                <a:close/>
                <a:moveTo>
                  <a:pt x="499" y="611"/>
                </a:moveTo>
                <a:cubicBezTo>
                  <a:pt x="499" y="616"/>
                  <a:pt x="499" y="616"/>
                  <a:pt x="499" y="616"/>
                </a:cubicBezTo>
                <a:cubicBezTo>
                  <a:pt x="498" y="617"/>
                  <a:pt x="497" y="617"/>
                  <a:pt x="496" y="618"/>
                </a:cubicBezTo>
                <a:cubicBezTo>
                  <a:pt x="496" y="612"/>
                  <a:pt x="496" y="612"/>
                  <a:pt x="496" y="612"/>
                </a:cubicBezTo>
                <a:cubicBezTo>
                  <a:pt x="497" y="612"/>
                  <a:pt x="498" y="612"/>
                  <a:pt x="499" y="611"/>
                </a:cubicBezTo>
                <a:close/>
                <a:moveTo>
                  <a:pt x="499" y="668"/>
                </a:moveTo>
                <a:cubicBezTo>
                  <a:pt x="499" y="680"/>
                  <a:pt x="499" y="680"/>
                  <a:pt x="499" y="680"/>
                </a:cubicBezTo>
                <a:cubicBezTo>
                  <a:pt x="496" y="681"/>
                  <a:pt x="496" y="681"/>
                  <a:pt x="496" y="681"/>
                </a:cubicBezTo>
                <a:cubicBezTo>
                  <a:pt x="496" y="669"/>
                  <a:pt x="496" y="669"/>
                  <a:pt x="496" y="669"/>
                </a:cubicBezTo>
                <a:cubicBezTo>
                  <a:pt x="499" y="668"/>
                  <a:pt x="499" y="668"/>
                  <a:pt x="499" y="668"/>
                </a:cubicBezTo>
                <a:close/>
                <a:moveTo>
                  <a:pt x="499" y="733"/>
                </a:moveTo>
                <a:cubicBezTo>
                  <a:pt x="499" y="742"/>
                  <a:pt x="499" y="742"/>
                  <a:pt x="499" y="742"/>
                </a:cubicBezTo>
                <a:cubicBezTo>
                  <a:pt x="498" y="742"/>
                  <a:pt x="497" y="743"/>
                  <a:pt x="496" y="743"/>
                </a:cubicBezTo>
                <a:cubicBezTo>
                  <a:pt x="496" y="734"/>
                  <a:pt x="496" y="734"/>
                  <a:pt x="496" y="734"/>
                </a:cubicBezTo>
                <a:cubicBezTo>
                  <a:pt x="497" y="734"/>
                  <a:pt x="498" y="733"/>
                  <a:pt x="499" y="733"/>
                </a:cubicBezTo>
                <a:cubicBezTo>
                  <a:pt x="499" y="733"/>
                  <a:pt x="499" y="733"/>
                  <a:pt x="499" y="733"/>
                </a:cubicBezTo>
                <a:close/>
                <a:moveTo>
                  <a:pt x="499" y="751"/>
                </a:moveTo>
                <a:cubicBezTo>
                  <a:pt x="499" y="763"/>
                  <a:pt x="499" y="763"/>
                  <a:pt x="499" y="763"/>
                </a:cubicBezTo>
                <a:cubicBezTo>
                  <a:pt x="498" y="762"/>
                  <a:pt x="497" y="761"/>
                  <a:pt x="496" y="760"/>
                </a:cubicBezTo>
                <a:cubicBezTo>
                  <a:pt x="496" y="748"/>
                  <a:pt x="496" y="748"/>
                  <a:pt x="496" y="748"/>
                </a:cubicBezTo>
                <a:cubicBezTo>
                  <a:pt x="497" y="749"/>
                  <a:pt x="498" y="750"/>
                  <a:pt x="499" y="751"/>
                </a:cubicBezTo>
                <a:close/>
                <a:moveTo>
                  <a:pt x="496" y="563"/>
                </a:moveTo>
                <a:cubicBezTo>
                  <a:pt x="496" y="558"/>
                  <a:pt x="496" y="558"/>
                  <a:pt x="496" y="558"/>
                </a:cubicBezTo>
                <a:cubicBezTo>
                  <a:pt x="497" y="559"/>
                  <a:pt x="497" y="559"/>
                  <a:pt x="497" y="559"/>
                </a:cubicBezTo>
                <a:cubicBezTo>
                  <a:pt x="497" y="561"/>
                  <a:pt x="496" y="562"/>
                  <a:pt x="496" y="563"/>
                </a:cubicBezTo>
                <a:close/>
                <a:moveTo>
                  <a:pt x="496" y="121"/>
                </a:moveTo>
                <a:cubicBezTo>
                  <a:pt x="496" y="112"/>
                  <a:pt x="496" y="112"/>
                  <a:pt x="496" y="112"/>
                </a:cubicBezTo>
                <a:cubicBezTo>
                  <a:pt x="497" y="114"/>
                  <a:pt x="498" y="116"/>
                  <a:pt x="498" y="119"/>
                </a:cubicBezTo>
                <a:cubicBezTo>
                  <a:pt x="497" y="120"/>
                  <a:pt x="497" y="120"/>
                  <a:pt x="496" y="121"/>
                </a:cubicBezTo>
                <a:close/>
                <a:moveTo>
                  <a:pt x="491" y="12"/>
                </a:moveTo>
                <a:cubicBezTo>
                  <a:pt x="493" y="13"/>
                  <a:pt x="494" y="13"/>
                  <a:pt x="496" y="14"/>
                </a:cubicBezTo>
                <a:cubicBezTo>
                  <a:pt x="496" y="21"/>
                  <a:pt x="496" y="21"/>
                  <a:pt x="496" y="21"/>
                </a:cubicBezTo>
                <a:cubicBezTo>
                  <a:pt x="494" y="21"/>
                  <a:pt x="493" y="21"/>
                  <a:pt x="491" y="20"/>
                </a:cubicBezTo>
                <a:cubicBezTo>
                  <a:pt x="491" y="12"/>
                  <a:pt x="491" y="12"/>
                  <a:pt x="491" y="12"/>
                </a:cubicBezTo>
                <a:close/>
                <a:moveTo>
                  <a:pt x="496" y="782"/>
                </a:moveTo>
                <a:cubicBezTo>
                  <a:pt x="494" y="782"/>
                  <a:pt x="493" y="783"/>
                  <a:pt x="491" y="783"/>
                </a:cubicBezTo>
                <a:cubicBezTo>
                  <a:pt x="491" y="774"/>
                  <a:pt x="491" y="774"/>
                  <a:pt x="491" y="774"/>
                </a:cubicBezTo>
                <a:cubicBezTo>
                  <a:pt x="493" y="774"/>
                  <a:pt x="494" y="774"/>
                  <a:pt x="496" y="773"/>
                </a:cubicBezTo>
                <a:cubicBezTo>
                  <a:pt x="496" y="782"/>
                  <a:pt x="496" y="782"/>
                  <a:pt x="496" y="782"/>
                </a:cubicBezTo>
                <a:close/>
                <a:moveTo>
                  <a:pt x="496" y="44"/>
                </a:moveTo>
                <a:cubicBezTo>
                  <a:pt x="496" y="59"/>
                  <a:pt x="496" y="59"/>
                  <a:pt x="496" y="59"/>
                </a:cubicBezTo>
                <a:cubicBezTo>
                  <a:pt x="494" y="57"/>
                  <a:pt x="494" y="57"/>
                  <a:pt x="494" y="57"/>
                </a:cubicBezTo>
                <a:cubicBezTo>
                  <a:pt x="491" y="57"/>
                  <a:pt x="491" y="57"/>
                  <a:pt x="491" y="57"/>
                </a:cubicBezTo>
                <a:cubicBezTo>
                  <a:pt x="491" y="29"/>
                  <a:pt x="491" y="29"/>
                  <a:pt x="491" y="29"/>
                </a:cubicBezTo>
                <a:cubicBezTo>
                  <a:pt x="493" y="35"/>
                  <a:pt x="494" y="40"/>
                  <a:pt x="496" y="44"/>
                </a:cubicBezTo>
                <a:close/>
                <a:moveTo>
                  <a:pt x="496" y="86"/>
                </a:moveTo>
                <a:cubicBezTo>
                  <a:pt x="496" y="97"/>
                  <a:pt x="496" y="97"/>
                  <a:pt x="496" y="97"/>
                </a:cubicBezTo>
                <a:cubicBezTo>
                  <a:pt x="495" y="97"/>
                  <a:pt x="495" y="97"/>
                  <a:pt x="495" y="97"/>
                </a:cubicBezTo>
                <a:cubicBezTo>
                  <a:pt x="494" y="100"/>
                  <a:pt x="493" y="103"/>
                  <a:pt x="492" y="106"/>
                </a:cubicBezTo>
                <a:cubicBezTo>
                  <a:pt x="493" y="108"/>
                  <a:pt x="495" y="110"/>
                  <a:pt x="496" y="112"/>
                </a:cubicBezTo>
                <a:cubicBezTo>
                  <a:pt x="496" y="121"/>
                  <a:pt x="496" y="121"/>
                  <a:pt x="496" y="121"/>
                </a:cubicBezTo>
                <a:cubicBezTo>
                  <a:pt x="494" y="122"/>
                  <a:pt x="493" y="122"/>
                  <a:pt x="491" y="122"/>
                </a:cubicBezTo>
                <a:cubicBezTo>
                  <a:pt x="491" y="81"/>
                  <a:pt x="491" y="81"/>
                  <a:pt x="491" y="81"/>
                </a:cubicBezTo>
                <a:cubicBezTo>
                  <a:pt x="491" y="82"/>
                  <a:pt x="491" y="83"/>
                  <a:pt x="491" y="84"/>
                </a:cubicBezTo>
                <a:cubicBezTo>
                  <a:pt x="493" y="85"/>
                  <a:pt x="495" y="85"/>
                  <a:pt x="496" y="86"/>
                </a:cubicBezTo>
                <a:close/>
                <a:moveTo>
                  <a:pt x="496" y="126"/>
                </a:moveTo>
                <a:cubicBezTo>
                  <a:pt x="496" y="143"/>
                  <a:pt x="496" y="143"/>
                  <a:pt x="496" y="143"/>
                </a:cubicBezTo>
                <a:cubicBezTo>
                  <a:pt x="494" y="142"/>
                  <a:pt x="493" y="142"/>
                  <a:pt x="491" y="141"/>
                </a:cubicBezTo>
                <a:cubicBezTo>
                  <a:pt x="491" y="125"/>
                  <a:pt x="491" y="125"/>
                  <a:pt x="491" y="125"/>
                </a:cubicBezTo>
                <a:cubicBezTo>
                  <a:pt x="493" y="125"/>
                  <a:pt x="494" y="126"/>
                  <a:pt x="496" y="126"/>
                </a:cubicBezTo>
                <a:close/>
                <a:moveTo>
                  <a:pt x="496" y="186"/>
                </a:moveTo>
                <a:cubicBezTo>
                  <a:pt x="496" y="192"/>
                  <a:pt x="496" y="192"/>
                  <a:pt x="496" y="192"/>
                </a:cubicBezTo>
                <a:cubicBezTo>
                  <a:pt x="495" y="191"/>
                  <a:pt x="493" y="191"/>
                  <a:pt x="491" y="190"/>
                </a:cubicBezTo>
                <a:cubicBezTo>
                  <a:pt x="491" y="184"/>
                  <a:pt x="491" y="184"/>
                  <a:pt x="491" y="184"/>
                </a:cubicBezTo>
                <a:cubicBezTo>
                  <a:pt x="493" y="185"/>
                  <a:pt x="494" y="186"/>
                  <a:pt x="496" y="186"/>
                </a:cubicBezTo>
                <a:close/>
                <a:moveTo>
                  <a:pt x="496" y="210"/>
                </a:moveTo>
                <a:cubicBezTo>
                  <a:pt x="496" y="216"/>
                  <a:pt x="496" y="216"/>
                  <a:pt x="496" y="216"/>
                </a:cubicBezTo>
                <a:cubicBezTo>
                  <a:pt x="494" y="215"/>
                  <a:pt x="493" y="214"/>
                  <a:pt x="491" y="213"/>
                </a:cubicBezTo>
                <a:cubicBezTo>
                  <a:pt x="491" y="195"/>
                  <a:pt x="491" y="195"/>
                  <a:pt x="491" y="195"/>
                </a:cubicBezTo>
                <a:cubicBezTo>
                  <a:pt x="492" y="201"/>
                  <a:pt x="492" y="206"/>
                  <a:pt x="496" y="210"/>
                </a:cubicBezTo>
                <a:close/>
                <a:moveTo>
                  <a:pt x="496" y="285"/>
                </a:moveTo>
                <a:cubicBezTo>
                  <a:pt x="496" y="292"/>
                  <a:pt x="496" y="292"/>
                  <a:pt x="496" y="292"/>
                </a:cubicBezTo>
                <a:cubicBezTo>
                  <a:pt x="496" y="292"/>
                  <a:pt x="495" y="292"/>
                  <a:pt x="495" y="292"/>
                </a:cubicBezTo>
                <a:cubicBezTo>
                  <a:pt x="494" y="292"/>
                  <a:pt x="492" y="294"/>
                  <a:pt x="491" y="294"/>
                </a:cubicBezTo>
                <a:cubicBezTo>
                  <a:pt x="491" y="291"/>
                  <a:pt x="491" y="291"/>
                  <a:pt x="491" y="291"/>
                </a:cubicBezTo>
                <a:cubicBezTo>
                  <a:pt x="493" y="290"/>
                  <a:pt x="494" y="288"/>
                  <a:pt x="495" y="286"/>
                </a:cubicBezTo>
                <a:cubicBezTo>
                  <a:pt x="496" y="285"/>
                  <a:pt x="496" y="285"/>
                  <a:pt x="496" y="285"/>
                </a:cubicBezTo>
                <a:close/>
                <a:moveTo>
                  <a:pt x="496" y="300"/>
                </a:moveTo>
                <a:cubicBezTo>
                  <a:pt x="496" y="305"/>
                  <a:pt x="496" y="305"/>
                  <a:pt x="496" y="305"/>
                </a:cubicBezTo>
                <a:cubicBezTo>
                  <a:pt x="494" y="303"/>
                  <a:pt x="493" y="302"/>
                  <a:pt x="491" y="302"/>
                </a:cubicBezTo>
                <a:cubicBezTo>
                  <a:pt x="491" y="296"/>
                  <a:pt x="491" y="296"/>
                  <a:pt x="491" y="296"/>
                </a:cubicBezTo>
                <a:cubicBezTo>
                  <a:pt x="491" y="297"/>
                  <a:pt x="491" y="297"/>
                  <a:pt x="491" y="297"/>
                </a:cubicBezTo>
                <a:cubicBezTo>
                  <a:pt x="493" y="298"/>
                  <a:pt x="494" y="299"/>
                  <a:pt x="496" y="300"/>
                </a:cubicBezTo>
                <a:close/>
                <a:moveTo>
                  <a:pt x="496" y="313"/>
                </a:moveTo>
                <a:cubicBezTo>
                  <a:pt x="496" y="319"/>
                  <a:pt x="496" y="319"/>
                  <a:pt x="496" y="319"/>
                </a:cubicBezTo>
                <a:cubicBezTo>
                  <a:pt x="494" y="321"/>
                  <a:pt x="493" y="323"/>
                  <a:pt x="491" y="324"/>
                </a:cubicBezTo>
                <a:cubicBezTo>
                  <a:pt x="491" y="320"/>
                  <a:pt x="491" y="320"/>
                  <a:pt x="491" y="320"/>
                </a:cubicBezTo>
                <a:cubicBezTo>
                  <a:pt x="492" y="319"/>
                  <a:pt x="492" y="318"/>
                  <a:pt x="493" y="317"/>
                </a:cubicBezTo>
                <a:cubicBezTo>
                  <a:pt x="492" y="317"/>
                  <a:pt x="492" y="316"/>
                  <a:pt x="491" y="316"/>
                </a:cubicBezTo>
                <a:cubicBezTo>
                  <a:pt x="491" y="312"/>
                  <a:pt x="491" y="312"/>
                  <a:pt x="491" y="312"/>
                </a:cubicBezTo>
                <a:cubicBezTo>
                  <a:pt x="493" y="313"/>
                  <a:pt x="493" y="313"/>
                  <a:pt x="493" y="313"/>
                </a:cubicBezTo>
                <a:cubicBezTo>
                  <a:pt x="494" y="313"/>
                  <a:pt x="495" y="313"/>
                  <a:pt x="496" y="313"/>
                </a:cubicBezTo>
                <a:close/>
                <a:moveTo>
                  <a:pt x="496" y="356"/>
                </a:moveTo>
                <a:cubicBezTo>
                  <a:pt x="496" y="378"/>
                  <a:pt x="496" y="378"/>
                  <a:pt x="496" y="378"/>
                </a:cubicBezTo>
                <a:cubicBezTo>
                  <a:pt x="494" y="380"/>
                  <a:pt x="492" y="382"/>
                  <a:pt x="491" y="384"/>
                </a:cubicBezTo>
                <a:cubicBezTo>
                  <a:pt x="491" y="378"/>
                  <a:pt x="491" y="378"/>
                  <a:pt x="491" y="378"/>
                </a:cubicBezTo>
                <a:cubicBezTo>
                  <a:pt x="493" y="376"/>
                  <a:pt x="494" y="375"/>
                  <a:pt x="496" y="373"/>
                </a:cubicBezTo>
                <a:cubicBezTo>
                  <a:pt x="496" y="365"/>
                  <a:pt x="496" y="365"/>
                  <a:pt x="494" y="363"/>
                </a:cubicBezTo>
                <a:cubicBezTo>
                  <a:pt x="493" y="365"/>
                  <a:pt x="492" y="366"/>
                  <a:pt x="491" y="367"/>
                </a:cubicBezTo>
                <a:cubicBezTo>
                  <a:pt x="491" y="347"/>
                  <a:pt x="491" y="347"/>
                  <a:pt x="491" y="347"/>
                </a:cubicBezTo>
                <a:cubicBezTo>
                  <a:pt x="493" y="350"/>
                  <a:pt x="495" y="353"/>
                  <a:pt x="496" y="356"/>
                </a:cubicBezTo>
                <a:close/>
                <a:moveTo>
                  <a:pt x="496" y="388"/>
                </a:moveTo>
                <a:cubicBezTo>
                  <a:pt x="496" y="392"/>
                  <a:pt x="496" y="392"/>
                  <a:pt x="496" y="392"/>
                </a:cubicBezTo>
                <a:cubicBezTo>
                  <a:pt x="493" y="395"/>
                  <a:pt x="492" y="396"/>
                  <a:pt x="491" y="399"/>
                </a:cubicBezTo>
                <a:cubicBezTo>
                  <a:pt x="491" y="391"/>
                  <a:pt x="491" y="391"/>
                  <a:pt x="491" y="391"/>
                </a:cubicBezTo>
                <a:cubicBezTo>
                  <a:pt x="493" y="390"/>
                  <a:pt x="494" y="389"/>
                  <a:pt x="496" y="388"/>
                </a:cubicBezTo>
                <a:close/>
                <a:moveTo>
                  <a:pt x="496" y="401"/>
                </a:moveTo>
                <a:cubicBezTo>
                  <a:pt x="496" y="405"/>
                  <a:pt x="496" y="405"/>
                  <a:pt x="496" y="405"/>
                </a:cubicBezTo>
                <a:cubicBezTo>
                  <a:pt x="494" y="406"/>
                  <a:pt x="493" y="408"/>
                  <a:pt x="491" y="408"/>
                </a:cubicBezTo>
                <a:cubicBezTo>
                  <a:pt x="491" y="404"/>
                  <a:pt x="491" y="404"/>
                  <a:pt x="491" y="404"/>
                </a:cubicBezTo>
                <a:cubicBezTo>
                  <a:pt x="493" y="403"/>
                  <a:pt x="494" y="402"/>
                  <a:pt x="496" y="401"/>
                </a:cubicBezTo>
                <a:close/>
                <a:moveTo>
                  <a:pt x="496" y="413"/>
                </a:moveTo>
                <a:cubicBezTo>
                  <a:pt x="496" y="418"/>
                  <a:pt x="496" y="418"/>
                  <a:pt x="496" y="418"/>
                </a:cubicBezTo>
                <a:cubicBezTo>
                  <a:pt x="494" y="418"/>
                  <a:pt x="493" y="419"/>
                  <a:pt x="491" y="420"/>
                </a:cubicBezTo>
                <a:cubicBezTo>
                  <a:pt x="491" y="414"/>
                  <a:pt x="491" y="414"/>
                  <a:pt x="491" y="414"/>
                </a:cubicBezTo>
                <a:cubicBezTo>
                  <a:pt x="493" y="414"/>
                  <a:pt x="494" y="413"/>
                  <a:pt x="496" y="413"/>
                </a:cubicBezTo>
                <a:close/>
                <a:moveTo>
                  <a:pt x="496" y="424"/>
                </a:moveTo>
                <a:cubicBezTo>
                  <a:pt x="496" y="429"/>
                  <a:pt x="496" y="429"/>
                  <a:pt x="496" y="429"/>
                </a:cubicBezTo>
                <a:cubicBezTo>
                  <a:pt x="494" y="429"/>
                  <a:pt x="493" y="430"/>
                  <a:pt x="491" y="430"/>
                </a:cubicBezTo>
                <a:cubicBezTo>
                  <a:pt x="491" y="425"/>
                  <a:pt x="491" y="425"/>
                  <a:pt x="491" y="425"/>
                </a:cubicBezTo>
                <a:cubicBezTo>
                  <a:pt x="493" y="425"/>
                  <a:pt x="495" y="425"/>
                  <a:pt x="496" y="424"/>
                </a:cubicBezTo>
                <a:close/>
                <a:moveTo>
                  <a:pt x="496" y="436"/>
                </a:moveTo>
                <a:cubicBezTo>
                  <a:pt x="496" y="446"/>
                  <a:pt x="496" y="446"/>
                  <a:pt x="496" y="446"/>
                </a:cubicBezTo>
                <a:cubicBezTo>
                  <a:pt x="495" y="449"/>
                  <a:pt x="493" y="453"/>
                  <a:pt x="491" y="456"/>
                </a:cubicBezTo>
                <a:cubicBezTo>
                  <a:pt x="491" y="446"/>
                  <a:pt x="491" y="446"/>
                  <a:pt x="491" y="446"/>
                </a:cubicBezTo>
                <a:cubicBezTo>
                  <a:pt x="492" y="445"/>
                  <a:pt x="493" y="444"/>
                  <a:pt x="495" y="441"/>
                </a:cubicBezTo>
                <a:cubicBezTo>
                  <a:pt x="493" y="441"/>
                  <a:pt x="493" y="441"/>
                  <a:pt x="491" y="441"/>
                </a:cubicBezTo>
                <a:cubicBezTo>
                  <a:pt x="491" y="437"/>
                  <a:pt x="491" y="437"/>
                  <a:pt x="491" y="437"/>
                </a:cubicBezTo>
                <a:cubicBezTo>
                  <a:pt x="496" y="436"/>
                  <a:pt x="496" y="436"/>
                  <a:pt x="496" y="436"/>
                </a:cubicBezTo>
                <a:close/>
                <a:moveTo>
                  <a:pt x="496" y="483"/>
                </a:moveTo>
                <a:cubicBezTo>
                  <a:pt x="496" y="489"/>
                  <a:pt x="496" y="489"/>
                  <a:pt x="496" y="489"/>
                </a:cubicBezTo>
                <a:cubicBezTo>
                  <a:pt x="496" y="488"/>
                  <a:pt x="495" y="488"/>
                  <a:pt x="495" y="487"/>
                </a:cubicBezTo>
                <a:cubicBezTo>
                  <a:pt x="494" y="487"/>
                  <a:pt x="493" y="487"/>
                  <a:pt x="493" y="487"/>
                </a:cubicBezTo>
                <a:cubicBezTo>
                  <a:pt x="491" y="489"/>
                  <a:pt x="491" y="489"/>
                  <a:pt x="491" y="489"/>
                </a:cubicBezTo>
                <a:cubicBezTo>
                  <a:pt x="491" y="478"/>
                  <a:pt x="491" y="478"/>
                  <a:pt x="491" y="478"/>
                </a:cubicBezTo>
                <a:cubicBezTo>
                  <a:pt x="496" y="483"/>
                  <a:pt x="496" y="483"/>
                  <a:pt x="496" y="483"/>
                </a:cubicBezTo>
                <a:close/>
                <a:moveTo>
                  <a:pt x="496" y="498"/>
                </a:moveTo>
                <a:cubicBezTo>
                  <a:pt x="496" y="505"/>
                  <a:pt x="496" y="505"/>
                  <a:pt x="496" y="505"/>
                </a:cubicBezTo>
                <a:cubicBezTo>
                  <a:pt x="495" y="508"/>
                  <a:pt x="494" y="510"/>
                  <a:pt x="496" y="514"/>
                </a:cubicBezTo>
                <a:cubicBezTo>
                  <a:pt x="496" y="518"/>
                  <a:pt x="496" y="518"/>
                  <a:pt x="496" y="518"/>
                </a:cubicBezTo>
                <a:cubicBezTo>
                  <a:pt x="491" y="514"/>
                  <a:pt x="491" y="514"/>
                  <a:pt x="491" y="514"/>
                </a:cubicBezTo>
                <a:cubicBezTo>
                  <a:pt x="491" y="505"/>
                  <a:pt x="491" y="505"/>
                  <a:pt x="491" y="505"/>
                </a:cubicBezTo>
                <a:cubicBezTo>
                  <a:pt x="493" y="502"/>
                  <a:pt x="495" y="500"/>
                  <a:pt x="496" y="498"/>
                </a:cubicBezTo>
                <a:close/>
                <a:moveTo>
                  <a:pt x="496" y="558"/>
                </a:moveTo>
                <a:cubicBezTo>
                  <a:pt x="496" y="563"/>
                  <a:pt x="496" y="563"/>
                  <a:pt x="496" y="563"/>
                </a:cubicBezTo>
                <a:cubicBezTo>
                  <a:pt x="495" y="566"/>
                  <a:pt x="493" y="568"/>
                  <a:pt x="491" y="570"/>
                </a:cubicBezTo>
                <a:cubicBezTo>
                  <a:pt x="491" y="550"/>
                  <a:pt x="491" y="550"/>
                  <a:pt x="491" y="550"/>
                </a:cubicBezTo>
                <a:cubicBezTo>
                  <a:pt x="496" y="558"/>
                  <a:pt x="496" y="558"/>
                  <a:pt x="496" y="558"/>
                </a:cubicBezTo>
                <a:close/>
                <a:moveTo>
                  <a:pt x="496" y="586"/>
                </a:moveTo>
                <a:cubicBezTo>
                  <a:pt x="496" y="593"/>
                  <a:pt x="496" y="593"/>
                  <a:pt x="496" y="593"/>
                </a:cubicBezTo>
                <a:cubicBezTo>
                  <a:pt x="494" y="594"/>
                  <a:pt x="493" y="594"/>
                  <a:pt x="491" y="595"/>
                </a:cubicBezTo>
                <a:cubicBezTo>
                  <a:pt x="491" y="589"/>
                  <a:pt x="491" y="589"/>
                  <a:pt x="491" y="589"/>
                </a:cubicBezTo>
                <a:cubicBezTo>
                  <a:pt x="496" y="586"/>
                  <a:pt x="496" y="586"/>
                  <a:pt x="496" y="586"/>
                </a:cubicBezTo>
                <a:close/>
                <a:moveTo>
                  <a:pt x="496" y="601"/>
                </a:moveTo>
                <a:cubicBezTo>
                  <a:pt x="496" y="608"/>
                  <a:pt x="496" y="608"/>
                  <a:pt x="496" y="608"/>
                </a:cubicBezTo>
                <a:cubicBezTo>
                  <a:pt x="494" y="607"/>
                  <a:pt x="493" y="606"/>
                  <a:pt x="491" y="605"/>
                </a:cubicBezTo>
                <a:cubicBezTo>
                  <a:pt x="491" y="598"/>
                  <a:pt x="491" y="598"/>
                  <a:pt x="491" y="598"/>
                </a:cubicBezTo>
                <a:cubicBezTo>
                  <a:pt x="493" y="599"/>
                  <a:pt x="494" y="600"/>
                  <a:pt x="496" y="601"/>
                </a:cubicBezTo>
                <a:close/>
                <a:moveTo>
                  <a:pt x="496" y="612"/>
                </a:moveTo>
                <a:cubicBezTo>
                  <a:pt x="496" y="618"/>
                  <a:pt x="496" y="618"/>
                  <a:pt x="496" y="618"/>
                </a:cubicBezTo>
                <a:cubicBezTo>
                  <a:pt x="494" y="619"/>
                  <a:pt x="493" y="620"/>
                  <a:pt x="491" y="620"/>
                </a:cubicBezTo>
                <a:cubicBezTo>
                  <a:pt x="491" y="614"/>
                  <a:pt x="491" y="614"/>
                  <a:pt x="491" y="614"/>
                </a:cubicBezTo>
                <a:cubicBezTo>
                  <a:pt x="493" y="613"/>
                  <a:pt x="495" y="613"/>
                  <a:pt x="496" y="612"/>
                </a:cubicBezTo>
                <a:close/>
                <a:moveTo>
                  <a:pt x="496" y="669"/>
                </a:moveTo>
                <a:cubicBezTo>
                  <a:pt x="496" y="681"/>
                  <a:pt x="496" y="681"/>
                  <a:pt x="496" y="681"/>
                </a:cubicBezTo>
                <a:cubicBezTo>
                  <a:pt x="491" y="683"/>
                  <a:pt x="491" y="683"/>
                  <a:pt x="491" y="683"/>
                </a:cubicBezTo>
                <a:cubicBezTo>
                  <a:pt x="491" y="671"/>
                  <a:pt x="491" y="671"/>
                  <a:pt x="491" y="671"/>
                </a:cubicBezTo>
                <a:cubicBezTo>
                  <a:pt x="496" y="669"/>
                  <a:pt x="496" y="669"/>
                  <a:pt x="496" y="669"/>
                </a:cubicBezTo>
                <a:close/>
                <a:moveTo>
                  <a:pt x="496" y="734"/>
                </a:moveTo>
                <a:cubicBezTo>
                  <a:pt x="496" y="743"/>
                  <a:pt x="496" y="743"/>
                  <a:pt x="496" y="743"/>
                </a:cubicBezTo>
                <a:cubicBezTo>
                  <a:pt x="495" y="743"/>
                  <a:pt x="493" y="744"/>
                  <a:pt x="491" y="744"/>
                </a:cubicBezTo>
                <a:cubicBezTo>
                  <a:pt x="493" y="746"/>
                  <a:pt x="495" y="747"/>
                  <a:pt x="496" y="748"/>
                </a:cubicBezTo>
                <a:cubicBezTo>
                  <a:pt x="496" y="760"/>
                  <a:pt x="496" y="760"/>
                  <a:pt x="496" y="760"/>
                </a:cubicBezTo>
                <a:cubicBezTo>
                  <a:pt x="494" y="758"/>
                  <a:pt x="493" y="757"/>
                  <a:pt x="491" y="755"/>
                </a:cubicBezTo>
                <a:cubicBezTo>
                  <a:pt x="491" y="736"/>
                  <a:pt x="491" y="736"/>
                  <a:pt x="491" y="736"/>
                </a:cubicBezTo>
                <a:cubicBezTo>
                  <a:pt x="493" y="736"/>
                  <a:pt x="494" y="735"/>
                  <a:pt x="496" y="734"/>
                </a:cubicBezTo>
                <a:close/>
                <a:moveTo>
                  <a:pt x="491" y="257"/>
                </a:moveTo>
                <a:cubicBezTo>
                  <a:pt x="491" y="245"/>
                  <a:pt x="491" y="245"/>
                  <a:pt x="491" y="245"/>
                </a:cubicBezTo>
                <a:cubicBezTo>
                  <a:pt x="492" y="247"/>
                  <a:pt x="492" y="250"/>
                  <a:pt x="492" y="254"/>
                </a:cubicBezTo>
                <a:cubicBezTo>
                  <a:pt x="492" y="255"/>
                  <a:pt x="491" y="256"/>
                  <a:pt x="491" y="257"/>
                </a:cubicBezTo>
                <a:close/>
                <a:moveTo>
                  <a:pt x="489" y="12"/>
                </a:moveTo>
                <a:cubicBezTo>
                  <a:pt x="490" y="12"/>
                  <a:pt x="490" y="12"/>
                  <a:pt x="491" y="12"/>
                </a:cubicBezTo>
                <a:cubicBezTo>
                  <a:pt x="491" y="20"/>
                  <a:pt x="491" y="20"/>
                  <a:pt x="491" y="20"/>
                </a:cubicBezTo>
                <a:cubicBezTo>
                  <a:pt x="490" y="20"/>
                  <a:pt x="490" y="20"/>
                  <a:pt x="489" y="20"/>
                </a:cubicBezTo>
                <a:cubicBezTo>
                  <a:pt x="489" y="12"/>
                  <a:pt x="489" y="12"/>
                  <a:pt x="489" y="12"/>
                </a:cubicBezTo>
                <a:close/>
                <a:moveTo>
                  <a:pt x="491" y="783"/>
                </a:moveTo>
                <a:cubicBezTo>
                  <a:pt x="489" y="783"/>
                  <a:pt x="489" y="783"/>
                  <a:pt x="489" y="783"/>
                </a:cubicBezTo>
                <a:cubicBezTo>
                  <a:pt x="489" y="774"/>
                  <a:pt x="489" y="774"/>
                  <a:pt x="489" y="774"/>
                </a:cubicBezTo>
                <a:cubicBezTo>
                  <a:pt x="490" y="774"/>
                  <a:pt x="490" y="774"/>
                  <a:pt x="491" y="774"/>
                </a:cubicBezTo>
                <a:cubicBezTo>
                  <a:pt x="491" y="783"/>
                  <a:pt x="491" y="783"/>
                  <a:pt x="491" y="783"/>
                </a:cubicBezTo>
                <a:close/>
                <a:moveTo>
                  <a:pt x="491" y="29"/>
                </a:moveTo>
                <a:cubicBezTo>
                  <a:pt x="491" y="57"/>
                  <a:pt x="491" y="57"/>
                  <a:pt x="491" y="57"/>
                </a:cubicBezTo>
                <a:cubicBezTo>
                  <a:pt x="489" y="57"/>
                  <a:pt x="489" y="57"/>
                  <a:pt x="489" y="57"/>
                </a:cubicBezTo>
                <a:cubicBezTo>
                  <a:pt x="489" y="24"/>
                  <a:pt x="489" y="24"/>
                  <a:pt x="489" y="24"/>
                </a:cubicBezTo>
                <a:cubicBezTo>
                  <a:pt x="490" y="26"/>
                  <a:pt x="490" y="27"/>
                  <a:pt x="491" y="29"/>
                </a:cubicBezTo>
                <a:close/>
                <a:moveTo>
                  <a:pt x="491" y="81"/>
                </a:moveTo>
                <a:cubicBezTo>
                  <a:pt x="491" y="122"/>
                  <a:pt x="491" y="122"/>
                  <a:pt x="491" y="122"/>
                </a:cubicBezTo>
                <a:cubicBezTo>
                  <a:pt x="490" y="122"/>
                  <a:pt x="490" y="122"/>
                  <a:pt x="489" y="122"/>
                </a:cubicBezTo>
                <a:cubicBezTo>
                  <a:pt x="489" y="75"/>
                  <a:pt x="489" y="75"/>
                  <a:pt x="489" y="75"/>
                </a:cubicBezTo>
                <a:cubicBezTo>
                  <a:pt x="490" y="76"/>
                  <a:pt x="490" y="77"/>
                  <a:pt x="491" y="81"/>
                </a:cubicBezTo>
                <a:close/>
                <a:moveTo>
                  <a:pt x="491" y="125"/>
                </a:moveTo>
                <a:cubicBezTo>
                  <a:pt x="491" y="141"/>
                  <a:pt x="491" y="141"/>
                  <a:pt x="491" y="141"/>
                </a:cubicBezTo>
                <a:cubicBezTo>
                  <a:pt x="490" y="141"/>
                  <a:pt x="490" y="141"/>
                  <a:pt x="489" y="141"/>
                </a:cubicBezTo>
                <a:cubicBezTo>
                  <a:pt x="489" y="125"/>
                  <a:pt x="489" y="125"/>
                  <a:pt x="489" y="125"/>
                </a:cubicBezTo>
                <a:cubicBezTo>
                  <a:pt x="491" y="125"/>
                  <a:pt x="491" y="125"/>
                  <a:pt x="491" y="125"/>
                </a:cubicBezTo>
                <a:close/>
                <a:moveTo>
                  <a:pt x="491" y="184"/>
                </a:moveTo>
                <a:cubicBezTo>
                  <a:pt x="491" y="190"/>
                  <a:pt x="491" y="190"/>
                  <a:pt x="491" y="190"/>
                </a:cubicBezTo>
                <a:cubicBezTo>
                  <a:pt x="491" y="190"/>
                  <a:pt x="490" y="190"/>
                  <a:pt x="490" y="190"/>
                </a:cubicBezTo>
                <a:cubicBezTo>
                  <a:pt x="490" y="192"/>
                  <a:pt x="491" y="193"/>
                  <a:pt x="491" y="195"/>
                </a:cubicBezTo>
                <a:cubicBezTo>
                  <a:pt x="491" y="213"/>
                  <a:pt x="491" y="213"/>
                  <a:pt x="491" y="213"/>
                </a:cubicBezTo>
                <a:cubicBezTo>
                  <a:pt x="490" y="213"/>
                  <a:pt x="490" y="213"/>
                  <a:pt x="489" y="213"/>
                </a:cubicBezTo>
                <a:cubicBezTo>
                  <a:pt x="489" y="183"/>
                  <a:pt x="489" y="183"/>
                  <a:pt x="489" y="183"/>
                </a:cubicBezTo>
                <a:cubicBezTo>
                  <a:pt x="490" y="184"/>
                  <a:pt x="490" y="184"/>
                  <a:pt x="491" y="184"/>
                </a:cubicBezTo>
                <a:close/>
                <a:moveTo>
                  <a:pt x="491" y="245"/>
                </a:moveTo>
                <a:cubicBezTo>
                  <a:pt x="491" y="257"/>
                  <a:pt x="491" y="257"/>
                  <a:pt x="491" y="257"/>
                </a:cubicBezTo>
                <a:cubicBezTo>
                  <a:pt x="490" y="259"/>
                  <a:pt x="490" y="261"/>
                  <a:pt x="489" y="263"/>
                </a:cubicBezTo>
                <a:cubicBezTo>
                  <a:pt x="489" y="241"/>
                  <a:pt x="489" y="241"/>
                  <a:pt x="489" y="241"/>
                </a:cubicBezTo>
                <a:cubicBezTo>
                  <a:pt x="490" y="242"/>
                  <a:pt x="490" y="244"/>
                  <a:pt x="491" y="245"/>
                </a:cubicBezTo>
                <a:close/>
                <a:moveTo>
                  <a:pt x="491" y="291"/>
                </a:moveTo>
                <a:cubicBezTo>
                  <a:pt x="491" y="294"/>
                  <a:pt x="491" y="294"/>
                  <a:pt x="491" y="294"/>
                </a:cubicBezTo>
                <a:cubicBezTo>
                  <a:pt x="491" y="295"/>
                  <a:pt x="491" y="295"/>
                  <a:pt x="491" y="295"/>
                </a:cubicBezTo>
                <a:cubicBezTo>
                  <a:pt x="491" y="296"/>
                  <a:pt x="491" y="296"/>
                  <a:pt x="491" y="296"/>
                </a:cubicBezTo>
                <a:cubicBezTo>
                  <a:pt x="491" y="302"/>
                  <a:pt x="491" y="302"/>
                  <a:pt x="491" y="302"/>
                </a:cubicBezTo>
                <a:cubicBezTo>
                  <a:pt x="490" y="302"/>
                  <a:pt x="490" y="301"/>
                  <a:pt x="489" y="301"/>
                </a:cubicBezTo>
                <a:cubicBezTo>
                  <a:pt x="489" y="293"/>
                  <a:pt x="489" y="293"/>
                  <a:pt x="489" y="293"/>
                </a:cubicBezTo>
                <a:cubicBezTo>
                  <a:pt x="490" y="292"/>
                  <a:pt x="490" y="292"/>
                  <a:pt x="491" y="291"/>
                </a:cubicBezTo>
                <a:close/>
                <a:moveTo>
                  <a:pt x="491" y="312"/>
                </a:moveTo>
                <a:cubicBezTo>
                  <a:pt x="491" y="316"/>
                  <a:pt x="491" y="316"/>
                  <a:pt x="491" y="316"/>
                </a:cubicBezTo>
                <a:cubicBezTo>
                  <a:pt x="489" y="315"/>
                  <a:pt x="489" y="315"/>
                  <a:pt x="489" y="315"/>
                </a:cubicBezTo>
                <a:cubicBezTo>
                  <a:pt x="489" y="311"/>
                  <a:pt x="489" y="311"/>
                  <a:pt x="489" y="311"/>
                </a:cubicBezTo>
                <a:cubicBezTo>
                  <a:pt x="491" y="312"/>
                  <a:pt x="491" y="312"/>
                  <a:pt x="491" y="312"/>
                </a:cubicBezTo>
                <a:close/>
                <a:moveTo>
                  <a:pt x="491" y="320"/>
                </a:moveTo>
                <a:cubicBezTo>
                  <a:pt x="491" y="324"/>
                  <a:pt x="491" y="324"/>
                  <a:pt x="491" y="324"/>
                </a:cubicBezTo>
                <a:cubicBezTo>
                  <a:pt x="490" y="325"/>
                  <a:pt x="490" y="325"/>
                  <a:pt x="489" y="326"/>
                </a:cubicBezTo>
                <a:cubicBezTo>
                  <a:pt x="489" y="321"/>
                  <a:pt x="489" y="321"/>
                  <a:pt x="489" y="321"/>
                </a:cubicBezTo>
                <a:cubicBezTo>
                  <a:pt x="490" y="321"/>
                  <a:pt x="490" y="320"/>
                  <a:pt x="491" y="320"/>
                </a:cubicBezTo>
                <a:close/>
                <a:moveTo>
                  <a:pt x="491" y="347"/>
                </a:moveTo>
                <a:cubicBezTo>
                  <a:pt x="491" y="367"/>
                  <a:pt x="491" y="367"/>
                  <a:pt x="491" y="367"/>
                </a:cubicBezTo>
                <a:cubicBezTo>
                  <a:pt x="490" y="368"/>
                  <a:pt x="490" y="369"/>
                  <a:pt x="489" y="370"/>
                </a:cubicBezTo>
                <a:cubicBezTo>
                  <a:pt x="489" y="363"/>
                  <a:pt x="489" y="363"/>
                  <a:pt x="489" y="363"/>
                </a:cubicBezTo>
                <a:cubicBezTo>
                  <a:pt x="491" y="362"/>
                  <a:pt x="491" y="362"/>
                  <a:pt x="491" y="362"/>
                </a:cubicBezTo>
                <a:cubicBezTo>
                  <a:pt x="490" y="358"/>
                  <a:pt x="490" y="355"/>
                  <a:pt x="490" y="352"/>
                </a:cubicBezTo>
                <a:cubicBezTo>
                  <a:pt x="490" y="352"/>
                  <a:pt x="490" y="352"/>
                  <a:pt x="489" y="353"/>
                </a:cubicBezTo>
                <a:cubicBezTo>
                  <a:pt x="489" y="344"/>
                  <a:pt x="489" y="344"/>
                  <a:pt x="489" y="344"/>
                </a:cubicBezTo>
                <a:cubicBezTo>
                  <a:pt x="490" y="345"/>
                  <a:pt x="490" y="346"/>
                  <a:pt x="491" y="347"/>
                </a:cubicBezTo>
                <a:close/>
                <a:moveTo>
                  <a:pt x="491" y="378"/>
                </a:moveTo>
                <a:cubicBezTo>
                  <a:pt x="491" y="384"/>
                  <a:pt x="491" y="384"/>
                  <a:pt x="491" y="384"/>
                </a:cubicBezTo>
                <a:cubicBezTo>
                  <a:pt x="490" y="386"/>
                  <a:pt x="490" y="388"/>
                  <a:pt x="490" y="391"/>
                </a:cubicBezTo>
                <a:cubicBezTo>
                  <a:pt x="490" y="391"/>
                  <a:pt x="491" y="391"/>
                  <a:pt x="491" y="391"/>
                </a:cubicBezTo>
                <a:cubicBezTo>
                  <a:pt x="491" y="399"/>
                  <a:pt x="491" y="399"/>
                  <a:pt x="491" y="399"/>
                </a:cubicBezTo>
                <a:cubicBezTo>
                  <a:pt x="490" y="401"/>
                  <a:pt x="490" y="402"/>
                  <a:pt x="490" y="404"/>
                </a:cubicBezTo>
                <a:cubicBezTo>
                  <a:pt x="491" y="404"/>
                  <a:pt x="491" y="404"/>
                  <a:pt x="491" y="404"/>
                </a:cubicBezTo>
                <a:cubicBezTo>
                  <a:pt x="491" y="408"/>
                  <a:pt x="491" y="408"/>
                  <a:pt x="491" y="408"/>
                </a:cubicBezTo>
                <a:cubicBezTo>
                  <a:pt x="491" y="409"/>
                  <a:pt x="491" y="409"/>
                  <a:pt x="491" y="409"/>
                </a:cubicBezTo>
                <a:cubicBezTo>
                  <a:pt x="490" y="411"/>
                  <a:pt x="490" y="413"/>
                  <a:pt x="490" y="415"/>
                </a:cubicBezTo>
                <a:cubicBezTo>
                  <a:pt x="491" y="414"/>
                  <a:pt x="491" y="414"/>
                  <a:pt x="491" y="414"/>
                </a:cubicBezTo>
                <a:cubicBezTo>
                  <a:pt x="491" y="420"/>
                  <a:pt x="491" y="420"/>
                  <a:pt x="491" y="420"/>
                </a:cubicBezTo>
                <a:cubicBezTo>
                  <a:pt x="490" y="420"/>
                  <a:pt x="490" y="420"/>
                  <a:pt x="490" y="420"/>
                </a:cubicBezTo>
                <a:cubicBezTo>
                  <a:pt x="489" y="422"/>
                  <a:pt x="489" y="422"/>
                  <a:pt x="489" y="422"/>
                </a:cubicBezTo>
                <a:cubicBezTo>
                  <a:pt x="489" y="379"/>
                  <a:pt x="489" y="379"/>
                  <a:pt x="489" y="379"/>
                </a:cubicBezTo>
                <a:cubicBezTo>
                  <a:pt x="491" y="378"/>
                  <a:pt x="491" y="378"/>
                  <a:pt x="491" y="378"/>
                </a:cubicBezTo>
                <a:close/>
                <a:moveTo>
                  <a:pt x="491" y="425"/>
                </a:moveTo>
                <a:cubicBezTo>
                  <a:pt x="491" y="430"/>
                  <a:pt x="491" y="430"/>
                  <a:pt x="491" y="430"/>
                </a:cubicBezTo>
                <a:cubicBezTo>
                  <a:pt x="490" y="430"/>
                  <a:pt x="490" y="431"/>
                  <a:pt x="489" y="431"/>
                </a:cubicBezTo>
                <a:cubicBezTo>
                  <a:pt x="489" y="426"/>
                  <a:pt x="489" y="426"/>
                  <a:pt x="489" y="426"/>
                </a:cubicBezTo>
                <a:cubicBezTo>
                  <a:pt x="490" y="426"/>
                  <a:pt x="490" y="426"/>
                  <a:pt x="491" y="425"/>
                </a:cubicBezTo>
                <a:close/>
                <a:moveTo>
                  <a:pt x="491" y="437"/>
                </a:moveTo>
                <a:cubicBezTo>
                  <a:pt x="491" y="441"/>
                  <a:pt x="491" y="441"/>
                  <a:pt x="491" y="441"/>
                </a:cubicBezTo>
                <a:cubicBezTo>
                  <a:pt x="490" y="441"/>
                  <a:pt x="490" y="441"/>
                  <a:pt x="489" y="442"/>
                </a:cubicBezTo>
                <a:cubicBezTo>
                  <a:pt x="489" y="437"/>
                  <a:pt x="489" y="437"/>
                  <a:pt x="489" y="437"/>
                </a:cubicBezTo>
                <a:cubicBezTo>
                  <a:pt x="491" y="437"/>
                  <a:pt x="491" y="437"/>
                  <a:pt x="491" y="437"/>
                </a:cubicBezTo>
                <a:close/>
                <a:moveTo>
                  <a:pt x="491" y="446"/>
                </a:moveTo>
                <a:cubicBezTo>
                  <a:pt x="491" y="456"/>
                  <a:pt x="491" y="456"/>
                  <a:pt x="491" y="456"/>
                </a:cubicBezTo>
                <a:cubicBezTo>
                  <a:pt x="490" y="457"/>
                  <a:pt x="490" y="458"/>
                  <a:pt x="489" y="459"/>
                </a:cubicBezTo>
                <a:cubicBezTo>
                  <a:pt x="489" y="447"/>
                  <a:pt x="489" y="447"/>
                  <a:pt x="489" y="447"/>
                </a:cubicBezTo>
                <a:cubicBezTo>
                  <a:pt x="490" y="447"/>
                  <a:pt x="490" y="447"/>
                  <a:pt x="491" y="446"/>
                </a:cubicBezTo>
                <a:close/>
                <a:moveTo>
                  <a:pt x="491" y="478"/>
                </a:moveTo>
                <a:cubicBezTo>
                  <a:pt x="491" y="489"/>
                  <a:pt x="491" y="489"/>
                  <a:pt x="491" y="489"/>
                </a:cubicBezTo>
                <a:cubicBezTo>
                  <a:pt x="489" y="493"/>
                  <a:pt x="489" y="493"/>
                  <a:pt x="489" y="493"/>
                </a:cubicBezTo>
                <a:cubicBezTo>
                  <a:pt x="489" y="476"/>
                  <a:pt x="489" y="476"/>
                  <a:pt x="489" y="476"/>
                </a:cubicBezTo>
                <a:cubicBezTo>
                  <a:pt x="491" y="478"/>
                  <a:pt x="491" y="478"/>
                  <a:pt x="491" y="478"/>
                </a:cubicBezTo>
                <a:close/>
                <a:moveTo>
                  <a:pt x="491" y="505"/>
                </a:moveTo>
                <a:cubicBezTo>
                  <a:pt x="491" y="514"/>
                  <a:pt x="491" y="514"/>
                  <a:pt x="491" y="514"/>
                </a:cubicBezTo>
                <a:cubicBezTo>
                  <a:pt x="489" y="512"/>
                  <a:pt x="489" y="512"/>
                  <a:pt x="489" y="512"/>
                </a:cubicBezTo>
                <a:cubicBezTo>
                  <a:pt x="489" y="507"/>
                  <a:pt x="489" y="507"/>
                  <a:pt x="489" y="507"/>
                </a:cubicBezTo>
                <a:cubicBezTo>
                  <a:pt x="490" y="506"/>
                  <a:pt x="490" y="506"/>
                  <a:pt x="491" y="505"/>
                </a:cubicBezTo>
                <a:close/>
                <a:moveTo>
                  <a:pt x="491" y="550"/>
                </a:moveTo>
                <a:cubicBezTo>
                  <a:pt x="491" y="570"/>
                  <a:pt x="491" y="570"/>
                  <a:pt x="491" y="570"/>
                </a:cubicBezTo>
                <a:cubicBezTo>
                  <a:pt x="490" y="570"/>
                  <a:pt x="490" y="571"/>
                  <a:pt x="489" y="571"/>
                </a:cubicBezTo>
                <a:cubicBezTo>
                  <a:pt x="489" y="547"/>
                  <a:pt x="489" y="547"/>
                  <a:pt x="489" y="547"/>
                </a:cubicBezTo>
                <a:cubicBezTo>
                  <a:pt x="491" y="550"/>
                  <a:pt x="491" y="550"/>
                  <a:pt x="491" y="550"/>
                </a:cubicBezTo>
                <a:close/>
                <a:moveTo>
                  <a:pt x="491" y="589"/>
                </a:moveTo>
                <a:cubicBezTo>
                  <a:pt x="491" y="595"/>
                  <a:pt x="491" y="595"/>
                  <a:pt x="491" y="595"/>
                </a:cubicBezTo>
                <a:cubicBezTo>
                  <a:pt x="490" y="596"/>
                  <a:pt x="490" y="596"/>
                  <a:pt x="489" y="596"/>
                </a:cubicBezTo>
                <a:cubicBezTo>
                  <a:pt x="489" y="590"/>
                  <a:pt x="489" y="590"/>
                  <a:pt x="489" y="590"/>
                </a:cubicBezTo>
                <a:cubicBezTo>
                  <a:pt x="491" y="589"/>
                  <a:pt x="491" y="589"/>
                  <a:pt x="491" y="589"/>
                </a:cubicBezTo>
                <a:close/>
                <a:moveTo>
                  <a:pt x="491" y="598"/>
                </a:moveTo>
                <a:cubicBezTo>
                  <a:pt x="491" y="605"/>
                  <a:pt x="491" y="605"/>
                  <a:pt x="491" y="605"/>
                </a:cubicBezTo>
                <a:cubicBezTo>
                  <a:pt x="490" y="604"/>
                  <a:pt x="490" y="604"/>
                  <a:pt x="489" y="604"/>
                </a:cubicBezTo>
                <a:cubicBezTo>
                  <a:pt x="489" y="597"/>
                  <a:pt x="489" y="597"/>
                  <a:pt x="489" y="597"/>
                </a:cubicBezTo>
                <a:cubicBezTo>
                  <a:pt x="491" y="598"/>
                  <a:pt x="491" y="598"/>
                  <a:pt x="491" y="598"/>
                </a:cubicBezTo>
                <a:close/>
                <a:moveTo>
                  <a:pt x="491" y="614"/>
                </a:moveTo>
                <a:cubicBezTo>
                  <a:pt x="491" y="620"/>
                  <a:pt x="491" y="620"/>
                  <a:pt x="491" y="620"/>
                </a:cubicBezTo>
                <a:cubicBezTo>
                  <a:pt x="490" y="621"/>
                  <a:pt x="490" y="621"/>
                  <a:pt x="489" y="621"/>
                </a:cubicBezTo>
                <a:cubicBezTo>
                  <a:pt x="489" y="614"/>
                  <a:pt x="489" y="614"/>
                  <a:pt x="489" y="614"/>
                </a:cubicBezTo>
                <a:cubicBezTo>
                  <a:pt x="491" y="614"/>
                  <a:pt x="491" y="614"/>
                  <a:pt x="491" y="614"/>
                </a:cubicBezTo>
                <a:close/>
                <a:moveTo>
                  <a:pt x="491" y="671"/>
                </a:moveTo>
                <a:cubicBezTo>
                  <a:pt x="491" y="683"/>
                  <a:pt x="491" y="683"/>
                  <a:pt x="491" y="683"/>
                </a:cubicBezTo>
                <a:cubicBezTo>
                  <a:pt x="489" y="684"/>
                  <a:pt x="489" y="684"/>
                  <a:pt x="489" y="684"/>
                </a:cubicBezTo>
                <a:cubicBezTo>
                  <a:pt x="489" y="671"/>
                  <a:pt x="489" y="671"/>
                  <a:pt x="489" y="671"/>
                </a:cubicBezTo>
                <a:cubicBezTo>
                  <a:pt x="491" y="671"/>
                  <a:pt x="491" y="671"/>
                  <a:pt x="491" y="671"/>
                </a:cubicBezTo>
                <a:close/>
                <a:moveTo>
                  <a:pt x="491" y="736"/>
                </a:moveTo>
                <a:cubicBezTo>
                  <a:pt x="491" y="755"/>
                  <a:pt x="491" y="755"/>
                  <a:pt x="491" y="755"/>
                </a:cubicBezTo>
                <a:cubicBezTo>
                  <a:pt x="490" y="755"/>
                  <a:pt x="490" y="754"/>
                  <a:pt x="489" y="754"/>
                </a:cubicBezTo>
                <a:cubicBezTo>
                  <a:pt x="489" y="737"/>
                  <a:pt x="489" y="737"/>
                  <a:pt x="489" y="737"/>
                </a:cubicBezTo>
                <a:cubicBezTo>
                  <a:pt x="490" y="737"/>
                  <a:pt x="490" y="737"/>
                  <a:pt x="491" y="736"/>
                </a:cubicBezTo>
                <a:close/>
                <a:moveTo>
                  <a:pt x="489" y="146"/>
                </a:moveTo>
                <a:cubicBezTo>
                  <a:pt x="489" y="142"/>
                  <a:pt x="489" y="142"/>
                  <a:pt x="489" y="142"/>
                </a:cubicBezTo>
                <a:cubicBezTo>
                  <a:pt x="489" y="142"/>
                  <a:pt x="489" y="142"/>
                  <a:pt x="489" y="142"/>
                </a:cubicBezTo>
                <a:cubicBezTo>
                  <a:pt x="489" y="144"/>
                  <a:pt x="490" y="145"/>
                  <a:pt x="489" y="146"/>
                </a:cubicBezTo>
                <a:close/>
                <a:moveTo>
                  <a:pt x="486" y="12"/>
                </a:moveTo>
                <a:cubicBezTo>
                  <a:pt x="487" y="12"/>
                  <a:pt x="488" y="12"/>
                  <a:pt x="489" y="12"/>
                </a:cubicBezTo>
                <a:cubicBezTo>
                  <a:pt x="489" y="20"/>
                  <a:pt x="489" y="20"/>
                  <a:pt x="489" y="20"/>
                </a:cubicBezTo>
                <a:cubicBezTo>
                  <a:pt x="488" y="20"/>
                  <a:pt x="488" y="20"/>
                  <a:pt x="488" y="20"/>
                </a:cubicBezTo>
                <a:cubicBezTo>
                  <a:pt x="488" y="21"/>
                  <a:pt x="489" y="23"/>
                  <a:pt x="489" y="24"/>
                </a:cubicBezTo>
                <a:cubicBezTo>
                  <a:pt x="489" y="57"/>
                  <a:pt x="489" y="57"/>
                  <a:pt x="489" y="57"/>
                </a:cubicBezTo>
                <a:cubicBezTo>
                  <a:pt x="488" y="57"/>
                  <a:pt x="487" y="57"/>
                  <a:pt x="486" y="57"/>
                </a:cubicBezTo>
                <a:cubicBezTo>
                  <a:pt x="486" y="50"/>
                  <a:pt x="486" y="50"/>
                  <a:pt x="486" y="50"/>
                </a:cubicBezTo>
                <a:cubicBezTo>
                  <a:pt x="488" y="50"/>
                  <a:pt x="488" y="50"/>
                  <a:pt x="488" y="50"/>
                </a:cubicBezTo>
                <a:cubicBezTo>
                  <a:pt x="487" y="48"/>
                  <a:pt x="487" y="46"/>
                  <a:pt x="486" y="45"/>
                </a:cubicBezTo>
                <a:cubicBezTo>
                  <a:pt x="486" y="12"/>
                  <a:pt x="486" y="12"/>
                  <a:pt x="486" y="12"/>
                </a:cubicBezTo>
                <a:close/>
                <a:moveTo>
                  <a:pt x="489" y="783"/>
                </a:moveTo>
                <a:cubicBezTo>
                  <a:pt x="488" y="783"/>
                  <a:pt x="487" y="783"/>
                  <a:pt x="486" y="783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8" y="774"/>
                  <a:pt x="488" y="774"/>
                  <a:pt x="489" y="774"/>
                </a:cubicBezTo>
                <a:cubicBezTo>
                  <a:pt x="489" y="783"/>
                  <a:pt x="489" y="783"/>
                  <a:pt x="489" y="783"/>
                </a:cubicBezTo>
                <a:close/>
                <a:moveTo>
                  <a:pt x="489" y="75"/>
                </a:moveTo>
                <a:cubicBezTo>
                  <a:pt x="489" y="122"/>
                  <a:pt x="489" y="122"/>
                  <a:pt x="489" y="122"/>
                </a:cubicBezTo>
                <a:cubicBezTo>
                  <a:pt x="488" y="121"/>
                  <a:pt x="488" y="121"/>
                  <a:pt x="486" y="121"/>
                </a:cubicBezTo>
                <a:cubicBezTo>
                  <a:pt x="486" y="75"/>
                  <a:pt x="486" y="75"/>
                  <a:pt x="486" y="75"/>
                </a:cubicBezTo>
                <a:cubicBezTo>
                  <a:pt x="489" y="75"/>
                  <a:pt x="489" y="75"/>
                  <a:pt x="489" y="75"/>
                </a:cubicBezTo>
                <a:cubicBezTo>
                  <a:pt x="489" y="75"/>
                  <a:pt x="489" y="75"/>
                  <a:pt x="489" y="75"/>
                </a:cubicBezTo>
                <a:close/>
                <a:moveTo>
                  <a:pt x="489" y="125"/>
                </a:moveTo>
                <a:cubicBezTo>
                  <a:pt x="489" y="141"/>
                  <a:pt x="489" y="141"/>
                  <a:pt x="489" y="141"/>
                </a:cubicBezTo>
                <a:cubicBezTo>
                  <a:pt x="488" y="140"/>
                  <a:pt x="487" y="140"/>
                  <a:pt x="486" y="140"/>
                </a:cubicBezTo>
                <a:cubicBezTo>
                  <a:pt x="486" y="125"/>
                  <a:pt x="486" y="125"/>
                  <a:pt x="486" y="125"/>
                </a:cubicBezTo>
                <a:cubicBezTo>
                  <a:pt x="487" y="125"/>
                  <a:pt x="488" y="125"/>
                  <a:pt x="489" y="125"/>
                </a:cubicBezTo>
                <a:close/>
                <a:moveTo>
                  <a:pt x="489" y="142"/>
                </a:moveTo>
                <a:cubicBezTo>
                  <a:pt x="489" y="146"/>
                  <a:pt x="489" y="146"/>
                  <a:pt x="489" y="146"/>
                </a:cubicBezTo>
                <a:cubicBezTo>
                  <a:pt x="489" y="146"/>
                  <a:pt x="489" y="147"/>
                  <a:pt x="488" y="148"/>
                </a:cubicBezTo>
                <a:cubicBezTo>
                  <a:pt x="486" y="148"/>
                  <a:pt x="486" y="148"/>
                  <a:pt x="486" y="148"/>
                </a:cubicBezTo>
                <a:cubicBezTo>
                  <a:pt x="486" y="141"/>
                  <a:pt x="486" y="141"/>
                  <a:pt x="486" y="141"/>
                </a:cubicBezTo>
                <a:cubicBezTo>
                  <a:pt x="488" y="141"/>
                  <a:pt x="488" y="142"/>
                  <a:pt x="489" y="142"/>
                </a:cubicBezTo>
                <a:close/>
                <a:moveTo>
                  <a:pt x="489" y="183"/>
                </a:moveTo>
                <a:cubicBezTo>
                  <a:pt x="489" y="213"/>
                  <a:pt x="489" y="213"/>
                  <a:pt x="489" y="213"/>
                </a:cubicBezTo>
                <a:cubicBezTo>
                  <a:pt x="488" y="213"/>
                  <a:pt x="487" y="212"/>
                  <a:pt x="486" y="212"/>
                </a:cubicBezTo>
                <a:cubicBezTo>
                  <a:pt x="486" y="182"/>
                  <a:pt x="486" y="182"/>
                  <a:pt x="486" y="182"/>
                </a:cubicBezTo>
                <a:cubicBezTo>
                  <a:pt x="487" y="183"/>
                  <a:pt x="488" y="183"/>
                  <a:pt x="489" y="183"/>
                </a:cubicBezTo>
                <a:close/>
                <a:moveTo>
                  <a:pt x="489" y="241"/>
                </a:moveTo>
                <a:cubicBezTo>
                  <a:pt x="489" y="263"/>
                  <a:pt x="489" y="263"/>
                  <a:pt x="489" y="263"/>
                </a:cubicBezTo>
                <a:cubicBezTo>
                  <a:pt x="489" y="264"/>
                  <a:pt x="489" y="264"/>
                  <a:pt x="489" y="264"/>
                </a:cubicBezTo>
                <a:cubicBezTo>
                  <a:pt x="488" y="264"/>
                  <a:pt x="487" y="265"/>
                  <a:pt x="486" y="266"/>
                </a:cubicBezTo>
                <a:cubicBezTo>
                  <a:pt x="486" y="237"/>
                  <a:pt x="486" y="237"/>
                  <a:pt x="486" y="237"/>
                </a:cubicBezTo>
                <a:cubicBezTo>
                  <a:pt x="488" y="238"/>
                  <a:pt x="488" y="240"/>
                  <a:pt x="489" y="241"/>
                </a:cubicBezTo>
                <a:close/>
                <a:moveTo>
                  <a:pt x="489" y="293"/>
                </a:moveTo>
                <a:cubicBezTo>
                  <a:pt x="489" y="301"/>
                  <a:pt x="489" y="301"/>
                  <a:pt x="489" y="301"/>
                </a:cubicBezTo>
                <a:cubicBezTo>
                  <a:pt x="488" y="301"/>
                  <a:pt x="488" y="301"/>
                  <a:pt x="486" y="301"/>
                </a:cubicBezTo>
                <a:cubicBezTo>
                  <a:pt x="486" y="295"/>
                  <a:pt x="486" y="295"/>
                  <a:pt x="486" y="295"/>
                </a:cubicBezTo>
                <a:cubicBezTo>
                  <a:pt x="488" y="294"/>
                  <a:pt x="488" y="294"/>
                  <a:pt x="489" y="293"/>
                </a:cubicBezTo>
                <a:close/>
                <a:moveTo>
                  <a:pt x="489" y="311"/>
                </a:moveTo>
                <a:cubicBezTo>
                  <a:pt x="489" y="315"/>
                  <a:pt x="489" y="315"/>
                  <a:pt x="489" y="315"/>
                </a:cubicBezTo>
                <a:cubicBezTo>
                  <a:pt x="488" y="314"/>
                  <a:pt x="487" y="314"/>
                  <a:pt x="486" y="313"/>
                </a:cubicBezTo>
                <a:cubicBezTo>
                  <a:pt x="486" y="309"/>
                  <a:pt x="486" y="309"/>
                  <a:pt x="486" y="309"/>
                </a:cubicBezTo>
                <a:cubicBezTo>
                  <a:pt x="489" y="311"/>
                  <a:pt x="489" y="311"/>
                  <a:pt x="489" y="311"/>
                </a:cubicBezTo>
                <a:close/>
                <a:moveTo>
                  <a:pt x="489" y="321"/>
                </a:moveTo>
                <a:cubicBezTo>
                  <a:pt x="489" y="326"/>
                  <a:pt x="489" y="326"/>
                  <a:pt x="489" y="326"/>
                </a:cubicBezTo>
                <a:cubicBezTo>
                  <a:pt x="488" y="327"/>
                  <a:pt x="487" y="328"/>
                  <a:pt x="486" y="329"/>
                </a:cubicBezTo>
                <a:cubicBezTo>
                  <a:pt x="486" y="322"/>
                  <a:pt x="486" y="322"/>
                  <a:pt x="486" y="322"/>
                </a:cubicBezTo>
                <a:cubicBezTo>
                  <a:pt x="488" y="322"/>
                  <a:pt x="488" y="321"/>
                  <a:pt x="489" y="321"/>
                </a:cubicBezTo>
                <a:close/>
                <a:moveTo>
                  <a:pt x="489" y="344"/>
                </a:moveTo>
                <a:cubicBezTo>
                  <a:pt x="489" y="353"/>
                  <a:pt x="489" y="353"/>
                  <a:pt x="489" y="353"/>
                </a:cubicBezTo>
                <a:cubicBezTo>
                  <a:pt x="488" y="353"/>
                  <a:pt x="487" y="354"/>
                  <a:pt x="486" y="354"/>
                </a:cubicBezTo>
                <a:cubicBezTo>
                  <a:pt x="486" y="340"/>
                  <a:pt x="486" y="340"/>
                  <a:pt x="486" y="340"/>
                </a:cubicBezTo>
                <a:cubicBezTo>
                  <a:pt x="488" y="341"/>
                  <a:pt x="488" y="343"/>
                  <a:pt x="489" y="344"/>
                </a:cubicBezTo>
                <a:close/>
                <a:moveTo>
                  <a:pt x="489" y="363"/>
                </a:moveTo>
                <a:cubicBezTo>
                  <a:pt x="489" y="370"/>
                  <a:pt x="489" y="370"/>
                  <a:pt x="489" y="370"/>
                </a:cubicBezTo>
                <a:cubicBezTo>
                  <a:pt x="488" y="372"/>
                  <a:pt x="488" y="375"/>
                  <a:pt x="488" y="381"/>
                </a:cubicBezTo>
                <a:cubicBezTo>
                  <a:pt x="489" y="379"/>
                  <a:pt x="489" y="379"/>
                  <a:pt x="489" y="379"/>
                </a:cubicBezTo>
                <a:cubicBezTo>
                  <a:pt x="489" y="422"/>
                  <a:pt x="489" y="422"/>
                  <a:pt x="489" y="422"/>
                </a:cubicBezTo>
                <a:cubicBezTo>
                  <a:pt x="489" y="423"/>
                  <a:pt x="488" y="425"/>
                  <a:pt x="488" y="426"/>
                </a:cubicBezTo>
                <a:cubicBezTo>
                  <a:pt x="488" y="426"/>
                  <a:pt x="489" y="426"/>
                  <a:pt x="489" y="426"/>
                </a:cubicBezTo>
                <a:cubicBezTo>
                  <a:pt x="489" y="431"/>
                  <a:pt x="489" y="431"/>
                  <a:pt x="489" y="431"/>
                </a:cubicBezTo>
                <a:cubicBezTo>
                  <a:pt x="488" y="432"/>
                  <a:pt x="487" y="432"/>
                  <a:pt x="486" y="433"/>
                </a:cubicBezTo>
                <a:cubicBezTo>
                  <a:pt x="486" y="366"/>
                  <a:pt x="486" y="366"/>
                  <a:pt x="486" y="366"/>
                </a:cubicBezTo>
                <a:cubicBezTo>
                  <a:pt x="487" y="365"/>
                  <a:pt x="488" y="364"/>
                  <a:pt x="489" y="363"/>
                </a:cubicBezTo>
                <a:close/>
                <a:moveTo>
                  <a:pt x="489" y="437"/>
                </a:moveTo>
                <a:cubicBezTo>
                  <a:pt x="489" y="442"/>
                  <a:pt x="489" y="442"/>
                  <a:pt x="489" y="442"/>
                </a:cubicBezTo>
                <a:cubicBezTo>
                  <a:pt x="488" y="442"/>
                  <a:pt x="488" y="442"/>
                  <a:pt x="486" y="442"/>
                </a:cubicBezTo>
                <a:cubicBezTo>
                  <a:pt x="486" y="438"/>
                  <a:pt x="486" y="438"/>
                  <a:pt x="486" y="438"/>
                </a:cubicBezTo>
                <a:cubicBezTo>
                  <a:pt x="489" y="437"/>
                  <a:pt x="489" y="437"/>
                  <a:pt x="489" y="437"/>
                </a:cubicBezTo>
                <a:close/>
                <a:moveTo>
                  <a:pt x="489" y="447"/>
                </a:moveTo>
                <a:cubicBezTo>
                  <a:pt x="489" y="459"/>
                  <a:pt x="489" y="459"/>
                  <a:pt x="489" y="459"/>
                </a:cubicBezTo>
                <a:cubicBezTo>
                  <a:pt x="488" y="460"/>
                  <a:pt x="488" y="462"/>
                  <a:pt x="486" y="463"/>
                </a:cubicBezTo>
                <a:cubicBezTo>
                  <a:pt x="486" y="456"/>
                  <a:pt x="486" y="456"/>
                  <a:pt x="486" y="456"/>
                </a:cubicBezTo>
                <a:cubicBezTo>
                  <a:pt x="487" y="455"/>
                  <a:pt x="488" y="454"/>
                  <a:pt x="489" y="453"/>
                </a:cubicBezTo>
                <a:cubicBezTo>
                  <a:pt x="488" y="453"/>
                  <a:pt x="487" y="453"/>
                  <a:pt x="486" y="453"/>
                </a:cubicBezTo>
                <a:cubicBezTo>
                  <a:pt x="486" y="448"/>
                  <a:pt x="486" y="448"/>
                  <a:pt x="486" y="448"/>
                </a:cubicBezTo>
                <a:cubicBezTo>
                  <a:pt x="488" y="448"/>
                  <a:pt x="488" y="448"/>
                  <a:pt x="489" y="447"/>
                </a:cubicBezTo>
                <a:close/>
                <a:moveTo>
                  <a:pt x="489" y="476"/>
                </a:moveTo>
                <a:cubicBezTo>
                  <a:pt x="489" y="493"/>
                  <a:pt x="489" y="493"/>
                  <a:pt x="489" y="493"/>
                </a:cubicBezTo>
                <a:cubicBezTo>
                  <a:pt x="486" y="498"/>
                  <a:pt x="486" y="498"/>
                  <a:pt x="486" y="498"/>
                </a:cubicBezTo>
                <a:cubicBezTo>
                  <a:pt x="486" y="489"/>
                  <a:pt x="486" y="489"/>
                  <a:pt x="486" y="489"/>
                </a:cubicBezTo>
                <a:cubicBezTo>
                  <a:pt x="488" y="486"/>
                  <a:pt x="489" y="484"/>
                  <a:pt x="486" y="479"/>
                </a:cubicBezTo>
                <a:cubicBezTo>
                  <a:pt x="486" y="473"/>
                  <a:pt x="486" y="473"/>
                  <a:pt x="486" y="473"/>
                </a:cubicBezTo>
                <a:cubicBezTo>
                  <a:pt x="489" y="476"/>
                  <a:pt x="489" y="476"/>
                  <a:pt x="489" y="476"/>
                </a:cubicBezTo>
                <a:close/>
                <a:moveTo>
                  <a:pt x="489" y="507"/>
                </a:moveTo>
                <a:cubicBezTo>
                  <a:pt x="489" y="512"/>
                  <a:pt x="489" y="512"/>
                  <a:pt x="489" y="512"/>
                </a:cubicBezTo>
                <a:cubicBezTo>
                  <a:pt x="486" y="509"/>
                  <a:pt x="486" y="509"/>
                  <a:pt x="486" y="509"/>
                </a:cubicBezTo>
                <a:cubicBezTo>
                  <a:pt x="486" y="504"/>
                  <a:pt x="486" y="504"/>
                  <a:pt x="486" y="504"/>
                </a:cubicBezTo>
                <a:cubicBezTo>
                  <a:pt x="487" y="505"/>
                  <a:pt x="488" y="506"/>
                  <a:pt x="489" y="508"/>
                </a:cubicBezTo>
                <a:cubicBezTo>
                  <a:pt x="489" y="507"/>
                  <a:pt x="489" y="507"/>
                  <a:pt x="489" y="507"/>
                </a:cubicBezTo>
                <a:close/>
                <a:moveTo>
                  <a:pt x="489" y="547"/>
                </a:moveTo>
                <a:cubicBezTo>
                  <a:pt x="489" y="571"/>
                  <a:pt x="489" y="571"/>
                  <a:pt x="489" y="571"/>
                </a:cubicBezTo>
                <a:cubicBezTo>
                  <a:pt x="488" y="572"/>
                  <a:pt x="487" y="573"/>
                  <a:pt x="486" y="574"/>
                </a:cubicBezTo>
                <a:cubicBezTo>
                  <a:pt x="486" y="559"/>
                  <a:pt x="486" y="559"/>
                  <a:pt x="486" y="559"/>
                </a:cubicBezTo>
                <a:cubicBezTo>
                  <a:pt x="486" y="559"/>
                  <a:pt x="487" y="559"/>
                  <a:pt x="487" y="558"/>
                </a:cubicBezTo>
                <a:cubicBezTo>
                  <a:pt x="486" y="558"/>
                  <a:pt x="486" y="558"/>
                  <a:pt x="486" y="558"/>
                </a:cubicBezTo>
                <a:cubicBezTo>
                  <a:pt x="486" y="542"/>
                  <a:pt x="486" y="542"/>
                  <a:pt x="486" y="542"/>
                </a:cubicBezTo>
                <a:cubicBezTo>
                  <a:pt x="489" y="547"/>
                  <a:pt x="489" y="547"/>
                  <a:pt x="489" y="547"/>
                </a:cubicBezTo>
                <a:close/>
                <a:moveTo>
                  <a:pt x="489" y="590"/>
                </a:moveTo>
                <a:cubicBezTo>
                  <a:pt x="489" y="596"/>
                  <a:pt x="489" y="596"/>
                  <a:pt x="489" y="596"/>
                </a:cubicBezTo>
                <a:cubicBezTo>
                  <a:pt x="489" y="596"/>
                  <a:pt x="489" y="596"/>
                  <a:pt x="489" y="596"/>
                </a:cubicBezTo>
                <a:cubicBezTo>
                  <a:pt x="489" y="597"/>
                  <a:pt x="489" y="597"/>
                  <a:pt x="489" y="597"/>
                </a:cubicBezTo>
                <a:cubicBezTo>
                  <a:pt x="489" y="604"/>
                  <a:pt x="489" y="604"/>
                  <a:pt x="489" y="604"/>
                </a:cubicBezTo>
                <a:cubicBezTo>
                  <a:pt x="488" y="603"/>
                  <a:pt x="487" y="603"/>
                  <a:pt x="486" y="602"/>
                </a:cubicBezTo>
                <a:cubicBezTo>
                  <a:pt x="486" y="592"/>
                  <a:pt x="486" y="592"/>
                  <a:pt x="486" y="592"/>
                </a:cubicBezTo>
                <a:cubicBezTo>
                  <a:pt x="487" y="591"/>
                  <a:pt x="487" y="591"/>
                  <a:pt x="488" y="590"/>
                </a:cubicBezTo>
                <a:cubicBezTo>
                  <a:pt x="489" y="590"/>
                  <a:pt x="489" y="590"/>
                  <a:pt x="489" y="590"/>
                </a:cubicBezTo>
                <a:close/>
                <a:moveTo>
                  <a:pt x="489" y="614"/>
                </a:moveTo>
                <a:cubicBezTo>
                  <a:pt x="489" y="621"/>
                  <a:pt x="489" y="621"/>
                  <a:pt x="489" y="621"/>
                </a:cubicBezTo>
                <a:cubicBezTo>
                  <a:pt x="488" y="622"/>
                  <a:pt x="487" y="622"/>
                  <a:pt x="486" y="622"/>
                </a:cubicBezTo>
                <a:cubicBezTo>
                  <a:pt x="486" y="614"/>
                  <a:pt x="486" y="614"/>
                  <a:pt x="486" y="614"/>
                </a:cubicBezTo>
                <a:cubicBezTo>
                  <a:pt x="487" y="615"/>
                  <a:pt x="487" y="615"/>
                  <a:pt x="487" y="615"/>
                </a:cubicBezTo>
                <a:cubicBezTo>
                  <a:pt x="489" y="614"/>
                  <a:pt x="489" y="614"/>
                  <a:pt x="489" y="614"/>
                </a:cubicBezTo>
                <a:close/>
                <a:moveTo>
                  <a:pt x="489" y="671"/>
                </a:moveTo>
                <a:cubicBezTo>
                  <a:pt x="489" y="684"/>
                  <a:pt x="489" y="684"/>
                  <a:pt x="489" y="684"/>
                </a:cubicBezTo>
                <a:cubicBezTo>
                  <a:pt x="486" y="684"/>
                  <a:pt x="486" y="684"/>
                  <a:pt x="486" y="684"/>
                </a:cubicBezTo>
                <a:cubicBezTo>
                  <a:pt x="486" y="673"/>
                  <a:pt x="486" y="673"/>
                  <a:pt x="486" y="673"/>
                </a:cubicBezTo>
                <a:cubicBezTo>
                  <a:pt x="489" y="671"/>
                  <a:pt x="489" y="671"/>
                  <a:pt x="489" y="671"/>
                </a:cubicBezTo>
                <a:close/>
                <a:moveTo>
                  <a:pt x="489" y="737"/>
                </a:moveTo>
                <a:cubicBezTo>
                  <a:pt x="489" y="754"/>
                  <a:pt x="489" y="754"/>
                  <a:pt x="489" y="754"/>
                </a:cubicBezTo>
                <a:cubicBezTo>
                  <a:pt x="488" y="753"/>
                  <a:pt x="487" y="753"/>
                  <a:pt x="486" y="752"/>
                </a:cubicBezTo>
                <a:cubicBezTo>
                  <a:pt x="486" y="738"/>
                  <a:pt x="486" y="738"/>
                  <a:pt x="486" y="738"/>
                </a:cubicBezTo>
                <a:cubicBezTo>
                  <a:pt x="487" y="737"/>
                  <a:pt x="488" y="737"/>
                  <a:pt x="489" y="737"/>
                </a:cubicBezTo>
                <a:close/>
                <a:moveTo>
                  <a:pt x="486" y="11"/>
                </a:moveTo>
                <a:cubicBezTo>
                  <a:pt x="486" y="12"/>
                  <a:pt x="486" y="12"/>
                  <a:pt x="486" y="12"/>
                </a:cubicBezTo>
                <a:cubicBezTo>
                  <a:pt x="486" y="45"/>
                  <a:pt x="486" y="45"/>
                  <a:pt x="486" y="45"/>
                </a:cubicBezTo>
                <a:cubicBezTo>
                  <a:pt x="486" y="42"/>
                  <a:pt x="486" y="42"/>
                  <a:pt x="486" y="42"/>
                </a:cubicBezTo>
                <a:cubicBezTo>
                  <a:pt x="486" y="11"/>
                  <a:pt x="486" y="11"/>
                  <a:pt x="486" y="11"/>
                </a:cubicBezTo>
                <a:close/>
                <a:moveTo>
                  <a:pt x="486" y="783"/>
                </a:moveTo>
                <a:cubicBezTo>
                  <a:pt x="486" y="784"/>
                  <a:pt x="486" y="784"/>
                  <a:pt x="486" y="78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83"/>
                  <a:pt x="486" y="783"/>
                  <a:pt x="486" y="783"/>
                </a:cubicBezTo>
                <a:close/>
                <a:moveTo>
                  <a:pt x="486" y="50"/>
                </a:moveTo>
                <a:cubicBezTo>
                  <a:pt x="486" y="57"/>
                  <a:pt x="486" y="57"/>
                  <a:pt x="486" y="57"/>
                </a:cubicBezTo>
                <a:cubicBezTo>
                  <a:pt x="486" y="57"/>
                  <a:pt x="486" y="57"/>
                  <a:pt x="486" y="57"/>
                </a:cubicBezTo>
                <a:cubicBezTo>
                  <a:pt x="486" y="50"/>
                  <a:pt x="486" y="50"/>
                  <a:pt x="486" y="50"/>
                </a:cubicBezTo>
                <a:cubicBezTo>
                  <a:pt x="486" y="50"/>
                  <a:pt x="486" y="50"/>
                  <a:pt x="486" y="50"/>
                </a:cubicBezTo>
                <a:close/>
                <a:moveTo>
                  <a:pt x="486" y="75"/>
                </a:moveTo>
                <a:cubicBezTo>
                  <a:pt x="486" y="121"/>
                  <a:pt x="486" y="121"/>
                  <a:pt x="486" y="121"/>
                </a:cubicBezTo>
                <a:cubicBezTo>
                  <a:pt x="486" y="121"/>
                  <a:pt x="486" y="121"/>
                  <a:pt x="486" y="121"/>
                </a:cubicBezTo>
                <a:cubicBezTo>
                  <a:pt x="486" y="75"/>
                  <a:pt x="486" y="75"/>
                  <a:pt x="486" y="75"/>
                </a:cubicBezTo>
                <a:cubicBezTo>
                  <a:pt x="486" y="75"/>
                  <a:pt x="486" y="75"/>
                  <a:pt x="486" y="75"/>
                </a:cubicBezTo>
                <a:close/>
                <a:moveTo>
                  <a:pt x="486" y="125"/>
                </a:moveTo>
                <a:cubicBezTo>
                  <a:pt x="486" y="140"/>
                  <a:pt x="486" y="140"/>
                  <a:pt x="486" y="140"/>
                </a:cubicBezTo>
                <a:cubicBezTo>
                  <a:pt x="486" y="139"/>
                  <a:pt x="486" y="139"/>
                  <a:pt x="486" y="139"/>
                </a:cubicBezTo>
                <a:cubicBezTo>
                  <a:pt x="486" y="124"/>
                  <a:pt x="486" y="124"/>
                  <a:pt x="486" y="124"/>
                </a:cubicBezTo>
                <a:cubicBezTo>
                  <a:pt x="486" y="125"/>
                  <a:pt x="486" y="125"/>
                  <a:pt x="486" y="125"/>
                </a:cubicBezTo>
                <a:close/>
                <a:moveTo>
                  <a:pt x="486" y="141"/>
                </a:moveTo>
                <a:cubicBezTo>
                  <a:pt x="486" y="148"/>
                  <a:pt x="486" y="148"/>
                  <a:pt x="486" y="148"/>
                </a:cubicBezTo>
                <a:cubicBezTo>
                  <a:pt x="486" y="148"/>
                  <a:pt x="486" y="148"/>
                  <a:pt x="486" y="148"/>
                </a:cubicBezTo>
                <a:cubicBezTo>
                  <a:pt x="486" y="141"/>
                  <a:pt x="486" y="141"/>
                  <a:pt x="486" y="141"/>
                </a:cubicBezTo>
                <a:cubicBezTo>
                  <a:pt x="486" y="141"/>
                  <a:pt x="486" y="141"/>
                  <a:pt x="486" y="141"/>
                </a:cubicBezTo>
                <a:close/>
                <a:moveTo>
                  <a:pt x="486" y="182"/>
                </a:moveTo>
                <a:cubicBezTo>
                  <a:pt x="486" y="212"/>
                  <a:pt x="486" y="212"/>
                  <a:pt x="486" y="212"/>
                </a:cubicBezTo>
                <a:cubicBezTo>
                  <a:pt x="486" y="211"/>
                  <a:pt x="486" y="211"/>
                  <a:pt x="486" y="211"/>
                </a:cubicBezTo>
                <a:cubicBezTo>
                  <a:pt x="486" y="206"/>
                  <a:pt x="486" y="206"/>
                  <a:pt x="486" y="206"/>
                </a:cubicBezTo>
                <a:cubicBezTo>
                  <a:pt x="486" y="205"/>
                  <a:pt x="486" y="205"/>
                  <a:pt x="486" y="205"/>
                </a:cubicBezTo>
                <a:cubicBezTo>
                  <a:pt x="486" y="203"/>
                  <a:pt x="486" y="201"/>
                  <a:pt x="486" y="200"/>
                </a:cubicBezTo>
                <a:cubicBezTo>
                  <a:pt x="486" y="182"/>
                  <a:pt x="486" y="182"/>
                  <a:pt x="486" y="182"/>
                </a:cubicBezTo>
                <a:cubicBezTo>
                  <a:pt x="486" y="182"/>
                  <a:pt x="486" y="182"/>
                  <a:pt x="486" y="182"/>
                </a:cubicBezTo>
                <a:close/>
                <a:moveTo>
                  <a:pt x="486" y="237"/>
                </a:moveTo>
                <a:cubicBezTo>
                  <a:pt x="486" y="266"/>
                  <a:pt x="486" y="266"/>
                  <a:pt x="486" y="266"/>
                </a:cubicBezTo>
                <a:cubicBezTo>
                  <a:pt x="486" y="266"/>
                  <a:pt x="486" y="266"/>
                  <a:pt x="486" y="266"/>
                </a:cubicBezTo>
                <a:cubicBezTo>
                  <a:pt x="486" y="237"/>
                  <a:pt x="486" y="237"/>
                  <a:pt x="486" y="237"/>
                </a:cubicBezTo>
                <a:cubicBezTo>
                  <a:pt x="486" y="237"/>
                  <a:pt x="486" y="237"/>
                  <a:pt x="486" y="237"/>
                </a:cubicBezTo>
                <a:close/>
                <a:moveTo>
                  <a:pt x="486" y="295"/>
                </a:moveTo>
                <a:cubicBezTo>
                  <a:pt x="486" y="301"/>
                  <a:pt x="486" y="301"/>
                  <a:pt x="486" y="301"/>
                </a:cubicBezTo>
                <a:cubicBezTo>
                  <a:pt x="486" y="301"/>
                  <a:pt x="486" y="301"/>
                  <a:pt x="486" y="301"/>
                </a:cubicBezTo>
                <a:cubicBezTo>
                  <a:pt x="486" y="296"/>
                  <a:pt x="486" y="296"/>
                  <a:pt x="486" y="296"/>
                </a:cubicBezTo>
                <a:cubicBezTo>
                  <a:pt x="486" y="295"/>
                  <a:pt x="486" y="295"/>
                  <a:pt x="486" y="295"/>
                </a:cubicBezTo>
                <a:close/>
                <a:moveTo>
                  <a:pt x="486" y="309"/>
                </a:moveTo>
                <a:cubicBezTo>
                  <a:pt x="486" y="313"/>
                  <a:pt x="486" y="313"/>
                  <a:pt x="486" y="313"/>
                </a:cubicBezTo>
                <a:cubicBezTo>
                  <a:pt x="486" y="313"/>
                  <a:pt x="486" y="313"/>
                  <a:pt x="486" y="313"/>
                </a:cubicBezTo>
                <a:cubicBezTo>
                  <a:pt x="486" y="309"/>
                  <a:pt x="486" y="309"/>
                  <a:pt x="486" y="309"/>
                </a:cubicBezTo>
                <a:cubicBezTo>
                  <a:pt x="486" y="309"/>
                  <a:pt x="486" y="309"/>
                  <a:pt x="486" y="309"/>
                </a:cubicBezTo>
                <a:close/>
                <a:moveTo>
                  <a:pt x="486" y="322"/>
                </a:moveTo>
                <a:cubicBezTo>
                  <a:pt x="486" y="329"/>
                  <a:pt x="486" y="329"/>
                  <a:pt x="486" y="329"/>
                </a:cubicBezTo>
                <a:cubicBezTo>
                  <a:pt x="486" y="329"/>
                  <a:pt x="486" y="330"/>
                  <a:pt x="486" y="330"/>
                </a:cubicBezTo>
                <a:cubicBezTo>
                  <a:pt x="486" y="323"/>
                  <a:pt x="486" y="323"/>
                  <a:pt x="486" y="323"/>
                </a:cubicBezTo>
                <a:cubicBezTo>
                  <a:pt x="486" y="323"/>
                  <a:pt x="486" y="322"/>
                  <a:pt x="486" y="322"/>
                </a:cubicBezTo>
                <a:close/>
                <a:moveTo>
                  <a:pt x="486" y="340"/>
                </a:moveTo>
                <a:cubicBezTo>
                  <a:pt x="486" y="354"/>
                  <a:pt x="486" y="354"/>
                  <a:pt x="486" y="354"/>
                </a:cubicBezTo>
                <a:cubicBezTo>
                  <a:pt x="486" y="355"/>
                  <a:pt x="486" y="355"/>
                  <a:pt x="486" y="355"/>
                </a:cubicBezTo>
                <a:cubicBezTo>
                  <a:pt x="486" y="339"/>
                  <a:pt x="486" y="339"/>
                  <a:pt x="486" y="339"/>
                </a:cubicBezTo>
                <a:cubicBezTo>
                  <a:pt x="486" y="340"/>
                  <a:pt x="486" y="340"/>
                  <a:pt x="486" y="340"/>
                </a:cubicBezTo>
                <a:close/>
                <a:moveTo>
                  <a:pt x="486" y="366"/>
                </a:moveTo>
                <a:cubicBezTo>
                  <a:pt x="486" y="433"/>
                  <a:pt x="486" y="433"/>
                  <a:pt x="486" y="433"/>
                </a:cubicBezTo>
                <a:cubicBezTo>
                  <a:pt x="486" y="433"/>
                  <a:pt x="486" y="434"/>
                  <a:pt x="486" y="434"/>
                </a:cubicBezTo>
                <a:cubicBezTo>
                  <a:pt x="486" y="420"/>
                  <a:pt x="486" y="420"/>
                  <a:pt x="486" y="420"/>
                </a:cubicBezTo>
                <a:cubicBezTo>
                  <a:pt x="486" y="420"/>
                  <a:pt x="486" y="419"/>
                  <a:pt x="486" y="419"/>
                </a:cubicBezTo>
                <a:cubicBezTo>
                  <a:pt x="487" y="410"/>
                  <a:pt x="487" y="400"/>
                  <a:pt x="486" y="390"/>
                </a:cubicBezTo>
                <a:cubicBezTo>
                  <a:pt x="486" y="367"/>
                  <a:pt x="486" y="367"/>
                  <a:pt x="486" y="367"/>
                </a:cubicBezTo>
                <a:cubicBezTo>
                  <a:pt x="486" y="366"/>
                  <a:pt x="486" y="366"/>
                  <a:pt x="486" y="366"/>
                </a:cubicBezTo>
                <a:close/>
                <a:moveTo>
                  <a:pt x="486" y="438"/>
                </a:moveTo>
                <a:cubicBezTo>
                  <a:pt x="486" y="442"/>
                  <a:pt x="486" y="442"/>
                  <a:pt x="486" y="442"/>
                </a:cubicBezTo>
                <a:cubicBezTo>
                  <a:pt x="486" y="442"/>
                  <a:pt x="486" y="442"/>
                  <a:pt x="486" y="442"/>
                </a:cubicBezTo>
                <a:cubicBezTo>
                  <a:pt x="486" y="438"/>
                  <a:pt x="486" y="438"/>
                  <a:pt x="486" y="438"/>
                </a:cubicBezTo>
                <a:cubicBezTo>
                  <a:pt x="486" y="438"/>
                  <a:pt x="486" y="438"/>
                  <a:pt x="486" y="438"/>
                </a:cubicBezTo>
                <a:close/>
                <a:moveTo>
                  <a:pt x="486" y="448"/>
                </a:moveTo>
                <a:cubicBezTo>
                  <a:pt x="486" y="453"/>
                  <a:pt x="486" y="453"/>
                  <a:pt x="486" y="453"/>
                </a:cubicBezTo>
                <a:cubicBezTo>
                  <a:pt x="486" y="453"/>
                  <a:pt x="486" y="453"/>
                  <a:pt x="486" y="453"/>
                </a:cubicBezTo>
                <a:cubicBezTo>
                  <a:pt x="486" y="448"/>
                  <a:pt x="486" y="448"/>
                  <a:pt x="486" y="448"/>
                </a:cubicBezTo>
                <a:cubicBezTo>
                  <a:pt x="486" y="448"/>
                  <a:pt x="486" y="448"/>
                  <a:pt x="486" y="448"/>
                </a:cubicBezTo>
                <a:close/>
                <a:moveTo>
                  <a:pt x="486" y="456"/>
                </a:moveTo>
                <a:cubicBezTo>
                  <a:pt x="486" y="463"/>
                  <a:pt x="486" y="463"/>
                  <a:pt x="486" y="463"/>
                </a:cubicBezTo>
                <a:cubicBezTo>
                  <a:pt x="486" y="465"/>
                  <a:pt x="486" y="465"/>
                  <a:pt x="486" y="465"/>
                </a:cubicBezTo>
                <a:cubicBezTo>
                  <a:pt x="486" y="457"/>
                  <a:pt x="486" y="457"/>
                  <a:pt x="486" y="457"/>
                </a:cubicBezTo>
                <a:cubicBezTo>
                  <a:pt x="486" y="456"/>
                  <a:pt x="486" y="456"/>
                  <a:pt x="486" y="456"/>
                </a:cubicBezTo>
                <a:close/>
                <a:moveTo>
                  <a:pt x="486" y="473"/>
                </a:moveTo>
                <a:cubicBezTo>
                  <a:pt x="486" y="479"/>
                  <a:pt x="486" y="479"/>
                  <a:pt x="486" y="479"/>
                </a:cubicBezTo>
                <a:cubicBezTo>
                  <a:pt x="486" y="479"/>
                  <a:pt x="486" y="478"/>
                  <a:pt x="486" y="478"/>
                </a:cubicBezTo>
                <a:cubicBezTo>
                  <a:pt x="486" y="472"/>
                  <a:pt x="486" y="472"/>
                  <a:pt x="486" y="472"/>
                </a:cubicBezTo>
                <a:cubicBezTo>
                  <a:pt x="486" y="473"/>
                  <a:pt x="486" y="473"/>
                  <a:pt x="486" y="473"/>
                </a:cubicBezTo>
                <a:close/>
                <a:moveTo>
                  <a:pt x="486" y="489"/>
                </a:moveTo>
                <a:cubicBezTo>
                  <a:pt x="486" y="498"/>
                  <a:pt x="486" y="498"/>
                  <a:pt x="486" y="498"/>
                </a:cubicBezTo>
                <a:cubicBezTo>
                  <a:pt x="486" y="499"/>
                  <a:pt x="486" y="499"/>
                  <a:pt x="486" y="499"/>
                </a:cubicBezTo>
                <a:cubicBezTo>
                  <a:pt x="486" y="491"/>
                  <a:pt x="486" y="491"/>
                  <a:pt x="486" y="491"/>
                </a:cubicBezTo>
                <a:cubicBezTo>
                  <a:pt x="486" y="490"/>
                  <a:pt x="486" y="490"/>
                  <a:pt x="486" y="489"/>
                </a:cubicBezTo>
                <a:close/>
                <a:moveTo>
                  <a:pt x="486" y="504"/>
                </a:moveTo>
                <a:cubicBezTo>
                  <a:pt x="486" y="509"/>
                  <a:pt x="486" y="509"/>
                  <a:pt x="486" y="509"/>
                </a:cubicBezTo>
                <a:cubicBezTo>
                  <a:pt x="486" y="508"/>
                  <a:pt x="486" y="508"/>
                  <a:pt x="486" y="508"/>
                </a:cubicBezTo>
                <a:cubicBezTo>
                  <a:pt x="486" y="502"/>
                  <a:pt x="486" y="502"/>
                  <a:pt x="486" y="502"/>
                </a:cubicBezTo>
                <a:cubicBezTo>
                  <a:pt x="486" y="504"/>
                  <a:pt x="486" y="504"/>
                  <a:pt x="486" y="504"/>
                </a:cubicBezTo>
                <a:close/>
                <a:moveTo>
                  <a:pt x="486" y="542"/>
                </a:moveTo>
                <a:cubicBezTo>
                  <a:pt x="486" y="558"/>
                  <a:pt x="486" y="558"/>
                  <a:pt x="486" y="558"/>
                </a:cubicBezTo>
                <a:cubicBezTo>
                  <a:pt x="486" y="559"/>
                  <a:pt x="486" y="559"/>
                  <a:pt x="486" y="559"/>
                </a:cubicBezTo>
                <a:cubicBezTo>
                  <a:pt x="486" y="541"/>
                  <a:pt x="486" y="541"/>
                  <a:pt x="486" y="541"/>
                </a:cubicBezTo>
                <a:cubicBezTo>
                  <a:pt x="486" y="542"/>
                  <a:pt x="486" y="542"/>
                  <a:pt x="486" y="542"/>
                </a:cubicBezTo>
                <a:close/>
                <a:moveTo>
                  <a:pt x="486" y="559"/>
                </a:moveTo>
                <a:cubicBezTo>
                  <a:pt x="486" y="574"/>
                  <a:pt x="486" y="574"/>
                  <a:pt x="486" y="574"/>
                </a:cubicBezTo>
                <a:cubicBezTo>
                  <a:pt x="486" y="574"/>
                  <a:pt x="486" y="574"/>
                  <a:pt x="486" y="574"/>
                </a:cubicBezTo>
                <a:cubicBezTo>
                  <a:pt x="486" y="563"/>
                  <a:pt x="486" y="563"/>
                  <a:pt x="486" y="563"/>
                </a:cubicBezTo>
                <a:cubicBezTo>
                  <a:pt x="486" y="563"/>
                  <a:pt x="486" y="563"/>
                  <a:pt x="486" y="563"/>
                </a:cubicBezTo>
                <a:cubicBezTo>
                  <a:pt x="486" y="562"/>
                  <a:pt x="486" y="561"/>
                  <a:pt x="486" y="559"/>
                </a:cubicBezTo>
                <a:close/>
                <a:moveTo>
                  <a:pt x="486" y="592"/>
                </a:moveTo>
                <a:cubicBezTo>
                  <a:pt x="486" y="602"/>
                  <a:pt x="486" y="602"/>
                  <a:pt x="486" y="602"/>
                </a:cubicBezTo>
                <a:cubicBezTo>
                  <a:pt x="486" y="602"/>
                  <a:pt x="486" y="602"/>
                  <a:pt x="486" y="602"/>
                </a:cubicBezTo>
                <a:cubicBezTo>
                  <a:pt x="486" y="593"/>
                  <a:pt x="486" y="593"/>
                  <a:pt x="486" y="593"/>
                </a:cubicBezTo>
                <a:cubicBezTo>
                  <a:pt x="486" y="592"/>
                  <a:pt x="486" y="592"/>
                  <a:pt x="486" y="592"/>
                </a:cubicBezTo>
                <a:close/>
                <a:moveTo>
                  <a:pt x="486" y="614"/>
                </a:moveTo>
                <a:cubicBezTo>
                  <a:pt x="486" y="622"/>
                  <a:pt x="486" y="622"/>
                  <a:pt x="486" y="622"/>
                </a:cubicBezTo>
                <a:cubicBezTo>
                  <a:pt x="486" y="623"/>
                  <a:pt x="486" y="623"/>
                  <a:pt x="486" y="623"/>
                </a:cubicBezTo>
                <a:cubicBezTo>
                  <a:pt x="486" y="614"/>
                  <a:pt x="486" y="614"/>
                  <a:pt x="486" y="614"/>
                </a:cubicBezTo>
                <a:cubicBezTo>
                  <a:pt x="486" y="614"/>
                  <a:pt x="486" y="614"/>
                  <a:pt x="486" y="614"/>
                </a:cubicBezTo>
                <a:close/>
                <a:moveTo>
                  <a:pt x="486" y="673"/>
                </a:moveTo>
                <a:cubicBezTo>
                  <a:pt x="486" y="684"/>
                  <a:pt x="486" y="684"/>
                  <a:pt x="486" y="684"/>
                </a:cubicBezTo>
                <a:cubicBezTo>
                  <a:pt x="486" y="685"/>
                  <a:pt x="486" y="685"/>
                  <a:pt x="486" y="685"/>
                </a:cubicBezTo>
                <a:cubicBezTo>
                  <a:pt x="486" y="673"/>
                  <a:pt x="486" y="673"/>
                  <a:pt x="486" y="673"/>
                </a:cubicBezTo>
                <a:cubicBezTo>
                  <a:pt x="486" y="673"/>
                  <a:pt x="486" y="673"/>
                  <a:pt x="486" y="673"/>
                </a:cubicBezTo>
                <a:close/>
                <a:moveTo>
                  <a:pt x="486" y="738"/>
                </a:moveTo>
                <a:cubicBezTo>
                  <a:pt x="486" y="752"/>
                  <a:pt x="486" y="752"/>
                  <a:pt x="486" y="752"/>
                </a:cubicBezTo>
                <a:cubicBezTo>
                  <a:pt x="486" y="752"/>
                  <a:pt x="486" y="752"/>
                  <a:pt x="486" y="751"/>
                </a:cubicBezTo>
                <a:cubicBezTo>
                  <a:pt x="486" y="738"/>
                  <a:pt x="486" y="738"/>
                  <a:pt x="486" y="738"/>
                </a:cubicBezTo>
                <a:close/>
                <a:moveTo>
                  <a:pt x="484" y="11"/>
                </a:moveTo>
                <a:cubicBezTo>
                  <a:pt x="486" y="11"/>
                  <a:pt x="486" y="11"/>
                  <a:pt x="486" y="11"/>
                </a:cubicBezTo>
                <a:cubicBezTo>
                  <a:pt x="486" y="42"/>
                  <a:pt x="486" y="42"/>
                  <a:pt x="486" y="42"/>
                </a:cubicBezTo>
                <a:cubicBezTo>
                  <a:pt x="485" y="40"/>
                  <a:pt x="485" y="38"/>
                  <a:pt x="484" y="37"/>
                </a:cubicBezTo>
                <a:cubicBezTo>
                  <a:pt x="484" y="11"/>
                  <a:pt x="484" y="11"/>
                  <a:pt x="484" y="11"/>
                </a:cubicBezTo>
                <a:close/>
                <a:moveTo>
                  <a:pt x="486" y="784"/>
                </a:moveTo>
                <a:cubicBezTo>
                  <a:pt x="484" y="784"/>
                  <a:pt x="484" y="784"/>
                  <a:pt x="484" y="78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5" y="774"/>
                  <a:pt x="485" y="774"/>
                  <a:pt x="486" y="77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84"/>
                  <a:pt x="486" y="784"/>
                  <a:pt x="486" y="784"/>
                </a:cubicBezTo>
                <a:close/>
                <a:moveTo>
                  <a:pt x="486" y="50"/>
                </a:moveTo>
                <a:cubicBezTo>
                  <a:pt x="486" y="57"/>
                  <a:pt x="486" y="57"/>
                  <a:pt x="486" y="57"/>
                </a:cubicBezTo>
                <a:cubicBezTo>
                  <a:pt x="484" y="57"/>
                  <a:pt x="484" y="57"/>
                  <a:pt x="484" y="57"/>
                </a:cubicBezTo>
                <a:cubicBezTo>
                  <a:pt x="484" y="50"/>
                  <a:pt x="484" y="50"/>
                  <a:pt x="484" y="50"/>
                </a:cubicBezTo>
                <a:cubicBezTo>
                  <a:pt x="486" y="50"/>
                  <a:pt x="486" y="50"/>
                  <a:pt x="486" y="50"/>
                </a:cubicBezTo>
                <a:close/>
                <a:moveTo>
                  <a:pt x="486" y="75"/>
                </a:moveTo>
                <a:cubicBezTo>
                  <a:pt x="486" y="121"/>
                  <a:pt x="486" y="121"/>
                  <a:pt x="486" y="121"/>
                </a:cubicBezTo>
                <a:cubicBezTo>
                  <a:pt x="485" y="121"/>
                  <a:pt x="485" y="120"/>
                  <a:pt x="484" y="120"/>
                </a:cubicBezTo>
                <a:cubicBezTo>
                  <a:pt x="484" y="75"/>
                  <a:pt x="484" y="75"/>
                  <a:pt x="484" y="75"/>
                </a:cubicBezTo>
                <a:cubicBezTo>
                  <a:pt x="486" y="75"/>
                  <a:pt x="486" y="75"/>
                  <a:pt x="486" y="75"/>
                </a:cubicBezTo>
                <a:close/>
                <a:moveTo>
                  <a:pt x="486" y="124"/>
                </a:moveTo>
                <a:cubicBezTo>
                  <a:pt x="486" y="139"/>
                  <a:pt x="486" y="139"/>
                  <a:pt x="486" y="139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124"/>
                  <a:pt x="484" y="124"/>
                  <a:pt x="484" y="124"/>
                </a:cubicBezTo>
                <a:cubicBezTo>
                  <a:pt x="485" y="124"/>
                  <a:pt x="485" y="124"/>
                  <a:pt x="486" y="124"/>
                </a:cubicBezTo>
                <a:close/>
                <a:moveTo>
                  <a:pt x="486" y="141"/>
                </a:moveTo>
                <a:cubicBezTo>
                  <a:pt x="486" y="148"/>
                  <a:pt x="486" y="148"/>
                  <a:pt x="486" y="148"/>
                </a:cubicBezTo>
                <a:cubicBezTo>
                  <a:pt x="484" y="148"/>
                  <a:pt x="484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ubicBezTo>
                  <a:pt x="485" y="140"/>
                  <a:pt x="485" y="140"/>
                  <a:pt x="486" y="141"/>
                </a:cubicBezTo>
                <a:close/>
                <a:moveTo>
                  <a:pt x="486" y="182"/>
                </a:moveTo>
                <a:cubicBezTo>
                  <a:pt x="486" y="200"/>
                  <a:pt x="486" y="200"/>
                  <a:pt x="486" y="200"/>
                </a:cubicBezTo>
                <a:cubicBezTo>
                  <a:pt x="485" y="197"/>
                  <a:pt x="485" y="195"/>
                  <a:pt x="484" y="193"/>
                </a:cubicBezTo>
                <a:cubicBezTo>
                  <a:pt x="484" y="182"/>
                  <a:pt x="484" y="182"/>
                  <a:pt x="484" y="182"/>
                </a:cubicBezTo>
                <a:cubicBezTo>
                  <a:pt x="486" y="182"/>
                  <a:pt x="486" y="182"/>
                  <a:pt x="486" y="182"/>
                </a:cubicBezTo>
                <a:close/>
                <a:moveTo>
                  <a:pt x="486" y="206"/>
                </a:moveTo>
                <a:cubicBezTo>
                  <a:pt x="486" y="211"/>
                  <a:pt x="486" y="211"/>
                  <a:pt x="486" y="211"/>
                </a:cubicBezTo>
                <a:cubicBezTo>
                  <a:pt x="485" y="211"/>
                  <a:pt x="485" y="211"/>
                  <a:pt x="484" y="211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5" y="206"/>
                  <a:pt x="485" y="206"/>
                  <a:pt x="486" y="206"/>
                </a:cubicBezTo>
                <a:close/>
                <a:moveTo>
                  <a:pt x="486" y="237"/>
                </a:moveTo>
                <a:cubicBezTo>
                  <a:pt x="486" y="266"/>
                  <a:pt x="486" y="266"/>
                  <a:pt x="486" y="266"/>
                </a:cubicBezTo>
                <a:cubicBezTo>
                  <a:pt x="485" y="267"/>
                  <a:pt x="485" y="267"/>
                  <a:pt x="484" y="268"/>
                </a:cubicBezTo>
                <a:cubicBezTo>
                  <a:pt x="484" y="235"/>
                  <a:pt x="484" y="235"/>
                  <a:pt x="484" y="235"/>
                </a:cubicBezTo>
                <a:cubicBezTo>
                  <a:pt x="485" y="236"/>
                  <a:pt x="485" y="236"/>
                  <a:pt x="486" y="237"/>
                </a:cubicBezTo>
                <a:close/>
                <a:moveTo>
                  <a:pt x="486" y="296"/>
                </a:moveTo>
                <a:cubicBezTo>
                  <a:pt x="486" y="301"/>
                  <a:pt x="486" y="301"/>
                  <a:pt x="486" y="301"/>
                </a:cubicBezTo>
                <a:cubicBezTo>
                  <a:pt x="485" y="302"/>
                  <a:pt x="485" y="302"/>
                  <a:pt x="484" y="302"/>
                </a:cubicBezTo>
                <a:cubicBezTo>
                  <a:pt x="484" y="297"/>
                  <a:pt x="484" y="297"/>
                  <a:pt x="484" y="297"/>
                </a:cubicBezTo>
                <a:cubicBezTo>
                  <a:pt x="486" y="296"/>
                  <a:pt x="486" y="296"/>
                  <a:pt x="486" y="296"/>
                </a:cubicBezTo>
                <a:close/>
                <a:moveTo>
                  <a:pt x="486" y="309"/>
                </a:moveTo>
                <a:cubicBezTo>
                  <a:pt x="486" y="313"/>
                  <a:pt x="486" y="313"/>
                  <a:pt x="486" y="313"/>
                </a:cubicBezTo>
                <a:cubicBezTo>
                  <a:pt x="485" y="313"/>
                  <a:pt x="485" y="312"/>
                  <a:pt x="484" y="312"/>
                </a:cubicBezTo>
                <a:cubicBezTo>
                  <a:pt x="484" y="308"/>
                  <a:pt x="484" y="308"/>
                  <a:pt x="484" y="308"/>
                </a:cubicBezTo>
                <a:cubicBezTo>
                  <a:pt x="486" y="309"/>
                  <a:pt x="486" y="309"/>
                  <a:pt x="486" y="309"/>
                </a:cubicBezTo>
                <a:close/>
                <a:moveTo>
                  <a:pt x="486" y="323"/>
                </a:moveTo>
                <a:cubicBezTo>
                  <a:pt x="486" y="330"/>
                  <a:pt x="486" y="330"/>
                  <a:pt x="486" y="330"/>
                </a:cubicBezTo>
                <a:cubicBezTo>
                  <a:pt x="485" y="330"/>
                  <a:pt x="485" y="331"/>
                  <a:pt x="484" y="33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6" y="323"/>
                  <a:pt x="486" y="323"/>
                  <a:pt x="486" y="323"/>
                </a:cubicBezTo>
                <a:cubicBezTo>
                  <a:pt x="486" y="323"/>
                  <a:pt x="486" y="323"/>
                  <a:pt x="486" y="323"/>
                </a:cubicBezTo>
                <a:close/>
                <a:moveTo>
                  <a:pt x="486" y="339"/>
                </a:moveTo>
                <a:cubicBezTo>
                  <a:pt x="486" y="355"/>
                  <a:pt x="486" y="355"/>
                  <a:pt x="486" y="355"/>
                </a:cubicBezTo>
                <a:cubicBezTo>
                  <a:pt x="485" y="356"/>
                  <a:pt x="485" y="357"/>
                  <a:pt x="484" y="359"/>
                </a:cubicBezTo>
                <a:cubicBezTo>
                  <a:pt x="484" y="350"/>
                  <a:pt x="484" y="350"/>
                  <a:pt x="484" y="350"/>
                </a:cubicBezTo>
                <a:cubicBezTo>
                  <a:pt x="485" y="349"/>
                  <a:pt x="485" y="347"/>
                  <a:pt x="484" y="346"/>
                </a:cubicBezTo>
                <a:cubicBezTo>
                  <a:pt x="484" y="338"/>
                  <a:pt x="484" y="338"/>
                  <a:pt x="484" y="338"/>
                </a:cubicBezTo>
                <a:cubicBezTo>
                  <a:pt x="485" y="338"/>
                  <a:pt x="485" y="339"/>
                  <a:pt x="486" y="339"/>
                </a:cubicBezTo>
                <a:close/>
                <a:moveTo>
                  <a:pt x="486" y="367"/>
                </a:moveTo>
                <a:cubicBezTo>
                  <a:pt x="486" y="390"/>
                  <a:pt x="486" y="390"/>
                  <a:pt x="486" y="390"/>
                </a:cubicBezTo>
                <a:cubicBezTo>
                  <a:pt x="485" y="387"/>
                  <a:pt x="485" y="384"/>
                  <a:pt x="484" y="381"/>
                </a:cubicBezTo>
                <a:cubicBezTo>
                  <a:pt x="484" y="369"/>
                  <a:pt x="484" y="369"/>
                  <a:pt x="484" y="369"/>
                </a:cubicBezTo>
                <a:cubicBezTo>
                  <a:pt x="486" y="367"/>
                  <a:pt x="486" y="367"/>
                  <a:pt x="486" y="367"/>
                </a:cubicBezTo>
                <a:close/>
                <a:moveTo>
                  <a:pt x="486" y="420"/>
                </a:moveTo>
                <a:cubicBezTo>
                  <a:pt x="486" y="434"/>
                  <a:pt x="486" y="434"/>
                  <a:pt x="486" y="434"/>
                </a:cubicBezTo>
                <a:cubicBezTo>
                  <a:pt x="485" y="434"/>
                  <a:pt x="485" y="435"/>
                  <a:pt x="484" y="436"/>
                </a:cubicBezTo>
                <a:cubicBezTo>
                  <a:pt x="484" y="423"/>
                  <a:pt x="484" y="423"/>
                  <a:pt x="484" y="423"/>
                </a:cubicBezTo>
                <a:cubicBezTo>
                  <a:pt x="485" y="422"/>
                  <a:pt x="485" y="421"/>
                  <a:pt x="486" y="420"/>
                </a:cubicBezTo>
                <a:close/>
                <a:moveTo>
                  <a:pt x="486" y="438"/>
                </a:moveTo>
                <a:cubicBezTo>
                  <a:pt x="486" y="442"/>
                  <a:pt x="486" y="442"/>
                  <a:pt x="486" y="442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6" y="438"/>
                  <a:pt x="486" y="438"/>
                  <a:pt x="486" y="438"/>
                </a:cubicBezTo>
                <a:close/>
                <a:moveTo>
                  <a:pt x="486" y="448"/>
                </a:moveTo>
                <a:cubicBezTo>
                  <a:pt x="486" y="453"/>
                  <a:pt x="486" y="453"/>
                  <a:pt x="486" y="453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4" y="449"/>
                  <a:pt x="484" y="449"/>
                  <a:pt x="484" y="449"/>
                </a:cubicBezTo>
                <a:cubicBezTo>
                  <a:pt x="485" y="449"/>
                  <a:pt x="485" y="449"/>
                  <a:pt x="486" y="448"/>
                </a:cubicBezTo>
                <a:close/>
                <a:moveTo>
                  <a:pt x="486" y="457"/>
                </a:moveTo>
                <a:cubicBezTo>
                  <a:pt x="486" y="465"/>
                  <a:pt x="486" y="465"/>
                  <a:pt x="486" y="465"/>
                </a:cubicBezTo>
                <a:cubicBezTo>
                  <a:pt x="485" y="465"/>
                  <a:pt x="485" y="466"/>
                  <a:pt x="484" y="467"/>
                </a:cubicBezTo>
                <a:cubicBezTo>
                  <a:pt x="484" y="458"/>
                  <a:pt x="484" y="458"/>
                  <a:pt x="484" y="458"/>
                </a:cubicBezTo>
                <a:cubicBezTo>
                  <a:pt x="485" y="458"/>
                  <a:pt x="485" y="458"/>
                  <a:pt x="485" y="458"/>
                </a:cubicBezTo>
                <a:cubicBezTo>
                  <a:pt x="486" y="457"/>
                  <a:pt x="486" y="457"/>
                  <a:pt x="486" y="457"/>
                </a:cubicBezTo>
                <a:close/>
                <a:moveTo>
                  <a:pt x="486" y="472"/>
                </a:moveTo>
                <a:cubicBezTo>
                  <a:pt x="486" y="478"/>
                  <a:pt x="486" y="478"/>
                  <a:pt x="486" y="478"/>
                </a:cubicBezTo>
                <a:cubicBezTo>
                  <a:pt x="486" y="478"/>
                  <a:pt x="485" y="477"/>
                  <a:pt x="485" y="477"/>
                </a:cubicBezTo>
                <a:cubicBezTo>
                  <a:pt x="485" y="477"/>
                  <a:pt x="485" y="478"/>
                  <a:pt x="484" y="478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6" y="472"/>
                  <a:pt x="486" y="472"/>
                  <a:pt x="486" y="472"/>
                </a:cubicBezTo>
                <a:close/>
                <a:moveTo>
                  <a:pt x="486" y="491"/>
                </a:moveTo>
                <a:cubicBezTo>
                  <a:pt x="486" y="499"/>
                  <a:pt x="486" y="499"/>
                  <a:pt x="486" y="499"/>
                </a:cubicBezTo>
                <a:cubicBezTo>
                  <a:pt x="485" y="501"/>
                  <a:pt x="485" y="501"/>
                  <a:pt x="485" y="501"/>
                </a:cubicBezTo>
                <a:cubicBezTo>
                  <a:pt x="486" y="502"/>
                  <a:pt x="486" y="502"/>
                  <a:pt x="486" y="502"/>
                </a:cubicBezTo>
                <a:cubicBezTo>
                  <a:pt x="486" y="508"/>
                  <a:pt x="486" y="508"/>
                  <a:pt x="486" y="508"/>
                </a:cubicBezTo>
                <a:cubicBezTo>
                  <a:pt x="484" y="507"/>
                  <a:pt x="484" y="507"/>
                  <a:pt x="484" y="507"/>
                </a:cubicBezTo>
                <a:cubicBezTo>
                  <a:pt x="484" y="493"/>
                  <a:pt x="484" y="493"/>
                  <a:pt x="484" y="493"/>
                </a:cubicBezTo>
                <a:cubicBezTo>
                  <a:pt x="485" y="492"/>
                  <a:pt x="485" y="492"/>
                  <a:pt x="486" y="491"/>
                </a:cubicBezTo>
                <a:close/>
                <a:moveTo>
                  <a:pt x="486" y="541"/>
                </a:moveTo>
                <a:cubicBezTo>
                  <a:pt x="486" y="559"/>
                  <a:pt x="486" y="559"/>
                  <a:pt x="486" y="559"/>
                </a:cubicBezTo>
                <a:cubicBezTo>
                  <a:pt x="485" y="559"/>
                  <a:pt x="485" y="559"/>
                  <a:pt x="484" y="559"/>
                </a:cubicBezTo>
                <a:cubicBezTo>
                  <a:pt x="484" y="539"/>
                  <a:pt x="484" y="539"/>
                  <a:pt x="484" y="539"/>
                </a:cubicBezTo>
                <a:cubicBezTo>
                  <a:pt x="486" y="541"/>
                  <a:pt x="486" y="541"/>
                  <a:pt x="486" y="541"/>
                </a:cubicBezTo>
                <a:close/>
                <a:moveTo>
                  <a:pt x="486" y="563"/>
                </a:moveTo>
                <a:cubicBezTo>
                  <a:pt x="486" y="574"/>
                  <a:pt x="486" y="574"/>
                  <a:pt x="486" y="574"/>
                </a:cubicBezTo>
                <a:cubicBezTo>
                  <a:pt x="484" y="576"/>
                  <a:pt x="484" y="576"/>
                  <a:pt x="484" y="576"/>
                </a:cubicBezTo>
                <a:cubicBezTo>
                  <a:pt x="484" y="564"/>
                  <a:pt x="484" y="564"/>
                  <a:pt x="484" y="564"/>
                </a:cubicBezTo>
                <a:cubicBezTo>
                  <a:pt x="486" y="563"/>
                  <a:pt x="486" y="563"/>
                  <a:pt x="486" y="563"/>
                </a:cubicBezTo>
                <a:close/>
                <a:moveTo>
                  <a:pt x="486" y="593"/>
                </a:moveTo>
                <a:cubicBezTo>
                  <a:pt x="486" y="602"/>
                  <a:pt x="486" y="602"/>
                  <a:pt x="486" y="602"/>
                </a:cubicBezTo>
                <a:cubicBezTo>
                  <a:pt x="485" y="602"/>
                  <a:pt x="485" y="602"/>
                  <a:pt x="484" y="602"/>
                </a:cubicBezTo>
                <a:cubicBezTo>
                  <a:pt x="484" y="593"/>
                  <a:pt x="484" y="593"/>
                  <a:pt x="484" y="593"/>
                </a:cubicBezTo>
                <a:cubicBezTo>
                  <a:pt x="485" y="593"/>
                  <a:pt x="485" y="593"/>
                  <a:pt x="486" y="593"/>
                </a:cubicBezTo>
                <a:close/>
                <a:moveTo>
                  <a:pt x="486" y="614"/>
                </a:moveTo>
                <a:cubicBezTo>
                  <a:pt x="486" y="623"/>
                  <a:pt x="486" y="623"/>
                  <a:pt x="486" y="623"/>
                </a:cubicBezTo>
                <a:cubicBezTo>
                  <a:pt x="484" y="623"/>
                  <a:pt x="484" y="623"/>
                  <a:pt x="484" y="623"/>
                </a:cubicBezTo>
                <a:cubicBezTo>
                  <a:pt x="484" y="613"/>
                  <a:pt x="484" y="613"/>
                  <a:pt x="484" y="613"/>
                </a:cubicBezTo>
                <a:cubicBezTo>
                  <a:pt x="486" y="614"/>
                  <a:pt x="486" y="614"/>
                  <a:pt x="486" y="614"/>
                </a:cubicBezTo>
                <a:close/>
                <a:moveTo>
                  <a:pt x="486" y="673"/>
                </a:moveTo>
                <a:cubicBezTo>
                  <a:pt x="486" y="685"/>
                  <a:pt x="486" y="685"/>
                  <a:pt x="486" y="685"/>
                </a:cubicBezTo>
                <a:cubicBezTo>
                  <a:pt x="484" y="685"/>
                  <a:pt x="484" y="685"/>
                  <a:pt x="484" y="685"/>
                </a:cubicBezTo>
                <a:cubicBezTo>
                  <a:pt x="484" y="673"/>
                  <a:pt x="484" y="673"/>
                  <a:pt x="484" y="673"/>
                </a:cubicBezTo>
                <a:cubicBezTo>
                  <a:pt x="486" y="673"/>
                  <a:pt x="486" y="673"/>
                  <a:pt x="486" y="673"/>
                </a:cubicBezTo>
                <a:close/>
                <a:moveTo>
                  <a:pt x="486" y="738"/>
                </a:moveTo>
                <a:cubicBezTo>
                  <a:pt x="486" y="751"/>
                  <a:pt x="486" y="751"/>
                  <a:pt x="486" y="751"/>
                </a:cubicBezTo>
                <a:cubicBezTo>
                  <a:pt x="485" y="751"/>
                  <a:pt x="485" y="751"/>
                  <a:pt x="484" y="751"/>
                </a:cubicBezTo>
                <a:cubicBezTo>
                  <a:pt x="484" y="738"/>
                  <a:pt x="484" y="738"/>
                  <a:pt x="484" y="738"/>
                </a:cubicBezTo>
                <a:cubicBezTo>
                  <a:pt x="485" y="738"/>
                  <a:pt x="485" y="738"/>
                  <a:pt x="486" y="738"/>
                </a:cubicBezTo>
                <a:close/>
                <a:moveTo>
                  <a:pt x="484" y="11"/>
                </a:moveTo>
                <a:cubicBezTo>
                  <a:pt x="484" y="11"/>
                  <a:pt x="484" y="11"/>
                  <a:pt x="484" y="11"/>
                </a:cubicBezTo>
                <a:cubicBezTo>
                  <a:pt x="484" y="37"/>
                  <a:pt x="484" y="37"/>
                  <a:pt x="484" y="37"/>
                </a:cubicBezTo>
                <a:cubicBezTo>
                  <a:pt x="484" y="35"/>
                  <a:pt x="484" y="35"/>
                  <a:pt x="484" y="35"/>
                </a:cubicBezTo>
                <a:cubicBezTo>
                  <a:pt x="484" y="11"/>
                  <a:pt x="484" y="11"/>
                  <a:pt x="484" y="11"/>
                </a:cubicBezTo>
                <a:close/>
                <a:moveTo>
                  <a:pt x="484" y="784"/>
                </a:moveTo>
                <a:cubicBezTo>
                  <a:pt x="484" y="784"/>
                  <a:pt x="484" y="784"/>
                  <a:pt x="484" y="78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4" y="784"/>
                  <a:pt x="484" y="784"/>
                  <a:pt x="484" y="784"/>
                </a:cubicBezTo>
                <a:close/>
                <a:moveTo>
                  <a:pt x="484" y="50"/>
                </a:moveTo>
                <a:cubicBezTo>
                  <a:pt x="484" y="57"/>
                  <a:pt x="484" y="57"/>
                  <a:pt x="484" y="57"/>
                </a:cubicBezTo>
                <a:cubicBezTo>
                  <a:pt x="484" y="57"/>
                  <a:pt x="484" y="57"/>
                  <a:pt x="484" y="57"/>
                </a:cubicBezTo>
                <a:cubicBezTo>
                  <a:pt x="484" y="50"/>
                  <a:pt x="484" y="50"/>
                  <a:pt x="484" y="50"/>
                </a:cubicBezTo>
                <a:cubicBezTo>
                  <a:pt x="484" y="50"/>
                  <a:pt x="484" y="50"/>
                  <a:pt x="484" y="50"/>
                </a:cubicBezTo>
                <a:close/>
                <a:moveTo>
                  <a:pt x="484" y="75"/>
                </a:moveTo>
                <a:cubicBezTo>
                  <a:pt x="484" y="120"/>
                  <a:pt x="484" y="120"/>
                  <a:pt x="484" y="120"/>
                </a:cubicBezTo>
                <a:cubicBezTo>
                  <a:pt x="484" y="120"/>
                  <a:pt x="484" y="120"/>
                  <a:pt x="484" y="120"/>
                </a:cubicBezTo>
                <a:cubicBezTo>
                  <a:pt x="484" y="122"/>
                  <a:pt x="484" y="123"/>
                  <a:pt x="484" y="124"/>
                </a:cubicBezTo>
                <a:cubicBezTo>
                  <a:pt x="484" y="124"/>
                  <a:pt x="484" y="124"/>
                  <a:pt x="484" y="124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76"/>
                  <a:pt x="484" y="76"/>
                  <a:pt x="484" y="76"/>
                </a:cubicBezTo>
                <a:cubicBezTo>
                  <a:pt x="484" y="75"/>
                  <a:pt x="484" y="75"/>
                  <a:pt x="484" y="75"/>
                </a:cubicBezTo>
                <a:cubicBezTo>
                  <a:pt x="484" y="75"/>
                  <a:pt x="484" y="75"/>
                  <a:pt x="484" y="75"/>
                </a:cubicBezTo>
                <a:close/>
                <a:moveTo>
                  <a:pt x="484" y="140"/>
                </a:moveTo>
                <a:cubicBezTo>
                  <a:pt x="484" y="148"/>
                  <a:pt x="484" y="148"/>
                  <a:pt x="484" y="148"/>
                </a:cubicBezTo>
                <a:cubicBezTo>
                  <a:pt x="484" y="148"/>
                  <a:pt x="484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ubicBezTo>
                  <a:pt x="484" y="140"/>
                  <a:pt x="484" y="140"/>
                  <a:pt x="484" y="140"/>
                </a:cubicBezTo>
                <a:close/>
                <a:moveTo>
                  <a:pt x="484" y="182"/>
                </a:moveTo>
                <a:cubicBezTo>
                  <a:pt x="484" y="193"/>
                  <a:pt x="484" y="193"/>
                  <a:pt x="484" y="193"/>
                </a:cubicBezTo>
                <a:cubicBezTo>
                  <a:pt x="484" y="192"/>
                  <a:pt x="484" y="192"/>
                  <a:pt x="484" y="191"/>
                </a:cubicBezTo>
                <a:cubicBezTo>
                  <a:pt x="484" y="181"/>
                  <a:pt x="484" y="181"/>
                  <a:pt x="484" y="181"/>
                </a:cubicBezTo>
                <a:cubicBezTo>
                  <a:pt x="484" y="182"/>
                  <a:pt x="484" y="182"/>
                  <a:pt x="484" y="182"/>
                </a:cubicBezTo>
                <a:close/>
                <a:moveTo>
                  <a:pt x="484" y="206"/>
                </a:moveTo>
                <a:cubicBezTo>
                  <a:pt x="484" y="211"/>
                  <a:pt x="484" y="211"/>
                  <a:pt x="484" y="211"/>
                </a:cubicBezTo>
                <a:cubicBezTo>
                  <a:pt x="484" y="211"/>
                  <a:pt x="484" y="211"/>
                  <a:pt x="484" y="211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4" y="206"/>
                  <a:pt x="484" y="206"/>
                  <a:pt x="484" y="206"/>
                </a:cubicBezTo>
                <a:close/>
                <a:moveTo>
                  <a:pt x="484" y="235"/>
                </a:moveTo>
                <a:cubicBezTo>
                  <a:pt x="484" y="268"/>
                  <a:pt x="484" y="268"/>
                  <a:pt x="484" y="268"/>
                </a:cubicBezTo>
                <a:cubicBezTo>
                  <a:pt x="484" y="268"/>
                  <a:pt x="484" y="268"/>
                  <a:pt x="484" y="268"/>
                </a:cubicBezTo>
                <a:cubicBezTo>
                  <a:pt x="484" y="235"/>
                  <a:pt x="484" y="235"/>
                  <a:pt x="484" y="235"/>
                </a:cubicBezTo>
                <a:cubicBezTo>
                  <a:pt x="484" y="235"/>
                  <a:pt x="484" y="235"/>
                  <a:pt x="484" y="235"/>
                </a:cubicBezTo>
                <a:close/>
                <a:moveTo>
                  <a:pt x="484" y="297"/>
                </a:moveTo>
                <a:cubicBezTo>
                  <a:pt x="484" y="302"/>
                  <a:pt x="484" y="302"/>
                  <a:pt x="484" y="302"/>
                </a:cubicBezTo>
                <a:cubicBezTo>
                  <a:pt x="484" y="302"/>
                  <a:pt x="484" y="302"/>
                  <a:pt x="484" y="302"/>
                </a:cubicBezTo>
                <a:cubicBezTo>
                  <a:pt x="484" y="297"/>
                  <a:pt x="484" y="297"/>
                  <a:pt x="484" y="297"/>
                </a:cubicBezTo>
                <a:cubicBezTo>
                  <a:pt x="484" y="297"/>
                  <a:pt x="484" y="297"/>
                  <a:pt x="484" y="297"/>
                </a:cubicBezTo>
                <a:close/>
                <a:moveTo>
                  <a:pt x="484" y="308"/>
                </a:moveTo>
                <a:cubicBezTo>
                  <a:pt x="484" y="312"/>
                  <a:pt x="484" y="312"/>
                  <a:pt x="484" y="312"/>
                </a:cubicBezTo>
                <a:cubicBezTo>
                  <a:pt x="484" y="312"/>
                  <a:pt x="484" y="312"/>
                  <a:pt x="484" y="312"/>
                </a:cubicBezTo>
                <a:cubicBezTo>
                  <a:pt x="484" y="307"/>
                  <a:pt x="484" y="307"/>
                  <a:pt x="484" y="307"/>
                </a:cubicBezTo>
                <a:cubicBezTo>
                  <a:pt x="484" y="308"/>
                  <a:pt x="484" y="308"/>
                  <a:pt x="484" y="308"/>
                </a:cubicBezTo>
                <a:close/>
                <a:moveTo>
                  <a:pt x="484" y="322"/>
                </a:moveTo>
                <a:cubicBezTo>
                  <a:pt x="484" y="332"/>
                  <a:pt x="484" y="332"/>
                  <a:pt x="484" y="332"/>
                </a:cubicBezTo>
                <a:cubicBezTo>
                  <a:pt x="484" y="332"/>
                  <a:pt x="484" y="332"/>
                  <a:pt x="484" y="332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4" y="322"/>
                  <a:pt x="484" y="322"/>
                  <a:pt x="484" y="322"/>
                </a:cubicBezTo>
                <a:close/>
                <a:moveTo>
                  <a:pt x="484" y="338"/>
                </a:moveTo>
                <a:cubicBezTo>
                  <a:pt x="484" y="346"/>
                  <a:pt x="484" y="346"/>
                  <a:pt x="484" y="346"/>
                </a:cubicBezTo>
                <a:cubicBezTo>
                  <a:pt x="484" y="345"/>
                  <a:pt x="484" y="345"/>
                  <a:pt x="484" y="344"/>
                </a:cubicBezTo>
                <a:cubicBezTo>
                  <a:pt x="484" y="337"/>
                  <a:pt x="484" y="337"/>
                  <a:pt x="484" y="337"/>
                </a:cubicBezTo>
                <a:cubicBezTo>
                  <a:pt x="484" y="338"/>
                  <a:pt x="484" y="338"/>
                  <a:pt x="484" y="338"/>
                </a:cubicBezTo>
                <a:close/>
                <a:moveTo>
                  <a:pt x="484" y="350"/>
                </a:moveTo>
                <a:cubicBezTo>
                  <a:pt x="484" y="359"/>
                  <a:pt x="484" y="359"/>
                  <a:pt x="484" y="359"/>
                </a:cubicBezTo>
                <a:cubicBezTo>
                  <a:pt x="484" y="362"/>
                  <a:pt x="484" y="365"/>
                  <a:pt x="484" y="369"/>
                </a:cubicBezTo>
                <a:cubicBezTo>
                  <a:pt x="484" y="369"/>
                  <a:pt x="484" y="369"/>
                  <a:pt x="484" y="369"/>
                </a:cubicBezTo>
                <a:cubicBezTo>
                  <a:pt x="484" y="381"/>
                  <a:pt x="484" y="381"/>
                  <a:pt x="484" y="381"/>
                </a:cubicBezTo>
                <a:cubicBezTo>
                  <a:pt x="484" y="380"/>
                  <a:pt x="484" y="379"/>
                  <a:pt x="484" y="379"/>
                </a:cubicBezTo>
                <a:cubicBezTo>
                  <a:pt x="484" y="351"/>
                  <a:pt x="484" y="351"/>
                  <a:pt x="484" y="351"/>
                </a:cubicBezTo>
                <a:cubicBezTo>
                  <a:pt x="484" y="351"/>
                  <a:pt x="484" y="350"/>
                  <a:pt x="484" y="350"/>
                </a:cubicBezTo>
                <a:close/>
                <a:moveTo>
                  <a:pt x="484" y="423"/>
                </a:moveTo>
                <a:cubicBezTo>
                  <a:pt x="484" y="436"/>
                  <a:pt x="484" y="436"/>
                  <a:pt x="484" y="436"/>
                </a:cubicBezTo>
                <a:cubicBezTo>
                  <a:pt x="484" y="436"/>
                  <a:pt x="484" y="436"/>
                  <a:pt x="484" y="437"/>
                </a:cubicBezTo>
                <a:cubicBezTo>
                  <a:pt x="484" y="425"/>
                  <a:pt x="484" y="425"/>
                  <a:pt x="484" y="425"/>
                </a:cubicBezTo>
                <a:cubicBezTo>
                  <a:pt x="484" y="423"/>
                  <a:pt x="484" y="423"/>
                  <a:pt x="484" y="423"/>
                </a:cubicBezTo>
                <a:close/>
                <a:moveTo>
                  <a:pt x="484" y="438"/>
                </a:moveTo>
                <a:cubicBezTo>
                  <a:pt x="484" y="442"/>
                  <a:pt x="484" y="442"/>
                  <a:pt x="484" y="442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4" y="438"/>
                  <a:pt x="484" y="438"/>
                  <a:pt x="484" y="438"/>
                </a:cubicBezTo>
                <a:close/>
                <a:moveTo>
                  <a:pt x="484" y="449"/>
                </a:moveTo>
                <a:cubicBezTo>
                  <a:pt x="484" y="453"/>
                  <a:pt x="484" y="453"/>
                  <a:pt x="484" y="453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4" y="449"/>
                  <a:pt x="484" y="449"/>
                  <a:pt x="484" y="449"/>
                </a:cubicBezTo>
                <a:cubicBezTo>
                  <a:pt x="484" y="449"/>
                  <a:pt x="484" y="449"/>
                  <a:pt x="484" y="449"/>
                </a:cubicBezTo>
                <a:close/>
                <a:moveTo>
                  <a:pt x="484" y="458"/>
                </a:moveTo>
                <a:cubicBezTo>
                  <a:pt x="484" y="467"/>
                  <a:pt x="484" y="467"/>
                  <a:pt x="484" y="467"/>
                </a:cubicBezTo>
                <a:cubicBezTo>
                  <a:pt x="484" y="468"/>
                  <a:pt x="484" y="468"/>
                  <a:pt x="484" y="468"/>
                </a:cubicBezTo>
                <a:cubicBezTo>
                  <a:pt x="484" y="458"/>
                  <a:pt x="484" y="458"/>
                  <a:pt x="484" y="458"/>
                </a:cubicBezTo>
                <a:cubicBezTo>
                  <a:pt x="484" y="458"/>
                  <a:pt x="484" y="458"/>
                  <a:pt x="484" y="458"/>
                </a:cubicBezTo>
                <a:close/>
                <a:moveTo>
                  <a:pt x="484" y="471"/>
                </a:moveTo>
                <a:cubicBezTo>
                  <a:pt x="484" y="478"/>
                  <a:pt x="484" y="478"/>
                  <a:pt x="484" y="478"/>
                </a:cubicBezTo>
                <a:cubicBezTo>
                  <a:pt x="484" y="478"/>
                  <a:pt x="484" y="478"/>
                  <a:pt x="484" y="478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4" y="471"/>
                  <a:pt x="484" y="471"/>
                  <a:pt x="484" y="471"/>
                </a:cubicBezTo>
                <a:close/>
                <a:moveTo>
                  <a:pt x="484" y="493"/>
                </a:moveTo>
                <a:cubicBezTo>
                  <a:pt x="484" y="507"/>
                  <a:pt x="484" y="507"/>
                  <a:pt x="484" y="507"/>
                </a:cubicBezTo>
                <a:cubicBezTo>
                  <a:pt x="484" y="506"/>
                  <a:pt x="484" y="506"/>
                  <a:pt x="484" y="506"/>
                </a:cubicBezTo>
                <a:cubicBezTo>
                  <a:pt x="484" y="494"/>
                  <a:pt x="484" y="494"/>
                  <a:pt x="484" y="494"/>
                </a:cubicBezTo>
                <a:cubicBezTo>
                  <a:pt x="484" y="494"/>
                  <a:pt x="484" y="493"/>
                  <a:pt x="484" y="493"/>
                </a:cubicBezTo>
                <a:close/>
                <a:moveTo>
                  <a:pt x="484" y="539"/>
                </a:moveTo>
                <a:cubicBezTo>
                  <a:pt x="484" y="559"/>
                  <a:pt x="484" y="559"/>
                  <a:pt x="484" y="559"/>
                </a:cubicBezTo>
                <a:cubicBezTo>
                  <a:pt x="484" y="559"/>
                  <a:pt x="484" y="559"/>
                  <a:pt x="484" y="559"/>
                </a:cubicBezTo>
                <a:cubicBezTo>
                  <a:pt x="484" y="538"/>
                  <a:pt x="484" y="538"/>
                  <a:pt x="484" y="538"/>
                </a:cubicBezTo>
                <a:cubicBezTo>
                  <a:pt x="484" y="539"/>
                  <a:pt x="484" y="539"/>
                  <a:pt x="484" y="539"/>
                </a:cubicBezTo>
                <a:close/>
                <a:moveTo>
                  <a:pt x="484" y="564"/>
                </a:moveTo>
                <a:cubicBezTo>
                  <a:pt x="484" y="576"/>
                  <a:pt x="484" y="576"/>
                  <a:pt x="484" y="576"/>
                </a:cubicBezTo>
                <a:cubicBezTo>
                  <a:pt x="484" y="576"/>
                  <a:pt x="484" y="576"/>
                  <a:pt x="484" y="576"/>
                </a:cubicBezTo>
                <a:cubicBezTo>
                  <a:pt x="484" y="564"/>
                  <a:pt x="484" y="564"/>
                  <a:pt x="484" y="564"/>
                </a:cubicBezTo>
                <a:cubicBezTo>
                  <a:pt x="484" y="564"/>
                  <a:pt x="484" y="564"/>
                  <a:pt x="484" y="564"/>
                </a:cubicBezTo>
                <a:close/>
                <a:moveTo>
                  <a:pt x="484" y="593"/>
                </a:moveTo>
                <a:cubicBezTo>
                  <a:pt x="484" y="602"/>
                  <a:pt x="484" y="602"/>
                  <a:pt x="484" y="602"/>
                </a:cubicBezTo>
                <a:cubicBezTo>
                  <a:pt x="484" y="602"/>
                  <a:pt x="484" y="601"/>
                  <a:pt x="484" y="601"/>
                </a:cubicBezTo>
                <a:cubicBezTo>
                  <a:pt x="484" y="594"/>
                  <a:pt x="484" y="594"/>
                  <a:pt x="484" y="594"/>
                </a:cubicBezTo>
                <a:cubicBezTo>
                  <a:pt x="484" y="593"/>
                  <a:pt x="484" y="593"/>
                  <a:pt x="484" y="593"/>
                </a:cubicBezTo>
                <a:close/>
                <a:moveTo>
                  <a:pt x="484" y="613"/>
                </a:moveTo>
                <a:cubicBezTo>
                  <a:pt x="484" y="623"/>
                  <a:pt x="484" y="623"/>
                  <a:pt x="484" y="623"/>
                </a:cubicBezTo>
                <a:cubicBezTo>
                  <a:pt x="484" y="624"/>
                  <a:pt x="484" y="624"/>
                  <a:pt x="484" y="624"/>
                </a:cubicBezTo>
                <a:cubicBezTo>
                  <a:pt x="484" y="613"/>
                  <a:pt x="484" y="613"/>
                  <a:pt x="484" y="613"/>
                </a:cubicBezTo>
                <a:cubicBezTo>
                  <a:pt x="484" y="613"/>
                  <a:pt x="484" y="613"/>
                  <a:pt x="484" y="613"/>
                </a:cubicBezTo>
                <a:close/>
                <a:moveTo>
                  <a:pt x="484" y="673"/>
                </a:moveTo>
                <a:cubicBezTo>
                  <a:pt x="484" y="685"/>
                  <a:pt x="484" y="685"/>
                  <a:pt x="484" y="685"/>
                </a:cubicBezTo>
                <a:cubicBezTo>
                  <a:pt x="484" y="685"/>
                  <a:pt x="484" y="685"/>
                  <a:pt x="484" y="685"/>
                </a:cubicBezTo>
                <a:cubicBezTo>
                  <a:pt x="484" y="684"/>
                  <a:pt x="484" y="684"/>
                  <a:pt x="484" y="684"/>
                </a:cubicBezTo>
                <a:cubicBezTo>
                  <a:pt x="484" y="673"/>
                  <a:pt x="484" y="673"/>
                  <a:pt x="484" y="673"/>
                </a:cubicBezTo>
                <a:cubicBezTo>
                  <a:pt x="484" y="673"/>
                  <a:pt x="484" y="673"/>
                  <a:pt x="484" y="673"/>
                </a:cubicBezTo>
                <a:close/>
                <a:moveTo>
                  <a:pt x="484" y="738"/>
                </a:moveTo>
                <a:cubicBezTo>
                  <a:pt x="484" y="751"/>
                  <a:pt x="484" y="751"/>
                  <a:pt x="484" y="751"/>
                </a:cubicBezTo>
                <a:cubicBezTo>
                  <a:pt x="484" y="751"/>
                  <a:pt x="484" y="751"/>
                  <a:pt x="484" y="751"/>
                </a:cubicBezTo>
                <a:cubicBezTo>
                  <a:pt x="484" y="739"/>
                  <a:pt x="484" y="739"/>
                  <a:pt x="484" y="739"/>
                </a:cubicBezTo>
                <a:lnTo>
                  <a:pt x="484" y="738"/>
                </a:lnTo>
                <a:close/>
                <a:moveTo>
                  <a:pt x="478" y="10"/>
                </a:moveTo>
                <a:cubicBezTo>
                  <a:pt x="479" y="10"/>
                  <a:pt x="479" y="10"/>
                  <a:pt x="480" y="10"/>
                </a:cubicBezTo>
                <a:cubicBezTo>
                  <a:pt x="481" y="10"/>
                  <a:pt x="482" y="11"/>
                  <a:pt x="484" y="11"/>
                </a:cubicBezTo>
                <a:cubicBezTo>
                  <a:pt x="484" y="35"/>
                  <a:pt x="484" y="35"/>
                  <a:pt x="484" y="35"/>
                </a:cubicBezTo>
                <a:cubicBezTo>
                  <a:pt x="482" y="30"/>
                  <a:pt x="481" y="25"/>
                  <a:pt x="478" y="22"/>
                </a:cubicBezTo>
                <a:cubicBezTo>
                  <a:pt x="478" y="10"/>
                  <a:pt x="478" y="10"/>
                  <a:pt x="478" y="10"/>
                </a:cubicBezTo>
                <a:close/>
                <a:moveTo>
                  <a:pt x="484" y="784"/>
                </a:moveTo>
                <a:cubicBezTo>
                  <a:pt x="482" y="784"/>
                  <a:pt x="480" y="785"/>
                  <a:pt x="478" y="785"/>
                </a:cubicBezTo>
                <a:cubicBezTo>
                  <a:pt x="478" y="770"/>
                  <a:pt x="478" y="770"/>
                  <a:pt x="478" y="770"/>
                </a:cubicBezTo>
                <a:cubicBezTo>
                  <a:pt x="480" y="772"/>
                  <a:pt x="482" y="773"/>
                  <a:pt x="484" y="774"/>
                </a:cubicBezTo>
                <a:cubicBezTo>
                  <a:pt x="484" y="784"/>
                  <a:pt x="484" y="784"/>
                  <a:pt x="484" y="784"/>
                </a:cubicBezTo>
                <a:close/>
                <a:moveTo>
                  <a:pt x="484" y="50"/>
                </a:moveTo>
                <a:cubicBezTo>
                  <a:pt x="484" y="57"/>
                  <a:pt x="484" y="57"/>
                  <a:pt x="484" y="57"/>
                </a:cubicBezTo>
                <a:cubicBezTo>
                  <a:pt x="482" y="57"/>
                  <a:pt x="480" y="56"/>
                  <a:pt x="478" y="56"/>
                </a:cubicBezTo>
                <a:cubicBezTo>
                  <a:pt x="478" y="48"/>
                  <a:pt x="478" y="48"/>
                  <a:pt x="478" y="48"/>
                </a:cubicBezTo>
                <a:cubicBezTo>
                  <a:pt x="483" y="50"/>
                  <a:pt x="483" y="50"/>
                  <a:pt x="483" y="50"/>
                </a:cubicBezTo>
                <a:cubicBezTo>
                  <a:pt x="484" y="50"/>
                  <a:pt x="484" y="50"/>
                  <a:pt x="484" y="50"/>
                </a:cubicBezTo>
                <a:close/>
                <a:moveTo>
                  <a:pt x="484" y="76"/>
                </a:moveTo>
                <a:cubicBezTo>
                  <a:pt x="484" y="139"/>
                  <a:pt x="484" y="139"/>
                  <a:pt x="484" y="139"/>
                </a:cubicBezTo>
                <a:cubicBezTo>
                  <a:pt x="482" y="138"/>
                  <a:pt x="480" y="137"/>
                  <a:pt x="478" y="136"/>
                </a:cubicBezTo>
                <a:cubicBezTo>
                  <a:pt x="478" y="106"/>
                  <a:pt x="478" y="106"/>
                  <a:pt x="478" y="106"/>
                </a:cubicBezTo>
                <a:cubicBezTo>
                  <a:pt x="481" y="105"/>
                  <a:pt x="481" y="105"/>
                  <a:pt x="481" y="105"/>
                </a:cubicBezTo>
                <a:cubicBezTo>
                  <a:pt x="481" y="104"/>
                  <a:pt x="481" y="103"/>
                  <a:pt x="481" y="102"/>
                </a:cubicBezTo>
                <a:cubicBezTo>
                  <a:pt x="480" y="102"/>
                  <a:pt x="479" y="102"/>
                  <a:pt x="478" y="101"/>
                </a:cubicBezTo>
                <a:cubicBezTo>
                  <a:pt x="478" y="80"/>
                  <a:pt x="478" y="80"/>
                  <a:pt x="478" y="80"/>
                </a:cubicBezTo>
                <a:cubicBezTo>
                  <a:pt x="479" y="80"/>
                  <a:pt x="480" y="80"/>
                  <a:pt x="481" y="80"/>
                </a:cubicBezTo>
                <a:cubicBezTo>
                  <a:pt x="482" y="78"/>
                  <a:pt x="483" y="77"/>
                  <a:pt x="484" y="76"/>
                </a:cubicBezTo>
                <a:close/>
                <a:moveTo>
                  <a:pt x="484" y="140"/>
                </a:moveTo>
                <a:cubicBezTo>
                  <a:pt x="482" y="139"/>
                  <a:pt x="480" y="139"/>
                  <a:pt x="478" y="138"/>
                </a:cubicBezTo>
                <a:cubicBezTo>
                  <a:pt x="478" y="148"/>
                  <a:pt x="478" y="148"/>
                  <a:pt x="478" y="148"/>
                </a:cubicBezTo>
                <a:cubicBezTo>
                  <a:pt x="480" y="148"/>
                  <a:pt x="482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lose/>
                <a:moveTo>
                  <a:pt x="484" y="181"/>
                </a:moveTo>
                <a:cubicBezTo>
                  <a:pt x="484" y="191"/>
                  <a:pt x="484" y="191"/>
                  <a:pt x="484" y="191"/>
                </a:cubicBezTo>
                <a:cubicBezTo>
                  <a:pt x="483" y="189"/>
                  <a:pt x="481" y="186"/>
                  <a:pt x="478" y="185"/>
                </a:cubicBezTo>
                <a:cubicBezTo>
                  <a:pt x="478" y="179"/>
                  <a:pt x="478" y="179"/>
                  <a:pt x="478" y="179"/>
                </a:cubicBezTo>
                <a:cubicBezTo>
                  <a:pt x="480" y="180"/>
                  <a:pt x="482" y="180"/>
                  <a:pt x="484" y="181"/>
                </a:cubicBezTo>
                <a:close/>
                <a:moveTo>
                  <a:pt x="484" y="206"/>
                </a:moveTo>
                <a:cubicBezTo>
                  <a:pt x="484" y="211"/>
                  <a:pt x="484" y="211"/>
                  <a:pt x="484" y="211"/>
                </a:cubicBezTo>
                <a:cubicBezTo>
                  <a:pt x="482" y="210"/>
                  <a:pt x="480" y="210"/>
                  <a:pt x="478" y="209"/>
                </a:cubicBezTo>
                <a:cubicBezTo>
                  <a:pt x="478" y="209"/>
                  <a:pt x="478" y="209"/>
                  <a:pt x="478" y="209"/>
                </a:cubicBezTo>
                <a:cubicBezTo>
                  <a:pt x="478" y="202"/>
                  <a:pt x="478" y="202"/>
                  <a:pt x="478" y="202"/>
                </a:cubicBezTo>
                <a:cubicBezTo>
                  <a:pt x="480" y="203"/>
                  <a:pt x="481" y="205"/>
                  <a:pt x="484" y="206"/>
                </a:cubicBezTo>
                <a:close/>
                <a:moveTo>
                  <a:pt x="484" y="235"/>
                </a:moveTo>
                <a:cubicBezTo>
                  <a:pt x="484" y="268"/>
                  <a:pt x="484" y="268"/>
                  <a:pt x="484" y="268"/>
                </a:cubicBezTo>
                <a:cubicBezTo>
                  <a:pt x="481" y="271"/>
                  <a:pt x="479" y="275"/>
                  <a:pt x="478" y="279"/>
                </a:cubicBezTo>
                <a:cubicBezTo>
                  <a:pt x="478" y="251"/>
                  <a:pt x="478" y="251"/>
                  <a:pt x="478" y="251"/>
                </a:cubicBezTo>
                <a:cubicBezTo>
                  <a:pt x="480" y="251"/>
                  <a:pt x="480" y="251"/>
                  <a:pt x="480" y="251"/>
                </a:cubicBezTo>
                <a:cubicBezTo>
                  <a:pt x="481" y="251"/>
                  <a:pt x="482" y="250"/>
                  <a:pt x="483" y="250"/>
                </a:cubicBezTo>
                <a:cubicBezTo>
                  <a:pt x="482" y="246"/>
                  <a:pt x="481" y="244"/>
                  <a:pt x="478" y="243"/>
                </a:cubicBezTo>
                <a:cubicBezTo>
                  <a:pt x="478" y="232"/>
                  <a:pt x="478" y="232"/>
                  <a:pt x="478" y="232"/>
                </a:cubicBezTo>
                <a:cubicBezTo>
                  <a:pt x="480" y="233"/>
                  <a:pt x="482" y="234"/>
                  <a:pt x="484" y="235"/>
                </a:cubicBezTo>
                <a:close/>
                <a:moveTo>
                  <a:pt x="484" y="297"/>
                </a:moveTo>
                <a:cubicBezTo>
                  <a:pt x="484" y="302"/>
                  <a:pt x="484" y="302"/>
                  <a:pt x="484" y="302"/>
                </a:cubicBezTo>
                <a:cubicBezTo>
                  <a:pt x="484" y="302"/>
                  <a:pt x="483" y="302"/>
                  <a:pt x="483" y="302"/>
                </a:cubicBezTo>
                <a:cubicBezTo>
                  <a:pt x="483" y="304"/>
                  <a:pt x="483" y="305"/>
                  <a:pt x="483" y="307"/>
                </a:cubicBezTo>
                <a:cubicBezTo>
                  <a:pt x="484" y="307"/>
                  <a:pt x="484" y="307"/>
                  <a:pt x="484" y="307"/>
                </a:cubicBezTo>
                <a:cubicBezTo>
                  <a:pt x="484" y="312"/>
                  <a:pt x="484" y="312"/>
                  <a:pt x="484" y="312"/>
                </a:cubicBezTo>
                <a:cubicBezTo>
                  <a:pt x="482" y="311"/>
                  <a:pt x="480" y="310"/>
                  <a:pt x="478" y="309"/>
                </a:cubicBezTo>
                <a:cubicBezTo>
                  <a:pt x="478" y="302"/>
                  <a:pt x="478" y="302"/>
                  <a:pt x="478" y="302"/>
                </a:cubicBezTo>
                <a:cubicBezTo>
                  <a:pt x="480" y="301"/>
                  <a:pt x="482" y="299"/>
                  <a:pt x="484" y="297"/>
                </a:cubicBezTo>
                <a:close/>
                <a:moveTo>
                  <a:pt x="484" y="322"/>
                </a:moveTo>
                <a:cubicBezTo>
                  <a:pt x="484" y="327"/>
                  <a:pt x="484" y="327"/>
                  <a:pt x="484" y="327"/>
                </a:cubicBezTo>
                <a:cubicBezTo>
                  <a:pt x="482" y="325"/>
                  <a:pt x="480" y="324"/>
                  <a:pt x="478" y="322"/>
                </a:cubicBezTo>
                <a:cubicBezTo>
                  <a:pt x="478" y="318"/>
                  <a:pt x="478" y="318"/>
                  <a:pt x="478" y="318"/>
                </a:cubicBezTo>
                <a:cubicBezTo>
                  <a:pt x="480" y="319"/>
                  <a:pt x="482" y="320"/>
                  <a:pt x="484" y="322"/>
                </a:cubicBezTo>
                <a:close/>
                <a:moveTo>
                  <a:pt x="484" y="327"/>
                </a:moveTo>
                <a:cubicBezTo>
                  <a:pt x="484" y="332"/>
                  <a:pt x="484" y="332"/>
                  <a:pt x="484" y="332"/>
                </a:cubicBezTo>
                <a:cubicBezTo>
                  <a:pt x="483" y="334"/>
                  <a:pt x="483" y="335"/>
                  <a:pt x="483" y="336"/>
                </a:cubicBezTo>
                <a:cubicBezTo>
                  <a:pt x="483" y="336"/>
                  <a:pt x="484" y="337"/>
                  <a:pt x="484" y="337"/>
                </a:cubicBezTo>
                <a:cubicBezTo>
                  <a:pt x="484" y="344"/>
                  <a:pt x="484" y="344"/>
                  <a:pt x="484" y="344"/>
                </a:cubicBezTo>
                <a:cubicBezTo>
                  <a:pt x="483" y="343"/>
                  <a:pt x="482" y="342"/>
                  <a:pt x="481" y="341"/>
                </a:cubicBezTo>
                <a:cubicBezTo>
                  <a:pt x="480" y="344"/>
                  <a:pt x="479" y="347"/>
                  <a:pt x="478" y="349"/>
                </a:cubicBezTo>
                <a:cubicBezTo>
                  <a:pt x="478" y="331"/>
                  <a:pt x="478" y="331"/>
                  <a:pt x="478" y="331"/>
                </a:cubicBezTo>
                <a:cubicBezTo>
                  <a:pt x="478" y="331"/>
                  <a:pt x="478" y="331"/>
                  <a:pt x="478" y="331"/>
                </a:cubicBezTo>
                <a:cubicBezTo>
                  <a:pt x="480" y="330"/>
                  <a:pt x="482" y="328"/>
                  <a:pt x="484" y="327"/>
                </a:cubicBezTo>
                <a:close/>
                <a:moveTo>
                  <a:pt x="484" y="351"/>
                </a:moveTo>
                <a:cubicBezTo>
                  <a:pt x="484" y="379"/>
                  <a:pt x="484" y="379"/>
                  <a:pt x="484" y="379"/>
                </a:cubicBezTo>
                <a:cubicBezTo>
                  <a:pt x="483" y="373"/>
                  <a:pt x="481" y="367"/>
                  <a:pt x="478" y="362"/>
                </a:cubicBezTo>
                <a:cubicBezTo>
                  <a:pt x="478" y="354"/>
                  <a:pt x="478" y="354"/>
                  <a:pt x="478" y="354"/>
                </a:cubicBezTo>
                <a:cubicBezTo>
                  <a:pt x="478" y="355"/>
                  <a:pt x="479" y="357"/>
                  <a:pt x="480" y="358"/>
                </a:cubicBezTo>
                <a:cubicBezTo>
                  <a:pt x="482" y="355"/>
                  <a:pt x="483" y="353"/>
                  <a:pt x="484" y="351"/>
                </a:cubicBezTo>
                <a:close/>
                <a:moveTo>
                  <a:pt x="484" y="425"/>
                </a:moveTo>
                <a:cubicBezTo>
                  <a:pt x="484" y="437"/>
                  <a:pt x="484" y="437"/>
                  <a:pt x="484" y="437"/>
                </a:cubicBezTo>
                <a:cubicBezTo>
                  <a:pt x="484" y="437"/>
                  <a:pt x="483" y="438"/>
                  <a:pt x="483" y="438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1" y="443"/>
                  <a:pt x="481" y="443"/>
                  <a:pt x="481" y="443"/>
                </a:cubicBezTo>
                <a:cubicBezTo>
                  <a:pt x="480" y="445"/>
                  <a:pt x="479" y="447"/>
                  <a:pt x="478" y="449"/>
                </a:cubicBezTo>
                <a:cubicBezTo>
                  <a:pt x="481" y="449"/>
                  <a:pt x="482" y="449"/>
                  <a:pt x="484" y="449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2" y="453"/>
                  <a:pt x="480" y="453"/>
                  <a:pt x="478" y="453"/>
                </a:cubicBezTo>
                <a:cubicBezTo>
                  <a:pt x="478" y="441"/>
                  <a:pt x="478" y="441"/>
                  <a:pt x="478" y="441"/>
                </a:cubicBezTo>
                <a:cubicBezTo>
                  <a:pt x="481" y="434"/>
                  <a:pt x="483" y="429"/>
                  <a:pt x="484" y="425"/>
                </a:cubicBezTo>
                <a:close/>
                <a:moveTo>
                  <a:pt x="484" y="458"/>
                </a:moveTo>
                <a:cubicBezTo>
                  <a:pt x="484" y="468"/>
                  <a:pt x="484" y="468"/>
                  <a:pt x="484" y="468"/>
                </a:cubicBezTo>
                <a:cubicBezTo>
                  <a:pt x="484" y="468"/>
                  <a:pt x="483" y="469"/>
                  <a:pt x="483" y="469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4" y="478"/>
                  <a:pt x="484" y="478"/>
                  <a:pt x="484" y="478"/>
                </a:cubicBezTo>
                <a:cubicBezTo>
                  <a:pt x="482" y="482"/>
                  <a:pt x="480" y="484"/>
                  <a:pt x="478" y="487"/>
                </a:cubicBezTo>
                <a:cubicBezTo>
                  <a:pt x="478" y="481"/>
                  <a:pt x="478" y="481"/>
                  <a:pt x="478" y="481"/>
                </a:cubicBezTo>
                <a:cubicBezTo>
                  <a:pt x="479" y="478"/>
                  <a:pt x="480" y="476"/>
                  <a:pt x="479" y="472"/>
                </a:cubicBezTo>
                <a:cubicBezTo>
                  <a:pt x="479" y="473"/>
                  <a:pt x="478" y="473"/>
                  <a:pt x="478" y="473"/>
                </a:cubicBezTo>
                <a:cubicBezTo>
                  <a:pt x="478" y="468"/>
                  <a:pt x="478" y="468"/>
                  <a:pt x="478" y="468"/>
                </a:cubicBezTo>
                <a:cubicBezTo>
                  <a:pt x="479" y="467"/>
                  <a:pt x="480" y="466"/>
                  <a:pt x="482" y="465"/>
                </a:cubicBezTo>
                <a:cubicBezTo>
                  <a:pt x="481" y="464"/>
                  <a:pt x="480" y="463"/>
                  <a:pt x="478" y="463"/>
                </a:cubicBezTo>
                <a:cubicBezTo>
                  <a:pt x="478" y="459"/>
                  <a:pt x="478" y="459"/>
                  <a:pt x="478" y="459"/>
                </a:cubicBezTo>
                <a:cubicBezTo>
                  <a:pt x="480" y="459"/>
                  <a:pt x="482" y="459"/>
                  <a:pt x="484" y="458"/>
                </a:cubicBezTo>
                <a:close/>
                <a:moveTo>
                  <a:pt x="484" y="494"/>
                </a:moveTo>
                <a:cubicBezTo>
                  <a:pt x="484" y="506"/>
                  <a:pt x="484" y="506"/>
                  <a:pt x="484" y="506"/>
                </a:cubicBezTo>
                <a:cubicBezTo>
                  <a:pt x="478" y="501"/>
                  <a:pt x="478" y="501"/>
                  <a:pt x="478" y="501"/>
                </a:cubicBezTo>
                <a:cubicBezTo>
                  <a:pt x="478" y="496"/>
                  <a:pt x="478" y="496"/>
                  <a:pt x="478" y="496"/>
                </a:cubicBezTo>
                <a:cubicBezTo>
                  <a:pt x="478" y="497"/>
                  <a:pt x="479" y="497"/>
                  <a:pt x="480" y="498"/>
                </a:cubicBezTo>
                <a:cubicBezTo>
                  <a:pt x="480" y="498"/>
                  <a:pt x="481" y="498"/>
                  <a:pt x="482" y="498"/>
                </a:cubicBezTo>
                <a:cubicBezTo>
                  <a:pt x="483" y="497"/>
                  <a:pt x="483" y="495"/>
                  <a:pt x="484" y="494"/>
                </a:cubicBezTo>
                <a:close/>
                <a:moveTo>
                  <a:pt x="484" y="538"/>
                </a:moveTo>
                <a:cubicBezTo>
                  <a:pt x="484" y="559"/>
                  <a:pt x="484" y="559"/>
                  <a:pt x="484" y="559"/>
                </a:cubicBezTo>
                <a:cubicBezTo>
                  <a:pt x="482" y="560"/>
                  <a:pt x="480" y="561"/>
                  <a:pt x="478" y="561"/>
                </a:cubicBezTo>
                <a:cubicBezTo>
                  <a:pt x="478" y="551"/>
                  <a:pt x="478" y="551"/>
                  <a:pt x="478" y="551"/>
                </a:cubicBezTo>
                <a:cubicBezTo>
                  <a:pt x="479" y="551"/>
                  <a:pt x="479" y="550"/>
                  <a:pt x="480" y="550"/>
                </a:cubicBezTo>
                <a:cubicBezTo>
                  <a:pt x="480" y="548"/>
                  <a:pt x="480" y="547"/>
                  <a:pt x="480" y="545"/>
                </a:cubicBezTo>
                <a:cubicBezTo>
                  <a:pt x="479" y="545"/>
                  <a:pt x="479" y="545"/>
                  <a:pt x="478" y="545"/>
                </a:cubicBezTo>
                <a:cubicBezTo>
                  <a:pt x="478" y="528"/>
                  <a:pt x="478" y="528"/>
                  <a:pt x="478" y="528"/>
                </a:cubicBezTo>
                <a:cubicBezTo>
                  <a:pt x="480" y="531"/>
                  <a:pt x="482" y="535"/>
                  <a:pt x="484" y="538"/>
                </a:cubicBezTo>
                <a:close/>
                <a:moveTo>
                  <a:pt x="484" y="564"/>
                </a:moveTo>
                <a:cubicBezTo>
                  <a:pt x="484" y="576"/>
                  <a:pt x="484" y="576"/>
                  <a:pt x="484" y="576"/>
                </a:cubicBezTo>
                <a:cubicBezTo>
                  <a:pt x="483" y="576"/>
                  <a:pt x="482" y="577"/>
                  <a:pt x="482" y="578"/>
                </a:cubicBezTo>
                <a:cubicBezTo>
                  <a:pt x="482" y="581"/>
                  <a:pt x="482" y="584"/>
                  <a:pt x="482" y="586"/>
                </a:cubicBezTo>
                <a:cubicBezTo>
                  <a:pt x="478" y="585"/>
                  <a:pt x="478" y="585"/>
                  <a:pt x="478" y="585"/>
                </a:cubicBezTo>
                <a:cubicBezTo>
                  <a:pt x="478" y="567"/>
                  <a:pt x="478" y="567"/>
                  <a:pt x="478" y="567"/>
                </a:cubicBezTo>
                <a:cubicBezTo>
                  <a:pt x="480" y="566"/>
                  <a:pt x="482" y="565"/>
                  <a:pt x="484" y="564"/>
                </a:cubicBezTo>
                <a:close/>
                <a:moveTo>
                  <a:pt x="484" y="594"/>
                </a:moveTo>
                <a:cubicBezTo>
                  <a:pt x="484" y="601"/>
                  <a:pt x="484" y="601"/>
                  <a:pt x="484" y="601"/>
                </a:cubicBezTo>
                <a:cubicBezTo>
                  <a:pt x="482" y="601"/>
                  <a:pt x="480" y="601"/>
                  <a:pt x="478" y="601"/>
                </a:cubicBezTo>
                <a:cubicBezTo>
                  <a:pt x="478" y="595"/>
                  <a:pt x="478" y="595"/>
                  <a:pt x="478" y="595"/>
                </a:cubicBezTo>
                <a:cubicBezTo>
                  <a:pt x="480" y="595"/>
                  <a:pt x="482" y="595"/>
                  <a:pt x="484" y="594"/>
                </a:cubicBezTo>
                <a:close/>
                <a:moveTo>
                  <a:pt x="484" y="613"/>
                </a:moveTo>
                <a:cubicBezTo>
                  <a:pt x="484" y="624"/>
                  <a:pt x="484" y="624"/>
                  <a:pt x="484" y="624"/>
                </a:cubicBezTo>
                <a:cubicBezTo>
                  <a:pt x="482" y="624"/>
                  <a:pt x="480" y="625"/>
                  <a:pt x="478" y="626"/>
                </a:cubicBezTo>
                <a:cubicBezTo>
                  <a:pt x="478" y="620"/>
                  <a:pt x="478" y="620"/>
                  <a:pt x="478" y="620"/>
                </a:cubicBezTo>
                <a:cubicBezTo>
                  <a:pt x="480" y="619"/>
                  <a:pt x="480" y="619"/>
                  <a:pt x="480" y="619"/>
                </a:cubicBezTo>
                <a:cubicBezTo>
                  <a:pt x="479" y="618"/>
                  <a:pt x="479" y="617"/>
                  <a:pt x="478" y="616"/>
                </a:cubicBezTo>
                <a:cubicBezTo>
                  <a:pt x="478" y="609"/>
                  <a:pt x="478" y="609"/>
                  <a:pt x="478" y="609"/>
                </a:cubicBezTo>
                <a:cubicBezTo>
                  <a:pt x="480" y="611"/>
                  <a:pt x="482" y="612"/>
                  <a:pt x="484" y="613"/>
                </a:cubicBezTo>
                <a:close/>
                <a:moveTo>
                  <a:pt x="484" y="673"/>
                </a:moveTo>
                <a:cubicBezTo>
                  <a:pt x="484" y="684"/>
                  <a:pt x="484" y="684"/>
                  <a:pt x="484" y="684"/>
                </a:cubicBezTo>
                <a:cubicBezTo>
                  <a:pt x="483" y="681"/>
                  <a:pt x="482" y="678"/>
                  <a:pt x="481" y="675"/>
                </a:cubicBezTo>
                <a:cubicBezTo>
                  <a:pt x="484" y="673"/>
                  <a:pt x="484" y="673"/>
                  <a:pt x="484" y="673"/>
                </a:cubicBezTo>
                <a:close/>
                <a:moveTo>
                  <a:pt x="484" y="739"/>
                </a:moveTo>
                <a:cubicBezTo>
                  <a:pt x="484" y="751"/>
                  <a:pt x="484" y="751"/>
                  <a:pt x="484" y="751"/>
                </a:cubicBezTo>
                <a:cubicBezTo>
                  <a:pt x="482" y="750"/>
                  <a:pt x="480" y="749"/>
                  <a:pt x="478" y="749"/>
                </a:cubicBezTo>
                <a:cubicBezTo>
                  <a:pt x="478" y="740"/>
                  <a:pt x="478" y="740"/>
                  <a:pt x="478" y="740"/>
                </a:cubicBezTo>
                <a:cubicBezTo>
                  <a:pt x="480" y="739"/>
                  <a:pt x="482" y="739"/>
                  <a:pt x="484" y="739"/>
                </a:cubicBezTo>
                <a:close/>
                <a:moveTo>
                  <a:pt x="476" y="9"/>
                </a:moveTo>
                <a:cubicBezTo>
                  <a:pt x="476" y="9"/>
                  <a:pt x="477" y="9"/>
                  <a:pt x="478" y="10"/>
                </a:cubicBezTo>
                <a:cubicBezTo>
                  <a:pt x="478" y="22"/>
                  <a:pt x="478" y="22"/>
                  <a:pt x="478" y="22"/>
                </a:cubicBezTo>
                <a:cubicBezTo>
                  <a:pt x="477" y="21"/>
                  <a:pt x="476" y="20"/>
                  <a:pt x="476" y="19"/>
                </a:cubicBezTo>
                <a:cubicBezTo>
                  <a:pt x="476" y="9"/>
                  <a:pt x="476" y="9"/>
                  <a:pt x="476" y="9"/>
                </a:cubicBezTo>
                <a:close/>
                <a:moveTo>
                  <a:pt x="478" y="785"/>
                </a:moveTo>
                <a:cubicBezTo>
                  <a:pt x="476" y="786"/>
                  <a:pt x="476" y="786"/>
                  <a:pt x="476" y="786"/>
                </a:cubicBezTo>
                <a:cubicBezTo>
                  <a:pt x="476" y="768"/>
                  <a:pt x="476" y="768"/>
                  <a:pt x="476" y="768"/>
                </a:cubicBezTo>
                <a:cubicBezTo>
                  <a:pt x="476" y="769"/>
                  <a:pt x="477" y="770"/>
                  <a:pt x="478" y="770"/>
                </a:cubicBezTo>
                <a:cubicBezTo>
                  <a:pt x="478" y="785"/>
                  <a:pt x="478" y="785"/>
                  <a:pt x="478" y="785"/>
                </a:cubicBezTo>
                <a:close/>
                <a:moveTo>
                  <a:pt x="478" y="48"/>
                </a:moveTo>
                <a:cubicBezTo>
                  <a:pt x="478" y="56"/>
                  <a:pt x="478" y="56"/>
                  <a:pt x="478" y="56"/>
                </a:cubicBezTo>
                <a:cubicBezTo>
                  <a:pt x="477" y="56"/>
                  <a:pt x="476" y="55"/>
                  <a:pt x="476" y="55"/>
                </a:cubicBezTo>
                <a:cubicBezTo>
                  <a:pt x="476" y="47"/>
                  <a:pt x="476" y="47"/>
                  <a:pt x="476" y="47"/>
                </a:cubicBezTo>
                <a:cubicBezTo>
                  <a:pt x="478" y="48"/>
                  <a:pt x="478" y="48"/>
                  <a:pt x="478" y="48"/>
                </a:cubicBezTo>
                <a:close/>
                <a:moveTo>
                  <a:pt x="478" y="80"/>
                </a:moveTo>
                <a:cubicBezTo>
                  <a:pt x="478" y="101"/>
                  <a:pt x="478" y="101"/>
                  <a:pt x="478" y="101"/>
                </a:cubicBezTo>
                <a:cubicBezTo>
                  <a:pt x="477" y="101"/>
                  <a:pt x="477" y="101"/>
                  <a:pt x="476" y="101"/>
                </a:cubicBezTo>
                <a:cubicBezTo>
                  <a:pt x="476" y="79"/>
                  <a:pt x="476" y="79"/>
                  <a:pt x="476" y="79"/>
                </a:cubicBezTo>
                <a:cubicBezTo>
                  <a:pt x="476" y="80"/>
                  <a:pt x="477" y="80"/>
                  <a:pt x="478" y="80"/>
                </a:cubicBezTo>
                <a:close/>
                <a:moveTo>
                  <a:pt x="478" y="106"/>
                </a:moveTo>
                <a:cubicBezTo>
                  <a:pt x="478" y="136"/>
                  <a:pt x="478" y="136"/>
                  <a:pt x="478" y="136"/>
                </a:cubicBezTo>
                <a:cubicBezTo>
                  <a:pt x="476" y="135"/>
                  <a:pt x="476" y="135"/>
                  <a:pt x="476" y="135"/>
                </a:cubicBezTo>
                <a:cubicBezTo>
                  <a:pt x="476" y="117"/>
                  <a:pt x="476" y="117"/>
                  <a:pt x="476" y="117"/>
                </a:cubicBezTo>
                <a:cubicBezTo>
                  <a:pt x="476" y="117"/>
                  <a:pt x="476" y="117"/>
                  <a:pt x="476" y="117"/>
                </a:cubicBezTo>
                <a:cubicBezTo>
                  <a:pt x="477" y="115"/>
                  <a:pt x="476" y="114"/>
                  <a:pt x="476" y="111"/>
                </a:cubicBezTo>
                <a:cubicBezTo>
                  <a:pt x="476" y="107"/>
                  <a:pt x="476" y="107"/>
                  <a:pt x="476" y="107"/>
                </a:cubicBezTo>
                <a:cubicBezTo>
                  <a:pt x="478" y="106"/>
                  <a:pt x="478" y="106"/>
                  <a:pt x="478" y="106"/>
                </a:cubicBezTo>
                <a:close/>
                <a:moveTo>
                  <a:pt x="478" y="138"/>
                </a:moveTo>
                <a:cubicBezTo>
                  <a:pt x="478" y="148"/>
                  <a:pt x="478" y="148"/>
                  <a:pt x="478" y="148"/>
                </a:cubicBezTo>
                <a:cubicBezTo>
                  <a:pt x="477" y="148"/>
                  <a:pt x="476" y="147"/>
                  <a:pt x="476" y="147"/>
                </a:cubicBezTo>
                <a:cubicBezTo>
                  <a:pt x="476" y="137"/>
                  <a:pt x="476" y="137"/>
                  <a:pt x="476" y="137"/>
                </a:cubicBezTo>
                <a:cubicBezTo>
                  <a:pt x="476" y="137"/>
                  <a:pt x="477" y="138"/>
                  <a:pt x="478" y="138"/>
                </a:cubicBezTo>
                <a:close/>
                <a:moveTo>
                  <a:pt x="478" y="179"/>
                </a:moveTo>
                <a:cubicBezTo>
                  <a:pt x="478" y="185"/>
                  <a:pt x="478" y="185"/>
                  <a:pt x="478" y="185"/>
                </a:cubicBezTo>
                <a:cubicBezTo>
                  <a:pt x="477" y="184"/>
                  <a:pt x="476" y="184"/>
                  <a:pt x="476" y="183"/>
                </a:cubicBezTo>
                <a:cubicBezTo>
                  <a:pt x="476" y="178"/>
                  <a:pt x="476" y="178"/>
                  <a:pt x="476" y="178"/>
                </a:cubicBezTo>
                <a:cubicBezTo>
                  <a:pt x="476" y="179"/>
                  <a:pt x="477" y="179"/>
                  <a:pt x="478" y="179"/>
                </a:cubicBezTo>
                <a:close/>
                <a:moveTo>
                  <a:pt x="478" y="202"/>
                </a:moveTo>
                <a:cubicBezTo>
                  <a:pt x="478" y="209"/>
                  <a:pt x="478" y="209"/>
                  <a:pt x="478" y="209"/>
                </a:cubicBezTo>
                <a:cubicBezTo>
                  <a:pt x="477" y="209"/>
                  <a:pt x="476" y="208"/>
                  <a:pt x="476" y="207"/>
                </a:cubicBezTo>
                <a:cubicBezTo>
                  <a:pt x="476" y="198"/>
                  <a:pt x="476" y="198"/>
                  <a:pt x="476" y="198"/>
                </a:cubicBezTo>
                <a:cubicBezTo>
                  <a:pt x="476" y="199"/>
                  <a:pt x="477" y="201"/>
                  <a:pt x="478" y="202"/>
                </a:cubicBezTo>
                <a:close/>
                <a:moveTo>
                  <a:pt x="478" y="232"/>
                </a:moveTo>
                <a:cubicBezTo>
                  <a:pt x="478" y="243"/>
                  <a:pt x="478" y="243"/>
                  <a:pt x="478" y="243"/>
                </a:cubicBezTo>
                <a:cubicBezTo>
                  <a:pt x="478" y="243"/>
                  <a:pt x="476" y="243"/>
                  <a:pt x="476" y="243"/>
                </a:cubicBezTo>
                <a:cubicBezTo>
                  <a:pt x="476" y="231"/>
                  <a:pt x="476" y="231"/>
                  <a:pt x="476" y="231"/>
                </a:cubicBezTo>
                <a:cubicBezTo>
                  <a:pt x="476" y="231"/>
                  <a:pt x="477" y="232"/>
                  <a:pt x="478" y="232"/>
                </a:cubicBezTo>
                <a:close/>
                <a:moveTo>
                  <a:pt x="478" y="251"/>
                </a:moveTo>
                <a:cubicBezTo>
                  <a:pt x="478" y="279"/>
                  <a:pt x="478" y="279"/>
                  <a:pt x="478" y="279"/>
                </a:cubicBezTo>
                <a:cubicBezTo>
                  <a:pt x="478" y="281"/>
                  <a:pt x="477" y="284"/>
                  <a:pt x="477" y="286"/>
                </a:cubicBezTo>
                <a:cubicBezTo>
                  <a:pt x="476" y="287"/>
                  <a:pt x="476" y="287"/>
                  <a:pt x="476" y="287"/>
                </a:cubicBezTo>
                <a:cubicBezTo>
                  <a:pt x="476" y="267"/>
                  <a:pt x="476" y="267"/>
                  <a:pt x="476" y="267"/>
                </a:cubicBezTo>
                <a:cubicBezTo>
                  <a:pt x="476" y="266"/>
                  <a:pt x="477" y="266"/>
                  <a:pt x="477" y="266"/>
                </a:cubicBezTo>
                <a:cubicBezTo>
                  <a:pt x="477" y="264"/>
                  <a:pt x="478" y="262"/>
                  <a:pt x="478" y="260"/>
                </a:cubicBezTo>
                <a:cubicBezTo>
                  <a:pt x="477" y="260"/>
                  <a:pt x="476" y="260"/>
                  <a:pt x="476" y="260"/>
                </a:cubicBezTo>
                <a:cubicBezTo>
                  <a:pt x="476" y="250"/>
                  <a:pt x="476" y="250"/>
                  <a:pt x="476" y="250"/>
                </a:cubicBezTo>
                <a:cubicBezTo>
                  <a:pt x="478" y="251"/>
                  <a:pt x="478" y="251"/>
                  <a:pt x="478" y="251"/>
                </a:cubicBezTo>
                <a:close/>
                <a:moveTo>
                  <a:pt x="478" y="302"/>
                </a:moveTo>
                <a:cubicBezTo>
                  <a:pt x="478" y="309"/>
                  <a:pt x="478" y="309"/>
                  <a:pt x="478" y="309"/>
                </a:cubicBezTo>
                <a:cubicBezTo>
                  <a:pt x="478" y="309"/>
                  <a:pt x="478" y="309"/>
                  <a:pt x="477" y="309"/>
                </a:cubicBezTo>
                <a:cubicBezTo>
                  <a:pt x="477" y="310"/>
                  <a:pt x="476" y="310"/>
                  <a:pt x="476" y="311"/>
                </a:cubicBezTo>
                <a:cubicBezTo>
                  <a:pt x="476" y="307"/>
                  <a:pt x="476" y="307"/>
                  <a:pt x="476" y="307"/>
                </a:cubicBezTo>
                <a:cubicBezTo>
                  <a:pt x="476" y="307"/>
                  <a:pt x="476" y="307"/>
                  <a:pt x="476" y="306"/>
                </a:cubicBezTo>
                <a:cubicBezTo>
                  <a:pt x="476" y="305"/>
                  <a:pt x="477" y="304"/>
                  <a:pt x="478" y="302"/>
                </a:cubicBezTo>
                <a:close/>
                <a:moveTo>
                  <a:pt x="478" y="318"/>
                </a:moveTo>
                <a:cubicBezTo>
                  <a:pt x="478" y="322"/>
                  <a:pt x="478" y="322"/>
                  <a:pt x="478" y="322"/>
                </a:cubicBezTo>
                <a:cubicBezTo>
                  <a:pt x="477" y="322"/>
                  <a:pt x="476" y="321"/>
                  <a:pt x="476" y="321"/>
                </a:cubicBezTo>
                <a:cubicBezTo>
                  <a:pt x="476" y="316"/>
                  <a:pt x="476" y="316"/>
                  <a:pt x="476" y="316"/>
                </a:cubicBezTo>
                <a:cubicBezTo>
                  <a:pt x="478" y="318"/>
                  <a:pt x="478" y="318"/>
                  <a:pt x="478" y="318"/>
                </a:cubicBezTo>
                <a:close/>
                <a:moveTo>
                  <a:pt x="478" y="331"/>
                </a:moveTo>
                <a:cubicBezTo>
                  <a:pt x="478" y="349"/>
                  <a:pt x="478" y="349"/>
                  <a:pt x="478" y="349"/>
                </a:cubicBezTo>
                <a:cubicBezTo>
                  <a:pt x="478" y="351"/>
                  <a:pt x="478" y="352"/>
                  <a:pt x="478" y="354"/>
                </a:cubicBezTo>
                <a:cubicBezTo>
                  <a:pt x="478" y="362"/>
                  <a:pt x="478" y="362"/>
                  <a:pt x="478" y="362"/>
                </a:cubicBezTo>
                <a:cubicBezTo>
                  <a:pt x="477" y="360"/>
                  <a:pt x="476" y="358"/>
                  <a:pt x="476" y="357"/>
                </a:cubicBezTo>
                <a:cubicBezTo>
                  <a:pt x="476" y="345"/>
                  <a:pt x="476" y="345"/>
                  <a:pt x="476" y="345"/>
                </a:cubicBezTo>
                <a:cubicBezTo>
                  <a:pt x="478" y="341"/>
                  <a:pt x="477" y="337"/>
                  <a:pt x="476" y="333"/>
                </a:cubicBezTo>
                <a:cubicBezTo>
                  <a:pt x="476" y="328"/>
                  <a:pt x="476" y="328"/>
                  <a:pt x="476" y="328"/>
                </a:cubicBezTo>
                <a:cubicBezTo>
                  <a:pt x="478" y="331"/>
                  <a:pt x="478" y="331"/>
                  <a:pt x="478" y="331"/>
                </a:cubicBezTo>
                <a:close/>
                <a:moveTo>
                  <a:pt x="478" y="441"/>
                </a:moveTo>
                <a:cubicBezTo>
                  <a:pt x="478" y="453"/>
                  <a:pt x="478" y="453"/>
                  <a:pt x="478" y="453"/>
                </a:cubicBezTo>
                <a:cubicBezTo>
                  <a:pt x="477" y="453"/>
                  <a:pt x="476" y="454"/>
                  <a:pt x="476" y="455"/>
                </a:cubicBezTo>
                <a:cubicBezTo>
                  <a:pt x="476" y="447"/>
                  <a:pt x="476" y="447"/>
                  <a:pt x="476" y="447"/>
                </a:cubicBezTo>
                <a:cubicBezTo>
                  <a:pt x="476" y="445"/>
                  <a:pt x="477" y="443"/>
                  <a:pt x="478" y="441"/>
                </a:cubicBezTo>
                <a:close/>
                <a:moveTo>
                  <a:pt x="478" y="459"/>
                </a:moveTo>
                <a:cubicBezTo>
                  <a:pt x="478" y="463"/>
                  <a:pt x="478" y="463"/>
                  <a:pt x="478" y="463"/>
                </a:cubicBezTo>
                <a:cubicBezTo>
                  <a:pt x="477" y="463"/>
                  <a:pt x="476" y="463"/>
                  <a:pt x="476" y="463"/>
                </a:cubicBezTo>
                <a:cubicBezTo>
                  <a:pt x="476" y="459"/>
                  <a:pt x="476" y="459"/>
                  <a:pt x="476" y="459"/>
                </a:cubicBezTo>
                <a:cubicBezTo>
                  <a:pt x="478" y="459"/>
                  <a:pt x="478" y="459"/>
                  <a:pt x="478" y="459"/>
                </a:cubicBezTo>
                <a:close/>
                <a:moveTo>
                  <a:pt x="478" y="468"/>
                </a:moveTo>
                <a:cubicBezTo>
                  <a:pt x="478" y="473"/>
                  <a:pt x="478" y="473"/>
                  <a:pt x="478" y="473"/>
                </a:cubicBezTo>
                <a:cubicBezTo>
                  <a:pt x="477" y="474"/>
                  <a:pt x="476" y="475"/>
                  <a:pt x="476" y="476"/>
                </a:cubicBezTo>
                <a:cubicBezTo>
                  <a:pt x="476" y="469"/>
                  <a:pt x="476" y="469"/>
                  <a:pt x="476" y="469"/>
                </a:cubicBezTo>
                <a:cubicBezTo>
                  <a:pt x="476" y="469"/>
                  <a:pt x="477" y="468"/>
                  <a:pt x="478" y="468"/>
                </a:cubicBezTo>
                <a:close/>
                <a:moveTo>
                  <a:pt x="478" y="481"/>
                </a:moveTo>
                <a:cubicBezTo>
                  <a:pt x="478" y="487"/>
                  <a:pt x="478" y="487"/>
                  <a:pt x="478" y="487"/>
                </a:cubicBezTo>
                <a:cubicBezTo>
                  <a:pt x="477" y="490"/>
                  <a:pt x="476" y="493"/>
                  <a:pt x="478" y="496"/>
                </a:cubicBezTo>
                <a:cubicBezTo>
                  <a:pt x="478" y="501"/>
                  <a:pt x="478" y="501"/>
                  <a:pt x="478" y="501"/>
                </a:cubicBezTo>
                <a:cubicBezTo>
                  <a:pt x="476" y="498"/>
                  <a:pt x="476" y="498"/>
                  <a:pt x="476" y="498"/>
                </a:cubicBezTo>
                <a:cubicBezTo>
                  <a:pt x="476" y="485"/>
                  <a:pt x="476" y="485"/>
                  <a:pt x="476" y="485"/>
                </a:cubicBezTo>
                <a:cubicBezTo>
                  <a:pt x="477" y="483"/>
                  <a:pt x="478" y="482"/>
                  <a:pt x="478" y="481"/>
                </a:cubicBezTo>
                <a:close/>
                <a:moveTo>
                  <a:pt x="478" y="528"/>
                </a:moveTo>
                <a:cubicBezTo>
                  <a:pt x="478" y="545"/>
                  <a:pt x="478" y="545"/>
                  <a:pt x="478" y="545"/>
                </a:cubicBezTo>
                <a:cubicBezTo>
                  <a:pt x="477" y="545"/>
                  <a:pt x="476" y="545"/>
                  <a:pt x="476" y="545"/>
                </a:cubicBezTo>
                <a:cubicBezTo>
                  <a:pt x="476" y="527"/>
                  <a:pt x="476" y="527"/>
                  <a:pt x="476" y="527"/>
                </a:cubicBezTo>
                <a:cubicBezTo>
                  <a:pt x="476" y="527"/>
                  <a:pt x="477" y="527"/>
                  <a:pt x="478" y="527"/>
                </a:cubicBezTo>
                <a:cubicBezTo>
                  <a:pt x="478" y="528"/>
                  <a:pt x="478" y="528"/>
                  <a:pt x="478" y="528"/>
                </a:cubicBezTo>
                <a:close/>
                <a:moveTo>
                  <a:pt x="478" y="551"/>
                </a:moveTo>
                <a:cubicBezTo>
                  <a:pt x="478" y="561"/>
                  <a:pt x="478" y="561"/>
                  <a:pt x="478" y="561"/>
                </a:cubicBezTo>
                <a:cubicBezTo>
                  <a:pt x="477" y="562"/>
                  <a:pt x="476" y="562"/>
                  <a:pt x="476" y="563"/>
                </a:cubicBezTo>
                <a:cubicBezTo>
                  <a:pt x="476" y="552"/>
                  <a:pt x="476" y="552"/>
                  <a:pt x="476" y="552"/>
                </a:cubicBezTo>
                <a:cubicBezTo>
                  <a:pt x="476" y="552"/>
                  <a:pt x="477" y="552"/>
                  <a:pt x="478" y="551"/>
                </a:cubicBezTo>
                <a:close/>
                <a:moveTo>
                  <a:pt x="478" y="567"/>
                </a:moveTo>
                <a:cubicBezTo>
                  <a:pt x="478" y="585"/>
                  <a:pt x="478" y="585"/>
                  <a:pt x="478" y="585"/>
                </a:cubicBezTo>
                <a:cubicBezTo>
                  <a:pt x="476" y="584"/>
                  <a:pt x="476" y="584"/>
                  <a:pt x="476" y="584"/>
                </a:cubicBezTo>
                <a:cubicBezTo>
                  <a:pt x="476" y="569"/>
                  <a:pt x="476" y="569"/>
                  <a:pt x="476" y="569"/>
                </a:cubicBezTo>
                <a:cubicBezTo>
                  <a:pt x="478" y="567"/>
                  <a:pt x="478" y="567"/>
                  <a:pt x="478" y="567"/>
                </a:cubicBezTo>
                <a:close/>
                <a:moveTo>
                  <a:pt x="478" y="595"/>
                </a:moveTo>
                <a:cubicBezTo>
                  <a:pt x="478" y="601"/>
                  <a:pt x="478" y="601"/>
                  <a:pt x="478" y="601"/>
                </a:cubicBezTo>
                <a:cubicBezTo>
                  <a:pt x="477" y="601"/>
                  <a:pt x="476" y="601"/>
                  <a:pt x="476" y="602"/>
                </a:cubicBezTo>
                <a:cubicBezTo>
                  <a:pt x="476" y="596"/>
                  <a:pt x="476" y="596"/>
                  <a:pt x="476" y="596"/>
                </a:cubicBezTo>
                <a:cubicBezTo>
                  <a:pt x="476" y="596"/>
                  <a:pt x="477" y="596"/>
                  <a:pt x="478" y="595"/>
                </a:cubicBezTo>
                <a:close/>
                <a:moveTo>
                  <a:pt x="478" y="609"/>
                </a:moveTo>
                <a:cubicBezTo>
                  <a:pt x="478" y="616"/>
                  <a:pt x="478" y="616"/>
                  <a:pt x="478" y="616"/>
                </a:cubicBezTo>
                <a:cubicBezTo>
                  <a:pt x="477" y="615"/>
                  <a:pt x="476" y="614"/>
                  <a:pt x="476" y="613"/>
                </a:cubicBezTo>
                <a:cubicBezTo>
                  <a:pt x="476" y="607"/>
                  <a:pt x="476" y="607"/>
                  <a:pt x="476" y="607"/>
                </a:cubicBezTo>
                <a:cubicBezTo>
                  <a:pt x="477" y="608"/>
                  <a:pt x="477" y="609"/>
                  <a:pt x="478" y="609"/>
                </a:cubicBezTo>
                <a:close/>
                <a:moveTo>
                  <a:pt x="478" y="620"/>
                </a:moveTo>
                <a:cubicBezTo>
                  <a:pt x="478" y="626"/>
                  <a:pt x="478" y="626"/>
                  <a:pt x="478" y="626"/>
                </a:cubicBezTo>
                <a:cubicBezTo>
                  <a:pt x="477" y="626"/>
                  <a:pt x="476" y="626"/>
                  <a:pt x="476" y="626"/>
                </a:cubicBezTo>
                <a:cubicBezTo>
                  <a:pt x="476" y="620"/>
                  <a:pt x="476" y="620"/>
                  <a:pt x="476" y="620"/>
                </a:cubicBezTo>
                <a:cubicBezTo>
                  <a:pt x="478" y="620"/>
                  <a:pt x="478" y="620"/>
                  <a:pt x="478" y="620"/>
                </a:cubicBezTo>
                <a:close/>
                <a:moveTo>
                  <a:pt x="478" y="740"/>
                </a:moveTo>
                <a:cubicBezTo>
                  <a:pt x="478" y="749"/>
                  <a:pt x="478" y="749"/>
                  <a:pt x="478" y="749"/>
                </a:cubicBezTo>
                <a:cubicBezTo>
                  <a:pt x="477" y="749"/>
                  <a:pt x="476" y="749"/>
                  <a:pt x="476" y="749"/>
                </a:cubicBezTo>
                <a:cubicBezTo>
                  <a:pt x="476" y="741"/>
                  <a:pt x="476" y="741"/>
                  <a:pt x="476" y="741"/>
                </a:cubicBezTo>
                <a:cubicBezTo>
                  <a:pt x="476" y="740"/>
                  <a:pt x="477" y="740"/>
                  <a:pt x="478" y="740"/>
                </a:cubicBezTo>
                <a:close/>
                <a:moveTo>
                  <a:pt x="476" y="522"/>
                </a:moveTo>
                <a:cubicBezTo>
                  <a:pt x="476" y="514"/>
                  <a:pt x="476" y="514"/>
                  <a:pt x="476" y="514"/>
                </a:cubicBezTo>
                <a:cubicBezTo>
                  <a:pt x="476" y="516"/>
                  <a:pt x="477" y="519"/>
                  <a:pt x="477" y="522"/>
                </a:cubicBezTo>
                <a:cubicBezTo>
                  <a:pt x="477" y="522"/>
                  <a:pt x="476" y="522"/>
                  <a:pt x="476" y="522"/>
                </a:cubicBezTo>
                <a:close/>
                <a:moveTo>
                  <a:pt x="471" y="7"/>
                </a:moveTo>
                <a:cubicBezTo>
                  <a:pt x="473" y="8"/>
                  <a:pt x="474" y="8"/>
                  <a:pt x="476" y="9"/>
                </a:cubicBezTo>
                <a:cubicBezTo>
                  <a:pt x="476" y="19"/>
                  <a:pt x="476" y="19"/>
                  <a:pt x="476" y="19"/>
                </a:cubicBezTo>
                <a:cubicBezTo>
                  <a:pt x="474" y="18"/>
                  <a:pt x="473" y="17"/>
                  <a:pt x="471" y="17"/>
                </a:cubicBezTo>
                <a:cubicBezTo>
                  <a:pt x="471" y="7"/>
                  <a:pt x="471" y="7"/>
                  <a:pt x="471" y="7"/>
                </a:cubicBezTo>
                <a:close/>
                <a:moveTo>
                  <a:pt x="476" y="786"/>
                </a:moveTo>
                <a:cubicBezTo>
                  <a:pt x="474" y="786"/>
                  <a:pt x="473" y="786"/>
                  <a:pt x="471" y="787"/>
                </a:cubicBezTo>
                <a:cubicBezTo>
                  <a:pt x="471" y="779"/>
                  <a:pt x="471" y="779"/>
                  <a:pt x="471" y="779"/>
                </a:cubicBezTo>
                <a:cubicBezTo>
                  <a:pt x="472" y="779"/>
                  <a:pt x="473" y="778"/>
                  <a:pt x="474" y="778"/>
                </a:cubicBezTo>
                <a:cubicBezTo>
                  <a:pt x="471" y="776"/>
                  <a:pt x="471" y="776"/>
                  <a:pt x="471" y="776"/>
                </a:cubicBezTo>
                <a:cubicBezTo>
                  <a:pt x="471" y="764"/>
                  <a:pt x="471" y="764"/>
                  <a:pt x="471" y="764"/>
                </a:cubicBezTo>
                <a:cubicBezTo>
                  <a:pt x="473" y="765"/>
                  <a:pt x="474" y="767"/>
                  <a:pt x="476" y="768"/>
                </a:cubicBezTo>
                <a:cubicBezTo>
                  <a:pt x="476" y="786"/>
                  <a:pt x="476" y="786"/>
                  <a:pt x="476" y="786"/>
                </a:cubicBezTo>
                <a:close/>
                <a:moveTo>
                  <a:pt x="476" y="47"/>
                </a:moveTo>
                <a:cubicBezTo>
                  <a:pt x="476" y="55"/>
                  <a:pt x="476" y="55"/>
                  <a:pt x="476" y="55"/>
                </a:cubicBezTo>
                <a:cubicBezTo>
                  <a:pt x="474" y="55"/>
                  <a:pt x="473" y="54"/>
                  <a:pt x="471" y="54"/>
                </a:cubicBezTo>
                <a:cubicBezTo>
                  <a:pt x="471" y="46"/>
                  <a:pt x="471" y="46"/>
                  <a:pt x="471" y="46"/>
                </a:cubicBezTo>
                <a:cubicBezTo>
                  <a:pt x="476" y="47"/>
                  <a:pt x="476" y="47"/>
                  <a:pt x="476" y="47"/>
                </a:cubicBezTo>
                <a:close/>
                <a:moveTo>
                  <a:pt x="476" y="79"/>
                </a:moveTo>
                <a:cubicBezTo>
                  <a:pt x="476" y="101"/>
                  <a:pt x="476" y="101"/>
                  <a:pt x="476" y="101"/>
                </a:cubicBezTo>
                <a:cubicBezTo>
                  <a:pt x="475" y="101"/>
                  <a:pt x="474" y="101"/>
                  <a:pt x="473" y="101"/>
                </a:cubicBezTo>
                <a:cubicBezTo>
                  <a:pt x="472" y="103"/>
                  <a:pt x="472" y="104"/>
                  <a:pt x="471" y="105"/>
                </a:cubicBezTo>
                <a:cubicBezTo>
                  <a:pt x="471" y="78"/>
                  <a:pt x="471" y="78"/>
                  <a:pt x="471" y="78"/>
                </a:cubicBezTo>
                <a:cubicBezTo>
                  <a:pt x="473" y="79"/>
                  <a:pt x="474" y="79"/>
                  <a:pt x="476" y="79"/>
                </a:cubicBezTo>
                <a:close/>
                <a:moveTo>
                  <a:pt x="476" y="107"/>
                </a:moveTo>
                <a:cubicBezTo>
                  <a:pt x="476" y="111"/>
                  <a:pt x="476" y="111"/>
                  <a:pt x="476" y="111"/>
                </a:cubicBezTo>
                <a:cubicBezTo>
                  <a:pt x="475" y="110"/>
                  <a:pt x="475" y="109"/>
                  <a:pt x="475" y="108"/>
                </a:cubicBezTo>
                <a:cubicBezTo>
                  <a:pt x="476" y="107"/>
                  <a:pt x="476" y="107"/>
                  <a:pt x="476" y="107"/>
                </a:cubicBezTo>
                <a:close/>
                <a:moveTo>
                  <a:pt x="476" y="117"/>
                </a:moveTo>
                <a:cubicBezTo>
                  <a:pt x="476" y="135"/>
                  <a:pt x="476" y="135"/>
                  <a:pt x="476" y="135"/>
                </a:cubicBezTo>
                <a:cubicBezTo>
                  <a:pt x="474" y="134"/>
                  <a:pt x="473" y="133"/>
                  <a:pt x="471" y="133"/>
                </a:cubicBezTo>
                <a:cubicBezTo>
                  <a:pt x="471" y="118"/>
                  <a:pt x="471" y="118"/>
                  <a:pt x="471" y="118"/>
                </a:cubicBezTo>
                <a:cubicBezTo>
                  <a:pt x="473" y="118"/>
                  <a:pt x="474" y="117"/>
                  <a:pt x="476" y="117"/>
                </a:cubicBezTo>
                <a:close/>
                <a:moveTo>
                  <a:pt x="476" y="137"/>
                </a:moveTo>
                <a:cubicBezTo>
                  <a:pt x="476" y="147"/>
                  <a:pt x="476" y="147"/>
                  <a:pt x="476" y="147"/>
                </a:cubicBezTo>
                <a:cubicBezTo>
                  <a:pt x="474" y="147"/>
                  <a:pt x="473" y="147"/>
                  <a:pt x="471" y="147"/>
                </a:cubicBezTo>
                <a:cubicBezTo>
                  <a:pt x="471" y="136"/>
                  <a:pt x="471" y="136"/>
                  <a:pt x="471" y="136"/>
                </a:cubicBezTo>
                <a:cubicBezTo>
                  <a:pt x="473" y="136"/>
                  <a:pt x="474" y="137"/>
                  <a:pt x="476" y="137"/>
                </a:cubicBezTo>
                <a:close/>
                <a:moveTo>
                  <a:pt x="476" y="178"/>
                </a:moveTo>
                <a:cubicBezTo>
                  <a:pt x="476" y="183"/>
                  <a:pt x="476" y="183"/>
                  <a:pt x="476" y="183"/>
                </a:cubicBezTo>
                <a:cubicBezTo>
                  <a:pt x="475" y="183"/>
                  <a:pt x="474" y="182"/>
                  <a:pt x="472" y="182"/>
                </a:cubicBezTo>
                <a:cubicBezTo>
                  <a:pt x="474" y="189"/>
                  <a:pt x="474" y="194"/>
                  <a:pt x="476" y="198"/>
                </a:cubicBezTo>
                <a:cubicBezTo>
                  <a:pt x="476" y="207"/>
                  <a:pt x="476" y="207"/>
                  <a:pt x="476" y="207"/>
                </a:cubicBezTo>
                <a:cubicBezTo>
                  <a:pt x="474" y="207"/>
                  <a:pt x="473" y="206"/>
                  <a:pt x="471" y="205"/>
                </a:cubicBezTo>
                <a:cubicBezTo>
                  <a:pt x="471" y="177"/>
                  <a:pt x="471" y="177"/>
                  <a:pt x="471" y="177"/>
                </a:cubicBezTo>
                <a:cubicBezTo>
                  <a:pt x="473" y="177"/>
                  <a:pt x="474" y="178"/>
                  <a:pt x="476" y="178"/>
                </a:cubicBezTo>
                <a:close/>
                <a:moveTo>
                  <a:pt x="476" y="231"/>
                </a:moveTo>
                <a:cubicBezTo>
                  <a:pt x="476" y="243"/>
                  <a:pt x="476" y="243"/>
                  <a:pt x="476" y="243"/>
                </a:cubicBezTo>
                <a:cubicBezTo>
                  <a:pt x="475" y="243"/>
                  <a:pt x="475" y="243"/>
                  <a:pt x="475" y="243"/>
                </a:cubicBezTo>
                <a:cubicBezTo>
                  <a:pt x="475" y="242"/>
                  <a:pt x="475" y="241"/>
                  <a:pt x="475" y="241"/>
                </a:cubicBezTo>
                <a:cubicBezTo>
                  <a:pt x="474" y="240"/>
                  <a:pt x="473" y="239"/>
                  <a:pt x="471" y="239"/>
                </a:cubicBezTo>
                <a:cubicBezTo>
                  <a:pt x="471" y="229"/>
                  <a:pt x="471" y="229"/>
                  <a:pt x="471" y="229"/>
                </a:cubicBezTo>
                <a:cubicBezTo>
                  <a:pt x="471" y="229"/>
                  <a:pt x="472" y="230"/>
                  <a:pt x="472" y="230"/>
                </a:cubicBezTo>
                <a:cubicBezTo>
                  <a:pt x="474" y="230"/>
                  <a:pt x="474" y="231"/>
                  <a:pt x="476" y="231"/>
                </a:cubicBezTo>
                <a:close/>
                <a:moveTo>
                  <a:pt x="476" y="250"/>
                </a:moveTo>
                <a:cubicBezTo>
                  <a:pt x="476" y="260"/>
                  <a:pt x="476" y="260"/>
                  <a:pt x="476" y="260"/>
                </a:cubicBezTo>
                <a:cubicBezTo>
                  <a:pt x="474" y="260"/>
                  <a:pt x="473" y="259"/>
                  <a:pt x="471" y="259"/>
                </a:cubicBezTo>
                <a:cubicBezTo>
                  <a:pt x="471" y="249"/>
                  <a:pt x="471" y="249"/>
                  <a:pt x="471" y="249"/>
                </a:cubicBezTo>
                <a:cubicBezTo>
                  <a:pt x="476" y="250"/>
                  <a:pt x="476" y="250"/>
                  <a:pt x="476" y="250"/>
                </a:cubicBezTo>
                <a:close/>
                <a:moveTo>
                  <a:pt x="476" y="267"/>
                </a:moveTo>
                <a:cubicBezTo>
                  <a:pt x="476" y="287"/>
                  <a:pt x="476" y="287"/>
                  <a:pt x="476" y="287"/>
                </a:cubicBezTo>
                <a:cubicBezTo>
                  <a:pt x="474" y="289"/>
                  <a:pt x="472" y="290"/>
                  <a:pt x="471" y="291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67"/>
                  <a:pt x="471" y="267"/>
                  <a:pt x="471" y="267"/>
                </a:cubicBezTo>
                <a:cubicBezTo>
                  <a:pt x="472" y="267"/>
                  <a:pt x="472" y="267"/>
                  <a:pt x="473" y="267"/>
                </a:cubicBezTo>
                <a:cubicBezTo>
                  <a:pt x="474" y="267"/>
                  <a:pt x="475" y="267"/>
                  <a:pt x="476" y="267"/>
                </a:cubicBezTo>
                <a:close/>
                <a:moveTo>
                  <a:pt x="476" y="307"/>
                </a:moveTo>
                <a:cubicBezTo>
                  <a:pt x="476" y="311"/>
                  <a:pt x="476" y="311"/>
                  <a:pt x="476" y="311"/>
                </a:cubicBezTo>
                <a:cubicBezTo>
                  <a:pt x="475" y="311"/>
                  <a:pt x="474" y="312"/>
                  <a:pt x="473" y="312"/>
                </a:cubicBezTo>
                <a:cubicBezTo>
                  <a:pt x="473" y="313"/>
                  <a:pt x="473" y="314"/>
                  <a:pt x="474" y="315"/>
                </a:cubicBezTo>
                <a:cubicBezTo>
                  <a:pt x="476" y="316"/>
                  <a:pt x="476" y="316"/>
                  <a:pt x="476" y="316"/>
                </a:cubicBezTo>
                <a:cubicBezTo>
                  <a:pt x="476" y="321"/>
                  <a:pt x="476" y="321"/>
                  <a:pt x="476" y="321"/>
                </a:cubicBezTo>
                <a:cubicBezTo>
                  <a:pt x="474" y="320"/>
                  <a:pt x="473" y="319"/>
                  <a:pt x="471" y="319"/>
                </a:cubicBezTo>
                <a:cubicBezTo>
                  <a:pt x="471" y="310"/>
                  <a:pt x="471" y="310"/>
                  <a:pt x="471" y="310"/>
                </a:cubicBezTo>
                <a:cubicBezTo>
                  <a:pt x="472" y="309"/>
                  <a:pt x="474" y="308"/>
                  <a:pt x="476" y="307"/>
                </a:cubicBezTo>
                <a:close/>
                <a:moveTo>
                  <a:pt x="476" y="328"/>
                </a:moveTo>
                <a:cubicBezTo>
                  <a:pt x="476" y="333"/>
                  <a:pt x="476" y="333"/>
                  <a:pt x="476" y="333"/>
                </a:cubicBezTo>
                <a:cubicBezTo>
                  <a:pt x="475" y="332"/>
                  <a:pt x="474" y="331"/>
                  <a:pt x="473" y="330"/>
                </a:cubicBezTo>
                <a:cubicBezTo>
                  <a:pt x="472" y="332"/>
                  <a:pt x="472" y="335"/>
                  <a:pt x="471" y="337"/>
                </a:cubicBezTo>
                <a:cubicBezTo>
                  <a:pt x="471" y="324"/>
                  <a:pt x="471" y="324"/>
                  <a:pt x="471" y="324"/>
                </a:cubicBezTo>
                <a:cubicBezTo>
                  <a:pt x="472" y="325"/>
                  <a:pt x="474" y="326"/>
                  <a:pt x="476" y="328"/>
                </a:cubicBezTo>
                <a:close/>
                <a:moveTo>
                  <a:pt x="476" y="345"/>
                </a:moveTo>
                <a:cubicBezTo>
                  <a:pt x="476" y="357"/>
                  <a:pt x="476" y="357"/>
                  <a:pt x="476" y="357"/>
                </a:cubicBezTo>
                <a:cubicBezTo>
                  <a:pt x="474" y="355"/>
                  <a:pt x="473" y="353"/>
                  <a:pt x="471" y="351"/>
                </a:cubicBezTo>
                <a:cubicBezTo>
                  <a:pt x="471" y="344"/>
                  <a:pt x="471" y="344"/>
                  <a:pt x="471" y="344"/>
                </a:cubicBezTo>
                <a:cubicBezTo>
                  <a:pt x="471" y="345"/>
                  <a:pt x="472" y="346"/>
                  <a:pt x="473" y="347"/>
                </a:cubicBezTo>
                <a:cubicBezTo>
                  <a:pt x="474" y="347"/>
                  <a:pt x="475" y="346"/>
                  <a:pt x="476" y="345"/>
                </a:cubicBezTo>
                <a:close/>
                <a:moveTo>
                  <a:pt x="476" y="447"/>
                </a:moveTo>
                <a:cubicBezTo>
                  <a:pt x="476" y="455"/>
                  <a:pt x="476" y="455"/>
                  <a:pt x="476" y="455"/>
                </a:cubicBezTo>
                <a:cubicBezTo>
                  <a:pt x="474" y="455"/>
                  <a:pt x="474" y="456"/>
                  <a:pt x="473" y="458"/>
                </a:cubicBezTo>
                <a:cubicBezTo>
                  <a:pt x="473" y="459"/>
                  <a:pt x="474" y="459"/>
                  <a:pt x="475" y="459"/>
                </a:cubicBezTo>
                <a:cubicBezTo>
                  <a:pt x="476" y="459"/>
                  <a:pt x="476" y="459"/>
                  <a:pt x="476" y="459"/>
                </a:cubicBezTo>
                <a:cubicBezTo>
                  <a:pt x="476" y="463"/>
                  <a:pt x="476" y="463"/>
                  <a:pt x="476" y="463"/>
                </a:cubicBezTo>
                <a:cubicBezTo>
                  <a:pt x="474" y="463"/>
                  <a:pt x="473" y="463"/>
                  <a:pt x="471" y="463"/>
                </a:cubicBezTo>
                <a:cubicBezTo>
                  <a:pt x="471" y="453"/>
                  <a:pt x="471" y="453"/>
                  <a:pt x="471" y="453"/>
                </a:cubicBezTo>
                <a:cubicBezTo>
                  <a:pt x="472" y="452"/>
                  <a:pt x="473" y="451"/>
                  <a:pt x="474" y="450"/>
                </a:cubicBezTo>
                <a:cubicBezTo>
                  <a:pt x="475" y="449"/>
                  <a:pt x="475" y="448"/>
                  <a:pt x="476" y="447"/>
                </a:cubicBezTo>
                <a:close/>
                <a:moveTo>
                  <a:pt x="476" y="469"/>
                </a:moveTo>
                <a:cubicBezTo>
                  <a:pt x="476" y="476"/>
                  <a:pt x="476" y="476"/>
                  <a:pt x="476" y="476"/>
                </a:cubicBezTo>
                <a:cubicBezTo>
                  <a:pt x="474" y="477"/>
                  <a:pt x="472" y="478"/>
                  <a:pt x="471" y="480"/>
                </a:cubicBezTo>
                <a:cubicBezTo>
                  <a:pt x="471" y="476"/>
                  <a:pt x="471" y="476"/>
                  <a:pt x="471" y="476"/>
                </a:cubicBezTo>
                <a:cubicBezTo>
                  <a:pt x="472" y="476"/>
                  <a:pt x="473" y="475"/>
                  <a:pt x="474" y="474"/>
                </a:cubicBezTo>
                <a:cubicBezTo>
                  <a:pt x="473" y="474"/>
                  <a:pt x="472" y="474"/>
                  <a:pt x="471" y="474"/>
                </a:cubicBezTo>
                <a:cubicBezTo>
                  <a:pt x="471" y="470"/>
                  <a:pt x="471" y="470"/>
                  <a:pt x="471" y="470"/>
                </a:cubicBezTo>
                <a:cubicBezTo>
                  <a:pt x="471" y="470"/>
                  <a:pt x="471" y="470"/>
                  <a:pt x="471" y="470"/>
                </a:cubicBezTo>
                <a:cubicBezTo>
                  <a:pt x="473" y="470"/>
                  <a:pt x="474" y="469"/>
                  <a:pt x="476" y="469"/>
                </a:cubicBezTo>
                <a:close/>
                <a:moveTo>
                  <a:pt x="476" y="485"/>
                </a:moveTo>
                <a:cubicBezTo>
                  <a:pt x="476" y="498"/>
                  <a:pt x="476" y="498"/>
                  <a:pt x="476" y="498"/>
                </a:cubicBezTo>
                <a:cubicBezTo>
                  <a:pt x="471" y="494"/>
                  <a:pt x="471" y="494"/>
                  <a:pt x="471" y="494"/>
                </a:cubicBezTo>
                <a:cubicBezTo>
                  <a:pt x="471" y="490"/>
                  <a:pt x="471" y="490"/>
                  <a:pt x="471" y="490"/>
                </a:cubicBezTo>
                <a:cubicBezTo>
                  <a:pt x="471" y="490"/>
                  <a:pt x="471" y="490"/>
                  <a:pt x="471" y="490"/>
                </a:cubicBezTo>
                <a:cubicBezTo>
                  <a:pt x="473" y="488"/>
                  <a:pt x="474" y="487"/>
                  <a:pt x="476" y="485"/>
                </a:cubicBezTo>
                <a:close/>
                <a:moveTo>
                  <a:pt x="476" y="514"/>
                </a:moveTo>
                <a:cubicBezTo>
                  <a:pt x="476" y="522"/>
                  <a:pt x="476" y="522"/>
                  <a:pt x="476" y="522"/>
                </a:cubicBezTo>
                <a:cubicBezTo>
                  <a:pt x="475" y="523"/>
                  <a:pt x="474" y="523"/>
                  <a:pt x="474" y="523"/>
                </a:cubicBezTo>
                <a:cubicBezTo>
                  <a:pt x="473" y="522"/>
                  <a:pt x="472" y="521"/>
                  <a:pt x="471" y="520"/>
                </a:cubicBezTo>
                <a:cubicBezTo>
                  <a:pt x="471" y="507"/>
                  <a:pt x="471" y="507"/>
                  <a:pt x="471" y="507"/>
                </a:cubicBezTo>
                <a:cubicBezTo>
                  <a:pt x="474" y="507"/>
                  <a:pt x="474" y="507"/>
                  <a:pt x="474" y="507"/>
                </a:cubicBezTo>
                <a:cubicBezTo>
                  <a:pt x="474" y="510"/>
                  <a:pt x="475" y="512"/>
                  <a:pt x="476" y="514"/>
                </a:cubicBezTo>
                <a:close/>
                <a:moveTo>
                  <a:pt x="476" y="527"/>
                </a:moveTo>
                <a:cubicBezTo>
                  <a:pt x="476" y="545"/>
                  <a:pt x="476" y="545"/>
                  <a:pt x="476" y="545"/>
                </a:cubicBezTo>
                <a:cubicBezTo>
                  <a:pt x="474" y="546"/>
                  <a:pt x="473" y="546"/>
                  <a:pt x="471" y="547"/>
                </a:cubicBezTo>
                <a:cubicBezTo>
                  <a:pt x="471" y="540"/>
                  <a:pt x="471" y="540"/>
                  <a:pt x="471" y="540"/>
                </a:cubicBezTo>
                <a:cubicBezTo>
                  <a:pt x="475" y="538"/>
                  <a:pt x="475" y="538"/>
                  <a:pt x="475" y="538"/>
                </a:cubicBezTo>
                <a:cubicBezTo>
                  <a:pt x="475" y="537"/>
                  <a:pt x="474" y="536"/>
                  <a:pt x="474" y="535"/>
                </a:cubicBezTo>
                <a:cubicBezTo>
                  <a:pt x="473" y="535"/>
                  <a:pt x="472" y="535"/>
                  <a:pt x="471" y="535"/>
                </a:cubicBezTo>
                <a:cubicBezTo>
                  <a:pt x="471" y="527"/>
                  <a:pt x="471" y="527"/>
                  <a:pt x="471" y="527"/>
                </a:cubicBezTo>
                <a:cubicBezTo>
                  <a:pt x="473" y="526"/>
                  <a:pt x="474" y="526"/>
                  <a:pt x="476" y="527"/>
                </a:cubicBezTo>
                <a:close/>
                <a:moveTo>
                  <a:pt x="476" y="552"/>
                </a:moveTo>
                <a:cubicBezTo>
                  <a:pt x="476" y="563"/>
                  <a:pt x="476" y="563"/>
                  <a:pt x="476" y="563"/>
                </a:cubicBezTo>
                <a:cubicBezTo>
                  <a:pt x="474" y="563"/>
                  <a:pt x="473" y="564"/>
                  <a:pt x="471" y="565"/>
                </a:cubicBezTo>
                <a:cubicBezTo>
                  <a:pt x="471" y="554"/>
                  <a:pt x="471" y="554"/>
                  <a:pt x="471" y="554"/>
                </a:cubicBezTo>
                <a:cubicBezTo>
                  <a:pt x="473" y="554"/>
                  <a:pt x="474" y="553"/>
                  <a:pt x="476" y="552"/>
                </a:cubicBezTo>
                <a:close/>
                <a:moveTo>
                  <a:pt x="476" y="569"/>
                </a:moveTo>
                <a:cubicBezTo>
                  <a:pt x="476" y="584"/>
                  <a:pt x="476" y="584"/>
                  <a:pt x="476" y="584"/>
                </a:cubicBezTo>
                <a:cubicBezTo>
                  <a:pt x="474" y="584"/>
                  <a:pt x="473" y="584"/>
                  <a:pt x="472" y="583"/>
                </a:cubicBezTo>
                <a:cubicBezTo>
                  <a:pt x="471" y="584"/>
                  <a:pt x="471" y="584"/>
                  <a:pt x="471" y="584"/>
                </a:cubicBezTo>
                <a:cubicBezTo>
                  <a:pt x="471" y="571"/>
                  <a:pt x="471" y="571"/>
                  <a:pt x="471" y="571"/>
                </a:cubicBezTo>
                <a:cubicBezTo>
                  <a:pt x="473" y="570"/>
                  <a:pt x="474" y="570"/>
                  <a:pt x="476" y="569"/>
                </a:cubicBezTo>
                <a:close/>
                <a:moveTo>
                  <a:pt x="476" y="596"/>
                </a:moveTo>
                <a:cubicBezTo>
                  <a:pt x="476" y="602"/>
                  <a:pt x="476" y="602"/>
                  <a:pt x="476" y="602"/>
                </a:cubicBezTo>
                <a:cubicBezTo>
                  <a:pt x="474" y="602"/>
                  <a:pt x="473" y="603"/>
                  <a:pt x="471" y="603"/>
                </a:cubicBezTo>
                <a:cubicBezTo>
                  <a:pt x="473" y="605"/>
                  <a:pt x="474" y="606"/>
                  <a:pt x="476" y="607"/>
                </a:cubicBezTo>
                <a:cubicBezTo>
                  <a:pt x="476" y="613"/>
                  <a:pt x="476" y="613"/>
                  <a:pt x="476" y="613"/>
                </a:cubicBezTo>
                <a:cubicBezTo>
                  <a:pt x="474" y="611"/>
                  <a:pt x="473" y="610"/>
                  <a:pt x="471" y="609"/>
                </a:cubicBezTo>
                <a:cubicBezTo>
                  <a:pt x="471" y="598"/>
                  <a:pt x="471" y="598"/>
                  <a:pt x="471" y="598"/>
                </a:cubicBezTo>
                <a:cubicBezTo>
                  <a:pt x="472" y="597"/>
                  <a:pt x="473" y="597"/>
                  <a:pt x="474" y="596"/>
                </a:cubicBezTo>
                <a:cubicBezTo>
                  <a:pt x="474" y="596"/>
                  <a:pt x="475" y="596"/>
                  <a:pt x="476" y="596"/>
                </a:cubicBezTo>
                <a:close/>
                <a:moveTo>
                  <a:pt x="476" y="620"/>
                </a:moveTo>
                <a:cubicBezTo>
                  <a:pt x="476" y="626"/>
                  <a:pt x="476" y="626"/>
                  <a:pt x="476" y="626"/>
                </a:cubicBezTo>
                <a:cubicBezTo>
                  <a:pt x="474" y="627"/>
                  <a:pt x="473" y="627"/>
                  <a:pt x="471" y="628"/>
                </a:cubicBezTo>
                <a:cubicBezTo>
                  <a:pt x="471" y="621"/>
                  <a:pt x="471" y="621"/>
                  <a:pt x="471" y="621"/>
                </a:cubicBezTo>
                <a:cubicBezTo>
                  <a:pt x="473" y="621"/>
                  <a:pt x="474" y="620"/>
                  <a:pt x="476" y="620"/>
                </a:cubicBezTo>
                <a:close/>
                <a:moveTo>
                  <a:pt x="476" y="741"/>
                </a:moveTo>
                <a:cubicBezTo>
                  <a:pt x="476" y="749"/>
                  <a:pt x="476" y="749"/>
                  <a:pt x="476" y="749"/>
                </a:cubicBezTo>
                <a:cubicBezTo>
                  <a:pt x="474" y="749"/>
                  <a:pt x="473" y="749"/>
                  <a:pt x="471" y="749"/>
                </a:cubicBezTo>
                <a:cubicBezTo>
                  <a:pt x="471" y="741"/>
                  <a:pt x="471" y="741"/>
                  <a:pt x="471" y="741"/>
                </a:cubicBezTo>
                <a:cubicBezTo>
                  <a:pt x="473" y="741"/>
                  <a:pt x="474" y="741"/>
                  <a:pt x="476" y="741"/>
                </a:cubicBezTo>
                <a:close/>
                <a:moveTo>
                  <a:pt x="468" y="7"/>
                </a:moveTo>
                <a:cubicBezTo>
                  <a:pt x="469" y="7"/>
                  <a:pt x="470" y="7"/>
                  <a:pt x="471" y="7"/>
                </a:cubicBezTo>
                <a:cubicBezTo>
                  <a:pt x="471" y="17"/>
                  <a:pt x="471" y="17"/>
                  <a:pt x="471" y="17"/>
                </a:cubicBezTo>
                <a:cubicBezTo>
                  <a:pt x="470" y="16"/>
                  <a:pt x="469" y="16"/>
                  <a:pt x="468" y="15"/>
                </a:cubicBezTo>
                <a:cubicBezTo>
                  <a:pt x="468" y="7"/>
                  <a:pt x="468" y="7"/>
                  <a:pt x="468" y="7"/>
                </a:cubicBezTo>
                <a:close/>
                <a:moveTo>
                  <a:pt x="471" y="787"/>
                </a:moveTo>
                <a:cubicBezTo>
                  <a:pt x="470" y="787"/>
                  <a:pt x="469" y="787"/>
                  <a:pt x="468" y="787"/>
                </a:cubicBezTo>
                <a:cubicBezTo>
                  <a:pt x="468" y="780"/>
                  <a:pt x="468" y="780"/>
                  <a:pt x="468" y="780"/>
                </a:cubicBezTo>
                <a:cubicBezTo>
                  <a:pt x="469" y="779"/>
                  <a:pt x="470" y="779"/>
                  <a:pt x="471" y="779"/>
                </a:cubicBezTo>
                <a:cubicBezTo>
                  <a:pt x="471" y="787"/>
                  <a:pt x="471" y="787"/>
                  <a:pt x="471" y="787"/>
                </a:cubicBezTo>
                <a:close/>
                <a:moveTo>
                  <a:pt x="471" y="46"/>
                </a:moveTo>
                <a:cubicBezTo>
                  <a:pt x="471" y="54"/>
                  <a:pt x="471" y="54"/>
                  <a:pt x="471" y="54"/>
                </a:cubicBezTo>
                <a:cubicBezTo>
                  <a:pt x="470" y="53"/>
                  <a:pt x="469" y="53"/>
                  <a:pt x="468" y="53"/>
                </a:cubicBezTo>
                <a:cubicBezTo>
                  <a:pt x="468" y="43"/>
                  <a:pt x="468" y="43"/>
                  <a:pt x="468" y="43"/>
                </a:cubicBezTo>
                <a:cubicBezTo>
                  <a:pt x="469" y="45"/>
                  <a:pt x="469" y="45"/>
                  <a:pt x="469" y="45"/>
                </a:cubicBezTo>
                <a:cubicBezTo>
                  <a:pt x="471" y="46"/>
                  <a:pt x="471" y="46"/>
                  <a:pt x="471" y="46"/>
                </a:cubicBezTo>
                <a:close/>
                <a:moveTo>
                  <a:pt x="471" y="78"/>
                </a:moveTo>
                <a:cubicBezTo>
                  <a:pt x="471" y="105"/>
                  <a:pt x="471" y="105"/>
                  <a:pt x="471" y="105"/>
                </a:cubicBezTo>
                <a:cubicBezTo>
                  <a:pt x="470" y="110"/>
                  <a:pt x="469" y="113"/>
                  <a:pt x="469" y="118"/>
                </a:cubicBezTo>
                <a:cubicBezTo>
                  <a:pt x="471" y="118"/>
                  <a:pt x="471" y="118"/>
                  <a:pt x="471" y="118"/>
                </a:cubicBezTo>
                <a:cubicBezTo>
                  <a:pt x="471" y="133"/>
                  <a:pt x="471" y="133"/>
                  <a:pt x="471" y="133"/>
                </a:cubicBezTo>
                <a:cubicBezTo>
                  <a:pt x="470" y="132"/>
                  <a:pt x="469" y="132"/>
                  <a:pt x="468" y="131"/>
                </a:cubicBezTo>
                <a:cubicBezTo>
                  <a:pt x="468" y="77"/>
                  <a:pt x="468" y="77"/>
                  <a:pt x="468" y="77"/>
                </a:cubicBezTo>
                <a:cubicBezTo>
                  <a:pt x="469" y="78"/>
                  <a:pt x="470" y="78"/>
                  <a:pt x="471" y="78"/>
                </a:cubicBezTo>
                <a:close/>
                <a:moveTo>
                  <a:pt x="471" y="136"/>
                </a:moveTo>
                <a:cubicBezTo>
                  <a:pt x="471" y="147"/>
                  <a:pt x="471" y="147"/>
                  <a:pt x="471" y="147"/>
                </a:cubicBezTo>
                <a:cubicBezTo>
                  <a:pt x="470" y="146"/>
                  <a:pt x="469" y="146"/>
                  <a:pt x="468" y="146"/>
                </a:cubicBezTo>
                <a:cubicBezTo>
                  <a:pt x="468" y="134"/>
                  <a:pt x="468" y="134"/>
                  <a:pt x="468" y="134"/>
                </a:cubicBezTo>
                <a:cubicBezTo>
                  <a:pt x="469" y="135"/>
                  <a:pt x="470" y="135"/>
                  <a:pt x="471" y="136"/>
                </a:cubicBezTo>
                <a:close/>
                <a:moveTo>
                  <a:pt x="471" y="177"/>
                </a:moveTo>
                <a:cubicBezTo>
                  <a:pt x="471" y="205"/>
                  <a:pt x="471" y="205"/>
                  <a:pt x="471" y="205"/>
                </a:cubicBezTo>
                <a:cubicBezTo>
                  <a:pt x="470" y="205"/>
                  <a:pt x="469" y="204"/>
                  <a:pt x="468" y="204"/>
                </a:cubicBezTo>
                <a:cubicBezTo>
                  <a:pt x="468" y="199"/>
                  <a:pt x="468" y="199"/>
                  <a:pt x="468" y="199"/>
                </a:cubicBezTo>
                <a:cubicBezTo>
                  <a:pt x="469" y="199"/>
                  <a:pt x="469" y="199"/>
                  <a:pt x="469" y="199"/>
                </a:cubicBezTo>
                <a:cubicBezTo>
                  <a:pt x="469" y="198"/>
                  <a:pt x="468" y="196"/>
                  <a:pt x="468" y="195"/>
                </a:cubicBezTo>
                <a:cubicBezTo>
                  <a:pt x="468" y="176"/>
                  <a:pt x="468" y="176"/>
                  <a:pt x="468" y="176"/>
                </a:cubicBezTo>
                <a:cubicBezTo>
                  <a:pt x="469" y="176"/>
                  <a:pt x="470" y="177"/>
                  <a:pt x="471" y="177"/>
                </a:cubicBezTo>
                <a:close/>
                <a:moveTo>
                  <a:pt x="471" y="229"/>
                </a:moveTo>
                <a:cubicBezTo>
                  <a:pt x="471" y="239"/>
                  <a:pt x="471" y="239"/>
                  <a:pt x="471" y="239"/>
                </a:cubicBezTo>
                <a:cubicBezTo>
                  <a:pt x="470" y="238"/>
                  <a:pt x="469" y="238"/>
                  <a:pt x="468" y="237"/>
                </a:cubicBezTo>
                <a:cubicBezTo>
                  <a:pt x="468" y="218"/>
                  <a:pt x="468" y="218"/>
                  <a:pt x="468" y="218"/>
                </a:cubicBezTo>
                <a:cubicBezTo>
                  <a:pt x="469" y="218"/>
                  <a:pt x="469" y="217"/>
                  <a:pt x="470" y="217"/>
                </a:cubicBezTo>
                <a:cubicBezTo>
                  <a:pt x="471" y="222"/>
                  <a:pt x="469" y="225"/>
                  <a:pt x="471" y="229"/>
                </a:cubicBezTo>
                <a:close/>
                <a:moveTo>
                  <a:pt x="471" y="249"/>
                </a:moveTo>
                <a:cubicBezTo>
                  <a:pt x="471" y="259"/>
                  <a:pt x="471" y="259"/>
                  <a:pt x="471" y="259"/>
                </a:cubicBezTo>
                <a:cubicBezTo>
                  <a:pt x="470" y="259"/>
                  <a:pt x="469" y="258"/>
                  <a:pt x="468" y="258"/>
                </a:cubicBezTo>
                <a:cubicBezTo>
                  <a:pt x="468" y="248"/>
                  <a:pt x="468" y="248"/>
                  <a:pt x="468" y="248"/>
                </a:cubicBezTo>
                <a:cubicBezTo>
                  <a:pt x="469" y="248"/>
                  <a:pt x="469" y="249"/>
                  <a:pt x="470" y="249"/>
                </a:cubicBezTo>
                <a:cubicBezTo>
                  <a:pt x="471" y="249"/>
                  <a:pt x="471" y="249"/>
                  <a:pt x="471" y="249"/>
                </a:cubicBezTo>
                <a:close/>
                <a:moveTo>
                  <a:pt x="471" y="267"/>
                </a:moveTo>
                <a:cubicBezTo>
                  <a:pt x="471" y="280"/>
                  <a:pt x="471" y="280"/>
                  <a:pt x="471" y="280"/>
                </a:cubicBezTo>
                <a:cubicBezTo>
                  <a:pt x="471" y="278"/>
                  <a:pt x="471" y="275"/>
                  <a:pt x="470" y="273"/>
                </a:cubicBezTo>
                <a:cubicBezTo>
                  <a:pt x="469" y="273"/>
                  <a:pt x="469" y="273"/>
                  <a:pt x="468" y="273"/>
                </a:cubicBezTo>
                <a:cubicBezTo>
                  <a:pt x="468" y="266"/>
                  <a:pt x="468" y="266"/>
                  <a:pt x="468" y="266"/>
                </a:cubicBezTo>
                <a:cubicBezTo>
                  <a:pt x="469" y="266"/>
                  <a:pt x="470" y="266"/>
                  <a:pt x="471" y="267"/>
                </a:cubicBezTo>
                <a:close/>
                <a:moveTo>
                  <a:pt x="471" y="280"/>
                </a:moveTo>
                <a:cubicBezTo>
                  <a:pt x="471" y="291"/>
                  <a:pt x="471" y="291"/>
                  <a:pt x="471" y="291"/>
                </a:cubicBezTo>
                <a:cubicBezTo>
                  <a:pt x="470" y="291"/>
                  <a:pt x="469" y="292"/>
                  <a:pt x="468" y="293"/>
                </a:cubicBezTo>
                <a:cubicBezTo>
                  <a:pt x="468" y="283"/>
                  <a:pt x="468" y="283"/>
                  <a:pt x="468" y="283"/>
                </a:cubicBezTo>
                <a:cubicBezTo>
                  <a:pt x="469" y="282"/>
                  <a:pt x="469" y="281"/>
                  <a:pt x="469" y="280"/>
                </a:cubicBezTo>
                <a:cubicBezTo>
                  <a:pt x="471" y="280"/>
                  <a:pt x="471" y="280"/>
                  <a:pt x="471" y="280"/>
                </a:cubicBezTo>
                <a:close/>
                <a:moveTo>
                  <a:pt x="471" y="310"/>
                </a:moveTo>
                <a:cubicBezTo>
                  <a:pt x="471" y="319"/>
                  <a:pt x="471" y="319"/>
                  <a:pt x="471" y="319"/>
                </a:cubicBezTo>
                <a:cubicBezTo>
                  <a:pt x="470" y="319"/>
                  <a:pt x="469" y="318"/>
                  <a:pt x="468" y="318"/>
                </a:cubicBezTo>
                <a:cubicBezTo>
                  <a:pt x="468" y="313"/>
                  <a:pt x="468" y="313"/>
                  <a:pt x="468" y="313"/>
                </a:cubicBezTo>
                <a:cubicBezTo>
                  <a:pt x="469" y="312"/>
                  <a:pt x="470" y="311"/>
                  <a:pt x="471" y="310"/>
                </a:cubicBezTo>
                <a:close/>
                <a:moveTo>
                  <a:pt x="471" y="324"/>
                </a:moveTo>
                <a:cubicBezTo>
                  <a:pt x="471" y="337"/>
                  <a:pt x="471" y="337"/>
                  <a:pt x="471" y="337"/>
                </a:cubicBezTo>
                <a:cubicBezTo>
                  <a:pt x="471" y="339"/>
                  <a:pt x="471" y="342"/>
                  <a:pt x="471" y="344"/>
                </a:cubicBezTo>
                <a:cubicBezTo>
                  <a:pt x="471" y="351"/>
                  <a:pt x="471" y="351"/>
                  <a:pt x="471" y="351"/>
                </a:cubicBezTo>
                <a:cubicBezTo>
                  <a:pt x="470" y="350"/>
                  <a:pt x="469" y="349"/>
                  <a:pt x="468" y="347"/>
                </a:cubicBezTo>
                <a:cubicBezTo>
                  <a:pt x="468" y="332"/>
                  <a:pt x="468" y="332"/>
                  <a:pt x="468" y="332"/>
                </a:cubicBezTo>
                <a:cubicBezTo>
                  <a:pt x="469" y="330"/>
                  <a:pt x="469" y="329"/>
                  <a:pt x="468" y="327"/>
                </a:cubicBezTo>
                <a:cubicBezTo>
                  <a:pt x="468" y="319"/>
                  <a:pt x="468" y="319"/>
                  <a:pt x="468" y="319"/>
                </a:cubicBezTo>
                <a:cubicBezTo>
                  <a:pt x="469" y="320"/>
                  <a:pt x="469" y="321"/>
                  <a:pt x="471" y="324"/>
                </a:cubicBezTo>
                <a:close/>
                <a:moveTo>
                  <a:pt x="471" y="453"/>
                </a:moveTo>
                <a:cubicBezTo>
                  <a:pt x="471" y="463"/>
                  <a:pt x="471" y="463"/>
                  <a:pt x="471" y="463"/>
                </a:cubicBezTo>
                <a:cubicBezTo>
                  <a:pt x="470" y="463"/>
                  <a:pt x="469" y="464"/>
                  <a:pt x="468" y="464"/>
                </a:cubicBezTo>
                <a:cubicBezTo>
                  <a:pt x="468" y="457"/>
                  <a:pt x="468" y="457"/>
                  <a:pt x="468" y="457"/>
                </a:cubicBezTo>
                <a:cubicBezTo>
                  <a:pt x="469" y="456"/>
                  <a:pt x="470" y="455"/>
                  <a:pt x="471" y="453"/>
                </a:cubicBezTo>
                <a:close/>
                <a:moveTo>
                  <a:pt x="471" y="470"/>
                </a:moveTo>
                <a:cubicBezTo>
                  <a:pt x="471" y="474"/>
                  <a:pt x="471" y="474"/>
                  <a:pt x="471" y="474"/>
                </a:cubicBezTo>
                <a:cubicBezTo>
                  <a:pt x="470" y="473"/>
                  <a:pt x="469" y="473"/>
                  <a:pt x="468" y="473"/>
                </a:cubicBezTo>
                <a:cubicBezTo>
                  <a:pt x="468" y="468"/>
                  <a:pt x="468" y="468"/>
                  <a:pt x="468" y="468"/>
                </a:cubicBezTo>
                <a:cubicBezTo>
                  <a:pt x="471" y="470"/>
                  <a:pt x="471" y="470"/>
                  <a:pt x="471" y="470"/>
                </a:cubicBezTo>
                <a:close/>
                <a:moveTo>
                  <a:pt x="471" y="476"/>
                </a:moveTo>
                <a:cubicBezTo>
                  <a:pt x="471" y="480"/>
                  <a:pt x="471" y="480"/>
                  <a:pt x="471" y="480"/>
                </a:cubicBezTo>
                <a:cubicBezTo>
                  <a:pt x="469" y="482"/>
                  <a:pt x="467" y="485"/>
                  <a:pt x="471" y="490"/>
                </a:cubicBezTo>
                <a:cubicBezTo>
                  <a:pt x="471" y="494"/>
                  <a:pt x="471" y="494"/>
                  <a:pt x="471" y="494"/>
                </a:cubicBezTo>
                <a:cubicBezTo>
                  <a:pt x="468" y="491"/>
                  <a:pt x="468" y="491"/>
                  <a:pt x="468" y="491"/>
                </a:cubicBezTo>
                <a:cubicBezTo>
                  <a:pt x="468" y="478"/>
                  <a:pt x="468" y="478"/>
                  <a:pt x="468" y="478"/>
                </a:cubicBezTo>
                <a:cubicBezTo>
                  <a:pt x="470" y="477"/>
                  <a:pt x="471" y="477"/>
                  <a:pt x="471" y="476"/>
                </a:cubicBezTo>
                <a:close/>
                <a:moveTo>
                  <a:pt x="471" y="507"/>
                </a:moveTo>
                <a:cubicBezTo>
                  <a:pt x="471" y="520"/>
                  <a:pt x="471" y="520"/>
                  <a:pt x="471" y="520"/>
                </a:cubicBezTo>
                <a:cubicBezTo>
                  <a:pt x="469" y="517"/>
                  <a:pt x="469" y="512"/>
                  <a:pt x="469" y="507"/>
                </a:cubicBezTo>
                <a:cubicBezTo>
                  <a:pt x="471" y="507"/>
                  <a:pt x="471" y="507"/>
                  <a:pt x="471" y="507"/>
                </a:cubicBezTo>
                <a:close/>
                <a:moveTo>
                  <a:pt x="471" y="527"/>
                </a:moveTo>
                <a:cubicBezTo>
                  <a:pt x="471" y="535"/>
                  <a:pt x="471" y="535"/>
                  <a:pt x="471" y="535"/>
                </a:cubicBezTo>
                <a:cubicBezTo>
                  <a:pt x="470" y="536"/>
                  <a:pt x="469" y="536"/>
                  <a:pt x="468" y="536"/>
                </a:cubicBezTo>
                <a:cubicBezTo>
                  <a:pt x="468" y="527"/>
                  <a:pt x="468" y="527"/>
                  <a:pt x="468" y="527"/>
                </a:cubicBezTo>
                <a:cubicBezTo>
                  <a:pt x="469" y="527"/>
                  <a:pt x="470" y="527"/>
                  <a:pt x="471" y="527"/>
                </a:cubicBezTo>
                <a:close/>
                <a:moveTo>
                  <a:pt x="471" y="540"/>
                </a:moveTo>
                <a:cubicBezTo>
                  <a:pt x="471" y="547"/>
                  <a:pt x="471" y="547"/>
                  <a:pt x="471" y="547"/>
                </a:cubicBezTo>
                <a:cubicBezTo>
                  <a:pt x="470" y="548"/>
                  <a:pt x="470" y="548"/>
                  <a:pt x="470" y="548"/>
                </a:cubicBezTo>
                <a:cubicBezTo>
                  <a:pt x="470" y="548"/>
                  <a:pt x="470" y="549"/>
                  <a:pt x="470" y="550"/>
                </a:cubicBezTo>
                <a:cubicBezTo>
                  <a:pt x="469" y="550"/>
                  <a:pt x="469" y="550"/>
                  <a:pt x="468" y="551"/>
                </a:cubicBezTo>
                <a:cubicBezTo>
                  <a:pt x="468" y="542"/>
                  <a:pt x="468" y="542"/>
                  <a:pt x="468" y="542"/>
                </a:cubicBezTo>
                <a:cubicBezTo>
                  <a:pt x="471" y="540"/>
                  <a:pt x="471" y="540"/>
                  <a:pt x="471" y="540"/>
                </a:cubicBezTo>
                <a:close/>
                <a:moveTo>
                  <a:pt x="471" y="554"/>
                </a:moveTo>
                <a:cubicBezTo>
                  <a:pt x="471" y="565"/>
                  <a:pt x="471" y="565"/>
                  <a:pt x="471" y="565"/>
                </a:cubicBezTo>
                <a:cubicBezTo>
                  <a:pt x="470" y="565"/>
                  <a:pt x="469" y="565"/>
                  <a:pt x="468" y="566"/>
                </a:cubicBezTo>
                <a:cubicBezTo>
                  <a:pt x="468" y="556"/>
                  <a:pt x="468" y="556"/>
                  <a:pt x="468" y="556"/>
                </a:cubicBezTo>
                <a:cubicBezTo>
                  <a:pt x="469" y="555"/>
                  <a:pt x="470" y="555"/>
                  <a:pt x="471" y="554"/>
                </a:cubicBezTo>
                <a:close/>
                <a:moveTo>
                  <a:pt x="471" y="571"/>
                </a:moveTo>
                <a:cubicBezTo>
                  <a:pt x="471" y="584"/>
                  <a:pt x="471" y="584"/>
                  <a:pt x="471" y="584"/>
                </a:cubicBezTo>
                <a:cubicBezTo>
                  <a:pt x="468" y="585"/>
                  <a:pt x="468" y="585"/>
                  <a:pt x="468" y="585"/>
                </a:cubicBezTo>
                <a:cubicBezTo>
                  <a:pt x="468" y="573"/>
                  <a:pt x="468" y="573"/>
                  <a:pt x="468" y="573"/>
                </a:cubicBezTo>
                <a:cubicBezTo>
                  <a:pt x="469" y="572"/>
                  <a:pt x="470" y="572"/>
                  <a:pt x="471" y="571"/>
                </a:cubicBezTo>
                <a:close/>
                <a:moveTo>
                  <a:pt x="471" y="598"/>
                </a:moveTo>
                <a:cubicBezTo>
                  <a:pt x="471" y="609"/>
                  <a:pt x="471" y="609"/>
                  <a:pt x="471" y="609"/>
                </a:cubicBezTo>
                <a:cubicBezTo>
                  <a:pt x="470" y="609"/>
                  <a:pt x="469" y="609"/>
                  <a:pt x="468" y="608"/>
                </a:cubicBezTo>
                <a:cubicBezTo>
                  <a:pt x="468" y="599"/>
                  <a:pt x="468" y="599"/>
                  <a:pt x="468" y="599"/>
                </a:cubicBezTo>
                <a:cubicBezTo>
                  <a:pt x="469" y="599"/>
                  <a:pt x="470" y="599"/>
                  <a:pt x="471" y="598"/>
                </a:cubicBezTo>
                <a:close/>
                <a:moveTo>
                  <a:pt x="471" y="621"/>
                </a:moveTo>
                <a:cubicBezTo>
                  <a:pt x="471" y="628"/>
                  <a:pt x="471" y="628"/>
                  <a:pt x="471" y="628"/>
                </a:cubicBezTo>
                <a:cubicBezTo>
                  <a:pt x="470" y="628"/>
                  <a:pt x="469" y="628"/>
                  <a:pt x="468" y="629"/>
                </a:cubicBezTo>
                <a:cubicBezTo>
                  <a:pt x="468" y="622"/>
                  <a:pt x="468" y="622"/>
                  <a:pt x="468" y="622"/>
                </a:cubicBezTo>
                <a:cubicBezTo>
                  <a:pt x="469" y="621"/>
                  <a:pt x="470" y="621"/>
                  <a:pt x="471" y="621"/>
                </a:cubicBezTo>
                <a:close/>
                <a:moveTo>
                  <a:pt x="471" y="741"/>
                </a:moveTo>
                <a:cubicBezTo>
                  <a:pt x="471" y="749"/>
                  <a:pt x="471" y="749"/>
                  <a:pt x="471" y="749"/>
                </a:cubicBezTo>
                <a:cubicBezTo>
                  <a:pt x="470" y="749"/>
                  <a:pt x="469" y="749"/>
                  <a:pt x="468" y="750"/>
                </a:cubicBezTo>
                <a:cubicBezTo>
                  <a:pt x="468" y="742"/>
                  <a:pt x="468" y="742"/>
                  <a:pt x="468" y="742"/>
                </a:cubicBezTo>
                <a:cubicBezTo>
                  <a:pt x="469" y="742"/>
                  <a:pt x="470" y="742"/>
                  <a:pt x="471" y="741"/>
                </a:cubicBezTo>
                <a:close/>
                <a:moveTo>
                  <a:pt x="471" y="764"/>
                </a:moveTo>
                <a:cubicBezTo>
                  <a:pt x="471" y="776"/>
                  <a:pt x="471" y="776"/>
                  <a:pt x="471" y="776"/>
                </a:cubicBezTo>
                <a:cubicBezTo>
                  <a:pt x="468" y="773"/>
                  <a:pt x="468" y="773"/>
                  <a:pt x="468" y="773"/>
                </a:cubicBezTo>
                <a:cubicBezTo>
                  <a:pt x="468" y="760"/>
                  <a:pt x="468" y="760"/>
                  <a:pt x="468" y="760"/>
                </a:cubicBezTo>
                <a:cubicBezTo>
                  <a:pt x="469" y="762"/>
                  <a:pt x="470" y="763"/>
                  <a:pt x="471" y="764"/>
                </a:cubicBezTo>
                <a:close/>
                <a:moveTo>
                  <a:pt x="467" y="6"/>
                </a:moveTo>
                <a:cubicBezTo>
                  <a:pt x="468" y="7"/>
                  <a:pt x="468" y="7"/>
                  <a:pt x="468" y="7"/>
                </a:cubicBezTo>
                <a:cubicBezTo>
                  <a:pt x="468" y="15"/>
                  <a:pt x="468" y="15"/>
                  <a:pt x="468" y="15"/>
                </a:cubicBezTo>
                <a:cubicBezTo>
                  <a:pt x="468" y="15"/>
                  <a:pt x="467" y="15"/>
                  <a:pt x="467" y="15"/>
                </a:cubicBezTo>
                <a:cubicBezTo>
                  <a:pt x="467" y="6"/>
                  <a:pt x="467" y="6"/>
                  <a:pt x="467" y="6"/>
                </a:cubicBezTo>
                <a:close/>
                <a:moveTo>
                  <a:pt x="468" y="787"/>
                </a:moveTo>
                <a:cubicBezTo>
                  <a:pt x="467" y="787"/>
                  <a:pt x="467" y="787"/>
                  <a:pt x="467" y="787"/>
                </a:cubicBezTo>
                <a:cubicBezTo>
                  <a:pt x="467" y="780"/>
                  <a:pt x="467" y="780"/>
                  <a:pt x="467" y="780"/>
                </a:cubicBezTo>
                <a:cubicBezTo>
                  <a:pt x="468" y="780"/>
                  <a:pt x="468" y="780"/>
                  <a:pt x="468" y="780"/>
                </a:cubicBezTo>
                <a:cubicBezTo>
                  <a:pt x="468" y="787"/>
                  <a:pt x="468" y="787"/>
                  <a:pt x="468" y="787"/>
                </a:cubicBezTo>
                <a:close/>
                <a:moveTo>
                  <a:pt x="468" y="43"/>
                </a:moveTo>
                <a:cubicBezTo>
                  <a:pt x="468" y="53"/>
                  <a:pt x="468" y="53"/>
                  <a:pt x="468" y="53"/>
                </a:cubicBezTo>
                <a:cubicBezTo>
                  <a:pt x="468" y="52"/>
                  <a:pt x="467" y="52"/>
                  <a:pt x="467" y="52"/>
                </a:cubicBezTo>
                <a:cubicBezTo>
                  <a:pt x="467" y="41"/>
                  <a:pt x="467" y="41"/>
                  <a:pt x="467" y="41"/>
                </a:cubicBezTo>
                <a:cubicBezTo>
                  <a:pt x="468" y="43"/>
                  <a:pt x="468" y="43"/>
                  <a:pt x="468" y="43"/>
                </a:cubicBezTo>
                <a:close/>
                <a:moveTo>
                  <a:pt x="468" y="77"/>
                </a:moveTo>
                <a:cubicBezTo>
                  <a:pt x="468" y="131"/>
                  <a:pt x="468" y="131"/>
                  <a:pt x="468" y="131"/>
                </a:cubicBezTo>
                <a:cubicBezTo>
                  <a:pt x="467" y="131"/>
                  <a:pt x="467" y="131"/>
                  <a:pt x="467" y="131"/>
                </a:cubicBezTo>
                <a:cubicBezTo>
                  <a:pt x="467" y="77"/>
                  <a:pt x="467" y="77"/>
                  <a:pt x="467" y="77"/>
                </a:cubicBezTo>
                <a:cubicBezTo>
                  <a:pt x="468" y="77"/>
                  <a:pt x="468" y="77"/>
                  <a:pt x="468" y="77"/>
                </a:cubicBezTo>
                <a:close/>
                <a:moveTo>
                  <a:pt x="468" y="134"/>
                </a:moveTo>
                <a:cubicBezTo>
                  <a:pt x="468" y="146"/>
                  <a:pt x="468" y="146"/>
                  <a:pt x="468" y="146"/>
                </a:cubicBezTo>
                <a:cubicBezTo>
                  <a:pt x="468" y="146"/>
                  <a:pt x="467" y="146"/>
                  <a:pt x="467" y="146"/>
                </a:cubicBezTo>
                <a:cubicBezTo>
                  <a:pt x="467" y="133"/>
                  <a:pt x="467" y="133"/>
                  <a:pt x="467" y="133"/>
                </a:cubicBezTo>
                <a:cubicBezTo>
                  <a:pt x="467" y="134"/>
                  <a:pt x="468" y="134"/>
                  <a:pt x="468" y="134"/>
                </a:cubicBezTo>
                <a:close/>
                <a:moveTo>
                  <a:pt x="468" y="176"/>
                </a:moveTo>
                <a:cubicBezTo>
                  <a:pt x="468" y="195"/>
                  <a:pt x="468" y="195"/>
                  <a:pt x="468" y="195"/>
                </a:cubicBezTo>
                <a:cubicBezTo>
                  <a:pt x="468" y="193"/>
                  <a:pt x="467" y="191"/>
                  <a:pt x="467" y="190"/>
                </a:cubicBezTo>
                <a:cubicBezTo>
                  <a:pt x="467" y="176"/>
                  <a:pt x="467" y="176"/>
                  <a:pt x="467" y="176"/>
                </a:cubicBezTo>
                <a:cubicBezTo>
                  <a:pt x="468" y="176"/>
                  <a:pt x="468" y="176"/>
                  <a:pt x="468" y="176"/>
                </a:cubicBezTo>
                <a:close/>
                <a:moveTo>
                  <a:pt x="468" y="199"/>
                </a:moveTo>
                <a:cubicBezTo>
                  <a:pt x="468" y="204"/>
                  <a:pt x="468" y="204"/>
                  <a:pt x="468" y="204"/>
                </a:cubicBezTo>
                <a:cubicBezTo>
                  <a:pt x="467" y="203"/>
                  <a:pt x="467" y="203"/>
                  <a:pt x="467" y="203"/>
                </a:cubicBezTo>
                <a:cubicBezTo>
                  <a:pt x="467" y="199"/>
                  <a:pt x="467" y="199"/>
                  <a:pt x="467" y="199"/>
                </a:cubicBezTo>
                <a:cubicBezTo>
                  <a:pt x="468" y="199"/>
                  <a:pt x="468" y="199"/>
                  <a:pt x="468" y="199"/>
                </a:cubicBezTo>
                <a:close/>
                <a:moveTo>
                  <a:pt x="468" y="218"/>
                </a:moveTo>
                <a:cubicBezTo>
                  <a:pt x="468" y="237"/>
                  <a:pt x="468" y="237"/>
                  <a:pt x="468" y="237"/>
                </a:cubicBezTo>
                <a:cubicBezTo>
                  <a:pt x="467" y="237"/>
                  <a:pt x="467" y="237"/>
                  <a:pt x="467" y="237"/>
                </a:cubicBezTo>
                <a:cubicBezTo>
                  <a:pt x="467" y="218"/>
                  <a:pt x="467" y="218"/>
                  <a:pt x="467" y="218"/>
                </a:cubicBezTo>
                <a:cubicBezTo>
                  <a:pt x="468" y="218"/>
                  <a:pt x="468" y="218"/>
                  <a:pt x="468" y="218"/>
                </a:cubicBezTo>
                <a:close/>
                <a:moveTo>
                  <a:pt x="468" y="248"/>
                </a:moveTo>
                <a:cubicBezTo>
                  <a:pt x="468" y="258"/>
                  <a:pt x="468" y="258"/>
                  <a:pt x="468" y="258"/>
                </a:cubicBezTo>
                <a:cubicBezTo>
                  <a:pt x="467" y="258"/>
                  <a:pt x="467" y="258"/>
                  <a:pt x="467" y="258"/>
                </a:cubicBezTo>
                <a:cubicBezTo>
                  <a:pt x="467" y="247"/>
                  <a:pt x="467" y="247"/>
                  <a:pt x="467" y="247"/>
                </a:cubicBezTo>
                <a:cubicBezTo>
                  <a:pt x="467" y="248"/>
                  <a:pt x="468" y="248"/>
                  <a:pt x="468" y="248"/>
                </a:cubicBezTo>
                <a:close/>
                <a:moveTo>
                  <a:pt x="468" y="266"/>
                </a:moveTo>
                <a:cubicBezTo>
                  <a:pt x="468" y="273"/>
                  <a:pt x="468" y="273"/>
                  <a:pt x="468" y="273"/>
                </a:cubicBezTo>
                <a:cubicBezTo>
                  <a:pt x="467" y="273"/>
                  <a:pt x="467" y="273"/>
                  <a:pt x="467" y="273"/>
                </a:cubicBezTo>
                <a:cubicBezTo>
                  <a:pt x="467" y="265"/>
                  <a:pt x="467" y="265"/>
                  <a:pt x="467" y="265"/>
                </a:cubicBezTo>
                <a:cubicBezTo>
                  <a:pt x="468" y="266"/>
                  <a:pt x="468" y="266"/>
                  <a:pt x="468" y="266"/>
                </a:cubicBezTo>
                <a:close/>
                <a:moveTo>
                  <a:pt x="468" y="283"/>
                </a:moveTo>
                <a:cubicBezTo>
                  <a:pt x="468" y="293"/>
                  <a:pt x="468" y="293"/>
                  <a:pt x="468" y="293"/>
                </a:cubicBezTo>
                <a:cubicBezTo>
                  <a:pt x="467" y="293"/>
                  <a:pt x="467" y="293"/>
                  <a:pt x="467" y="293"/>
                </a:cubicBezTo>
                <a:cubicBezTo>
                  <a:pt x="467" y="283"/>
                  <a:pt x="467" y="283"/>
                  <a:pt x="467" y="283"/>
                </a:cubicBezTo>
                <a:cubicBezTo>
                  <a:pt x="467" y="283"/>
                  <a:pt x="468" y="283"/>
                  <a:pt x="468" y="283"/>
                </a:cubicBezTo>
                <a:close/>
                <a:moveTo>
                  <a:pt x="468" y="313"/>
                </a:moveTo>
                <a:cubicBezTo>
                  <a:pt x="468" y="318"/>
                  <a:pt x="468" y="318"/>
                  <a:pt x="468" y="318"/>
                </a:cubicBezTo>
                <a:cubicBezTo>
                  <a:pt x="468" y="318"/>
                  <a:pt x="468" y="318"/>
                  <a:pt x="468" y="318"/>
                </a:cubicBezTo>
                <a:cubicBezTo>
                  <a:pt x="468" y="318"/>
                  <a:pt x="468" y="319"/>
                  <a:pt x="468" y="319"/>
                </a:cubicBezTo>
                <a:cubicBezTo>
                  <a:pt x="468" y="327"/>
                  <a:pt x="468" y="327"/>
                  <a:pt x="468" y="327"/>
                </a:cubicBezTo>
                <a:cubicBezTo>
                  <a:pt x="468" y="326"/>
                  <a:pt x="468" y="326"/>
                  <a:pt x="467" y="325"/>
                </a:cubicBezTo>
                <a:cubicBezTo>
                  <a:pt x="467" y="314"/>
                  <a:pt x="467" y="314"/>
                  <a:pt x="467" y="314"/>
                </a:cubicBezTo>
                <a:cubicBezTo>
                  <a:pt x="467" y="314"/>
                  <a:pt x="468" y="313"/>
                  <a:pt x="468" y="313"/>
                </a:cubicBezTo>
                <a:close/>
                <a:moveTo>
                  <a:pt x="468" y="332"/>
                </a:moveTo>
                <a:cubicBezTo>
                  <a:pt x="468" y="347"/>
                  <a:pt x="468" y="347"/>
                  <a:pt x="468" y="347"/>
                </a:cubicBezTo>
                <a:cubicBezTo>
                  <a:pt x="468" y="347"/>
                  <a:pt x="467" y="347"/>
                  <a:pt x="467" y="346"/>
                </a:cubicBezTo>
                <a:cubicBezTo>
                  <a:pt x="467" y="346"/>
                  <a:pt x="467" y="346"/>
                  <a:pt x="467" y="346"/>
                </a:cubicBezTo>
                <a:cubicBezTo>
                  <a:pt x="467" y="335"/>
                  <a:pt x="467" y="335"/>
                  <a:pt x="467" y="335"/>
                </a:cubicBezTo>
                <a:cubicBezTo>
                  <a:pt x="468" y="334"/>
                  <a:pt x="468" y="333"/>
                  <a:pt x="468" y="332"/>
                </a:cubicBezTo>
                <a:close/>
                <a:moveTo>
                  <a:pt x="468" y="457"/>
                </a:moveTo>
                <a:cubicBezTo>
                  <a:pt x="468" y="464"/>
                  <a:pt x="468" y="464"/>
                  <a:pt x="468" y="464"/>
                </a:cubicBezTo>
                <a:cubicBezTo>
                  <a:pt x="468" y="464"/>
                  <a:pt x="467" y="465"/>
                  <a:pt x="467" y="465"/>
                </a:cubicBezTo>
                <a:cubicBezTo>
                  <a:pt x="467" y="458"/>
                  <a:pt x="467" y="458"/>
                  <a:pt x="467" y="458"/>
                </a:cubicBezTo>
                <a:cubicBezTo>
                  <a:pt x="468" y="457"/>
                  <a:pt x="468" y="457"/>
                  <a:pt x="468" y="457"/>
                </a:cubicBezTo>
                <a:close/>
                <a:moveTo>
                  <a:pt x="468" y="468"/>
                </a:moveTo>
                <a:cubicBezTo>
                  <a:pt x="468" y="473"/>
                  <a:pt x="468" y="473"/>
                  <a:pt x="468" y="473"/>
                </a:cubicBezTo>
                <a:cubicBezTo>
                  <a:pt x="467" y="473"/>
                  <a:pt x="467" y="473"/>
                  <a:pt x="467" y="473"/>
                </a:cubicBezTo>
                <a:cubicBezTo>
                  <a:pt x="467" y="468"/>
                  <a:pt x="467" y="468"/>
                  <a:pt x="467" y="468"/>
                </a:cubicBezTo>
                <a:cubicBezTo>
                  <a:pt x="468" y="468"/>
                  <a:pt x="468" y="468"/>
                  <a:pt x="468" y="468"/>
                </a:cubicBezTo>
                <a:close/>
                <a:moveTo>
                  <a:pt x="468" y="478"/>
                </a:moveTo>
                <a:cubicBezTo>
                  <a:pt x="468" y="491"/>
                  <a:pt x="468" y="491"/>
                  <a:pt x="468" y="491"/>
                </a:cubicBezTo>
                <a:cubicBezTo>
                  <a:pt x="467" y="490"/>
                  <a:pt x="467" y="490"/>
                  <a:pt x="467" y="490"/>
                </a:cubicBezTo>
                <a:cubicBezTo>
                  <a:pt x="467" y="478"/>
                  <a:pt x="467" y="478"/>
                  <a:pt x="467" y="478"/>
                </a:cubicBezTo>
                <a:cubicBezTo>
                  <a:pt x="468" y="478"/>
                  <a:pt x="468" y="478"/>
                  <a:pt x="468" y="478"/>
                </a:cubicBezTo>
                <a:close/>
                <a:moveTo>
                  <a:pt x="468" y="527"/>
                </a:moveTo>
                <a:cubicBezTo>
                  <a:pt x="468" y="536"/>
                  <a:pt x="468" y="536"/>
                  <a:pt x="468" y="536"/>
                </a:cubicBezTo>
                <a:cubicBezTo>
                  <a:pt x="468" y="536"/>
                  <a:pt x="467" y="536"/>
                  <a:pt x="467" y="537"/>
                </a:cubicBezTo>
                <a:cubicBezTo>
                  <a:pt x="467" y="528"/>
                  <a:pt x="467" y="528"/>
                  <a:pt x="467" y="528"/>
                </a:cubicBezTo>
                <a:cubicBezTo>
                  <a:pt x="467" y="528"/>
                  <a:pt x="468" y="527"/>
                  <a:pt x="468" y="527"/>
                </a:cubicBezTo>
                <a:close/>
                <a:moveTo>
                  <a:pt x="468" y="542"/>
                </a:moveTo>
                <a:cubicBezTo>
                  <a:pt x="468" y="551"/>
                  <a:pt x="468" y="551"/>
                  <a:pt x="468" y="551"/>
                </a:cubicBezTo>
                <a:cubicBezTo>
                  <a:pt x="467" y="551"/>
                  <a:pt x="467" y="551"/>
                  <a:pt x="467" y="551"/>
                </a:cubicBezTo>
                <a:cubicBezTo>
                  <a:pt x="467" y="542"/>
                  <a:pt x="467" y="542"/>
                  <a:pt x="467" y="542"/>
                </a:cubicBezTo>
                <a:cubicBezTo>
                  <a:pt x="468" y="542"/>
                  <a:pt x="468" y="542"/>
                  <a:pt x="468" y="542"/>
                </a:cubicBezTo>
                <a:close/>
                <a:moveTo>
                  <a:pt x="468" y="556"/>
                </a:moveTo>
                <a:cubicBezTo>
                  <a:pt x="468" y="566"/>
                  <a:pt x="468" y="566"/>
                  <a:pt x="468" y="566"/>
                </a:cubicBezTo>
                <a:cubicBezTo>
                  <a:pt x="467" y="567"/>
                  <a:pt x="467" y="567"/>
                  <a:pt x="467" y="567"/>
                </a:cubicBezTo>
                <a:cubicBezTo>
                  <a:pt x="467" y="556"/>
                  <a:pt x="467" y="556"/>
                  <a:pt x="467" y="556"/>
                </a:cubicBezTo>
                <a:cubicBezTo>
                  <a:pt x="468" y="556"/>
                  <a:pt x="468" y="556"/>
                  <a:pt x="468" y="556"/>
                </a:cubicBezTo>
                <a:close/>
                <a:moveTo>
                  <a:pt x="468" y="573"/>
                </a:moveTo>
                <a:cubicBezTo>
                  <a:pt x="468" y="585"/>
                  <a:pt x="468" y="585"/>
                  <a:pt x="468" y="585"/>
                </a:cubicBezTo>
                <a:cubicBezTo>
                  <a:pt x="467" y="585"/>
                  <a:pt x="467" y="585"/>
                  <a:pt x="467" y="585"/>
                </a:cubicBezTo>
                <a:cubicBezTo>
                  <a:pt x="467" y="573"/>
                  <a:pt x="467" y="573"/>
                  <a:pt x="467" y="573"/>
                </a:cubicBezTo>
                <a:cubicBezTo>
                  <a:pt x="468" y="573"/>
                  <a:pt x="468" y="573"/>
                  <a:pt x="468" y="573"/>
                </a:cubicBezTo>
                <a:close/>
                <a:moveTo>
                  <a:pt x="468" y="599"/>
                </a:moveTo>
                <a:cubicBezTo>
                  <a:pt x="468" y="608"/>
                  <a:pt x="468" y="608"/>
                  <a:pt x="468" y="608"/>
                </a:cubicBezTo>
                <a:cubicBezTo>
                  <a:pt x="468" y="608"/>
                  <a:pt x="467" y="608"/>
                  <a:pt x="467" y="608"/>
                </a:cubicBezTo>
                <a:cubicBezTo>
                  <a:pt x="467" y="600"/>
                  <a:pt x="467" y="600"/>
                  <a:pt x="467" y="600"/>
                </a:cubicBezTo>
                <a:cubicBezTo>
                  <a:pt x="468" y="599"/>
                  <a:pt x="468" y="599"/>
                  <a:pt x="468" y="599"/>
                </a:cubicBezTo>
                <a:close/>
                <a:moveTo>
                  <a:pt x="468" y="622"/>
                </a:moveTo>
                <a:cubicBezTo>
                  <a:pt x="468" y="629"/>
                  <a:pt x="468" y="629"/>
                  <a:pt x="468" y="629"/>
                </a:cubicBezTo>
                <a:cubicBezTo>
                  <a:pt x="467" y="629"/>
                  <a:pt x="467" y="629"/>
                  <a:pt x="467" y="629"/>
                </a:cubicBezTo>
                <a:cubicBezTo>
                  <a:pt x="467" y="621"/>
                  <a:pt x="467" y="621"/>
                  <a:pt x="467" y="621"/>
                </a:cubicBezTo>
                <a:cubicBezTo>
                  <a:pt x="468" y="622"/>
                  <a:pt x="468" y="622"/>
                  <a:pt x="468" y="622"/>
                </a:cubicBezTo>
                <a:cubicBezTo>
                  <a:pt x="468" y="622"/>
                  <a:pt x="468" y="622"/>
                  <a:pt x="468" y="622"/>
                </a:cubicBezTo>
                <a:close/>
                <a:moveTo>
                  <a:pt x="468" y="742"/>
                </a:moveTo>
                <a:cubicBezTo>
                  <a:pt x="468" y="750"/>
                  <a:pt x="468" y="750"/>
                  <a:pt x="468" y="750"/>
                </a:cubicBezTo>
                <a:cubicBezTo>
                  <a:pt x="467" y="750"/>
                  <a:pt x="467" y="750"/>
                  <a:pt x="467" y="750"/>
                </a:cubicBezTo>
                <a:cubicBezTo>
                  <a:pt x="467" y="743"/>
                  <a:pt x="467" y="743"/>
                  <a:pt x="467" y="743"/>
                </a:cubicBezTo>
                <a:cubicBezTo>
                  <a:pt x="468" y="742"/>
                  <a:pt x="468" y="742"/>
                  <a:pt x="468" y="742"/>
                </a:cubicBezTo>
                <a:close/>
                <a:moveTo>
                  <a:pt x="468" y="760"/>
                </a:moveTo>
                <a:cubicBezTo>
                  <a:pt x="468" y="773"/>
                  <a:pt x="468" y="773"/>
                  <a:pt x="468" y="773"/>
                </a:cubicBezTo>
                <a:cubicBezTo>
                  <a:pt x="467" y="771"/>
                  <a:pt x="467" y="771"/>
                  <a:pt x="467" y="771"/>
                </a:cubicBezTo>
                <a:cubicBezTo>
                  <a:pt x="467" y="759"/>
                  <a:pt x="467" y="759"/>
                  <a:pt x="467" y="759"/>
                </a:cubicBezTo>
                <a:cubicBezTo>
                  <a:pt x="468" y="760"/>
                  <a:pt x="468" y="760"/>
                  <a:pt x="468" y="760"/>
                </a:cubicBezTo>
                <a:close/>
                <a:moveTo>
                  <a:pt x="467" y="379"/>
                </a:moveTo>
                <a:cubicBezTo>
                  <a:pt x="467" y="379"/>
                  <a:pt x="467" y="379"/>
                  <a:pt x="467" y="379"/>
                </a:cubicBezTo>
                <a:cubicBezTo>
                  <a:pt x="468" y="379"/>
                  <a:pt x="468" y="379"/>
                  <a:pt x="468" y="379"/>
                </a:cubicBezTo>
                <a:lnTo>
                  <a:pt x="467" y="379"/>
                </a:lnTo>
                <a:close/>
                <a:moveTo>
                  <a:pt x="458" y="5"/>
                </a:moveTo>
                <a:cubicBezTo>
                  <a:pt x="461" y="6"/>
                  <a:pt x="464" y="6"/>
                  <a:pt x="467" y="6"/>
                </a:cubicBezTo>
                <a:cubicBezTo>
                  <a:pt x="467" y="15"/>
                  <a:pt x="467" y="15"/>
                  <a:pt x="467" y="15"/>
                </a:cubicBezTo>
                <a:cubicBezTo>
                  <a:pt x="465" y="14"/>
                  <a:pt x="461" y="14"/>
                  <a:pt x="458" y="14"/>
                </a:cubicBezTo>
                <a:cubicBezTo>
                  <a:pt x="458" y="5"/>
                  <a:pt x="458" y="5"/>
                  <a:pt x="458" y="5"/>
                </a:cubicBezTo>
                <a:close/>
                <a:moveTo>
                  <a:pt x="467" y="787"/>
                </a:moveTo>
                <a:cubicBezTo>
                  <a:pt x="464" y="788"/>
                  <a:pt x="461" y="788"/>
                  <a:pt x="458" y="789"/>
                </a:cubicBezTo>
                <a:cubicBezTo>
                  <a:pt x="458" y="781"/>
                  <a:pt x="458" y="781"/>
                  <a:pt x="458" y="781"/>
                </a:cubicBezTo>
                <a:cubicBezTo>
                  <a:pt x="461" y="781"/>
                  <a:pt x="464" y="781"/>
                  <a:pt x="467" y="780"/>
                </a:cubicBezTo>
                <a:cubicBezTo>
                  <a:pt x="467" y="787"/>
                  <a:pt x="467" y="787"/>
                  <a:pt x="467" y="787"/>
                </a:cubicBezTo>
                <a:close/>
                <a:moveTo>
                  <a:pt x="467" y="41"/>
                </a:moveTo>
                <a:cubicBezTo>
                  <a:pt x="467" y="52"/>
                  <a:pt x="467" y="52"/>
                  <a:pt x="467" y="52"/>
                </a:cubicBezTo>
                <a:cubicBezTo>
                  <a:pt x="466" y="51"/>
                  <a:pt x="465" y="51"/>
                  <a:pt x="464" y="50"/>
                </a:cubicBezTo>
                <a:cubicBezTo>
                  <a:pt x="462" y="50"/>
                  <a:pt x="460" y="50"/>
                  <a:pt x="458" y="50"/>
                </a:cubicBezTo>
                <a:cubicBezTo>
                  <a:pt x="458" y="20"/>
                  <a:pt x="458" y="20"/>
                  <a:pt x="458" y="20"/>
                </a:cubicBezTo>
                <a:cubicBezTo>
                  <a:pt x="461" y="27"/>
                  <a:pt x="464" y="34"/>
                  <a:pt x="467" y="41"/>
                </a:cubicBezTo>
                <a:close/>
                <a:moveTo>
                  <a:pt x="467" y="77"/>
                </a:moveTo>
                <a:cubicBezTo>
                  <a:pt x="467" y="131"/>
                  <a:pt x="467" y="131"/>
                  <a:pt x="467" y="131"/>
                </a:cubicBezTo>
                <a:cubicBezTo>
                  <a:pt x="466" y="131"/>
                  <a:pt x="465" y="130"/>
                  <a:pt x="464" y="130"/>
                </a:cubicBezTo>
                <a:cubicBezTo>
                  <a:pt x="465" y="131"/>
                  <a:pt x="466" y="133"/>
                  <a:pt x="467" y="133"/>
                </a:cubicBezTo>
                <a:cubicBezTo>
                  <a:pt x="467" y="146"/>
                  <a:pt x="467" y="146"/>
                  <a:pt x="467" y="146"/>
                </a:cubicBezTo>
                <a:cubicBezTo>
                  <a:pt x="465" y="145"/>
                  <a:pt x="463" y="144"/>
                  <a:pt x="461" y="143"/>
                </a:cubicBezTo>
                <a:cubicBezTo>
                  <a:pt x="460" y="146"/>
                  <a:pt x="459" y="148"/>
                  <a:pt x="458" y="149"/>
                </a:cubicBezTo>
                <a:cubicBezTo>
                  <a:pt x="458" y="113"/>
                  <a:pt x="458" y="113"/>
                  <a:pt x="458" y="113"/>
                </a:cubicBezTo>
                <a:cubicBezTo>
                  <a:pt x="459" y="111"/>
                  <a:pt x="459" y="110"/>
                  <a:pt x="462" y="99"/>
                </a:cubicBezTo>
                <a:cubicBezTo>
                  <a:pt x="460" y="99"/>
                  <a:pt x="459" y="99"/>
                  <a:pt x="458" y="99"/>
                </a:cubicBezTo>
                <a:cubicBezTo>
                  <a:pt x="458" y="70"/>
                  <a:pt x="458" y="70"/>
                  <a:pt x="458" y="70"/>
                </a:cubicBezTo>
                <a:cubicBezTo>
                  <a:pt x="459" y="70"/>
                  <a:pt x="460" y="71"/>
                  <a:pt x="462" y="72"/>
                </a:cubicBezTo>
                <a:cubicBezTo>
                  <a:pt x="462" y="73"/>
                  <a:pt x="462" y="74"/>
                  <a:pt x="462" y="75"/>
                </a:cubicBezTo>
                <a:cubicBezTo>
                  <a:pt x="464" y="76"/>
                  <a:pt x="465" y="76"/>
                  <a:pt x="467" y="77"/>
                </a:cubicBezTo>
                <a:close/>
                <a:moveTo>
                  <a:pt x="467" y="176"/>
                </a:moveTo>
                <a:cubicBezTo>
                  <a:pt x="467" y="190"/>
                  <a:pt x="467" y="190"/>
                  <a:pt x="467" y="190"/>
                </a:cubicBezTo>
                <a:cubicBezTo>
                  <a:pt x="466" y="184"/>
                  <a:pt x="464" y="180"/>
                  <a:pt x="458" y="178"/>
                </a:cubicBezTo>
                <a:cubicBezTo>
                  <a:pt x="458" y="172"/>
                  <a:pt x="458" y="172"/>
                  <a:pt x="458" y="172"/>
                </a:cubicBezTo>
                <a:cubicBezTo>
                  <a:pt x="461" y="173"/>
                  <a:pt x="463" y="174"/>
                  <a:pt x="465" y="175"/>
                </a:cubicBezTo>
                <a:cubicBezTo>
                  <a:pt x="466" y="175"/>
                  <a:pt x="467" y="175"/>
                  <a:pt x="467" y="176"/>
                </a:cubicBezTo>
                <a:close/>
                <a:moveTo>
                  <a:pt x="467" y="199"/>
                </a:moveTo>
                <a:cubicBezTo>
                  <a:pt x="467" y="203"/>
                  <a:pt x="467" y="203"/>
                  <a:pt x="467" y="203"/>
                </a:cubicBezTo>
                <a:cubicBezTo>
                  <a:pt x="464" y="202"/>
                  <a:pt x="461" y="201"/>
                  <a:pt x="458" y="200"/>
                </a:cubicBezTo>
                <a:cubicBezTo>
                  <a:pt x="458" y="193"/>
                  <a:pt x="458" y="193"/>
                  <a:pt x="458" y="193"/>
                </a:cubicBezTo>
                <a:cubicBezTo>
                  <a:pt x="459" y="195"/>
                  <a:pt x="462" y="197"/>
                  <a:pt x="465" y="199"/>
                </a:cubicBezTo>
                <a:cubicBezTo>
                  <a:pt x="467" y="199"/>
                  <a:pt x="467" y="199"/>
                  <a:pt x="467" y="199"/>
                </a:cubicBezTo>
                <a:close/>
                <a:moveTo>
                  <a:pt x="467" y="218"/>
                </a:moveTo>
                <a:cubicBezTo>
                  <a:pt x="467" y="237"/>
                  <a:pt x="467" y="237"/>
                  <a:pt x="467" y="237"/>
                </a:cubicBezTo>
                <a:cubicBezTo>
                  <a:pt x="464" y="236"/>
                  <a:pt x="461" y="235"/>
                  <a:pt x="458" y="234"/>
                </a:cubicBezTo>
                <a:cubicBezTo>
                  <a:pt x="458" y="224"/>
                  <a:pt x="458" y="224"/>
                  <a:pt x="458" y="224"/>
                </a:cubicBezTo>
                <a:cubicBezTo>
                  <a:pt x="459" y="224"/>
                  <a:pt x="459" y="224"/>
                  <a:pt x="460" y="224"/>
                </a:cubicBezTo>
                <a:cubicBezTo>
                  <a:pt x="463" y="221"/>
                  <a:pt x="464" y="220"/>
                  <a:pt x="467" y="218"/>
                </a:cubicBezTo>
                <a:close/>
                <a:moveTo>
                  <a:pt x="467" y="247"/>
                </a:moveTo>
                <a:cubicBezTo>
                  <a:pt x="467" y="258"/>
                  <a:pt x="467" y="258"/>
                  <a:pt x="467" y="258"/>
                </a:cubicBezTo>
                <a:cubicBezTo>
                  <a:pt x="464" y="257"/>
                  <a:pt x="461" y="256"/>
                  <a:pt x="458" y="256"/>
                </a:cubicBezTo>
                <a:cubicBezTo>
                  <a:pt x="458" y="245"/>
                  <a:pt x="458" y="245"/>
                  <a:pt x="458" y="245"/>
                </a:cubicBezTo>
                <a:cubicBezTo>
                  <a:pt x="461" y="246"/>
                  <a:pt x="465" y="246"/>
                  <a:pt x="467" y="247"/>
                </a:cubicBezTo>
                <a:close/>
                <a:moveTo>
                  <a:pt x="467" y="265"/>
                </a:moveTo>
                <a:cubicBezTo>
                  <a:pt x="467" y="273"/>
                  <a:pt x="467" y="273"/>
                  <a:pt x="467" y="273"/>
                </a:cubicBezTo>
                <a:cubicBezTo>
                  <a:pt x="464" y="273"/>
                  <a:pt x="461" y="272"/>
                  <a:pt x="458" y="271"/>
                </a:cubicBezTo>
                <a:cubicBezTo>
                  <a:pt x="458" y="263"/>
                  <a:pt x="458" y="263"/>
                  <a:pt x="458" y="263"/>
                </a:cubicBezTo>
                <a:cubicBezTo>
                  <a:pt x="461" y="264"/>
                  <a:pt x="464" y="264"/>
                  <a:pt x="467" y="265"/>
                </a:cubicBezTo>
                <a:close/>
                <a:moveTo>
                  <a:pt x="467" y="283"/>
                </a:moveTo>
                <a:cubicBezTo>
                  <a:pt x="467" y="293"/>
                  <a:pt x="467" y="293"/>
                  <a:pt x="467" y="293"/>
                </a:cubicBezTo>
                <a:cubicBezTo>
                  <a:pt x="466" y="294"/>
                  <a:pt x="464" y="295"/>
                  <a:pt x="462" y="296"/>
                </a:cubicBezTo>
                <a:cubicBezTo>
                  <a:pt x="461" y="295"/>
                  <a:pt x="459" y="295"/>
                  <a:pt x="458" y="294"/>
                </a:cubicBezTo>
                <a:cubicBezTo>
                  <a:pt x="458" y="285"/>
                  <a:pt x="458" y="285"/>
                  <a:pt x="458" y="285"/>
                </a:cubicBezTo>
                <a:cubicBezTo>
                  <a:pt x="461" y="285"/>
                  <a:pt x="465" y="285"/>
                  <a:pt x="467" y="283"/>
                </a:cubicBezTo>
                <a:close/>
                <a:moveTo>
                  <a:pt x="467" y="314"/>
                </a:moveTo>
                <a:cubicBezTo>
                  <a:pt x="467" y="325"/>
                  <a:pt x="467" y="325"/>
                  <a:pt x="467" y="325"/>
                </a:cubicBezTo>
                <a:cubicBezTo>
                  <a:pt x="467" y="324"/>
                  <a:pt x="465" y="322"/>
                  <a:pt x="464" y="320"/>
                </a:cubicBezTo>
                <a:cubicBezTo>
                  <a:pt x="463" y="328"/>
                  <a:pt x="461" y="333"/>
                  <a:pt x="465" y="339"/>
                </a:cubicBezTo>
                <a:cubicBezTo>
                  <a:pt x="466" y="338"/>
                  <a:pt x="467" y="336"/>
                  <a:pt x="467" y="335"/>
                </a:cubicBezTo>
                <a:cubicBezTo>
                  <a:pt x="467" y="346"/>
                  <a:pt x="467" y="346"/>
                  <a:pt x="467" y="346"/>
                </a:cubicBezTo>
                <a:cubicBezTo>
                  <a:pt x="466" y="341"/>
                  <a:pt x="461" y="340"/>
                  <a:pt x="459" y="334"/>
                </a:cubicBezTo>
                <a:cubicBezTo>
                  <a:pt x="458" y="334"/>
                  <a:pt x="458" y="334"/>
                  <a:pt x="458" y="334"/>
                </a:cubicBezTo>
                <a:cubicBezTo>
                  <a:pt x="458" y="329"/>
                  <a:pt x="458" y="329"/>
                  <a:pt x="458" y="329"/>
                </a:cubicBezTo>
                <a:cubicBezTo>
                  <a:pt x="459" y="324"/>
                  <a:pt x="460" y="321"/>
                  <a:pt x="458" y="318"/>
                </a:cubicBezTo>
                <a:cubicBezTo>
                  <a:pt x="458" y="312"/>
                  <a:pt x="458" y="312"/>
                  <a:pt x="458" y="312"/>
                </a:cubicBezTo>
                <a:cubicBezTo>
                  <a:pt x="460" y="313"/>
                  <a:pt x="462" y="315"/>
                  <a:pt x="463" y="317"/>
                </a:cubicBezTo>
                <a:cubicBezTo>
                  <a:pt x="465" y="316"/>
                  <a:pt x="466" y="315"/>
                  <a:pt x="467" y="314"/>
                </a:cubicBezTo>
                <a:close/>
                <a:moveTo>
                  <a:pt x="467" y="379"/>
                </a:moveTo>
                <a:cubicBezTo>
                  <a:pt x="467" y="379"/>
                  <a:pt x="467" y="379"/>
                  <a:pt x="467" y="379"/>
                </a:cubicBezTo>
                <a:cubicBezTo>
                  <a:pt x="458" y="386"/>
                  <a:pt x="458" y="386"/>
                  <a:pt x="458" y="386"/>
                </a:cubicBezTo>
                <a:cubicBezTo>
                  <a:pt x="458" y="379"/>
                  <a:pt x="458" y="379"/>
                  <a:pt x="458" y="379"/>
                </a:cubicBezTo>
                <a:cubicBezTo>
                  <a:pt x="467" y="379"/>
                  <a:pt x="467" y="379"/>
                  <a:pt x="467" y="379"/>
                </a:cubicBezTo>
                <a:close/>
                <a:moveTo>
                  <a:pt x="467" y="458"/>
                </a:moveTo>
                <a:cubicBezTo>
                  <a:pt x="467" y="465"/>
                  <a:pt x="467" y="465"/>
                  <a:pt x="467" y="465"/>
                </a:cubicBezTo>
                <a:cubicBezTo>
                  <a:pt x="466" y="465"/>
                  <a:pt x="465" y="466"/>
                  <a:pt x="464" y="467"/>
                </a:cubicBezTo>
                <a:cubicBezTo>
                  <a:pt x="465" y="467"/>
                  <a:pt x="466" y="468"/>
                  <a:pt x="467" y="468"/>
                </a:cubicBezTo>
                <a:cubicBezTo>
                  <a:pt x="467" y="473"/>
                  <a:pt x="467" y="473"/>
                  <a:pt x="467" y="473"/>
                </a:cubicBezTo>
                <a:cubicBezTo>
                  <a:pt x="464" y="472"/>
                  <a:pt x="461" y="472"/>
                  <a:pt x="458" y="473"/>
                </a:cubicBezTo>
                <a:cubicBezTo>
                  <a:pt x="458" y="469"/>
                  <a:pt x="458" y="469"/>
                  <a:pt x="458" y="469"/>
                </a:cubicBezTo>
                <a:cubicBezTo>
                  <a:pt x="462" y="465"/>
                  <a:pt x="464" y="462"/>
                  <a:pt x="467" y="458"/>
                </a:cubicBezTo>
                <a:close/>
                <a:moveTo>
                  <a:pt x="467" y="478"/>
                </a:moveTo>
                <a:cubicBezTo>
                  <a:pt x="467" y="490"/>
                  <a:pt x="467" y="490"/>
                  <a:pt x="467" y="490"/>
                </a:cubicBezTo>
                <a:cubicBezTo>
                  <a:pt x="465" y="488"/>
                  <a:pt x="465" y="488"/>
                  <a:pt x="465" y="488"/>
                </a:cubicBezTo>
                <a:cubicBezTo>
                  <a:pt x="465" y="488"/>
                  <a:pt x="464" y="488"/>
                  <a:pt x="463" y="488"/>
                </a:cubicBezTo>
                <a:cubicBezTo>
                  <a:pt x="461" y="489"/>
                  <a:pt x="460" y="491"/>
                  <a:pt x="458" y="492"/>
                </a:cubicBezTo>
                <a:cubicBezTo>
                  <a:pt x="458" y="486"/>
                  <a:pt x="458" y="486"/>
                  <a:pt x="458" y="486"/>
                </a:cubicBezTo>
                <a:cubicBezTo>
                  <a:pt x="460" y="486"/>
                  <a:pt x="461" y="485"/>
                  <a:pt x="463" y="483"/>
                </a:cubicBezTo>
                <a:cubicBezTo>
                  <a:pt x="461" y="482"/>
                  <a:pt x="459" y="482"/>
                  <a:pt x="458" y="481"/>
                </a:cubicBezTo>
                <a:cubicBezTo>
                  <a:pt x="458" y="476"/>
                  <a:pt x="458" y="476"/>
                  <a:pt x="458" y="476"/>
                </a:cubicBezTo>
                <a:cubicBezTo>
                  <a:pt x="461" y="477"/>
                  <a:pt x="463" y="478"/>
                  <a:pt x="465" y="479"/>
                </a:cubicBezTo>
                <a:cubicBezTo>
                  <a:pt x="467" y="478"/>
                  <a:pt x="467" y="478"/>
                  <a:pt x="467" y="478"/>
                </a:cubicBezTo>
                <a:close/>
                <a:moveTo>
                  <a:pt x="467" y="528"/>
                </a:moveTo>
                <a:cubicBezTo>
                  <a:pt x="467" y="537"/>
                  <a:pt x="467" y="537"/>
                  <a:pt x="467" y="537"/>
                </a:cubicBezTo>
                <a:cubicBezTo>
                  <a:pt x="464" y="537"/>
                  <a:pt x="461" y="539"/>
                  <a:pt x="458" y="541"/>
                </a:cubicBezTo>
                <a:cubicBezTo>
                  <a:pt x="458" y="533"/>
                  <a:pt x="458" y="533"/>
                  <a:pt x="458" y="533"/>
                </a:cubicBezTo>
                <a:cubicBezTo>
                  <a:pt x="461" y="531"/>
                  <a:pt x="464" y="529"/>
                  <a:pt x="467" y="528"/>
                </a:cubicBezTo>
                <a:close/>
                <a:moveTo>
                  <a:pt x="467" y="542"/>
                </a:moveTo>
                <a:cubicBezTo>
                  <a:pt x="467" y="551"/>
                  <a:pt x="467" y="551"/>
                  <a:pt x="467" y="551"/>
                </a:cubicBezTo>
                <a:cubicBezTo>
                  <a:pt x="464" y="553"/>
                  <a:pt x="461" y="555"/>
                  <a:pt x="458" y="557"/>
                </a:cubicBezTo>
                <a:cubicBezTo>
                  <a:pt x="458" y="547"/>
                  <a:pt x="458" y="547"/>
                  <a:pt x="458" y="547"/>
                </a:cubicBezTo>
                <a:cubicBezTo>
                  <a:pt x="460" y="546"/>
                  <a:pt x="463" y="544"/>
                  <a:pt x="467" y="542"/>
                </a:cubicBezTo>
                <a:close/>
                <a:moveTo>
                  <a:pt x="467" y="556"/>
                </a:moveTo>
                <a:cubicBezTo>
                  <a:pt x="464" y="558"/>
                  <a:pt x="461" y="559"/>
                  <a:pt x="458" y="561"/>
                </a:cubicBezTo>
                <a:cubicBezTo>
                  <a:pt x="458" y="571"/>
                  <a:pt x="458" y="571"/>
                  <a:pt x="458" y="571"/>
                </a:cubicBezTo>
                <a:cubicBezTo>
                  <a:pt x="461" y="570"/>
                  <a:pt x="464" y="568"/>
                  <a:pt x="467" y="567"/>
                </a:cubicBezTo>
                <a:cubicBezTo>
                  <a:pt x="467" y="556"/>
                  <a:pt x="467" y="556"/>
                  <a:pt x="467" y="556"/>
                </a:cubicBezTo>
                <a:close/>
                <a:moveTo>
                  <a:pt x="467" y="573"/>
                </a:moveTo>
                <a:cubicBezTo>
                  <a:pt x="467" y="585"/>
                  <a:pt x="467" y="585"/>
                  <a:pt x="467" y="585"/>
                </a:cubicBezTo>
                <a:cubicBezTo>
                  <a:pt x="463" y="586"/>
                  <a:pt x="460" y="587"/>
                  <a:pt x="458" y="588"/>
                </a:cubicBezTo>
                <a:cubicBezTo>
                  <a:pt x="458" y="578"/>
                  <a:pt x="458" y="578"/>
                  <a:pt x="458" y="578"/>
                </a:cubicBezTo>
                <a:cubicBezTo>
                  <a:pt x="461" y="576"/>
                  <a:pt x="464" y="575"/>
                  <a:pt x="467" y="573"/>
                </a:cubicBezTo>
                <a:close/>
                <a:moveTo>
                  <a:pt x="467" y="600"/>
                </a:moveTo>
                <a:cubicBezTo>
                  <a:pt x="467" y="608"/>
                  <a:pt x="467" y="608"/>
                  <a:pt x="467" y="608"/>
                </a:cubicBezTo>
                <a:cubicBezTo>
                  <a:pt x="464" y="607"/>
                  <a:pt x="461" y="607"/>
                  <a:pt x="458" y="608"/>
                </a:cubicBezTo>
                <a:cubicBezTo>
                  <a:pt x="458" y="603"/>
                  <a:pt x="458" y="603"/>
                  <a:pt x="458" y="603"/>
                </a:cubicBezTo>
                <a:cubicBezTo>
                  <a:pt x="461" y="602"/>
                  <a:pt x="464" y="601"/>
                  <a:pt x="467" y="600"/>
                </a:cubicBezTo>
                <a:close/>
                <a:moveTo>
                  <a:pt x="467" y="621"/>
                </a:moveTo>
                <a:cubicBezTo>
                  <a:pt x="467" y="629"/>
                  <a:pt x="467" y="629"/>
                  <a:pt x="467" y="629"/>
                </a:cubicBezTo>
                <a:cubicBezTo>
                  <a:pt x="464" y="630"/>
                  <a:pt x="461" y="630"/>
                  <a:pt x="458" y="631"/>
                </a:cubicBezTo>
                <a:cubicBezTo>
                  <a:pt x="458" y="626"/>
                  <a:pt x="458" y="626"/>
                  <a:pt x="458" y="626"/>
                </a:cubicBezTo>
                <a:cubicBezTo>
                  <a:pt x="459" y="625"/>
                  <a:pt x="461" y="625"/>
                  <a:pt x="462" y="624"/>
                </a:cubicBezTo>
                <a:cubicBezTo>
                  <a:pt x="461" y="623"/>
                  <a:pt x="459" y="622"/>
                  <a:pt x="458" y="621"/>
                </a:cubicBezTo>
                <a:cubicBezTo>
                  <a:pt x="458" y="613"/>
                  <a:pt x="458" y="613"/>
                  <a:pt x="458" y="613"/>
                </a:cubicBezTo>
                <a:cubicBezTo>
                  <a:pt x="461" y="616"/>
                  <a:pt x="464" y="618"/>
                  <a:pt x="467" y="621"/>
                </a:cubicBezTo>
                <a:close/>
                <a:moveTo>
                  <a:pt x="467" y="743"/>
                </a:moveTo>
                <a:cubicBezTo>
                  <a:pt x="467" y="750"/>
                  <a:pt x="467" y="750"/>
                  <a:pt x="467" y="750"/>
                </a:cubicBezTo>
                <a:cubicBezTo>
                  <a:pt x="465" y="750"/>
                  <a:pt x="463" y="751"/>
                  <a:pt x="461" y="752"/>
                </a:cubicBezTo>
                <a:cubicBezTo>
                  <a:pt x="463" y="754"/>
                  <a:pt x="465" y="757"/>
                  <a:pt x="467" y="759"/>
                </a:cubicBezTo>
                <a:cubicBezTo>
                  <a:pt x="467" y="771"/>
                  <a:pt x="467" y="771"/>
                  <a:pt x="467" y="771"/>
                </a:cubicBezTo>
                <a:cubicBezTo>
                  <a:pt x="463" y="767"/>
                  <a:pt x="461" y="764"/>
                  <a:pt x="458" y="762"/>
                </a:cubicBezTo>
                <a:cubicBezTo>
                  <a:pt x="458" y="745"/>
                  <a:pt x="458" y="745"/>
                  <a:pt x="458" y="745"/>
                </a:cubicBezTo>
                <a:cubicBezTo>
                  <a:pt x="461" y="744"/>
                  <a:pt x="464" y="743"/>
                  <a:pt x="467" y="743"/>
                </a:cubicBezTo>
                <a:close/>
                <a:moveTo>
                  <a:pt x="458" y="706"/>
                </a:moveTo>
                <a:cubicBezTo>
                  <a:pt x="458" y="666"/>
                  <a:pt x="458" y="666"/>
                  <a:pt x="458" y="666"/>
                </a:cubicBezTo>
                <a:cubicBezTo>
                  <a:pt x="459" y="666"/>
                  <a:pt x="459" y="666"/>
                  <a:pt x="459" y="666"/>
                </a:cubicBezTo>
                <a:cubicBezTo>
                  <a:pt x="461" y="679"/>
                  <a:pt x="464" y="692"/>
                  <a:pt x="467" y="705"/>
                </a:cubicBezTo>
                <a:cubicBezTo>
                  <a:pt x="464" y="705"/>
                  <a:pt x="461" y="706"/>
                  <a:pt x="458" y="706"/>
                </a:cubicBezTo>
                <a:close/>
                <a:moveTo>
                  <a:pt x="458" y="526"/>
                </a:moveTo>
                <a:cubicBezTo>
                  <a:pt x="458" y="511"/>
                  <a:pt x="458" y="511"/>
                  <a:pt x="458" y="511"/>
                </a:cubicBezTo>
                <a:cubicBezTo>
                  <a:pt x="459" y="510"/>
                  <a:pt x="459" y="510"/>
                  <a:pt x="460" y="509"/>
                </a:cubicBezTo>
                <a:cubicBezTo>
                  <a:pt x="461" y="509"/>
                  <a:pt x="461" y="510"/>
                  <a:pt x="462" y="510"/>
                </a:cubicBezTo>
                <a:cubicBezTo>
                  <a:pt x="463" y="515"/>
                  <a:pt x="464" y="524"/>
                  <a:pt x="458" y="526"/>
                </a:cubicBezTo>
                <a:close/>
                <a:moveTo>
                  <a:pt x="456" y="5"/>
                </a:moveTo>
                <a:cubicBezTo>
                  <a:pt x="458" y="5"/>
                  <a:pt x="458" y="5"/>
                  <a:pt x="458" y="5"/>
                </a:cubicBezTo>
                <a:cubicBezTo>
                  <a:pt x="458" y="14"/>
                  <a:pt x="458" y="14"/>
                  <a:pt x="458" y="14"/>
                </a:cubicBezTo>
                <a:cubicBezTo>
                  <a:pt x="457" y="14"/>
                  <a:pt x="457" y="14"/>
                  <a:pt x="456" y="14"/>
                </a:cubicBezTo>
                <a:cubicBezTo>
                  <a:pt x="456" y="5"/>
                  <a:pt x="456" y="5"/>
                  <a:pt x="456" y="5"/>
                </a:cubicBezTo>
                <a:close/>
                <a:moveTo>
                  <a:pt x="458" y="789"/>
                </a:moveTo>
                <a:cubicBezTo>
                  <a:pt x="457" y="789"/>
                  <a:pt x="457" y="789"/>
                  <a:pt x="456" y="789"/>
                </a:cubicBezTo>
                <a:cubicBezTo>
                  <a:pt x="456" y="781"/>
                  <a:pt x="456" y="781"/>
                  <a:pt x="456" y="781"/>
                </a:cubicBezTo>
                <a:cubicBezTo>
                  <a:pt x="457" y="781"/>
                  <a:pt x="457" y="781"/>
                  <a:pt x="458" y="781"/>
                </a:cubicBezTo>
                <a:cubicBezTo>
                  <a:pt x="458" y="789"/>
                  <a:pt x="458" y="789"/>
                  <a:pt x="458" y="789"/>
                </a:cubicBezTo>
                <a:close/>
                <a:moveTo>
                  <a:pt x="458" y="20"/>
                </a:moveTo>
                <a:cubicBezTo>
                  <a:pt x="458" y="50"/>
                  <a:pt x="458" y="50"/>
                  <a:pt x="458" y="50"/>
                </a:cubicBezTo>
                <a:cubicBezTo>
                  <a:pt x="456" y="50"/>
                  <a:pt x="456" y="50"/>
                  <a:pt x="456" y="50"/>
                </a:cubicBezTo>
                <a:cubicBezTo>
                  <a:pt x="456" y="42"/>
                  <a:pt x="456" y="42"/>
                  <a:pt x="456" y="42"/>
                </a:cubicBezTo>
                <a:cubicBezTo>
                  <a:pt x="457" y="42"/>
                  <a:pt x="457" y="42"/>
                  <a:pt x="457" y="42"/>
                </a:cubicBezTo>
                <a:cubicBezTo>
                  <a:pt x="457" y="41"/>
                  <a:pt x="456" y="40"/>
                  <a:pt x="456" y="40"/>
                </a:cubicBezTo>
                <a:cubicBezTo>
                  <a:pt x="456" y="16"/>
                  <a:pt x="456" y="16"/>
                  <a:pt x="456" y="16"/>
                </a:cubicBezTo>
                <a:cubicBezTo>
                  <a:pt x="458" y="20"/>
                  <a:pt x="458" y="20"/>
                  <a:pt x="458" y="20"/>
                </a:cubicBezTo>
                <a:close/>
                <a:moveTo>
                  <a:pt x="458" y="70"/>
                </a:moveTo>
                <a:cubicBezTo>
                  <a:pt x="458" y="99"/>
                  <a:pt x="458" y="99"/>
                  <a:pt x="458" y="99"/>
                </a:cubicBezTo>
                <a:cubicBezTo>
                  <a:pt x="456" y="98"/>
                  <a:pt x="456" y="98"/>
                  <a:pt x="456" y="98"/>
                </a:cubicBezTo>
                <a:cubicBezTo>
                  <a:pt x="456" y="70"/>
                  <a:pt x="456" y="70"/>
                  <a:pt x="456" y="70"/>
                </a:cubicBezTo>
                <a:cubicBezTo>
                  <a:pt x="457" y="70"/>
                  <a:pt x="457" y="70"/>
                  <a:pt x="458" y="70"/>
                </a:cubicBezTo>
                <a:close/>
                <a:moveTo>
                  <a:pt x="458" y="113"/>
                </a:moveTo>
                <a:cubicBezTo>
                  <a:pt x="458" y="149"/>
                  <a:pt x="458" y="149"/>
                  <a:pt x="458" y="149"/>
                </a:cubicBezTo>
                <a:cubicBezTo>
                  <a:pt x="457" y="150"/>
                  <a:pt x="457" y="151"/>
                  <a:pt x="456" y="152"/>
                </a:cubicBezTo>
                <a:cubicBezTo>
                  <a:pt x="456" y="129"/>
                  <a:pt x="456" y="129"/>
                  <a:pt x="456" y="129"/>
                </a:cubicBezTo>
                <a:cubicBezTo>
                  <a:pt x="456" y="129"/>
                  <a:pt x="456" y="129"/>
                  <a:pt x="456" y="129"/>
                </a:cubicBezTo>
                <a:cubicBezTo>
                  <a:pt x="456" y="128"/>
                  <a:pt x="456" y="127"/>
                  <a:pt x="456" y="126"/>
                </a:cubicBezTo>
                <a:cubicBezTo>
                  <a:pt x="456" y="126"/>
                  <a:pt x="456" y="126"/>
                  <a:pt x="456" y="126"/>
                </a:cubicBezTo>
                <a:cubicBezTo>
                  <a:pt x="456" y="114"/>
                  <a:pt x="456" y="114"/>
                  <a:pt x="456" y="114"/>
                </a:cubicBezTo>
                <a:cubicBezTo>
                  <a:pt x="457" y="114"/>
                  <a:pt x="457" y="114"/>
                  <a:pt x="457" y="114"/>
                </a:cubicBezTo>
                <a:cubicBezTo>
                  <a:pt x="458" y="113"/>
                  <a:pt x="458" y="113"/>
                  <a:pt x="458" y="113"/>
                </a:cubicBezTo>
                <a:close/>
                <a:moveTo>
                  <a:pt x="458" y="172"/>
                </a:moveTo>
                <a:cubicBezTo>
                  <a:pt x="458" y="178"/>
                  <a:pt x="458" y="178"/>
                  <a:pt x="458" y="178"/>
                </a:cubicBezTo>
                <a:cubicBezTo>
                  <a:pt x="457" y="178"/>
                  <a:pt x="457" y="177"/>
                  <a:pt x="456" y="177"/>
                </a:cubicBezTo>
                <a:cubicBezTo>
                  <a:pt x="456" y="171"/>
                  <a:pt x="456" y="171"/>
                  <a:pt x="456" y="171"/>
                </a:cubicBezTo>
                <a:cubicBezTo>
                  <a:pt x="457" y="171"/>
                  <a:pt x="457" y="172"/>
                  <a:pt x="458" y="172"/>
                </a:cubicBezTo>
                <a:close/>
                <a:moveTo>
                  <a:pt x="458" y="193"/>
                </a:moveTo>
                <a:cubicBezTo>
                  <a:pt x="458" y="200"/>
                  <a:pt x="458" y="200"/>
                  <a:pt x="458" y="200"/>
                </a:cubicBezTo>
                <a:cubicBezTo>
                  <a:pt x="457" y="200"/>
                  <a:pt x="457" y="200"/>
                  <a:pt x="456" y="200"/>
                </a:cubicBezTo>
                <a:cubicBezTo>
                  <a:pt x="456" y="190"/>
                  <a:pt x="456" y="190"/>
                  <a:pt x="456" y="190"/>
                </a:cubicBezTo>
                <a:cubicBezTo>
                  <a:pt x="457" y="191"/>
                  <a:pt x="457" y="192"/>
                  <a:pt x="458" y="193"/>
                </a:cubicBezTo>
                <a:close/>
                <a:moveTo>
                  <a:pt x="458" y="224"/>
                </a:moveTo>
                <a:cubicBezTo>
                  <a:pt x="458" y="234"/>
                  <a:pt x="458" y="234"/>
                  <a:pt x="458" y="234"/>
                </a:cubicBezTo>
                <a:cubicBezTo>
                  <a:pt x="457" y="234"/>
                  <a:pt x="457" y="234"/>
                  <a:pt x="456" y="234"/>
                </a:cubicBezTo>
                <a:cubicBezTo>
                  <a:pt x="456" y="224"/>
                  <a:pt x="456" y="224"/>
                  <a:pt x="456" y="224"/>
                </a:cubicBezTo>
                <a:cubicBezTo>
                  <a:pt x="457" y="224"/>
                  <a:pt x="457" y="224"/>
                  <a:pt x="458" y="224"/>
                </a:cubicBezTo>
                <a:close/>
                <a:moveTo>
                  <a:pt x="458" y="245"/>
                </a:moveTo>
                <a:cubicBezTo>
                  <a:pt x="458" y="256"/>
                  <a:pt x="458" y="256"/>
                  <a:pt x="458" y="256"/>
                </a:cubicBezTo>
                <a:cubicBezTo>
                  <a:pt x="457" y="256"/>
                  <a:pt x="457" y="255"/>
                  <a:pt x="456" y="255"/>
                </a:cubicBezTo>
                <a:cubicBezTo>
                  <a:pt x="456" y="245"/>
                  <a:pt x="456" y="245"/>
                  <a:pt x="456" y="245"/>
                </a:cubicBezTo>
                <a:cubicBezTo>
                  <a:pt x="458" y="245"/>
                  <a:pt x="458" y="245"/>
                  <a:pt x="458" y="245"/>
                </a:cubicBezTo>
                <a:close/>
                <a:moveTo>
                  <a:pt x="458" y="263"/>
                </a:moveTo>
                <a:cubicBezTo>
                  <a:pt x="458" y="271"/>
                  <a:pt x="458" y="271"/>
                  <a:pt x="458" y="271"/>
                </a:cubicBezTo>
                <a:cubicBezTo>
                  <a:pt x="456" y="271"/>
                  <a:pt x="456" y="271"/>
                  <a:pt x="456" y="271"/>
                </a:cubicBezTo>
                <a:cubicBezTo>
                  <a:pt x="456" y="262"/>
                  <a:pt x="456" y="262"/>
                  <a:pt x="456" y="262"/>
                </a:cubicBezTo>
                <a:cubicBezTo>
                  <a:pt x="458" y="263"/>
                  <a:pt x="458" y="263"/>
                  <a:pt x="458" y="263"/>
                </a:cubicBezTo>
                <a:close/>
                <a:moveTo>
                  <a:pt x="458" y="285"/>
                </a:moveTo>
                <a:cubicBezTo>
                  <a:pt x="458" y="294"/>
                  <a:pt x="458" y="294"/>
                  <a:pt x="458" y="294"/>
                </a:cubicBezTo>
                <a:cubicBezTo>
                  <a:pt x="456" y="294"/>
                  <a:pt x="456" y="294"/>
                  <a:pt x="456" y="294"/>
                </a:cubicBezTo>
                <a:cubicBezTo>
                  <a:pt x="456" y="285"/>
                  <a:pt x="456" y="285"/>
                  <a:pt x="456" y="285"/>
                </a:cubicBezTo>
                <a:cubicBezTo>
                  <a:pt x="456" y="285"/>
                  <a:pt x="456" y="285"/>
                  <a:pt x="456" y="285"/>
                </a:cubicBezTo>
                <a:cubicBezTo>
                  <a:pt x="457" y="285"/>
                  <a:pt x="457" y="285"/>
                  <a:pt x="458" y="285"/>
                </a:cubicBezTo>
                <a:close/>
                <a:moveTo>
                  <a:pt x="458" y="312"/>
                </a:moveTo>
                <a:cubicBezTo>
                  <a:pt x="458" y="318"/>
                  <a:pt x="458" y="318"/>
                  <a:pt x="458" y="318"/>
                </a:cubicBezTo>
                <a:cubicBezTo>
                  <a:pt x="457" y="317"/>
                  <a:pt x="457" y="317"/>
                  <a:pt x="456" y="316"/>
                </a:cubicBezTo>
                <a:cubicBezTo>
                  <a:pt x="456" y="310"/>
                  <a:pt x="456" y="310"/>
                  <a:pt x="456" y="310"/>
                </a:cubicBezTo>
                <a:cubicBezTo>
                  <a:pt x="457" y="311"/>
                  <a:pt x="457" y="311"/>
                  <a:pt x="458" y="312"/>
                </a:cubicBezTo>
                <a:close/>
                <a:moveTo>
                  <a:pt x="458" y="329"/>
                </a:moveTo>
                <a:cubicBezTo>
                  <a:pt x="458" y="334"/>
                  <a:pt x="458" y="334"/>
                  <a:pt x="458" y="334"/>
                </a:cubicBezTo>
                <a:cubicBezTo>
                  <a:pt x="457" y="334"/>
                  <a:pt x="457" y="334"/>
                  <a:pt x="456" y="334"/>
                </a:cubicBezTo>
                <a:cubicBezTo>
                  <a:pt x="456" y="330"/>
                  <a:pt x="456" y="330"/>
                  <a:pt x="456" y="330"/>
                </a:cubicBezTo>
                <a:cubicBezTo>
                  <a:pt x="457" y="330"/>
                  <a:pt x="457" y="330"/>
                  <a:pt x="457" y="331"/>
                </a:cubicBezTo>
                <a:cubicBezTo>
                  <a:pt x="457" y="330"/>
                  <a:pt x="458" y="330"/>
                  <a:pt x="458" y="329"/>
                </a:cubicBezTo>
                <a:close/>
                <a:moveTo>
                  <a:pt x="458" y="379"/>
                </a:moveTo>
                <a:cubicBezTo>
                  <a:pt x="458" y="386"/>
                  <a:pt x="458" y="386"/>
                  <a:pt x="458" y="386"/>
                </a:cubicBezTo>
                <a:cubicBezTo>
                  <a:pt x="456" y="387"/>
                  <a:pt x="456" y="387"/>
                  <a:pt x="456" y="387"/>
                </a:cubicBezTo>
                <a:cubicBezTo>
                  <a:pt x="456" y="379"/>
                  <a:pt x="456" y="379"/>
                  <a:pt x="456" y="379"/>
                </a:cubicBezTo>
                <a:cubicBezTo>
                  <a:pt x="458" y="379"/>
                  <a:pt x="458" y="379"/>
                  <a:pt x="458" y="379"/>
                </a:cubicBezTo>
                <a:close/>
                <a:moveTo>
                  <a:pt x="458" y="469"/>
                </a:moveTo>
                <a:cubicBezTo>
                  <a:pt x="458" y="473"/>
                  <a:pt x="458" y="473"/>
                  <a:pt x="458" y="473"/>
                </a:cubicBezTo>
                <a:cubicBezTo>
                  <a:pt x="457" y="473"/>
                  <a:pt x="457" y="473"/>
                  <a:pt x="456" y="474"/>
                </a:cubicBezTo>
                <a:cubicBezTo>
                  <a:pt x="456" y="474"/>
                  <a:pt x="456" y="475"/>
                  <a:pt x="456" y="476"/>
                </a:cubicBezTo>
                <a:cubicBezTo>
                  <a:pt x="457" y="476"/>
                  <a:pt x="457" y="476"/>
                  <a:pt x="458" y="476"/>
                </a:cubicBezTo>
                <a:cubicBezTo>
                  <a:pt x="458" y="481"/>
                  <a:pt x="458" y="481"/>
                  <a:pt x="458" y="481"/>
                </a:cubicBezTo>
                <a:cubicBezTo>
                  <a:pt x="457" y="481"/>
                  <a:pt x="457" y="481"/>
                  <a:pt x="456" y="481"/>
                </a:cubicBezTo>
                <a:cubicBezTo>
                  <a:pt x="456" y="470"/>
                  <a:pt x="456" y="470"/>
                  <a:pt x="456" y="470"/>
                </a:cubicBezTo>
                <a:cubicBezTo>
                  <a:pt x="457" y="470"/>
                  <a:pt x="457" y="469"/>
                  <a:pt x="458" y="469"/>
                </a:cubicBezTo>
                <a:close/>
                <a:moveTo>
                  <a:pt x="458" y="486"/>
                </a:moveTo>
                <a:cubicBezTo>
                  <a:pt x="458" y="492"/>
                  <a:pt x="458" y="492"/>
                  <a:pt x="458" y="492"/>
                </a:cubicBezTo>
                <a:cubicBezTo>
                  <a:pt x="457" y="492"/>
                  <a:pt x="457" y="492"/>
                  <a:pt x="456" y="493"/>
                </a:cubicBezTo>
                <a:cubicBezTo>
                  <a:pt x="456" y="486"/>
                  <a:pt x="456" y="486"/>
                  <a:pt x="456" y="486"/>
                </a:cubicBezTo>
                <a:cubicBezTo>
                  <a:pt x="457" y="486"/>
                  <a:pt x="457" y="486"/>
                  <a:pt x="458" y="486"/>
                </a:cubicBezTo>
                <a:close/>
                <a:moveTo>
                  <a:pt x="458" y="511"/>
                </a:moveTo>
                <a:cubicBezTo>
                  <a:pt x="458" y="526"/>
                  <a:pt x="458" y="526"/>
                  <a:pt x="458" y="526"/>
                </a:cubicBezTo>
                <a:cubicBezTo>
                  <a:pt x="458" y="526"/>
                  <a:pt x="457" y="526"/>
                  <a:pt x="457" y="526"/>
                </a:cubicBezTo>
                <a:cubicBezTo>
                  <a:pt x="457" y="525"/>
                  <a:pt x="457" y="525"/>
                  <a:pt x="456" y="525"/>
                </a:cubicBezTo>
                <a:cubicBezTo>
                  <a:pt x="456" y="512"/>
                  <a:pt x="456" y="512"/>
                  <a:pt x="456" y="512"/>
                </a:cubicBezTo>
                <a:cubicBezTo>
                  <a:pt x="457" y="512"/>
                  <a:pt x="457" y="512"/>
                  <a:pt x="457" y="512"/>
                </a:cubicBezTo>
                <a:cubicBezTo>
                  <a:pt x="457" y="511"/>
                  <a:pt x="458" y="511"/>
                  <a:pt x="458" y="511"/>
                </a:cubicBezTo>
                <a:close/>
                <a:moveTo>
                  <a:pt x="458" y="533"/>
                </a:moveTo>
                <a:cubicBezTo>
                  <a:pt x="458" y="541"/>
                  <a:pt x="458" y="541"/>
                  <a:pt x="458" y="541"/>
                </a:cubicBezTo>
                <a:cubicBezTo>
                  <a:pt x="457" y="541"/>
                  <a:pt x="457" y="542"/>
                  <a:pt x="456" y="542"/>
                </a:cubicBezTo>
                <a:cubicBezTo>
                  <a:pt x="456" y="534"/>
                  <a:pt x="456" y="534"/>
                  <a:pt x="456" y="534"/>
                </a:cubicBezTo>
                <a:cubicBezTo>
                  <a:pt x="457" y="533"/>
                  <a:pt x="457" y="533"/>
                  <a:pt x="458" y="533"/>
                </a:cubicBezTo>
                <a:close/>
                <a:moveTo>
                  <a:pt x="458" y="547"/>
                </a:moveTo>
                <a:cubicBezTo>
                  <a:pt x="458" y="557"/>
                  <a:pt x="458" y="557"/>
                  <a:pt x="458" y="557"/>
                </a:cubicBezTo>
                <a:cubicBezTo>
                  <a:pt x="457" y="557"/>
                  <a:pt x="457" y="557"/>
                  <a:pt x="456" y="557"/>
                </a:cubicBezTo>
                <a:cubicBezTo>
                  <a:pt x="456" y="548"/>
                  <a:pt x="456" y="548"/>
                  <a:pt x="456" y="548"/>
                </a:cubicBezTo>
                <a:cubicBezTo>
                  <a:pt x="458" y="547"/>
                  <a:pt x="458" y="547"/>
                  <a:pt x="458" y="547"/>
                </a:cubicBezTo>
                <a:close/>
                <a:moveTo>
                  <a:pt x="458" y="561"/>
                </a:moveTo>
                <a:cubicBezTo>
                  <a:pt x="458" y="571"/>
                  <a:pt x="458" y="571"/>
                  <a:pt x="458" y="571"/>
                </a:cubicBezTo>
                <a:cubicBezTo>
                  <a:pt x="457" y="571"/>
                  <a:pt x="457" y="572"/>
                  <a:pt x="456" y="572"/>
                </a:cubicBezTo>
                <a:cubicBezTo>
                  <a:pt x="456" y="561"/>
                  <a:pt x="456" y="561"/>
                  <a:pt x="456" y="561"/>
                </a:cubicBezTo>
                <a:cubicBezTo>
                  <a:pt x="457" y="561"/>
                  <a:pt x="457" y="561"/>
                  <a:pt x="458" y="561"/>
                </a:cubicBezTo>
                <a:close/>
                <a:moveTo>
                  <a:pt x="458" y="578"/>
                </a:moveTo>
                <a:cubicBezTo>
                  <a:pt x="458" y="588"/>
                  <a:pt x="458" y="588"/>
                  <a:pt x="458" y="588"/>
                </a:cubicBezTo>
                <a:cubicBezTo>
                  <a:pt x="457" y="588"/>
                  <a:pt x="457" y="588"/>
                  <a:pt x="456" y="588"/>
                </a:cubicBezTo>
                <a:cubicBezTo>
                  <a:pt x="456" y="578"/>
                  <a:pt x="456" y="578"/>
                  <a:pt x="456" y="578"/>
                </a:cubicBezTo>
                <a:cubicBezTo>
                  <a:pt x="457" y="578"/>
                  <a:pt x="457" y="578"/>
                  <a:pt x="458" y="578"/>
                </a:cubicBezTo>
                <a:close/>
                <a:moveTo>
                  <a:pt x="458" y="603"/>
                </a:moveTo>
                <a:cubicBezTo>
                  <a:pt x="458" y="608"/>
                  <a:pt x="458" y="608"/>
                  <a:pt x="458" y="608"/>
                </a:cubicBezTo>
                <a:cubicBezTo>
                  <a:pt x="457" y="608"/>
                  <a:pt x="457" y="608"/>
                  <a:pt x="456" y="609"/>
                </a:cubicBezTo>
                <a:cubicBezTo>
                  <a:pt x="456" y="604"/>
                  <a:pt x="456" y="604"/>
                  <a:pt x="456" y="604"/>
                </a:cubicBezTo>
                <a:cubicBezTo>
                  <a:pt x="457" y="604"/>
                  <a:pt x="457" y="603"/>
                  <a:pt x="458" y="603"/>
                </a:cubicBezTo>
                <a:close/>
                <a:moveTo>
                  <a:pt x="458" y="613"/>
                </a:moveTo>
                <a:cubicBezTo>
                  <a:pt x="458" y="621"/>
                  <a:pt x="458" y="621"/>
                  <a:pt x="458" y="621"/>
                </a:cubicBezTo>
                <a:cubicBezTo>
                  <a:pt x="456" y="619"/>
                  <a:pt x="456" y="619"/>
                  <a:pt x="456" y="619"/>
                </a:cubicBezTo>
                <a:cubicBezTo>
                  <a:pt x="456" y="611"/>
                  <a:pt x="456" y="611"/>
                  <a:pt x="456" y="611"/>
                </a:cubicBezTo>
                <a:cubicBezTo>
                  <a:pt x="458" y="613"/>
                  <a:pt x="458" y="613"/>
                  <a:pt x="458" y="613"/>
                </a:cubicBezTo>
                <a:close/>
                <a:moveTo>
                  <a:pt x="458" y="626"/>
                </a:moveTo>
                <a:cubicBezTo>
                  <a:pt x="458" y="631"/>
                  <a:pt x="458" y="631"/>
                  <a:pt x="458" y="631"/>
                </a:cubicBezTo>
                <a:cubicBezTo>
                  <a:pt x="456" y="631"/>
                  <a:pt x="456" y="631"/>
                  <a:pt x="456" y="631"/>
                </a:cubicBezTo>
                <a:cubicBezTo>
                  <a:pt x="456" y="626"/>
                  <a:pt x="456" y="626"/>
                  <a:pt x="456" y="626"/>
                </a:cubicBezTo>
                <a:cubicBezTo>
                  <a:pt x="458" y="626"/>
                  <a:pt x="458" y="626"/>
                  <a:pt x="458" y="626"/>
                </a:cubicBezTo>
                <a:close/>
                <a:moveTo>
                  <a:pt x="458" y="666"/>
                </a:moveTo>
                <a:cubicBezTo>
                  <a:pt x="458" y="706"/>
                  <a:pt x="458" y="706"/>
                  <a:pt x="458" y="706"/>
                </a:cubicBezTo>
                <a:cubicBezTo>
                  <a:pt x="456" y="707"/>
                  <a:pt x="456" y="707"/>
                  <a:pt x="456" y="707"/>
                </a:cubicBezTo>
                <a:cubicBezTo>
                  <a:pt x="456" y="707"/>
                  <a:pt x="456" y="707"/>
                  <a:pt x="456" y="707"/>
                </a:cubicBezTo>
                <a:cubicBezTo>
                  <a:pt x="456" y="666"/>
                  <a:pt x="456" y="666"/>
                  <a:pt x="456" y="666"/>
                </a:cubicBezTo>
                <a:cubicBezTo>
                  <a:pt x="458" y="666"/>
                  <a:pt x="458" y="666"/>
                  <a:pt x="458" y="666"/>
                </a:cubicBezTo>
                <a:close/>
                <a:moveTo>
                  <a:pt x="458" y="745"/>
                </a:moveTo>
                <a:cubicBezTo>
                  <a:pt x="458" y="762"/>
                  <a:pt x="458" y="762"/>
                  <a:pt x="458" y="762"/>
                </a:cubicBezTo>
                <a:cubicBezTo>
                  <a:pt x="457" y="761"/>
                  <a:pt x="457" y="761"/>
                  <a:pt x="456" y="760"/>
                </a:cubicBezTo>
                <a:cubicBezTo>
                  <a:pt x="456" y="745"/>
                  <a:pt x="456" y="745"/>
                  <a:pt x="456" y="745"/>
                </a:cubicBezTo>
                <a:cubicBezTo>
                  <a:pt x="457" y="745"/>
                  <a:pt x="457" y="745"/>
                  <a:pt x="458" y="745"/>
                </a:cubicBezTo>
                <a:close/>
                <a:moveTo>
                  <a:pt x="452" y="5"/>
                </a:moveTo>
                <a:cubicBezTo>
                  <a:pt x="454" y="5"/>
                  <a:pt x="455" y="5"/>
                  <a:pt x="456" y="5"/>
                </a:cubicBezTo>
                <a:cubicBezTo>
                  <a:pt x="456" y="14"/>
                  <a:pt x="456" y="14"/>
                  <a:pt x="456" y="14"/>
                </a:cubicBezTo>
                <a:cubicBezTo>
                  <a:pt x="455" y="14"/>
                  <a:pt x="455" y="14"/>
                  <a:pt x="455" y="14"/>
                </a:cubicBezTo>
                <a:cubicBezTo>
                  <a:pt x="456" y="16"/>
                  <a:pt x="456" y="16"/>
                  <a:pt x="456" y="16"/>
                </a:cubicBezTo>
                <a:cubicBezTo>
                  <a:pt x="456" y="40"/>
                  <a:pt x="456" y="40"/>
                  <a:pt x="456" y="40"/>
                </a:cubicBezTo>
                <a:cubicBezTo>
                  <a:pt x="455" y="36"/>
                  <a:pt x="453" y="32"/>
                  <a:pt x="452" y="29"/>
                </a:cubicBezTo>
                <a:cubicBezTo>
                  <a:pt x="452" y="5"/>
                  <a:pt x="452" y="5"/>
                  <a:pt x="452" y="5"/>
                </a:cubicBezTo>
                <a:close/>
                <a:moveTo>
                  <a:pt x="456" y="789"/>
                </a:moveTo>
                <a:cubicBezTo>
                  <a:pt x="455" y="789"/>
                  <a:pt x="454" y="789"/>
                  <a:pt x="452" y="789"/>
                </a:cubicBezTo>
                <a:cubicBezTo>
                  <a:pt x="452" y="781"/>
                  <a:pt x="452" y="781"/>
                  <a:pt x="452" y="781"/>
                </a:cubicBezTo>
                <a:cubicBezTo>
                  <a:pt x="453" y="781"/>
                  <a:pt x="453" y="781"/>
                  <a:pt x="454" y="781"/>
                </a:cubicBezTo>
                <a:cubicBezTo>
                  <a:pt x="454" y="781"/>
                  <a:pt x="455" y="781"/>
                  <a:pt x="456" y="781"/>
                </a:cubicBezTo>
                <a:cubicBezTo>
                  <a:pt x="456" y="789"/>
                  <a:pt x="456" y="789"/>
                  <a:pt x="456" y="789"/>
                </a:cubicBezTo>
                <a:close/>
                <a:moveTo>
                  <a:pt x="456" y="42"/>
                </a:moveTo>
                <a:cubicBezTo>
                  <a:pt x="456" y="50"/>
                  <a:pt x="456" y="50"/>
                  <a:pt x="456" y="50"/>
                </a:cubicBezTo>
                <a:cubicBezTo>
                  <a:pt x="455" y="50"/>
                  <a:pt x="454" y="50"/>
                  <a:pt x="452" y="50"/>
                </a:cubicBezTo>
                <a:cubicBezTo>
                  <a:pt x="452" y="42"/>
                  <a:pt x="452" y="42"/>
                  <a:pt x="452" y="42"/>
                </a:cubicBezTo>
                <a:cubicBezTo>
                  <a:pt x="456" y="42"/>
                  <a:pt x="456" y="42"/>
                  <a:pt x="456" y="42"/>
                </a:cubicBezTo>
                <a:close/>
                <a:moveTo>
                  <a:pt x="456" y="70"/>
                </a:moveTo>
                <a:cubicBezTo>
                  <a:pt x="456" y="98"/>
                  <a:pt x="456" y="98"/>
                  <a:pt x="456" y="98"/>
                </a:cubicBezTo>
                <a:cubicBezTo>
                  <a:pt x="452" y="98"/>
                  <a:pt x="452" y="98"/>
                  <a:pt x="452" y="98"/>
                </a:cubicBezTo>
                <a:cubicBezTo>
                  <a:pt x="454" y="105"/>
                  <a:pt x="457" y="108"/>
                  <a:pt x="452" y="110"/>
                </a:cubicBezTo>
                <a:cubicBezTo>
                  <a:pt x="452" y="72"/>
                  <a:pt x="452" y="72"/>
                  <a:pt x="452" y="72"/>
                </a:cubicBezTo>
                <a:cubicBezTo>
                  <a:pt x="453" y="71"/>
                  <a:pt x="455" y="70"/>
                  <a:pt x="456" y="70"/>
                </a:cubicBezTo>
                <a:close/>
                <a:moveTo>
                  <a:pt x="456" y="114"/>
                </a:moveTo>
                <a:cubicBezTo>
                  <a:pt x="456" y="126"/>
                  <a:pt x="456" y="126"/>
                  <a:pt x="456" y="126"/>
                </a:cubicBezTo>
                <a:cubicBezTo>
                  <a:pt x="455" y="126"/>
                  <a:pt x="454" y="126"/>
                  <a:pt x="452" y="125"/>
                </a:cubicBezTo>
                <a:cubicBezTo>
                  <a:pt x="452" y="114"/>
                  <a:pt x="452" y="114"/>
                  <a:pt x="452" y="114"/>
                </a:cubicBezTo>
                <a:cubicBezTo>
                  <a:pt x="454" y="114"/>
                  <a:pt x="455" y="114"/>
                  <a:pt x="456" y="114"/>
                </a:cubicBezTo>
                <a:close/>
                <a:moveTo>
                  <a:pt x="456" y="129"/>
                </a:moveTo>
                <a:cubicBezTo>
                  <a:pt x="456" y="152"/>
                  <a:pt x="456" y="152"/>
                  <a:pt x="456" y="152"/>
                </a:cubicBezTo>
                <a:cubicBezTo>
                  <a:pt x="455" y="153"/>
                  <a:pt x="454" y="154"/>
                  <a:pt x="452" y="155"/>
                </a:cubicBezTo>
                <a:cubicBezTo>
                  <a:pt x="452" y="128"/>
                  <a:pt x="452" y="128"/>
                  <a:pt x="452" y="128"/>
                </a:cubicBezTo>
                <a:cubicBezTo>
                  <a:pt x="454" y="129"/>
                  <a:pt x="455" y="129"/>
                  <a:pt x="456" y="129"/>
                </a:cubicBezTo>
                <a:close/>
                <a:moveTo>
                  <a:pt x="456" y="171"/>
                </a:moveTo>
                <a:cubicBezTo>
                  <a:pt x="456" y="177"/>
                  <a:pt x="456" y="177"/>
                  <a:pt x="456" y="177"/>
                </a:cubicBezTo>
                <a:cubicBezTo>
                  <a:pt x="455" y="177"/>
                  <a:pt x="454" y="177"/>
                  <a:pt x="452" y="177"/>
                </a:cubicBezTo>
                <a:cubicBezTo>
                  <a:pt x="454" y="182"/>
                  <a:pt x="454" y="186"/>
                  <a:pt x="456" y="190"/>
                </a:cubicBezTo>
                <a:cubicBezTo>
                  <a:pt x="456" y="200"/>
                  <a:pt x="456" y="200"/>
                  <a:pt x="456" y="200"/>
                </a:cubicBezTo>
                <a:cubicBezTo>
                  <a:pt x="455" y="199"/>
                  <a:pt x="454" y="199"/>
                  <a:pt x="452" y="199"/>
                </a:cubicBezTo>
                <a:cubicBezTo>
                  <a:pt x="452" y="170"/>
                  <a:pt x="452" y="170"/>
                  <a:pt x="452" y="170"/>
                </a:cubicBezTo>
                <a:cubicBezTo>
                  <a:pt x="454" y="170"/>
                  <a:pt x="455" y="171"/>
                  <a:pt x="456" y="171"/>
                </a:cubicBezTo>
                <a:close/>
                <a:moveTo>
                  <a:pt x="456" y="224"/>
                </a:moveTo>
                <a:cubicBezTo>
                  <a:pt x="456" y="234"/>
                  <a:pt x="456" y="234"/>
                  <a:pt x="456" y="234"/>
                </a:cubicBezTo>
                <a:cubicBezTo>
                  <a:pt x="455" y="234"/>
                  <a:pt x="453" y="234"/>
                  <a:pt x="452" y="234"/>
                </a:cubicBezTo>
                <a:cubicBezTo>
                  <a:pt x="452" y="224"/>
                  <a:pt x="452" y="224"/>
                  <a:pt x="452" y="224"/>
                </a:cubicBezTo>
                <a:cubicBezTo>
                  <a:pt x="454" y="224"/>
                  <a:pt x="455" y="224"/>
                  <a:pt x="456" y="224"/>
                </a:cubicBezTo>
                <a:close/>
                <a:moveTo>
                  <a:pt x="456" y="245"/>
                </a:moveTo>
                <a:cubicBezTo>
                  <a:pt x="456" y="255"/>
                  <a:pt x="456" y="255"/>
                  <a:pt x="456" y="255"/>
                </a:cubicBezTo>
                <a:cubicBezTo>
                  <a:pt x="455" y="255"/>
                  <a:pt x="454" y="255"/>
                  <a:pt x="452" y="254"/>
                </a:cubicBezTo>
                <a:cubicBezTo>
                  <a:pt x="452" y="244"/>
                  <a:pt x="452" y="244"/>
                  <a:pt x="452" y="244"/>
                </a:cubicBezTo>
                <a:cubicBezTo>
                  <a:pt x="453" y="244"/>
                  <a:pt x="455" y="244"/>
                  <a:pt x="456" y="245"/>
                </a:cubicBezTo>
                <a:close/>
                <a:moveTo>
                  <a:pt x="456" y="262"/>
                </a:moveTo>
                <a:cubicBezTo>
                  <a:pt x="456" y="271"/>
                  <a:pt x="456" y="271"/>
                  <a:pt x="456" y="271"/>
                </a:cubicBezTo>
                <a:cubicBezTo>
                  <a:pt x="455" y="271"/>
                  <a:pt x="454" y="271"/>
                  <a:pt x="452" y="270"/>
                </a:cubicBezTo>
                <a:cubicBezTo>
                  <a:pt x="452" y="262"/>
                  <a:pt x="452" y="262"/>
                  <a:pt x="452" y="262"/>
                </a:cubicBezTo>
                <a:cubicBezTo>
                  <a:pt x="454" y="262"/>
                  <a:pt x="455" y="262"/>
                  <a:pt x="456" y="262"/>
                </a:cubicBezTo>
                <a:close/>
                <a:moveTo>
                  <a:pt x="456" y="285"/>
                </a:moveTo>
                <a:cubicBezTo>
                  <a:pt x="456" y="294"/>
                  <a:pt x="456" y="294"/>
                  <a:pt x="456" y="294"/>
                </a:cubicBezTo>
                <a:cubicBezTo>
                  <a:pt x="454" y="294"/>
                  <a:pt x="453" y="293"/>
                  <a:pt x="452" y="293"/>
                </a:cubicBezTo>
                <a:cubicBezTo>
                  <a:pt x="452" y="283"/>
                  <a:pt x="452" y="283"/>
                  <a:pt x="452" y="283"/>
                </a:cubicBezTo>
                <a:cubicBezTo>
                  <a:pt x="454" y="284"/>
                  <a:pt x="455" y="285"/>
                  <a:pt x="456" y="285"/>
                </a:cubicBezTo>
                <a:close/>
                <a:moveTo>
                  <a:pt x="456" y="310"/>
                </a:moveTo>
                <a:cubicBezTo>
                  <a:pt x="456" y="316"/>
                  <a:pt x="456" y="316"/>
                  <a:pt x="456" y="316"/>
                </a:cubicBezTo>
                <a:cubicBezTo>
                  <a:pt x="455" y="315"/>
                  <a:pt x="454" y="314"/>
                  <a:pt x="453" y="314"/>
                </a:cubicBezTo>
                <a:cubicBezTo>
                  <a:pt x="454" y="319"/>
                  <a:pt x="454" y="324"/>
                  <a:pt x="454" y="329"/>
                </a:cubicBezTo>
                <a:cubicBezTo>
                  <a:pt x="455" y="329"/>
                  <a:pt x="456" y="329"/>
                  <a:pt x="456" y="330"/>
                </a:cubicBezTo>
                <a:cubicBezTo>
                  <a:pt x="456" y="334"/>
                  <a:pt x="456" y="334"/>
                  <a:pt x="456" y="334"/>
                </a:cubicBezTo>
                <a:cubicBezTo>
                  <a:pt x="454" y="333"/>
                  <a:pt x="453" y="332"/>
                  <a:pt x="452" y="331"/>
                </a:cubicBezTo>
                <a:cubicBezTo>
                  <a:pt x="452" y="308"/>
                  <a:pt x="452" y="308"/>
                  <a:pt x="452" y="308"/>
                </a:cubicBezTo>
                <a:cubicBezTo>
                  <a:pt x="454" y="309"/>
                  <a:pt x="455" y="309"/>
                  <a:pt x="456" y="310"/>
                </a:cubicBezTo>
                <a:close/>
                <a:moveTo>
                  <a:pt x="456" y="379"/>
                </a:moveTo>
                <a:cubicBezTo>
                  <a:pt x="456" y="387"/>
                  <a:pt x="456" y="387"/>
                  <a:pt x="456" y="387"/>
                </a:cubicBezTo>
                <a:cubicBezTo>
                  <a:pt x="452" y="390"/>
                  <a:pt x="452" y="390"/>
                  <a:pt x="452" y="390"/>
                </a:cubicBezTo>
                <a:cubicBezTo>
                  <a:pt x="452" y="379"/>
                  <a:pt x="452" y="379"/>
                  <a:pt x="452" y="379"/>
                </a:cubicBezTo>
                <a:cubicBezTo>
                  <a:pt x="456" y="379"/>
                  <a:pt x="456" y="379"/>
                  <a:pt x="456" y="379"/>
                </a:cubicBezTo>
                <a:close/>
                <a:moveTo>
                  <a:pt x="456" y="470"/>
                </a:moveTo>
                <a:cubicBezTo>
                  <a:pt x="456" y="481"/>
                  <a:pt x="456" y="481"/>
                  <a:pt x="456" y="481"/>
                </a:cubicBezTo>
                <a:cubicBezTo>
                  <a:pt x="455" y="480"/>
                  <a:pt x="454" y="480"/>
                  <a:pt x="452" y="480"/>
                </a:cubicBezTo>
                <a:cubicBezTo>
                  <a:pt x="452" y="474"/>
                  <a:pt x="452" y="474"/>
                  <a:pt x="452" y="474"/>
                </a:cubicBezTo>
                <a:cubicBezTo>
                  <a:pt x="453" y="473"/>
                  <a:pt x="453" y="473"/>
                  <a:pt x="453" y="472"/>
                </a:cubicBezTo>
                <a:cubicBezTo>
                  <a:pt x="454" y="471"/>
                  <a:pt x="455" y="471"/>
                  <a:pt x="456" y="470"/>
                </a:cubicBezTo>
                <a:close/>
                <a:moveTo>
                  <a:pt x="456" y="486"/>
                </a:moveTo>
                <a:cubicBezTo>
                  <a:pt x="456" y="493"/>
                  <a:pt x="456" y="493"/>
                  <a:pt x="456" y="493"/>
                </a:cubicBezTo>
                <a:cubicBezTo>
                  <a:pt x="455" y="493"/>
                  <a:pt x="454" y="494"/>
                  <a:pt x="452" y="495"/>
                </a:cubicBezTo>
                <a:cubicBezTo>
                  <a:pt x="452" y="491"/>
                  <a:pt x="452" y="491"/>
                  <a:pt x="452" y="491"/>
                </a:cubicBezTo>
                <a:cubicBezTo>
                  <a:pt x="453" y="491"/>
                  <a:pt x="453" y="491"/>
                  <a:pt x="454" y="491"/>
                </a:cubicBezTo>
                <a:cubicBezTo>
                  <a:pt x="453" y="490"/>
                  <a:pt x="453" y="490"/>
                  <a:pt x="452" y="490"/>
                </a:cubicBezTo>
                <a:cubicBezTo>
                  <a:pt x="452" y="486"/>
                  <a:pt x="452" y="486"/>
                  <a:pt x="452" y="486"/>
                </a:cubicBezTo>
                <a:cubicBezTo>
                  <a:pt x="452" y="487"/>
                  <a:pt x="452" y="487"/>
                  <a:pt x="452" y="487"/>
                </a:cubicBezTo>
                <a:cubicBezTo>
                  <a:pt x="454" y="486"/>
                  <a:pt x="455" y="486"/>
                  <a:pt x="456" y="486"/>
                </a:cubicBezTo>
                <a:close/>
                <a:moveTo>
                  <a:pt x="456" y="512"/>
                </a:moveTo>
                <a:cubicBezTo>
                  <a:pt x="456" y="525"/>
                  <a:pt x="456" y="525"/>
                  <a:pt x="456" y="525"/>
                </a:cubicBezTo>
                <a:cubicBezTo>
                  <a:pt x="455" y="524"/>
                  <a:pt x="453" y="523"/>
                  <a:pt x="452" y="523"/>
                </a:cubicBezTo>
                <a:cubicBezTo>
                  <a:pt x="452" y="511"/>
                  <a:pt x="452" y="511"/>
                  <a:pt x="452" y="511"/>
                </a:cubicBezTo>
                <a:cubicBezTo>
                  <a:pt x="454" y="511"/>
                  <a:pt x="455" y="512"/>
                  <a:pt x="456" y="512"/>
                </a:cubicBezTo>
                <a:close/>
                <a:moveTo>
                  <a:pt x="456" y="534"/>
                </a:moveTo>
                <a:cubicBezTo>
                  <a:pt x="456" y="542"/>
                  <a:pt x="456" y="542"/>
                  <a:pt x="456" y="542"/>
                </a:cubicBezTo>
                <a:cubicBezTo>
                  <a:pt x="455" y="542"/>
                  <a:pt x="453" y="543"/>
                  <a:pt x="452" y="544"/>
                </a:cubicBezTo>
                <a:cubicBezTo>
                  <a:pt x="452" y="535"/>
                  <a:pt x="452" y="535"/>
                  <a:pt x="452" y="535"/>
                </a:cubicBezTo>
                <a:cubicBezTo>
                  <a:pt x="454" y="535"/>
                  <a:pt x="455" y="534"/>
                  <a:pt x="456" y="534"/>
                </a:cubicBezTo>
                <a:close/>
                <a:moveTo>
                  <a:pt x="456" y="548"/>
                </a:moveTo>
                <a:cubicBezTo>
                  <a:pt x="456" y="557"/>
                  <a:pt x="456" y="557"/>
                  <a:pt x="456" y="557"/>
                </a:cubicBezTo>
                <a:cubicBezTo>
                  <a:pt x="455" y="558"/>
                  <a:pt x="454" y="559"/>
                  <a:pt x="452" y="559"/>
                </a:cubicBezTo>
                <a:cubicBezTo>
                  <a:pt x="452" y="550"/>
                  <a:pt x="452" y="550"/>
                  <a:pt x="452" y="550"/>
                </a:cubicBezTo>
                <a:cubicBezTo>
                  <a:pt x="453" y="550"/>
                  <a:pt x="454" y="549"/>
                  <a:pt x="456" y="548"/>
                </a:cubicBezTo>
                <a:close/>
                <a:moveTo>
                  <a:pt x="456" y="561"/>
                </a:moveTo>
                <a:cubicBezTo>
                  <a:pt x="456" y="572"/>
                  <a:pt x="456" y="572"/>
                  <a:pt x="456" y="572"/>
                </a:cubicBezTo>
                <a:cubicBezTo>
                  <a:pt x="455" y="572"/>
                  <a:pt x="454" y="573"/>
                  <a:pt x="452" y="573"/>
                </a:cubicBezTo>
                <a:cubicBezTo>
                  <a:pt x="452" y="563"/>
                  <a:pt x="452" y="563"/>
                  <a:pt x="452" y="563"/>
                </a:cubicBezTo>
                <a:cubicBezTo>
                  <a:pt x="453" y="563"/>
                  <a:pt x="455" y="562"/>
                  <a:pt x="456" y="561"/>
                </a:cubicBezTo>
                <a:close/>
                <a:moveTo>
                  <a:pt x="456" y="578"/>
                </a:moveTo>
                <a:cubicBezTo>
                  <a:pt x="456" y="588"/>
                  <a:pt x="456" y="588"/>
                  <a:pt x="456" y="588"/>
                </a:cubicBezTo>
                <a:cubicBezTo>
                  <a:pt x="455" y="588"/>
                  <a:pt x="454" y="589"/>
                  <a:pt x="452" y="589"/>
                </a:cubicBezTo>
                <a:cubicBezTo>
                  <a:pt x="452" y="579"/>
                  <a:pt x="452" y="579"/>
                  <a:pt x="452" y="579"/>
                </a:cubicBezTo>
                <a:cubicBezTo>
                  <a:pt x="454" y="579"/>
                  <a:pt x="455" y="578"/>
                  <a:pt x="456" y="578"/>
                </a:cubicBezTo>
                <a:close/>
                <a:moveTo>
                  <a:pt x="456" y="604"/>
                </a:moveTo>
                <a:cubicBezTo>
                  <a:pt x="456" y="609"/>
                  <a:pt x="456" y="609"/>
                  <a:pt x="456" y="609"/>
                </a:cubicBezTo>
                <a:cubicBezTo>
                  <a:pt x="455" y="609"/>
                  <a:pt x="454" y="609"/>
                  <a:pt x="454" y="609"/>
                </a:cubicBezTo>
                <a:cubicBezTo>
                  <a:pt x="454" y="610"/>
                  <a:pt x="455" y="611"/>
                  <a:pt x="456" y="611"/>
                </a:cubicBezTo>
                <a:cubicBezTo>
                  <a:pt x="456" y="619"/>
                  <a:pt x="456" y="619"/>
                  <a:pt x="456" y="619"/>
                </a:cubicBezTo>
                <a:cubicBezTo>
                  <a:pt x="455" y="618"/>
                  <a:pt x="453" y="617"/>
                  <a:pt x="452" y="616"/>
                </a:cubicBezTo>
                <a:cubicBezTo>
                  <a:pt x="452" y="605"/>
                  <a:pt x="452" y="605"/>
                  <a:pt x="452" y="605"/>
                </a:cubicBezTo>
                <a:cubicBezTo>
                  <a:pt x="454" y="605"/>
                  <a:pt x="455" y="604"/>
                  <a:pt x="456" y="604"/>
                </a:cubicBezTo>
                <a:close/>
                <a:moveTo>
                  <a:pt x="456" y="626"/>
                </a:moveTo>
                <a:cubicBezTo>
                  <a:pt x="456" y="631"/>
                  <a:pt x="456" y="631"/>
                  <a:pt x="456" y="631"/>
                </a:cubicBezTo>
                <a:cubicBezTo>
                  <a:pt x="455" y="632"/>
                  <a:pt x="453" y="632"/>
                  <a:pt x="452" y="632"/>
                </a:cubicBezTo>
                <a:cubicBezTo>
                  <a:pt x="452" y="627"/>
                  <a:pt x="452" y="627"/>
                  <a:pt x="452" y="627"/>
                </a:cubicBezTo>
                <a:cubicBezTo>
                  <a:pt x="454" y="627"/>
                  <a:pt x="455" y="626"/>
                  <a:pt x="456" y="626"/>
                </a:cubicBezTo>
                <a:close/>
                <a:moveTo>
                  <a:pt x="456" y="666"/>
                </a:moveTo>
                <a:cubicBezTo>
                  <a:pt x="456" y="707"/>
                  <a:pt x="456" y="707"/>
                  <a:pt x="456" y="707"/>
                </a:cubicBezTo>
                <a:cubicBezTo>
                  <a:pt x="454" y="698"/>
                  <a:pt x="453" y="692"/>
                  <a:pt x="452" y="688"/>
                </a:cubicBezTo>
                <a:cubicBezTo>
                  <a:pt x="452" y="666"/>
                  <a:pt x="452" y="666"/>
                  <a:pt x="452" y="666"/>
                </a:cubicBezTo>
                <a:cubicBezTo>
                  <a:pt x="454" y="666"/>
                  <a:pt x="455" y="666"/>
                  <a:pt x="456" y="666"/>
                </a:cubicBezTo>
                <a:close/>
                <a:moveTo>
                  <a:pt x="456" y="745"/>
                </a:moveTo>
                <a:cubicBezTo>
                  <a:pt x="456" y="760"/>
                  <a:pt x="456" y="760"/>
                  <a:pt x="456" y="760"/>
                </a:cubicBezTo>
                <a:cubicBezTo>
                  <a:pt x="455" y="759"/>
                  <a:pt x="454" y="758"/>
                  <a:pt x="452" y="757"/>
                </a:cubicBezTo>
                <a:cubicBezTo>
                  <a:pt x="452" y="745"/>
                  <a:pt x="452" y="745"/>
                  <a:pt x="452" y="745"/>
                </a:cubicBezTo>
                <a:cubicBezTo>
                  <a:pt x="455" y="745"/>
                  <a:pt x="455" y="745"/>
                  <a:pt x="455" y="745"/>
                </a:cubicBezTo>
                <a:lnTo>
                  <a:pt x="456" y="745"/>
                </a:lnTo>
                <a:close/>
                <a:moveTo>
                  <a:pt x="446" y="4"/>
                </a:moveTo>
                <a:cubicBezTo>
                  <a:pt x="448" y="4"/>
                  <a:pt x="450" y="4"/>
                  <a:pt x="452" y="5"/>
                </a:cubicBezTo>
                <a:cubicBezTo>
                  <a:pt x="452" y="29"/>
                  <a:pt x="452" y="29"/>
                  <a:pt x="452" y="29"/>
                </a:cubicBezTo>
                <a:cubicBezTo>
                  <a:pt x="450" y="24"/>
                  <a:pt x="448" y="20"/>
                  <a:pt x="446" y="17"/>
                </a:cubicBezTo>
                <a:cubicBezTo>
                  <a:pt x="446" y="4"/>
                  <a:pt x="446" y="4"/>
                  <a:pt x="446" y="4"/>
                </a:cubicBezTo>
                <a:close/>
                <a:moveTo>
                  <a:pt x="452" y="789"/>
                </a:moveTo>
                <a:cubicBezTo>
                  <a:pt x="451" y="789"/>
                  <a:pt x="450" y="789"/>
                  <a:pt x="450" y="789"/>
                </a:cubicBezTo>
                <a:cubicBezTo>
                  <a:pt x="448" y="789"/>
                  <a:pt x="447" y="790"/>
                  <a:pt x="446" y="790"/>
                </a:cubicBezTo>
                <a:cubicBezTo>
                  <a:pt x="446" y="776"/>
                  <a:pt x="446" y="776"/>
                  <a:pt x="446" y="776"/>
                </a:cubicBezTo>
                <a:cubicBezTo>
                  <a:pt x="448" y="777"/>
                  <a:pt x="450" y="779"/>
                  <a:pt x="452" y="781"/>
                </a:cubicBezTo>
                <a:cubicBezTo>
                  <a:pt x="452" y="789"/>
                  <a:pt x="452" y="789"/>
                  <a:pt x="452" y="789"/>
                </a:cubicBezTo>
                <a:close/>
                <a:moveTo>
                  <a:pt x="452" y="42"/>
                </a:moveTo>
                <a:cubicBezTo>
                  <a:pt x="452" y="50"/>
                  <a:pt x="452" y="50"/>
                  <a:pt x="452" y="50"/>
                </a:cubicBezTo>
                <a:cubicBezTo>
                  <a:pt x="450" y="50"/>
                  <a:pt x="448" y="50"/>
                  <a:pt x="446" y="50"/>
                </a:cubicBezTo>
                <a:cubicBezTo>
                  <a:pt x="446" y="43"/>
                  <a:pt x="446" y="43"/>
                  <a:pt x="446" y="43"/>
                </a:cubicBezTo>
                <a:cubicBezTo>
                  <a:pt x="448" y="42"/>
                  <a:pt x="450" y="42"/>
                  <a:pt x="452" y="42"/>
                </a:cubicBezTo>
                <a:close/>
                <a:moveTo>
                  <a:pt x="452" y="72"/>
                </a:moveTo>
                <a:cubicBezTo>
                  <a:pt x="452" y="110"/>
                  <a:pt x="452" y="110"/>
                  <a:pt x="452" y="110"/>
                </a:cubicBezTo>
                <a:cubicBezTo>
                  <a:pt x="451" y="111"/>
                  <a:pt x="449" y="112"/>
                  <a:pt x="447" y="113"/>
                </a:cubicBezTo>
                <a:cubicBezTo>
                  <a:pt x="447" y="114"/>
                  <a:pt x="448" y="114"/>
                  <a:pt x="448" y="114"/>
                </a:cubicBezTo>
                <a:cubicBezTo>
                  <a:pt x="449" y="114"/>
                  <a:pt x="451" y="114"/>
                  <a:pt x="452" y="114"/>
                </a:cubicBezTo>
                <a:cubicBezTo>
                  <a:pt x="452" y="125"/>
                  <a:pt x="452" y="125"/>
                  <a:pt x="452" y="125"/>
                </a:cubicBezTo>
                <a:cubicBezTo>
                  <a:pt x="450" y="125"/>
                  <a:pt x="448" y="125"/>
                  <a:pt x="446" y="125"/>
                </a:cubicBezTo>
                <a:cubicBezTo>
                  <a:pt x="446" y="73"/>
                  <a:pt x="446" y="73"/>
                  <a:pt x="446" y="73"/>
                </a:cubicBezTo>
                <a:cubicBezTo>
                  <a:pt x="448" y="73"/>
                  <a:pt x="450" y="73"/>
                  <a:pt x="451" y="73"/>
                </a:cubicBezTo>
                <a:cubicBezTo>
                  <a:pt x="452" y="72"/>
                  <a:pt x="452" y="72"/>
                  <a:pt x="452" y="72"/>
                </a:cubicBezTo>
                <a:close/>
                <a:moveTo>
                  <a:pt x="452" y="128"/>
                </a:moveTo>
                <a:cubicBezTo>
                  <a:pt x="452" y="155"/>
                  <a:pt x="452" y="155"/>
                  <a:pt x="452" y="155"/>
                </a:cubicBezTo>
                <a:cubicBezTo>
                  <a:pt x="452" y="156"/>
                  <a:pt x="452" y="156"/>
                  <a:pt x="451" y="156"/>
                </a:cubicBezTo>
                <a:cubicBezTo>
                  <a:pt x="450" y="155"/>
                  <a:pt x="450" y="155"/>
                  <a:pt x="449" y="154"/>
                </a:cubicBezTo>
                <a:cubicBezTo>
                  <a:pt x="449" y="150"/>
                  <a:pt x="449" y="145"/>
                  <a:pt x="449" y="140"/>
                </a:cubicBezTo>
                <a:cubicBezTo>
                  <a:pt x="448" y="139"/>
                  <a:pt x="447" y="139"/>
                  <a:pt x="446" y="139"/>
                </a:cubicBezTo>
                <a:cubicBezTo>
                  <a:pt x="446" y="127"/>
                  <a:pt x="446" y="127"/>
                  <a:pt x="446" y="127"/>
                </a:cubicBezTo>
                <a:cubicBezTo>
                  <a:pt x="448" y="127"/>
                  <a:pt x="450" y="128"/>
                  <a:pt x="452" y="128"/>
                </a:cubicBezTo>
                <a:close/>
                <a:moveTo>
                  <a:pt x="452" y="170"/>
                </a:moveTo>
                <a:cubicBezTo>
                  <a:pt x="452" y="199"/>
                  <a:pt x="452" y="199"/>
                  <a:pt x="452" y="199"/>
                </a:cubicBezTo>
                <a:cubicBezTo>
                  <a:pt x="450" y="198"/>
                  <a:pt x="448" y="198"/>
                  <a:pt x="446" y="197"/>
                </a:cubicBezTo>
                <a:cubicBezTo>
                  <a:pt x="446" y="193"/>
                  <a:pt x="446" y="193"/>
                  <a:pt x="446" y="193"/>
                </a:cubicBezTo>
                <a:cubicBezTo>
                  <a:pt x="450" y="193"/>
                  <a:pt x="450" y="193"/>
                  <a:pt x="450" y="193"/>
                </a:cubicBezTo>
                <a:cubicBezTo>
                  <a:pt x="448" y="186"/>
                  <a:pt x="448" y="182"/>
                  <a:pt x="446" y="178"/>
                </a:cubicBezTo>
                <a:cubicBezTo>
                  <a:pt x="446" y="168"/>
                  <a:pt x="446" y="168"/>
                  <a:pt x="446" y="168"/>
                </a:cubicBezTo>
                <a:cubicBezTo>
                  <a:pt x="448" y="169"/>
                  <a:pt x="450" y="169"/>
                  <a:pt x="452" y="170"/>
                </a:cubicBezTo>
                <a:close/>
                <a:moveTo>
                  <a:pt x="452" y="224"/>
                </a:moveTo>
                <a:cubicBezTo>
                  <a:pt x="452" y="234"/>
                  <a:pt x="452" y="234"/>
                  <a:pt x="452" y="234"/>
                </a:cubicBezTo>
                <a:cubicBezTo>
                  <a:pt x="450" y="234"/>
                  <a:pt x="448" y="234"/>
                  <a:pt x="446" y="235"/>
                </a:cubicBezTo>
                <a:cubicBezTo>
                  <a:pt x="446" y="224"/>
                  <a:pt x="446" y="224"/>
                  <a:pt x="446" y="224"/>
                </a:cubicBezTo>
                <a:cubicBezTo>
                  <a:pt x="448" y="224"/>
                  <a:pt x="450" y="224"/>
                  <a:pt x="452" y="224"/>
                </a:cubicBezTo>
                <a:close/>
                <a:moveTo>
                  <a:pt x="452" y="244"/>
                </a:moveTo>
                <a:cubicBezTo>
                  <a:pt x="452" y="254"/>
                  <a:pt x="452" y="254"/>
                  <a:pt x="452" y="254"/>
                </a:cubicBezTo>
                <a:cubicBezTo>
                  <a:pt x="450" y="254"/>
                  <a:pt x="448" y="254"/>
                  <a:pt x="446" y="254"/>
                </a:cubicBezTo>
                <a:cubicBezTo>
                  <a:pt x="446" y="241"/>
                  <a:pt x="446" y="241"/>
                  <a:pt x="446" y="241"/>
                </a:cubicBezTo>
                <a:cubicBezTo>
                  <a:pt x="447" y="243"/>
                  <a:pt x="450" y="243"/>
                  <a:pt x="452" y="244"/>
                </a:cubicBezTo>
                <a:close/>
                <a:moveTo>
                  <a:pt x="452" y="262"/>
                </a:moveTo>
                <a:cubicBezTo>
                  <a:pt x="452" y="270"/>
                  <a:pt x="452" y="270"/>
                  <a:pt x="452" y="270"/>
                </a:cubicBezTo>
                <a:cubicBezTo>
                  <a:pt x="450" y="270"/>
                  <a:pt x="448" y="269"/>
                  <a:pt x="446" y="269"/>
                </a:cubicBezTo>
                <a:cubicBezTo>
                  <a:pt x="446" y="259"/>
                  <a:pt x="446" y="259"/>
                  <a:pt x="446" y="259"/>
                </a:cubicBezTo>
                <a:cubicBezTo>
                  <a:pt x="448" y="260"/>
                  <a:pt x="450" y="261"/>
                  <a:pt x="452" y="262"/>
                </a:cubicBezTo>
                <a:close/>
                <a:moveTo>
                  <a:pt x="452" y="283"/>
                </a:moveTo>
                <a:cubicBezTo>
                  <a:pt x="452" y="293"/>
                  <a:pt x="452" y="293"/>
                  <a:pt x="452" y="293"/>
                </a:cubicBezTo>
                <a:cubicBezTo>
                  <a:pt x="450" y="292"/>
                  <a:pt x="448" y="291"/>
                  <a:pt x="446" y="291"/>
                </a:cubicBezTo>
                <a:cubicBezTo>
                  <a:pt x="446" y="281"/>
                  <a:pt x="446" y="281"/>
                  <a:pt x="446" y="281"/>
                </a:cubicBezTo>
                <a:cubicBezTo>
                  <a:pt x="448" y="282"/>
                  <a:pt x="450" y="283"/>
                  <a:pt x="452" y="283"/>
                </a:cubicBezTo>
                <a:close/>
                <a:moveTo>
                  <a:pt x="452" y="308"/>
                </a:moveTo>
                <a:cubicBezTo>
                  <a:pt x="452" y="331"/>
                  <a:pt x="452" y="331"/>
                  <a:pt x="452" y="331"/>
                </a:cubicBezTo>
                <a:cubicBezTo>
                  <a:pt x="452" y="330"/>
                  <a:pt x="451" y="329"/>
                  <a:pt x="450" y="328"/>
                </a:cubicBezTo>
                <a:cubicBezTo>
                  <a:pt x="446" y="326"/>
                  <a:pt x="446" y="326"/>
                  <a:pt x="446" y="326"/>
                </a:cubicBezTo>
                <a:cubicBezTo>
                  <a:pt x="446" y="323"/>
                  <a:pt x="446" y="323"/>
                  <a:pt x="446" y="323"/>
                </a:cubicBezTo>
                <a:cubicBezTo>
                  <a:pt x="446" y="322"/>
                  <a:pt x="447" y="322"/>
                  <a:pt x="448" y="322"/>
                </a:cubicBezTo>
                <a:cubicBezTo>
                  <a:pt x="448" y="318"/>
                  <a:pt x="448" y="314"/>
                  <a:pt x="448" y="310"/>
                </a:cubicBezTo>
                <a:cubicBezTo>
                  <a:pt x="447" y="309"/>
                  <a:pt x="446" y="309"/>
                  <a:pt x="446" y="309"/>
                </a:cubicBezTo>
                <a:cubicBezTo>
                  <a:pt x="446" y="304"/>
                  <a:pt x="446" y="304"/>
                  <a:pt x="446" y="304"/>
                </a:cubicBezTo>
                <a:cubicBezTo>
                  <a:pt x="448" y="305"/>
                  <a:pt x="450" y="307"/>
                  <a:pt x="452" y="308"/>
                </a:cubicBezTo>
                <a:close/>
                <a:moveTo>
                  <a:pt x="452" y="379"/>
                </a:moveTo>
                <a:cubicBezTo>
                  <a:pt x="452" y="390"/>
                  <a:pt x="452" y="390"/>
                  <a:pt x="452" y="390"/>
                </a:cubicBezTo>
                <a:cubicBezTo>
                  <a:pt x="446" y="396"/>
                  <a:pt x="446" y="396"/>
                  <a:pt x="446" y="396"/>
                </a:cubicBezTo>
                <a:cubicBezTo>
                  <a:pt x="446" y="379"/>
                  <a:pt x="446" y="379"/>
                  <a:pt x="446" y="379"/>
                </a:cubicBezTo>
                <a:cubicBezTo>
                  <a:pt x="452" y="379"/>
                  <a:pt x="452" y="379"/>
                  <a:pt x="452" y="379"/>
                </a:cubicBezTo>
                <a:close/>
                <a:moveTo>
                  <a:pt x="452" y="474"/>
                </a:moveTo>
                <a:cubicBezTo>
                  <a:pt x="452" y="480"/>
                  <a:pt x="452" y="480"/>
                  <a:pt x="452" y="480"/>
                </a:cubicBezTo>
                <a:cubicBezTo>
                  <a:pt x="451" y="480"/>
                  <a:pt x="449" y="480"/>
                  <a:pt x="447" y="480"/>
                </a:cubicBezTo>
                <a:cubicBezTo>
                  <a:pt x="447" y="481"/>
                  <a:pt x="447" y="482"/>
                  <a:pt x="447" y="483"/>
                </a:cubicBezTo>
                <a:cubicBezTo>
                  <a:pt x="448" y="484"/>
                  <a:pt x="450" y="485"/>
                  <a:pt x="452" y="486"/>
                </a:cubicBezTo>
                <a:cubicBezTo>
                  <a:pt x="452" y="490"/>
                  <a:pt x="452" y="490"/>
                  <a:pt x="452" y="490"/>
                </a:cubicBezTo>
                <a:cubicBezTo>
                  <a:pt x="450" y="488"/>
                  <a:pt x="448" y="487"/>
                  <a:pt x="446" y="487"/>
                </a:cubicBezTo>
                <a:cubicBezTo>
                  <a:pt x="446" y="479"/>
                  <a:pt x="446" y="479"/>
                  <a:pt x="446" y="479"/>
                </a:cubicBezTo>
                <a:cubicBezTo>
                  <a:pt x="448" y="478"/>
                  <a:pt x="451" y="476"/>
                  <a:pt x="452" y="474"/>
                </a:cubicBezTo>
                <a:close/>
                <a:moveTo>
                  <a:pt x="452" y="491"/>
                </a:moveTo>
                <a:cubicBezTo>
                  <a:pt x="452" y="495"/>
                  <a:pt x="452" y="495"/>
                  <a:pt x="452" y="495"/>
                </a:cubicBezTo>
                <a:cubicBezTo>
                  <a:pt x="450" y="496"/>
                  <a:pt x="448" y="497"/>
                  <a:pt x="446" y="499"/>
                </a:cubicBezTo>
                <a:cubicBezTo>
                  <a:pt x="446" y="493"/>
                  <a:pt x="446" y="493"/>
                  <a:pt x="446" y="493"/>
                </a:cubicBezTo>
                <a:cubicBezTo>
                  <a:pt x="448" y="493"/>
                  <a:pt x="450" y="493"/>
                  <a:pt x="452" y="491"/>
                </a:cubicBezTo>
                <a:close/>
                <a:moveTo>
                  <a:pt x="452" y="511"/>
                </a:moveTo>
                <a:cubicBezTo>
                  <a:pt x="452" y="523"/>
                  <a:pt x="452" y="523"/>
                  <a:pt x="452" y="523"/>
                </a:cubicBezTo>
                <a:cubicBezTo>
                  <a:pt x="450" y="522"/>
                  <a:pt x="448" y="521"/>
                  <a:pt x="446" y="521"/>
                </a:cubicBezTo>
                <a:cubicBezTo>
                  <a:pt x="446" y="511"/>
                  <a:pt x="446" y="511"/>
                  <a:pt x="446" y="511"/>
                </a:cubicBezTo>
                <a:cubicBezTo>
                  <a:pt x="448" y="511"/>
                  <a:pt x="450" y="511"/>
                  <a:pt x="452" y="511"/>
                </a:cubicBezTo>
                <a:close/>
                <a:moveTo>
                  <a:pt x="452" y="535"/>
                </a:moveTo>
                <a:cubicBezTo>
                  <a:pt x="452" y="544"/>
                  <a:pt x="452" y="544"/>
                  <a:pt x="452" y="544"/>
                </a:cubicBezTo>
                <a:cubicBezTo>
                  <a:pt x="450" y="546"/>
                  <a:pt x="448" y="547"/>
                  <a:pt x="446" y="548"/>
                </a:cubicBezTo>
                <a:cubicBezTo>
                  <a:pt x="446" y="539"/>
                  <a:pt x="446" y="539"/>
                  <a:pt x="446" y="539"/>
                </a:cubicBezTo>
                <a:cubicBezTo>
                  <a:pt x="446" y="539"/>
                  <a:pt x="446" y="538"/>
                  <a:pt x="447" y="537"/>
                </a:cubicBezTo>
                <a:cubicBezTo>
                  <a:pt x="448" y="537"/>
                  <a:pt x="450" y="536"/>
                  <a:pt x="452" y="535"/>
                </a:cubicBezTo>
                <a:close/>
                <a:moveTo>
                  <a:pt x="452" y="550"/>
                </a:moveTo>
                <a:cubicBezTo>
                  <a:pt x="452" y="559"/>
                  <a:pt x="452" y="559"/>
                  <a:pt x="452" y="559"/>
                </a:cubicBezTo>
                <a:cubicBezTo>
                  <a:pt x="450" y="560"/>
                  <a:pt x="448" y="560"/>
                  <a:pt x="447" y="561"/>
                </a:cubicBezTo>
                <a:cubicBezTo>
                  <a:pt x="446" y="563"/>
                  <a:pt x="446" y="565"/>
                  <a:pt x="446" y="567"/>
                </a:cubicBezTo>
                <a:cubicBezTo>
                  <a:pt x="446" y="553"/>
                  <a:pt x="446" y="553"/>
                  <a:pt x="446" y="553"/>
                </a:cubicBezTo>
                <a:cubicBezTo>
                  <a:pt x="448" y="552"/>
                  <a:pt x="450" y="552"/>
                  <a:pt x="452" y="550"/>
                </a:cubicBezTo>
                <a:close/>
                <a:moveTo>
                  <a:pt x="452" y="563"/>
                </a:moveTo>
                <a:cubicBezTo>
                  <a:pt x="450" y="565"/>
                  <a:pt x="448" y="566"/>
                  <a:pt x="446" y="567"/>
                </a:cubicBezTo>
                <a:cubicBezTo>
                  <a:pt x="446" y="588"/>
                  <a:pt x="446" y="588"/>
                  <a:pt x="446" y="588"/>
                </a:cubicBezTo>
                <a:cubicBezTo>
                  <a:pt x="446" y="589"/>
                  <a:pt x="447" y="590"/>
                  <a:pt x="448" y="590"/>
                </a:cubicBezTo>
                <a:cubicBezTo>
                  <a:pt x="450" y="590"/>
                  <a:pt x="451" y="589"/>
                  <a:pt x="452" y="589"/>
                </a:cubicBezTo>
                <a:cubicBezTo>
                  <a:pt x="452" y="579"/>
                  <a:pt x="452" y="579"/>
                  <a:pt x="452" y="579"/>
                </a:cubicBezTo>
                <a:cubicBezTo>
                  <a:pt x="452" y="579"/>
                  <a:pt x="451" y="579"/>
                  <a:pt x="450" y="579"/>
                </a:cubicBezTo>
                <a:cubicBezTo>
                  <a:pt x="450" y="578"/>
                  <a:pt x="450" y="576"/>
                  <a:pt x="450" y="574"/>
                </a:cubicBezTo>
                <a:cubicBezTo>
                  <a:pt x="451" y="574"/>
                  <a:pt x="451" y="574"/>
                  <a:pt x="452" y="573"/>
                </a:cubicBezTo>
                <a:cubicBezTo>
                  <a:pt x="452" y="563"/>
                  <a:pt x="452" y="563"/>
                  <a:pt x="452" y="563"/>
                </a:cubicBezTo>
                <a:close/>
                <a:moveTo>
                  <a:pt x="452" y="605"/>
                </a:moveTo>
                <a:cubicBezTo>
                  <a:pt x="452" y="616"/>
                  <a:pt x="452" y="616"/>
                  <a:pt x="452" y="616"/>
                </a:cubicBezTo>
                <a:cubicBezTo>
                  <a:pt x="450" y="614"/>
                  <a:pt x="448" y="613"/>
                  <a:pt x="446" y="613"/>
                </a:cubicBezTo>
                <a:cubicBezTo>
                  <a:pt x="446" y="606"/>
                  <a:pt x="446" y="606"/>
                  <a:pt x="446" y="606"/>
                </a:cubicBezTo>
                <a:cubicBezTo>
                  <a:pt x="448" y="606"/>
                  <a:pt x="450" y="605"/>
                  <a:pt x="452" y="605"/>
                </a:cubicBezTo>
                <a:close/>
                <a:moveTo>
                  <a:pt x="452" y="627"/>
                </a:moveTo>
                <a:cubicBezTo>
                  <a:pt x="452" y="632"/>
                  <a:pt x="452" y="632"/>
                  <a:pt x="452" y="632"/>
                </a:cubicBezTo>
                <a:cubicBezTo>
                  <a:pt x="451" y="633"/>
                  <a:pt x="449" y="633"/>
                  <a:pt x="448" y="633"/>
                </a:cubicBezTo>
                <a:cubicBezTo>
                  <a:pt x="447" y="633"/>
                  <a:pt x="446" y="633"/>
                  <a:pt x="446" y="634"/>
                </a:cubicBezTo>
                <a:cubicBezTo>
                  <a:pt x="446" y="624"/>
                  <a:pt x="446" y="624"/>
                  <a:pt x="446" y="624"/>
                </a:cubicBezTo>
                <a:cubicBezTo>
                  <a:pt x="447" y="626"/>
                  <a:pt x="448" y="627"/>
                  <a:pt x="450" y="628"/>
                </a:cubicBezTo>
                <a:cubicBezTo>
                  <a:pt x="452" y="627"/>
                  <a:pt x="452" y="627"/>
                  <a:pt x="452" y="627"/>
                </a:cubicBezTo>
                <a:close/>
                <a:moveTo>
                  <a:pt x="452" y="666"/>
                </a:moveTo>
                <a:cubicBezTo>
                  <a:pt x="452" y="688"/>
                  <a:pt x="452" y="688"/>
                  <a:pt x="452" y="688"/>
                </a:cubicBezTo>
                <a:cubicBezTo>
                  <a:pt x="451" y="680"/>
                  <a:pt x="450" y="680"/>
                  <a:pt x="450" y="679"/>
                </a:cubicBezTo>
                <a:cubicBezTo>
                  <a:pt x="448" y="681"/>
                  <a:pt x="447" y="683"/>
                  <a:pt x="446" y="684"/>
                </a:cubicBezTo>
                <a:cubicBezTo>
                  <a:pt x="446" y="672"/>
                  <a:pt x="446" y="672"/>
                  <a:pt x="446" y="672"/>
                </a:cubicBezTo>
                <a:cubicBezTo>
                  <a:pt x="448" y="669"/>
                  <a:pt x="449" y="668"/>
                  <a:pt x="449" y="667"/>
                </a:cubicBezTo>
                <a:cubicBezTo>
                  <a:pt x="450" y="667"/>
                  <a:pt x="451" y="666"/>
                  <a:pt x="452" y="666"/>
                </a:cubicBezTo>
                <a:close/>
                <a:moveTo>
                  <a:pt x="452" y="745"/>
                </a:moveTo>
                <a:cubicBezTo>
                  <a:pt x="452" y="757"/>
                  <a:pt x="452" y="757"/>
                  <a:pt x="452" y="757"/>
                </a:cubicBezTo>
                <a:cubicBezTo>
                  <a:pt x="449" y="754"/>
                  <a:pt x="449" y="754"/>
                  <a:pt x="449" y="754"/>
                </a:cubicBezTo>
                <a:cubicBezTo>
                  <a:pt x="446" y="754"/>
                  <a:pt x="446" y="754"/>
                  <a:pt x="446" y="754"/>
                </a:cubicBezTo>
                <a:cubicBezTo>
                  <a:pt x="446" y="745"/>
                  <a:pt x="446" y="745"/>
                  <a:pt x="446" y="745"/>
                </a:cubicBezTo>
                <a:cubicBezTo>
                  <a:pt x="452" y="745"/>
                  <a:pt x="452" y="745"/>
                  <a:pt x="452" y="745"/>
                </a:cubicBezTo>
                <a:close/>
                <a:moveTo>
                  <a:pt x="446" y="535"/>
                </a:moveTo>
                <a:cubicBezTo>
                  <a:pt x="446" y="526"/>
                  <a:pt x="446" y="526"/>
                  <a:pt x="446" y="526"/>
                </a:cubicBezTo>
                <a:cubicBezTo>
                  <a:pt x="447" y="526"/>
                  <a:pt x="447" y="526"/>
                  <a:pt x="447" y="526"/>
                </a:cubicBezTo>
                <a:cubicBezTo>
                  <a:pt x="450" y="529"/>
                  <a:pt x="449" y="529"/>
                  <a:pt x="450" y="533"/>
                </a:cubicBezTo>
                <a:cubicBezTo>
                  <a:pt x="448" y="535"/>
                  <a:pt x="448" y="535"/>
                  <a:pt x="446" y="535"/>
                </a:cubicBezTo>
                <a:close/>
                <a:moveTo>
                  <a:pt x="439" y="3"/>
                </a:moveTo>
                <a:cubicBezTo>
                  <a:pt x="441" y="3"/>
                  <a:pt x="443" y="4"/>
                  <a:pt x="446" y="4"/>
                </a:cubicBezTo>
                <a:cubicBezTo>
                  <a:pt x="446" y="17"/>
                  <a:pt x="446" y="17"/>
                  <a:pt x="446" y="17"/>
                </a:cubicBezTo>
                <a:cubicBezTo>
                  <a:pt x="444" y="14"/>
                  <a:pt x="442" y="13"/>
                  <a:pt x="439" y="12"/>
                </a:cubicBezTo>
                <a:cubicBezTo>
                  <a:pt x="439" y="3"/>
                  <a:pt x="439" y="3"/>
                  <a:pt x="439" y="3"/>
                </a:cubicBezTo>
                <a:close/>
                <a:moveTo>
                  <a:pt x="446" y="790"/>
                </a:moveTo>
                <a:cubicBezTo>
                  <a:pt x="443" y="790"/>
                  <a:pt x="441" y="791"/>
                  <a:pt x="439" y="791"/>
                </a:cubicBezTo>
                <a:cubicBezTo>
                  <a:pt x="439" y="783"/>
                  <a:pt x="439" y="783"/>
                  <a:pt x="439" y="783"/>
                </a:cubicBezTo>
                <a:cubicBezTo>
                  <a:pt x="439" y="769"/>
                  <a:pt x="439" y="769"/>
                  <a:pt x="439" y="769"/>
                </a:cubicBezTo>
                <a:cubicBezTo>
                  <a:pt x="441" y="772"/>
                  <a:pt x="443" y="774"/>
                  <a:pt x="446" y="776"/>
                </a:cubicBezTo>
                <a:cubicBezTo>
                  <a:pt x="446" y="790"/>
                  <a:pt x="446" y="790"/>
                  <a:pt x="446" y="790"/>
                </a:cubicBezTo>
                <a:close/>
                <a:moveTo>
                  <a:pt x="446" y="43"/>
                </a:moveTo>
                <a:cubicBezTo>
                  <a:pt x="446" y="50"/>
                  <a:pt x="446" y="50"/>
                  <a:pt x="446" y="50"/>
                </a:cubicBezTo>
                <a:cubicBezTo>
                  <a:pt x="443" y="50"/>
                  <a:pt x="441" y="49"/>
                  <a:pt x="439" y="48"/>
                </a:cubicBezTo>
                <a:cubicBezTo>
                  <a:pt x="439" y="39"/>
                  <a:pt x="439" y="39"/>
                  <a:pt x="439" y="39"/>
                </a:cubicBezTo>
                <a:cubicBezTo>
                  <a:pt x="441" y="40"/>
                  <a:pt x="443" y="42"/>
                  <a:pt x="446" y="43"/>
                </a:cubicBezTo>
                <a:cubicBezTo>
                  <a:pt x="446" y="43"/>
                  <a:pt x="446" y="43"/>
                  <a:pt x="446" y="43"/>
                </a:cubicBezTo>
                <a:close/>
                <a:moveTo>
                  <a:pt x="446" y="73"/>
                </a:moveTo>
                <a:cubicBezTo>
                  <a:pt x="446" y="125"/>
                  <a:pt x="446" y="125"/>
                  <a:pt x="446" y="125"/>
                </a:cubicBezTo>
                <a:cubicBezTo>
                  <a:pt x="444" y="125"/>
                  <a:pt x="441" y="124"/>
                  <a:pt x="439" y="124"/>
                </a:cubicBezTo>
                <a:cubicBezTo>
                  <a:pt x="439" y="99"/>
                  <a:pt x="439" y="99"/>
                  <a:pt x="439" y="99"/>
                </a:cubicBezTo>
                <a:cubicBezTo>
                  <a:pt x="440" y="98"/>
                  <a:pt x="441" y="98"/>
                  <a:pt x="442" y="98"/>
                </a:cubicBezTo>
                <a:cubicBezTo>
                  <a:pt x="442" y="97"/>
                  <a:pt x="443" y="97"/>
                  <a:pt x="443" y="96"/>
                </a:cubicBezTo>
                <a:cubicBezTo>
                  <a:pt x="439" y="96"/>
                  <a:pt x="439" y="96"/>
                  <a:pt x="439" y="96"/>
                </a:cubicBezTo>
                <a:cubicBezTo>
                  <a:pt x="439" y="87"/>
                  <a:pt x="439" y="87"/>
                  <a:pt x="439" y="87"/>
                </a:cubicBezTo>
                <a:cubicBezTo>
                  <a:pt x="440" y="86"/>
                  <a:pt x="441" y="86"/>
                  <a:pt x="442" y="86"/>
                </a:cubicBezTo>
                <a:cubicBezTo>
                  <a:pt x="439" y="85"/>
                  <a:pt x="439" y="85"/>
                  <a:pt x="439" y="85"/>
                </a:cubicBezTo>
                <a:cubicBezTo>
                  <a:pt x="439" y="73"/>
                  <a:pt x="439" y="73"/>
                  <a:pt x="439" y="73"/>
                </a:cubicBezTo>
                <a:cubicBezTo>
                  <a:pt x="441" y="73"/>
                  <a:pt x="443" y="73"/>
                  <a:pt x="446" y="73"/>
                </a:cubicBezTo>
                <a:close/>
                <a:moveTo>
                  <a:pt x="446" y="127"/>
                </a:moveTo>
                <a:cubicBezTo>
                  <a:pt x="446" y="139"/>
                  <a:pt x="446" y="139"/>
                  <a:pt x="446" y="139"/>
                </a:cubicBezTo>
                <a:cubicBezTo>
                  <a:pt x="444" y="139"/>
                  <a:pt x="441" y="138"/>
                  <a:pt x="439" y="138"/>
                </a:cubicBezTo>
                <a:cubicBezTo>
                  <a:pt x="439" y="126"/>
                  <a:pt x="439" y="126"/>
                  <a:pt x="439" y="126"/>
                </a:cubicBezTo>
                <a:cubicBezTo>
                  <a:pt x="441" y="126"/>
                  <a:pt x="444" y="127"/>
                  <a:pt x="446" y="127"/>
                </a:cubicBezTo>
                <a:close/>
                <a:moveTo>
                  <a:pt x="446" y="168"/>
                </a:moveTo>
                <a:cubicBezTo>
                  <a:pt x="446" y="178"/>
                  <a:pt x="446" y="178"/>
                  <a:pt x="446" y="178"/>
                </a:cubicBezTo>
                <a:cubicBezTo>
                  <a:pt x="444" y="177"/>
                  <a:pt x="442" y="175"/>
                  <a:pt x="439" y="174"/>
                </a:cubicBezTo>
                <a:cubicBezTo>
                  <a:pt x="439" y="167"/>
                  <a:pt x="439" y="167"/>
                  <a:pt x="439" y="167"/>
                </a:cubicBezTo>
                <a:cubicBezTo>
                  <a:pt x="441" y="167"/>
                  <a:pt x="444" y="168"/>
                  <a:pt x="446" y="168"/>
                </a:cubicBezTo>
                <a:close/>
                <a:moveTo>
                  <a:pt x="446" y="193"/>
                </a:moveTo>
                <a:cubicBezTo>
                  <a:pt x="446" y="197"/>
                  <a:pt x="446" y="197"/>
                  <a:pt x="446" y="197"/>
                </a:cubicBezTo>
                <a:cubicBezTo>
                  <a:pt x="443" y="197"/>
                  <a:pt x="441" y="196"/>
                  <a:pt x="439" y="196"/>
                </a:cubicBezTo>
                <a:cubicBezTo>
                  <a:pt x="439" y="189"/>
                  <a:pt x="439" y="189"/>
                  <a:pt x="439" y="189"/>
                </a:cubicBezTo>
                <a:cubicBezTo>
                  <a:pt x="441" y="191"/>
                  <a:pt x="442" y="192"/>
                  <a:pt x="444" y="193"/>
                </a:cubicBezTo>
                <a:cubicBezTo>
                  <a:pt x="446" y="193"/>
                  <a:pt x="446" y="193"/>
                  <a:pt x="446" y="193"/>
                </a:cubicBezTo>
                <a:close/>
                <a:moveTo>
                  <a:pt x="446" y="224"/>
                </a:moveTo>
                <a:cubicBezTo>
                  <a:pt x="446" y="235"/>
                  <a:pt x="446" y="235"/>
                  <a:pt x="446" y="235"/>
                </a:cubicBezTo>
                <a:cubicBezTo>
                  <a:pt x="444" y="235"/>
                  <a:pt x="443" y="236"/>
                  <a:pt x="442" y="237"/>
                </a:cubicBezTo>
                <a:cubicBezTo>
                  <a:pt x="442" y="239"/>
                  <a:pt x="443" y="240"/>
                  <a:pt x="446" y="241"/>
                </a:cubicBezTo>
                <a:cubicBezTo>
                  <a:pt x="446" y="254"/>
                  <a:pt x="446" y="254"/>
                  <a:pt x="446" y="254"/>
                </a:cubicBezTo>
                <a:cubicBezTo>
                  <a:pt x="444" y="253"/>
                  <a:pt x="442" y="253"/>
                  <a:pt x="439" y="253"/>
                </a:cubicBezTo>
                <a:cubicBezTo>
                  <a:pt x="439" y="224"/>
                  <a:pt x="439" y="224"/>
                  <a:pt x="439" y="224"/>
                </a:cubicBezTo>
                <a:cubicBezTo>
                  <a:pt x="441" y="224"/>
                  <a:pt x="443" y="224"/>
                  <a:pt x="446" y="224"/>
                </a:cubicBezTo>
                <a:close/>
                <a:moveTo>
                  <a:pt x="446" y="259"/>
                </a:moveTo>
                <a:cubicBezTo>
                  <a:pt x="446" y="269"/>
                  <a:pt x="446" y="269"/>
                  <a:pt x="446" y="269"/>
                </a:cubicBezTo>
                <a:cubicBezTo>
                  <a:pt x="444" y="269"/>
                  <a:pt x="441" y="269"/>
                  <a:pt x="439" y="268"/>
                </a:cubicBezTo>
                <a:cubicBezTo>
                  <a:pt x="439" y="257"/>
                  <a:pt x="439" y="257"/>
                  <a:pt x="439" y="257"/>
                </a:cubicBezTo>
                <a:cubicBezTo>
                  <a:pt x="441" y="258"/>
                  <a:pt x="443" y="259"/>
                  <a:pt x="446" y="259"/>
                </a:cubicBezTo>
                <a:close/>
                <a:moveTo>
                  <a:pt x="446" y="281"/>
                </a:moveTo>
                <a:cubicBezTo>
                  <a:pt x="446" y="291"/>
                  <a:pt x="446" y="291"/>
                  <a:pt x="446" y="291"/>
                </a:cubicBezTo>
                <a:cubicBezTo>
                  <a:pt x="444" y="290"/>
                  <a:pt x="442" y="290"/>
                  <a:pt x="439" y="289"/>
                </a:cubicBezTo>
                <a:cubicBezTo>
                  <a:pt x="439" y="277"/>
                  <a:pt x="439" y="277"/>
                  <a:pt x="439" y="277"/>
                </a:cubicBezTo>
                <a:cubicBezTo>
                  <a:pt x="441" y="279"/>
                  <a:pt x="443" y="280"/>
                  <a:pt x="446" y="281"/>
                </a:cubicBezTo>
                <a:close/>
                <a:moveTo>
                  <a:pt x="446" y="304"/>
                </a:moveTo>
                <a:cubicBezTo>
                  <a:pt x="446" y="309"/>
                  <a:pt x="446" y="309"/>
                  <a:pt x="446" y="309"/>
                </a:cubicBezTo>
                <a:cubicBezTo>
                  <a:pt x="444" y="308"/>
                  <a:pt x="443" y="308"/>
                  <a:pt x="442" y="307"/>
                </a:cubicBezTo>
                <a:cubicBezTo>
                  <a:pt x="442" y="314"/>
                  <a:pt x="442" y="317"/>
                  <a:pt x="446" y="323"/>
                </a:cubicBezTo>
                <a:cubicBezTo>
                  <a:pt x="446" y="323"/>
                  <a:pt x="446" y="323"/>
                  <a:pt x="446" y="323"/>
                </a:cubicBezTo>
                <a:cubicBezTo>
                  <a:pt x="446" y="326"/>
                  <a:pt x="446" y="326"/>
                  <a:pt x="446" y="326"/>
                </a:cubicBezTo>
                <a:cubicBezTo>
                  <a:pt x="441" y="324"/>
                  <a:pt x="441" y="324"/>
                  <a:pt x="441" y="324"/>
                </a:cubicBezTo>
                <a:cubicBezTo>
                  <a:pt x="441" y="323"/>
                  <a:pt x="441" y="322"/>
                  <a:pt x="441" y="321"/>
                </a:cubicBezTo>
                <a:cubicBezTo>
                  <a:pt x="440" y="321"/>
                  <a:pt x="440" y="321"/>
                  <a:pt x="439" y="321"/>
                </a:cubicBezTo>
                <a:cubicBezTo>
                  <a:pt x="439" y="302"/>
                  <a:pt x="439" y="302"/>
                  <a:pt x="439" y="302"/>
                </a:cubicBezTo>
                <a:cubicBezTo>
                  <a:pt x="441" y="302"/>
                  <a:pt x="444" y="303"/>
                  <a:pt x="446" y="304"/>
                </a:cubicBezTo>
                <a:close/>
                <a:moveTo>
                  <a:pt x="446" y="379"/>
                </a:moveTo>
                <a:cubicBezTo>
                  <a:pt x="446" y="396"/>
                  <a:pt x="446" y="396"/>
                  <a:pt x="446" y="396"/>
                </a:cubicBezTo>
                <a:cubicBezTo>
                  <a:pt x="439" y="400"/>
                  <a:pt x="439" y="400"/>
                  <a:pt x="439" y="400"/>
                </a:cubicBezTo>
                <a:cubicBezTo>
                  <a:pt x="439" y="379"/>
                  <a:pt x="439" y="379"/>
                  <a:pt x="439" y="379"/>
                </a:cubicBezTo>
                <a:cubicBezTo>
                  <a:pt x="446" y="379"/>
                  <a:pt x="446" y="379"/>
                  <a:pt x="446" y="379"/>
                </a:cubicBezTo>
                <a:close/>
                <a:moveTo>
                  <a:pt x="446" y="479"/>
                </a:moveTo>
                <a:cubicBezTo>
                  <a:pt x="446" y="487"/>
                  <a:pt x="446" y="487"/>
                  <a:pt x="446" y="487"/>
                </a:cubicBezTo>
                <a:cubicBezTo>
                  <a:pt x="444" y="487"/>
                  <a:pt x="442" y="486"/>
                  <a:pt x="439" y="486"/>
                </a:cubicBezTo>
                <a:cubicBezTo>
                  <a:pt x="439" y="482"/>
                  <a:pt x="439" y="482"/>
                  <a:pt x="439" y="482"/>
                </a:cubicBezTo>
                <a:cubicBezTo>
                  <a:pt x="442" y="482"/>
                  <a:pt x="444" y="480"/>
                  <a:pt x="446" y="479"/>
                </a:cubicBezTo>
                <a:close/>
                <a:moveTo>
                  <a:pt x="446" y="493"/>
                </a:moveTo>
                <a:cubicBezTo>
                  <a:pt x="446" y="499"/>
                  <a:pt x="446" y="499"/>
                  <a:pt x="446" y="499"/>
                </a:cubicBezTo>
                <a:cubicBezTo>
                  <a:pt x="444" y="499"/>
                  <a:pt x="441" y="501"/>
                  <a:pt x="439" y="501"/>
                </a:cubicBezTo>
                <a:cubicBezTo>
                  <a:pt x="439" y="498"/>
                  <a:pt x="439" y="498"/>
                  <a:pt x="439" y="498"/>
                </a:cubicBezTo>
                <a:cubicBezTo>
                  <a:pt x="441" y="498"/>
                  <a:pt x="441" y="498"/>
                  <a:pt x="441" y="498"/>
                </a:cubicBezTo>
                <a:cubicBezTo>
                  <a:pt x="440" y="497"/>
                  <a:pt x="440" y="496"/>
                  <a:pt x="439" y="495"/>
                </a:cubicBezTo>
                <a:cubicBezTo>
                  <a:pt x="439" y="490"/>
                  <a:pt x="439" y="490"/>
                  <a:pt x="439" y="490"/>
                </a:cubicBezTo>
                <a:cubicBezTo>
                  <a:pt x="440" y="491"/>
                  <a:pt x="441" y="492"/>
                  <a:pt x="443" y="493"/>
                </a:cubicBezTo>
                <a:cubicBezTo>
                  <a:pt x="444" y="493"/>
                  <a:pt x="445" y="493"/>
                  <a:pt x="446" y="493"/>
                </a:cubicBezTo>
                <a:close/>
                <a:moveTo>
                  <a:pt x="446" y="511"/>
                </a:moveTo>
                <a:cubicBezTo>
                  <a:pt x="446" y="521"/>
                  <a:pt x="446" y="521"/>
                  <a:pt x="446" y="521"/>
                </a:cubicBezTo>
                <a:cubicBezTo>
                  <a:pt x="443" y="521"/>
                  <a:pt x="441" y="521"/>
                  <a:pt x="439" y="522"/>
                </a:cubicBezTo>
                <a:cubicBezTo>
                  <a:pt x="439" y="511"/>
                  <a:pt x="439" y="511"/>
                  <a:pt x="439" y="511"/>
                </a:cubicBezTo>
                <a:cubicBezTo>
                  <a:pt x="441" y="511"/>
                  <a:pt x="443" y="511"/>
                  <a:pt x="446" y="511"/>
                </a:cubicBezTo>
                <a:close/>
                <a:moveTo>
                  <a:pt x="446" y="526"/>
                </a:moveTo>
                <a:cubicBezTo>
                  <a:pt x="446" y="535"/>
                  <a:pt x="446" y="535"/>
                  <a:pt x="446" y="535"/>
                </a:cubicBezTo>
                <a:cubicBezTo>
                  <a:pt x="445" y="535"/>
                  <a:pt x="444" y="536"/>
                  <a:pt x="443" y="536"/>
                </a:cubicBezTo>
                <a:cubicBezTo>
                  <a:pt x="441" y="533"/>
                  <a:pt x="441" y="531"/>
                  <a:pt x="441" y="528"/>
                </a:cubicBezTo>
                <a:cubicBezTo>
                  <a:pt x="443" y="526"/>
                  <a:pt x="443" y="526"/>
                  <a:pt x="446" y="526"/>
                </a:cubicBezTo>
                <a:close/>
                <a:moveTo>
                  <a:pt x="446" y="539"/>
                </a:moveTo>
                <a:cubicBezTo>
                  <a:pt x="446" y="548"/>
                  <a:pt x="446" y="548"/>
                  <a:pt x="446" y="548"/>
                </a:cubicBezTo>
                <a:cubicBezTo>
                  <a:pt x="444" y="549"/>
                  <a:pt x="444" y="549"/>
                  <a:pt x="443" y="550"/>
                </a:cubicBezTo>
                <a:cubicBezTo>
                  <a:pt x="442" y="551"/>
                  <a:pt x="442" y="553"/>
                  <a:pt x="442" y="554"/>
                </a:cubicBezTo>
                <a:cubicBezTo>
                  <a:pt x="443" y="554"/>
                  <a:pt x="444" y="554"/>
                  <a:pt x="446" y="553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88"/>
                  <a:pt x="446" y="588"/>
                  <a:pt x="446" y="588"/>
                </a:cubicBezTo>
                <a:cubicBezTo>
                  <a:pt x="443" y="586"/>
                  <a:pt x="441" y="582"/>
                  <a:pt x="439" y="577"/>
                </a:cubicBezTo>
                <a:cubicBezTo>
                  <a:pt x="439" y="546"/>
                  <a:pt x="439" y="546"/>
                  <a:pt x="439" y="546"/>
                </a:cubicBezTo>
                <a:cubicBezTo>
                  <a:pt x="442" y="544"/>
                  <a:pt x="444" y="542"/>
                  <a:pt x="446" y="539"/>
                </a:cubicBezTo>
                <a:close/>
                <a:moveTo>
                  <a:pt x="446" y="606"/>
                </a:moveTo>
                <a:cubicBezTo>
                  <a:pt x="446" y="613"/>
                  <a:pt x="446" y="613"/>
                  <a:pt x="446" y="613"/>
                </a:cubicBezTo>
                <a:cubicBezTo>
                  <a:pt x="444" y="613"/>
                  <a:pt x="442" y="613"/>
                  <a:pt x="439" y="613"/>
                </a:cubicBezTo>
                <a:cubicBezTo>
                  <a:pt x="439" y="607"/>
                  <a:pt x="439" y="607"/>
                  <a:pt x="439" y="607"/>
                </a:cubicBezTo>
                <a:cubicBezTo>
                  <a:pt x="441" y="607"/>
                  <a:pt x="443" y="606"/>
                  <a:pt x="446" y="606"/>
                </a:cubicBezTo>
                <a:close/>
                <a:moveTo>
                  <a:pt x="446" y="624"/>
                </a:moveTo>
                <a:cubicBezTo>
                  <a:pt x="446" y="634"/>
                  <a:pt x="446" y="634"/>
                  <a:pt x="446" y="634"/>
                </a:cubicBezTo>
                <a:cubicBezTo>
                  <a:pt x="444" y="634"/>
                  <a:pt x="441" y="635"/>
                  <a:pt x="439" y="635"/>
                </a:cubicBezTo>
                <a:cubicBezTo>
                  <a:pt x="439" y="630"/>
                  <a:pt x="439" y="630"/>
                  <a:pt x="439" y="630"/>
                </a:cubicBezTo>
                <a:cubicBezTo>
                  <a:pt x="440" y="630"/>
                  <a:pt x="441" y="629"/>
                  <a:pt x="442" y="629"/>
                </a:cubicBezTo>
                <a:cubicBezTo>
                  <a:pt x="441" y="628"/>
                  <a:pt x="440" y="627"/>
                  <a:pt x="439" y="626"/>
                </a:cubicBezTo>
                <a:cubicBezTo>
                  <a:pt x="439" y="617"/>
                  <a:pt x="439" y="617"/>
                  <a:pt x="439" y="617"/>
                </a:cubicBezTo>
                <a:cubicBezTo>
                  <a:pt x="441" y="620"/>
                  <a:pt x="443" y="622"/>
                  <a:pt x="446" y="624"/>
                </a:cubicBezTo>
                <a:close/>
                <a:moveTo>
                  <a:pt x="446" y="672"/>
                </a:moveTo>
                <a:cubicBezTo>
                  <a:pt x="446" y="684"/>
                  <a:pt x="446" y="684"/>
                  <a:pt x="446" y="684"/>
                </a:cubicBezTo>
                <a:cubicBezTo>
                  <a:pt x="445" y="685"/>
                  <a:pt x="445" y="685"/>
                  <a:pt x="445" y="685"/>
                </a:cubicBezTo>
                <a:cubicBezTo>
                  <a:pt x="443" y="683"/>
                  <a:pt x="441" y="681"/>
                  <a:pt x="439" y="679"/>
                </a:cubicBezTo>
                <a:cubicBezTo>
                  <a:pt x="439" y="678"/>
                  <a:pt x="439" y="678"/>
                  <a:pt x="439" y="678"/>
                </a:cubicBezTo>
                <a:cubicBezTo>
                  <a:pt x="442" y="675"/>
                  <a:pt x="444" y="673"/>
                  <a:pt x="446" y="672"/>
                </a:cubicBezTo>
                <a:close/>
                <a:moveTo>
                  <a:pt x="446" y="745"/>
                </a:moveTo>
                <a:cubicBezTo>
                  <a:pt x="446" y="754"/>
                  <a:pt x="446" y="754"/>
                  <a:pt x="446" y="754"/>
                </a:cubicBezTo>
                <a:cubicBezTo>
                  <a:pt x="443" y="754"/>
                  <a:pt x="441" y="754"/>
                  <a:pt x="439" y="754"/>
                </a:cubicBezTo>
                <a:cubicBezTo>
                  <a:pt x="439" y="745"/>
                  <a:pt x="439" y="745"/>
                  <a:pt x="439" y="745"/>
                </a:cubicBezTo>
                <a:cubicBezTo>
                  <a:pt x="446" y="745"/>
                  <a:pt x="446" y="745"/>
                  <a:pt x="446" y="745"/>
                </a:cubicBezTo>
                <a:close/>
                <a:moveTo>
                  <a:pt x="439" y="462"/>
                </a:moveTo>
                <a:cubicBezTo>
                  <a:pt x="439" y="459"/>
                  <a:pt x="439" y="459"/>
                  <a:pt x="439" y="459"/>
                </a:cubicBezTo>
                <a:cubicBezTo>
                  <a:pt x="440" y="461"/>
                  <a:pt x="440" y="462"/>
                  <a:pt x="440" y="463"/>
                </a:cubicBezTo>
                <a:lnTo>
                  <a:pt x="439" y="462"/>
                </a:lnTo>
                <a:close/>
                <a:moveTo>
                  <a:pt x="435" y="2"/>
                </a:moveTo>
                <a:cubicBezTo>
                  <a:pt x="436" y="2"/>
                  <a:pt x="437" y="2"/>
                  <a:pt x="437" y="2"/>
                </a:cubicBezTo>
                <a:cubicBezTo>
                  <a:pt x="438" y="2"/>
                  <a:pt x="439" y="2"/>
                  <a:pt x="439" y="3"/>
                </a:cubicBezTo>
                <a:cubicBezTo>
                  <a:pt x="439" y="12"/>
                  <a:pt x="439" y="12"/>
                  <a:pt x="439" y="12"/>
                </a:cubicBezTo>
                <a:cubicBezTo>
                  <a:pt x="438" y="11"/>
                  <a:pt x="437" y="11"/>
                  <a:pt x="435" y="10"/>
                </a:cubicBezTo>
                <a:cubicBezTo>
                  <a:pt x="435" y="2"/>
                  <a:pt x="435" y="2"/>
                  <a:pt x="435" y="2"/>
                </a:cubicBezTo>
                <a:close/>
                <a:moveTo>
                  <a:pt x="439" y="791"/>
                </a:moveTo>
                <a:cubicBezTo>
                  <a:pt x="438" y="791"/>
                  <a:pt x="437" y="792"/>
                  <a:pt x="435" y="792"/>
                </a:cubicBezTo>
                <a:cubicBezTo>
                  <a:pt x="435" y="785"/>
                  <a:pt x="435" y="785"/>
                  <a:pt x="435" y="785"/>
                </a:cubicBezTo>
                <a:cubicBezTo>
                  <a:pt x="438" y="784"/>
                  <a:pt x="438" y="784"/>
                  <a:pt x="439" y="783"/>
                </a:cubicBezTo>
                <a:cubicBezTo>
                  <a:pt x="439" y="791"/>
                  <a:pt x="439" y="791"/>
                  <a:pt x="439" y="791"/>
                </a:cubicBezTo>
                <a:close/>
                <a:moveTo>
                  <a:pt x="439" y="39"/>
                </a:moveTo>
                <a:cubicBezTo>
                  <a:pt x="439" y="48"/>
                  <a:pt x="439" y="48"/>
                  <a:pt x="439" y="48"/>
                </a:cubicBezTo>
                <a:cubicBezTo>
                  <a:pt x="438" y="48"/>
                  <a:pt x="437" y="47"/>
                  <a:pt x="435" y="47"/>
                </a:cubicBezTo>
                <a:cubicBezTo>
                  <a:pt x="435" y="35"/>
                  <a:pt x="435" y="35"/>
                  <a:pt x="435" y="35"/>
                </a:cubicBezTo>
                <a:cubicBezTo>
                  <a:pt x="436" y="36"/>
                  <a:pt x="438" y="38"/>
                  <a:pt x="439" y="39"/>
                </a:cubicBezTo>
                <a:close/>
                <a:moveTo>
                  <a:pt x="439" y="73"/>
                </a:moveTo>
                <a:cubicBezTo>
                  <a:pt x="439" y="85"/>
                  <a:pt x="439" y="85"/>
                  <a:pt x="439" y="85"/>
                </a:cubicBezTo>
                <a:cubicBezTo>
                  <a:pt x="438" y="85"/>
                  <a:pt x="437" y="84"/>
                  <a:pt x="435" y="84"/>
                </a:cubicBezTo>
                <a:cubicBezTo>
                  <a:pt x="435" y="75"/>
                  <a:pt x="435" y="75"/>
                  <a:pt x="435" y="75"/>
                </a:cubicBezTo>
                <a:cubicBezTo>
                  <a:pt x="436" y="74"/>
                  <a:pt x="438" y="73"/>
                  <a:pt x="439" y="73"/>
                </a:cubicBezTo>
                <a:close/>
                <a:moveTo>
                  <a:pt x="439" y="87"/>
                </a:moveTo>
                <a:cubicBezTo>
                  <a:pt x="439" y="96"/>
                  <a:pt x="439" y="96"/>
                  <a:pt x="439" y="96"/>
                </a:cubicBezTo>
                <a:cubicBezTo>
                  <a:pt x="438" y="96"/>
                  <a:pt x="438" y="96"/>
                  <a:pt x="438" y="96"/>
                </a:cubicBezTo>
                <a:cubicBezTo>
                  <a:pt x="438" y="93"/>
                  <a:pt x="438" y="90"/>
                  <a:pt x="438" y="87"/>
                </a:cubicBezTo>
                <a:cubicBezTo>
                  <a:pt x="439" y="87"/>
                  <a:pt x="439" y="87"/>
                  <a:pt x="439" y="87"/>
                </a:cubicBezTo>
                <a:close/>
                <a:moveTo>
                  <a:pt x="439" y="99"/>
                </a:moveTo>
                <a:cubicBezTo>
                  <a:pt x="439" y="124"/>
                  <a:pt x="439" y="124"/>
                  <a:pt x="439" y="124"/>
                </a:cubicBezTo>
                <a:cubicBezTo>
                  <a:pt x="438" y="124"/>
                  <a:pt x="437" y="124"/>
                  <a:pt x="435" y="124"/>
                </a:cubicBezTo>
                <a:cubicBezTo>
                  <a:pt x="435" y="99"/>
                  <a:pt x="435" y="99"/>
                  <a:pt x="435" y="99"/>
                </a:cubicBezTo>
                <a:cubicBezTo>
                  <a:pt x="437" y="99"/>
                  <a:pt x="438" y="99"/>
                  <a:pt x="439" y="99"/>
                </a:cubicBezTo>
                <a:close/>
                <a:moveTo>
                  <a:pt x="439" y="126"/>
                </a:moveTo>
                <a:cubicBezTo>
                  <a:pt x="439" y="138"/>
                  <a:pt x="439" y="138"/>
                  <a:pt x="439" y="138"/>
                </a:cubicBezTo>
                <a:cubicBezTo>
                  <a:pt x="438" y="138"/>
                  <a:pt x="437" y="138"/>
                  <a:pt x="435" y="137"/>
                </a:cubicBezTo>
                <a:cubicBezTo>
                  <a:pt x="435" y="126"/>
                  <a:pt x="435" y="126"/>
                  <a:pt x="435" y="126"/>
                </a:cubicBezTo>
                <a:cubicBezTo>
                  <a:pt x="437" y="126"/>
                  <a:pt x="438" y="126"/>
                  <a:pt x="439" y="126"/>
                </a:cubicBezTo>
                <a:close/>
                <a:moveTo>
                  <a:pt x="439" y="167"/>
                </a:moveTo>
                <a:cubicBezTo>
                  <a:pt x="439" y="174"/>
                  <a:pt x="439" y="174"/>
                  <a:pt x="439" y="174"/>
                </a:cubicBezTo>
                <a:cubicBezTo>
                  <a:pt x="438" y="173"/>
                  <a:pt x="437" y="173"/>
                  <a:pt x="435" y="173"/>
                </a:cubicBezTo>
                <a:cubicBezTo>
                  <a:pt x="435" y="167"/>
                  <a:pt x="435" y="167"/>
                  <a:pt x="435" y="167"/>
                </a:cubicBezTo>
                <a:cubicBezTo>
                  <a:pt x="437" y="167"/>
                  <a:pt x="438" y="167"/>
                  <a:pt x="439" y="167"/>
                </a:cubicBezTo>
                <a:close/>
                <a:moveTo>
                  <a:pt x="439" y="189"/>
                </a:moveTo>
                <a:cubicBezTo>
                  <a:pt x="439" y="196"/>
                  <a:pt x="439" y="196"/>
                  <a:pt x="439" y="196"/>
                </a:cubicBezTo>
                <a:cubicBezTo>
                  <a:pt x="438" y="196"/>
                  <a:pt x="437" y="195"/>
                  <a:pt x="435" y="195"/>
                </a:cubicBezTo>
                <a:cubicBezTo>
                  <a:pt x="435" y="180"/>
                  <a:pt x="435" y="180"/>
                  <a:pt x="435" y="180"/>
                </a:cubicBezTo>
                <a:cubicBezTo>
                  <a:pt x="436" y="184"/>
                  <a:pt x="437" y="187"/>
                  <a:pt x="439" y="189"/>
                </a:cubicBezTo>
                <a:close/>
                <a:moveTo>
                  <a:pt x="439" y="224"/>
                </a:moveTo>
                <a:cubicBezTo>
                  <a:pt x="439" y="253"/>
                  <a:pt x="439" y="253"/>
                  <a:pt x="439" y="253"/>
                </a:cubicBezTo>
                <a:cubicBezTo>
                  <a:pt x="439" y="253"/>
                  <a:pt x="438" y="253"/>
                  <a:pt x="438" y="253"/>
                </a:cubicBezTo>
                <a:cubicBezTo>
                  <a:pt x="438" y="254"/>
                  <a:pt x="438" y="255"/>
                  <a:pt x="438" y="256"/>
                </a:cubicBezTo>
                <a:cubicBezTo>
                  <a:pt x="438" y="256"/>
                  <a:pt x="439" y="256"/>
                  <a:pt x="439" y="257"/>
                </a:cubicBezTo>
                <a:cubicBezTo>
                  <a:pt x="439" y="268"/>
                  <a:pt x="439" y="268"/>
                  <a:pt x="439" y="268"/>
                </a:cubicBezTo>
                <a:cubicBezTo>
                  <a:pt x="438" y="268"/>
                  <a:pt x="437" y="268"/>
                  <a:pt x="436" y="268"/>
                </a:cubicBezTo>
                <a:cubicBezTo>
                  <a:pt x="435" y="273"/>
                  <a:pt x="437" y="275"/>
                  <a:pt x="439" y="277"/>
                </a:cubicBezTo>
                <a:cubicBezTo>
                  <a:pt x="439" y="289"/>
                  <a:pt x="439" y="289"/>
                  <a:pt x="439" y="289"/>
                </a:cubicBezTo>
                <a:cubicBezTo>
                  <a:pt x="438" y="289"/>
                  <a:pt x="437" y="288"/>
                  <a:pt x="435" y="288"/>
                </a:cubicBezTo>
                <a:cubicBezTo>
                  <a:pt x="435" y="226"/>
                  <a:pt x="435" y="226"/>
                  <a:pt x="435" y="226"/>
                </a:cubicBezTo>
                <a:cubicBezTo>
                  <a:pt x="436" y="225"/>
                  <a:pt x="438" y="225"/>
                  <a:pt x="439" y="224"/>
                </a:cubicBezTo>
                <a:close/>
                <a:moveTo>
                  <a:pt x="439" y="302"/>
                </a:moveTo>
                <a:cubicBezTo>
                  <a:pt x="439" y="321"/>
                  <a:pt x="439" y="321"/>
                  <a:pt x="439" y="321"/>
                </a:cubicBezTo>
                <a:cubicBezTo>
                  <a:pt x="438" y="321"/>
                  <a:pt x="436" y="320"/>
                  <a:pt x="435" y="320"/>
                </a:cubicBezTo>
                <a:cubicBezTo>
                  <a:pt x="435" y="317"/>
                  <a:pt x="435" y="317"/>
                  <a:pt x="435" y="317"/>
                </a:cubicBezTo>
                <a:cubicBezTo>
                  <a:pt x="436" y="317"/>
                  <a:pt x="437" y="318"/>
                  <a:pt x="437" y="318"/>
                </a:cubicBezTo>
                <a:cubicBezTo>
                  <a:pt x="438" y="313"/>
                  <a:pt x="438" y="308"/>
                  <a:pt x="435" y="305"/>
                </a:cubicBezTo>
                <a:cubicBezTo>
                  <a:pt x="435" y="300"/>
                  <a:pt x="435" y="300"/>
                  <a:pt x="435" y="300"/>
                </a:cubicBezTo>
                <a:cubicBezTo>
                  <a:pt x="437" y="301"/>
                  <a:pt x="438" y="301"/>
                  <a:pt x="439" y="302"/>
                </a:cubicBezTo>
                <a:close/>
                <a:moveTo>
                  <a:pt x="439" y="379"/>
                </a:moveTo>
                <a:cubicBezTo>
                  <a:pt x="439" y="400"/>
                  <a:pt x="439" y="400"/>
                  <a:pt x="439" y="400"/>
                </a:cubicBezTo>
                <a:cubicBezTo>
                  <a:pt x="435" y="403"/>
                  <a:pt x="435" y="403"/>
                  <a:pt x="435" y="403"/>
                </a:cubicBezTo>
                <a:cubicBezTo>
                  <a:pt x="435" y="378"/>
                  <a:pt x="435" y="378"/>
                  <a:pt x="435" y="378"/>
                </a:cubicBezTo>
                <a:cubicBezTo>
                  <a:pt x="439" y="379"/>
                  <a:pt x="439" y="379"/>
                  <a:pt x="439" y="379"/>
                </a:cubicBezTo>
                <a:close/>
                <a:moveTo>
                  <a:pt x="439" y="459"/>
                </a:moveTo>
                <a:cubicBezTo>
                  <a:pt x="439" y="462"/>
                  <a:pt x="439" y="462"/>
                  <a:pt x="439" y="462"/>
                </a:cubicBezTo>
                <a:cubicBezTo>
                  <a:pt x="435" y="459"/>
                  <a:pt x="435" y="459"/>
                  <a:pt x="435" y="459"/>
                </a:cubicBezTo>
                <a:cubicBezTo>
                  <a:pt x="435" y="445"/>
                  <a:pt x="435" y="445"/>
                  <a:pt x="435" y="445"/>
                </a:cubicBezTo>
                <a:cubicBezTo>
                  <a:pt x="437" y="451"/>
                  <a:pt x="438" y="455"/>
                  <a:pt x="439" y="459"/>
                </a:cubicBezTo>
                <a:close/>
                <a:moveTo>
                  <a:pt x="439" y="482"/>
                </a:moveTo>
                <a:cubicBezTo>
                  <a:pt x="439" y="486"/>
                  <a:pt x="439" y="486"/>
                  <a:pt x="439" y="486"/>
                </a:cubicBezTo>
                <a:cubicBezTo>
                  <a:pt x="438" y="486"/>
                  <a:pt x="437" y="486"/>
                  <a:pt x="436" y="487"/>
                </a:cubicBezTo>
                <a:cubicBezTo>
                  <a:pt x="436" y="487"/>
                  <a:pt x="436" y="488"/>
                  <a:pt x="436" y="489"/>
                </a:cubicBezTo>
                <a:cubicBezTo>
                  <a:pt x="438" y="489"/>
                  <a:pt x="438" y="489"/>
                  <a:pt x="439" y="490"/>
                </a:cubicBezTo>
                <a:cubicBezTo>
                  <a:pt x="439" y="495"/>
                  <a:pt x="439" y="495"/>
                  <a:pt x="439" y="495"/>
                </a:cubicBezTo>
                <a:cubicBezTo>
                  <a:pt x="438" y="494"/>
                  <a:pt x="437" y="493"/>
                  <a:pt x="435" y="492"/>
                </a:cubicBezTo>
                <a:cubicBezTo>
                  <a:pt x="435" y="484"/>
                  <a:pt x="435" y="484"/>
                  <a:pt x="435" y="484"/>
                </a:cubicBezTo>
                <a:cubicBezTo>
                  <a:pt x="437" y="484"/>
                  <a:pt x="438" y="483"/>
                  <a:pt x="439" y="482"/>
                </a:cubicBezTo>
                <a:close/>
                <a:moveTo>
                  <a:pt x="439" y="498"/>
                </a:moveTo>
                <a:cubicBezTo>
                  <a:pt x="439" y="501"/>
                  <a:pt x="439" y="501"/>
                  <a:pt x="439" y="501"/>
                </a:cubicBezTo>
                <a:cubicBezTo>
                  <a:pt x="438" y="502"/>
                  <a:pt x="437" y="503"/>
                  <a:pt x="435" y="503"/>
                </a:cubicBezTo>
                <a:cubicBezTo>
                  <a:pt x="435" y="499"/>
                  <a:pt x="435" y="499"/>
                  <a:pt x="435" y="499"/>
                </a:cubicBezTo>
                <a:cubicBezTo>
                  <a:pt x="437" y="499"/>
                  <a:pt x="438" y="499"/>
                  <a:pt x="439" y="498"/>
                </a:cubicBezTo>
                <a:close/>
                <a:moveTo>
                  <a:pt x="439" y="511"/>
                </a:moveTo>
                <a:cubicBezTo>
                  <a:pt x="439" y="522"/>
                  <a:pt x="439" y="522"/>
                  <a:pt x="439" y="522"/>
                </a:cubicBezTo>
                <a:cubicBezTo>
                  <a:pt x="438" y="523"/>
                  <a:pt x="437" y="523"/>
                  <a:pt x="435" y="524"/>
                </a:cubicBezTo>
                <a:cubicBezTo>
                  <a:pt x="435" y="512"/>
                  <a:pt x="435" y="512"/>
                  <a:pt x="435" y="512"/>
                </a:cubicBezTo>
                <a:cubicBezTo>
                  <a:pt x="436" y="511"/>
                  <a:pt x="438" y="511"/>
                  <a:pt x="439" y="511"/>
                </a:cubicBezTo>
                <a:close/>
                <a:moveTo>
                  <a:pt x="439" y="546"/>
                </a:moveTo>
                <a:cubicBezTo>
                  <a:pt x="439" y="577"/>
                  <a:pt x="439" y="577"/>
                  <a:pt x="439" y="577"/>
                </a:cubicBezTo>
                <a:cubicBezTo>
                  <a:pt x="437" y="571"/>
                  <a:pt x="436" y="565"/>
                  <a:pt x="435" y="559"/>
                </a:cubicBezTo>
                <a:cubicBezTo>
                  <a:pt x="435" y="549"/>
                  <a:pt x="435" y="549"/>
                  <a:pt x="435" y="549"/>
                </a:cubicBezTo>
                <a:cubicBezTo>
                  <a:pt x="436" y="548"/>
                  <a:pt x="438" y="547"/>
                  <a:pt x="439" y="546"/>
                </a:cubicBezTo>
                <a:close/>
                <a:moveTo>
                  <a:pt x="439" y="607"/>
                </a:moveTo>
                <a:cubicBezTo>
                  <a:pt x="439" y="613"/>
                  <a:pt x="439" y="613"/>
                  <a:pt x="439" y="613"/>
                </a:cubicBezTo>
                <a:cubicBezTo>
                  <a:pt x="439" y="613"/>
                  <a:pt x="438" y="613"/>
                  <a:pt x="437" y="613"/>
                </a:cubicBezTo>
                <a:cubicBezTo>
                  <a:pt x="438" y="615"/>
                  <a:pt x="438" y="616"/>
                  <a:pt x="439" y="617"/>
                </a:cubicBezTo>
                <a:cubicBezTo>
                  <a:pt x="439" y="626"/>
                  <a:pt x="439" y="626"/>
                  <a:pt x="439" y="626"/>
                </a:cubicBezTo>
                <a:cubicBezTo>
                  <a:pt x="438" y="625"/>
                  <a:pt x="437" y="623"/>
                  <a:pt x="435" y="622"/>
                </a:cubicBezTo>
                <a:cubicBezTo>
                  <a:pt x="435" y="608"/>
                  <a:pt x="435" y="608"/>
                  <a:pt x="435" y="608"/>
                </a:cubicBezTo>
                <a:cubicBezTo>
                  <a:pt x="436" y="608"/>
                  <a:pt x="437" y="607"/>
                  <a:pt x="438" y="607"/>
                </a:cubicBezTo>
                <a:cubicBezTo>
                  <a:pt x="439" y="607"/>
                  <a:pt x="439" y="607"/>
                  <a:pt x="439" y="607"/>
                </a:cubicBezTo>
                <a:close/>
                <a:moveTo>
                  <a:pt x="439" y="630"/>
                </a:moveTo>
                <a:cubicBezTo>
                  <a:pt x="439" y="635"/>
                  <a:pt x="439" y="635"/>
                  <a:pt x="439" y="635"/>
                </a:cubicBezTo>
                <a:cubicBezTo>
                  <a:pt x="438" y="635"/>
                  <a:pt x="437" y="636"/>
                  <a:pt x="435" y="636"/>
                </a:cubicBezTo>
                <a:cubicBezTo>
                  <a:pt x="435" y="631"/>
                  <a:pt x="435" y="631"/>
                  <a:pt x="435" y="631"/>
                </a:cubicBezTo>
                <a:cubicBezTo>
                  <a:pt x="437" y="631"/>
                  <a:pt x="438" y="631"/>
                  <a:pt x="439" y="630"/>
                </a:cubicBezTo>
                <a:close/>
                <a:moveTo>
                  <a:pt x="439" y="678"/>
                </a:moveTo>
                <a:cubicBezTo>
                  <a:pt x="439" y="679"/>
                  <a:pt x="439" y="679"/>
                  <a:pt x="439" y="679"/>
                </a:cubicBezTo>
                <a:cubicBezTo>
                  <a:pt x="439" y="679"/>
                  <a:pt x="439" y="679"/>
                  <a:pt x="439" y="679"/>
                </a:cubicBezTo>
                <a:cubicBezTo>
                  <a:pt x="439" y="678"/>
                  <a:pt x="439" y="678"/>
                  <a:pt x="439" y="678"/>
                </a:cubicBezTo>
                <a:close/>
                <a:moveTo>
                  <a:pt x="439" y="745"/>
                </a:moveTo>
                <a:cubicBezTo>
                  <a:pt x="439" y="754"/>
                  <a:pt x="439" y="754"/>
                  <a:pt x="439" y="754"/>
                </a:cubicBezTo>
                <a:cubicBezTo>
                  <a:pt x="438" y="754"/>
                  <a:pt x="436" y="754"/>
                  <a:pt x="435" y="754"/>
                </a:cubicBezTo>
                <a:cubicBezTo>
                  <a:pt x="435" y="746"/>
                  <a:pt x="435" y="746"/>
                  <a:pt x="435" y="746"/>
                </a:cubicBezTo>
                <a:cubicBezTo>
                  <a:pt x="436" y="746"/>
                  <a:pt x="437" y="746"/>
                  <a:pt x="437" y="745"/>
                </a:cubicBezTo>
                <a:cubicBezTo>
                  <a:pt x="439" y="745"/>
                  <a:pt x="439" y="745"/>
                  <a:pt x="439" y="745"/>
                </a:cubicBezTo>
                <a:close/>
                <a:moveTo>
                  <a:pt x="439" y="769"/>
                </a:moveTo>
                <a:cubicBezTo>
                  <a:pt x="438" y="768"/>
                  <a:pt x="436" y="766"/>
                  <a:pt x="435" y="764"/>
                </a:cubicBezTo>
                <a:cubicBezTo>
                  <a:pt x="435" y="777"/>
                  <a:pt x="435" y="777"/>
                  <a:pt x="435" y="777"/>
                </a:cubicBezTo>
                <a:cubicBezTo>
                  <a:pt x="436" y="779"/>
                  <a:pt x="438" y="781"/>
                  <a:pt x="439" y="783"/>
                </a:cubicBezTo>
                <a:lnTo>
                  <a:pt x="439" y="769"/>
                </a:lnTo>
                <a:close/>
                <a:moveTo>
                  <a:pt x="427" y="2"/>
                </a:moveTo>
                <a:cubicBezTo>
                  <a:pt x="430" y="2"/>
                  <a:pt x="433" y="2"/>
                  <a:pt x="435" y="2"/>
                </a:cubicBezTo>
                <a:cubicBezTo>
                  <a:pt x="435" y="10"/>
                  <a:pt x="435" y="10"/>
                  <a:pt x="435" y="10"/>
                </a:cubicBezTo>
                <a:cubicBezTo>
                  <a:pt x="433" y="10"/>
                  <a:pt x="430" y="10"/>
                  <a:pt x="427" y="10"/>
                </a:cubicBezTo>
                <a:cubicBezTo>
                  <a:pt x="427" y="2"/>
                  <a:pt x="427" y="2"/>
                  <a:pt x="427" y="2"/>
                </a:cubicBezTo>
                <a:close/>
                <a:moveTo>
                  <a:pt x="435" y="792"/>
                </a:moveTo>
                <a:cubicBezTo>
                  <a:pt x="433" y="792"/>
                  <a:pt x="430" y="792"/>
                  <a:pt x="427" y="792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31" y="785"/>
                  <a:pt x="433" y="785"/>
                  <a:pt x="435" y="785"/>
                </a:cubicBezTo>
                <a:cubicBezTo>
                  <a:pt x="435" y="792"/>
                  <a:pt x="435" y="792"/>
                  <a:pt x="435" y="792"/>
                </a:cubicBezTo>
                <a:close/>
                <a:moveTo>
                  <a:pt x="435" y="35"/>
                </a:moveTo>
                <a:cubicBezTo>
                  <a:pt x="435" y="47"/>
                  <a:pt x="435" y="47"/>
                  <a:pt x="435" y="47"/>
                </a:cubicBezTo>
                <a:cubicBezTo>
                  <a:pt x="435" y="46"/>
                  <a:pt x="434" y="46"/>
                  <a:pt x="433" y="46"/>
                </a:cubicBezTo>
                <a:cubicBezTo>
                  <a:pt x="431" y="46"/>
                  <a:pt x="429" y="46"/>
                  <a:pt x="427" y="46"/>
                </a:cubicBezTo>
                <a:cubicBezTo>
                  <a:pt x="427" y="22"/>
                  <a:pt x="427" y="22"/>
                  <a:pt x="427" y="22"/>
                </a:cubicBezTo>
                <a:cubicBezTo>
                  <a:pt x="430" y="27"/>
                  <a:pt x="432" y="31"/>
                  <a:pt x="435" y="35"/>
                </a:cubicBezTo>
                <a:close/>
                <a:moveTo>
                  <a:pt x="435" y="75"/>
                </a:moveTo>
                <a:cubicBezTo>
                  <a:pt x="435" y="84"/>
                  <a:pt x="435" y="84"/>
                  <a:pt x="435" y="84"/>
                </a:cubicBezTo>
                <a:cubicBezTo>
                  <a:pt x="435" y="84"/>
                  <a:pt x="435" y="84"/>
                  <a:pt x="435" y="84"/>
                </a:cubicBezTo>
                <a:cubicBezTo>
                  <a:pt x="434" y="81"/>
                  <a:pt x="434" y="78"/>
                  <a:pt x="434" y="76"/>
                </a:cubicBezTo>
                <a:cubicBezTo>
                  <a:pt x="435" y="75"/>
                  <a:pt x="435" y="75"/>
                  <a:pt x="435" y="75"/>
                </a:cubicBezTo>
                <a:close/>
                <a:moveTo>
                  <a:pt x="435" y="99"/>
                </a:moveTo>
                <a:cubicBezTo>
                  <a:pt x="435" y="124"/>
                  <a:pt x="435" y="124"/>
                  <a:pt x="435" y="124"/>
                </a:cubicBezTo>
                <a:cubicBezTo>
                  <a:pt x="433" y="124"/>
                  <a:pt x="430" y="123"/>
                  <a:pt x="427" y="123"/>
                </a:cubicBezTo>
                <a:cubicBezTo>
                  <a:pt x="427" y="110"/>
                  <a:pt x="427" y="110"/>
                  <a:pt x="427" y="110"/>
                </a:cubicBezTo>
                <a:cubicBezTo>
                  <a:pt x="429" y="110"/>
                  <a:pt x="430" y="110"/>
                  <a:pt x="431" y="110"/>
                </a:cubicBezTo>
                <a:cubicBezTo>
                  <a:pt x="428" y="106"/>
                  <a:pt x="426" y="105"/>
                  <a:pt x="429" y="99"/>
                </a:cubicBezTo>
                <a:cubicBezTo>
                  <a:pt x="431" y="99"/>
                  <a:pt x="433" y="99"/>
                  <a:pt x="435" y="99"/>
                </a:cubicBezTo>
                <a:close/>
                <a:moveTo>
                  <a:pt x="435" y="126"/>
                </a:moveTo>
                <a:cubicBezTo>
                  <a:pt x="435" y="137"/>
                  <a:pt x="435" y="137"/>
                  <a:pt x="435" y="137"/>
                </a:cubicBezTo>
                <a:cubicBezTo>
                  <a:pt x="433" y="137"/>
                  <a:pt x="430" y="137"/>
                  <a:pt x="427" y="136"/>
                </a:cubicBezTo>
                <a:cubicBezTo>
                  <a:pt x="427" y="126"/>
                  <a:pt x="427" y="126"/>
                  <a:pt x="427" y="126"/>
                </a:cubicBezTo>
                <a:cubicBezTo>
                  <a:pt x="430" y="125"/>
                  <a:pt x="432" y="125"/>
                  <a:pt x="435" y="126"/>
                </a:cubicBezTo>
                <a:close/>
                <a:moveTo>
                  <a:pt x="435" y="167"/>
                </a:moveTo>
                <a:cubicBezTo>
                  <a:pt x="435" y="173"/>
                  <a:pt x="435" y="173"/>
                  <a:pt x="435" y="173"/>
                </a:cubicBezTo>
                <a:cubicBezTo>
                  <a:pt x="434" y="173"/>
                  <a:pt x="433" y="172"/>
                  <a:pt x="433" y="172"/>
                </a:cubicBezTo>
                <a:cubicBezTo>
                  <a:pt x="433" y="175"/>
                  <a:pt x="434" y="177"/>
                  <a:pt x="435" y="180"/>
                </a:cubicBezTo>
                <a:cubicBezTo>
                  <a:pt x="435" y="195"/>
                  <a:pt x="435" y="195"/>
                  <a:pt x="435" y="195"/>
                </a:cubicBezTo>
                <a:cubicBezTo>
                  <a:pt x="433" y="195"/>
                  <a:pt x="430" y="194"/>
                  <a:pt x="427" y="194"/>
                </a:cubicBezTo>
                <a:cubicBezTo>
                  <a:pt x="427" y="190"/>
                  <a:pt x="427" y="190"/>
                  <a:pt x="427" y="190"/>
                </a:cubicBezTo>
                <a:cubicBezTo>
                  <a:pt x="429" y="189"/>
                  <a:pt x="431" y="189"/>
                  <a:pt x="432" y="189"/>
                </a:cubicBezTo>
                <a:cubicBezTo>
                  <a:pt x="430" y="184"/>
                  <a:pt x="429" y="180"/>
                  <a:pt x="427" y="177"/>
                </a:cubicBezTo>
                <a:cubicBezTo>
                  <a:pt x="427" y="166"/>
                  <a:pt x="427" y="166"/>
                  <a:pt x="427" y="166"/>
                </a:cubicBezTo>
                <a:cubicBezTo>
                  <a:pt x="430" y="166"/>
                  <a:pt x="433" y="166"/>
                  <a:pt x="435" y="167"/>
                </a:cubicBezTo>
                <a:close/>
                <a:moveTo>
                  <a:pt x="435" y="226"/>
                </a:moveTo>
                <a:cubicBezTo>
                  <a:pt x="435" y="288"/>
                  <a:pt x="435" y="288"/>
                  <a:pt x="435" y="288"/>
                </a:cubicBezTo>
                <a:cubicBezTo>
                  <a:pt x="433" y="288"/>
                  <a:pt x="433" y="288"/>
                  <a:pt x="433" y="288"/>
                </a:cubicBezTo>
                <a:cubicBezTo>
                  <a:pt x="429" y="283"/>
                  <a:pt x="429" y="282"/>
                  <a:pt x="427" y="279"/>
                </a:cubicBezTo>
                <a:cubicBezTo>
                  <a:pt x="427" y="263"/>
                  <a:pt x="427" y="263"/>
                  <a:pt x="427" y="263"/>
                </a:cubicBezTo>
                <a:cubicBezTo>
                  <a:pt x="428" y="257"/>
                  <a:pt x="430" y="247"/>
                  <a:pt x="432" y="230"/>
                </a:cubicBezTo>
                <a:cubicBezTo>
                  <a:pt x="433" y="228"/>
                  <a:pt x="434" y="227"/>
                  <a:pt x="435" y="226"/>
                </a:cubicBezTo>
                <a:close/>
                <a:moveTo>
                  <a:pt x="435" y="300"/>
                </a:moveTo>
                <a:cubicBezTo>
                  <a:pt x="435" y="305"/>
                  <a:pt x="435" y="305"/>
                  <a:pt x="435" y="305"/>
                </a:cubicBezTo>
                <a:cubicBezTo>
                  <a:pt x="434" y="304"/>
                  <a:pt x="432" y="303"/>
                  <a:pt x="429" y="304"/>
                </a:cubicBezTo>
                <a:cubicBezTo>
                  <a:pt x="430" y="308"/>
                  <a:pt x="431" y="312"/>
                  <a:pt x="433" y="316"/>
                </a:cubicBezTo>
                <a:cubicBezTo>
                  <a:pt x="433" y="316"/>
                  <a:pt x="434" y="317"/>
                  <a:pt x="435" y="317"/>
                </a:cubicBezTo>
                <a:cubicBezTo>
                  <a:pt x="435" y="320"/>
                  <a:pt x="435" y="320"/>
                  <a:pt x="435" y="320"/>
                </a:cubicBezTo>
                <a:cubicBezTo>
                  <a:pt x="433" y="319"/>
                  <a:pt x="430" y="318"/>
                  <a:pt x="427" y="317"/>
                </a:cubicBezTo>
                <a:cubicBezTo>
                  <a:pt x="427" y="298"/>
                  <a:pt x="427" y="298"/>
                  <a:pt x="427" y="298"/>
                </a:cubicBezTo>
                <a:cubicBezTo>
                  <a:pt x="430" y="298"/>
                  <a:pt x="433" y="299"/>
                  <a:pt x="435" y="300"/>
                </a:cubicBezTo>
                <a:close/>
                <a:moveTo>
                  <a:pt x="435" y="378"/>
                </a:moveTo>
                <a:cubicBezTo>
                  <a:pt x="435" y="403"/>
                  <a:pt x="435" y="403"/>
                  <a:pt x="435" y="403"/>
                </a:cubicBezTo>
                <a:cubicBezTo>
                  <a:pt x="427" y="409"/>
                  <a:pt x="427" y="409"/>
                  <a:pt x="427" y="409"/>
                </a:cubicBezTo>
                <a:cubicBezTo>
                  <a:pt x="427" y="378"/>
                  <a:pt x="427" y="378"/>
                  <a:pt x="427" y="378"/>
                </a:cubicBezTo>
                <a:cubicBezTo>
                  <a:pt x="435" y="378"/>
                  <a:pt x="435" y="378"/>
                  <a:pt x="435" y="378"/>
                </a:cubicBezTo>
                <a:close/>
                <a:moveTo>
                  <a:pt x="435" y="445"/>
                </a:moveTo>
                <a:cubicBezTo>
                  <a:pt x="435" y="459"/>
                  <a:pt x="435" y="459"/>
                  <a:pt x="435" y="459"/>
                </a:cubicBezTo>
                <a:cubicBezTo>
                  <a:pt x="427" y="454"/>
                  <a:pt x="427" y="454"/>
                  <a:pt x="427" y="454"/>
                </a:cubicBezTo>
                <a:cubicBezTo>
                  <a:pt x="427" y="420"/>
                  <a:pt x="427" y="420"/>
                  <a:pt x="427" y="420"/>
                </a:cubicBezTo>
                <a:cubicBezTo>
                  <a:pt x="429" y="427"/>
                  <a:pt x="433" y="436"/>
                  <a:pt x="435" y="445"/>
                </a:cubicBezTo>
                <a:close/>
                <a:moveTo>
                  <a:pt x="435" y="484"/>
                </a:moveTo>
                <a:cubicBezTo>
                  <a:pt x="435" y="492"/>
                  <a:pt x="435" y="492"/>
                  <a:pt x="435" y="492"/>
                </a:cubicBezTo>
                <a:cubicBezTo>
                  <a:pt x="433" y="491"/>
                  <a:pt x="430" y="491"/>
                  <a:pt x="427" y="491"/>
                </a:cubicBezTo>
                <a:cubicBezTo>
                  <a:pt x="427" y="487"/>
                  <a:pt x="427" y="487"/>
                  <a:pt x="427" y="487"/>
                </a:cubicBezTo>
                <a:cubicBezTo>
                  <a:pt x="430" y="486"/>
                  <a:pt x="433" y="485"/>
                  <a:pt x="435" y="484"/>
                </a:cubicBezTo>
                <a:close/>
                <a:moveTo>
                  <a:pt x="435" y="499"/>
                </a:moveTo>
                <a:cubicBezTo>
                  <a:pt x="435" y="503"/>
                  <a:pt x="435" y="503"/>
                  <a:pt x="435" y="503"/>
                </a:cubicBezTo>
                <a:cubicBezTo>
                  <a:pt x="433" y="504"/>
                  <a:pt x="430" y="505"/>
                  <a:pt x="427" y="506"/>
                </a:cubicBezTo>
                <a:cubicBezTo>
                  <a:pt x="427" y="503"/>
                  <a:pt x="427" y="503"/>
                  <a:pt x="427" y="503"/>
                </a:cubicBezTo>
                <a:cubicBezTo>
                  <a:pt x="429" y="503"/>
                  <a:pt x="429" y="503"/>
                  <a:pt x="429" y="503"/>
                </a:cubicBezTo>
                <a:cubicBezTo>
                  <a:pt x="429" y="502"/>
                  <a:pt x="428" y="501"/>
                  <a:pt x="427" y="500"/>
                </a:cubicBezTo>
                <a:cubicBezTo>
                  <a:pt x="427" y="495"/>
                  <a:pt x="427" y="495"/>
                  <a:pt x="427" y="495"/>
                </a:cubicBezTo>
                <a:cubicBezTo>
                  <a:pt x="429" y="496"/>
                  <a:pt x="431" y="498"/>
                  <a:pt x="433" y="499"/>
                </a:cubicBezTo>
                <a:cubicBezTo>
                  <a:pt x="435" y="499"/>
                  <a:pt x="435" y="499"/>
                  <a:pt x="435" y="499"/>
                </a:cubicBezTo>
                <a:close/>
                <a:moveTo>
                  <a:pt x="435" y="512"/>
                </a:moveTo>
                <a:cubicBezTo>
                  <a:pt x="435" y="524"/>
                  <a:pt x="435" y="524"/>
                  <a:pt x="435" y="524"/>
                </a:cubicBezTo>
                <a:cubicBezTo>
                  <a:pt x="433" y="526"/>
                  <a:pt x="430" y="528"/>
                  <a:pt x="427" y="530"/>
                </a:cubicBezTo>
                <a:cubicBezTo>
                  <a:pt x="427" y="518"/>
                  <a:pt x="427" y="518"/>
                  <a:pt x="427" y="518"/>
                </a:cubicBezTo>
                <a:cubicBezTo>
                  <a:pt x="428" y="518"/>
                  <a:pt x="428" y="518"/>
                  <a:pt x="428" y="518"/>
                </a:cubicBezTo>
                <a:cubicBezTo>
                  <a:pt x="429" y="515"/>
                  <a:pt x="432" y="513"/>
                  <a:pt x="435" y="512"/>
                </a:cubicBezTo>
                <a:close/>
                <a:moveTo>
                  <a:pt x="435" y="549"/>
                </a:moveTo>
                <a:cubicBezTo>
                  <a:pt x="435" y="559"/>
                  <a:pt x="435" y="559"/>
                  <a:pt x="435" y="559"/>
                </a:cubicBezTo>
                <a:cubicBezTo>
                  <a:pt x="435" y="555"/>
                  <a:pt x="434" y="552"/>
                  <a:pt x="435" y="550"/>
                </a:cubicBezTo>
                <a:cubicBezTo>
                  <a:pt x="435" y="549"/>
                  <a:pt x="435" y="549"/>
                  <a:pt x="435" y="549"/>
                </a:cubicBezTo>
                <a:close/>
                <a:moveTo>
                  <a:pt x="435" y="608"/>
                </a:moveTo>
                <a:cubicBezTo>
                  <a:pt x="435" y="622"/>
                  <a:pt x="435" y="622"/>
                  <a:pt x="435" y="622"/>
                </a:cubicBezTo>
                <a:cubicBezTo>
                  <a:pt x="433" y="619"/>
                  <a:pt x="430" y="617"/>
                  <a:pt x="427" y="616"/>
                </a:cubicBezTo>
                <a:cubicBezTo>
                  <a:pt x="427" y="610"/>
                  <a:pt x="427" y="610"/>
                  <a:pt x="427" y="610"/>
                </a:cubicBezTo>
                <a:cubicBezTo>
                  <a:pt x="430" y="609"/>
                  <a:pt x="433" y="609"/>
                  <a:pt x="435" y="608"/>
                </a:cubicBezTo>
                <a:close/>
                <a:moveTo>
                  <a:pt x="435" y="631"/>
                </a:moveTo>
                <a:cubicBezTo>
                  <a:pt x="435" y="636"/>
                  <a:pt x="435" y="636"/>
                  <a:pt x="435" y="636"/>
                </a:cubicBezTo>
                <a:cubicBezTo>
                  <a:pt x="433" y="637"/>
                  <a:pt x="430" y="637"/>
                  <a:pt x="427" y="637"/>
                </a:cubicBezTo>
                <a:cubicBezTo>
                  <a:pt x="427" y="629"/>
                  <a:pt x="427" y="629"/>
                  <a:pt x="427" y="629"/>
                </a:cubicBezTo>
                <a:cubicBezTo>
                  <a:pt x="428" y="630"/>
                  <a:pt x="429" y="631"/>
                  <a:pt x="430" y="631"/>
                </a:cubicBezTo>
                <a:cubicBezTo>
                  <a:pt x="432" y="631"/>
                  <a:pt x="434" y="631"/>
                  <a:pt x="435" y="631"/>
                </a:cubicBezTo>
                <a:close/>
                <a:moveTo>
                  <a:pt x="435" y="746"/>
                </a:moveTo>
                <a:cubicBezTo>
                  <a:pt x="435" y="754"/>
                  <a:pt x="435" y="754"/>
                  <a:pt x="435" y="754"/>
                </a:cubicBezTo>
                <a:cubicBezTo>
                  <a:pt x="434" y="754"/>
                  <a:pt x="433" y="755"/>
                  <a:pt x="431" y="755"/>
                </a:cubicBezTo>
                <a:cubicBezTo>
                  <a:pt x="432" y="758"/>
                  <a:pt x="433" y="761"/>
                  <a:pt x="435" y="764"/>
                </a:cubicBezTo>
                <a:cubicBezTo>
                  <a:pt x="435" y="777"/>
                  <a:pt x="435" y="777"/>
                  <a:pt x="435" y="777"/>
                </a:cubicBezTo>
                <a:cubicBezTo>
                  <a:pt x="433" y="773"/>
                  <a:pt x="430" y="770"/>
                  <a:pt x="427" y="766"/>
                </a:cubicBezTo>
                <a:cubicBezTo>
                  <a:pt x="427" y="747"/>
                  <a:pt x="427" y="747"/>
                  <a:pt x="427" y="747"/>
                </a:cubicBezTo>
                <a:cubicBezTo>
                  <a:pt x="430" y="747"/>
                  <a:pt x="433" y="747"/>
                  <a:pt x="435" y="746"/>
                </a:cubicBezTo>
                <a:close/>
                <a:moveTo>
                  <a:pt x="427" y="711"/>
                </a:moveTo>
                <a:cubicBezTo>
                  <a:pt x="427" y="704"/>
                  <a:pt x="427" y="704"/>
                  <a:pt x="427" y="704"/>
                </a:cubicBezTo>
                <a:cubicBezTo>
                  <a:pt x="428" y="711"/>
                  <a:pt x="428" y="711"/>
                  <a:pt x="428" y="711"/>
                </a:cubicBezTo>
                <a:cubicBezTo>
                  <a:pt x="427" y="711"/>
                  <a:pt x="427" y="711"/>
                  <a:pt x="427" y="711"/>
                </a:cubicBezTo>
                <a:close/>
                <a:moveTo>
                  <a:pt x="427" y="548"/>
                </a:moveTo>
                <a:cubicBezTo>
                  <a:pt x="427" y="535"/>
                  <a:pt x="427" y="535"/>
                  <a:pt x="427" y="535"/>
                </a:cubicBezTo>
                <a:cubicBezTo>
                  <a:pt x="429" y="533"/>
                  <a:pt x="431" y="533"/>
                  <a:pt x="434" y="533"/>
                </a:cubicBezTo>
                <a:cubicBezTo>
                  <a:pt x="434" y="539"/>
                  <a:pt x="432" y="545"/>
                  <a:pt x="427" y="548"/>
                </a:cubicBezTo>
                <a:close/>
                <a:moveTo>
                  <a:pt x="424" y="3"/>
                </a:moveTo>
                <a:cubicBezTo>
                  <a:pt x="425" y="3"/>
                  <a:pt x="426" y="3"/>
                  <a:pt x="427" y="2"/>
                </a:cubicBezTo>
                <a:cubicBezTo>
                  <a:pt x="427" y="10"/>
                  <a:pt x="427" y="10"/>
                  <a:pt x="427" y="10"/>
                </a:cubicBezTo>
                <a:cubicBezTo>
                  <a:pt x="426" y="10"/>
                  <a:pt x="425" y="10"/>
                  <a:pt x="424" y="10"/>
                </a:cubicBezTo>
                <a:cubicBezTo>
                  <a:pt x="424" y="3"/>
                  <a:pt x="424" y="3"/>
                  <a:pt x="424" y="3"/>
                </a:cubicBezTo>
                <a:close/>
                <a:moveTo>
                  <a:pt x="427" y="792"/>
                </a:moveTo>
                <a:cubicBezTo>
                  <a:pt x="426" y="792"/>
                  <a:pt x="425" y="792"/>
                  <a:pt x="424" y="792"/>
                </a:cubicBezTo>
                <a:cubicBezTo>
                  <a:pt x="424" y="785"/>
                  <a:pt x="424" y="785"/>
                  <a:pt x="424" y="785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27" y="792"/>
                  <a:pt x="427" y="792"/>
                  <a:pt x="427" y="792"/>
                </a:cubicBezTo>
                <a:close/>
                <a:moveTo>
                  <a:pt x="427" y="22"/>
                </a:moveTo>
                <a:cubicBezTo>
                  <a:pt x="427" y="46"/>
                  <a:pt x="427" y="46"/>
                  <a:pt x="427" y="46"/>
                </a:cubicBezTo>
                <a:cubicBezTo>
                  <a:pt x="426" y="46"/>
                  <a:pt x="425" y="46"/>
                  <a:pt x="424" y="46"/>
                </a:cubicBezTo>
                <a:cubicBezTo>
                  <a:pt x="424" y="38"/>
                  <a:pt x="424" y="38"/>
                  <a:pt x="424" y="38"/>
                </a:cubicBezTo>
                <a:cubicBezTo>
                  <a:pt x="426" y="38"/>
                  <a:pt x="426" y="38"/>
                  <a:pt x="426" y="38"/>
                </a:cubicBezTo>
                <a:cubicBezTo>
                  <a:pt x="425" y="37"/>
                  <a:pt x="425" y="36"/>
                  <a:pt x="424" y="34"/>
                </a:cubicBezTo>
                <a:cubicBezTo>
                  <a:pt x="424" y="14"/>
                  <a:pt x="424" y="14"/>
                  <a:pt x="424" y="14"/>
                </a:cubicBezTo>
                <a:cubicBezTo>
                  <a:pt x="425" y="17"/>
                  <a:pt x="426" y="20"/>
                  <a:pt x="427" y="22"/>
                </a:cubicBezTo>
                <a:close/>
                <a:moveTo>
                  <a:pt x="427" y="110"/>
                </a:moveTo>
                <a:cubicBezTo>
                  <a:pt x="427" y="123"/>
                  <a:pt x="427" y="123"/>
                  <a:pt x="427" y="123"/>
                </a:cubicBezTo>
                <a:cubicBezTo>
                  <a:pt x="426" y="123"/>
                  <a:pt x="425" y="123"/>
                  <a:pt x="424" y="122"/>
                </a:cubicBezTo>
                <a:cubicBezTo>
                  <a:pt x="424" y="109"/>
                  <a:pt x="424" y="109"/>
                  <a:pt x="424" y="109"/>
                </a:cubicBezTo>
                <a:cubicBezTo>
                  <a:pt x="425" y="109"/>
                  <a:pt x="426" y="110"/>
                  <a:pt x="427" y="110"/>
                </a:cubicBezTo>
                <a:close/>
                <a:moveTo>
                  <a:pt x="427" y="126"/>
                </a:moveTo>
                <a:cubicBezTo>
                  <a:pt x="427" y="136"/>
                  <a:pt x="427" y="136"/>
                  <a:pt x="427" y="136"/>
                </a:cubicBezTo>
                <a:cubicBezTo>
                  <a:pt x="426" y="136"/>
                  <a:pt x="425" y="135"/>
                  <a:pt x="424" y="135"/>
                </a:cubicBezTo>
                <a:cubicBezTo>
                  <a:pt x="424" y="126"/>
                  <a:pt x="424" y="126"/>
                  <a:pt x="424" y="126"/>
                </a:cubicBezTo>
                <a:cubicBezTo>
                  <a:pt x="425" y="126"/>
                  <a:pt x="426" y="126"/>
                  <a:pt x="427" y="126"/>
                </a:cubicBezTo>
                <a:close/>
                <a:moveTo>
                  <a:pt x="427" y="166"/>
                </a:moveTo>
                <a:cubicBezTo>
                  <a:pt x="427" y="177"/>
                  <a:pt x="427" y="177"/>
                  <a:pt x="427" y="177"/>
                </a:cubicBezTo>
                <a:cubicBezTo>
                  <a:pt x="427" y="176"/>
                  <a:pt x="425" y="174"/>
                  <a:pt x="424" y="173"/>
                </a:cubicBezTo>
                <a:cubicBezTo>
                  <a:pt x="424" y="165"/>
                  <a:pt x="424" y="165"/>
                  <a:pt x="424" y="165"/>
                </a:cubicBezTo>
                <a:cubicBezTo>
                  <a:pt x="425" y="165"/>
                  <a:pt x="426" y="166"/>
                  <a:pt x="427" y="166"/>
                </a:cubicBezTo>
                <a:close/>
                <a:moveTo>
                  <a:pt x="427" y="190"/>
                </a:moveTo>
                <a:cubicBezTo>
                  <a:pt x="427" y="194"/>
                  <a:pt x="427" y="194"/>
                  <a:pt x="427" y="194"/>
                </a:cubicBezTo>
                <a:cubicBezTo>
                  <a:pt x="426" y="194"/>
                  <a:pt x="425" y="194"/>
                  <a:pt x="424" y="194"/>
                </a:cubicBezTo>
                <a:cubicBezTo>
                  <a:pt x="424" y="189"/>
                  <a:pt x="424" y="189"/>
                  <a:pt x="424" y="189"/>
                </a:cubicBezTo>
                <a:cubicBezTo>
                  <a:pt x="425" y="189"/>
                  <a:pt x="425" y="190"/>
                  <a:pt x="425" y="190"/>
                </a:cubicBezTo>
                <a:cubicBezTo>
                  <a:pt x="427" y="190"/>
                  <a:pt x="427" y="190"/>
                  <a:pt x="427" y="190"/>
                </a:cubicBezTo>
                <a:close/>
                <a:moveTo>
                  <a:pt x="427" y="263"/>
                </a:moveTo>
                <a:cubicBezTo>
                  <a:pt x="427" y="279"/>
                  <a:pt x="427" y="279"/>
                  <a:pt x="427" y="279"/>
                </a:cubicBezTo>
                <a:cubicBezTo>
                  <a:pt x="427" y="279"/>
                  <a:pt x="427" y="278"/>
                  <a:pt x="426" y="277"/>
                </a:cubicBezTo>
                <a:cubicBezTo>
                  <a:pt x="426" y="273"/>
                  <a:pt x="426" y="270"/>
                  <a:pt x="427" y="263"/>
                </a:cubicBezTo>
                <a:close/>
                <a:moveTo>
                  <a:pt x="427" y="298"/>
                </a:moveTo>
                <a:cubicBezTo>
                  <a:pt x="427" y="317"/>
                  <a:pt x="427" y="317"/>
                  <a:pt x="427" y="317"/>
                </a:cubicBezTo>
                <a:cubicBezTo>
                  <a:pt x="426" y="317"/>
                  <a:pt x="425" y="317"/>
                  <a:pt x="424" y="317"/>
                </a:cubicBezTo>
                <a:cubicBezTo>
                  <a:pt x="424" y="313"/>
                  <a:pt x="424" y="313"/>
                  <a:pt x="424" y="313"/>
                </a:cubicBezTo>
                <a:cubicBezTo>
                  <a:pt x="424" y="313"/>
                  <a:pt x="424" y="313"/>
                  <a:pt x="424" y="313"/>
                </a:cubicBezTo>
                <a:cubicBezTo>
                  <a:pt x="425" y="313"/>
                  <a:pt x="426" y="313"/>
                  <a:pt x="427" y="313"/>
                </a:cubicBezTo>
                <a:cubicBezTo>
                  <a:pt x="426" y="309"/>
                  <a:pt x="426" y="305"/>
                  <a:pt x="424" y="303"/>
                </a:cubicBezTo>
                <a:cubicBezTo>
                  <a:pt x="424" y="297"/>
                  <a:pt x="424" y="297"/>
                  <a:pt x="424" y="297"/>
                </a:cubicBezTo>
                <a:cubicBezTo>
                  <a:pt x="425" y="297"/>
                  <a:pt x="426" y="298"/>
                  <a:pt x="427" y="298"/>
                </a:cubicBezTo>
                <a:close/>
                <a:moveTo>
                  <a:pt x="427" y="378"/>
                </a:moveTo>
                <a:cubicBezTo>
                  <a:pt x="427" y="409"/>
                  <a:pt x="427" y="409"/>
                  <a:pt x="427" y="409"/>
                </a:cubicBezTo>
                <a:cubicBezTo>
                  <a:pt x="425" y="411"/>
                  <a:pt x="425" y="411"/>
                  <a:pt x="425" y="411"/>
                </a:cubicBezTo>
                <a:cubicBezTo>
                  <a:pt x="425" y="411"/>
                  <a:pt x="426" y="415"/>
                  <a:pt x="427" y="420"/>
                </a:cubicBezTo>
                <a:cubicBezTo>
                  <a:pt x="427" y="454"/>
                  <a:pt x="427" y="454"/>
                  <a:pt x="427" y="454"/>
                </a:cubicBezTo>
                <a:cubicBezTo>
                  <a:pt x="424" y="451"/>
                  <a:pt x="424" y="451"/>
                  <a:pt x="424" y="451"/>
                </a:cubicBezTo>
                <a:cubicBezTo>
                  <a:pt x="424" y="378"/>
                  <a:pt x="424" y="378"/>
                  <a:pt x="424" y="378"/>
                </a:cubicBezTo>
                <a:cubicBezTo>
                  <a:pt x="427" y="378"/>
                  <a:pt x="427" y="378"/>
                  <a:pt x="427" y="378"/>
                </a:cubicBezTo>
                <a:close/>
                <a:moveTo>
                  <a:pt x="427" y="487"/>
                </a:moveTo>
                <a:cubicBezTo>
                  <a:pt x="427" y="491"/>
                  <a:pt x="427" y="491"/>
                  <a:pt x="427" y="491"/>
                </a:cubicBezTo>
                <a:cubicBezTo>
                  <a:pt x="426" y="491"/>
                  <a:pt x="425" y="491"/>
                  <a:pt x="424" y="492"/>
                </a:cubicBezTo>
                <a:cubicBezTo>
                  <a:pt x="425" y="493"/>
                  <a:pt x="426" y="494"/>
                  <a:pt x="427" y="495"/>
                </a:cubicBezTo>
                <a:cubicBezTo>
                  <a:pt x="427" y="500"/>
                  <a:pt x="427" y="500"/>
                  <a:pt x="427" y="500"/>
                </a:cubicBezTo>
                <a:cubicBezTo>
                  <a:pt x="426" y="499"/>
                  <a:pt x="425" y="497"/>
                  <a:pt x="424" y="497"/>
                </a:cubicBezTo>
                <a:cubicBezTo>
                  <a:pt x="424" y="488"/>
                  <a:pt x="424" y="488"/>
                  <a:pt x="424" y="488"/>
                </a:cubicBezTo>
                <a:cubicBezTo>
                  <a:pt x="425" y="488"/>
                  <a:pt x="426" y="487"/>
                  <a:pt x="427" y="487"/>
                </a:cubicBezTo>
                <a:close/>
                <a:moveTo>
                  <a:pt x="427" y="503"/>
                </a:moveTo>
                <a:cubicBezTo>
                  <a:pt x="427" y="506"/>
                  <a:pt x="427" y="506"/>
                  <a:pt x="427" y="506"/>
                </a:cubicBezTo>
                <a:cubicBezTo>
                  <a:pt x="426" y="506"/>
                  <a:pt x="425" y="507"/>
                  <a:pt x="424" y="507"/>
                </a:cubicBezTo>
                <a:cubicBezTo>
                  <a:pt x="424" y="503"/>
                  <a:pt x="424" y="503"/>
                  <a:pt x="424" y="503"/>
                </a:cubicBezTo>
                <a:cubicBezTo>
                  <a:pt x="427" y="503"/>
                  <a:pt x="427" y="503"/>
                  <a:pt x="427" y="503"/>
                </a:cubicBezTo>
                <a:close/>
                <a:moveTo>
                  <a:pt x="427" y="518"/>
                </a:moveTo>
                <a:cubicBezTo>
                  <a:pt x="427" y="530"/>
                  <a:pt x="427" y="530"/>
                  <a:pt x="427" y="530"/>
                </a:cubicBezTo>
                <a:cubicBezTo>
                  <a:pt x="427" y="531"/>
                  <a:pt x="427" y="531"/>
                  <a:pt x="427" y="531"/>
                </a:cubicBezTo>
                <a:cubicBezTo>
                  <a:pt x="426" y="531"/>
                  <a:pt x="425" y="531"/>
                  <a:pt x="424" y="531"/>
                </a:cubicBezTo>
                <a:cubicBezTo>
                  <a:pt x="424" y="520"/>
                  <a:pt x="424" y="520"/>
                  <a:pt x="424" y="520"/>
                </a:cubicBezTo>
                <a:cubicBezTo>
                  <a:pt x="425" y="519"/>
                  <a:pt x="426" y="519"/>
                  <a:pt x="427" y="518"/>
                </a:cubicBezTo>
                <a:close/>
                <a:moveTo>
                  <a:pt x="427" y="535"/>
                </a:moveTo>
                <a:cubicBezTo>
                  <a:pt x="427" y="548"/>
                  <a:pt x="427" y="548"/>
                  <a:pt x="427" y="548"/>
                </a:cubicBezTo>
                <a:cubicBezTo>
                  <a:pt x="426" y="549"/>
                  <a:pt x="425" y="550"/>
                  <a:pt x="424" y="550"/>
                </a:cubicBezTo>
                <a:cubicBezTo>
                  <a:pt x="424" y="538"/>
                  <a:pt x="424" y="538"/>
                  <a:pt x="424" y="538"/>
                </a:cubicBezTo>
                <a:cubicBezTo>
                  <a:pt x="425" y="537"/>
                  <a:pt x="426" y="535"/>
                  <a:pt x="427" y="535"/>
                </a:cubicBezTo>
                <a:close/>
                <a:moveTo>
                  <a:pt x="427" y="610"/>
                </a:moveTo>
                <a:cubicBezTo>
                  <a:pt x="427" y="616"/>
                  <a:pt x="427" y="616"/>
                  <a:pt x="427" y="616"/>
                </a:cubicBezTo>
                <a:cubicBezTo>
                  <a:pt x="426" y="615"/>
                  <a:pt x="425" y="615"/>
                  <a:pt x="424" y="615"/>
                </a:cubicBezTo>
                <a:cubicBezTo>
                  <a:pt x="424" y="610"/>
                  <a:pt x="424" y="610"/>
                  <a:pt x="424" y="610"/>
                </a:cubicBezTo>
                <a:cubicBezTo>
                  <a:pt x="425" y="610"/>
                  <a:pt x="426" y="610"/>
                  <a:pt x="427" y="610"/>
                </a:cubicBezTo>
                <a:close/>
                <a:moveTo>
                  <a:pt x="427" y="629"/>
                </a:moveTo>
                <a:cubicBezTo>
                  <a:pt x="427" y="637"/>
                  <a:pt x="427" y="637"/>
                  <a:pt x="427" y="637"/>
                </a:cubicBezTo>
                <a:cubicBezTo>
                  <a:pt x="426" y="637"/>
                  <a:pt x="425" y="638"/>
                  <a:pt x="424" y="638"/>
                </a:cubicBezTo>
                <a:cubicBezTo>
                  <a:pt x="424" y="626"/>
                  <a:pt x="424" y="626"/>
                  <a:pt x="424" y="626"/>
                </a:cubicBezTo>
                <a:cubicBezTo>
                  <a:pt x="425" y="627"/>
                  <a:pt x="426" y="628"/>
                  <a:pt x="427" y="629"/>
                </a:cubicBezTo>
                <a:close/>
                <a:moveTo>
                  <a:pt x="427" y="704"/>
                </a:moveTo>
                <a:cubicBezTo>
                  <a:pt x="427" y="711"/>
                  <a:pt x="427" y="711"/>
                  <a:pt x="427" y="711"/>
                </a:cubicBezTo>
                <a:cubicBezTo>
                  <a:pt x="426" y="711"/>
                  <a:pt x="425" y="711"/>
                  <a:pt x="424" y="711"/>
                </a:cubicBezTo>
                <a:cubicBezTo>
                  <a:pt x="424" y="670"/>
                  <a:pt x="424" y="670"/>
                  <a:pt x="424" y="670"/>
                </a:cubicBezTo>
                <a:cubicBezTo>
                  <a:pt x="425" y="670"/>
                  <a:pt x="425" y="670"/>
                  <a:pt x="425" y="670"/>
                </a:cubicBezTo>
                <a:cubicBezTo>
                  <a:pt x="426" y="681"/>
                  <a:pt x="427" y="693"/>
                  <a:pt x="427" y="704"/>
                </a:cubicBezTo>
                <a:close/>
                <a:moveTo>
                  <a:pt x="427" y="747"/>
                </a:moveTo>
                <a:cubicBezTo>
                  <a:pt x="427" y="766"/>
                  <a:pt x="427" y="766"/>
                  <a:pt x="427" y="766"/>
                </a:cubicBezTo>
                <a:cubicBezTo>
                  <a:pt x="426" y="765"/>
                  <a:pt x="425" y="764"/>
                  <a:pt x="424" y="763"/>
                </a:cubicBezTo>
                <a:cubicBezTo>
                  <a:pt x="424" y="748"/>
                  <a:pt x="424" y="748"/>
                  <a:pt x="424" y="748"/>
                </a:cubicBezTo>
                <a:cubicBezTo>
                  <a:pt x="425" y="748"/>
                  <a:pt x="426" y="748"/>
                  <a:pt x="427" y="747"/>
                </a:cubicBezTo>
                <a:close/>
                <a:moveTo>
                  <a:pt x="419" y="3"/>
                </a:moveTo>
                <a:cubicBezTo>
                  <a:pt x="421" y="3"/>
                  <a:pt x="423" y="3"/>
                  <a:pt x="424" y="3"/>
                </a:cubicBezTo>
                <a:cubicBezTo>
                  <a:pt x="424" y="10"/>
                  <a:pt x="424" y="10"/>
                  <a:pt x="424" y="10"/>
                </a:cubicBezTo>
                <a:cubicBezTo>
                  <a:pt x="423" y="10"/>
                  <a:pt x="423" y="10"/>
                  <a:pt x="422" y="10"/>
                </a:cubicBezTo>
                <a:cubicBezTo>
                  <a:pt x="423" y="12"/>
                  <a:pt x="423" y="13"/>
                  <a:pt x="424" y="14"/>
                </a:cubicBezTo>
                <a:cubicBezTo>
                  <a:pt x="424" y="34"/>
                  <a:pt x="424" y="34"/>
                  <a:pt x="424" y="34"/>
                </a:cubicBezTo>
                <a:cubicBezTo>
                  <a:pt x="422" y="30"/>
                  <a:pt x="421" y="27"/>
                  <a:pt x="419" y="24"/>
                </a:cubicBezTo>
                <a:cubicBezTo>
                  <a:pt x="419" y="3"/>
                  <a:pt x="419" y="3"/>
                  <a:pt x="419" y="3"/>
                </a:cubicBezTo>
                <a:close/>
                <a:moveTo>
                  <a:pt x="424" y="792"/>
                </a:moveTo>
                <a:cubicBezTo>
                  <a:pt x="423" y="793"/>
                  <a:pt x="421" y="793"/>
                  <a:pt x="419" y="793"/>
                </a:cubicBezTo>
                <a:cubicBezTo>
                  <a:pt x="419" y="783"/>
                  <a:pt x="419" y="783"/>
                  <a:pt x="419" y="783"/>
                </a:cubicBezTo>
                <a:cubicBezTo>
                  <a:pt x="421" y="784"/>
                  <a:pt x="423" y="785"/>
                  <a:pt x="424" y="785"/>
                </a:cubicBezTo>
                <a:cubicBezTo>
                  <a:pt x="424" y="792"/>
                  <a:pt x="424" y="792"/>
                  <a:pt x="424" y="792"/>
                </a:cubicBezTo>
                <a:close/>
                <a:moveTo>
                  <a:pt x="424" y="38"/>
                </a:moveTo>
                <a:cubicBezTo>
                  <a:pt x="424" y="46"/>
                  <a:pt x="424" y="46"/>
                  <a:pt x="424" y="46"/>
                </a:cubicBezTo>
                <a:cubicBezTo>
                  <a:pt x="423" y="47"/>
                  <a:pt x="421" y="46"/>
                  <a:pt x="419" y="46"/>
                </a:cubicBezTo>
                <a:cubicBezTo>
                  <a:pt x="419" y="39"/>
                  <a:pt x="419" y="39"/>
                  <a:pt x="419" y="39"/>
                </a:cubicBezTo>
                <a:cubicBezTo>
                  <a:pt x="421" y="39"/>
                  <a:pt x="423" y="38"/>
                  <a:pt x="424" y="38"/>
                </a:cubicBezTo>
                <a:close/>
                <a:moveTo>
                  <a:pt x="424" y="109"/>
                </a:moveTo>
                <a:cubicBezTo>
                  <a:pt x="424" y="122"/>
                  <a:pt x="424" y="122"/>
                  <a:pt x="424" y="122"/>
                </a:cubicBezTo>
                <a:cubicBezTo>
                  <a:pt x="422" y="122"/>
                  <a:pt x="421" y="122"/>
                  <a:pt x="419" y="121"/>
                </a:cubicBezTo>
                <a:cubicBezTo>
                  <a:pt x="419" y="109"/>
                  <a:pt x="419" y="109"/>
                  <a:pt x="419" y="109"/>
                </a:cubicBezTo>
                <a:cubicBezTo>
                  <a:pt x="421" y="109"/>
                  <a:pt x="422" y="109"/>
                  <a:pt x="424" y="109"/>
                </a:cubicBezTo>
                <a:close/>
                <a:moveTo>
                  <a:pt x="424" y="126"/>
                </a:moveTo>
                <a:cubicBezTo>
                  <a:pt x="424" y="135"/>
                  <a:pt x="424" y="135"/>
                  <a:pt x="424" y="135"/>
                </a:cubicBezTo>
                <a:cubicBezTo>
                  <a:pt x="423" y="134"/>
                  <a:pt x="422" y="133"/>
                  <a:pt x="421" y="133"/>
                </a:cubicBezTo>
                <a:cubicBezTo>
                  <a:pt x="420" y="131"/>
                  <a:pt x="420" y="130"/>
                  <a:pt x="420" y="129"/>
                </a:cubicBezTo>
                <a:cubicBezTo>
                  <a:pt x="421" y="128"/>
                  <a:pt x="423" y="127"/>
                  <a:pt x="424" y="126"/>
                </a:cubicBezTo>
                <a:close/>
                <a:moveTo>
                  <a:pt x="424" y="165"/>
                </a:moveTo>
                <a:cubicBezTo>
                  <a:pt x="424" y="173"/>
                  <a:pt x="424" y="173"/>
                  <a:pt x="424" y="173"/>
                </a:cubicBezTo>
                <a:cubicBezTo>
                  <a:pt x="423" y="172"/>
                  <a:pt x="421" y="171"/>
                  <a:pt x="419" y="171"/>
                </a:cubicBezTo>
                <a:cubicBezTo>
                  <a:pt x="419" y="165"/>
                  <a:pt x="419" y="165"/>
                  <a:pt x="419" y="165"/>
                </a:cubicBezTo>
                <a:cubicBezTo>
                  <a:pt x="421" y="165"/>
                  <a:pt x="423" y="165"/>
                  <a:pt x="424" y="165"/>
                </a:cubicBezTo>
                <a:close/>
                <a:moveTo>
                  <a:pt x="424" y="189"/>
                </a:moveTo>
                <a:cubicBezTo>
                  <a:pt x="424" y="194"/>
                  <a:pt x="424" y="194"/>
                  <a:pt x="424" y="194"/>
                </a:cubicBezTo>
                <a:cubicBezTo>
                  <a:pt x="423" y="194"/>
                  <a:pt x="423" y="194"/>
                  <a:pt x="423" y="194"/>
                </a:cubicBezTo>
                <a:cubicBezTo>
                  <a:pt x="421" y="193"/>
                  <a:pt x="421" y="193"/>
                  <a:pt x="419" y="193"/>
                </a:cubicBezTo>
                <a:cubicBezTo>
                  <a:pt x="419" y="184"/>
                  <a:pt x="419" y="184"/>
                  <a:pt x="419" y="184"/>
                </a:cubicBezTo>
                <a:cubicBezTo>
                  <a:pt x="421" y="186"/>
                  <a:pt x="422" y="188"/>
                  <a:pt x="424" y="189"/>
                </a:cubicBezTo>
                <a:close/>
                <a:moveTo>
                  <a:pt x="424" y="297"/>
                </a:moveTo>
                <a:cubicBezTo>
                  <a:pt x="424" y="303"/>
                  <a:pt x="424" y="303"/>
                  <a:pt x="424" y="303"/>
                </a:cubicBezTo>
                <a:cubicBezTo>
                  <a:pt x="423" y="301"/>
                  <a:pt x="421" y="300"/>
                  <a:pt x="419" y="300"/>
                </a:cubicBezTo>
                <a:cubicBezTo>
                  <a:pt x="419" y="296"/>
                  <a:pt x="419" y="296"/>
                  <a:pt x="419" y="296"/>
                </a:cubicBezTo>
                <a:cubicBezTo>
                  <a:pt x="421" y="296"/>
                  <a:pt x="422" y="297"/>
                  <a:pt x="424" y="297"/>
                </a:cubicBezTo>
                <a:close/>
                <a:moveTo>
                  <a:pt x="424" y="313"/>
                </a:moveTo>
                <a:cubicBezTo>
                  <a:pt x="424" y="317"/>
                  <a:pt x="424" y="317"/>
                  <a:pt x="424" y="317"/>
                </a:cubicBezTo>
                <a:cubicBezTo>
                  <a:pt x="424" y="317"/>
                  <a:pt x="423" y="316"/>
                  <a:pt x="423" y="316"/>
                </a:cubicBezTo>
                <a:cubicBezTo>
                  <a:pt x="422" y="315"/>
                  <a:pt x="421" y="315"/>
                  <a:pt x="419" y="314"/>
                </a:cubicBezTo>
                <a:cubicBezTo>
                  <a:pt x="419" y="305"/>
                  <a:pt x="419" y="305"/>
                  <a:pt x="419" y="305"/>
                </a:cubicBezTo>
                <a:cubicBezTo>
                  <a:pt x="422" y="311"/>
                  <a:pt x="423" y="312"/>
                  <a:pt x="424" y="313"/>
                </a:cubicBezTo>
                <a:close/>
                <a:moveTo>
                  <a:pt x="424" y="378"/>
                </a:moveTo>
                <a:cubicBezTo>
                  <a:pt x="424" y="451"/>
                  <a:pt x="424" y="451"/>
                  <a:pt x="424" y="451"/>
                </a:cubicBezTo>
                <a:cubicBezTo>
                  <a:pt x="419" y="448"/>
                  <a:pt x="419" y="448"/>
                  <a:pt x="419" y="448"/>
                </a:cubicBezTo>
                <a:cubicBezTo>
                  <a:pt x="419" y="378"/>
                  <a:pt x="419" y="378"/>
                  <a:pt x="419" y="378"/>
                </a:cubicBezTo>
                <a:cubicBezTo>
                  <a:pt x="424" y="378"/>
                  <a:pt x="424" y="378"/>
                  <a:pt x="424" y="378"/>
                </a:cubicBezTo>
                <a:close/>
                <a:moveTo>
                  <a:pt x="424" y="488"/>
                </a:moveTo>
                <a:cubicBezTo>
                  <a:pt x="424" y="497"/>
                  <a:pt x="424" y="497"/>
                  <a:pt x="424" y="497"/>
                </a:cubicBezTo>
                <a:cubicBezTo>
                  <a:pt x="423" y="495"/>
                  <a:pt x="421" y="495"/>
                  <a:pt x="419" y="495"/>
                </a:cubicBezTo>
                <a:cubicBezTo>
                  <a:pt x="419" y="489"/>
                  <a:pt x="419" y="489"/>
                  <a:pt x="419" y="489"/>
                </a:cubicBezTo>
                <a:cubicBezTo>
                  <a:pt x="421" y="489"/>
                  <a:pt x="422" y="489"/>
                  <a:pt x="424" y="488"/>
                </a:cubicBezTo>
                <a:close/>
                <a:moveTo>
                  <a:pt x="424" y="503"/>
                </a:moveTo>
                <a:cubicBezTo>
                  <a:pt x="424" y="507"/>
                  <a:pt x="424" y="507"/>
                  <a:pt x="424" y="507"/>
                </a:cubicBezTo>
                <a:cubicBezTo>
                  <a:pt x="423" y="508"/>
                  <a:pt x="421" y="508"/>
                  <a:pt x="419" y="508"/>
                </a:cubicBezTo>
                <a:cubicBezTo>
                  <a:pt x="419" y="502"/>
                  <a:pt x="419" y="502"/>
                  <a:pt x="419" y="502"/>
                </a:cubicBezTo>
                <a:cubicBezTo>
                  <a:pt x="420" y="503"/>
                  <a:pt x="420" y="503"/>
                  <a:pt x="420" y="503"/>
                </a:cubicBezTo>
                <a:cubicBezTo>
                  <a:pt x="424" y="503"/>
                  <a:pt x="424" y="503"/>
                  <a:pt x="424" y="503"/>
                </a:cubicBezTo>
                <a:close/>
                <a:moveTo>
                  <a:pt x="424" y="520"/>
                </a:moveTo>
                <a:cubicBezTo>
                  <a:pt x="424" y="531"/>
                  <a:pt x="424" y="531"/>
                  <a:pt x="424" y="531"/>
                </a:cubicBezTo>
                <a:cubicBezTo>
                  <a:pt x="423" y="531"/>
                  <a:pt x="423" y="531"/>
                  <a:pt x="422" y="531"/>
                </a:cubicBezTo>
                <a:cubicBezTo>
                  <a:pt x="422" y="527"/>
                  <a:pt x="422" y="523"/>
                  <a:pt x="424" y="520"/>
                </a:cubicBezTo>
                <a:close/>
                <a:moveTo>
                  <a:pt x="424" y="538"/>
                </a:moveTo>
                <a:cubicBezTo>
                  <a:pt x="424" y="550"/>
                  <a:pt x="424" y="550"/>
                  <a:pt x="424" y="550"/>
                </a:cubicBezTo>
                <a:cubicBezTo>
                  <a:pt x="423" y="550"/>
                  <a:pt x="422" y="551"/>
                  <a:pt x="421" y="551"/>
                </a:cubicBezTo>
                <a:cubicBezTo>
                  <a:pt x="421" y="547"/>
                  <a:pt x="421" y="542"/>
                  <a:pt x="424" y="538"/>
                </a:cubicBezTo>
                <a:close/>
                <a:moveTo>
                  <a:pt x="424" y="610"/>
                </a:moveTo>
                <a:cubicBezTo>
                  <a:pt x="424" y="615"/>
                  <a:pt x="424" y="615"/>
                  <a:pt x="424" y="615"/>
                </a:cubicBezTo>
                <a:cubicBezTo>
                  <a:pt x="423" y="615"/>
                  <a:pt x="421" y="615"/>
                  <a:pt x="419" y="616"/>
                </a:cubicBezTo>
                <a:cubicBezTo>
                  <a:pt x="419" y="611"/>
                  <a:pt x="419" y="611"/>
                  <a:pt x="419" y="611"/>
                </a:cubicBezTo>
                <a:cubicBezTo>
                  <a:pt x="421" y="611"/>
                  <a:pt x="423" y="610"/>
                  <a:pt x="424" y="610"/>
                </a:cubicBezTo>
                <a:close/>
                <a:moveTo>
                  <a:pt x="424" y="626"/>
                </a:moveTo>
                <a:cubicBezTo>
                  <a:pt x="424" y="638"/>
                  <a:pt x="424" y="638"/>
                  <a:pt x="424" y="638"/>
                </a:cubicBezTo>
                <a:cubicBezTo>
                  <a:pt x="423" y="638"/>
                  <a:pt x="421" y="638"/>
                  <a:pt x="419" y="638"/>
                </a:cubicBezTo>
                <a:cubicBezTo>
                  <a:pt x="419" y="633"/>
                  <a:pt x="419" y="633"/>
                  <a:pt x="419" y="633"/>
                </a:cubicBezTo>
                <a:cubicBezTo>
                  <a:pt x="420" y="633"/>
                  <a:pt x="420" y="633"/>
                  <a:pt x="421" y="633"/>
                </a:cubicBezTo>
                <a:cubicBezTo>
                  <a:pt x="421" y="631"/>
                  <a:pt x="420" y="629"/>
                  <a:pt x="419" y="628"/>
                </a:cubicBezTo>
                <a:cubicBezTo>
                  <a:pt x="419" y="619"/>
                  <a:pt x="419" y="619"/>
                  <a:pt x="419" y="619"/>
                </a:cubicBezTo>
                <a:cubicBezTo>
                  <a:pt x="421" y="622"/>
                  <a:pt x="422" y="624"/>
                  <a:pt x="424" y="626"/>
                </a:cubicBezTo>
                <a:close/>
                <a:moveTo>
                  <a:pt x="424" y="670"/>
                </a:moveTo>
                <a:cubicBezTo>
                  <a:pt x="424" y="711"/>
                  <a:pt x="424" y="711"/>
                  <a:pt x="424" y="711"/>
                </a:cubicBezTo>
                <a:cubicBezTo>
                  <a:pt x="423" y="712"/>
                  <a:pt x="421" y="712"/>
                  <a:pt x="419" y="712"/>
                </a:cubicBezTo>
                <a:cubicBezTo>
                  <a:pt x="419" y="671"/>
                  <a:pt x="419" y="671"/>
                  <a:pt x="419" y="671"/>
                </a:cubicBezTo>
                <a:cubicBezTo>
                  <a:pt x="421" y="671"/>
                  <a:pt x="422" y="671"/>
                  <a:pt x="424" y="670"/>
                </a:cubicBezTo>
                <a:close/>
                <a:moveTo>
                  <a:pt x="424" y="748"/>
                </a:moveTo>
                <a:cubicBezTo>
                  <a:pt x="424" y="763"/>
                  <a:pt x="424" y="763"/>
                  <a:pt x="424" y="763"/>
                </a:cubicBezTo>
                <a:cubicBezTo>
                  <a:pt x="423" y="761"/>
                  <a:pt x="421" y="760"/>
                  <a:pt x="419" y="759"/>
                </a:cubicBezTo>
                <a:cubicBezTo>
                  <a:pt x="419" y="748"/>
                  <a:pt x="419" y="748"/>
                  <a:pt x="419" y="748"/>
                </a:cubicBezTo>
                <a:cubicBezTo>
                  <a:pt x="421" y="748"/>
                  <a:pt x="423" y="748"/>
                  <a:pt x="424" y="748"/>
                </a:cubicBezTo>
                <a:close/>
                <a:moveTo>
                  <a:pt x="415" y="2"/>
                </a:moveTo>
                <a:cubicBezTo>
                  <a:pt x="416" y="2"/>
                  <a:pt x="418" y="3"/>
                  <a:pt x="419" y="3"/>
                </a:cubicBezTo>
                <a:cubicBezTo>
                  <a:pt x="419" y="24"/>
                  <a:pt x="419" y="24"/>
                  <a:pt x="419" y="24"/>
                </a:cubicBezTo>
                <a:cubicBezTo>
                  <a:pt x="418" y="21"/>
                  <a:pt x="416" y="19"/>
                  <a:pt x="415" y="17"/>
                </a:cubicBezTo>
                <a:cubicBezTo>
                  <a:pt x="415" y="2"/>
                  <a:pt x="415" y="2"/>
                  <a:pt x="415" y="2"/>
                </a:cubicBezTo>
                <a:close/>
                <a:moveTo>
                  <a:pt x="419" y="793"/>
                </a:moveTo>
                <a:cubicBezTo>
                  <a:pt x="418" y="793"/>
                  <a:pt x="416" y="793"/>
                  <a:pt x="415" y="793"/>
                </a:cubicBezTo>
                <a:cubicBezTo>
                  <a:pt x="415" y="782"/>
                  <a:pt x="415" y="782"/>
                  <a:pt x="415" y="782"/>
                </a:cubicBezTo>
                <a:cubicBezTo>
                  <a:pt x="419" y="783"/>
                  <a:pt x="419" y="783"/>
                  <a:pt x="419" y="783"/>
                </a:cubicBezTo>
                <a:cubicBezTo>
                  <a:pt x="419" y="793"/>
                  <a:pt x="419" y="793"/>
                  <a:pt x="419" y="793"/>
                </a:cubicBezTo>
                <a:close/>
                <a:moveTo>
                  <a:pt x="419" y="39"/>
                </a:moveTo>
                <a:cubicBezTo>
                  <a:pt x="419" y="46"/>
                  <a:pt x="419" y="46"/>
                  <a:pt x="419" y="46"/>
                </a:cubicBezTo>
                <a:cubicBezTo>
                  <a:pt x="418" y="46"/>
                  <a:pt x="416" y="46"/>
                  <a:pt x="415" y="46"/>
                </a:cubicBezTo>
                <a:cubicBezTo>
                  <a:pt x="415" y="39"/>
                  <a:pt x="415" y="39"/>
                  <a:pt x="415" y="39"/>
                </a:cubicBezTo>
                <a:cubicBezTo>
                  <a:pt x="419" y="39"/>
                  <a:pt x="419" y="39"/>
                  <a:pt x="419" y="39"/>
                </a:cubicBezTo>
                <a:close/>
                <a:moveTo>
                  <a:pt x="419" y="109"/>
                </a:moveTo>
                <a:cubicBezTo>
                  <a:pt x="419" y="121"/>
                  <a:pt x="419" y="121"/>
                  <a:pt x="419" y="121"/>
                </a:cubicBezTo>
                <a:cubicBezTo>
                  <a:pt x="418" y="120"/>
                  <a:pt x="416" y="120"/>
                  <a:pt x="415" y="119"/>
                </a:cubicBezTo>
                <a:cubicBezTo>
                  <a:pt x="415" y="110"/>
                  <a:pt x="415" y="110"/>
                  <a:pt x="415" y="110"/>
                </a:cubicBezTo>
                <a:cubicBezTo>
                  <a:pt x="416" y="109"/>
                  <a:pt x="418" y="109"/>
                  <a:pt x="419" y="109"/>
                </a:cubicBezTo>
                <a:close/>
                <a:moveTo>
                  <a:pt x="419" y="165"/>
                </a:moveTo>
                <a:cubicBezTo>
                  <a:pt x="419" y="171"/>
                  <a:pt x="419" y="171"/>
                  <a:pt x="419" y="171"/>
                </a:cubicBezTo>
                <a:cubicBezTo>
                  <a:pt x="418" y="171"/>
                  <a:pt x="416" y="171"/>
                  <a:pt x="415" y="171"/>
                </a:cubicBezTo>
                <a:cubicBezTo>
                  <a:pt x="415" y="165"/>
                  <a:pt x="415" y="165"/>
                  <a:pt x="415" y="165"/>
                </a:cubicBezTo>
                <a:cubicBezTo>
                  <a:pt x="416" y="165"/>
                  <a:pt x="418" y="165"/>
                  <a:pt x="419" y="165"/>
                </a:cubicBezTo>
                <a:close/>
                <a:moveTo>
                  <a:pt x="419" y="184"/>
                </a:moveTo>
                <a:cubicBezTo>
                  <a:pt x="419" y="193"/>
                  <a:pt x="419" y="193"/>
                  <a:pt x="419" y="193"/>
                </a:cubicBezTo>
                <a:cubicBezTo>
                  <a:pt x="418" y="193"/>
                  <a:pt x="417" y="193"/>
                  <a:pt x="415" y="193"/>
                </a:cubicBezTo>
                <a:cubicBezTo>
                  <a:pt x="415" y="177"/>
                  <a:pt x="415" y="177"/>
                  <a:pt x="415" y="177"/>
                </a:cubicBezTo>
                <a:cubicBezTo>
                  <a:pt x="416" y="179"/>
                  <a:pt x="418" y="182"/>
                  <a:pt x="419" y="184"/>
                </a:cubicBezTo>
                <a:close/>
                <a:moveTo>
                  <a:pt x="419" y="296"/>
                </a:moveTo>
                <a:cubicBezTo>
                  <a:pt x="419" y="300"/>
                  <a:pt x="419" y="300"/>
                  <a:pt x="419" y="300"/>
                </a:cubicBezTo>
                <a:cubicBezTo>
                  <a:pt x="418" y="300"/>
                  <a:pt x="417" y="300"/>
                  <a:pt x="416" y="300"/>
                </a:cubicBezTo>
                <a:cubicBezTo>
                  <a:pt x="417" y="302"/>
                  <a:pt x="418" y="304"/>
                  <a:pt x="419" y="305"/>
                </a:cubicBezTo>
                <a:cubicBezTo>
                  <a:pt x="419" y="314"/>
                  <a:pt x="419" y="314"/>
                  <a:pt x="419" y="314"/>
                </a:cubicBezTo>
                <a:cubicBezTo>
                  <a:pt x="418" y="314"/>
                  <a:pt x="416" y="313"/>
                  <a:pt x="415" y="313"/>
                </a:cubicBezTo>
                <a:cubicBezTo>
                  <a:pt x="415" y="309"/>
                  <a:pt x="415" y="309"/>
                  <a:pt x="415" y="309"/>
                </a:cubicBezTo>
                <a:cubicBezTo>
                  <a:pt x="416" y="309"/>
                  <a:pt x="416" y="309"/>
                  <a:pt x="416" y="309"/>
                </a:cubicBezTo>
                <a:cubicBezTo>
                  <a:pt x="415" y="307"/>
                  <a:pt x="415" y="307"/>
                  <a:pt x="415" y="307"/>
                </a:cubicBezTo>
                <a:cubicBezTo>
                  <a:pt x="415" y="295"/>
                  <a:pt x="415" y="295"/>
                  <a:pt x="415" y="295"/>
                </a:cubicBezTo>
                <a:cubicBezTo>
                  <a:pt x="416" y="296"/>
                  <a:pt x="418" y="296"/>
                  <a:pt x="419" y="296"/>
                </a:cubicBezTo>
                <a:close/>
                <a:moveTo>
                  <a:pt x="419" y="378"/>
                </a:moveTo>
                <a:cubicBezTo>
                  <a:pt x="419" y="448"/>
                  <a:pt x="419" y="448"/>
                  <a:pt x="419" y="448"/>
                </a:cubicBezTo>
                <a:cubicBezTo>
                  <a:pt x="415" y="445"/>
                  <a:pt x="415" y="445"/>
                  <a:pt x="415" y="445"/>
                </a:cubicBezTo>
                <a:cubicBezTo>
                  <a:pt x="415" y="378"/>
                  <a:pt x="415" y="378"/>
                  <a:pt x="415" y="378"/>
                </a:cubicBezTo>
                <a:cubicBezTo>
                  <a:pt x="419" y="378"/>
                  <a:pt x="419" y="378"/>
                  <a:pt x="419" y="378"/>
                </a:cubicBezTo>
                <a:close/>
                <a:moveTo>
                  <a:pt x="419" y="489"/>
                </a:moveTo>
                <a:cubicBezTo>
                  <a:pt x="419" y="495"/>
                  <a:pt x="419" y="495"/>
                  <a:pt x="419" y="495"/>
                </a:cubicBezTo>
                <a:cubicBezTo>
                  <a:pt x="418" y="494"/>
                  <a:pt x="416" y="494"/>
                  <a:pt x="415" y="494"/>
                </a:cubicBezTo>
                <a:cubicBezTo>
                  <a:pt x="415" y="491"/>
                  <a:pt x="415" y="491"/>
                  <a:pt x="415" y="491"/>
                </a:cubicBezTo>
                <a:cubicBezTo>
                  <a:pt x="416" y="490"/>
                  <a:pt x="418" y="490"/>
                  <a:pt x="419" y="489"/>
                </a:cubicBezTo>
                <a:close/>
                <a:moveTo>
                  <a:pt x="419" y="502"/>
                </a:moveTo>
                <a:cubicBezTo>
                  <a:pt x="419" y="508"/>
                  <a:pt x="419" y="508"/>
                  <a:pt x="419" y="508"/>
                </a:cubicBezTo>
                <a:cubicBezTo>
                  <a:pt x="418" y="509"/>
                  <a:pt x="416" y="509"/>
                  <a:pt x="415" y="510"/>
                </a:cubicBezTo>
                <a:cubicBezTo>
                  <a:pt x="415" y="505"/>
                  <a:pt x="415" y="505"/>
                  <a:pt x="415" y="505"/>
                </a:cubicBezTo>
                <a:cubicBezTo>
                  <a:pt x="416" y="504"/>
                  <a:pt x="416" y="504"/>
                  <a:pt x="416" y="504"/>
                </a:cubicBezTo>
                <a:cubicBezTo>
                  <a:pt x="415" y="504"/>
                  <a:pt x="415" y="504"/>
                  <a:pt x="415" y="504"/>
                </a:cubicBezTo>
                <a:cubicBezTo>
                  <a:pt x="415" y="495"/>
                  <a:pt x="415" y="495"/>
                  <a:pt x="415" y="495"/>
                </a:cubicBezTo>
                <a:cubicBezTo>
                  <a:pt x="416" y="497"/>
                  <a:pt x="418" y="499"/>
                  <a:pt x="419" y="502"/>
                </a:cubicBezTo>
                <a:close/>
                <a:moveTo>
                  <a:pt x="419" y="611"/>
                </a:moveTo>
                <a:cubicBezTo>
                  <a:pt x="419" y="616"/>
                  <a:pt x="419" y="616"/>
                  <a:pt x="419" y="616"/>
                </a:cubicBezTo>
                <a:cubicBezTo>
                  <a:pt x="418" y="616"/>
                  <a:pt x="418" y="616"/>
                  <a:pt x="417" y="617"/>
                </a:cubicBezTo>
                <a:cubicBezTo>
                  <a:pt x="418" y="617"/>
                  <a:pt x="418" y="618"/>
                  <a:pt x="419" y="619"/>
                </a:cubicBezTo>
                <a:cubicBezTo>
                  <a:pt x="419" y="628"/>
                  <a:pt x="419" y="628"/>
                  <a:pt x="419" y="628"/>
                </a:cubicBezTo>
                <a:cubicBezTo>
                  <a:pt x="418" y="626"/>
                  <a:pt x="416" y="624"/>
                  <a:pt x="415" y="622"/>
                </a:cubicBezTo>
                <a:cubicBezTo>
                  <a:pt x="415" y="611"/>
                  <a:pt x="415" y="611"/>
                  <a:pt x="415" y="611"/>
                </a:cubicBezTo>
                <a:cubicBezTo>
                  <a:pt x="416" y="611"/>
                  <a:pt x="418" y="611"/>
                  <a:pt x="419" y="611"/>
                </a:cubicBezTo>
                <a:close/>
                <a:moveTo>
                  <a:pt x="419" y="633"/>
                </a:moveTo>
                <a:cubicBezTo>
                  <a:pt x="419" y="638"/>
                  <a:pt x="419" y="638"/>
                  <a:pt x="419" y="638"/>
                </a:cubicBezTo>
                <a:cubicBezTo>
                  <a:pt x="418" y="638"/>
                  <a:pt x="416" y="638"/>
                  <a:pt x="415" y="639"/>
                </a:cubicBezTo>
                <a:cubicBezTo>
                  <a:pt x="415" y="633"/>
                  <a:pt x="415" y="633"/>
                  <a:pt x="415" y="633"/>
                </a:cubicBezTo>
                <a:cubicBezTo>
                  <a:pt x="416" y="633"/>
                  <a:pt x="418" y="633"/>
                  <a:pt x="419" y="633"/>
                </a:cubicBezTo>
                <a:close/>
                <a:moveTo>
                  <a:pt x="419" y="671"/>
                </a:moveTo>
                <a:cubicBezTo>
                  <a:pt x="419" y="712"/>
                  <a:pt x="419" y="712"/>
                  <a:pt x="419" y="712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16" y="704"/>
                  <a:pt x="416" y="696"/>
                  <a:pt x="415" y="687"/>
                </a:cubicBezTo>
                <a:cubicBezTo>
                  <a:pt x="415" y="673"/>
                  <a:pt x="415" y="673"/>
                  <a:pt x="415" y="673"/>
                </a:cubicBezTo>
                <a:cubicBezTo>
                  <a:pt x="416" y="672"/>
                  <a:pt x="418" y="672"/>
                  <a:pt x="419" y="671"/>
                </a:cubicBezTo>
                <a:close/>
                <a:moveTo>
                  <a:pt x="419" y="748"/>
                </a:moveTo>
                <a:cubicBezTo>
                  <a:pt x="419" y="759"/>
                  <a:pt x="419" y="759"/>
                  <a:pt x="419" y="759"/>
                </a:cubicBezTo>
                <a:cubicBezTo>
                  <a:pt x="418" y="758"/>
                  <a:pt x="416" y="757"/>
                  <a:pt x="415" y="757"/>
                </a:cubicBezTo>
                <a:cubicBezTo>
                  <a:pt x="415" y="749"/>
                  <a:pt x="415" y="749"/>
                  <a:pt x="415" y="749"/>
                </a:cubicBezTo>
                <a:cubicBezTo>
                  <a:pt x="416" y="748"/>
                  <a:pt x="418" y="748"/>
                  <a:pt x="419" y="748"/>
                </a:cubicBezTo>
                <a:close/>
                <a:moveTo>
                  <a:pt x="413" y="2"/>
                </a:moveTo>
                <a:cubicBezTo>
                  <a:pt x="414" y="2"/>
                  <a:pt x="414" y="2"/>
                  <a:pt x="415" y="2"/>
                </a:cubicBezTo>
                <a:cubicBezTo>
                  <a:pt x="415" y="17"/>
                  <a:pt x="415" y="17"/>
                  <a:pt x="415" y="17"/>
                </a:cubicBezTo>
                <a:cubicBezTo>
                  <a:pt x="414" y="16"/>
                  <a:pt x="414" y="15"/>
                  <a:pt x="413" y="14"/>
                </a:cubicBezTo>
                <a:cubicBezTo>
                  <a:pt x="413" y="2"/>
                  <a:pt x="413" y="2"/>
                  <a:pt x="413" y="2"/>
                </a:cubicBezTo>
                <a:close/>
                <a:moveTo>
                  <a:pt x="415" y="793"/>
                </a:moveTo>
                <a:cubicBezTo>
                  <a:pt x="414" y="793"/>
                  <a:pt x="414" y="793"/>
                  <a:pt x="413" y="793"/>
                </a:cubicBezTo>
                <a:cubicBezTo>
                  <a:pt x="413" y="779"/>
                  <a:pt x="413" y="779"/>
                  <a:pt x="413" y="779"/>
                </a:cubicBezTo>
                <a:cubicBezTo>
                  <a:pt x="413" y="780"/>
                  <a:pt x="414" y="781"/>
                  <a:pt x="415" y="782"/>
                </a:cubicBezTo>
                <a:cubicBezTo>
                  <a:pt x="415" y="782"/>
                  <a:pt x="415" y="782"/>
                  <a:pt x="415" y="782"/>
                </a:cubicBezTo>
                <a:cubicBezTo>
                  <a:pt x="415" y="793"/>
                  <a:pt x="415" y="793"/>
                  <a:pt x="415" y="793"/>
                </a:cubicBezTo>
                <a:close/>
                <a:moveTo>
                  <a:pt x="415" y="39"/>
                </a:moveTo>
                <a:cubicBezTo>
                  <a:pt x="415" y="46"/>
                  <a:pt x="415" y="46"/>
                  <a:pt x="415" y="46"/>
                </a:cubicBezTo>
                <a:cubicBezTo>
                  <a:pt x="413" y="46"/>
                  <a:pt x="413" y="46"/>
                  <a:pt x="413" y="46"/>
                </a:cubicBezTo>
                <a:cubicBezTo>
                  <a:pt x="413" y="39"/>
                  <a:pt x="413" y="39"/>
                  <a:pt x="413" y="39"/>
                </a:cubicBezTo>
                <a:cubicBezTo>
                  <a:pt x="415" y="39"/>
                  <a:pt x="415" y="39"/>
                  <a:pt x="415" y="39"/>
                </a:cubicBezTo>
                <a:close/>
                <a:moveTo>
                  <a:pt x="415" y="110"/>
                </a:moveTo>
                <a:cubicBezTo>
                  <a:pt x="415" y="119"/>
                  <a:pt x="415" y="119"/>
                  <a:pt x="415" y="119"/>
                </a:cubicBezTo>
                <a:cubicBezTo>
                  <a:pt x="414" y="118"/>
                  <a:pt x="414" y="118"/>
                  <a:pt x="413" y="117"/>
                </a:cubicBezTo>
                <a:cubicBezTo>
                  <a:pt x="413" y="113"/>
                  <a:pt x="413" y="113"/>
                  <a:pt x="413" y="113"/>
                </a:cubicBezTo>
                <a:cubicBezTo>
                  <a:pt x="413" y="112"/>
                  <a:pt x="414" y="111"/>
                  <a:pt x="415" y="110"/>
                </a:cubicBezTo>
                <a:close/>
                <a:moveTo>
                  <a:pt x="415" y="165"/>
                </a:moveTo>
                <a:cubicBezTo>
                  <a:pt x="415" y="171"/>
                  <a:pt x="415" y="171"/>
                  <a:pt x="415" y="171"/>
                </a:cubicBezTo>
                <a:cubicBezTo>
                  <a:pt x="414" y="171"/>
                  <a:pt x="414" y="171"/>
                  <a:pt x="413" y="171"/>
                </a:cubicBezTo>
                <a:cubicBezTo>
                  <a:pt x="413" y="165"/>
                  <a:pt x="413" y="165"/>
                  <a:pt x="413" y="165"/>
                </a:cubicBezTo>
                <a:cubicBezTo>
                  <a:pt x="414" y="165"/>
                  <a:pt x="414" y="165"/>
                  <a:pt x="415" y="165"/>
                </a:cubicBezTo>
                <a:close/>
                <a:moveTo>
                  <a:pt x="415" y="177"/>
                </a:moveTo>
                <a:cubicBezTo>
                  <a:pt x="415" y="193"/>
                  <a:pt x="415" y="193"/>
                  <a:pt x="415" y="193"/>
                </a:cubicBezTo>
                <a:cubicBezTo>
                  <a:pt x="414" y="193"/>
                  <a:pt x="414" y="193"/>
                  <a:pt x="413" y="193"/>
                </a:cubicBezTo>
                <a:cubicBezTo>
                  <a:pt x="413" y="187"/>
                  <a:pt x="413" y="187"/>
                  <a:pt x="413" y="187"/>
                </a:cubicBezTo>
                <a:cubicBezTo>
                  <a:pt x="413" y="187"/>
                  <a:pt x="413" y="187"/>
                  <a:pt x="413" y="187"/>
                </a:cubicBezTo>
                <a:cubicBezTo>
                  <a:pt x="413" y="185"/>
                  <a:pt x="413" y="185"/>
                  <a:pt x="413" y="185"/>
                </a:cubicBezTo>
                <a:cubicBezTo>
                  <a:pt x="413" y="173"/>
                  <a:pt x="413" y="173"/>
                  <a:pt x="413" y="173"/>
                </a:cubicBezTo>
                <a:cubicBezTo>
                  <a:pt x="414" y="174"/>
                  <a:pt x="414" y="175"/>
                  <a:pt x="415" y="177"/>
                </a:cubicBezTo>
                <a:close/>
                <a:moveTo>
                  <a:pt x="415" y="295"/>
                </a:moveTo>
                <a:cubicBezTo>
                  <a:pt x="415" y="307"/>
                  <a:pt x="415" y="307"/>
                  <a:pt x="415" y="307"/>
                </a:cubicBezTo>
                <a:cubicBezTo>
                  <a:pt x="414" y="305"/>
                  <a:pt x="414" y="302"/>
                  <a:pt x="413" y="300"/>
                </a:cubicBezTo>
                <a:cubicBezTo>
                  <a:pt x="413" y="295"/>
                  <a:pt x="413" y="295"/>
                  <a:pt x="413" y="295"/>
                </a:cubicBezTo>
                <a:cubicBezTo>
                  <a:pt x="414" y="295"/>
                  <a:pt x="414" y="295"/>
                  <a:pt x="415" y="295"/>
                </a:cubicBezTo>
                <a:close/>
                <a:moveTo>
                  <a:pt x="415" y="309"/>
                </a:moveTo>
                <a:cubicBezTo>
                  <a:pt x="415" y="313"/>
                  <a:pt x="415" y="313"/>
                  <a:pt x="415" y="313"/>
                </a:cubicBezTo>
                <a:cubicBezTo>
                  <a:pt x="414" y="313"/>
                  <a:pt x="414" y="313"/>
                  <a:pt x="413" y="312"/>
                </a:cubicBezTo>
                <a:cubicBezTo>
                  <a:pt x="413" y="309"/>
                  <a:pt x="413" y="309"/>
                  <a:pt x="413" y="309"/>
                </a:cubicBezTo>
                <a:cubicBezTo>
                  <a:pt x="414" y="309"/>
                  <a:pt x="414" y="309"/>
                  <a:pt x="415" y="309"/>
                </a:cubicBezTo>
                <a:close/>
                <a:moveTo>
                  <a:pt x="415" y="378"/>
                </a:moveTo>
                <a:cubicBezTo>
                  <a:pt x="415" y="445"/>
                  <a:pt x="415" y="445"/>
                  <a:pt x="415" y="445"/>
                </a:cubicBezTo>
                <a:cubicBezTo>
                  <a:pt x="413" y="443"/>
                  <a:pt x="413" y="443"/>
                  <a:pt x="413" y="443"/>
                </a:cubicBezTo>
                <a:cubicBezTo>
                  <a:pt x="413" y="375"/>
                  <a:pt x="413" y="375"/>
                  <a:pt x="413" y="375"/>
                </a:cubicBezTo>
                <a:cubicBezTo>
                  <a:pt x="414" y="378"/>
                  <a:pt x="414" y="378"/>
                  <a:pt x="414" y="378"/>
                </a:cubicBezTo>
                <a:cubicBezTo>
                  <a:pt x="415" y="378"/>
                  <a:pt x="415" y="378"/>
                  <a:pt x="415" y="378"/>
                </a:cubicBezTo>
                <a:close/>
                <a:moveTo>
                  <a:pt x="415" y="491"/>
                </a:moveTo>
                <a:cubicBezTo>
                  <a:pt x="415" y="494"/>
                  <a:pt x="415" y="494"/>
                  <a:pt x="415" y="494"/>
                </a:cubicBezTo>
                <a:cubicBezTo>
                  <a:pt x="414" y="494"/>
                  <a:pt x="414" y="494"/>
                  <a:pt x="414" y="494"/>
                </a:cubicBezTo>
                <a:cubicBezTo>
                  <a:pt x="415" y="495"/>
                  <a:pt x="415" y="495"/>
                  <a:pt x="415" y="495"/>
                </a:cubicBezTo>
                <a:cubicBezTo>
                  <a:pt x="415" y="504"/>
                  <a:pt x="415" y="504"/>
                  <a:pt x="415" y="504"/>
                </a:cubicBezTo>
                <a:cubicBezTo>
                  <a:pt x="414" y="503"/>
                  <a:pt x="413" y="502"/>
                  <a:pt x="413" y="501"/>
                </a:cubicBezTo>
                <a:cubicBezTo>
                  <a:pt x="413" y="491"/>
                  <a:pt x="413" y="491"/>
                  <a:pt x="413" y="491"/>
                </a:cubicBezTo>
                <a:cubicBezTo>
                  <a:pt x="414" y="491"/>
                  <a:pt x="414" y="491"/>
                  <a:pt x="415" y="491"/>
                </a:cubicBezTo>
                <a:close/>
                <a:moveTo>
                  <a:pt x="415" y="505"/>
                </a:moveTo>
                <a:cubicBezTo>
                  <a:pt x="415" y="510"/>
                  <a:pt x="415" y="510"/>
                  <a:pt x="415" y="510"/>
                </a:cubicBezTo>
                <a:cubicBezTo>
                  <a:pt x="414" y="510"/>
                  <a:pt x="414" y="510"/>
                  <a:pt x="413" y="510"/>
                </a:cubicBezTo>
                <a:cubicBezTo>
                  <a:pt x="413" y="506"/>
                  <a:pt x="413" y="506"/>
                  <a:pt x="413" y="506"/>
                </a:cubicBezTo>
                <a:cubicBezTo>
                  <a:pt x="414" y="506"/>
                  <a:pt x="414" y="506"/>
                  <a:pt x="415" y="505"/>
                </a:cubicBezTo>
                <a:close/>
                <a:moveTo>
                  <a:pt x="415" y="611"/>
                </a:moveTo>
                <a:cubicBezTo>
                  <a:pt x="415" y="622"/>
                  <a:pt x="415" y="622"/>
                  <a:pt x="415" y="622"/>
                </a:cubicBezTo>
                <a:cubicBezTo>
                  <a:pt x="414" y="621"/>
                  <a:pt x="414" y="620"/>
                  <a:pt x="413" y="620"/>
                </a:cubicBezTo>
                <a:cubicBezTo>
                  <a:pt x="413" y="612"/>
                  <a:pt x="413" y="612"/>
                  <a:pt x="413" y="612"/>
                </a:cubicBezTo>
                <a:cubicBezTo>
                  <a:pt x="414" y="612"/>
                  <a:pt x="414" y="612"/>
                  <a:pt x="415" y="611"/>
                </a:cubicBezTo>
                <a:close/>
                <a:moveTo>
                  <a:pt x="415" y="633"/>
                </a:moveTo>
                <a:cubicBezTo>
                  <a:pt x="415" y="639"/>
                  <a:pt x="415" y="639"/>
                  <a:pt x="415" y="639"/>
                </a:cubicBezTo>
                <a:cubicBezTo>
                  <a:pt x="414" y="639"/>
                  <a:pt x="414" y="639"/>
                  <a:pt x="413" y="639"/>
                </a:cubicBezTo>
                <a:cubicBezTo>
                  <a:pt x="413" y="633"/>
                  <a:pt x="413" y="633"/>
                  <a:pt x="413" y="633"/>
                </a:cubicBezTo>
                <a:cubicBezTo>
                  <a:pt x="415" y="633"/>
                  <a:pt x="415" y="633"/>
                  <a:pt x="415" y="633"/>
                </a:cubicBezTo>
                <a:close/>
                <a:moveTo>
                  <a:pt x="415" y="673"/>
                </a:moveTo>
                <a:cubicBezTo>
                  <a:pt x="415" y="687"/>
                  <a:pt x="415" y="687"/>
                  <a:pt x="415" y="687"/>
                </a:cubicBezTo>
                <a:cubicBezTo>
                  <a:pt x="415" y="684"/>
                  <a:pt x="415" y="684"/>
                  <a:pt x="415" y="684"/>
                </a:cubicBezTo>
                <a:cubicBezTo>
                  <a:pt x="414" y="685"/>
                  <a:pt x="414" y="685"/>
                  <a:pt x="413" y="686"/>
                </a:cubicBezTo>
                <a:cubicBezTo>
                  <a:pt x="413" y="674"/>
                  <a:pt x="413" y="674"/>
                  <a:pt x="413" y="674"/>
                </a:cubicBezTo>
                <a:cubicBezTo>
                  <a:pt x="414" y="673"/>
                  <a:pt x="414" y="673"/>
                  <a:pt x="415" y="673"/>
                </a:cubicBezTo>
                <a:close/>
                <a:moveTo>
                  <a:pt x="415" y="749"/>
                </a:moveTo>
                <a:cubicBezTo>
                  <a:pt x="415" y="757"/>
                  <a:pt x="415" y="757"/>
                  <a:pt x="415" y="757"/>
                </a:cubicBezTo>
                <a:cubicBezTo>
                  <a:pt x="414" y="757"/>
                  <a:pt x="414" y="756"/>
                  <a:pt x="413" y="756"/>
                </a:cubicBezTo>
                <a:cubicBezTo>
                  <a:pt x="413" y="749"/>
                  <a:pt x="413" y="749"/>
                  <a:pt x="413" y="749"/>
                </a:cubicBezTo>
                <a:lnTo>
                  <a:pt x="415" y="749"/>
                </a:lnTo>
                <a:close/>
                <a:moveTo>
                  <a:pt x="404" y="0"/>
                </a:moveTo>
                <a:cubicBezTo>
                  <a:pt x="408" y="0"/>
                  <a:pt x="408" y="0"/>
                  <a:pt x="408" y="0"/>
                </a:cubicBezTo>
                <a:cubicBezTo>
                  <a:pt x="409" y="1"/>
                  <a:pt x="411" y="2"/>
                  <a:pt x="413" y="2"/>
                </a:cubicBezTo>
                <a:cubicBezTo>
                  <a:pt x="413" y="14"/>
                  <a:pt x="413" y="14"/>
                  <a:pt x="413" y="14"/>
                </a:cubicBezTo>
                <a:cubicBezTo>
                  <a:pt x="410" y="12"/>
                  <a:pt x="408" y="10"/>
                  <a:pt x="404" y="9"/>
                </a:cubicBezTo>
                <a:cubicBezTo>
                  <a:pt x="404" y="0"/>
                  <a:pt x="404" y="0"/>
                  <a:pt x="404" y="0"/>
                </a:cubicBezTo>
                <a:close/>
                <a:moveTo>
                  <a:pt x="413" y="793"/>
                </a:moveTo>
                <a:cubicBezTo>
                  <a:pt x="411" y="794"/>
                  <a:pt x="410" y="794"/>
                  <a:pt x="408" y="794"/>
                </a:cubicBezTo>
                <a:cubicBezTo>
                  <a:pt x="406" y="794"/>
                  <a:pt x="405" y="794"/>
                  <a:pt x="404" y="794"/>
                </a:cubicBezTo>
                <a:cubicBezTo>
                  <a:pt x="404" y="786"/>
                  <a:pt x="404" y="786"/>
                  <a:pt x="404" y="786"/>
                </a:cubicBezTo>
                <a:cubicBezTo>
                  <a:pt x="406" y="785"/>
                  <a:pt x="406" y="785"/>
                  <a:pt x="406" y="785"/>
                </a:cubicBezTo>
                <a:cubicBezTo>
                  <a:pt x="405" y="784"/>
                  <a:pt x="404" y="782"/>
                  <a:pt x="404" y="781"/>
                </a:cubicBezTo>
                <a:cubicBezTo>
                  <a:pt x="404" y="766"/>
                  <a:pt x="404" y="766"/>
                  <a:pt x="404" y="766"/>
                </a:cubicBezTo>
                <a:cubicBezTo>
                  <a:pt x="409" y="774"/>
                  <a:pt x="410" y="776"/>
                  <a:pt x="413" y="779"/>
                </a:cubicBezTo>
                <a:cubicBezTo>
                  <a:pt x="413" y="793"/>
                  <a:pt x="413" y="793"/>
                  <a:pt x="413" y="793"/>
                </a:cubicBezTo>
                <a:close/>
                <a:moveTo>
                  <a:pt x="413" y="39"/>
                </a:moveTo>
                <a:cubicBezTo>
                  <a:pt x="413" y="46"/>
                  <a:pt x="413" y="46"/>
                  <a:pt x="413" y="46"/>
                </a:cubicBezTo>
                <a:cubicBezTo>
                  <a:pt x="410" y="46"/>
                  <a:pt x="407" y="46"/>
                  <a:pt x="404" y="46"/>
                </a:cubicBezTo>
                <a:cubicBezTo>
                  <a:pt x="404" y="34"/>
                  <a:pt x="404" y="34"/>
                  <a:pt x="404" y="34"/>
                </a:cubicBezTo>
                <a:cubicBezTo>
                  <a:pt x="404" y="35"/>
                  <a:pt x="404" y="35"/>
                  <a:pt x="404" y="35"/>
                </a:cubicBezTo>
                <a:cubicBezTo>
                  <a:pt x="406" y="36"/>
                  <a:pt x="409" y="38"/>
                  <a:pt x="411" y="39"/>
                </a:cubicBezTo>
                <a:cubicBezTo>
                  <a:pt x="413" y="39"/>
                  <a:pt x="413" y="39"/>
                  <a:pt x="413" y="39"/>
                </a:cubicBezTo>
                <a:close/>
                <a:moveTo>
                  <a:pt x="413" y="113"/>
                </a:moveTo>
                <a:cubicBezTo>
                  <a:pt x="413" y="117"/>
                  <a:pt x="413" y="117"/>
                  <a:pt x="413" y="117"/>
                </a:cubicBezTo>
                <a:cubicBezTo>
                  <a:pt x="412" y="116"/>
                  <a:pt x="412" y="116"/>
                  <a:pt x="412" y="116"/>
                </a:cubicBezTo>
                <a:cubicBezTo>
                  <a:pt x="412" y="115"/>
                  <a:pt x="412" y="114"/>
                  <a:pt x="413" y="113"/>
                </a:cubicBezTo>
                <a:close/>
                <a:moveTo>
                  <a:pt x="413" y="165"/>
                </a:moveTo>
                <a:cubicBezTo>
                  <a:pt x="413" y="171"/>
                  <a:pt x="413" y="171"/>
                  <a:pt x="413" y="171"/>
                </a:cubicBezTo>
                <a:cubicBezTo>
                  <a:pt x="412" y="171"/>
                  <a:pt x="412" y="171"/>
                  <a:pt x="412" y="171"/>
                </a:cubicBezTo>
                <a:cubicBezTo>
                  <a:pt x="412" y="171"/>
                  <a:pt x="412" y="172"/>
                  <a:pt x="413" y="173"/>
                </a:cubicBezTo>
                <a:cubicBezTo>
                  <a:pt x="413" y="185"/>
                  <a:pt x="413" y="185"/>
                  <a:pt x="413" y="185"/>
                </a:cubicBezTo>
                <a:cubicBezTo>
                  <a:pt x="410" y="178"/>
                  <a:pt x="408" y="173"/>
                  <a:pt x="404" y="171"/>
                </a:cubicBezTo>
                <a:cubicBezTo>
                  <a:pt x="404" y="165"/>
                  <a:pt x="404" y="165"/>
                  <a:pt x="404" y="165"/>
                </a:cubicBezTo>
                <a:cubicBezTo>
                  <a:pt x="407" y="165"/>
                  <a:pt x="410" y="165"/>
                  <a:pt x="413" y="165"/>
                </a:cubicBezTo>
                <a:close/>
                <a:moveTo>
                  <a:pt x="413" y="187"/>
                </a:moveTo>
                <a:cubicBezTo>
                  <a:pt x="413" y="193"/>
                  <a:pt x="413" y="193"/>
                  <a:pt x="413" y="193"/>
                </a:cubicBezTo>
                <a:cubicBezTo>
                  <a:pt x="409" y="193"/>
                  <a:pt x="409" y="193"/>
                  <a:pt x="409" y="193"/>
                </a:cubicBezTo>
                <a:cubicBezTo>
                  <a:pt x="409" y="227"/>
                  <a:pt x="409" y="261"/>
                  <a:pt x="409" y="295"/>
                </a:cubicBezTo>
                <a:cubicBezTo>
                  <a:pt x="410" y="295"/>
                  <a:pt x="412" y="295"/>
                  <a:pt x="413" y="295"/>
                </a:cubicBezTo>
                <a:cubicBezTo>
                  <a:pt x="413" y="300"/>
                  <a:pt x="413" y="300"/>
                  <a:pt x="413" y="300"/>
                </a:cubicBezTo>
                <a:cubicBezTo>
                  <a:pt x="412" y="299"/>
                  <a:pt x="412" y="299"/>
                  <a:pt x="412" y="299"/>
                </a:cubicBezTo>
                <a:cubicBezTo>
                  <a:pt x="407" y="298"/>
                  <a:pt x="407" y="298"/>
                  <a:pt x="404" y="298"/>
                </a:cubicBezTo>
                <a:cubicBezTo>
                  <a:pt x="404" y="293"/>
                  <a:pt x="404" y="293"/>
                  <a:pt x="404" y="293"/>
                </a:cubicBezTo>
                <a:cubicBezTo>
                  <a:pt x="406" y="293"/>
                  <a:pt x="406" y="293"/>
                  <a:pt x="406" y="293"/>
                </a:cubicBezTo>
                <a:cubicBezTo>
                  <a:pt x="405" y="291"/>
                  <a:pt x="405" y="289"/>
                  <a:pt x="404" y="287"/>
                </a:cubicBezTo>
                <a:cubicBezTo>
                  <a:pt x="404" y="287"/>
                  <a:pt x="404" y="287"/>
                  <a:pt x="404" y="287"/>
                </a:cubicBezTo>
                <a:cubicBezTo>
                  <a:pt x="404" y="282"/>
                  <a:pt x="404" y="282"/>
                  <a:pt x="404" y="282"/>
                </a:cubicBezTo>
                <a:cubicBezTo>
                  <a:pt x="404" y="282"/>
                  <a:pt x="404" y="282"/>
                  <a:pt x="404" y="282"/>
                </a:cubicBezTo>
                <a:cubicBezTo>
                  <a:pt x="405" y="279"/>
                  <a:pt x="405" y="277"/>
                  <a:pt x="406" y="275"/>
                </a:cubicBezTo>
                <a:cubicBezTo>
                  <a:pt x="405" y="275"/>
                  <a:pt x="404" y="275"/>
                  <a:pt x="404" y="275"/>
                </a:cubicBezTo>
                <a:cubicBezTo>
                  <a:pt x="404" y="269"/>
                  <a:pt x="404" y="269"/>
                  <a:pt x="404" y="269"/>
                </a:cubicBezTo>
                <a:cubicBezTo>
                  <a:pt x="405" y="267"/>
                  <a:pt x="405" y="265"/>
                  <a:pt x="406" y="262"/>
                </a:cubicBezTo>
                <a:cubicBezTo>
                  <a:pt x="405" y="262"/>
                  <a:pt x="404" y="262"/>
                  <a:pt x="404" y="262"/>
                </a:cubicBezTo>
                <a:cubicBezTo>
                  <a:pt x="404" y="257"/>
                  <a:pt x="404" y="257"/>
                  <a:pt x="404" y="257"/>
                </a:cubicBezTo>
                <a:cubicBezTo>
                  <a:pt x="404" y="257"/>
                  <a:pt x="404" y="257"/>
                  <a:pt x="404" y="257"/>
                </a:cubicBezTo>
                <a:cubicBezTo>
                  <a:pt x="404" y="254"/>
                  <a:pt x="404" y="252"/>
                  <a:pt x="404" y="249"/>
                </a:cubicBezTo>
                <a:cubicBezTo>
                  <a:pt x="404" y="249"/>
                  <a:pt x="404" y="249"/>
                  <a:pt x="404" y="249"/>
                </a:cubicBezTo>
                <a:cubicBezTo>
                  <a:pt x="404" y="244"/>
                  <a:pt x="404" y="244"/>
                  <a:pt x="404" y="244"/>
                </a:cubicBezTo>
                <a:cubicBezTo>
                  <a:pt x="405" y="243"/>
                  <a:pt x="405" y="240"/>
                  <a:pt x="406" y="237"/>
                </a:cubicBezTo>
                <a:cubicBezTo>
                  <a:pt x="404" y="237"/>
                  <a:pt x="404" y="237"/>
                  <a:pt x="404" y="237"/>
                </a:cubicBezTo>
                <a:cubicBezTo>
                  <a:pt x="404" y="233"/>
                  <a:pt x="404" y="233"/>
                  <a:pt x="404" y="233"/>
                </a:cubicBezTo>
                <a:cubicBezTo>
                  <a:pt x="404" y="233"/>
                  <a:pt x="404" y="233"/>
                  <a:pt x="404" y="233"/>
                </a:cubicBezTo>
                <a:cubicBezTo>
                  <a:pt x="404" y="230"/>
                  <a:pt x="404" y="227"/>
                  <a:pt x="404" y="224"/>
                </a:cubicBezTo>
                <a:cubicBezTo>
                  <a:pt x="404" y="224"/>
                  <a:pt x="404" y="224"/>
                  <a:pt x="404" y="224"/>
                </a:cubicBezTo>
                <a:cubicBezTo>
                  <a:pt x="404" y="220"/>
                  <a:pt x="404" y="220"/>
                  <a:pt x="404" y="220"/>
                </a:cubicBezTo>
                <a:cubicBezTo>
                  <a:pt x="404" y="220"/>
                  <a:pt x="404" y="220"/>
                  <a:pt x="404" y="220"/>
                </a:cubicBezTo>
                <a:cubicBezTo>
                  <a:pt x="405" y="217"/>
                  <a:pt x="405" y="215"/>
                  <a:pt x="406" y="212"/>
                </a:cubicBezTo>
                <a:cubicBezTo>
                  <a:pt x="404" y="213"/>
                  <a:pt x="404" y="213"/>
                  <a:pt x="404" y="213"/>
                </a:cubicBezTo>
                <a:cubicBezTo>
                  <a:pt x="404" y="208"/>
                  <a:pt x="404" y="208"/>
                  <a:pt x="404" y="208"/>
                </a:cubicBezTo>
                <a:cubicBezTo>
                  <a:pt x="406" y="207"/>
                  <a:pt x="406" y="207"/>
                  <a:pt x="406" y="207"/>
                </a:cubicBezTo>
                <a:cubicBezTo>
                  <a:pt x="405" y="205"/>
                  <a:pt x="405" y="202"/>
                  <a:pt x="404" y="200"/>
                </a:cubicBezTo>
                <a:cubicBezTo>
                  <a:pt x="404" y="200"/>
                  <a:pt x="404" y="200"/>
                  <a:pt x="404" y="200"/>
                </a:cubicBezTo>
                <a:cubicBezTo>
                  <a:pt x="404" y="195"/>
                  <a:pt x="404" y="195"/>
                  <a:pt x="404" y="195"/>
                </a:cubicBezTo>
                <a:cubicBezTo>
                  <a:pt x="404" y="194"/>
                  <a:pt x="405" y="193"/>
                  <a:pt x="406" y="192"/>
                </a:cubicBezTo>
                <a:cubicBezTo>
                  <a:pt x="405" y="192"/>
                  <a:pt x="404" y="192"/>
                  <a:pt x="404" y="192"/>
                </a:cubicBezTo>
                <a:cubicBezTo>
                  <a:pt x="404" y="187"/>
                  <a:pt x="404" y="187"/>
                  <a:pt x="404" y="187"/>
                </a:cubicBezTo>
                <a:cubicBezTo>
                  <a:pt x="404" y="188"/>
                  <a:pt x="404" y="188"/>
                  <a:pt x="404" y="188"/>
                </a:cubicBezTo>
                <a:cubicBezTo>
                  <a:pt x="407" y="187"/>
                  <a:pt x="410" y="187"/>
                  <a:pt x="413" y="187"/>
                </a:cubicBezTo>
                <a:close/>
                <a:moveTo>
                  <a:pt x="413" y="309"/>
                </a:moveTo>
                <a:cubicBezTo>
                  <a:pt x="412" y="309"/>
                  <a:pt x="411" y="310"/>
                  <a:pt x="410" y="310"/>
                </a:cubicBezTo>
                <a:cubicBezTo>
                  <a:pt x="408" y="306"/>
                  <a:pt x="406" y="302"/>
                  <a:pt x="404" y="298"/>
                </a:cubicBezTo>
                <a:cubicBezTo>
                  <a:pt x="404" y="307"/>
                  <a:pt x="404" y="307"/>
                  <a:pt x="404" y="307"/>
                </a:cubicBezTo>
                <a:cubicBezTo>
                  <a:pt x="404" y="308"/>
                  <a:pt x="404" y="308"/>
                  <a:pt x="404" y="308"/>
                </a:cubicBezTo>
                <a:cubicBezTo>
                  <a:pt x="404" y="308"/>
                  <a:pt x="404" y="308"/>
                  <a:pt x="404" y="308"/>
                </a:cubicBezTo>
                <a:cubicBezTo>
                  <a:pt x="404" y="311"/>
                  <a:pt x="404" y="311"/>
                  <a:pt x="404" y="311"/>
                </a:cubicBezTo>
                <a:cubicBezTo>
                  <a:pt x="407" y="311"/>
                  <a:pt x="410" y="312"/>
                  <a:pt x="413" y="312"/>
                </a:cubicBezTo>
                <a:cubicBezTo>
                  <a:pt x="413" y="309"/>
                  <a:pt x="413" y="309"/>
                  <a:pt x="413" y="309"/>
                </a:cubicBezTo>
                <a:close/>
                <a:moveTo>
                  <a:pt x="413" y="375"/>
                </a:moveTo>
                <a:cubicBezTo>
                  <a:pt x="413" y="443"/>
                  <a:pt x="413" y="443"/>
                  <a:pt x="413" y="443"/>
                </a:cubicBezTo>
                <a:cubicBezTo>
                  <a:pt x="404" y="437"/>
                  <a:pt x="404" y="437"/>
                  <a:pt x="404" y="437"/>
                </a:cubicBezTo>
                <a:cubicBezTo>
                  <a:pt x="404" y="347"/>
                  <a:pt x="404" y="347"/>
                  <a:pt x="404" y="347"/>
                </a:cubicBezTo>
                <a:cubicBezTo>
                  <a:pt x="406" y="353"/>
                  <a:pt x="409" y="362"/>
                  <a:pt x="413" y="375"/>
                </a:cubicBezTo>
                <a:close/>
                <a:moveTo>
                  <a:pt x="413" y="491"/>
                </a:moveTo>
                <a:cubicBezTo>
                  <a:pt x="413" y="501"/>
                  <a:pt x="413" y="501"/>
                  <a:pt x="413" y="501"/>
                </a:cubicBezTo>
                <a:cubicBezTo>
                  <a:pt x="410" y="498"/>
                  <a:pt x="409" y="497"/>
                  <a:pt x="404" y="496"/>
                </a:cubicBezTo>
                <a:cubicBezTo>
                  <a:pt x="404" y="492"/>
                  <a:pt x="404" y="492"/>
                  <a:pt x="404" y="492"/>
                </a:cubicBezTo>
                <a:cubicBezTo>
                  <a:pt x="405" y="492"/>
                  <a:pt x="407" y="492"/>
                  <a:pt x="410" y="492"/>
                </a:cubicBezTo>
                <a:cubicBezTo>
                  <a:pt x="411" y="491"/>
                  <a:pt x="412" y="491"/>
                  <a:pt x="413" y="491"/>
                </a:cubicBezTo>
                <a:close/>
                <a:moveTo>
                  <a:pt x="413" y="506"/>
                </a:moveTo>
                <a:cubicBezTo>
                  <a:pt x="412" y="506"/>
                  <a:pt x="411" y="506"/>
                  <a:pt x="410" y="506"/>
                </a:cubicBezTo>
                <a:cubicBezTo>
                  <a:pt x="408" y="504"/>
                  <a:pt x="405" y="502"/>
                  <a:pt x="404" y="500"/>
                </a:cubicBezTo>
                <a:cubicBezTo>
                  <a:pt x="404" y="510"/>
                  <a:pt x="404" y="510"/>
                  <a:pt x="404" y="510"/>
                </a:cubicBezTo>
                <a:cubicBezTo>
                  <a:pt x="404" y="510"/>
                  <a:pt x="404" y="510"/>
                  <a:pt x="404" y="510"/>
                </a:cubicBezTo>
                <a:cubicBezTo>
                  <a:pt x="405" y="511"/>
                  <a:pt x="404" y="512"/>
                  <a:pt x="404" y="513"/>
                </a:cubicBezTo>
                <a:cubicBezTo>
                  <a:pt x="404" y="518"/>
                  <a:pt x="404" y="518"/>
                  <a:pt x="404" y="518"/>
                </a:cubicBezTo>
                <a:cubicBezTo>
                  <a:pt x="404" y="517"/>
                  <a:pt x="404" y="517"/>
                  <a:pt x="404" y="517"/>
                </a:cubicBezTo>
                <a:cubicBezTo>
                  <a:pt x="404" y="520"/>
                  <a:pt x="404" y="523"/>
                  <a:pt x="404" y="525"/>
                </a:cubicBezTo>
                <a:cubicBezTo>
                  <a:pt x="404" y="526"/>
                  <a:pt x="404" y="526"/>
                  <a:pt x="404" y="526"/>
                </a:cubicBezTo>
                <a:cubicBezTo>
                  <a:pt x="404" y="530"/>
                  <a:pt x="404" y="530"/>
                  <a:pt x="404" y="530"/>
                </a:cubicBezTo>
                <a:cubicBezTo>
                  <a:pt x="406" y="530"/>
                  <a:pt x="406" y="530"/>
                  <a:pt x="406" y="530"/>
                </a:cubicBezTo>
                <a:cubicBezTo>
                  <a:pt x="405" y="533"/>
                  <a:pt x="405" y="535"/>
                  <a:pt x="404" y="537"/>
                </a:cubicBezTo>
                <a:cubicBezTo>
                  <a:pt x="404" y="543"/>
                  <a:pt x="404" y="543"/>
                  <a:pt x="404" y="543"/>
                </a:cubicBezTo>
                <a:cubicBezTo>
                  <a:pt x="406" y="543"/>
                  <a:pt x="406" y="543"/>
                  <a:pt x="406" y="543"/>
                </a:cubicBezTo>
                <a:cubicBezTo>
                  <a:pt x="405" y="545"/>
                  <a:pt x="405" y="548"/>
                  <a:pt x="404" y="550"/>
                </a:cubicBezTo>
                <a:cubicBezTo>
                  <a:pt x="404" y="550"/>
                  <a:pt x="404" y="550"/>
                  <a:pt x="404" y="550"/>
                </a:cubicBezTo>
                <a:cubicBezTo>
                  <a:pt x="404" y="555"/>
                  <a:pt x="404" y="555"/>
                  <a:pt x="404" y="555"/>
                </a:cubicBezTo>
                <a:cubicBezTo>
                  <a:pt x="404" y="555"/>
                  <a:pt x="405" y="555"/>
                  <a:pt x="406" y="554"/>
                </a:cubicBezTo>
                <a:cubicBezTo>
                  <a:pt x="406" y="557"/>
                  <a:pt x="406" y="560"/>
                  <a:pt x="406" y="563"/>
                </a:cubicBezTo>
                <a:cubicBezTo>
                  <a:pt x="404" y="563"/>
                  <a:pt x="404" y="563"/>
                  <a:pt x="404" y="563"/>
                </a:cubicBezTo>
                <a:cubicBezTo>
                  <a:pt x="404" y="568"/>
                  <a:pt x="404" y="568"/>
                  <a:pt x="404" y="568"/>
                </a:cubicBezTo>
                <a:cubicBezTo>
                  <a:pt x="404" y="568"/>
                  <a:pt x="405" y="568"/>
                  <a:pt x="406" y="567"/>
                </a:cubicBezTo>
                <a:cubicBezTo>
                  <a:pt x="405" y="570"/>
                  <a:pt x="405" y="572"/>
                  <a:pt x="404" y="575"/>
                </a:cubicBezTo>
                <a:cubicBezTo>
                  <a:pt x="404" y="575"/>
                  <a:pt x="404" y="575"/>
                  <a:pt x="404" y="576"/>
                </a:cubicBezTo>
                <a:cubicBezTo>
                  <a:pt x="404" y="580"/>
                  <a:pt x="404" y="580"/>
                  <a:pt x="404" y="580"/>
                </a:cubicBezTo>
                <a:cubicBezTo>
                  <a:pt x="404" y="580"/>
                  <a:pt x="404" y="580"/>
                  <a:pt x="404" y="580"/>
                </a:cubicBezTo>
                <a:cubicBezTo>
                  <a:pt x="404" y="582"/>
                  <a:pt x="404" y="585"/>
                  <a:pt x="404" y="588"/>
                </a:cubicBezTo>
                <a:cubicBezTo>
                  <a:pt x="404" y="588"/>
                  <a:pt x="404" y="588"/>
                  <a:pt x="404" y="588"/>
                </a:cubicBezTo>
                <a:cubicBezTo>
                  <a:pt x="404" y="593"/>
                  <a:pt x="404" y="593"/>
                  <a:pt x="404" y="593"/>
                </a:cubicBezTo>
                <a:cubicBezTo>
                  <a:pt x="406" y="592"/>
                  <a:pt x="406" y="592"/>
                  <a:pt x="406" y="592"/>
                </a:cubicBezTo>
                <a:cubicBezTo>
                  <a:pt x="405" y="596"/>
                  <a:pt x="405" y="598"/>
                  <a:pt x="404" y="599"/>
                </a:cubicBezTo>
                <a:cubicBezTo>
                  <a:pt x="404" y="605"/>
                  <a:pt x="404" y="605"/>
                  <a:pt x="404" y="605"/>
                </a:cubicBezTo>
                <a:cubicBezTo>
                  <a:pt x="404" y="605"/>
                  <a:pt x="404" y="604"/>
                  <a:pt x="404" y="604"/>
                </a:cubicBezTo>
                <a:cubicBezTo>
                  <a:pt x="405" y="607"/>
                  <a:pt x="405" y="609"/>
                  <a:pt x="406" y="611"/>
                </a:cubicBezTo>
                <a:cubicBezTo>
                  <a:pt x="404" y="611"/>
                  <a:pt x="404" y="611"/>
                  <a:pt x="404" y="611"/>
                </a:cubicBezTo>
                <a:cubicBezTo>
                  <a:pt x="404" y="617"/>
                  <a:pt x="404" y="617"/>
                  <a:pt x="404" y="617"/>
                </a:cubicBezTo>
                <a:cubicBezTo>
                  <a:pt x="407" y="617"/>
                  <a:pt x="410" y="618"/>
                  <a:pt x="413" y="620"/>
                </a:cubicBezTo>
                <a:cubicBezTo>
                  <a:pt x="413" y="612"/>
                  <a:pt x="413" y="612"/>
                  <a:pt x="413" y="612"/>
                </a:cubicBezTo>
                <a:cubicBezTo>
                  <a:pt x="412" y="612"/>
                  <a:pt x="411" y="612"/>
                  <a:pt x="410" y="612"/>
                </a:cubicBezTo>
                <a:cubicBezTo>
                  <a:pt x="410" y="578"/>
                  <a:pt x="410" y="544"/>
                  <a:pt x="410" y="511"/>
                </a:cubicBezTo>
                <a:cubicBezTo>
                  <a:pt x="411" y="510"/>
                  <a:pt x="412" y="510"/>
                  <a:pt x="413" y="510"/>
                </a:cubicBezTo>
                <a:cubicBezTo>
                  <a:pt x="413" y="506"/>
                  <a:pt x="413" y="506"/>
                  <a:pt x="413" y="506"/>
                </a:cubicBezTo>
                <a:close/>
                <a:moveTo>
                  <a:pt x="413" y="633"/>
                </a:moveTo>
                <a:cubicBezTo>
                  <a:pt x="413" y="639"/>
                  <a:pt x="413" y="639"/>
                  <a:pt x="413" y="639"/>
                </a:cubicBezTo>
                <a:cubicBezTo>
                  <a:pt x="410" y="639"/>
                  <a:pt x="407" y="639"/>
                  <a:pt x="404" y="639"/>
                </a:cubicBezTo>
                <a:cubicBezTo>
                  <a:pt x="404" y="626"/>
                  <a:pt x="404" y="626"/>
                  <a:pt x="404" y="626"/>
                </a:cubicBezTo>
                <a:cubicBezTo>
                  <a:pt x="406" y="629"/>
                  <a:pt x="407" y="631"/>
                  <a:pt x="410" y="633"/>
                </a:cubicBezTo>
                <a:cubicBezTo>
                  <a:pt x="413" y="633"/>
                  <a:pt x="413" y="633"/>
                  <a:pt x="413" y="633"/>
                </a:cubicBezTo>
                <a:close/>
                <a:moveTo>
                  <a:pt x="413" y="674"/>
                </a:moveTo>
                <a:cubicBezTo>
                  <a:pt x="413" y="686"/>
                  <a:pt x="413" y="686"/>
                  <a:pt x="413" y="686"/>
                </a:cubicBezTo>
                <a:cubicBezTo>
                  <a:pt x="411" y="686"/>
                  <a:pt x="410" y="688"/>
                  <a:pt x="409" y="688"/>
                </a:cubicBezTo>
                <a:cubicBezTo>
                  <a:pt x="406" y="686"/>
                  <a:pt x="404" y="684"/>
                  <a:pt x="404" y="681"/>
                </a:cubicBezTo>
                <a:cubicBezTo>
                  <a:pt x="407" y="678"/>
                  <a:pt x="410" y="675"/>
                  <a:pt x="413" y="674"/>
                </a:cubicBezTo>
                <a:close/>
                <a:moveTo>
                  <a:pt x="413" y="749"/>
                </a:moveTo>
                <a:cubicBezTo>
                  <a:pt x="413" y="756"/>
                  <a:pt x="413" y="756"/>
                  <a:pt x="413" y="756"/>
                </a:cubicBezTo>
                <a:cubicBezTo>
                  <a:pt x="410" y="756"/>
                  <a:pt x="407" y="756"/>
                  <a:pt x="404" y="756"/>
                </a:cubicBezTo>
                <a:cubicBezTo>
                  <a:pt x="404" y="749"/>
                  <a:pt x="404" y="749"/>
                  <a:pt x="404" y="749"/>
                </a:cubicBezTo>
                <a:cubicBezTo>
                  <a:pt x="407" y="749"/>
                  <a:pt x="410" y="749"/>
                  <a:pt x="413" y="749"/>
                </a:cubicBezTo>
                <a:close/>
                <a:moveTo>
                  <a:pt x="402" y="0"/>
                </a:moveTo>
                <a:cubicBezTo>
                  <a:pt x="404" y="0"/>
                  <a:pt x="404" y="0"/>
                  <a:pt x="404" y="0"/>
                </a:cubicBezTo>
                <a:cubicBezTo>
                  <a:pt x="404" y="9"/>
                  <a:pt x="404" y="9"/>
                  <a:pt x="404" y="9"/>
                </a:cubicBezTo>
                <a:cubicBezTo>
                  <a:pt x="403" y="9"/>
                  <a:pt x="403" y="9"/>
                  <a:pt x="402" y="9"/>
                </a:cubicBezTo>
                <a:cubicBezTo>
                  <a:pt x="402" y="0"/>
                  <a:pt x="402" y="0"/>
                  <a:pt x="402" y="0"/>
                </a:cubicBezTo>
                <a:close/>
                <a:moveTo>
                  <a:pt x="404" y="794"/>
                </a:moveTo>
                <a:cubicBezTo>
                  <a:pt x="402" y="794"/>
                  <a:pt x="402" y="794"/>
                  <a:pt x="402" y="794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4" y="786"/>
                  <a:pt x="404" y="786"/>
                  <a:pt x="404" y="786"/>
                </a:cubicBezTo>
                <a:cubicBezTo>
                  <a:pt x="404" y="794"/>
                  <a:pt x="404" y="794"/>
                  <a:pt x="404" y="794"/>
                </a:cubicBezTo>
                <a:close/>
                <a:moveTo>
                  <a:pt x="404" y="34"/>
                </a:moveTo>
                <a:cubicBezTo>
                  <a:pt x="404" y="46"/>
                  <a:pt x="404" y="46"/>
                  <a:pt x="404" y="46"/>
                </a:cubicBezTo>
                <a:cubicBezTo>
                  <a:pt x="402" y="46"/>
                  <a:pt x="402" y="46"/>
                  <a:pt x="402" y="46"/>
                </a:cubicBezTo>
                <a:cubicBezTo>
                  <a:pt x="402" y="32"/>
                  <a:pt x="402" y="32"/>
                  <a:pt x="402" y="32"/>
                </a:cubicBezTo>
                <a:cubicBezTo>
                  <a:pt x="404" y="34"/>
                  <a:pt x="404" y="34"/>
                  <a:pt x="404" y="34"/>
                </a:cubicBezTo>
                <a:close/>
                <a:moveTo>
                  <a:pt x="404" y="165"/>
                </a:moveTo>
                <a:cubicBezTo>
                  <a:pt x="404" y="171"/>
                  <a:pt x="404" y="171"/>
                  <a:pt x="404" y="171"/>
                </a:cubicBezTo>
                <a:cubicBezTo>
                  <a:pt x="403" y="171"/>
                  <a:pt x="403" y="171"/>
                  <a:pt x="402" y="171"/>
                </a:cubicBezTo>
                <a:cubicBezTo>
                  <a:pt x="402" y="165"/>
                  <a:pt x="402" y="165"/>
                  <a:pt x="402" y="165"/>
                </a:cubicBezTo>
                <a:cubicBezTo>
                  <a:pt x="404" y="165"/>
                  <a:pt x="404" y="165"/>
                  <a:pt x="404" y="165"/>
                </a:cubicBezTo>
                <a:close/>
                <a:moveTo>
                  <a:pt x="404" y="187"/>
                </a:moveTo>
                <a:cubicBezTo>
                  <a:pt x="404" y="192"/>
                  <a:pt x="404" y="192"/>
                  <a:pt x="404" y="192"/>
                </a:cubicBezTo>
                <a:cubicBezTo>
                  <a:pt x="403" y="192"/>
                  <a:pt x="403" y="192"/>
                  <a:pt x="402" y="192"/>
                </a:cubicBezTo>
                <a:cubicBezTo>
                  <a:pt x="402" y="185"/>
                  <a:pt x="402" y="185"/>
                  <a:pt x="402" y="185"/>
                </a:cubicBezTo>
                <a:cubicBezTo>
                  <a:pt x="403" y="186"/>
                  <a:pt x="403" y="186"/>
                  <a:pt x="404" y="187"/>
                </a:cubicBezTo>
                <a:close/>
                <a:moveTo>
                  <a:pt x="404" y="195"/>
                </a:moveTo>
                <a:cubicBezTo>
                  <a:pt x="404" y="200"/>
                  <a:pt x="404" y="200"/>
                  <a:pt x="404" y="200"/>
                </a:cubicBezTo>
                <a:cubicBezTo>
                  <a:pt x="402" y="200"/>
                  <a:pt x="402" y="200"/>
                  <a:pt x="402" y="200"/>
                </a:cubicBezTo>
                <a:cubicBezTo>
                  <a:pt x="402" y="196"/>
                  <a:pt x="402" y="196"/>
                  <a:pt x="402" y="196"/>
                </a:cubicBezTo>
                <a:cubicBezTo>
                  <a:pt x="403" y="195"/>
                  <a:pt x="403" y="195"/>
                  <a:pt x="404" y="195"/>
                </a:cubicBezTo>
                <a:close/>
                <a:moveTo>
                  <a:pt x="404" y="208"/>
                </a:moveTo>
                <a:cubicBezTo>
                  <a:pt x="404" y="213"/>
                  <a:pt x="404" y="213"/>
                  <a:pt x="404" y="213"/>
                </a:cubicBezTo>
                <a:cubicBezTo>
                  <a:pt x="402" y="213"/>
                  <a:pt x="402" y="213"/>
                  <a:pt x="402" y="213"/>
                </a:cubicBezTo>
                <a:cubicBezTo>
                  <a:pt x="402" y="208"/>
                  <a:pt x="402" y="208"/>
                  <a:pt x="402" y="208"/>
                </a:cubicBezTo>
                <a:cubicBezTo>
                  <a:pt x="404" y="208"/>
                  <a:pt x="404" y="208"/>
                  <a:pt x="404" y="208"/>
                </a:cubicBezTo>
                <a:close/>
                <a:moveTo>
                  <a:pt x="404" y="220"/>
                </a:moveTo>
                <a:cubicBezTo>
                  <a:pt x="404" y="224"/>
                  <a:pt x="404" y="224"/>
                  <a:pt x="404" y="224"/>
                </a:cubicBezTo>
                <a:cubicBezTo>
                  <a:pt x="402" y="225"/>
                  <a:pt x="402" y="225"/>
                  <a:pt x="402" y="225"/>
                </a:cubicBezTo>
                <a:cubicBezTo>
                  <a:pt x="402" y="221"/>
                  <a:pt x="402" y="221"/>
                  <a:pt x="402" y="221"/>
                </a:cubicBezTo>
                <a:cubicBezTo>
                  <a:pt x="403" y="220"/>
                  <a:pt x="403" y="220"/>
                  <a:pt x="404" y="220"/>
                </a:cubicBezTo>
                <a:close/>
                <a:moveTo>
                  <a:pt x="404" y="233"/>
                </a:moveTo>
                <a:cubicBezTo>
                  <a:pt x="404" y="237"/>
                  <a:pt x="404" y="237"/>
                  <a:pt x="404" y="237"/>
                </a:cubicBezTo>
                <a:cubicBezTo>
                  <a:pt x="402" y="237"/>
                  <a:pt x="402" y="237"/>
                  <a:pt x="402" y="237"/>
                </a:cubicBezTo>
                <a:cubicBezTo>
                  <a:pt x="402" y="233"/>
                  <a:pt x="402" y="233"/>
                  <a:pt x="402" y="233"/>
                </a:cubicBezTo>
                <a:cubicBezTo>
                  <a:pt x="404" y="233"/>
                  <a:pt x="404" y="233"/>
                  <a:pt x="404" y="233"/>
                </a:cubicBezTo>
                <a:close/>
                <a:moveTo>
                  <a:pt x="404" y="244"/>
                </a:moveTo>
                <a:cubicBezTo>
                  <a:pt x="404" y="249"/>
                  <a:pt x="404" y="249"/>
                  <a:pt x="404" y="249"/>
                </a:cubicBezTo>
                <a:cubicBezTo>
                  <a:pt x="403" y="249"/>
                  <a:pt x="403" y="249"/>
                  <a:pt x="402" y="250"/>
                </a:cubicBezTo>
                <a:cubicBezTo>
                  <a:pt x="402" y="245"/>
                  <a:pt x="402" y="245"/>
                  <a:pt x="402" y="245"/>
                </a:cubicBezTo>
                <a:cubicBezTo>
                  <a:pt x="403" y="245"/>
                  <a:pt x="403" y="244"/>
                  <a:pt x="404" y="244"/>
                </a:cubicBezTo>
                <a:close/>
                <a:moveTo>
                  <a:pt x="404" y="257"/>
                </a:moveTo>
                <a:cubicBezTo>
                  <a:pt x="404" y="262"/>
                  <a:pt x="404" y="262"/>
                  <a:pt x="404" y="262"/>
                </a:cubicBezTo>
                <a:cubicBezTo>
                  <a:pt x="402" y="262"/>
                  <a:pt x="402" y="262"/>
                  <a:pt x="402" y="262"/>
                </a:cubicBezTo>
                <a:cubicBezTo>
                  <a:pt x="402" y="258"/>
                  <a:pt x="402" y="258"/>
                  <a:pt x="402" y="258"/>
                </a:cubicBezTo>
                <a:cubicBezTo>
                  <a:pt x="404" y="257"/>
                  <a:pt x="404" y="257"/>
                  <a:pt x="404" y="257"/>
                </a:cubicBezTo>
                <a:close/>
                <a:moveTo>
                  <a:pt x="404" y="269"/>
                </a:moveTo>
                <a:cubicBezTo>
                  <a:pt x="404" y="275"/>
                  <a:pt x="404" y="275"/>
                  <a:pt x="404" y="275"/>
                </a:cubicBezTo>
                <a:cubicBezTo>
                  <a:pt x="402" y="275"/>
                  <a:pt x="402" y="275"/>
                  <a:pt x="402" y="275"/>
                </a:cubicBezTo>
                <a:cubicBezTo>
                  <a:pt x="402" y="270"/>
                  <a:pt x="402" y="270"/>
                  <a:pt x="402" y="270"/>
                </a:cubicBezTo>
                <a:cubicBezTo>
                  <a:pt x="403" y="270"/>
                  <a:pt x="403" y="269"/>
                  <a:pt x="404" y="269"/>
                </a:cubicBezTo>
                <a:close/>
                <a:moveTo>
                  <a:pt x="404" y="282"/>
                </a:moveTo>
                <a:cubicBezTo>
                  <a:pt x="404" y="287"/>
                  <a:pt x="404" y="287"/>
                  <a:pt x="404" y="287"/>
                </a:cubicBezTo>
                <a:cubicBezTo>
                  <a:pt x="403" y="287"/>
                  <a:pt x="403" y="287"/>
                  <a:pt x="402" y="287"/>
                </a:cubicBezTo>
                <a:cubicBezTo>
                  <a:pt x="402" y="283"/>
                  <a:pt x="402" y="283"/>
                  <a:pt x="402" y="283"/>
                </a:cubicBezTo>
                <a:cubicBezTo>
                  <a:pt x="403" y="283"/>
                  <a:pt x="403" y="283"/>
                  <a:pt x="404" y="282"/>
                </a:cubicBezTo>
                <a:close/>
                <a:moveTo>
                  <a:pt x="404" y="293"/>
                </a:moveTo>
                <a:cubicBezTo>
                  <a:pt x="404" y="298"/>
                  <a:pt x="404" y="298"/>
                  <a:pt x="404" y="298"/>
                </a:cubicBezTo>
                <a:cubicBezTo>
                  <a:pt x="403" y="298"/>
                  <a:pt x="403" y="298"/>
                  <a:pt x="403" y="298"/>
                </a:cubicBezTo>
                <a:cubicBezTo>
                  <a:pt x="404" y="298"/>
                  <a:pt x="404" y="298"/>
                  <a:pt x="404" y="298"/>
                </a:cubicBezTo>
                <a:cubicBezTo>
                  <a:pt x="404" y="307"/>
                  <a:pt x="404" y="307"/>
                  <a:pt x="404" y="307"/>
                </a:cubicBezTo>
                <a:cubicBezTo>
                  <a:pt x="403" y="307"/>
                  <a:pt x="403" y="306"/>
                  <a:pt x="402" y="305"/>
                </a:cubicBezTo>
                <a:cubicBezTo>
                  <a:pt x="402" y="293"/>
                  <a:pt x="402" y="293"/>
                  <a:pt x="402" y="293"/>
                </a:cubicBezTo>
                <a:cubicBezTo>
                  <a:pt x="404" y="293"/>
                  <a:pt x="404" y="293"/>
                  <a:pt x="404" y="293"/>
                </a:cubicBezTo>
                <a:close/>
                <a:moveTo>
                  <a:pt x="404" y="308"/>
                </a:moveTo>
                <a:cubicBezTo>
                  <a:pt x="404" y="311"/>
                  <a:pt x="404" y="311"/>
                  <a:pt x="404" y="311"/>
                </a:cubicBezTo>
                <a:cubicBezTo>
                  <a:pt x="402" y="311"/>
                  <a:pt x="402" y="311"/>
                  <a:pt x="402" y="311"/>
                </a:cubicBezTo>
                <a:cubicBezTo>
                  <a:pt x="402" y="308"/>
                  <a:pt x="402" y="308"/>
                  <a:pt x="402" y="308"/>
                </a:cubicBezTo>
                <a:cubicBezTo>
                  <a:pt x="404" y="308"/>
                  <a:pt x="404" y="308"/>
                  <a:pt x="404" y="308"/>
                </a:cubicBezTo>
                <a:close/>
                <a:moveTo>
                  <a:pt x="404" y="347"/>
                </a:moveTo>
                <a:cubicBezTo>
                  <a:pt x="404" y="437"/>
                  <a:pt x="404" y="437"/>
                  <a:pt x="404" y="437"/>
                </a:cubicBezTo>
                <a:cubicBezTo>
                  <a:pt x="402" y="436"/>
                  <a:pt x="402" y="436"/>
                  <a:pt x="402" y="436"/>
                </a:cubicBezTo>
                <a:cubicBezTo>
                  <a:pt x="402" y="343"/>
                  <a:pt x="402" y="343"/>
                  <a:pt x="402" y="343"/>
                </a:cubicBezTo>
                <a:cubicBezTo>
                  <a:pt x="404" y="347"/>
                  <a:pt x="404" y="347"/>
                  <a:pt x="404" y="347"/>
                </a:cubicBezTo>
                <a:close/>
                <a:moveTo>
                  <a:pt x="404" y="492"/>
                </a:moveTo>
                <a:cubicBezTo>
                  <a:pt x="404" y="496"/>
                  <a:pt x="404" y="496"/>
                  <a:pt x="404" y="496"/>
                </a:cubicBezTo>
                <a:cubicBezTo>
                  <a:pt x="403" y="496"/>
                  <a:pt x="403" y="496"/>
                  <a:pt x="402" y="496"/>
                </a:cubicBezTo>
                <a:cubicBezTo>
                  <a:pt x="402" y="492"/>
                  <a:pt x="402" y="492"/>
                  <a:pt x="402" y="492"/>
                </a:cubicBezTo>
                <a:cubicBezTo>
                  <a:pt x="403" y="492"/>
                  <a:pt x="403" y="492"/>
                  <a:pt x="404" y="492"/>
                </a:cubicBezTo>
                <a:close/>
                <a:moveTo>
                  <a:pt x="404" y="500"/>
                </a:moveTo>
                <a:cubicBezTo>
                  <a:pt x="404" y="510"/>
                  <a:pt x="404" y="510"/>
                  <a:pt x="404" y="510"/>
                </a:cubicBezTo>
                <a:cubicBezTo>
                  <a:pt x="402" y="510"/>
                  <a:pt x="402" y="510"/>
                  <a:pt x="402" y="510"/>
                </a:cubicBezTo>
                <a:cubicBezTo>
                  <a:pt x="402" y="497"/>
                  <a:pt x="402" y="497"/>
                  <a:pt x="402" y="497"/>
                </a:cubicBezTo>
                <a:cubicBezTo>
                  <a:pt x="403" y="498"/>
                  <a:pt x="403" y="499"/>
                  <a:pt x="404" y="500"/>
                </a:cubicBezTo>
                <a:close/>
                <a:moveTo>
                  <a:pt x="404" y="513"/>
                </a:moveTo>
                <a:cubicBezTo>
                  <a:pt x="404" y="518"/>
                  <a:pt x="404" y="518"/>
                  <a:pt x="404" y="518"/>
                </a:cubicBezTo>
                <a:cubicBezTo>
                  <a:pt x="403" y="518"/>
                  <a:pt x="403" y="518"/>
                  <a:pt x="402" y="518"/>
                </a:cubicBezTo>
                <a:cubicBezTo>
                  <a:pt x="402" y="514"/>
                  <a:pt x="402" y="514"/>
                  <a:pt x="402" y="514"/>
                </a:cubicBezTo>
                <a:cubicBezTo>
                  <a:pt x="403" y="514"/>
                  <a:pt x="403" y="513"/>
                  <a:pt x="404" y="513"/>
                </a:cubicBezTo>
                <a:close/>
                <a:moveTo>
                  <a:pt x="404" y="526"/>
                </a:moveTo>
                <a:cubicBezTo>
                  <a:pt x="404" y="530"/>
                  <a:pt x="404" y="530"/>
                  <a:pt x="404" y="530"/>
                </a:cubicBezTo>
                <a:cubicBezTo>
                  <a:pt x="402" y="531"/>
                  <a:pt x="402" y="531"/>
                  <a:pt x="402" y="531"/>
                </a:cubicBezTo>
                <a:cubicBezTo>
                  <a:pt x="402" y="526"/>
                  <a:pt x="402" y="526"/>
                  <a:pt x="402" y="526"/>
                </a:cubicBezTo>
                <a:cubicBezTo>
                  <a:pt x="404" y="526"/>
                  <a:pt x="404" y="526"/>
                  <a:pt x="404" y="526"/>
                </a:cubicBezTo>
                <a:close/>
                <a:moveTo>
                  <a:pt x="404" y="537"/>
                </a:moveTo>
                <a:cubicBezTo>
                  <a:pt x="404" y="543"/>
                  <a:pt x="404" y="543"/>
                  <a:pt x="404" y="543"/>
                </a:cubicBezTo>
                <a:cubicBezTo>
                  <a:pt x="402" y="544"/>
                  <a:pt x="402" y="544"/>
                  <a:pt x="402" y="544"/>
                </a:cubicBezTo>
                <a:cubicBezTo>
                  <a:pt x="402" y="538"/>
                  <a:pt x="402" y="538"/>
                  <a:pt x="402" y="538"/>
                </a:cubicBezTo>
                <a:cubicBezTo>
                  <a:pt x="403" y="538"/>
                  <a:pt x="403" y="537"/>
                  <a:pt x="404" y="537"/>
                </a:cubicBezTo>
                <a:close/>
                <a:moveTo>
                  <a:pt x="404" y="550"/>
                </a:moveTo>
                <a:cubicBezTo>
                  <a:pt x="404" y="555"/>
                  <a:pt x="404" y="555"/>
                  <a:pt x="404" y="555"/>
                </a:cubicBezTo>
                <a:cubicBezTo>
                  <a:pt x="403" y="555"/>
                  <a:pt x="403" y="555"/>
                  <a:pt x="402" y="555"/>
                </a:cubicBezTo>
                <a:cubicBezTo>
                  <a:pt x="402" y="551"/>
                  <a:pt x="402" y="551"/>
                  <a:pt x="402" y="551"/>
                </a:cubicBezTo>
                <a:cubicBezTo>
                  <a:pt x="404" y="550"/>
                  <a:pt x="404" y="550"/>
                  <a:pt x="404" y="550"/>
                </a:cubicBezTo>
                <a:close/>
                <a:moveTo>
                  <a:pt x="404" y="563"/>
                </a:moveTo>
                <a:cubicBezTo>
                  <a:pt x="404" y="568"/>
                  <a:pt x="404" y="568"/>
                  <a:pt x="404" y="568"/>
                </a:cubicBezTo>
                <a:cubicBezTo>
                  <a:pt x="402" y="568"/>
                  <a:pt x="402" y="568"/>
                  <a:pt x="402" y="568"/>
                </a:cubicBezTo>
                <a:cubicBezTo>
                  <a:pt x="402" y="563"/>
                  <a:pt x="402" y="563"/>
                  <a:pt x="402" y="563"/>
                </a:cubicBezTo>
                <a:cubicBezTo>
                  <a:pt x="404" y="563"/>
                  <a:pt x="404" y="563"/>
                  <a:pt x="404" y="563"/>
                </a:cubicBezTo>
                <a:close/>
                <a:moveTo>
                  <a:pt x="404" y="576"/>
                </a:moveTo>
                <a:cubicBezTo>
                  <a:pt x="404" y="580"/>
                  <a:pt x="404" y="580"/>
                  <a:pt x="404" y="580"/>
                </a:cubicBezTo>
                <a:cubicBezTo>
                  <a:pt x="402" y="580"/>
                  <a:pt x="402" y="580"/>
                  <a:pt x="402" y="580"/>
                </a:cubicBezTo>
                <a:cubicBezTo>
                  <a:pt x="402" y="576"/>
                  <a:pt x="402" y="576"/>
                  <a:pt x="402" y="576"/>
                </a:cubicBezTo>
                <a:cubicBezTo>
                  <a:pt x="403" y="576"/>
                  <a:pt x="403" y="576"/>
                  <a:pt x="404" y="576"/>
                </a:cubicBezTo>
                <a:close/>
                <a:moveTo>
                  <a:pt x="404" y="588"/>
                </a:moveTo>
                <a:cubicBezTo>
                  <a:pt x="404" y="593"/>
                  <a:pt x="404" y="593"/>
                  <a:pt x="404" y="593"/>
                </a:cubicBezTo>
                <a:cubicBezTo>
                  <a:pt x="402" y="593"/>
                  <a:pt x="402" y="593"/>
                  <a:pt x="402" y="593"/>
                </a:cubicBezTo>
                <a:cubicBezTo>
                  <a:pt x="402" y="588"/>
                  <a:pt x="402" y="588"/>
                  <a:pt x="402" y="588"/>
                </a:cubicBezTo>
                <a:cubicBezTo>
                  <a:pt x="404" y="588"/>
                  <a:pt x="404" y="588"/>
                  <a:pt x="404" y="588"/>
                </a:cubicBezTo>
                <a:close/>
                <a:moveTo>
                  <a:pt x="404" y="599"/>
                </a:moveTo>
                <a:cubicBezTo>
                  <a:pt x="404" y="605"/>
                  <a:pt x="404" y="605"/>
                  <a:pt x="404" y="605"/>
                </a:cubicBezTo>
                <a:cubicBezTo>
                  <a:pt x="403" y="605"/>
                  <a:pt x="403" y="605"/>
                  <a:pt x="402" y="605"/>
                </a:cubicBezTo>
                <a:cubicBezTo>
                  <a:pt x="402" y="601"/>
                  <a:pt x="402" y="601"/>
                  <a:pt x="402" y="601"/>
                </a:cubicBezTo>
                <a:cubicBezTo>
                  <a:pt x="403" y="600"/>
                  <a:pt x="403" y="600"/>
                  <a:pt x="404" y="599"/>
                </a:cubicBezTo>
                <a:close/>
                <a:moveTo>
                  <a:pt x="404" y="611"/>
                </a:moveTo>
                <a:cubicBezTo>
                  <a:pt x="404" y="617"/>
                  <a:pt x="404" y="617"/>
                  <a:pt x="404" y="617"/>
                </a:cubicBezTo>
                <a:cubicBezTo>
                  <a:pt x="403" y="617"/>
                  <a:pt x="403" y="617"/>
                  <a:pt x="402" y="617"/>
                </a:cubicBezTo>
                <a:cubicBezTo>
                  <a:pt x="402" y="611"/>
                  <a:pt x="402" y="611"/>
                  <a:pt x="402" y="611"/>
                </a:cubicBezTo>
                <a:cubicBezTo>
                  <a:pt x="404" y="611"/>
                  <a:pt x="404" y="611"/>
                  <a:pt x="404" y="611"/>
                </a:cubicBezTo>
                <a:close/>
                <a:moveTo>
                  <a:pt x="404" y="626"/>
                </a:moveTo>
                <a:cubicBezTo>
                  <a:pt x="404" y="639"/>
                  <a:pt x="404" y="639"/>
                  <a:pt x="404" y="639"/>
                </a:cubicBezTo>
                <a:cubicBezTo>
                  <a:pt x="402" y="639"/>
                  <a:pt x="402" y="639"/>
                  <a:pt x="402" y="639"/>
                </a:cubicBezTo>
                <a:cubicBezTo>
                  <a:pt x="402" y="624"/>
                  <a:pt x="402" y="624"/>
                  <a:pt x="402" y="624"/>
                </a:cubicBezTo>
                <a:cubicBezTo>
                  <a:pt x="403" y="625"/>
                  <a:pt x="403" y="625"/>
                  <a:pt x="404" y="626"/>
                </a:cubicBezTo>
                <a:close/>
                <a:moveTo>
                  <a:pt x="404" y="749"/>
                </a:moveTo>
                <a:cubicBezTo>
                  <a:pt x="404" y="756"/>
                  <a:pt x="404" y="756"/>
                  <a:pt x="404" y="756"/>
                </a:cubicBezTo>
                <a:cubicBezTo>
                  <a:pt x="403" y="756"/>
                  <a:pt x="403" y="756"/>
                  <a:pt x="402" y="757"/>
                </a:cubicBezTo>
                <a:cubicBezTo>
                  <a:pt x="402" y="749"/>
                  <a:pt x="402" y="749"/>
                  <a:pt x="402" y="749"/>
                </a:cubicBezTo>
                <a:cubicBezTo>
                  <a:pt x="404" y="749"/>
                  <a:pt x="404" y="749"/>
                  <a:pt x="404" y="749"/>
                </a:cubicBezTo>
                <a:close/>
                <a:moveTo>
                  <a:pt x="404" y="766"/>
                </a:moveTo>
                <a:cubicBezTo>
                  <a:pt x="404" y="781"/>
                  <a:pt x="404" y="781"/>
                  <a:pt x="404" y="781"/>
                </a:cubicBezTo>
                <a:cubicBezTo>
                  <a:pt x="402" y="779"/>
                  <a:pt x="402" y="779"/>
                  <a:pt x="402" y="779"/>
                </a:cubicBezTo>
                <a:cubicBezTo>
                  <a:pt x="402" y="764"/>
                  <a:pt x="402" y="764"/>
                  <a:pt x="402" y="764"/>
                </a:cubicBezTo>
                <a:lnTo>
                  <a:pt x="404" y="766"/>
                </a:lnTo>
                <a:close/>
                <a:moveTo>
                  <a:pt x="402" y="0"/>
                </a:moveTo>
                <a:cubicBezTo>
                  <a:pt x="402" y="0"/>
                  <a:pt x="402" y="0"/>
                  <a:pt x="402" y="0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0"/>
                  <a:pt x="402" y="0"/>
                  <a:pt x="402" y="0"/>
                </a:cubicBezTo>
                <a:close/>
                <a:moveTo>
                  <a:pt x="402" y="794"/>
                </a:moveTo>
                <a:cubicBezTo>
                  <a:pt x="402" y="794"/>
                  <a:pt x="402" y="794"/>
                  <a:pt x="402" y="794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94"/>
                  <a:pt x="402" y="794"/>
                  <a:pt x="402" y="794"/>
                </a:cubicBezTo>
                <a:close/>
                <a:moveTo>
                  <a:pt x="402" y="32"/>
                </a:moveTo>
                <a:cubicBezTo>
                  <a:pt x="402" y="46"/>
                  <a:pt x="402" y="46"/>
                  <a:pt x="402" y="46"/>
                </a:cubicBezTo>
                <a:cubicBezTo>
                  <a:pt x="402" y="46"/>
                  <a:pt x="402" y="46"/>
                  <a:pt x="402" y="46"/>
                </a:cubicBezTo>
                <a:cubicBezTo>
                  <a:pt x="402" y="32"/>
                  <a:pt x="402" y="32"/>
                  <a:pt x="402" y="32"/>
                </a:cubicBezTo>
                <a:cubicBezTo>
                  <a:pt x="402" y="32"/>
                  <a:pt x="402" y="32"/>
                  <a:pt x="402" y="32"/>
                </a:cubicBezTo>
                <a:close/>
                <a:moveTo>
                  <a:pt x="402" y="165"/>
                </a:moveTo>
                <a:cubicBezTo>
                  <a:pt x="402" y="171"/>
                  <a:pt x="402" y="171"/>
                  <a:pt x="402" y="171"/>
                </a:cubicBezTo>
                <a:cubicBezTo>
                  <a:pt x="402" y="171"/>
                  <a:pt x="402" y="171"/>
                  <a:pt x="402" y="171"/>
                </a:cubicBezTo>
                <a:cubicBezTo>
                  <a:pt x="402" y="165"/>
                  <a:pt x="402" y="165"/>
                  <a:pt x="402" y="165"/>
                </a:cubicBezTo>
                <a:cubicBezTo>
                  <a:pt x="402" y="165"/>
                  <a:pt x="402" y="165"/>
                  <a:pt x="402" y="165"/>
                </a:cubicBezTo>
                <a:close/>
                <a:moveTo>
                  <a:pt x="402" y="185"/>
                </a:moveTo>
                <a:cubicBezTo>
                  <a:pt x="402" y="192"/>
                  <a:pt x="402" y="192"/>
                  <a:pt x="402" y="192"/>
                </a:cubicBezTo>
                <a:cubicBezTo>
                  <a:pt x="402" y="192"/>
                  <a:pt x="402" y="192"/>
                  <a:pt x="402" y="192"/>
                </a:cubicBezTo>
                <a:cubicBezTo>
                  <a:pt x="402" y="185"/>
                  <a:pt x="402" y="185"/>
                  <a:pt x="402" y="185"/>
                </a:cubicBezTo>
                <a:cubicBezTo>
                  <a:pt x="402" y="185"/>
                  <a:pt x="402" y="185"/>
                  <a:pt x="402" y="185"/>
                </a:cubicBezTo>
                <a:close/>
                <a:moveTo>
                  <a:pt x="402" y="196"/>
                </a:moveTo>
                <a:cubicBezTo>
                  <a:pt x="402" y="200"/>
                  <a:pt x="402" y="200"/>
                  <a:pt x="402" y="200"/>
                </a:cubicBezTo>
                <a:cubicBezTo>
                  <a:pt x="402" y="200"/>
                  <a:pt x="402" y="200"/>
                  <a:pt x="402" y="200"/>
                </a:cubicBezTo>
                <a:cubicBezTo>
                  <a:pt x="402" y="196"/>
                  <a:pt x="402" y="196"/>
                  <a:pt x="402" y="196"/>
                </a:cubicBezTo>
                <a:cubicBezTo>
                  <a:pt x="402" y="196"/>
                  <a:pt x="402" y="196"/>
                  <a:pt x="402" y="196"/>
                </a:cubicBezTo>
                <a:close/>
                <a:moveTo>
                  <a:pt x="402" y="208"/>
                </a:moveTo>
                <a:cubicBezTo>
                  <a:pt x="402" y="213"/>
                  <a:pt x="402" y="213"/>
                  <a:pt x="402" y="213"/>
                </a:cubicBezTo>
                <a:cubicBezTo>
                  <a:pt x="402" y="213"/>
                  <a:pt x="402" y="213"/>
                  <a:pt x="402" y="213"/>
                </a:cubicBezTo>
                <a:cubicBezTo>
                  <a:pt x="402" y="208"/>
                  <a:pt x="402" y="208"/>
                  <a:pt x="402" y="208"/>
                </a:cubicBezTo>
                <a:cubicBezTo>
                  <a:pt x="402" y="208"/>
                  <a:pt x="402" y="208"/>
                  <a:pt x="402" y="208"/>
                </a:cubicBezTo>
                <a:close/>
                <a:moveTo>
                  <a:pt x="402" y="221"/>
                </a:moveTo>
                <a:cubicBezTo>
                  <a:pt x="402" y="225"/>
                  <a:pt x="402" y="225"/>
                  <a:pt x="402" y="225"/>
                </a:cubicBezTo>
                <a:cubicBezTo>
                  <a:pt x="402" y="225"/>
                  <a:pt x="402" y="225"/>
                  <a:pt x="402" y="225"/>
                </a:cubicBezTo>
                <a:cubicBezTo>
                  <a:pt x="402" y="221"/>
                  <a:pt x="402" y="221"/>
                  <a:pt x="402" y="221"/>
                </a:cubicBezTo>
                <a:cubicBezTo>
                  <a:pt x="402" y="221"/>
                  <a:pt x="402" y="221"/>
                  <a:pt x="402" y="221"/>
                </a:cubicBezTo>
                <a:close/>
                <a:moveTo>
                  <a:pt x="402" y="233"/>
                </a:moveTo>
                <a:cubicBezTo>
                  <a:pt x="402" y="237"/>
                  <a:pt x="402" y="237"/>
                  <a:pt x="402" y="237"/>
                </a:cubicBezTo>
                <a:cubicBezTo>
                  <a:pt x="402" y="238"/>
                  <a:pt x="402" y="238"/>
                  <a:pt x="402" y="238"/>
                </a:cubicBezTo>
                <a:cubicBezTo>
                  <a:pt x="402" y="233"/>
                  <a:pt x="402" y="233"/>
                  <a:pt x="402" y="233"/>
                </a:cubicBezTo>
                <a:cubicBezTo>
                  <a:pt x="402" y="233"/>
                  <a:pt x="402" y="233"/>
                  <a:pt x="402" y="233"/>
                </a:cubicBezTo>
                <a:close/>
                <a:moveTo>
                  <a:pt x="402" y="245"/>
                </a:moveTo>
                <a:cubicBezTo>
                  <a:pt x="402" y="250"/>
                  <a:pt x="402" y="250"/>
                  <a:pt x="402" y="250"/>
                </a:cubicBezTo>
                <a:cubicBezTo>
                  <a:pt x="402" y="250"/>
                  <a:pt x="402" y="250"/>
                  <a:pt x="402" y="250"/>
                </a:cubicBezTo>
                <a:cubicBezTo>
                  <a:pt x="402" y="245"/>
                  <a:pt x="402" y="245"/>
                  <a:pt x="402" y="245"/>
                </a:cubicBezTo>
                <a:cubicBezTo>
                  <a:pt x="402" y="245"/>
                  <a:pt x="402" y="245"/>
                  <a:pt x="402" y="245"/>
                </a:cubicBezTo>
                <a:close/>
                <a:moveTo>
                  <a:pt x="402" y="258"/>
                </a:moveTo>
                <a:cubicBezTo>
                  <a:pt x="402" y="262"/>
                  <a:pt x="402" y="262"/>
                  <a:pt x="402" y="262"/>
                </a:cubicBezTo>
                <a:cubicBezTo>
                  <a:pt x="402" y="262"/>
                  <a:pt x="402" y="262"/>
                  <a:pt x="402" y="262"/>
                </a:cubicBezTo>
                <a:cubicBezTo>
                  <a:pt x="402" y="258"/>
                  <a:pt x="402" y="258"/>
                  <a:pt x="402" y="258"/>
                </a:cubicBezTo>
                <a:cubicBezTo>
                  <a:pt x="402" y="258"/>
                  <a:pt x="402" y="258"/>
                  <a:pt x="402" y="258"/>
                </a:cubicBezTo>
                <a:close/>
                <a:moveTo>
                  <a:pt x="402" y="270"/>
                </a:moveTo>
                <a:cubicBezTo>
                  <a:pt x="402" y="275"/>
                  <a:pt x="402" y="275"/>
                  <a:pt x="402" y="275"/>
                </a:cubicBezTo>
                <a:cubicBezTo>
                  <a:pt x="402" y="275"/>
                  <a:pt x="402" y="275"/>
                  <a:pt x="402" y="275"/>
                </a:cubicBezTo>
                <a:cubicBezTo>
                  <a:pt x="402" y="270"/>
                  <a:pt x="402" y="270"/>
                  <a:pt x="402" y="270"/>
                </a:cubicBezTo>
                <a:cubicBezTo>
                  <a:pt x="402" y="270"/>
                  <a:pt x="402" y="270"/>
                  <a:pt x="402" y="270"/>
                </a:cubicBezTo>
                <a:close/>
                <a:moveTo>
                  <a:pt x="402" y="283"/>
                </a:moveTo>
                <a:cubicBezTo>
                  <a:pt x="402" y="287"/>
                  <a:pt x="402" y="287"/>
                  <a:pt x="402" y="287"/>
                </a:cubicBezTo>
                <a:cubicBezTo>
                  <a:pt x="402" y="287"/>
                  <a:pt x="402" y="287"/>
                  <a:pt x="402" y="287"/>
                </a:cubicBezTo>
                <a:cubicBezTo>
                  <a:pt x="402" y="283"/>
                  <a:pt x="402" y="283"/>
                  <a:pt x="402" y="283"/>
                </a:cubicBezTo>
                <a:cubicBezTo>
                  <a:pt x="402" y="283"/>
                  <a:pt x="402" y="283"/>
                  <a:pt x="402" y="283"/>
                </a:cubicBezTo>
                <a:close/>
                <a:moveTo>
                  <a:pt x="402" y="293"/>
                </a:moveTo>
                <a:cubicBezTo>
                  <a:pt x="402" y="305"/>
                  <a:pt x="402" y="305"/>
                  <a:pt x="402" y="305"/>
                </a:cubicBezTo>
                <a:cubicBezTo>
                  <a:pt x="402" y="304"/>
                  <a:pt x="402" y="304"/>
                  <a:pt x="402" y="304"/>
                </a:cubicBezTo>
                <a:cubicBezTo>
                  <a:pt x="402" y="293"/>
                  <a:pt x="402" y="293"/>
                  <a:pt x="402" y="293"/>
                </a:cubicBezTo>
                <a:cubicBezTo>
                  <a:pt x="402" y="293"/>
                  <a:pt x="402" y="293"/>
                  <a:pt x="402" y="293"/>
                </a:cubicBezTo>
                <a:close/>
                <a:moveTo>
                  <a:pt x="402" y="308"/>
                </a:moveTo>
                <a:cubicBezTo>
                  <a:pt x="402" y="311"/>
                  <a:pt x="402" y="311"/>
                  <a:pt x="402" y="311"/>
                </a:cubicBezTo>
                <a:cubicBezTo>
                  <a:pt x="402" y="311"/>
                  <a:pt x="402" y="311"/>
                  <a:pt x="402" y="311"/>
                </a:cubicBezTo>
                <a:cubicBezTo>
                  <a:pt x="402" y="308"/>
                  <a:pt x="402" y="308"/>
                  <a:pt x="402" y="308"/>
                </a:cubicBezTo>
                <a:cubicBezTo>
                  <a:pt x="402" y="308"/>
                  <a:pt x="402" y="308"/>
                  <a:pt x="402" y="308"/>
                </a:cubicBezTo>
                <a:close/>
                <a:moveTo>
                  <a:pt x="402" y="343"/>
                </a:moveTo>
                <a:cubicBezTo>
                  <a:pt x="402" y="436"/>
                  <a:pt x="402" y="436"/>
                  <a:pt x="402" y="436"/>
                </a:cubicBezTo>
                <a:cubicBezTo>
                  <a:pt x="402" y="436"/>
                  <a:pt x="402" y="436"/>
                  <a:pt x="402" y="436"/>
                </a:cubicBezTo>
                <a:cubicBezTo>
                  <a:pt x="402" y="342"/>
                  <a:pt x="402" y="342"/>
                  <a:pt x="402" y="342"/>
                </a:cubicBezTo>
                <a:cubicBezTo>
                  <a:pt x="402" y="343"/>
                  <a:pt x="402" y="343"/>
                  <a:pt x="402" y="343"/>
                </a:cubicBezTo>
                <a:close/>
                <a:moveTo>
                  <a:pt x="402" y="492"/>
                </a:move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2"/>
                  <a:pt x="402" y="492"/>
                  <a:pt x="402" y="492"/>
                </a:cubicBezTo>
                <a:cubicBezTo>
                  <a:pt x="402" y="492"/>
                  <a:pt x="402" y="492"/>
                  <a:pt x="402" y="492"/>
                </a:cubicBezTo>
                <a:close/>
                <a:moveTo>
                  <a:pt x="402" y="497"/>
                </a:moveTo>
                <a:cubicBezTo>
                  <a:pt x="402" y="510"/>
                  <a:pt x="402" y="510"/>
                  <a:pt x="402" y="510"/>
                </a:cubicBezTo>
                <a:cubicBezTo>
                  <a:pt x="402" y="510"/>
                  <a:pt x="402" y="510"/>
                  <a:pt x="402" y="510"/>
                </a:cubicBezTo>
                <a:cubicBezTo>
                  <a:pt x="402" y="507"/>
                  <a:pt x="402" y="507"/>
                  <a:pt x="402" y="507"/>
                </a:cubicBezTo>
                <a:cubicBezTo>
                  <a:pt x="402" y="507"/>
                  <a:pt x="402" y="507"/>
                  <a:pt x="402" y="507"/>
                </a:cubicBezTo>
                <a:cubicBezTo>
                  <a:pt x="402" y="506"/>
                  <a:pt x="402" y="506"/>
                  <a:pt x="402" y="50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7"/>
                  <a:pt x="402" y="497"/>
                  <a:pt x="402" y="497"/>
                </a:cubicBezTo>
                <a:close/>
                <a:moveTo>
                  <a:pt x="402" y="514"/>
                </a:moveTo>
                <a:cubicBezTo>
                  <a:pt x="402" y="518"/>
                  <a:pt x="402" y="518"/>
                  <a:pt x="402" y="518"/>
                </a:cubicBezTo>
                <a:cubicBezTo>
                  <a:pt x="402" y="518"/>
                  <a:pt x="402" y="518"/>
                  <a:pt x="402" y="518"/>
                </a:cubicBezTo>
                <a:cubicBezTo>
                  <a:pt x="402" y="514"/>
                  <a:pt x="402" y="514"/>
                  <a:pt x="402" y="514"/>
                </a:cubicBezTo>
                <a:cubicBezTo>
                  <a:pt x="402" y="514"/>
                  <a:pt x="402" y="514"/>
                  <a:pt x="402" y="514"/>
                </a:cubicBezTo>
                <a:close/>
                <a:moveTo>
                  <a:pt x="402" y="526"/>
                </a:moveTo>
                <a:cubicBezTo>
                  <a:pt x="402" y="531"/>
                  <a:pt x="402" y="531"/>
                  <a:pt x="402" y="531"/>
                </a:cubicBezTo>
                <a:cubicBezTo>
                  <a:pt x="402" y="531"/>
                  <a:pt x="402" y="531"/>
                  <a:pt x="402" y="531"/>
                </a:cubicBezTo>
                <a:cubicBezTo>
                  <a:pt x="402" y="526"/>
                  <a:pt x="402" y="526"/>
                  <a:pt x="402" y="526"/>
                </a:cubicBezTo>
                <a:cubicBezTo>
                  <a:pt x="402" y="526"/>
                  <a:pt x="402" y="526"/>
                  <a:pt x="402" y="526"/>
                </a:cubicBezTo>
                <a:close/>
                <a:moveTo>
                  <a:pt x="402" y="538"/>
                </a:moveTo>
                <a:cubicBezTo>
                  <a:pt x="402" y="544"/>
                  <a:pt x="402" y="544"/>
                  <a:pt x="402" y="544"/>
                </a:cubicBezTo>
                <a:cubicBezTo>
                  <a:pt x="402" y="544"/>
                  <a:pt x="402" y="544"/>
                  <a:pt x="402" y="544"/>
                </a:cubicBezTo>
                <a:cubicBezTo>
                  <a:pt x="402" y="539"/>
                  <a:pt x="402" y="539"/>
                  <a:pt x="402" y="539"/>
                </a:cubicBezTo>
                <a:cubicBezTo>
                  <a:pt x="402" y="538"/>
                  <a:pt x="402" y="538"/>
                  <a:pt x="402" y="538"/>
                </a:cubicBezTo>
                <a:close/>
                <a:moveTo>
                  <a:pt x="402" y="551"/>
                </a:moveTo>
                <a:cubicBezTo>
                  <a:pt x="402" y="555"/>
                  <a:pt x="402" y="555"/>
                  <a:pt x="402" y="555"/>
                </a:cubicBezTo>
                <a:cubicBezTo>
                  <a:pt x="402" y="555"/>
                  <a:pt x="402" y="555"/>
                  <a:pt x="402" y="555"/>
                </a:cubicBezTo>
                <a:cubicBezTo>
                  <a:pt x="402" y="551"/>
                  <a:pt x="402" y="551"/>
                  <a:pt x="402" y="551"/>
                </a:cubicBezTo>
                <a:cubicBezTo>
                  <a:pt x="402" y="551"/>
                  <a:pt x="402" y="551"/>
                  <a:pt x="402" y="551"/>
                </a:cubicBezTo>
                <a:close/>
                <a:moveTo>
                  <a:pt x="402" y="563"/>
                </a:moveTo>
                <a:cubicBezTo>
                  <a:pt x="402" y="568"/>
                  <a:pt x="402" y="568"/>
                  <a:pt x="402" y="568"/>
                </a:cubicBezTo>
                <a:cubicBezTo>
                  <a:pt x="402" y="568"/>
                  <a:pt x="402" y="568"/>
                  <a:pt x="402" y="568"/>
                </a:cubicBezTo>
                <a:cubicBezTo>
                  <a:pt x="402" y="563"/>
                  <a:pt x="402" y="563"/>
                  <a:pt x="402" y="563"/>
                </a:cubicBezTo>
                <a:cubicBezTo>
                  <a:pt x="402" y="563"/>
                  <a:pt x="402" y="563"/>
                  <a:pt x="402" y="563"/>
                </a:cubicBezTo>
                <a:close/>
                <a:moveTo>
                  <a:pt x="402" y="576"/>
                </a:moveTo>
                <a:cubicBezTo>
                  <a:pt x="402" y="580"/>
                  <a:pt x="402" y="580"/>
                  <a:pt x="402" y="580"/>
                </a:cubicBezTo>
                <a:cubicBezTo>
                  <a:pt x="402" y="580"/>
                  <a:pt x="402" y="580"/>
                  <a:pt x="402" y="580"/>
                </a:cubicBezTo>
                <a:cubicBezTo>
                  <a:pt x="402" y="576"/>
                  <a:pt x="402" y="576"/>
                  <a:pt x="402" y="576"/>
                </a:cubicBezTo>
                <a:cubicBezTo>
                  <a:pt x="402" y="576"/>
                  <a:pt x="402" y="576"/>
                  <a:pt x="402" y="576"/>
                </a:cubicBezTo>
                <a:close/>
                <a:moveTo>
                  <a:pt x="402" y="588"/>
                </a:moveTo>
                <a:cubicBezTo>
                  <a:pt x="402" y="593"/>
                  <a:pt x="402" y="593"/>
                  <a:pt x="402" y="593"/>
                </a:cubicBezTo>
                <a:cubicBezTo>
                  <a:pt x="402" y="593"/>
                  <a:pt x="402" y="593"/>
                  <a:pt x="402" y="593"/>
                </a:cubicBezTo>
                <a:cubicBezTo>
                  <a:pt x="402" y="588"/>
                  <a:pt x="402" y="588"/>
                  <a:pt x="402" y="588"/>
                </a:cubicBezTo>
                <a:cubicBezTo>
                  <a:pt x="402" y="588"/>
                  <a:pt x="402" y="588"/>
                  <a:pt x="402" y="588"/>
                </a:cubicBezTo>
                <a:close/>
                <a:moveTo>
                  <a:pt x="402" y="601"/>
                </a:moveTo>
                <a:cubicBezTo>
                  <a:pt x="402" y="605"/>
                  <a:pt x="402" y="605"/>
                  <a:pt x="402" y="605"/>
                </a:cubicBezTo>
                <a:cubicBezTo>
                  <a:pt x="402" y="605"/>
                  <a:pt x="402" y="605"/>
                  <a:pt x="402" y="605"/>
                </a:cubicBezTo>
                <a:cubicBezTo>
                  <a:pt x="402" y="601"/>
                  <a:pt x="402" y="601"/>
                  <a:pt x="402" y="601"/>
                </a:cubicBezTo>
                <a:cubicBezTo>
                  <a:pt x="402" y="601"/>
                  <a:pt x="402" y="601"/>
                  <a:pt x="402" y="601"/>
                </a:cubicBezTo>
                <a:close/>
                <a:moveTo>
                  <a:pt x="402" y="611"/>
                </a:moveTo>
                <a:cubicBezTo>
                  <a:pt x="402" y="617"/>
                  <a:pt x="402" y="617"/>
                  <a:pt x="402" y="617"/>
                </a:cubicBezTo>
                <a:cubicBezTo>
                  <a:pt x="402" y="617"/>
                  <a:pt x="402" y="617"/>
                  <a:pt x="402" y="617"/>
                </a:cubicBezTo>
                <a:cubicBezTo>
                  <a:pt x="402" y="611"/>
                  <a:pt x="402" y="611"/>
                  <a:pt x="402" y="611"/>
                </a:cubicBezTo>
                <a:cubicBezTo>
                  <a:pt x="402" y="611"/>
                  <a:pt x="402" y="611"/>
                  <a:pt x="402" y="611"/>
                </a:cubicBezTo>
                <a:close/>
                <a:moveTo>
                  <a:pt x="402" y="624"/>
                </a:moveTo>
                <a:cubicBezTo>
                  <a:pt x="402" y="639"/>
                  <a:pt x="402" y="639"/>
                  <a:pt x="402" y="639"/>
                </a:cubicBezTo>
                <a:cubicBezTo>
                  <a:pt x="402" y="639"/>
                  <a:pt x="402" y="639"/>
                  <a:pt x="402" y="639"/>
                </a:cubicBezTo>
                <a:cubicBezTo>
                  <a:pt x="402" y="624"/>
                  <a:pt x="402" y="624"/>
                  <a:pt x="402" y="624"/>
                </a:cubicBezTo>
                <a:cubicBezTo>
                  <a:pt x="402" y="624"/>
                  <a:pt x="402" y="624"/>
                  <a:pt x="402" y="624"/>
                </a:cubicBezTo>
                <a:close/>
                <a:moveTo>
                  <a:pt x="402" y="749"/>
                </a:moveTo>
                <a:cubicBezTo>
                  <a:pt x="402" y="757"/>
                  <a:pt x="402" y="757"/>
                  <a:pt x="402" y="757"/>
                </a:cubicBezTo>
                <a:cubicBezTo>
                  <a:pt x="402" y="757"/>
                  <a:pt x="402" y="757"/>
                  <a:pt x="402" y="757"/>
                </a:cubicBezTo>
                <a:cubicBezTo>
                  <a:pt x="402" y="749"/>
                  <a:pt x="402" y="749"/>
                  <a:pt x="402" y="749"/>
                </a:cubicBezTo>
                <a:cubicBezTo>
                  <a:pt x="402" y="749"/>
                  <a:pt x="402" y="749"/>
                  <a:pt x="402" y="749"/>
                </a:cubicBezTo>
                <a:close/>
                <a:moveTo>
                  <a:pt x="402" y="764"/>
                </a:moveTo>
                <a:cubicBezTo>
                  <a:pt x="402" y="779"/>
                  <a:pt x="402" y="779"/>
                  <a:pt x="402" y="779"/>
                </a:cubicBezTo>
                <a:cubicBezTo>
                  <a:pt x="402" y="779"/>
                  <a:pt x="402" y="779"/>
                  <a:pt x="402" y="779"/>
                </a:cubicBezTo>
                <a:cubicBezTo>
                  <a:pt x="402" y="763"/>
                  <a:pt x="402" y="763"/>
                  <a:pt x="402" y="763"/>
                </a:cubicBezTo>
                <a:lnTo>
                  <a:pt x="402" y="764"/>
                </a:lnTo>
                <a:close/>
                <a:moveTo>
                  <a:pt x="400" y="0"/>
                </a:moveTo>
                <a:cubicBezTo>
                  <a:pt x="402" y="0"/>
                  <a:pt x="402" y="0"/>
                  <a:pt x="402" y="0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9"/>
                  <a:pt x="401" y="9"/>
                  <a:pt x="400" y="9"/>
                </a:cubicBezTo>
                <a:cubicBezTo>
                  <a:pt x="400" y="0"/>
                  <a:pt x="400" y="0"/>
                  <a:pt x="400" y="0"/>
                </a:cubicBezTo>
                <a:close/>
                <a:moveTo>
                  <a:pt x="402" y="794"/>
                </a:moveTo>
                <a:cubicBezTo>
                  <a:pt x="400" y="794"/>
                  <a:pt x="400" y="794"/>
                  <a:pt x="400" y="794"/>
                </a:cubicBezTo>
                <a:cubicBezTo>
                  <a:pt x="400" y="786"/>
                  <a:pt x="400" y="786"/>
                  <a:pt x="400" y="786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94"/>
                  <a:pt x="402" y="794"/>
                  <a:pt x="402" y="794"/>
                </a:cubicBezTo>
                <a:close/>
                <a:moveTo>
                  <a:pt x="402" y="32"/>
                </a:moveTo>
                <a:cubicBezTo>
                  <a:pt x="402" y="46"/>
                  <a:pt x="402" y="46"/>
                  <a:pt x="402" y="46"/>
                </a:cubicBezTo>
                <a:cubicBezTo>
                  <a:pt x="402" y="46"/>
                  <a:pt x="401" y="46"/>
                  <a:pt x="400" y="46"/>
                </a:cubicBezTo>
                <a:cubicBezTo>
                  <a:pt x="400" y="29"/>
                  <a:pt x="400" y="29"/>
                  <a:pt x="400" y="29"/>
                </a:cubicBezTo>
                <a:cubicBezTo>
                  <a:pt x="401" y="30"/>
                  <a:pt x="402" y="31"/>
                  <a:pt x="402" y="32"/>
                </a:cubicBezTo>
                <a:close/>
                <a:moveTo>
                  <a:pt x="402" y="165"/>
                </a:moveTo>
                <a:cubicBezTo>
                  <a:pt x="402" y="171"/>
                  <a:pt x="402" y="171"/>
                  <a:pt x="402" y="171"/>
                </a:cubicBezTo>
                <a:cubicBezTo>
                  <a:pt x="402" y="171"/>
                  <a:pt x="401" y="170"/>
                  <a:pt x="400" y="170"/>
                </a:cubicBezTo>
                <a:cubicBezTo>
                  <a:pt x="400" y="165"/>
                  <a:pt x="400" y="165"/>
                  <a:pt x="400" y="165"/>
                </a:cubicBezTo>
                <a:cubicBezTo>
                  <a:pt x="402" y="165"/>
                  <a:pt x="402" y="165"/>
                  <a:pt x="402" y="165"/>
                </a:cubicBezTo>
                <a:close/>
                <a:moveTo>
                  <a:pt x="402" y="185"/>
                </a:moveTo>
                <a:cubicBezTo>
                  <a:pt x="402" y="192"/>
                  <a:pt x="402" y="192"/>
                  <a:pt x="402" y="192"/>
                </a:cubicBezTo>
                <a:cubicBezTo>
                  <a:pt x="402" y="192"/>
                  <a:pt x="401" y="192"/>
                  <a:pt x="400" y="192"/>
                </a:cubicBezTo>
                <a:cubicBezTo>
                  <a:pt x="400" y="182"/>
                  <a:pt x="400" y="182"/>
                  <a:pt x="400" y="182"/>
                </a:cubicBezTo>
                <a:cubicBezTo>
                  <a:pt x="401" y="183"/>
                  <a:pt x="402" y="184"/>
                  <a:pt x="402" y="185"/>
                </a:cubicBezTo>
                <a:close/>
                <a:moveTo>
                  <a:pt x="402" y="196"/>
                </a:moveTo>
                <a:cubicBezTo>
                  <a:pt x="402" y="200"/>
                  <a:pt x="402" y="200"/>
                  <a:pt x="402" y="200"/>
                </a:cubicBezTo>
                <a:cubicBezTo>
                  <a:pt x="402" y="200"/>
                  <a:pt x="401" y="200"/>
                  <a:pt x="400" y="201"/>
                </a:cubicBezTo>
                <a:cubicBezTo>
                  <a:pt x="400" y="197"/>
                  <a:pt x="400" y="197"/>
                  <a:pt x="400" y="197"/>
                </a:cubicBezTo>
                <a:cubicBezTo>
                  <a:pt x="401" y="197"/>
                  <a:pt x="402" y="196"/>
                  <a:pt x="402" y="196"/>
                </a:cubicBezTo>
                <a:close/>
                <a:moveTo>
                  <a:pt x="402" y="208"/>
                </a:moveTo>
                <a:cubicBezTo>
                  <a:pt x="402" y="213"/>
                  <a:pt x="402" y="213"/>
                  <a:pt x="402" y="213"/>
                </a:cubicBezTo>
                <a:cubicBezTo>
                  <a:pt x="400" y="213"/>
                  <a:pt x="400" y="213"/>
                  <a:pt x="400" y="213"/>
                </a:cubicBezTo>
                <a:cubicBezTo>
                  <a:pt x="400" y="209"/>
                  <a:pt x="400" y="209"/>
                  <a:pt x="400" y="209"/>
                </a:cubicBezTo>
                <a:cubicBezTo>
                  <a:pt x="402" y="208"/>
                  <a:pt x="402" y="208"/>
                  <a:pt x="402" y="208"/>
                </a:cubicBezTo>
                <a:close/>
                <a:moveTo>
                  <a:pt x="402" y="221"/>
                </a:moveTo>
                <a:cubicBezTo>
                  <a:pt x="402" y="225"/>
                  <a:pt x="402" y="225"/>
                  <a:pt x="402" y="225"/>
                </a:cubicBezTo>
                <a:cubicBezTo>
                  <a:pt x="402" y="225"/>
                  <a:pt x="401" y="225"/>
                  <a:pt x="400" y="225"/>
                </a:cubicBezTo>
                <a:cubicBezTo>
                  <a:pt x="400" y="221"/>
                  <a:pt x="400" y="221"/>
                  <a:pt x="400" y="221"/>
                </a:cubicBezTo>
                <a:cubicBezTo>
                  <a:pt x="401" y="221"/>
                  <a:pt x="402" y="221"/>
                  <a:pt x="402" y="221"/>
                </a:cubicBezTo>
                <a:close/>
                <a:moveTo>
                  <a:pt x="402" y="233"/>
                </a:moveTo>
                <a:cubicBezTo>
                  <a:pt x="402" y="238"/>
                  <a:pt x="402" y="238"/>
                  <a:pt x="402" y="238"/>
                </a:cubicBezTo>
                <a:cubicBezTo>
                  <a:pt x="400" y="238"/>
                  <a:pt x="400" y="238"/>
                  <a:pt x="400" y="238"/>
                </a:cubicBezTo>
                <a:cubicBezTo>
                  <a:pt x="400" y="234"/>
                  <a:pt x="400" y="234"/>
                  <a:pt x="400" y="234"/>
                </a:cubicBezTo>
                <a:cubicBezTo>
                  <a:pt x="402" y="233"/>
                  <a:pt x="402" y="233"/>
                  <a:pt x="402" y="233"/>
                </a:cubicBezTo>
                <a:close/>
                <a:moveTo>
                  <a:pt x="402" y="245"/>
                </a:moveTo>
                <a:cubicBezTo>
                  <a:pt x="402" y="250"/>
                  <a:pt x="402" y="250"/>
                  <a:pt x="402" y="250"/>
                </a:cubicBezTo>
                <a:cubicBezTo>
                  <a:pt x="402" y="250"/>
                  <a:pt x="401" y="250"/>
                  <a:pt x="400" y="250"/>
                </a:cubicBezTo>
                <a:cubicBezTo>
                  <a:pt x="400" y="246"/>
                  <a:pt x="400" y="246"/>
                  <a:pt x="400" y="246"/>
                </a:cubicBezTo>
                <a:cubicBezTo>
                  <a:pt x="401" y="246"/>
                  <a:pt x="402" y="246"/>
                  <a:pt x="402" y="245"/>
                </a:cubicBezTo>
                <a:close/>
                <a:moveTo>
                  <a:pt x="402" y="258"/>
                </a:moveTo>
                <a:cubicBezTo>
                  <a:pt x="402" y="262"/>
                  <a:pt x="402" y="262"/>
                  <a:pt x="402" y="262"/>
                </a:cubicBezTo>
                <a:cubicBezTo>
                  <a:pt x="402" y="262"/>
                  <a:pt x="401" y="262"/>
                  <a:pt x="400" y="262"/>
                </a:cubicBezTo>
                <a:cubicBezTo>
                  <a:pt x="400" y="258"/>
                  <a:pt x="400" y="258"/>
                  <a:pt x="400" y="258"/>
                </a:cubicBezTo>
                <a:cubicBezTo>
                  <a:pt x="402" y="258"/>
                  <a:pt x="402" y="258"/>
                  <a:pt x="402" y="258"/>
                </a:cubicBezTo>
                <a:close/>
                <a:moveTo>
                  <a:pt x="402" y="270"/>
                </a:moveTo>
                <a:cubicBezTo>
                  <a:pt x="402" y="275"/>
                  <a:pt x="402" y="275"/>
                  <a:pt x="402" y="275"/>
                </a:cubicBezTo>
                <a:cubicBezTo>
                  <a:pt x="400" y="275"/>
                  <a:pt x="400" y="275"/>
                  <a:pt x="400" y="275"/>
                </a:cubicBezTo>
                <a:cubicBezTo>
                  <a:pt x="400" y="271"/>
                  <a:pt x="400" y="271"/>
                  <a:pt x="400" y="271"/>
                </a:cubicBezTo>
                <a:cubicBezTo>
                  <a:pt x="401" y="271"/>
                  <a:pt x="402" y="271"/>
                  <a:pt x="402" y="270"/>
                </a:cubicBezTo>
                <a:close/>
                <a:moveTo>
                  <a:pt x="402" y="283"/>
                </a:moveTo>
                <a:cubicBezTo>
                  <a:pt x="402" y="287"/>
                  <a:pt x="402" y="287"/>
                  <a:pt x="402" y="287"/>
                </a:cubicBezTo>
                <a:cubicBezTo>
                  <a:pt x="402" y="287"/>
                  <a:pt x="401" y="287"/>
                  <a:pt x="400" y="287"/>
                </a:cubicBezTo>
                <a:cubicBezTo>
                  <a:pt x="400" y="284"/>
                  <a:pt x="400" y="284"/>
                  <a:pt x="400" y="284"/>
                </a:cubicBezTo>
                <a:cubicBezTo>
                  <a:pt x="401" y="283"/>
                  <a:pt x="402" y="283"/>
                  <a:pt x="402" y="283"/>
                </a:cubicBezTo>
                <a:close/>
                <a:moveTo>
                  <a:pt x="402" y="293"/>
                </a:moveTo>
                <a:cubicBezTo>
                  <a:pt x="402" y="304"/>
                  <a:pt x="402" y="304"/>
                  <a:pt x="402" y="304"/>
                </a:cubicBezTo>
                <a:cubicBezTo>
                  <a:pt x="402" y="303"/>
                  <a:pt x="401" y="302"/>
                  <a:pt x="400" y="301"/>
                </a:cubicBezTo>
                <a:cubicBezTo>
                  <a:pt x="400" y="293"/>
                  <a:pt x="400" y="293"/>
                  <a:pt x="400" y="293"/>
                </a:cubicBezTo>
                <a:cubicBezTo>
                  <a:pt x="402" y="293"/>
                  <a:pt x="402" y="293"/>
                  <a:pt x="402" y="293"/>
                </a:cubicBezTo>
                <a:close/>
                <a:moveTo>
                  <a:pt x="402" y="308"/>
                </a:moveTo>
                <a:cubicBezTo>
                  <a:pt x="402" y="311"/>
                  <a:pt x="402" y="311"/>
                  <a:pt x="402" y="311"/>
                </a:cubicBezTo>
                <a:cubicBezTo>
                  <a:pt x="402" y="311"/>
                  <a:pt x="401" y="311"/>
                  <a:pt x="400" y="311"/>
                </a:cubicBezTo>
                <a:cubicBezTo>
                  <a:pt x="400" y="308"/>
                  <a:pt x="400" y="308"/>
                  <a:pt x="400" y="308"/>
                </a:cubicBezTo>
                <a:cubicBezTo>
                  <a:pt x="401" y="308"/>
                  <a:pt x="402" y="308"/>
                  <a:pt x="402" y="308"/>
                </a:cubicBezTo>
                <a:close/>
                <a:moveTo>
                  <a:pt x="402" y="342"/>
                </a:moveTo>
                <a:cubicBezTo>
                  <a:pt x="402" y="436"/>
                  <a:pt x="402" y="436"/>
                  <a:pt x="402" y="436"/>
                </a:cubicBezTo>
                <a:cubicBezTo>
                  <a:pt x="400" y="434"/>
                  <a:pt x="400" y="434"/>
                  <a:pt x="400" y="434"/>
                </a:cubicBezTo>
                <a:cubicBezTo>
                  <a:pt x="400" y="336"/>
                  <a:pt x="400" y="336"/>
                  <a:pt x="400" y="336"/>
                </a:cubicBezTo>
                <a:cubicBezTo>
                  <a:pt x="401" y="338"/>
                  <a:pt x="401" y="340"/>
                  <a:pt x="402" y="342"/>
                </a:cubicBezTo>
                <a:close/>
                <a:moveTo>
                  <a:pt x="402" y="492"/>
                </a:move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506"/>
                  <a:pt x="402" y="506"/>
                  <a:pt x="402" y="506"/>
                </a:cubicBezTo>
                <a:cubicBezTo>
                  <a:pt x="402" y="504"/>
                  <a:pt x="401" y="503"/>
                  <a:pt x="400" y="501"/>
                </a:cubicBezTo>
                <a:cubicBezTo>
                  <a:pt x="400" y="493"/>
                  <a:pt x="400" y="493"/>
                  <a:pt x="400" y="493"/>
                </a:cubicBezTo>
                <a:cubicBezTo>
                  <a:pt x="401" y="492"/>
                  <a:pt x="402" y="492"/>
                  <a:pt x="402" y="492"/>
                </a:cubicBezTo>
                <a:close/>
                <a:moveTo>
                  <a:pt x="402" y="507"/>
                </a:moveTo>
                <a:cubicBezTo>
                  <a:pt x="402" y="510"/>
                  <a:pt x="402" y="510"/>
                  <a:pt x="402" y="510"/>
                </a:cubicBezTo>
                <a:cubicBezTo>
                  <a:pt x="400" y="510"/>
                  <a:pt x="400" y="510"/>
                  <a:pt x="400" y="510"/>
                </a:cubicBezTo>
                <a:cubicBezTo>
                  <a:pt x="400" y="507"/>
                  <a:pt x="400" y="507"/>
                  <a:pt x="400" y="507"/>
                </a:cubicBezTo>
                <a:cubicBezTo>
                  <a:pt x="401" y="507"/>
                  <a:pt x="402" y="507"/>
                  <a:pt x="402" y="507"/>
                </a:cubicBezTo>
                <a:close/>
                <a:moveTo>
                  <a:pt x="402" y="514"/>
                </a:moveTo>
                <a:cubicBezTo>
                  <a:pt x="402" y="518"/>
                  <a:pt x="402" y="518"/>
                  <a:pt x="402" y="518"/>
                </a:cubicBezTo>
                <a:cubicBezTo>
                  <a:pt x="402" y="518"/>
                  <a:pt x="401" y="518"/>
                  <a:pt x="400" y="518"/>
                </a:cubicBezTo>
                <a:cubicBezTo>
                  <a:pt x="400" y="515"/>
                  <a:pt x="400" y="515"/>
                  <a:pt x="400" y="515"/>
                </a:cubicBezTo>
                <a:cubicBezTo>
                  <a:pt x="401" y="515"/>
                  <a:pt x="402" y="514"/>
                  <a:pt x="402" y="514"/>
                </a:cubicBezTo>
                <a:close/>
                <a:moveTo>
                  <a:pt x="402" y="526"/>
                </a:moveTo>
                <a:cubicBezTo>
                  <a:pt x="402" y="531"/>
                  <a:pt x="402" y="531"/>
                  <a:pt x="402" y="531"/>
                </a:cubicBezTo>
                <a:cubicBezTo>
                  <a:pt x="400" y="531"/>
                  <a:pt x="400" y="531"/>
                  <a:pt x="400" y="531"/>
                </a:cubicBezTo>
                <a:cubicBezTo>
                  <a:pt x="400" y="527"/>
                  <a:pt x="400" y="527"/>
                  <a:pt x="400" y="527"/>
                </a:cubicBezTo>
                <a:cubicBezTo>
                  <a:pt x="402" y="526"/>
                  <a:pt x="402" y="526"/>
                  <a:pt x="402" y="526"/>
                </a:cubicBezTo>
                <a:close/>
                <a:moveTo>
                  <a:pt x="402" y="539"/>
                </a:moveTo>
                <a:cubicBezTo>
                  <a:pt x="402" y="544"/>
                  <a:pt x="402" y="544"/>
                  <a:pt x="402" y="544"/>
                </a:cubicBezTo>
                <a:cubicBezTo>
                  <a:pt x="400" y="544"/>
                  <a:pt x="400" y="544"/>
                  <a:pt x="400" y="544"/>
                </a:cubicBezTo>
                <a:cubicBezTo>
                  <a:pt x="400" y="540"/>
                  <a:pt x="400" y="540"/>
                  <a:pt x="400" y="540"/>
                </a:cubicBezTo>
                <a:cubicBezTo>
                  <a:pt x="401" y="539"/>
                  <a:pt x="402" y="539"/>
                  <a:pt x="402" y="539"/>
                </a:cubicBezTo>
                <a:close/>
                <a:moveTo>
                  <a:pt x="402" y="551"/>
                </a:moveTo>
                <a:cubicBezTo>
                  <a:pt x="402" y="555"/>
                  <a:pt x="402" y="555"/>
                  <a:pt x="402" y="555"/>
                </a:cubicBezTo>
                <a:cubicBezTo>
                  <a:pt x="402" y="555"/>
                  <a:pt x="401" y="555"/>
                  <a:pt x="400" y="556"/>
                </a:cubicBezTo>
                <a:cubicBezTo>
                  <a:pt x="400" y="551"/>
                  <a:pt x="400" y="551"/>
                  <a:pt x="400" y="551"/>
                </a:cubicBezTo>
                <a:cubicBezTo>
                  <a:pt x="402" y="551"/>
                  <a:pt x="402" y="551"/>
                  <a:pt x="402" y="551"/>
                </a:cubicBezTo>
                <a:close/>
                <a:moveTo>
                  <a:pt x="402" y="563"/>
                </a:moveTo>
                <a:cubicBezTo>
                  <a:pt x="402" y="568"/>
                  <a:pt x="402" y="568"/>
                  <a:pt x="402" y="568"/>
                </a:cubicBezTo>
                <a:cubicBezTo>
                  <a:pt x="400" y="568"/>
                  <a:pt x="400" y="568"/>
                  <a:pt x="400" y="568"/>
                </a:cubicBezTo>
                <a:cubicBezTo>
                  <a:pt x="400" y="564"/>
                  <a:pt x="400" y="564"/>
                  <a:pt x="400" y="564"/>
                </a:cubicBezTo>
                <a:cubicBezTo>
                  <a:pt x="402" y="563"/>
                  <a:pt x="402" y="563"/>
                  <a:pt x="402" y="563"/>
                </a:cubicBezTo>
                <a:close/>
                <a:moveTo>
                  <a:pt x="402" y="576"/>
                </a:moveTo>
                <a:cubicBezTo>
                  <a:pt x="402" y="580"/>
                  <a:pt x="402" y="580"/>
                  <a:pt x="402" y="580"/>
                </a:cubicBezTo>
                <a:cubicBezTo>
                  <a:pt x="402" y="580"/>
                  <a:pt x="401" y="580"/>
                  <a:pt x="400" y="580"/>
                </a:cubicBezTo>
                <a:cubicBezTo>
                  <a:pt x="400" y="577"/>
                  <a:pt x="400" y="577"/>
                  <a:pt x="400" y="577"/>
                </a:cubicBezTo>
                <a:cubicBezTo>
                  <a:pt x="401" y="576"/>
                  <a:pt x="402" y="576"/>
                  <a:pt x="402" y="576"/>
                </a:cubicBezTo>
                <a:close/>
                <a:moveTo>
                  <a:pt x="402" y="588"/>
                </a:moveTo>
                <a:cubicBezTo>
                  <a:pt x="402" y="593"/>
                  <a:pt x="402" y="593"/>
                  <a:pt x="402" y="593"/>
                </a:cubicBezTo>
                <a:cubicBezTo>
                  <a:pt x="400" y="593"/>
                  <a:pt x="400" y="593"/>
                  <a:pt x="400" y="593"/>
                </a:cubicBezTo>
                <a:cubicBezTo>
                  <a:pt x="400" y="589"/>
                  <a:pt x="400" y="589"/>
                  <a:pt x="400" y="589"/>
                </a:cubicBezTo>
                <a:cubicBezTo>
                  <a:pt x="402" y="588"/>
                  <a:pt x="402" y="588"/>
                  <a:pt x="402" y="588"/>
                </a:cubicBezTo>
                <a:close/>
                <a:moveTo>
                  <a:pt x="402" y="601"/>
                </a:moveTo>
                <a:cubicBezTo>
                  <a:pt x="402" y="605"/>
                  <a:pt x="402" y="605"/>
                  <a:pt x="402" y="605"/>
                </a:cubicBezTo>
                <a:cubicBezTo>
                  <a:pt x="402" y="605"/>
                  <a:pt x="401" y="605"/>
                  <a:pt x="400" y="605"/>
                </a:cubicBezTo>
                <a:cubicBezTo>
                  <a:pt x="400" y="602"/>
                  <a:pt x="400" y="602"/>
                  <a:pt x="400" y="602"/>
                </a:cubicBezTo>
                <a:cubicBezTo>
                  <a:pt x="401" y="601"/>
                  <a:pt x="402" y="601"/>
                  <a:pt x="402" y="601"/>
                </a:cubicBezTo>
                <a:close/>
                <a:moveTo>
                  <a:pt x="402" y="611"/>
                </a:moveTo>
                <a:cubicBezTo>
                  <a:pt x="402" y="617"/>
                  <a:pt x="402" y="617"/>
                  <a:pt x="402" y="617"/>
                </a:cubicBezTo>
                <a:cubicBezTo>
                  <a:pt x="402" y="617"/>
                  <a:pt x="401" y="617"/>
                  <a:pt x="400" y="617"/>
                </a:cubicBezTo>
                <a:cubicBezTo>
                  <a:pt x="400" y="612"/>
                  <a:pt x="400" y="612"/>
                  <a:pt x="400" y="612"/>
                </a:cubicBezTo>
                <a:cubicBezTo>
                  <a:pt x="402" y="611"/>
                  <a:pt x="402" y="611"/>
                  <a:pt x="402" y="611"/>
                </a:cubicBezTo>
                <a:close/>
                <a:moveTo>
                  <a:pt x="402" y="624"/>
                </a:moveTo>
                <a:cubicBezTo>
                  <a:pt x="402" y="639"/>
                  <a:pt x="402" y="639"/>
                  <a:pt x="402" y="639"/>
                </a:cubicBezTo>
                <a:cubicBezTo>
                  <a:pt x="400" y="639"/>
                  <a:pt x="400" y="639"/>
                  <a:pt x="400" y="639"/>
                </a:cubicBezTo>
                <a:cubicBezTo>
                  <a:pt x="400" y="634"/>
                  <a:pt x="400" y="634"/>
                  <a:pt x="400" y="634"/>
                </a:cubicBezTo>
                <a:cubicBezTo>
                  <a:pt x="401" y="634"/>
                  <a:pt x="401" y="634"/>
                  <a:pt x="402" y="634"/>
                </a:cubicBezTo>
                <a:cubicBezTo>
                  <a:pt x="401" y="633"/>
                  <a:pt x="401" y="632"/>
                  <a:pt x="400" y="631"/>
                </a:cubicBezTo>
                <a:cubicBezTo>
                  <a:pt x="400" y="620"/>
                  <a:pt x="400" y="620"/>
                  <a:pt x="400" y="620"/>
                </a:cubicBezTo>
                <a:cubicBezTo>
                  <a:pt x="401" y="622"/>
                  <a:pt x="402" y="622"/>
                  <a:pt x="402" y="624"/>
                </a:cubicBezTo>
                <a:close/>
                <a:moveTo>
                  <a:pt x="402" y="749"/>
                </a:moveTo>
                <a:cubicBezTo>
                  <a:pt x="402" y="757"/>
                  <a:pt x="402" y="757"/>
                  <a:pt x="402" y="757"/>
                </a:cubicBezTo>
                <a:cubicBezTo>
                  <a:pt x="402" y="757"/>
                  <a:pt x="401" y="757"/>
                  <a:pt x="400" y="757"/>
                </a:cubicBezTo>
                <a:cubicBezTo>
                  <a:pt x="400" y="749"/>
                  <a:pt x="400" y="749"/>
                  <a:pt x="400" y="749"/>
                </a:cubicBezTo>
                <a:cubicBezTo>
                  <a:pt x="401" y="749"/>
                  <a:pt x="402" y="749"/>
                  <a:pt x="402" y="749"/>
                </a:cubicBezTo>
                <a:close/>
                <a:moveTo>
                  <a:pt x="402" y="763"/>
                </a:moveTo>
                <a:cubicBezTo>
                  <a:pt x="402" y="779"/>
                  <a:pt x="402" y="779"/>
                  <a:pt x="402" y="779"/>
                </a:cubicBezTo>
                <a:cubicBezTo>
                  <a:pt x="402" y="777"/>
                  <a:pt x="401" y="777"/>
                  <a:pt x="400" y="775"/>
                </a:cubicBezTo>
                <a:cubicBezTo>
                  <a:pt x="400" y="760"/>
                  <a:pt x="400" y="760"/>
                  <a:pt x="400" y="760"/>
                </a:cubicBezTo>
                <a:lnTo>
                  <a:pt x="402" y="763"/>
                </a:lnTo>
                <a:close/>
                <a:moveTo>
                  <a:pt x="393" y="0"/>
                </a:moveTo>
                <a:cubicBezTo>
                  <a:pt x="400" y="0"/>
                  <a:pt x="400" y="0"/>
                  <a:pt x="400" y="0"/>
                </a:cubicBezTo>
                <a:cubicBezTo>
                  <a:pt x="400" y="9"/>
                  <a:pt x="400" y="9"/>
                  <a:pt x="400" y="9"/>
                </a:cubicBezTo>
                <a:cubicBezTo>
                  <a:pt x="398" y="9"/>
                  <a:pt x="396" y="8"/>
                  <a:pt x="393" y="8"/>
                </a:cubicBezTo>
                <a:cubicBezTo>
                  <a:pt x="393" y="0"/>
                  <a:pt x="393" y="0"/>
                  <a:pt x="393" y="0"/>
                </a:cubicBezTo>
                <a:close/>
                <a:moveTo>
                  <a:pt x="400" y="794"/>
                </a:moveTo>
                <a:cubicBezTo>
                  <a:pt x="398" y="794"/>
                  <a:pt x="395" y="794"/>
                  <a:pt x="393" y="794"/>
                </a:cubicBezTo>
                <a:cubicBezTo>
                  <a:pt x="393" y="787"/>
                  <a:pt x="393" y="787"/>
                  <a:pt x="393" y="787"/>
                </a:cubicBezTo>
                <a:cubicBezTo>
                  <a:pt x="394" y="787"/>
                  <a:pt x="394" y="787"/>
                  <a:pt x="394" y="787"/>
                </a:cubicBezTo>
                <a:cubicBezTo>
                  <a:pt x="396" y="787"/>
                  <a:pt x="398" y="787"/>
                  <a:pt x="400" y="786"/>
                </a:cubicBezTo>
                <a:cubicBezTo>
                  <a:pt x="400" y="794"/>
                  <a:pt x="400" y="794"/>
                  <a:pt x="400" y="794"/>
                </a:cubicBezTo>
                <a:close/>
                <a:moveTo>
                  <a:pt x="400" y="29"/>
                </a:moveTo>
                <a:cubicBezTo>
                  <a:pt x="400" y="46"/>
                  <a:pt x="400" y="46"/>
                  <a:pt x="400" y="46"/>
                </a:cubicBezTo>
                <a:cubicBezTo>
                  <a:pt x="398" y="46"/>
                  <a:pt x="395" y="46"/>
                  <a:pt x="393" y="46"/>
                </a:cubicBezTo>
                <a:cubicBezTo>
                  <a:pt x="393" y="38"/>
                  <a:pt x="393" y="38"/>
                  <a:pt x="393" y="38"/>
                </a:cubicBezTo>
                <a:cubicBezTo>
                  <a:pt x="394" y="38"/>
                  <a:pt x="394" y="37"/>
                  <a:pt x="395" y="37"/>
                </a:cubicBezTo>
                <a:cubicBezTo>
                  <a:pt x="394" y="36"/>
                  <a:pt x="394" y="36"/>
                  <a:pt x="393" y="35"/>
                </a:cubicBezTo>
                <a:cubicBezTo>
                  <a:pt x="393" y="18"/>
                  <a:pt x="393" y="18"/>
                  <a:pt x="393" y="18"/>
                </a:cubicBezTo>
                <a:cubicBezTo>
                  <a:pt x="395" y="21"/>
                  <a:pt x="397" y="24"/>
                  <a:pt x="400" y="29"/>
                </a:cubicBezTo>
                <a:close/>
                <a:moveTo>
                  <a:pt x="400" y="165"/>
                </a:moveTo>
                <a:cubicBezTo>
                  <a:pt x="400" y="170"/>
                  <a:pt x="400" y="170"/>
                  <a:pt x="400" y="170"/>
                </a:cubicBezTo>
                <a:cubicBezTo>
                  <a:pt x="398" y="170"/>
                  <a:pt x="396" y="170"/>
                  <a:pt x="393" y="170"/>
                </a:cubicBezTo>
                <a:cubicBezTo>
                  <a:pt x="393" y="165"/>
                  <a:pt x="393" y="165"/>
                  <a:pt x="393" y="165"/>
                </a:cubicBezTo>
                <a:cubicBezTo>
                  <a:pt x="395" y="165"/>
                  <a:pt x="398" y="165"/>
                  <a:pt x="400" y="165"/>
                </a:cubicBezTo>
                <a:close/>
                <a:moveTo>
                  <a:pt x="400" y="182"/>
                </a:moveTo>
                <a:cubicBezTo>
                  <a:pt x="400" y="192"/>
                  <a:pt x="400" y="192"/>
                  <a:pt x="400" y="192"/>
                </a:cubicBezTo>
                <a:cubicBezTo>
                  <a:pt x="399" y="192"/>
                  <a:pt x="397" y="192"/>
                  <a:pt x="393" y="192"/>
                </a:cubicBezTo>
                <a:cubicBezTo>
                  <a:pt x="393" y="188"/>
                  <a:pt x="393" y="188"/>
                  <a:pt x="393" y="188"/>
                </a:cubicBezTo>
                <a:cubicBezTo>
                  <a:pt x="395" y="188"/>
                  <a:pt x="395" y="188"/>
                  <a:pt x="395" y="188"/>
                </a:cubicBezTo>
                <a:cubicBezTo>
                  <a:pt x="394" y="186"/>
                  <a:pt x="394" y="186"/>
                  <a:pt x="393" y="184"/>
                </a:cubicBezTo>
                <a:cubicBezTo>
                  <a:pt x="393" y="173"/>
                  <a:pt x="393" y="173"/>
                  <a:pt x="393" y="173"/>
                </a:cubicBezTo>
                <a:cubicBezTo>
                  <a:pt x="395" y="175"/>
                  <a:pt x="397" y="179"/>
                  <a:pt x="400" y="182"/>
                </a:cubicBezTo>
                <a:close/>
                <a:moveTo>
                  <a:pt x="400" y="197"/>
                </a:moveTo>
                <a:cubicBezTo>
                  <a:pt x="400" y="201"/>
                  <a:pt x="400" y="201"/>
                  <a:pt x="400" y="201"/>
                </a:cubicBezTo>
                <a:cubicBezTo>
                  <a:pt x="397" y="201"/>
                  <a:pt x="395" y="201"/>
                  <a:pt x="393" y="202"/>
                </a:cubicBezTo>
                <a:cubicBezTo>
                  <a:pt x="393" y="199"/>
                  <a:pt x="393" y="199"/>
                  <a:pt x="393" y="199"/>
                </a:cubicBezTo>
                <a:cubicBezTo>
                  <a:pt x="395" y="198"/>
                  <a:pt x="398" y="198"/>
                  <a:pt x="400" y="197"/>
                </a:cubicBezTo>
                <a:close/>
                <a:moveTo>
                  <a:pt x="400" y="209"/>
                </a:moveTo>
                <a:cubicBezTo>
                  <a:pt x="400" y="213"/>
                  <a:pt x="400" y="213"/>
                  <a:pt x="400" y="213"/>
                </a:cubicBezTo>
                <a:cubicBezTo>
                  <a:pt x="393" y="215"/>
                  <a:pt x="393" y="215"/>
                  <a:pt x="393" y="215"/>
                </a:cubicBezTo>
                <a:cubicBezTo>
                  <a:pt x="393" y="211"/>
                  <a:pt x="393" y="211"/>
                  <a:pt x="393" y="211"/>
                </a:cubicBezTo>
                <a:cubicBezTo>
                  <a:pt x="395" y="210"/>
                  <a:pt x="398" y="209"/>
                  <a:pt x="400" y="209"/>
                </a:cubicBezTo>
                <a:close/>
                <a:moveTo>
                  <a:pt x="400" y="221"/>
                </a:moveTo>
                <a:cubicBezTo>
                  <a:pt x="400" y="225"/>
                  <a:pt x="400" y="225"/>
                  <a:pt x="400" y="225"/>
                </a:cubicBezTo>
                <a:cubicBezTo>
                  <a:pt x="397" y="226"/>
                  <a:pt x="395" y="226"/>
                  <a:pt x="393" y="227"/>
                </a:cubicBezTo>
                <a:cubicBezTo>
                  <a:pt x="393" y="223"/>
                  <a:pt x="393" y="223"/>
                  <a:pt x="393" y="223"/>
                </a:cubicBezTo>
                <a:cubicBezTo>
                  <a:pt x="397" y="222"/>
                  <a:pt x="399" y="222"/>
                  <a:pt x="400" y="221"/>
                </a:cubicBezTo>
                <a:close/>
                <a:moveTo>
                  <a:pt x="400" y="234"/>
                </a:moveTo>
                <a:cubicBezTo>
                  <a:pt x="400" y="238"/>
                  <a:pt x="400" y="238"/>
                  <a:pt x="400" y="238"/>
                </a:cubicBezTo>
                <a:cubicBezTo>
                  <a:pt x="393" y="239"/>
                  <a:pt x="393" y="239"/>
                  <a:pt x="393" y="239"/>
                </a:cubicBezTo>
                <a:cubicBezTo>
                  <a:pt x="393" y="235"/>
                  <a:pt x="393" y="235"/>
                  <a:pt x="393" y="235"/>
                </a:cubicBezTo>
                <a:cubicBezTo>
                  <a:pt x="395" y="235"/>
                  <a:pt x="398" y="234"/>
                  <a:pt x="400" y="234"/>
                </a:cubicBezTo>
                <a:close/>
                <a:moveTo>
                  <a:pt x="400" y="246"/>
                </a:moveTo>
                <a:cubicBezTo>
                  <a:pt x="400" y="250"/>
                  <a:pt x="400" y="250"/>
                  <a:pt x="400" y="250"/>
                </a:cubicBezTo>
                <a:cubicBezTo>
                  <a:pt x="397" y="251"/>
                  <a:pt x="395" y="252"/>
                  <a:pt x="393" y="252"/>
                </a:cubicBezTo>
                <a:cubicBezTo>
                  <a:pt x="393" y="248"/>
                  <a:pt x="393" y="248"/>
                  <a:pt x="393" y="248"/>
                </a:cubicBezTo>
                <a:cubicBezTo>
                  <a:pt x="396" y="247"/>
                  <a:pt x="398" y="247"/>
                  <a:pt x="400" y="246"/>
                </a:cubicBezTo>
                <a:close/>
                <a:moveTo>
                  <a:pt x="400" y="258"/>
                </a:moveTo>
                <a:cubicBezTo>
                  <a:pt x="400" y="262"/>
                  <a:pt x="400" y="262"/>
                  <a:pt x="400" y="262"/>
                </a:cubicBezTo>
                <a:cubicBezTo>
                  <a:pt x="397" y="263"/>
                  <a:pt x="395" y="263"/>
                  <a:pt x="393" y="264"/>
                </a:cubicBezTo>
                <a:cubicBezTo>
                  <a:pt x="393" y="260"/>
                  <a:pt x="393" y="260"/>
                  <a:pt x="393" y="260"/>
                </a:cubicBezTo>
                <a:cubicBezTo>
                  <a:pt x="395" y="260"/>
                  <a:pt x="398" y="259"/>
                  <a:pt x="400" y="258"/>
                </a:cubicBezTo>
                <a:close/>
                <a:moveTo>
                  <a:pt x="400" y="271"/>
                </a:moveTo>
                <a:cubicBezTo>
                  <a:pt x="400" y="275"/>
                  <a:pt x="400" y="275"/>
                  <a:pt x="400" y="275"/>
                </a:cubicBezTo>
                <a:cubicBezTo>
                  <a:pt x="397" y="275"/>
                  <a:pt x="395" y="276"/>
                  <a:pt x="393" y="277"/>
                </a:cubicBezTo>
                <a:cubicBezTo>
                  <a:pt x="393" y="273"/>
                  <a:pt x="393" y="273"/>
                  <a:pt x="393" y="273"/>
                </a:cubicBezTo>
                <a:cubicBezTo>
                  <a:pt x="396" y="272"/>
                  <a:pt x="398" y="272"/>
                  <a:pt x="400" y="271"/>
                </a:cubicBezTo>
                <a:close/>
                <a:moveTo>
                  <a:pt x="400" y="284"/>
                </a:moveTo>
                <a:cubicBezTo>
                  <a:pt x="400" y="287"/>
                  <a:pt x="400" y="287"/>
                  <a:pt x="400" y="287"/>
                </a:cubicBezTo>
                <a:cubicBezTo>
                  <a:pt x="398" y="288"/>
                  <a:pt x="395" y="288"/>
                  <a:pt x="393" y="289"/>
                </a:cubicBezTo>
                <a:cubicBezTo>
                  <a:pt x="393" y="285"/>
                  <a:pt x="393" y="285"/>
                  <a:pt x="393" y="285"/>
                </a:cubicBezTo>
                <a:cubicBezTo>
                  <a:pt x="397" y="285"/>
                  <a:pt x="399" y="284"/>
                  <a:pt x="400" y="284"/>
                </a:cubicBezTo>
                <a:close/>
                <a:moveTo>
                  <a:pt x="400" y="293"/>
                </a:moveTo>
                <a:cubicBezTo>
                  <a:pt x="400" y="301"/>
                  <a:pt x="400" y="301"/>
                  <a:pt x="400" y="301"/>
                </a:cubicBezTo>
                <a:cubicBezTo>
                  <a:pt x="399" y="299"/>
                  <a:pt x="397" y="298"/>
                  <a:pt x="393" y="298"/>
                </a:cubicBezTo>
                <a:cubicBezTo>
                  <a:pt x="393" y="293"/>
                  <a:pt x="393" y="293"/>
                  <a:pt x="393" y="293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400" y="308"/>
                </a:moveTo>
                <a:cubicBezTo>
                  <a:pt x="400" y="311"/>
                  <a:pt x="400" y="311"/>
                  <a:pt x="400" y="311"/>
                </a:cubicBezTo>
                <a:cubicBezTo>
                  <a:pt x="398" y="311"/>
                  <a:pt x="395" y="311"/>
                  <a:pt x="393" y="311"/>
                </a:cubicBezTo>
                <a:cubicBezTo>
                  <a:pt x="393" y="303"/>
                  <a:pt x="393" y="303"/>
                  <a:pt x="393" y="303"/>
                </a:cubicBezTo>
                <a:cubicBezTo>
                  <a:pt x="395" y="305"/>
                  <a:pt x="396" y="308"/>
                  <a:pt x="398" y="309"/>
                </a:cubicBezTo>
                <a:cubicBezTo>
                  <a:pt x="400" y="308"/>
                  <a:pt x="400" y="308"/>
                  <a:pt x="400" y="308"/>
                </a:cubicBezTo>
                <a:close/>
                <a:moveTo>
                  <a:pt x="400" y="336"/>
                </a:moveTo>
                <a:cubicBezTo>
                  <a:pt x="400" y="434"/>
                  <a:pt x="400" y="434"/>
                  <a:pt x="400" y="434"/>
                </a:cubicBezTo>
                <a:cubicBezTo>
                  <a:pt x="397" y="432"/>
                  <a:pt x="397" y="432"/>
                  <a:pt x="397" y="432"/>
                </a:cubicBezTo>
                <a:cubicBezTo>
                  <a:pt x="393" y="434"/>
                  <a:pt x="393" y="434"/>
                  <a:pt x="393" y="434"/>
                </a:cubicBezTo>
                <a:cubicBezTo>
                  <a:pt x="393" y="338"/>
                  <a:pt x="393" y="338"/>
                  <a:pt x="393" y="338"/>
                </a:cubicBezTo>
                <a:cubicBezTo>
                  <a:pt x="397" y="328"/>
                  <a:pt x="397" y="328"/>
                  <a:pt x="397" y="328"/>
                </a:cubicBezTo>
                <a:cubicBezTo>
                  <a:pt x="398" y="330"/>
                  <a:pt x="398" y="331"/>
                  <a:pt x="400" y="336"/>
                </a:cubicBezTo>
                <a:close/>
                <a:moveTo>
                  <a:pt x="400" y="493"/>
                </a:moveTo>
                <a:cubicBezTo>
                  <a:pt x="400" y="501"/>
                  <a:pt x="400" y="501"/>
                  <a:pt x="400" y="501"/>
                </a:cubicBezTo>
                <a:cubicBezTo>
                  <a:pt x="399" y="499"/>
                  <a:pt x="397" y="497"/>
                  <a:pt x="393" y="496"/>
                </a:cubicBezTo>
                <a:cubicBezTo>
                  <a:pt x="393" y="493"/>
                  <a:pt x="393" y="493"/>
                  <a:pt x="393" y="493"/>
                </a:cubicBezTo>
                <a:cubicBezTo>
                  <a:pt x="397" y="493"/>
                  <a:pt x="397" y="493"/>
                  <a:pt x="397" y="493"/>
                </a:cubicBezTo>
                <a:cubicBezTo>
                  <a:pt x="398" y="493"/>
                  <a:pt x="399" y="493"/>
                  <a:pt x="400" y="493"/>
                </a:cubicBezTo>
                <a:close/>
                <a:moveTo>
                  <a:pt x="400" y="507"/>
                </a:moveTo>
                <a:cubicBezTo>
                  <a:pt x="400" y="510"/>
                  <a:pt x="400" y="510"/>
                  <a:pt x="400" y="510"/>
                </a:cubicBezTo>
                <a:cubicBezTo>
                  <a:pt x="398" y="510"/>
                  <a:pt x="395" y="511"/>
                  <a:pt x="393" y="511"/>
                </a:cubicBezTo>
                <a:cubicBezTo>
                  <a:pt x="393" y="503"/>
                  <a:pt x="393" y="503"/>
                  <a:pt x="393" y="503"/>
                </a:cubicBezTo>
                <a:cubicBezTo>
                  <a:pt x="394" y="505"/>
                  <a:pt x="396" y="506"/>
                  <a:pt x="398" y="508"/>
                </a:cubicBezTo>
                <a:cubicBezTo>
                  <a:pt x="399" y="508"/>
                  <a:pt x="399" y="507"/>
                  <a:pt x="400" y="507"/>
                </a:cubicBezTo>
                <a:close/>
                <a:moveTo>
                  <a:pt x="400" y="515"/>
                </a:moveTo>
                <a:cubicBezTo>
                  <a:pt x="400" y="518"/>
                  <a:pt x="400" y="518"/>
                  <a:pt x="400" y="518"/>
                </a:cubicBezTo>
                <a:cubicBezTo>
                  <a:pt x="397" y="519"/>
                  <a:pt x="395" y="520"/>
                  <a:pt x="393" y="520"/>
                </a:cubicBezTo>
                <a:cubicBezTo>
                  <a:pt x="393" y="516"/>
                  <a:pt x="393" y="516"/>
                  <a:pt x="393" y="516"/>
                </a:cubicBezTo>
                <a:cubicBezTo>
                  <a:pt x="395" y="516"/>
                  <a:pt x="398" y="516"/>
                  <a:pt x="400" y="515"/>
                </a:cubicBezTo>
                <a:close/>
                <a:moveTo>
                  <a:pt x="400" y="527"/>
                </a:moveTo>
                <a:cubicBezTo>
                  <a:pt x="400" y="531"/>
                  <a:pt x="400" y="531"/>
                  <a:pt x="400" y="531"/>
                </a:cubicBezTo>
                <a:cubicBezTo>
                  <a:pt x="393" y="533"/>
                  <a:pt x="393" y="533"/>
                  <a:pt x="393" y="533"/>
                </a:cubicBezTo>
                <a:cubicBezTo>
                  <a:pt x="393" y="528"/>
                  <a:pt x="393" y="528"/>
                  <a:pt x="393" y="528"/>
                </a:cubicBezTo>
                <a:cubicBezTo>
                  <a:pt x="395" y="528"/>
                  <a:pt x="398" y="527"/>
                  <a:pt x="400" y="527"/>
                </a:cubicBezTo>
                <a:close/>
                <a:moveTo>
                  <a:pt x="400" y="540"/>
                </a:moveTo>
                <a:cubicBezTo>
                  <a:pt x="400" y="544"/>
                  <a:pt x="400" y="544"/>
                  <a:pt x="400" y="544"/>
                </a:cubicBezTo>
                <a:cubicBezTo>
                  <a:pt x="398" y="544"/>
                  <a:pt x="395" y="545"/>
                  <a:pt x="393" y="545"/>
                </a:cubicBezTo>
                <a:cubicBezTo>
                  <a:pt x="393" y="541"/>
                  <a:pt x="393" y="541"/>
                  <a:pt x="393" y="541"/>
                </a:cubicBezTo>
                <a:cubicBezTo>
                  <a:pt x="396" y="540"/>
                  <a:pt x="398" y="540"/>
                  <a:pt x="400" y="540"/>
                </a:cubicBezTo>
                <a:close/>
                <a:moveTo>
                  <a:pt x="400" y="551"/>
                </a:moveTo>
                <a:cubicBezTo>
                  <a:pt x="400" y="556"/>
                  <a:pt x="400" y="556"/>
                  <a:pt x="400" y="556"/>
                </a:cubicBezTo>
                <a:cubicBezTo>
                  <a:pt x="397" y="556"/>
                  <a:pt x="395" y="556"/>
                  <a:pt x="393" y="557"/>
                </a:cubicBezTo>
                <a:cubicBezTo>
                  <a:pt x="393" y="553"/>
                  <a:pt x="393" y="553"/>
                  <a:pt x="393" y="553"/>
                </a:cubicBezTo>
                <a:cubicBezTo>
                  <a:pt x="395" y="552"/>
                  <a:pt x="398" y="552"/>
                  <a:pt x="400" y="551"/>
                </a:cubicBezTo>
                <a:close/>
                <a:moveTo>
                  <a:pt x="400" y="564"/>
                </a:moveTo>
                <a:cubicBezTo>
                  <a:pt x="400" y="568"/>
                  <a:pt x="400" y="568"/>
                  <a:pt x="400" y="568"/>
                </a:cubicBezTo>
                <a:cubicBezTo>
                  <a:pt x="397" y="569"/>
                  <a:pt x="395" y="569"/>
                  <a:pt x="393" y="569"/>
                </a:cubicBezTo>
                <a:cubicBezTo>
                  <a:pt x="393" y="565"/>
                  <a:pt x="393" y="565"/>
                  <a:pt x="393" y="565"/>
                </a:cubicBezTo>
                <a:cubicBezTo>
                  <a:pt x="400" y="564"/>
                  <a:pt x="400" y="564"/>
                  <a:pt x="400" y="564"/>
                </a:cubicBezTo>
                <a:close/>
                <a:moveTo>
                  <a:pt x="400" y="577"/>
                </a:moveTo>
                <a:cubicBezTo>
                  <a:pt x="400" y="580"/>
                  <a:pt x="400" y="580"/>
                  <a:pt x="400" y="580"/>
                </a:cubicBezTo>
                <a:cubicBezTo>
                  <a:pt x="397" y="581"/>
                  <a:pt x="395" y="581"/>
                  <a:pt x="393" y="582"/>
                </a:cubicBezTo>
                <a:cubicBezTo>
                  <a:pt x="393" y="578"/>
                  <a:pt x="393" y="578"/>
                  <a:pt x="393" y="578"/>
                </a:cubicBezTo>
                <a:cubicBezTo>
                  <a:pt x="397" y="578"/>
                  <a:pt x="399" y="577"/>
                  <a:pt x="400" y="577"/>
                </a:cubicBezTo>
                <a:close/>
                <a:moveTo>
                  <a:pt x="400" y="589"/>
                </a:moveTo>
                <a:cubicBezTo>
                  <a:pt x="400" y="593"/>
                  <a:pt x="400" y="593"/>
                  <a:pt x="400" y="593"/>
                </a:cubicBezTo>
                <a:cubicBezTo>
                  <a:pt x="398" y="594"/>
                  <a:pt x="395" y="594"/>
                  <a:pt x="393" y="595"/>
                </a:cubicBezTo>
                <a:cubicBezTo>
                  <a:pt x="393" y="591"/>
                  <a:pt x="393" y="591"/>
                  <a:pt x="393" y="591"/>
                </a:cubicBezTo>
                <a:cubicBezTo>
                  <a:pt x="395" y="590"/>
                  <a:pt x="398" y="590"/>
                  <a:pt x="400" y="589"/>
                </a:cubicBezTo>
                <a:close/>
                <a:moveTo>
                  <a:pt x="400" y="602"/>
                </a:moveTo>
                <a:cubicBezTo>
                  <a:pt x="400" y="605"/>
                  <a:pt x="400" y="605"/>
                  <a:pt x="400" y="605"/>
                </a:cubicBezTo>
                <a:cubicBezTo>
                  <a:pt x="398" y="606"/>
                  <a:pt x="395" y="607"/>
                  <a:pt x="393" y="607"/>
                </a:cubicBezTo>
                <a:cubicBezTo>
                  <a:pt x="393" y="603"/>
                  <a:pt x="393" y="603"/>
                  <a:pt x="393" y="603"/>
                </a:cubicBezTo>
                <a:cubicBezTo>
                  <a:pt x="396" y="603"/>
                  <a:pt x="398" y="602"/>
                  <a:pt x="400" y="602"/>
                </a:cubicBezTo>
                <a:close/>
                <a:moveTo>
                  <a:pt x="400" y="612"/>
                </a:moveTo>
                <a:cubicBezTo>
                  <a:pt x="400" y="617"/>
                  <a:pt x="400" y="617"/>
                  <a:pt x="400" y="617"/>
                </a:cubicBezTo>
                <a:cubicBezTo>
                  <a:pt x="400" y="618"/>
                  <a:pt x="399" y="618"/>
                  <a:pt x="399" y="618"/>
                </a:cubicBezTo>
                <a:cubicBezTo>
                  <a:pt x="399" y="619"/>
                  <a:pt x="400" y="620"/>
                  <a:pt x="400" y="620"/>
                </a:cubicBezTo>
                <a:cubicBezTo>
                  <a:pt x="400" y="631"/>
                  <a:pt x="400" y="631"/>
                  <a:pt x="400" y="631"/>
                </a:cubicBezTo>
                <a:cubicBezTo>
                  <a:pt x="397" y="626"/>
                  <a:pt x="396" y="623"/>
                  <a:pt x="393" y="620"/>
                </a:cubicBezTo>
                <a:cubicBezTo>
                  <a:pt x="393" y="612"/>
                  <a:pt x="393" y="612"/>
                  <a:pt x="393" y="612"/>
                </a:cubicBezTo>
                <a:cubicBezTo>
                  <a:pt x="395" y="612"/>
                  <a:pt x="398" y="612"/>
                  <a:pt x="400" y="612"/>
                </a:cubicBezTo>
                <a:close/>
                <a:moveTo>
                  <a:pt x="400" y="634"/>
                </a:moveTo>
                <a:cubicBezTo>
                  <a:pt x="400" y="639"/>
                  <a:pt x="400" y="639"/>
                  <a:pt x="400" y="639"/>
                </a:cubicBezTo>
                <a:cubicBezTo>
                  <a:pt x="398" y="639"/>
                  <a:pt x="395" y="639"/>
                  <a:pt x="393" y="639"/>
                </a:cubicBezTo>
                <a:cubicBezTo>
                  <a:pt x="393" y="635"/>
                  <a:pt x="393" y="635"/>
                  <a:pt x="393" y="635"/>
                </a:cubicBezTo>
                <a:cubicBezTo>
                  <a:pt x="395" y="634"/>
                  <a:pt x="398" y="634"/>
                  <a:pt x="400" y="634"/>
                </a:cubicBezTo>
                <a:close/>
                <a:moveTo>
                  <a:pt x="400" y="749"/>
                </a:moveTo>
                <a:cubicBezTo>
                  <a:pt x="400" y="757"/>
                  <a:pt x="400" y="757"/>
                  <a:pt x="400" y="757"/>
                </a:cubicBezTo>
                <a:cubicBezTo>
                  <a:pt x="400" y="757"/>
                  <a:pt x="399" y="758"/>
                  <a:pt x="399" y="758"/>
                </a:cubicBezTo>
                <a:cubicBezTo>
                  <a:pt x="400" y="760"/>
                  <a:pt x="400" y="760"/>
                  <a:pt x="400" y="760"/>
                </a:cubicBezTo>
                <a:cubicBezTo>
                  <a:pt x="400" y="775"/>
                  <a:pt x="400" y="775"/>
                  <a:pt x="400" y="775"/>
                </a:cubicBezTo>
                <a:cubicBezTo>
                  <a:pt x="397" y="771"/>
                  <a:pt x="395" y="768"/>
                  <a:pt x="393" y="765"/>
                </a:cubicBezTo>
                <a:cubicBezTo>
                  <a:pt x="393" y="750"/>
                  <a:pt x="393" y="750"/>
                  <a:pt x="393" y="750"/>
                </a:cubicBezTo>
                <a:cubicBezTo>
                  <a:pt x="395" y="750"/>
                  <a:pt x="398" y="749"/>
                  <a:pt x="400" y="749"/>
                </a:cubicBezTo>
                <a:close/>
                <a:moveTo>
                  <a:pt x="391" y="0"/>
                </a:moveTo>
                <a:cubicBezTo>
                  <a:pt x="393" y="0"/>
                  <a:pt x="393" y="0"/>
                  <a:pt x="393" y="0"/>
                </a:cubicBezTo>
                <a:cubicBezTo>
                  <a:pt x="393" y="8"/>
                  <a:pt x="393" y="8"/>
                  <a:pt x="393" y="8"/>
                </a:cubicBezTo>
                <a:cubicBezTo>
                  <a:pt x="393" y="8"/>
                  <a:pt x="392" y="8"/>
                  <a:pt x="391" y="8"/>
                </a:cubicBezTo>
                <a:cubicBezTo>
                  <a:pt x="391" y="0"/>
                  <a:pt x="391" y="0"/>
                  <a:pt x="391" y="0"/>
                </a:cubicBezTo>
                <a:close/>
                <a:moveTo>
                  <a:pt x="393" y="794"/>
                </a:moveTo>
                <a:cubicBezTo>
                  <a:pt x="391" y="794"/>
                  <a:pt x="391" y="794"/>
                  <a:pt x="391" y="794"/>
                </a:cubicBezTo>
                <a:cubicBezTo>
                  <a:pt x="391" y="786"/>
                  <a:pt x="391" y="786"/>
                  <a:pt x="391" y="786"/>
                </a:cubicBezTo>
                <a:cubicBezTo>
                  <a:pt x="392" y="787"/>
                  <a:pt x="393" y="787"/>
                  <a:pt x="393" y="787"/>
                </a:cubicBezTo>
                <a:cubicBezTo>
                  <a:pt x="393" y="794"/>
                  <a:pt x="393" y="794"/>
                  <a:pt x="393" y="794"/>
                </a:cubicBezTo>
                <a:close/>
                <a:moveTo>
                  <a:pt x="393" y="18"/>
                </a:moveTo>
                <a:cubicBezTo>
                  <a:pt x="393" y="35"/>
                  <a:pt x="393" y="35"/>
                  <a:pt x="393" y="35"/>
                </a:cubicBezTo>
                <a:cubicBezTo>
                  <a:pt x="393" y="34"/>
                  <a:pt x="392" y="33"/>
                  <a:pt x="391" y="32"/>
                </a:cubicBezTo>
                <a:cubicBezTo>
                  <a:pt x="391" y="15"/>
                  <a:pt x="391" y="15"/>
                  <a:pt x="391" y="15"/>
                </a:cubicBezTo>
                <a:cubicBezTo>
                  <a:pt x="393" y="18"/>
                  <a:pt x="393" y="18"/>
                  <a:pt x="393" y="18"/>
                </a:cubicBezTo>
                <a:close/>
                <a:moveTo>
                  <a:pt x="393" y="38"/>
                </a:moveTo>
                <a:cubicBezTo>
                  <a:pt x="393" y="46"/>
                  <a:pt x="393" y="46"/>
                  <a:pt x="393" y="46"/>
                </a:cubicBezTo>
                <a:cubicBezTo>
                  <a:pt x="393" y="46"/>
                  <a:pt x="392" y="46"/>
                  <a:pt x="391" y="46"/>
                </a:cubicBezTo>
                <a:cubicBezTo>
                  <a:pt x="391" y="38"/>
                  <a:pt x="391" y="38"/>
                  <a:pt x="391" y="38"/>
                </a:cubicBezTo>
                <a:cubicBezTo>
                  <a:pt x="392" y="38"/>
                  <a:pt x="393" y="38"/>
                  <a:pt x="393" y="38"/>
                </a:cubicBezTo>
                <a:close/>
                <a:moveTo>
                  <a:pt x="393" y="165"/>
                </a:moveTo>
                <a:cubicBezTo>
                  <a:pt x="393" y="170"/>
                  <a:pt x="393" y="170"/>
                  <a:pt x="393" y="170"/>
                </a:cubicBezTo>
                <a:cubicBezTo>
                  <a:pt x="393" y="171"/>
                  <a:pt x="392" y="171"/>
                  <a:pt x="392" y="171"/>
                </a:cubicBezTo>
                <a:cubicBezTo>
                  <a:pt x="392" y="171"/>
                  <a:pt x="393" y="172"/>
                  <a:pt x="393" y="173"/>
                </a:cubicBezTo>
                <a:cubicBezTo>
                  <a:pt x="393" y="184"/>
                  <a:pt x="393" y="184"/>
                  <a:pt x="393" y="184"/>
                </a:cubicBezTo>
                <a:cubicBezTo>
                  <a:pt x="393" y="183"/>
                  <a:pt x="392" y="182"/>
                  <a:pt x="391" y="181"/>
                </a:cubicBezTo>
                <a:cubicBezTo>
                  <a:pt x="391" y="165"/>
                  <a:pt x="391" y="165"/>
                  <a:pt x="391" y="165"/>
                </a:cubicBezTo>
                <a:cubicBezTo>
                  <a:pt x="393" y="165"/>
                  <a:pt x="393" y="165"/>
                  <a:pt x="393" y="165"/>
                </a:cubicBezTo>
                <a:close/>
                <a:moveTo>
                  <a:pt x="393" y="188"/>
                </a:moveTo>
                <a:cubicBezTo>
                  <a:pt x="393" y="192"/>
                  <a:pt x="393" y="192"/>
                  <a:pt x="393" y="192"/>
                </a:cubicBezTo>
                <a:cubicBezTo>
                  <a:pt x="391" y="193"/>
                  <a:pt x="391" y="193"/>
                  <a:pt x="391" y="193"/>
                </a:cubicBezTo>
                <a:cubicBezTo>
                  <a:pt x="391" y="188"/>
                  <a:pt x="391" y="188"/>
                  <a:pt x="391" y="188"/>
                </a:cubicBezTo>
                <a:cubicBezTo>
                  <a:pt x="393" y="188"/>
                  <a:pt x="393" y="188"/>
                  <a:pt x="393" y="188"/>
                </a:cubicBezTo>
                <a:close/>
                <a:moveTo>
                  <a:pt x="393" y="199"/>
                </a:moveTo>
                <a:cubicBezTo>
                  <a:pt x="393" y="202"/>
                  <a:pt x="393" y="202"/>
                  <a:pt x="393" y="202"/>
                </a:cubicBezTo>
                <a:cubicBezTo>
                  <a:pt x="393" y="202"/>
                  <a:pt x="392" y="203"/>
                  <a:pt x="391" y="203"/>
                </a:cubicBezTo>
                <a:cubicBezTo>
                  <a:pt x="391" y="199"/>
                  <a:pt x="391" y="199"/>
                  <a:pt x="391" y="199"/>
                </a:cubicBezTo>
                <a:cubicBezTo>
                  <a:pt x="393" y="199"/>
                  <a:pt x="393" y="199"/>
                  <a:pt x="393" y="199"/>
                </a:cubicBezTo>
                <a:close/>
                <a:moveTo>
                  <a:pt x="393" y="211"/>
                </a:moveTo>
                <a:cubicBezTo>
                  <a:pt x="393" y="215"/>
                  <a:pt x="393" y="215"/>
                  <a:pt x="393" y="215"/>
                </a:cubicBezTo>
                <a:cubicBezTo>
                  <a:pt x="391" y="215"/>
                  <a:pt x="391" y="215"/>
                  <a:pt x="391" y="215"/>
                </a:cubicBezTo>
                <a:cubicBezTo>
                  <a:pt x="391" y="211"/>
                  <a:pt x="391" y="211"/>
                  <a:pt x="391" y="211"/>
                </a:cubicBezTo>
                <a:cubicBezTo>
                  <a:pt x="393" y="211"/>
                  <a:pt x="393" y="211"/>
                  <a:pt x="393" y="211"/>
                </a:cubicBezTo>
                <a:close/>
                <a:moveTo>
                  <a:pt x="393" y="223"/>
                </a:moveTo>
                <a:cubicBezTo>
                  <a:pt x="393" y="227"/>
                  <a:pt x="393" y="227"/>
                  <a:pt x="393" y="227"/>
                </a:cubicBezTo>
                <a:cubicBezTo>
                  <a:pt x="393" y="227"/>
                  <a:pt x="392" y="227"/>
                  <a:pt x="391" y="228"/>
                </a:cubicBezTo>
                <a:cubicBezTo>
                  <a:pt x="391" y="223"/>
                  <a:pt x="391" y="223"/>
                  <a:pt x="391" y="223"/>
                </a:cubicBezTo>
                <a:cubicBezTo>
                  <a:pt x="393" y="223"/>
                  <a:pt x="393" y="223"/>
                  <a:pt x="393" y="223"/>
                </a:cubicBezTo>
                <a:close/>
                <a:moveTo>
                  <a:pt x="393" y="235"/>
                </a:moveTo>
                <a:cubicBezTo>
                  <a:pt x="393" y="239"/>
                  <a:pt x="393" y="239"/>
                  <a:pt x="393" y="239"/>
                </a:cubicBezTo>
                <a:cubicBezTo>
                  <a:pt x="391" y="240"/>
                  <a:pt x="391" y="240"/>
                  <a:pt x="391" y="240"/>
                </a:cubicBezTo>
                <a:cubicBezTo>
                  <a:pt x="391" y="236"/>
                  <a:pt x="391" y="236"/>
                  <a:pt x="391" y="236"/>
                </a:cubicBezTo>
                <a:cubicBezTo>
                  <a:pt x="393" y="235"/>
                  <a:pt x="393" y="235"/>
                  <a:pt x="393" y="235"/>
                </a:cubicBezTo>
                <a:close/>
                <a:moveTo>
                  <a:pt x="393" y="248"/>
                </a:moveTo>
                <a:cubicBezTo>
                  <a:pt x="393" y="252"/>
                  <a:pt x="393" y="252"/>
                  <a:pt x="393" y="252"/>
                </a:cubicBezTo>
                <a:cubicBezTo>
                  <a:pt x="393" y="252"/>
                  <a:pt x="392" y="253"/>
                  <a:pt x="391" y="253"/>
                </a:cubicBezTo>
                <a:cubicBezTo>
                  <a:pt x="391" y="248"/>
                  <a:pt x="391" y="248"/>
                  <a:pt x="391" y="248"/>
                </a:cubicBezTo>
                <a:cubicBezTo>
                  <a:pt x="392" y="248"/>
                  <a:pt x="393" y="248"/>
                  <a:pt x="393" y="248"/>
                </a:cubicBezTo>
                <a:close/>
                <a:moveTo>
                  <a:pt x="393" y="260"/>
                </a:moveTo>
                <a:cubicBezTo>
                  <a:pt x="393" y="264"/>
                  <a:pt x="393" y="264"/>
                  <a:pt x="393" y="264"/>
                </a:cubicBezTo>
                <a:cubicBezTo>
                  <a:pt x="393" y="264"/>
                  <a:pt x="392" y="265"/>
                  <a:pt x="391" y="265"/>
                </a:cubicBezTo>
                <a:cubicBezTo>
                  <a:pt x="391" y="261"/>
                  <a:pt x="391" y="261"/>
                  <a:pt x="391" y="261"/>
                </a:cubicBezTo>
                <a:cubicBezTo>
                  <a:pt x="393" y="260"/>
                  <a:pt x="393" y="260"/>
                  <a:pt x="393" y="260"/>
                </a:cubicBezTo>
                <a:close/>
                <a:moveTo>
                  <a:pt x="393" y="273"/>
                </a:moveTo>
                <a:cubicBezTo>
                  <a:pt x="393" y="277"/>
                  <a:pt x="393" y="277"/>
                  <a:pt x="393" y="277"/>
                </a:cubicBezTo>
                <a:cubicBezTo>
                  <a:pt x="393" y="277"/>
                  <a:pt x="392" y="277"/>
                  <a:pt x="391" y="277"/>
                </a:cubicBezTo>
                <a:cubicBezTo>
                  <a:pt x="391" y="273"/>
                  <a:pt x="391" y="273"/>
                  <a:pt x="391" y="273"/>
                </a:cubicBezTo>
                <a:cubicBezTo>
                  <a:pt x="392" y="273"/>
                  <a:pt x="393" y="273"/>
                  <a:pt x="393" y="273"/>
                </a:cubicBezTo>
                <a:close/>
                <a:moveTo>
                  <a:pt x="393" y="285"/>
                </a:moveTo>
                <a:cubicBezTo>
                  <a:pt x="393" y="289"/>
                  <a:pt x="393" y="289"/>
                  <a:pt x="393" y="289"/>
                </a:cubicBezTo>
                <a:cubicBezTo>
                  <a:pt x="393" y="289"/>
                  <a:pt x="392" y="290"/>
                  <a:pt x="391" y="290"/>
                </a:cubicBezTo>
                <a:cubicBezTo>
                  <a:pt x="391" y="285"/>
                  <a:pt x="391" y="285"/>
                  <a:pt x="391" y="285"/>
                </a:cubicBezTo>
                <a:cubicBezTo>
                  <a:pt x="393" y="285"/>
                  <a:pt x="393" y="285"/>
                  <a:pt x="393" y="285"/>
                </a:cubicBezTo>
                <a:close/>
                <a:moveTo>
                  <a:pt x="393" y="293"/>
                </a:moveTo>
                <a:cubicBezTo>
                  <a:pt x="393" y="298"/>
                  <a:pt x="393" y="298"/>
                  <a:pt x="393" y="298"/>
                </a:cubicBezTo>
                <a:cubicBezTo>
                  <a:pt x="393" y="298"/>
                  <a:pt x="392" y="298"/>
                  <a:pt x="391" y="298"/>
                </a:cubicBezTo>
                <a:cubicBezTo>
                  <a:pt x="391" y="293"/>
                  <a:pt x="391" y="293"/>
                  <a:pt x="391" y="293"/>
                </a:cubicBezTo>
                <a:cubicBezTo>
                  <a:pt x="393" y="293"/>
                  <a:pt x="393" y="293"/>
                  <a:pt x="393" y="293"/>
                </a:cubicBezTo>
                <a:close/>
                <a:moveTo>
                  <a:pt x="393" y="303"/>
                </a:moveTo>
                <a:cubicBezTo>
                  <a:pt x="393" y="311"/>
                  <a:pt x="393" y="311"/>
                  <a:pt x="393" y="311"/>
                </a:cubicBezTo>
                <a:cubicBezTo>
                  <a:pt x="393" y="312"/>
                  <a:pt x="392" y="312"/>
                  <a:pt x="391" y="312"/>
                </a:cubicBezTo>
                <a:cubicBezTo>
                  <a:pt x="391" y="308"/>
                  <a:pt x="391" y="308"/>
                  <a:pt x="391" y="308"/>
                </a:cubicBezTo>
                <a:cubicBezTo>
                  <a:pt x="392" y="308"/>
                  <a:pt x="392" y="308"/>
                  <a:pt x="392" y="308"/>
                </a:cubicBezTo>
                <a:cubicBezTo>
                  <a:pt x="391" y="306"/>
                  <a:pt x="391" y="306"/>
                  <a:pt x="391" y="306"/>
                </a:cubicBezTo>
                <a:cubicBezTo>
                  <a:pt x="391" y="299"/>
                  <a:pt x="391" y="299"/>
                  <a:pt x="391" y="299"/>
                </a:cubicBezTo>
                <a:cubicBezTo>
                  <a:pt x="392" y="300"/>
                  <a:pt x="393" y="302"/>
                  <a:pt x="393" y="303"/>
                </a:cubicBezTo>
                <a:close/>
                <a:moveTo>
                  <a:pt x="393" y="338"/>
                </a:moveTo>
                <a:cubicBezTo>
                  <a:pt x="393" y="434"/>
                  <a:pt x="393" y="434"/>
                  <a:pt x="393" y="434"/>
                </a:cubicBezTo>
                <a:cubicBezTo>
                  <a:pt x="391" y="436"/>
                  <a:pt x="391" y="436"/>
                  <a:pt x="391" y="436"/>
                </a:cubicBezTo>
                <a:cubicBezTo>
                  <a:pt x="391" y="343"/>
                  <a:pt x="391" y="343"/>
                  <a:pt x="391" y="343"/>
                </a:cubicBezTo>
                <a:cubicBezTo>
                  <a:pt x="393" y="338"/>
                  <a:pt x="393" y="338"/>
                  <a:pt x="393" y="338"/>
                </a:cubicBezTo>
                <a:close/>
                <a:moveTo>
                  <a:pt x="393" y="493"/>
                </a:moveTo>
                <a:cubicBezTo>
                  <a:pt x="393" y="496"/>
                  <a:pt x="393" y="496"/>
                  <a:pt x="393" y="496"/>
                </a:cubicBezTo>
                <a:cubicBezTo>
                  <a:pt x="393" y="496"/>
                  <a:pt x="392" y="496"/>
                  <a:pt x="391" y="496"/>
                </a:cubicBezTo>
                <a:cubicBezTo>
                  <a:pt x="391" y="492"/>
                  <a:pt x="391" y="492"/>
                  <a:pt x="391" y="492"/>
                </a:cubicBezTo>
                <a:cubicBezTo>
                  <a:pt x="393" y="493"/>
                  <a:pt x="393" y="493"/>
                  <a:pt x="393" y="493"/>
                </a:cubicBezTo>
                <a:close/>
                <a:moveTo>
                  <a:pt x="393" y="503"/>
                </a:moveTo>
                <a:cubicBezTo>
                  <a:pt x="393" y="511"/>
                  <a:pt x="393" y="511"/>
                  <a:pt x="393" y="511"/>
                </a:cubicBezTo>
                <a:cubicBezTo>
                  <a:pt x="391" y="511"/>
                  <a:pt x="391" y="511"/>
                  <a:pt x="391" y="511"/>
                </a:cubicBezTo>
                <a:cubicBezTo>
                  <a:pt x="391" y="498"/>
                  <a:pt x="391" y="498"/>
                  <a:pt x="391" y="498"/>
                </a:cubicBezTo>
                <a:cubicBezTo>
                  <a:pt x="392" y="500"/>
                  <a:pt x="393" y="501"/>
                  <a:pt x="393" y="503"/>
                </a:cubicBezTo>
                <a:close/>
                <a:moveTo>
                  <a:pt x="393" y="516"/>
                </a:moveTo>
                <a:cubicBezTo>
                  <a:pt x="393" y="520"/>
                  <a:pt x="393" y="520"/>
                  <a:pt x="393" y="520"/>
                </a:cubicBezTo>
                <a:cubicBezTo>
                  <a:pt x="393" y="521"/>
                  <a:pt x="392" y="521"/>
                  <a:pt x="391" y="521"/>
                </a:cubicBezTo>
                <a:cubicBezTo>
                  <a:pt x="391" y="516"/>
                  <a:pt x="391" y="516"/>
                  <a:pt x="391" y="516"/>
                </a:cubicBezTo>
                <a:cubicBezTo>
                  <a:pt x="392" y="516"/>
                  <a:pt x="393" y="516"/>
                  <a:pt x="393" y="516"/>
                </a:cubicBezTo>
                <a:close/>
                <a:moveTo>
                  <a:pt x="393" y="528"/>
                </a:moveTo>
                <a:cubicBezTo>
                  <a:pt x="393" y="533"/>
                  <a:pt x="393" y="533"/>
                  <a:pt x="393" y="533"/>
                </a:cubicBezTo>
                <a:cubicBezTo>
                  <a:pt x="391" y="533"/>
                  <a:pt x="391" y="533"/>
                  <a:pt x="391" y="533"/>
                </a:cubicBezTo>
                <a:cubicBezTo>
                  <a:pt x="391" y="529"/>
                  <a:pt x="391" y="529"/>
                  <a:pt x="391" y="529"/>
                </a:cubicBezTo>
                <a:cubicBezTo>
                  <a:pt x="393" y="528"/>
                  <a:pt x="393" y="528"/>
                  <a:pt x="393" y="528"/>
                </a:cubicBezTo>
                <a:close/>
                <a:moveTo>
                  <a:pt x="393" y="541"/>
                </a:moveTo>
                <a:cubicBezTo>
                  <a:pt x="393" y="545"/>
                  <a:pt x="393" y="545"/>
                  <a:pt x="393" y="545"/>
                </a:cubicBezTo>
                <a:cubicBezTo>
                  <a:pt x="391" y="546"/>
                  <a:pt x="391" y="546"/>
                  <a:pt x="391" y="546"/>
                </a:cubicBezTo>
                <a:cubicBezTo>
                  <a:pt x="391" y="541"/>
                  <a:pt x="391" y="541"/>
                  <a:pt x="391" y="541"/>
                </a:cubicBezTo>
                <a:cubicBezTo>
                  <a:pt x="392" y="541"/>
                  <a:pt x="393" y="541"/>
                  <a:pt x="393" y="541"/>
                </a:cubicBezTo>
                <a:close/>
                <a:moveTo>
                  <a:pt x="393" y="553"/>
                </a:moveTo>
                <a:cubicBezTo>
                  <a:pt x="393" y="557"/>
                  <a:pt x="393" y="557"/>
                  <a:pt x="393" y="557"/>
                </a:cubicBezTo>
                <a:cubicBezTo>
                  <a:pt x="393" y="557"/>
                  <a:pt x="392" y="558"/>
                  <a:pt x="391" y="558"/>
                </a:cubicBezTo>
                <a:cubicBezTo>
                  <a:pt x="391" y="554"/>
                  <a:pt x="391" y="554"/>
                  <a:pt x="391" y="554"/>
                </a:cubicBezTo>
                <a:cubicBezTo>
                  <a:pt x="393" y="553"/>
                  <a:pt x="393" y="553"/>
                  <a:pt x="393" y="553"/>
                </a:cubicBezTo>
                <a:close/>
                <a:moveTo>
                  <a:pt x="393" y="565"/>
                </a:moveTo>
                <a:cubicBezTo>
                  <a:pt x="393" y="569"/>
                  <a:pt x="393" y="569"/>
                  <a:pt x="393" y="569"/>
                </a:cubicBezTo>
                <a:cubicBezTo>
                  <a:pt x="393" y="570"/>
                  <a:pt x="392" y="570"/>
                  <a:pt x="391" y="571"/>
                </a:cubicBezTo>
                <a:cubicBezTo>
                  <a:pt x="391" y="566"/>
                  <a:pt x="391" y="566"/>
                  <a:pt x="391" y="566"/>
                </a:cubicBezTo>
                <a:cubicBezTo>
                  <a:pt x="393" y="565"/>
                  <a:pt x="393" y="565"/>
                  <a:pt x="393" y="565"/>
                </a:cubicBezTo>
                <a:close/>
                <a:moveTo>
                  <a:pt x="393" y="578"/>
                </a:moveTo>
                <a:cubicBezTo>
                  <a:pt x="393" y="582"/>
                  <a:pt x="393" y="582"/>
                  <a:pt x="393" y="582"/>
                </a:cubicBezTo>
                <a:cubicBezTo>
                  <a:pt x="393" y="582"/>
                  <a:pt x="392" y="583"/>
                  <a:pt x="391" y="583"/>
                </a:cubicBezTo>
                <a:cubicBezTo>
                  <a:pt x="391" y="579"/>
                  <a:pt x="391" y="579"/>
                  <a:pt x="391" y="579"/>
                </a:cubicBezTo>
                <a:cubicBezTo>
                  <a:pt x="393" y="578"/>
                  <a:pt x="393" y="578"/>
                  <a:pt x="393" y="578"/>
                </a:cubicBezTo>
                <a:close/>
                <a:moveTo>
                  <a:pt x="393" y="591"/>
                </a:moveTo>
                <a:cubicBezTo>
                  <a:pt x="393" y="595"/>
                  <a:pt x="393" y="595"/>
                  <a:pt x="393" y="595"/>
                </a:cubicBezTo>
                <a:cubicBezTo>
                  <a:pt x="391" y="595"/>
                  <a:pt x="391" y="595"/>
                  <a:pt x="391" y="595"/>
                </a:cubicBezTo>
                <a:cubicBezTo>
                  <a:pt x="391" y="591"/>
                  <a:pt x="391" y="591"/>
                  <a:pt x="391" y="591"/>
                </a:cubicBezTo>
                <a:cubicBezTo>
                  <a:pt x="393" y="591"/>
                  <a:pt x="393" y="591"/>
                  <a:pt x="393" y="591"/>
                </a:cubicBezTo>
                <a:close/>
                <a:moveTo>
                  <a:pt x="393" y="603"/>
                </a:moveTo>
                <a:cubicBezTo>
                  <a:pt x="393" y="607"/>
                  <a:pt x="393" y="607"/>
                  <a:pt x="393" y="607"/>
                </a:cubicBezTo>
                <a:cubicBezTo>
                  <a:pt x="393" y="607"/>
                  <a:pt x="392" y="607"/>
                  <a:pt x="391" y="608"/>
                </a:cubicBezTo>
                <a:cubicBezTo>
                  <a:pt x="391" y="603"/>
                  <a:pt x="391" y="603"/>
                  <a:pt x="391" y="603"/>
                </a:cubicBezTo>
                <a:cubicBezTo>
                  <a:pt x="392" y="603"/>
                  <a:pt x="393" y="603"/>
                  <a:pt x="393" y="603"/>
                </a:cubicBezTo>
                <a:close/>
                <a:moveTo>
                  <a:pt x="393" y="612"/>
                </a:moveTo>
                <a:cubicBezTo>
                  <a:pt x="393" y="620"/>
                  <a:pt x="393" y="620"/>
                  <a:pt x="393" y="620"/>
                </a:cubicBezTo>
                <a:cubicBezTo>
                  <a:pt x="393" y="620"/>
                  <a:pt x="392" y="619"/>
                  <a:pt x="391" y="619"/>
                </a:cubicBezTo>
                <a:cubicBezTo>
                  <a:pt x="391" y="612"/>
                  <a:pt x="391" y="612"/>
                  <a:pt x="391" y="612"/>
                </a:cubicBezTo>
                <a:cubicBezTo>
                  <a:pt x="393" y="612"/>
                  <a:pt x="393" y="612"/>
                  <a:pt x="393" y="612"/>
                </a:cubicBezTo>
                <a:close/>
                <a:moveTo>
                  <a:pt x="393" y="635"/>
                </a:moveTo>
                <a:cubicBezTo>
                  <a:pt x="393" y="639"/>
                  <a:pt x="393" y="639"/>
                  <a:pt x="393" y="639"/>
                </a:cubicBezTo>
                <a:cubicBezTo>
                  <a:pt x="391" y="639"/>
                  <a:pt x="391" y="639"/>
                  <a:pt x="391" y="639"/>
                </a:cubicBezTo>
                <a:cubicBezTo>
                  <a:pt x="391" y="634"/>
                  <a:pt x="391" y="634"/>
                  <a:pt x="391" y="634"/>
                </a:cubicBezTo>
                <a:cubicBezTo>
                  <a:pt x="392" y="634"/>
                  <a:pt x="392" y="634"/>
                  <a:pt x="393" y="635"/>
                </a:cubicBezTo>
                <a:cubicBezTo>
                  <a:pt x="393" y="635"/>
                  <a:pt x="393" y="635"/>
                  <a:pt x="393" y="635"/>
                </a:cubicBezTo>
                <a:close/>
                <a:moveTo>
                  <a:pt x="393" y="750"/>
                </a:moveTo>
                <a:cubicBezTo>
                  <a:pt x="393" y="765"/>
                  <a:pt x="393" y="765"/>
                  <a:pt x="393" y="765"/>
                </a:cubicBezTo>
                <a:cubicBezTo>
                  <a:pt x="393" y="764"/>
                  <a:pt x="392" y="763"/>
                  <a:pt x="391" y="763"/>
                </a:cubicBezTo>
                <a:cubicBezTo>
                  <a:pt x="391" y="751"/>
                  <a:pt x="391" y="751"/>
                  <a:pt x="391" y="751"/>
                </a:cubicBezTo>
                <a:cubicBezTo>
                  <a:pt x="392" y="751"/>
                  <a:pt x="393" y="750"/>
                  <a:pt x="393" y="750"/>
                </a:cubicBezTo>
                <a:close/>
                <a:moveTo>
                  <a:pt x="391" y="694"/>
                </a:moveTo>
                <a:cubicBezTo>
                  <a:pt x="391" y="685"/>
                  <a:pt x="391" y="685"/>
                  <a:pt x="391" y="685"/>
                </a:cubicBezTo>
                <a:cubicBezTo>
                  <a:pt x="392" y="688"/>
                  <a:pt x="392" y="691"/>
                  <a:pt x="391" y="694"/>
                </a:cubicBezTo>
                <a:close/>
                <a:moveTo>
                  <a:pt x="387" y="0"/>
                </a:moveTo>
                <a:cubicBezTo>
                  <a:pt x="391" y="0"/>
                  <a:pt x="391" y="0"/>
                  <a:pt x="391" y="0"/>
                </a:cubicBezTo>
                <a:cubicBezTo>
                  <a:pt x="391" y="8"/>
                  <a:pt x="391" y="8"/>
                  <a:pt x="391" y="8"/>
                </a:cubicBezTo>
                <a:cubicBezTo>
                  <a:pt x="390" y="8"/>
                  <a:pt x="389" y="9"/>
                  <a:pt x="388" y="9"/>
                </a:cubicBezTo>
                <a:cubicBezTo>
                  <a:pt x="388" y="10"/>
                  <a:pt x="389" y="11"/>
                  <a:pt x="391" y="15"/>
                </a:cubicBezTo>
                <a:cubicBezTo>
                  <a:pt x="391" y="32"/>
                  <a:pt x="391" y="32"/>
                  <a:pt x="391" y="32"/>
                </a:cubicBezTo>
                <a:cubicBezTo>
                  <a:pt x="390" y="29"/>
                  <a:pt x="389" y="27"/>
                  <a:pt x="387" y="25"/>
                </a:cubicBezTo>
                <a:cubicBezTo>
                  <a:pt x="387" y="0"/>
                  <a:pt x="387" y="0"/>
                  <a:pt x="387" y="0"/>
                </a:cubicBezTo>
                <a:close/>
                <a:moveTo>
                  <a:pt x="391" y="794"/>
                </a:moveTo>
                <a:cubicBezTo>
                  <a:pt x="390" y="794"/>
                  <a:pt x="389" y="794"/>
                  <a:pt x="387" y="794"/>
                </a:cubicBezTo>
                <a:cubicBezTo>
                  <a:pt x="387" y="784"/>
                  <a:pt x="387" y="784"/>
                  <a:pt x="387" y="784"/>
                </a:cubicBezTo>
                <a:cubicBezTo>
                  <a:pt x="388" y="785"/>
                  <a:pt x="390" y="786"/>
                  <a:pt x="391" y="786"/>
                </a:cubicBezTo>
                <a:cubicBezTo>
                  <a:pt x="391" y="794"/>
                  <a:pt x="391" y="794"/>
                  <a:pt x="391" y="794"/>
                </a:cubicBezTo>
                <a:close/>
                <a:moveTo>
                  <a:pt x="391" y="38"/>
                </a:moveTo>
                <a:cubicBezTo>
                  <a:pt x="391" y="46"/>
                  <a:pt x="391" y="46"/>
                  <a:pt x="391" y="46"/>
                </a:cubicBezTo>
                <a:cubicBezTo>
                  <a:pt x="391" y="46"/>
                  <a:pt x="390" y="47"/>
                  <a:pt x="389" y="47"/>
                </a:cubicBezTo>
                <a:cubicBezTo>
                  <a:pt x="387" y="47"/>
                  <a:pt x="387" y="47"/>
                  <a:pt x="387" y="47"/>
                </a:cubicBezTo>
                <a:cubicBezTo>
                  <a:pt x="387" y="39"/>
                  <a:pt x="387" y="39"/>
                  <a:pt x="387" y="39"/>
                </a:cubicBezTo>
                <a:cubicBezTo>
                  <a:pt x="389" y="39"/>
                  <a:pt x="390" y="39"/>
                  <a:pt x="391" y="38"/>
                </a:cubicBezTo>
                <a:close/>
                <a:moveTo>
                  <a:pt x="391" y="165"/>
                </a:moveTo>
                <a:cubicBezTo>
                  <a:pt x="391" y="181"/>
                  <a:pt x="391" y="181"/>
                  <a:pt x="391" y="181"/>
                </a:cubicBezTo>
                <a:cubicBezTo>
                  <a:pt x="390" y="178"/>
                  <a:pt x="389" y="176"/>
                  <a:pt x="387" y="174"/>
                </a:cubicBezTo>
                <a:cubicBezTo>
                  <a:pt x="387" y="165"/>
                  <a:pt x="387" y="165"/>
                  <a:pt x="387" y="165"/>
                </a:cubicBezTo>
                <a:cubicBezTo>
                  <a:pt x="389" y="165"/>
                  <a:pt x="390" y="165"/>
                  <a:pt x="391" y="165"/>
                </a:cubicBezTo>
                <a:close/>
                <a:moveTo>
                  <a:pt x="391" y="188"/>
                </a:moveTo>
                <a:cubicBezTo>
                  <a:pt x="391" y="193"/>
                  <a:pt x="391" y="193"/>
                  <a:pt x="391" y="193"/>
                </a:cubicBezTo>
                <a:cubicBezTo>
                  <a:pt x="389" y="193"/>
                  <a:pt x="389" y="193"/>
                  <a:pt x="389" y="193"/>
                </a:cubicBezTo>
                <a:cubicBezTo>
                  <a:pt x="388" y="195"/>
                  <a:pt x="388" y="197"/>
                  <a:pt x="388" y="199"/>
                </a:cubicBezTo>
                <a:cubicBezTo>
                  <a:pt x="389" y="199"/>
                  <a:pt x="390" y="199"/>
                  <a:pt x="391" y="199"/>
                </a:cubicBezTo>
                <a:cubicBezTo>
                  <a:pt x="391" y="203"/>
                  <a:pt x="391" y="203"/>
                  <a:pt x="391" y="203"/>
                </a:cubicBezTo>
                <a:cubicBezTo>
                  <a:pt x="389" y="205"/>
                  <a:pt x="388" y="207"/>
                  <a:pt x="388" y="212"/>
                </a:cubicBezTo>
                <a:cubicBezTo>
                  <a:pt x="389" y="212"/>
                  <a:pt x="390" y="211"/>
                  <a:pt x="391" y="211"/>
                </a:cubicBezTo>
                <a:cubicBezTo>
                  <a:pt x="391" y="215"/>
                  <a:pt x="391" y="215"/>
                  <a:pt x="391" y="215"/>
                </a:cubicBezTo>
                <a:cubicBezTo>
                  <a:pt x="389" y="216"/>
                  <a:pt x="389" y="216"/>
                  <a:pt x="389" y="216"/>
                </a:cubicBezTo>
                <a:cubicBezTo>
                  <a:pt x="389" y="218"/>
                  <a:pt x="388" y="221"/>
                  <a:pt x="388" y="224"/>
                </a:cubicBezTo>
                <a:cubicBezTo>
                  <a:pt x="391" y="223"/>
                  <a:pt x="391" y="223"/>
                  <a:pt x="391" y="223"/>
                </a:cubicBezTo>
                <a:cubicBezTo>
                  <a:pt x="391" y="228"/>
                  <a:pt x="391" y="228"/>
                  <a:pt x="391" y="228"/>
                </a:cubicBezTo>
                <a:cubicBezTo>
                  <a:pt x="389" y="229"/>
                  <a:pt x="388" y="232"/>
                  <a:pt x="388" y="237"/>
                </a:cubicBezTo>
                <a:cubicBezTo>
                  <a:pt x="389" y="237"/>
                  <a:pt x="390" y="236"/>
                  <a:pt x="391" y="236"/>
                </a:cubicBezTo>
                <a:cubicBezTo>
                  <a:pt x="391" y="240"/>
                  <a:pt x="391" y="240"/>
                  <a:pt x="391" y="240"/>
                </a:cubicBezTo>
                <a:cubicBezTo>
                  <a:pt x="389" y="241"/>
                  <a:pt x="389" y="241"/>
                  <a:pt x="389" y="241"/>
                </a:cubicBezTo>
                <a:cubicBezTo>
                  <a:pt x="389" y="243"/>
                  <a:pt x="388" y="246"/>
                  <a:pt x="388" y="249"/>
                </a:cubicBezTo>
                <a:cubicBezTo>
                  <a:pt x="389" y="248"/>
                  <a:pt x="390" y="248"/>
                  <a:pt x="391" y="248"/>
                </a:cubicBezTo>
                <a:cubicBezTo>
                  <a:pt x="391" y="253"/>
                  <a:pt x="391" y="253"/>
                  <a:pt x="391" y="253"/>
                </a:cubicBezTo>
                <a:cubicBezTo>
                  <a:pt x="389" y="254"/>
                  <a:pt x="388" y="257"/>
                  <a:pt x="388" y="262"/>
                </a:cubicBezTo>
                <a:cubicBezTo>
                  <a:pt x="391" y="261"/>
                  <a:pt x="391" y="261"/>
                  <a:pt x="391" y="261"/>
                </a:cubicBezTo>
                <a:cubicBezTo>
                  <a:pt x="391" y="265"/>
                  <a:pt x="391" y="265"/>
                  <a:pt x="391" y="265"/>
                </a:cubicBezTo>
                <a:cubicBezTo>
                  <a:pt x="389" y="266"/>
                  <a:pt x="388" y="269"/>
                  <a:pt x="388" y="273"/>
                </a:cubicBezTo>
                <a:cubicBezTo>
                  <a:pt x="389" y="273"/>
                  <a:pt x="390" y="273"/>
                  <a:pt x="391" y="273"/>
                </a:cubicBezTo>
                <a:cubicBezTo>
                  <a:pt x="391" y="277"/>
                  <a:pt x="391" y="277"/>
                  <a:pt x="391" y="277"/>
                </a:cubicBezTo>
                <a:cubicBezTo>
                  <a:pt x="389" y="279"/>
                  <a:pt x="388" y="281"/>
                  <a:pt x="388" y="286"/>
                </a:cubicBezTo>
                <a:cubicBezTo>
                  <a:pt x="391" y="285"/>
                  <a:pt x="391" y="285"/>
                  <a:pt x="391" y="285"/>
                </a:cubicBezTo>
                <a:cubicBezTo>
                  <a:pt x="391" y="290"/>
                  <a:pt x="391" y="290"/>
                  <a:pt x="391" y="290"/>
                </a:cubicBezTo>
                <a:cubicBezTo>
                  <a:pt x="390" y="291"/>
                  <a:pt x="389" y="292"/>
                  <a:pt x="389" y="293"/>
                </a:cubicBezTo>
                <a:cubicBezTo>
                  <a:pt x="391" y="293"/>
                  <a:pt x="391" y="293"/>
                  <a:pt x="391" y="293"/>
                </a:cubicBezTo>
                <a:cubicBezTo>
                  <a:pt x="391" y="298"/>
                  <a:pt x="391" y="298"/>
                  <a:pt x="391" y="298"/>
                </a:cubicBezTo>
                <a:cubicBezTo>
                  <a:pt x="391" y="298"/>
                  <a:pt x="391" y="298"/>
                  <a:pt x="391" y="298"/>
                </a:cubicBezTo>
                <a:cubicBezTo>
                  <a:pt x="391" y="298"/>
                  <a:pt x="391" y="299"/>
                  <a:pt x="391" y="299"/>
                </a:cubicBezTo>
                <a:cubicBezTo>
                  <a:pt x="391" y="306"/>
                  <a:pt x="391" y="306"/>
                  <a:pt x="391" y="306"/>
                </a:cubicBezTo>
                <a:cubicBezTo>
                  <a:pt x="390" y="304"/>
                  <a:pt x="389" y="302"/>
                  <a:pt x="387" y="301"/>
                </a:cubicBezTo>
                <a:cubicBezTo>
                  <a:pt x="387" y="188"/>
                  <a:pt x="387" y="188"/>
                  <a:pt x="387" y="188"/>
                </a:cubicBezTo>
                <a:cubicBezTo>
                  <a:pt x="391" y="188"/>
                  <a:pt x="391" y="188"/>
                  <a:pt x="391" y="188"/>
                </a:cubicBezTo>
                <a:close/>
                <a:moveTo>
                  <a:pt x="391" y="308"/>
                </a:moveTo>
                <a:cubicBezTo>
                  <a:pt x="391" y="312"/>
                  <a:pt x="391" y="312"/>
                  <a:pt x="391" y="312"/>
                </a:cubicBezTo>
                <a:cubicBezTo>
                  <a:pt x="390" y="312"/>
                  <a:pt x="389" y="312"/>
                  <a:pt x="387" y="312"/>
                </a:cubicBezTo>
                <a:cubicBezTo>
                  <a:pt x="387" y="309"/>
                  <a:pt x="387" y="309"/>
                  <a:pt x="387" y="309"/>
                </a:cubicBezTo>
                <a:cubicBezTo>
                  <a:pt x="389" y="308"/>
                  <a:pt x="390" y="308"/>
                  <a:pt x="391" y="308"/>
                </a:cubicBezTo>
                <a:close/>
                <a:moveTo>
                  <a:pt x="391" y="343"/>
                </a:moveTo>
                <a:cubicBezTo>
                  <a:pt x="391" y="436"/>
                  <a:pt x="391" y="436"/>
                  <a:pt x="391" y="436"/>
                </a:cubicBezTo>
                <a:cubicBezTo>
                  <a:pt x="387" y="438"/>
                  <a:pt x="387" y="438"/>
                  <a:pt x="387" y="438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91" y="343"/>
                  <a:pt x="391" y="343"/>
                  <a:pt x="391" y="343"/>
                </a:cubicBezTo>
                <a:close/>
                <a:moveTo>
                  <a:pt x="391" y="492"/>
                </a:moveTo>
                <a:cubicBezTo>
                  <a:pt x="391" y="496"/>
                  <a:pt x="391" y="496"/>
                  <a:pt x="391" y="496"/>
                </a:cubicBezTo>
                <a:cubicBezTo>
                  <a:pt x="391" y="496"/>
                  <a:pt x="391" y="496"/>
                  <a:pt x="390" y="496"/>
                </a:cubicBezTo>
                <a:cubicBezTo>
                  <a:pt x="391" y="497"/>
                  <a:pt x="391" y="498"/>
                  <a:pt x="391" y="498"/>
                </a:cubicBezTo>
                <a:cubicBezTo>
                  <a:pt x="391" y="511"/>
                  <a:pt x="391" y="511"/>
                  <a:pt x="391" y="511"/>
                </a:cubicBezTo>
                <a:cubicBezTo>
                  <a:pt x="388" y="511"/>
                  <a:pt x="388" y="511"/>
                  <a:pt x="388" y="511"/>
                </a:cubicBezTo>
                <a:cubicBezTo>
                  <a:pt x="388" y="513"/>
                  <a:pt x="388" y="515"/>
                  <a:pt x="388" y="517"/>
                </a:cubicBezTo>
                <a:cubicBezTo>
                  <a:pt x="389" y="517"/>
                  <a:pt x="390" y="517"/>
                  <a:pt x="391" y="516"/>
                </a:cubicBezTo>
                <a:cubicBezTo>
                  <a:pt x="391" y="521"/>
                  <a:pt x="391" y="521"/>
                  <a:pt x="391" y="521"/>
                </a:cubicBezTo>
                <a:cubicBezTo>
                  <a:pt x="389" y="523"/>
                  <a:pt x="388" y="525"/>
                  <a:pt x="388" y="530"/>
                </a:cubicBezTo>
                <a:cubicBezTo>
                  <a:pt x="389" y="529"/>
                  <a:pt x="390" y="529"/>
                  <a:pt x="391" y="529"/>
                </a:cubicBezTo>
                <a:cubicBezTo>
                  <a:pt x="391" y="533"/>
                  <a:pt x="391" y="533"/>
                  <a:pt x="391" y="533"/>
                </a:cubicBezTo>
                <a:cubicBezTo>
                  <a:pt x="389" y="533"/>
                  <a:pt x="389" y="533"/>
                  <a:pt x="389" y="533"/>
                </a:cubicBezTo>
                <a:cubicBezTo>
                  <a:pt x="389" y="536"/>
                  <a:pt x="388" y="539"/>
                  <a:pt x="388" y="542"/>
                </a:cubicBezTo>
                <a:cubicBezTo>
                  <a:pt x="389" y="542"/>
                  <a:pt x="390" y="541"/>
                  <a:pt x="391" y="541"/>
                </a:cubicBezTo>
                <a:cubicBezTo>
                  <a:pt x="391" y="546"/>
                  <a:pt x="391" y="546"/>
                  <a:pt x="391" y="546"/>
                </a:cubicBezTo>
                <a:cubicBezTo>
                  <a:pt x="390" y="546"/>
                  <a:pt x="390" y="546"/>
                  <a:pt x="390" y="546"/>
                </a:cubicBezTo>
                <a:cubicBezTo>
                  <a:pt x="389" y="549"/>
                  <a:pt x="389" y="549"/>
                  <a:pt x="388" y="554"/>
                </a:cubicBezTo>
                <a:cubicBezTo>
                  <a:pt x="389" y="554"/>
                  <a:pt x="390" y="554"/>
                  <a:pt x="391" y="554"/>
                </a:cubicBezTo>
                <a:cubicBezTo>
                  <a:pt x="391" y="558"/>
                  <a:pt x="391" y="558"/>
                  <a:pt x="391" y="558"/>
                </a:cubicBezTo>
                <a:cubicBezTo>
                  <a:pt x="389" y="560"/>
                  <a:pt x="388" y="562"/>
                  <a:pt x="388" y="566"/>
                </a:cubicBezTo>
                <a:cubicBezTo>
                  <a:pt x="391" y="566"/>
                  <a:pt x="391" y="566"/>
                  <a:pt x="391" y="566"/>
                </a:cubicBezTo>
                <a:cubicBezTo>
                  <a:pt x="391" y="571"/>
                  <a:pt x="391" y="571"/>
                  <a:pt x="391" y="571"/>
                </a:cubicBezTo>
                <a:cubicBezTo>
                  <a:pt x="389" y="572"/>
                  <a:pt x="388" y="575"/>
                  <a:pt x="388" y="579"/>
                </a:cubicBezTo>
                <a:cubicBezTo>
                  <a:pt x="391" y="579"/>
                  <a:pt x="391" y="579"/>
                  <a:pt x="391" y="579"/>
                </a:cubicBezTo>
                <a:cubicBezTo>
                  <a:pt x="391" y="583"/>
                  <a:pt x="391" y="583"/>
                  <a:pt x="391" y="583"/>
                </a:cubicBezTo>
                <a:cubicBezTo>
                  <a:pt x="389" y="585"/>
                  <a:pt x="388" y="587"/>
                  <a:pt x="388" y="592"/>
                </a:cubicBezTo>
                <a:cubicBezTo>
                  <a:pt x="391" y="591"/>
                  <a:pt x="391" y="591"/>
                  <a:pt x="391" y="591"/>
                </a:cubicBezTo>
                <a:cubicBezTo>
                  <a:pt x="391" y="595"/>
                  <a:pt x="391" y="595"/>
                  <a:pt x="391" y="595"/>
                </a:cubicBezTo>
                <a:cubicBezTo>
                  <a:pt x="389" y="596"/>
                  <a:pt x="389" y="596"/>
                  <a:pt x="389" y="596"/>
                </a:cubicBezTo>
                <a:cubicBezTo>
                  <a:pt x="389" y="599"/>
                  <a:pt x="388" y="601"/>
                  <a:pt x="388" y="604"/>
                </a:cubicBezTo>
                <a:cubicBezTo>
                  <a:pt x="389" y="604"/>
                  <a:pt x="390" y="603"/>
                  <a:pt x="391" y="603"/>
                </a:cubicBezTo>
                <a:cubicBezTo>
                  <a:pt x="391" y="608"/>
                  <a:pt x="391" y="608"/>
                  <a:pt x="391" y="608"/>
                </a:cubicBezTo>
                <a:cubicBezTo>
                  <a:pt x="391" y="608"/>
                  <a:pt x="390" y="608"/>
                  <a:pt x="390" y="608"/>
                </a:cubicBezTo>
                <a:cubicBezTo>
                  <a:pt x="390" y="610"/>
                  <a:pt x="390" y="611"/>
                  <a:pt x="390" y="612"/>
                </a:cubicBezTo>
                <a:cubicBezTo>
                  <a:pt x="391" y="612"/>
                  <a:pt x="391" y="612"/>
                  <a:pt x="391" y="612"/>
                </a:cubicBezTo>
                <a:cubicBezTo>
                  <a:pt x="391" y="619"/>
                  <a:pt x="391" y="619"/>
                  <a:pt x="391" y="619"/>
                </a:cubicBezTo>
                <a:cubicBezTo>
                  <a:pt x="390" y="618"/>
                  <a:pt x="389" y="617"/>
                  <a:pt x="387" y="617"/>
                </a:cubicBezTo>
                <a:cubicBezTo>
                  <a:pt x="387" y="506"/>
                  <a:pt x="387" y="506"/>
                  <a:pt x="387" y="506"/>
                </a:cubicBezTo>
                <a:cubicBezTo>
                  <a:pt x="388" y="506"/>
                  <a:pt x="389" y="506"/>
                  <a:pt x="390" y="506"/>
                </a:cubicBezTo>
                <a:cubicBezTo>
                  <a:pt x="389" y="504"/>
                  <a:pt x="388" y="502"/>
                  <a:pt x="387" y="500"/>
                </a:cubicBezTo>
                <a:cubicBezTo>
                  <a:pt x="387" y="491"/>
                  <a:pt x="387" y="491"/>
                  <a:pt x="387" y="491"/>
                </a:cubicBezTo>
                <a:cubicBezTo>
                  <a:pt x="391" y="492"/>
                  <a:pt x="391" y="492"/>
                  <a:pt x="391" y="492"/>
                </a:cubicBezTo>
                <a:close/>
                <a:moveTo>
                  <a:pt x="391" y="634"/>
                </a:moveTo>
                <a:cubicBezTo>
                  <a:pt x="391" y="639"/>
                  <a:pt x="391" y="639"/>
                  <a:pt x="391" y="639"/>
                </a:cubicBezTo>
                <a:cubicBezTo>
                  <a:pt x="387" y="639"/>
                  <a:pt x="387" y="639"/>
                  <a:pt x="387" y="639"/>
                </a:cubicBezTo>
                <a:cubicBezTo>
                  <a:pt x="387" y="630"/>
                  <a:pt x="387" y="630"/>
                  <a:pt x="387" y="630"/>
                </a:cubicBezTo>
                <a:cubicBezTo>
                  <a:pt x="388" y="631"/>
                  <a:pt x="390" y="633"/>
                  <a:pt x="391" y="634"/>
                </a:cubicBezTo>
                <a:close/>
                <a:moveTo>
                  <a:pt x="391" y="685"/>
                </a:moveTo>
                <a:cubicBezTo>
                  <a:pt x="391" y="694"/>
                  <a:pt x="391" y="694"/>
                  <a:pt x="391" y="694"/>
                </a:cubicBezTo>
                <a:cubicBezTo>
                  <a:pt x="391" y="698"/>
                  <a:pt x="389" y="701"/>
                  <a:pt x="387" y="705"/>
                </a:cubicBezTo>
                <a:cubicBezTo>
                  <a:pt x="387" y="675"/>
                  <a:pt x="387" y="675"/>
                  <a:pt x="387" y="675"/>
                </a:cubicBezTo>
                <a:cubicBezTo>
                  <a:pt x="389" y="678"/>
                  <a:pt x="391" y="681"/>
                  <a:pt x="391" y="685"/>
                </a:cubicBezTo>
                <a:close/>
                <a:moveTo>
                  <a:pt x="391" y="751"/>
                </a:moveTo>
                <a:cubicBezTo>
                  <a:pt x="391" y="763"/>
                  <a:pt x="391" y="763"/>
                  <a:pt x="391" y="763"/>
                </a:cubicBezTo>
                <a:cubicBezTo>
                  <a:pt x="390" y="761"/>
                  <a:pt x="389" y="760"/>
                  <a:pt x="387" y="759"/>
                </a:cubicBezTo>
                <a:cubicBezTo>
                  <a:pt x="387" y="749"/>
                  <a:pt x="387" y="749"/>
                  <a:pt x="387" y="749"/>
                </a:cubicBezTo>
                <a:cubicBezTo>
                  <a:pt x="388" y="749"/>
                  <a:pt x="389" y="750"/>
                  <a:pt x="390" y="751"/>
                </a:cubicBezTo>
                <a:lnTo>
                  <a:pt x="391" y="751"/>
                </a:lnTo>
                <a:close/>
                <a:moveTo>
                  <a:pt x="380" y="2"/>
                </a:moveTo>
                <a:cubicBezTo>
                  <a:pt x="382" y="1"/>
                  <a:pt x="385" y="1"/>
                  <a:pt x="387" y="0"/>
                </a:cubicBezTo>
                <a:cubicBezTo>
                  <a:pt x="387" y="0"/>
                  <a:pt x="387" y="0"/>
                  <a:pt x="387" y="0"/>
                </a:cubicBezTo>
                <a:cubicBezTo>
                  <a:pt x="387" y="25"/>
                  <a:pt x="387" y="25"/>
                  <a:pt x="387" y="25"/>
                </a:cubicBezTo>
                <a:cubicBezTo>
                  <a:pt x="385" y="22"/>
                  <a:pt x="383" y="19"/>
                  <a:pt x="380" y="16"/>
                </a:cubicBezTo>
                <a:cubicBezTo>
                  <a:pt x="380" y="2"/>
                  <a:pt x="380" y="2"/>
                  <a:pt x="380" y="2"/>
                </a:cubicBezTo>
                <a:close/>
                <a:moveTo>
                  <a:pt x="387" y="794"/>
                </a:moveTo>
                <a:cubicBezTo>
                  <a:pt x="385" y="793"/>
                  <a:pt x="383" y="793"/>
                  <a:pt x="380" y="793"/>
                </a:cubicBezTo>
                <a:cubicBezTo>
                  <a:pt x="380" y="780"/>
                  <a:pt x="380" y="780"/>
                  <a:pt x="380" y="780"/>
                </a:cubicBezTo>
                <a:cubicBezTo>
                  <a:pt x="382" y="781"/>
                  <a:pt x="385" y="783"/>
                  <a:pt x="387" y="784"/>
                </a:cubicBezTo>
                <a:cubicBezTo>
                  <a:pt x="387" y="794"/>
                  <a:pt x="387" y="794"/>
                  <a:pt x="387" y="794"/>
                </a:cubicBezTo>
                <a:close/>
                <a:moveTo>
                  <a:pt x="387" y="39"/>
                </a:moveTo>
                <a:cubicBezTo>
                  <a:pt x="387" y="47"/>
                  <a:pt x="387" y="47"/>
                  <a:pt x="387" y="47"/>
                </a:cubicBezTo>
                <a:cubicBezTo>
                  <a:pt x="380" y="46"/>
                  <a:pt x="380" y="46"/>
                  <a:pt x="380" y="46"/>
                </a:cubicBezTo>
                <a:cubicBezTo>
                  <a:pt x="380" y="39"/>
                  <a:pt x="380" y="39"/>
                  <a:pt x="380" y="39"/>
                </a:cubicBezTo>
                <a:cubicBezTo>
                  <a:pt x="383" y="39"/>
                  <a:pt x="385" y="39"/>
                  <a:pt x="387" y="39"/>
                </a:cubicBezTo>
                <a:close/>
                <a:moveTo>
                  <a:pt x="387" y="165"/>
                </a:moveTo>
                <a:cubicBezTo>
                  <a:pt x="387" y="174"/>
                  <a:pt x="387" y="174"/>
                  <a:pt x="387" y="174"/>
                </a:cubicBezTo>
                <a:cubicBezTo>
                  <a:pt x="385" y="172"/>
                  <a:pt x="383" y="171"/>
                  <a:pt x="380" y="170"/>
                </a:cubicBezTo>
                <a:cubicBezTo>
                  <a:pt x="380" y="165"/>
                  <a:pt x="380" y="165"/>
                  <a:pt x="380" y="165"/>
                </a:cubicBezTo>
                <a:cubicBezTo>
                  <a:pt x="383" y="165"/>
                  <a:pt x="385" y="165"/>
                  <a:pt x="387" y="165"/>
                </a:cubicBezTo>
                <a:close/>
                <a:moveTo>
                  <a:pt x="387" y="188"/>
                </a:moveTo>
                <a:cubicBezTo>
                  <a:pt x="387" y="301"/>
                  <a:pt x="387" y="301"/>
                  <a:pt x="387" y="301"/>
                </a:cubicBezTo>
                <a:cubicBezTo>
                  <a:pt x="385" y="300"/>
                  <a:pt x="384" y="299"/>
                  <a:pt x="380" y="299"/>
                </a:cubicBezTo>
                <a:cubicBezTo>
                  <a:pt x="380" y="295"/>
                  <a:pt x="380" y="295"/>
                  <a:pt x="380" y="295"/>
                </a:cubicBezTo>
                <a:cubicBezTo>
                  <a:pt x="382" y="295"/>
                  <a:pt x="383" y="295"/>
                  <a:pt x="384" y="295"/>
                </a:cubicBezTo>
                <a:cubicBezTo>
                  <a:pt x="384" y="260"/>
                  <a:pt x="384" y="226"/>
                  <a:pt x="384" y="192"/>
                </a:cubicBezTo>
                <a:cubicBezTo>
                  <a:pt x="383" y="192"/>
                  <a:pt x="382" y="192"/>
                  <a:pt x="380" y="192"/>
                </a:cubicBezTo>
                <a:cubicBezTo>
                  <a:pt x="380" y="182"/>
                  <a:pt x="380" y="182"/>
                  <a:pt x="380" y="182"/>
                </a:cubicBezTo>
                <a:cubicBezTo>
                  <a:pt x="385" y="188"/>
                  <a:pt x="385" y="188"/>
                  <a:pt x="385" y="188"/>
                </a:cubicBezTo>
                <a:cubicBezTo>
                  <a:pt x="387" y="188"/>
                  <a:pt x="387" y="188"/>
                  <a:pt x="387" y="188"/>
                </a:cubicBezTo>
                <a:close/>
                <a:moveTo>
                  <a:pt x="387" y="309"/>
                </a:moveTo>
                <a:cubicBezTo>
                  <a:pt x="387" y="312"/>
                  <a:pt x="387" y="312"/>
                  <a:pt x="387" y="312"/>
                </a:cubicBezTo>
                <a:cubicBezTo>
                  <a:pt x="385" y="312"/>
                  <a:pt x="383" y="313"/>
                  <a:pt x="380" y="313"/>
                </a:cubicBezTo>
                <a:cubicBezTo>
                  <a:pt x="380" y="303"/>
                  <a:pt x="380" y="303"/>
                  <a:pt x="380" y="303"/>
                </a:cubicBezTo>
                <a:cubicBezTo>
                  <a:pt x="382" y="305"/>
                  <a:pt x="383" y="306"/>
                  <a:pt x="385" y="309"/>
                </a:cubicBezTo>
                <a:cubicBezTo>
                  <a:pt x="387" y="309"/>
                  <a:pt x="387" y="309"/>
                  <a:pt x="387" y="309"/>
                </a:cubicBezTo>
                <a:close/>
                <a:moveTo>
                  <a:pt x="387" y="356"/>
                </a:moveTo>
                <a:cubicBezTo>
                  <a:pt x="387" y="438"/>
                  <a:pt x="387" y="438"/>
                  <a:pt x="387" y="438"/>
                </a:cubicBezTo>
                <a:cubicBezTo>
                  <a:pt x="380" y="443"/>
                  <a:pt x="380" y="443"/>
                  <a:pt x="380" y="443"/>
                </a:cubicBezTo>
                <a:cubicBezTo>
                  <a:pt x="380" y="375"/>
                  <a:pt x="380" y="375"/>
                  <a:pt x="380" y="375"/>
                </a:cubicBezTo>
                <a:cubicBezTo>
                  <a:pt x="387" y="356"/>
                  <a:pt x="387" y="356"/>
                  <a:pt x="387" y="356"/>
                </a:cubicBezTo>
                <a:close/>
                <a:moveTo>
                  <a:pt x="387" y="491"/>
                </a:moveTo>
                <a:cubicBezTo>
                  <a:pt x="387" y="500"/>
                  <a:pt x="387" y="500"/>
                  <a:pt x="387" y="500"/>
                </a:cubicBezTo>
                <a:cubicBezTo>
                  <a:pt x="385" y="495"/>
                  <a:pt x="385" y="495"/>
                  <a:pt x="385" y="495"/>
                </a:cubicBezTo>
                <a:cubicBezTo>
                  <a:pt x="383" y="495"/>
                  <a:pt x="382" y="495"/>
                  <a:pt x="380" y="495"/>
                </a:cubicBezTo>
                <a:cubicBezTo>
                  <a:pt x="380" y="490"/>
                  <a:pt x="380" y="490"/>
                  <a:pt x="380" y="490"/>
                </a:cubicBezTo>
                <a:cubicBezTo>
                  <a:pt x="387" y="491"/>
                  <a:pt x="387" y="491"/>
                  <a:pt x="387" y="491"/>
                </a:cubicBezTo>
                <a:close/>
                <a:moveTo>
                  <a:pt x="387" y="506"/>
                </a:moveTo>
                <a:cubicBezTo>
                  <a:pt x="387" y="617"/>
                  <a:pt x="387" y="617"/>
                  <a:pt x="387" y="617"/>
                </a:cubicBezTo>
                <a:cubicBezTo>
                  <a:pt x="385" y="616"/>
                  <a:pt x="383" y="616"/>
                  <a:pt x="380" y="616"/>
                </a:cubicBezTo>
                <a:cubicBezTo>
                  <a:pt x="380" y="612"/>
                  <a:pt x="380" y="612"/>
                  <a:pt x="380" y="612"/>
                </a:cubicBezTo>
                <a:cubicBezTo>
                  <a:pt x="382" y="612"/>
                  <a:pt x="383" y="611"/>
                  <a:pt x="384" y="611"/>
                </a:cubicBezTo>
                <a:cubicBezTo>
                  <a:pt x="384" y="577"/>
                  <a:pt x="384" y="544"/>
                  <a:pt x="384" y="510"/>
                </a:cubicBezTo>
                <a:cubicBezTo>
                  <a:pt x="380" y="509"/>
                  <a:pt x="380" y="509"/>
                  <a:pt x="380" y="509"/>
                </a:cubicBezTo>
                <a:cubicBezTo>
                  <a:pt x="380" y="501"/>
                  <a:pt x="380" y="501"/>
                  <a:pt x="380" y="501"/>
                </a:cubicBezTo>
                <a:cubicBezTo>
                  <a:pt x="381" y="503"/>
                  <a:pt x="382" y="505"/>
                  <a:pt x="384" y="506"/>
                </a:cubicBezTo>
                <a:cubicBezTo>
                  <a:pt x="385" y="506"/>
                  <a:pt x="386" y="506"/>
                  <a:pt x="387" y="506"/>
                </a:cubicBezTo>
                <a:close/>
                <a:moveTo>
                  <a:pt x="387" y="630"/>
                </a:moveTo>
                <a:cubicBezTo>
                  <a:pt x="387" y="639"/>
                  <a:pt x="387" y="639"/>
                  <a:pt x="387" y="639"/>
                </a:cubicBezTo>
                <a:cubicBezTo>
                  <a:pt x="380" y="639"/>
                  <a:pt x="380" y="639"/>
                  <a:pt x="380" y="639"/>
                </a:cubicBezTo>
                <a:cubicBezTo>
                  <a:pt x="380" y="633"/>
                  <a:pt x="380" y="633"/>
                  <a:pt x="380" y="633"/>
                </a:cubicBezTo>
                <a:cubicBezTo>
                  <a:pt x="382" y="633"/>
                  <a:pt x="382" y="633"/>
                  <a:pt x="382" y="633"/>
                </a:cubicBezTo>
                <a:cubicBezTo>
                  <a:pt x="381" y="632"/>
                  <a:pt x="381" y="631"/>
                  <a:pt x="380" y="631"/>
                </a:cubicBezTo>
                <a:cubicBezTo>
                  <a:pt x="380" y="618"/>
                  <a:pt x="380" y="618"/>
                  <a:pt x="380" y="618"/>
                </a:cubicBezTo>
                <a:cubicBezTo>
                  <a:pt x="383" y="623"/>
                  <a:pt x="384" y="626"/>
                  <a:pt x="387" y="630"/>
                </a:cubicBezTo>
                <a:close/>
                <a:moveTo>
                  <a:pt x="387" y="675"/>
                </a:moveTo>
                <a:cubicBezTo>
                  <a:pt x="387" y="705"/>
                  <a:pt x="387" y="705"/>
                  <a:pt x="387" y="705"/>
                </a:cubicBezTo>
                <a:cubicBezTo>
                  <a:pt x="385" y="707"/>
                  <a:pt x="383" y="709"/>
                  <a:pt x="380" y="711"/>
                </a:cubicBezTo>
                <a:cubicBezTo>
                  <a:pt x="380" y="672"/>
                  <a:pt x="380" y="672"/>
                  <a:pt x="380" y="672"/>
                </a:cubicBezTo>
                <a:cubicBezTo>
                  <a:pt x="382" y="673"/>
                  <a:pt x="385" y="673"/>
                  <a:pt x="387" y="674"/>
                </a:cubicBezTo>
                <a:cubicBezTo>
                  <a:pt x="387" y="675"/>
                  <a:pt x="387" y="675"/>
                  <a:pt x="387" y="675"/>
                </a:cubicBezTo>
                <a:close/>
                <a:moveTo>
                  <a:pt x="387" y="749"/>
                </a:moveTo>
                <a:cubicBezTo>
                  <a:pt x="387" y="759"/>
                  <a:pt x="387" y="759"/>
                  <a:pt x="387" y="759"/>
                </a:cubicBezTo>
                <a:cubicBezTo>
                  <a:pt x="385" y="758"/>
                  <a:pt x="383" y="758"/>
                  <a:pt x="380" y="757"/>
                </a:cubicBezTo>
                <a:cubicBezTo>
                  <a:pt x="380" y="747"/>
                  <a:pt x="380" y="747"/>
                  <a:pt x="380" y="747"/>
                </a:cubicBezTo>
                <a:cubicBezTo>
                  <a:pt x="383" y="748"/>
                  <a:pt x="385" y="748"/>
                  <a:pt x="387" y="749"/>
                </a:cubicBezTo>
                <a:close/>
                <a:moveTo>
                  <a:pt x="379" y="2"/>
                </a:moveTo>
                <a:cubicBezTo>
                  <a:pt x="380" y="2"/>
                  <a:pt x="380" y="2"/>
                  <a:pt x="380" y="2"/>
                </a:cubicBezTo>
                <a:cubicBezTo>
                  <a:pt x="380" y="16"/>
                  <a:pt x="380" y="16"/>
                  <a:pt x="380" y="16"/>
                </a:cubicBezTo>
                <a:cubicBezTo>
                  <a:pt x="380" y="16"/>
                  <a:pt x="380" y="15"/>
                  <a:pt x="379" y="15"/>
                </a:cubicBezTo>
                <a:cubicBezTo>
                  <a:pt x="379" y="2"/>
                  <a:pt x="379" y="2"/>
                  <a:pt x="379" y="2"/>
                </a:cubicBezTo>
                <a:close/>
                <a:moveTo>
                  <a:pt x="380" y="793"/>
                </a:moveTo>
                <a:cubicBezTo>
                  <a:pt x="379" y="793"/>
                  <a:pt x="379" y="793"/>
                  <a:pt x="379" y="793"/>
                </a:cubicBezTo>
                <a:cubicBezTo>
                  <a:pt x="379" y="778"/>
                  <a:pt x="379" y="778"/>
                  <a:pt x="379" y="778"/>
                </a:cubicBezTo>
                <a:cubicBezTo>
                  <a:pt x="380" y="779"/>
                  <a:pt x="380" y="779"/>
                  <a:pt x="380" y="780"/>
                </a:cubicBezTo>
                <a:cubicBezTo>
                  <a:pt x="380" y="793"/>
                  <a:pt x="380" y="793"/>
                  <a:pt x="380" y="793"/>
                </a:cubicBezTo>
                <a:close/>
                <a:moveTo>
                  <a:pt x="380" y="39"/>
                </a:moveTo>
                <a:cubicBezTo>
                  <a:pt x="380" y="46"/>
                  <a:pt x="380" y="46"/>
                  <a:pt x="380" y="46"/>
                </a:cubicBezTo>
                <a:cubicBezTo>
                  <a:pt x="379" y="46"/>
                  <a:pt x="379" y="46"/>
                  <a:pt x="379" y="46"/>
                </a:cubicBezTo>
                <a:cubicBezTo>
                  <a:pt x="379" y="39"/>
                  <a:pt x="379" y="39"/>
                  <a:pt x="379" y="39"/>
                </a:cubicBezTo>
                <a:cubicBezTo>
                  <a:pt x="380" y="39"/>
                  <a:pt x="380" y="39"/>
                  <a:pt x="380" y="39"/>
                </a:cubicBezTo>
                <a:cubicBezTo>
                  <a:pt x="380" y="39"/>
                  <a:pt x="380" y="39"/>
                  <a:pt x="380" y="39"/>
                </a:cubicBezTo>
                <a:close/>
                <a:moveTo>
                  <a:pt x="380" y="165"/>
                </a:moveTo>
                <a:cubicBezTo>
                  <a:pt x="380" y="170"/>
                  <a:pt x="380" y="170"/>
                  <a:pt x="380" y="170"/>
                </a:cubicBezTo>
                <a:cubicBezTo>
                  <a:pt x="380" y="170"/>
                  <a:pt x="380" y="170"/>
                  <a:pt x="379" y="170"/>
                </a:cubicBezTo>
                <a:cubicBezTo>
                  <a:pt x="379" y="165"/>
                  <a:pt x="379" y="165"/>
                  <a:pt x="379" y="165"/>
                </a:cubicBezTo>
                <a:cubicBezTo>
                  <a:pt x="380" y="165"/>
                  <a:pt x="380" y="165"/>
                  <a:pt x="380" y="165"/>
                </a:cubicBezTo>
                <a:close/>
                <a:moveTo>
                  <a:pt x="380" y="182"/>
                </a:moveTo>
                <a:cubicBezTo>
                  <a:pt x="380" y="192"/>
                  <a:pt x="380" y="192"/>
                  <a:pt x="380" y="192"/>
                </a:cubicBezTo>
                <a:cubicBezTo>
                  <a:pt x="380" y="192"/>
                  <a:pt x="380" y="192"/>
                  <a:pt x="379" y="192"/>
                </a:cubicBezTo>
                <a:cubicBezTo>
                  <a:pt x="379" y="181"/>
                  <a:pt x="379" y="181"/>
                  <a:pt x="379" y="181"/>
                </a:cubicBezTo>
                <a:cubicBezTo>
                  <a:pt x="380" y="182"/>
                  <a:pt x="380" y="182"/>
                  <a:pt x="380" y="182"/>
                </a:cubicBezTo>
                <a:close/>
                <a:moveTo>
                  <a:pt x="380" y="295"/>
                </a:moveTo>
                <a:cubicBezTo>
                  <a:pt x="380" y="299"/>
                  <a:pt x="380" y="299"/>
                  <a:pt x="380" y="299"/>
                </a:cubicBezTo>
                <a:cubicBezTo>
                  <a:pt x="380" y="299"/>
                  <a:pt x="380" y="299"/>
                  <a:pt x="379" y="299"/>
                </a:cubicBezTo>
                <a:cubicBezTo>
                  <a:pt x="379" y="296"/>
                  <a:pt x="379" y="296"/>
                  <a:pt x="379" y="296"/>
                </a:cubicBezTo>
                <a:cubicBezTo>
                  <a:pt x="380" y="295"/>
                  <a:pt x="380" y="295"/>
                  <a:pt x="380" y="295"/>
                </a:cubicBezTo>
                <a:close/>
                <a:moveTo>
                  <a:pt x="380" y="303"/>
                </a:moveTo>
                <a:cubicBezTo>
                  <a:pt x="380" y="313"/>
                  <a:pt x="380" y="313"/>
                  <a:pt x="380" y="313"/>
                </a:cubicBezTo>
                <a:cubicBezTo>
                  <a:pt x="379" y="313"/>
                  <a:pt x="379" y="313"/>
                  <a:pt x="379" y="313"/>
                </a:cubicBezTo>
                <a:cubicBezTo>
                  <a:pt x="379" y="310"/>
                  <a:pt x="379" y="310"/>
                  <a:pt x="379" y="310"/>
                </a:cubicBezTo>
                <a:cubicBezTo>
                  <a:pt x="380" y="310"/>
                  <a:pt x="380" y="309"/>
                  <a:pt x="380" y="309"/>
                </a:cubicBezTo>
                <a:cubicBezTo>
                  <a:pt x="379" y="307"/>
                  <a:pt x="379" y="307"/>
                  <a:pt x="379" y="307"/>
                </a:cubicBezTo>
                <a:cubicBezTo>
                  <a:pt x="379" y="302"/>
                  <a:pt x="379" y="302"/>
                  <a:pt x="379" y="302"/>
                </a:cubicBezTo>
                <a:cubicBezTo>
                  <a:pt x="380" y="302"/>
                  <a:pt x="380" y="302"/>
                  <a:pt x="380" y="303"/>
                </a:cubicBezTo>
                <a:close/>
                <a:moveTo>
                  <a:pt x="380" y="375"/>
                </a:moveTo>
                <a:cubicBezTo>
                  <a:pt x="380" y="443"/>
                  <a:pt x="380" y="443"/>
                  <a:pt x="380" y="443"/>
                </a:cubicBezTo>
                <a:cubicBezTo>
                  <a:pt x="379" y="444"/>
                  <a:pt x="379" y="444"/>
                  <a:pt x="379" y="444"/>
                </a:cubicBezTo>
                <a:cubicBezTo>
                  <a:pt x="379" y="377"/>
                  <a:pt x="379" y="377"/>
                  <a:pt x="379" y="377"/>
                </a:cubicBezTo>
                <a:cubicBezTo>
                  <a:pt x="380" y="377"/>
                  <a:pt x="380" y="377"/>
                  <a:pt x="380" y="377"/>
                </a:cubicBezTo>
                <a:cubicBezTo>
                  <a:pt x="380" y="375"/>
                  <a:pt x="380" y="375"/>
                  <a:pt x="380" y="375"/>
                </a:cubicBezTo>
                <a:close/>
                <a:moveTo>
                  <a:pt x="380" y="490"/>
                </a:moveTo>
                <a:cubicBezTo>
                  <a:pt x="380" y="495"/>
                  <a:pt x="380" y="495"/>
                  <a:pt x="380" y="495"/>
                </a:cubicBezTo>
                <a:cubicBezTo>
                  <a:pt x="379" y="495"/>
                  <a:pt x="379" y="495"/>
                  <a:pt x="379" y="495"/>
                </a:cubicBezTo>
                <a:cubicBezTo>
                  <a:pt x="379" y="490"/>
                  <a:pt x="379" y="490"/>
                  <a:pt x="379" y="490"/>
                </a:cubicBezTo>
                <a:cubicBezTo>
                  <a:pt x="380" y="490"/>
                  <a:pt x="380" y="490"/>
                  <a:pt x="380" y="490"/>
                </a:cubicBezTo>
                <a:close/>
                <a:moveTo>
                  <a:pt x="380" y="501"/>
                </a:moveTo>
                <a:cubicBezTo>
                  <a:pt x="380" y="509"/>
                  <a:pt x="380" y="509"/>
                  <a:pt x="380" y="509"/>
                </a:cubicBezTo>
                <a:cubicBezTo>
                  <a:pt x="379" y="509"/>
                  <a:pt x="379" y="509"/>
                  <a:pt x="379" y="509"/>
                </a:cubicBezTo>
                <a:cubicBezTo>
                  <a:pt x="379" y="497"/>
                  <a:pt x="379" y="497"/>
                  <a:pt x="379" y="497"/>
                </a:cubicBezTo>
                <a:cubicBezTo>
                  <a:pt x="380" y="499"/>
                  <a:pt x="380" y="500"/>
                  <a:pt x="380" y="501"/>
                </a:cubicBezTo>
                <a:close/>
                <a:moveTo>
                  <a:pt x="380" y="612"/>
                </a:moveTo>
                <a:cubicBezTo>
                  <a:pt x="380" y="616"/>
                  <a:pt x="380" y="616"/>
                  <a:pt x="380" y="616"/>
                </a:cubicBezTo>
                <a:cubicBezTo>
                  <a:pt x="380" y="616"/>
                  <a:pt x="380" y="616"/>
                  <a:pt x="380" y="616"/>
                </a:cubicBezTo>
                <a:cubicBezTo>
                  <a:pt x="380" y="616"/>
                  <a:pt x="380" y="617"/>
                  <a:pt x="380" y="618"/>
                </a:cubicBezTo>
                <a:cubicBezTo>
                  <a:pt x="380" y="631"/>
                  <a:pt x="380" y="631"/>
                  <a:pt x="380" y="631"/>
                </a:cubicBezTo>
                <a:cubicBezTo>
                  <a:pt x="380" y="630"/>
                  <a:pt x="380" y="629"/>
                  <a:pt x="379" y="628"/>
                </a:cubicBezTo>
                <a:cubicBezTo>
                  <a:pt x="379" y="612"/>
                  <a:pt x="379" y="612"/>
                  <a:pt x="379" y="612"/>
                </a:cubicBezTo>
                <a:cubicBezTo>
                  <a:pt x="380" y="612"/>
                  <a:pt x="380" y="612"/>
                  <a:pt x="380" y="612"/>
                </a:cubicBezTo>
                <a:close/>
                <a:moveTo>
                  <a:pt x="380" y="633"/>
                </a:moveTo>
                <a:cubicBezTo>
                  <a:pt x="380" y="639"/>
                  <a:pt x="380" y="639"/>
                  <a:pt x="380" y="639"/>
                </a:cubicBezTo>
                <a:cubicBezTo>
                  <a:pt x="379" y="639"/>
                  <a:pt x="379" y="639"/>
                  <a:pt x="379" y="639"/>
                </a:cubicBezTo>
                <a:cubicBezTo>
                  <a:pt x="379" y="633"/>
                  <a:pt x="379" y="633"/>
                  <a:pt x="379" y="633"/>
                </a:cubicBezTo>
                <a:cubicBezTo>
                  <a:pt x="380" y="633"/>
                  <a:pt x="380" y="633"/>
                  <a:pt x="380" y="633"/>
                </a:cubicBezTo>
                <a:close/>
                <a:moveTo>
                  <a:pt x="380" y="672"/>
                </a:moveTo>
                <a:cubicBezTo>
                  <a:pt x="380" y="711"/>
                  <a:pt x="380" y="711"/>
                  <a:pt x="380" y="711"/>
                </a:cubicBezTo>
                <a:cubicBezTo>
                  <a:pt x="380" y="711"/>
                  <a:pt x="380" y="711"/>
                  <a:pt x="380" y="712"/>
                </a:cubicBezTo>
                <a:cubicBezTo>
                  <a:pt x="379" y="712"/>
                  <a:pt x="379" y="712"/>
                  <a:pt x="379" y="712"/>
                </a:cubicBezTo>
                <a:cubicBezTo>
                  <a:pt x="379" y="699"/>
                  <a:pt x="379" y="699"/>
                  <a:pt x="379" y="699"/>
                </a:cubicBezTo>
                <a:cubicBezTo>
                  <a:pt x="380" y="699"/>
                  <a:pt x="380" y="698"/>
                  <a:pt x="380" y="698"/>
                </a:cubicBezTo>
                <a:cubicBezTo>
                  <a:pt x="380" y="697"/>
                  <a:pt x="380" y="697"/>
                  <a:pt x="380" y="696"/>
                </a:cubicBezTo>
                <a:cubicBezTo>
                  <a:pt x="380" y="696"/>
                  <a:pt x="379" y="696"/>
                  <a:pt x="379" y="696"/>
                </a:cubicBezTo>
                <a:cubicBezTo>
                  <a:pt x="379" y="688"/>
                  <a:pt x="379" y="688"/>
                  <a:pt x="379" y="688"/>
                </a:cubicBezTo>
                <a:cubicBezTo>
                  <a:pt x="380" y="688"/>
                  <a:pt x="380" y="688"/>
                  <a:pt x="380" y="688"/>
                </a:cubicBezTo>
                <a:cubicBezTo>
                  <a:pt x="380" y="685"/>
                  <a:pt x="380" y="682"/>
                  <a:pt x="379" y="680"/>
                </a:cubicBezTo>
                <a:cubicBezTo>
                  <a:pt x="379" y="672"/>
                  <a:pt x="379" y="672"/>
                  <a:pt x="379" y="672"/>
                </a:cubicBezTo>
                <a:cubicBezTo>
                  <a:pt x="380" y="672"/>
                  <a:pt x="380" y="672"/>
                  <a:pt x="380" y="672"/>
                </a:cubicBezTo>
                <a:close/>
                <a:moveTo>
                  <a:pt x="380" y="747"/>
                </a:moveTo>
                <a:cubicBezTo>
                  <a:pt x="380" y="757"/>
                  <a:pt x="380" y="757"/>
                  <a:pt x="380" y="757"/>
                </a:cubicBezTo>
                <a:cubicBezTo>
                  <a:pt x="380" y="757"/>
                  <a:pt x="380" y="757"/>
                  <a:pt x="379" y="757"/>
                </a:cubicBezTo>
                <a:cubicBezTo>
                  <a:pt x="379" y="747"/>
                  <a:pt x="379" y="747"/>
                  <a:pt x="379" y="747"/>
                </a:cubicBezTo>
                <a:cubicBezTo>
                  <a:pt x="380" y="747"/>
                  <a:pt x="380" y="747"/>
                  <a:pt x="380" y="747"/>
                </a:cubicBezTo>
                <a:close/>
                <a:moveTo>
                  <a:pt x="377" y="2"/>
                </a:moveTo>
                <a:cubicBezTo>
                  <a:pt x="378" y="2"/>
                  <a:pt x="378" y="2"/>
                  <a:pt x="379" y="2"/>
                </a:cubicBezTo>
                <a:cubicBezTo>
                  <a:pt x="379" y="15"/>
                  <a:pt x="379" y="15"/>
                  <a:pt x="379" y="15"/>
                </a:cubicBezTo>
                <a:cubicBezTo>
                  <a:pt x="378" y="14"/>
                  <a:pt x="378" y="13"/>
                  <a:pt x="377" y="13"/>
                </a:cubicBezTo>
                <a:cubicBezTo>
                  <a:pt x="377" y="2"/>
                  <a:pt x="377" y="2"/>
                  <a:pt x="377" y="2"/>
                </a:cubicBezTo>
                <a:close/>
                <a:moveTo>
                  <a:pt x="379" y="793"/>
                </a:moveTo>
                <a:cubicBezTo>
                  <a:pt x="377" y="793"/>
                  <a:pt x="377" y="793"/>
                  <a:pt x="377" y="793"/>
                </a:cubicBezTo>
                <a:cubicBezTo>
                  <a:pt x="377" y="775"/>
                  <a:pt x="377" y="775"/>
                  <a:pt x="377" y="775"/>
                </a:cubicBezTo>
                <a:cubicBezTo>
                  <a:pt x="377" y="776"/>
                  <a:pt x="378" y="777"/>
                  <a:pt x="379" y="778"/>
                </a:cubicBezTo>
                <a:cubicBezTo>
                  <a:pt x="379" y="793"/>
                  <a:pt x="379" y="793"/>
                  <a:pt x="379" y="793"/>
                </a:cubicBezTo>
                <a:close/>
                <a:moveTo>
                  <a:pt x="379" y="39"/>
                </a:moveTo>
                <a:cubicBezTo>
                  <a:pt x="379" y="46"/>
                  <a:pt x="379" y="46"/>
                  <a:pt x="379" y="46"/>
                </a:cubicBezTo>
                <a:cubicBezTo>
                  <a:pt x="377" y="46"/>
                  <a:pt x="377" y="46"/>
                  <a:pt x="377" y="46"/>
                </a:cubicBezTo>
                <a:cubicBezTo>
                  <a:pt x="377" y="38"/>
                  <a:pt x="377" y="38"/>
                  <a:pt x="377" y="38"/>
                </a:cubicBezTo>
                <a:cubicBezTo>
                  <a:pt x="378" y="38"/>
                  <a:pt x="378" y="38"/>
                  <a:pt x="379" y="39"/>
                </a:cubicBezTo>
                <a:close/>
                <a:moveTo>
                  <a:pt x="379" y="165"/>
                </a:moveTo>
                <a:cubicBezTo>
                  <a:pt x="379" y="170"/>
                  <a:pt x="379" y="170"/>
                  <a:pt x="379" y="170"/>
                </a:cubicBezTo>
                <a:cubicBezTo>
                  <a:pt x="378" y="170"/>
                  <a:pt x="378" y="170"/>
                  <a:pt x="377" y="170"/>
                </a:cubicBezTo>
                <a:cubicBezTo>
                  <a:pt x="377" y="166"/>
                  <a:pt x="377" y="166"/>
                  <a:pt x="377" y="166"/>
                </a:cubicBezTo>
                <a:cubicBezTo>
                  <a:pt x="379" y="165"/>
                  <a:pt x="379" y="165"/>
                  <a:pt x="379" y="165"/>
                </a:cubicBezTo>
                <a:close/>
                <a:moveTo>
                  <a:pt x="379" y="181"/>
                </a:moveTo>
                <a:cubicBezTo>
                  <a:pt x="379" y="192"/>
                  <a:pt x="379" y="192"/>
                  <a:pt x="379" y="192"/>
                </a:cubicBezTo>
                <a:cubicBezTo>
                  <a:pt x="378" y="192"/>
                  <a:pt x="378" y="192"/>
                  <a:pt x="377" y="193"/>
                </a:cubicBezTo>
                <a:cubicBezTo>
                  <a:pt x="377" y="177"/>
                  <a:pt x="377" y="177"/>
                  <a:pt x="377" y="177"/>
                </a:cubicBezTo>
                <a:cubicBezTo>
                  <a:pt x="379" y="181"/>
                  <a:pt x="379" y="181"/>
                  <a:pt x="379" y="181"/>
                </a:cubicBezTo>
                <a:close/>
                <a:moveTo>
                  <a:pt x="379" y="296"/>
                </a:moveTo>
                <a:cubicBezTo>
                  <a:pt x="379" y="299"/>
                  <a:pt x="379" y="299"/>
                  <a:pt x="379" y="299"/>
                </a:cubicBezTo>
                <a:cubicBezTo>
                  <a:pt x="379" y="299"/>
                  <a:pt x="378" y="299"/>
                  <a:pt x="378" y="299"/>
                </a:cubicBezTo>
                <a:cubicBezTo>
                  <a:pt x="378" y="300"/>
                  <a:pt x="379" y="301"/>
                  <a:pt x="379" y="302"/>
                </a:cubicBezTo>
                <a:cubicBezTo>
                  <a:pt x="379" y="307"/>
                  <a:pt x="379" y="307"/>
                  <a:pt x="379" y="307"/>
                </a:cubicBezTo>
                <a:cubicBezTo>
                  <a:pt x="378" y="306"/>
                  <a:pt x="377" y="305"/>
                  <a:pt x="377" y="305"/>
                </a:cubicBezTo>
                <a:cubicBezTo>
                  <a:pt x="377" y="296"/>
                  <a:pt x="377" y="296"/>
                  <a:pt x="377" y="296"/>
                </a:cubicBezTo>
                <a:cubicBezTo>
                  <a:pt x="378" y="296"/>
                  <a:pt x="378" y="296"/>
                  <a:pt x="379" y="296"/>
                </a:cubicBezTo>
                <a:close/>
                <a:moveTo>
                  <a:pt x="379" y="310"/>
                </a:moveTo>
                <a:cubicBezTo>
                  <a:pt x="379" y="313"/>
                  <a:pt x="379" y="313"/>
                  <a:pt x="379" y="313"/>
                </a:cubicBezTo>
                <a:cubicBezTo>
                  <a:pt x="378" y="313"/>
                  <a:pt x="378" y="314"/>
                  <a:pt x="377" y="314"/>
                </a:cubicBezTo>
                <a:cubicBezTo>
                  <a:pt x="377" y="311"/>
                  <a:pt x="377" y="311"/>
                  <a:pt x="377" y="311"/>
                </a:cubicBezTo>
                <a:cubicBezTo>
                  <a:pt x="378" y="311"/>
                  <a:pt x="378" y="310"/>
                  <a:pt x="379" y="310"/>
                </a:cubicBezTo>
                <a:close/>
                <a:moveTo>
                  <a:pt x="379" y="377"/>
                </a:moveTo>
                <a:cubicBezTo>
                  <a:pt x="379" y="444"/>
                  <a:pt x="379" y="444"/>
                  <a:pt x="379" y="444"/>
                </a:cubicBezTo>
                <a:cubicBezTo>
                  <a:pt x="377" y="446"/>
                  <a:pt x="377" y="446"/>
                  <a:pt x="377" y="446"/>
                </a:cubicBezTo>
                <a:cubicBezTo>
                  <a:pt x="377" y="377"/>
                  <a:pt x="377" y="377"/>
                  <a:pt x="377" y="377"/>
                </a:cubicBezTo>
                <a:cubicBezTo>
                  <a:pt x="379" y="377"/>
                  <a:pt x="379" y="377"/>
                  <a:pt x="379" y="377"/>
                </a:cubicBezTo>
                <a:close/>
                <a:moveTo>
                  <a:pt x="379" y="490"/>
                </a:moveTo>
                <a:cubicBezTo>
                  <a:pt x="379" y="495"/>
                  <a:pt x="379" y="495"/>
                  <a:pt x="379" y="495"/>
                </a:cubicBezTo>
                <a:cubicBezTo>
                  <a:pt x="378" y="495"/>
                  <a:pt x="378" y="495"/>
                  <a:pt x="378" y="495"/>
                </a:cubicBezTo>
                <a:cubicBezTo>
                  <a:pt x="379" y="496"/>
                  <a:pt x="379" y="497"/>
                  <a:pt x="379" y="497"/>
                </a:cubicBezTo>
                <a:cubicBezTo>
                  <a:pt x="379" y="509"/>
                  <a:pt x="379" y="509"/>
                  <a:pt x="379" y="509"/>
                </a:cubicBezTo>
                <a:cubicBezTo>
                  <a:pt x="377" y="508"/>
                  <a:pt x="377" y="508"/>
                  <a:pt x="377" y="508"/>
                </a:cubicBezTo>
                <a:cubicBezTo>
                  <a:pt x="377" y="505"/>
                  <a:pt x="377" y="505"/>
                  <a:pt x="377" y="505"/>
                </a:cubicBezTo>
                <a:cubicBezTo>
                  <a:pt x="377" y="505"/>
                  <a:pt x="377" y="505"/>
                  <a:pt x="377" y="505"/>
                </a:cubicBezTo>
                <a:cubicBezTo>
                  <a:pt x="377" y="504"/>
                  <a:pt x="377" y="504"/>
                  <a:pt x="377" y="504"/>
                </a:cubicBezTo>
                <a:cubicBezTo>
                  <a:pt x="377" y="489"/>
                  <a:pt x="377" y="489"/>
                  <a:pt x="377" y="489"/>
                </a:cubicBezTo>
                <a:cubicBezTo>
                  <a:pt x="379" y="490"/>
                  <a:pt x="379" y="490"/>
                  <a:pt x="379" y="490"/>
                </a:cubicBezTo>
                <a:close/>
                <a:moveTo>
                  <a:pt x="379" y="612"/>
                </a:moveTo>
                <a:cubicBezTo>
                  <a:pt x="379" y="628"/>
                  <a:pt x="379" y="628"/>
                  <a:pt x="379" y="628"/>
                </a:cubicBezTo>
                <a:cubicBezTo>
                  <a:pt x="378" y="626"/>
                  <a:pt x="377" y="624"/>
                  <a:pt x="377" y="623"/>
                </a:cubicBezTo>
                <a:cubicBezTo>
                  <a:pt x="377" y="612"/>
                  <a:pt x="377" y="612"/>
                  <a:pt x="377" y="612"/>
                </a:cubicBezTo>
                <a:cubicBezTo>
                  <a:pt x="379" y="612"/>
                  <a:pt x="379" y="612"/>
                  <a:pt x="379" y="612"/>
                </a:cubicBezTo>
                <a:close/>
                <a:moveTo>
                  <a:pt x="379" y="633"/>
                </a:moveTo>
                <a:cubicBezTo>
                  <a:pt x="379" y="639"/>
                  <a:pt x="379" y="639"/>
                  <a:pt x="379" y="639"/>
                </a:cubicBezTo>
                <a:cubicBezTo>
                  <a:pt x="377" y="639"/>
                  <a:pt x="377" y="639"/>
                  <a:pt x="377" y="639"/>
                </a:cubicBezTo>
                <a:cubicBezTo>
                  <a:pt x="377" y="633"/>
                  <a:pt x="377" y="633"/>
                  <a:pt x="377" y="633"/>
                </a:cubicBezTo>
                <a:cubicBezTo>
                  <a:pt x="378" y="633"/>
                  <a:pt x="378" y="633"/>
                  <a:pt x="379" y="633"/>
                </a:cubicBezTo>
                <a:close/>
                <a:moveTo>
                  <a:pt x="379" y="672"/>
                </a:moveTo>
                <a:cubicBezTo>
                  <a:pt x="379" y="680"/>
                  <a:pt x="379" y="680"/>
                  <a:pt x="379" y="680"/>
                </a:cubicBezTo>
                <a:cubicBezTo>
                  <a:pt x="379" y="679"/>
                  <a:pt x="379" y="679"/>
                  <a:pt x="378" y="679"/>
                </a:cubicBezTo>
                <a:cubicBezTo>
                  <a:pt x="378" y="679"/>
                  <a:pt x="377" y="679"/>
                  <a:pt x="377" y="679"/>
                </a:cubicBezTo>
                <a:cubicBezTo>
                  <a:pt x="377" y="672"/>
                  <a:pt x="377" y="672"/>
                  <a:pt x="377" y="672"/>
                </a:cubicBezTo>
                <a:cubicBezTo>
                  <a:pt x="378" y="672"/>
                  <a:pt x="378" y="672"/>
                  <a:pt x="379" y="672"/>
                </a:cubicBezTo>
                <a:close/>
                <a:moveTo>
                  <a:pt x="379" y="688"/>
                </a:moveTo>
                <a:cubicBezTo>
                  <a:pt x="379" y="696"/>
                  <a:pt x="379" y="696"/>
                  <a:pt x="379" y="696"/>
                </a:cubicBezTo>
                <a:cubicBezTo>
                  <a:pt x="378" y="697"/>
                  <a:pt x="378" y="697"/>
                  <a:pt x="377" y="697"/>
                </a:cubicBezTo>
                <a:cubicBezTo>
                  <a:pt x="377" y="690"/>
                  <a:pt x="377" y="690"/>
                  <a:pt x="377" y="690"/>
                </a:cubicBezTo>
                <a:cubicBezTo>
                  <a:pt x="378" y="689"/>
                  <a:pt x="379" y="689"/>
                  <a:pt x="379" y="688"/>
                </a:cubicBezTo>
                <a:close/>
                <a:moveTo>
                  <a:pt x="379" y="699"/>
                </a:moveTo>
                <a:cubicBezTo>
                  <a:pt x="379" y="712"/>
                  <a:pt x="379" y="712"/>
                  <a:pt x="379" y="712"/>
                </a:cubicBezTo>
                <a:cubicBezTo>
                  <a:pt x="377" y="712"/>
                  <a:pt x="377" y="712"/>
                  <a:pt x="377" y="712"/>
                </a:cubicBezTo>
                <a:cubicBezTo>
                  <a:pt x="377" y="703"/>
                  <a:pt x="377" y="703"/>
                  <a:pt x="377" y="703"/>
                </a:cubicBezTo>
                <a:cubicBezTo>
                  <a:pt x="378" y="702"/>
                  <a:pt x="378" y="701"/>
                  <a:pt x="379" y="699"/>
                </a:cubicBezTo>
                <a:close/>
                <a:moveTo>
                  <a:pt x="379" y="747"/>
                </a:moveTo>
                <a:cubicBezTo>
                  <a:pt x="379" y="757"/>
                  <a:pt x="379" y="757"/>
                  <a:pt x="379" y="757"/>
                </a:cubicBezTo>
                <a:cubicBezTo>
                  <a:pt x="378" y="756"/>
                  <a:pt x="378" y="756"/>
                  <a:pt x="377" y="756"/>
                </a:cubicBezTo>
                <a:cubicBezTo>
                  <a:pt x="377" y="747"/>
                  <a:pt x="377" y="747"/>
                  <a:pt x="377" y="747"/>
                </a:cubicBezTo>
                <a:cubicBezTo>
                  <a:pt x="378" y="747"/>
                  <a:pt x="378" y="747"/>
                  <a:pt x="379" y="747"/>
                </a:cubicBezTo>
                <a:close/>
                <a:moveTo>
                  <a:pt x="373" y="2"/>
                </a:moveTo>
                <a:cubicBezTo>
                  <a:pt x="374" y="2"/>
                  <a:pt x="376" y="2"/>
                  <a:pt x="377" y="2"/>
                </a:cubicBezTo>
                <a:cubicBezTo>
                  <a:pt x="377" y="13"/>
                  <a:pt x="377" y="13"/>
                  <a:pt x="377" y="13"/>
                </a:cubicBezTo>
                <a:cubicBezTo>
                  <a:pt x="376" y="12"/>
                  <a:pt x="374" y="11"/>
                  <a:pt x="373" y="10"/>
                </a:cubicBezTo>
                <a:cubicBezTo>
                  <a:pt x="373" y="2"/>
                  <a:pt x="373" y="2"/>
                  <a:pt x="373" y="2"/>
                </a:cubicBezTo>
                <a:close/>
                <a:moveTo>
                  <a:pt x="377" y="793"/>
                </a:moveTo>
                <a:cubicBezTo>
                  <a:pt x="376" y="793"/>
                  <a:pt x="374" y="793"/>
                  <a:pt x="373" y="793"/>
                </a:cubicBezTo>
                <a:cubicBezTo>
                  <a:pt x="373" y="768"/>
                  <a:pt x="373" y="768"/>
                  <a:pt x="373" y="768"/>
                </a:cubicBezTo>
                <a:cubicBezTo>
                  <a:pt x="374" y="771"/>
                  <a:pt x="376" y="773"/>
                  <a:pt x="377" y="775"/>
                </a:cubicBezTo>
                <a:cubicBezTo>
                  <a:pt x="377" y="793"/>
                  <a:pt x="377" y="793"/>
                  <a:pt x="377" y="793"/>
                </a:cubicBezTo>
                <a:close/>
                <a:moveTo>
                  <a:pt x="377" y="38"/>
                </a:moveTo>
                <a:cubicBezTo>
                  <a:pt x="377" y="46"/>
                  <a:pt x="377" y="46"/>
                  <a:pt x="377" y="46"/>
                </a:cubicBezTo>
                <a:cubicBezTo>
                  <a:pt x="373" y="46"/>
                  <a:pt x="373" y="46"/>
                  <a:pt x="373" y="46"/>
                </a:cubicBezTo>
                <a:cubicBezTo>
                  <a:pt x="373" y="35"/>
                  <a:pt x="373" y="35"/>
                  <a:pt x="373" y="35"/>
                </a:cubicBezTo>
                <a:cubicBezTo>
                  <a:pt x="374" y="36"/>
                  <a:pt x="376" y="37"/>
                  <a:pt x="377" y="38"/>
                </a:cubicBezTo>
                <a:close/>
                <a:moveTo>
                  <a:pt x="377" y="166"/>
                </a:moveTo>
                <a:cubicBezTo>
                  <a:pt x="377" y="170"/>
                  <a:pt x="377" y="170"/>
                  <a:pt x="377" y="170"/>
                </a:cubicBezTo>
                <a:cubicBezTo>
                  <a:pt x="376" y="170"/>
                  <a:pt x="374" y="171"/>
                  <a:pt x="373" y="171"/>
                </a:cubicBezTo>
                <a:cubicBezTo>
                  <a:pt x="373" y="166"/>
                  <a:pt x="373" y="166"/>
                  <a:pt x="373" y="166"/>
                </a:cubicBezTo>
                <a:cubicBezTo>
                  <a:pt x="377" y="166"/>
                  <a:pt x="377" y="166"/>
                  <a:pt x="377" y="166"/>
                </a:cubicBezTo>
                <a:close/>
                <a:moveTo>
                  <a:pt x="377" y="177"/>
                </a:moveTo>
                <a:cubicBezTo>
                  <a:pt x="377" y="193"/>
                  <a:pt x="377" y="193"/>
                  <a:pt x="377" y="193"/>
                </a:cubicBezTo>
                <a:cubicBezTo>
                  <a:pt x="376" y="193"/>
                  <a:pt x="375" y="193"/>
                  <a:pt x="373" y="194"/>
                </a:cubicBezTo>
                <a:cubicBezTo>
                  <a:pt x="373" y="188"/>
                  <a:pt x="373" y="188"/>
                  <a:pt x="373" y="188"/>
                </a:cubicBezTo>
                <a:cubicBezTo>
                  <a:pt x="375" y="188"/>
                  <a:pt x="375" y="188"/>
                  <a:pt x="375" y="188"/>
                </a:cubicBezTo>
                <a:cubicBezTo>
                  <a:pt x="375" y="187"/>
                  <a:pt x="375" y="187"/>
                  <a:pt x="373" y="183"/>
                </a:cubicBezTo>
                <a:cubicBezTo>
                  <a:pt x="373" y="174"/>
                  <a:pt x="373" y="174"/>
                  <a:pt x="373" y="174"/>
                </a:cubicBezTo>
                <a:cubicBezTo>
                  <a:pt x="377" y="177"/>
                  <a:pt x="377" y="177"/>
                  <a:pt x="377" y="177"/>
                </a:cubicBezTo>
                <a:close/>
                <a:moveTo>
                  <a:pt x="377" y="296"/>
                </a:moveTo>
                <a:cubicBezTo>
                  <a:pt x="377" y="305"/>
                  <a:pt x="377" y="305"/>
                  <a:pt x="377" y="305"/>
                </a:cubicBezTo>
                <a:cubicBezTo>
                  <a:pt x="376" y="303"/>
                  <a:pt x="374" y="302"/>
                  <a:pt x="373" y="302"/>
                </a:cubicBezTo>
                <a:cubicBezTo>
                  <a:pt x="373" y="297"/>
                  <a:pt x="373" y="297"/>
                  <a:pt x="373" y="297"/>
                </a:cubicBezTo>
                <a:cubicBezTo>
                  <a:pt x="374" y="297"/>
                  <a:pt x="376" y="296"/>
                  <a:pt x="377" y="296"/>
                </a:cubicBezTo>
                <a:close/>
                <a:moveTo>
                  <a:pt x="377" y="311"/>
                </a:moveTo>
                <a:cubicBezTo>
                  <a:pt x="377" y="314"/>
                  <a:pt x="377" y="314"/>
                  <a:pt x="377" y="314"/>
                </a:cubicBezTo>
                <a:cubicBezTo>
                  <a:pt x="376" y="314"/>
                  <a:pt x="374" y="315"/>
                  <a:pt x="373" y="315"/>
                </a:cubicBezTo>
                <a:cubicBezTo>
                  <a:pt x="373" y="311"/>
                  <a:pt x="373" y="311"/>
                  <a:pt x="373" y="311"/>
                </a:cubicBezTo>
                <a:cubicBezTo>
                  <a:pt x="374" y="311"/>
                  <a:pt x="374" y="311"/>
                  <a:pt x="374" y="311"/>
                </a:cubicBezTo>
                <a:cubicBezTo>
                  <a:pt x="375" y="311"/>
                  <a:pt x="376" y="311"/>
                  <a:pt x="377" y="311"/>
                </a:cubicBezTo>
                <a:close/>
                <a:moveTo>
                  <a:pt x="377" y="377"/>
                </a:moveTo>
                <a:cubicBezTo>
                  <a:pt x="377" y="446"/>
                  <a:pt x="377" y="446"/>
                  <a:pt x="377" y="446"/>
                </a:cubicBezTo>
                <a:cubicBezTo>
                  <a:pt x="373" y="448"/>
                  <a:pt x="373" y="448"/>
                  <a:pt x="373" y="448"/>
                </a:cubicBezTo>
                <a:cubicBezTo>
                  <a:pt x="373" y="377"/>
                  <a:pt x="373" y="377"/>
                  <a:pt x="373" y="377"/>
                </a:cubicBezTo>
                <a:cubicBezTo>
                  <a:pt x="377" y="377"/>
                  <a:pt x="377" y="377"/>
                  <a:pt x="377" y="377"/>
                </a:cubicBezTo>
                <a:close/>
                <a:moveTo>
                  <a:pt x="377" y="489"/>
                </a:moveTo>
                <a:cubicBezTo>
                  <a:pt x="377" y="504"/>
                  <a:pt x="377" y="504"/>
                  <a:pt x="377" y="504"/>
                </a:cubicBezTo>
                <a:cubicBezTo>
                  <a:pt x="376" y="501"/>
                  <a:pt x="374" y="498"/>
                  <a:pt x="373" y="495"/>
                </a:cubicBezTo>
                <a:cubicBezTo>
                  <a:pt x="373" y="489"/>
                  <a:pt x="373" y="489"/>
                  <a:pt x="373" y="489"/>
                </a:cubicBezTo>
                <a:cubicBezTo>
                  <a:pt x="377" y="489"/>
                  <a:pt x="377" y="489"/>
                  <a:pt x="377" y="489"/>
                </a:cubicBezTo>
                <a:close/>
                <a:moveTo>
                  <a:pt x="377" y="505"/>
                </a:moveTo>
                <a:cubicBezTo>
                  <a:pt x="377" y="508"/>
                  <a:pt x="377" y="508"/>
                  <a:pt x="377" y="508"/>
                </a:cubicBezTo>
                <a:cubicBezTo>
                  <a:pt x="376" y="508"/>
                  <a:pt x="374" y="508"/>
                  <a:pt x="373" y="507"/>
                </a:cubicBezTo>
                <a:cubicBezTo>
                  <a:pt x="373" y="505"/>
                  <a:pt x="373" y="505"/>
                  <a:pt x="373" y="505"/>
                </a:cubicBezTo>
                <a:cubicBezTo>
                  <a:pt x="374" y="505"/>
                  <a:pt x="374" y="505"/>
                  <a:pt x="374" y="505"/>
                </a:cubicBezTo>
                <a:cubicBezTo>
                  <a:pt x="377" y="505"/>
                  <a:pt x="377" y="505"/>
                  <a:pt x="377" y="505"/>
                </a:cubicBezTo>
                <a:close/>
                <a:moveTo>
                  <a:pt x="377" y="612"/>
                </a:moveTo>
                <a:cubicBezTo>
                  <a:pt x="377" y="623"/>
                  <a:pt x="377" y="623"/>
                  <a:pt x="377" y="623"/>
                </a:cubicBezTo>
                <a:cubicBezTo>
                  <a:pt x="376" y="621"/>
                  <a:pt x="375" y="620"/>
                  <a:pt x="373" y="618"/>
                </a:cubicBezTo>
                <a:cubicBezTo>
                  <a:pt x="373" y="612"/>
                  <a:pt x="373" y="612"/>
                  <a:pt x="373" y="612"/>
                </a:cubicBezTo>
                <a:cubicBezTo>
                  <a:pt x="374" y="612"/>
                  <a:pt x="374" y="612"/>
                  <a:pt x="375" y="612"/>
                </a:cubicBezTo>
                <a:cubicBezTo>
                  <a:pt x="377" y="612"/>
                  <a:pt x="377" y="612"/>
                  <a:pt x="377" y="612"/>
                </a:cubicBezTo>
                <a:close/>
                <a:moveTo>
                  <a:pt x="377" y="633"/>
                </a:moveTo>
                <a:cubicBezTo>
                  <a:pt x="377" y="639"/>
                  <a:pt x="377" y="639"/>
                  <a:pt x="377" y="639"/>
                </a:cubicBezTo>
                <a:cubicBezTo>
                  <a:pt x="375" y="639"/>
                  <a:pt x="375" y="639"/>
                  <a:pt x="375" y="639"/>
                </a:cubicBezTo>
                <a:cubicBezTo>
                  <a:pt x="374" y="639"/>
                  <a:pt x="374" y="639"/>
                  <a:pt x="373" y="639"/>
                </a:cubicBezTo>
                <a:cubicBezTo>
                  <a:pt x="373" y="633"/>
                  <a:pt x="373" y="633"/>
                  <a:pt x="373" y="633"/>
                </a:cubicBezTo>
                <a:cubicBezTo>
                  <a:pt x="374" y="633"/>
                  <a:pt x="376" y="633"/>
                  <a:pt x="377" y="633"/>
                </a:cubicBezTo>
                <a:close/>
                <a:moveTo>
                  <a:pt x="377" y="672"/>
                </a:moveTo>
                <a:cubicBezTo>
                  <a:pt x="377" y="679"/>
                  <a:pt x="377" y="679"/>
                  <a:pt x="377" y="679"/>
                </a:cubicBezTo>
                <a:cubicBezTo>
                  <a:pt x="376" y="679"/>
                  <a:pt x="375" y="679"/>
                  <a:pt x="373" y="680"/>
                </a:cubicBezTo>
                <a:cubicBezTo>
                  <a:pt x="373" y="672"/>
                  <a:pt x="373" y="672"/>
                  <a:pt x="373" y="672"/>
                </a:cubicBezTo>
                <a:cubicBezTo>
                  <a:pt x="374" y="672"/>
                  <a:pt x="376" y="672"/>
                  <a:pt x="377" y="672"/>
                </a:cubicBezTo>
                <a:close/>
                <a:moveTo>
                  <a:pt x="377" y="690"/>
                </a:moveTo>
                <a:cubicBezTo>
                  <a:pt x="377" y="697"/>
                  <a:pt x="377" y="697"/>
                  <a:pt x="377" y="697"/>
                </a:cubicBezTo>
                <a:cubicBezTo>
                  <a:pt x="376" y="697"/>
                  <a:pt x="374" y="697"/>
                  <a:pt x="373" y="697"/>
                </a:cubicBezTo>
                <a:cubicBezTo>
                  <a:pt x="373" y="687"/>
                  <a:pt x="373" y="687"/>
                  <a:pt x="373" y="687"/>
                </a:cubicBezTo>
                <a:cubicBezTo>
                  <a:pt x="374" y="688"/>
                  <a:pt x="374" y="689"/>
                  <a:pt x="375" y="690"/>
                </a:cubicBezTo>
                <a:cubicBezTo>
                  <a:pt x="376" y="690"/>
                  <a:pt x="376" y="690"/>
                  <a:pt x="377" y="690"/>
                </a:cubicBezTo>
                <a:close/>
                <a:moveTo>
                  <a:pt x="377" y="703"/>
                </a:moveTo>
                <a:cubicBezTo>
                  <a:pt x="377" y="712"/>
                  <a:pt x="377" y="712"/>
                  <a:pt x="377" y="712"/>
                </a:cubicBezTo>
                <a:cubicBezTo>
                  <a:pt x="373" y="712"/>
                  <a:pt x="373" y="712"/>
                  <a:pt x="373" y="712"/>
                </a:cubicBezTo>
                <a:cubicBezTo>
                  <a:pt x="373" y="703"/>
                  <a:pt x="373" y="703"/>
                  <a:pt x="373" y="703"/>
                </a:cubicBezTo>
                <a:cubicBezTo>
                  <a:pt x="374" y="703"/>
                  <a:pt x="375" y="703"/>
                  <a:pt x="376" y="703"/>
                </a:cubicBezTo>
                <a:cubicBezTo>
                  <a:pt x="377" y="703"/>
                  <a:pt x="377" y="703"/>
                  <a:pt x="377" y="703"/>
                </a:cubicBezTo>
                <a:close/>
                <a:moveTo>
                  <a:pt x="377" y="747"/>
                </a:moveTo>
                <a:cubicBezTo>
                  <a:pt x="377" y="756"/>
                  <a:pt x="377" y="756"/>
                  <a:pt x="377" y="756"/>
                </a:cubicBezTo>
                <a:cubicBezTo>
                  <a:pt x="376" y="756"/>
                  <a:pt x="374" y="756"/>
                  <a:pt x="373" y="756"/>
                </a:cubicBezTo>
                <a:cubicBezTo>
                  <a:pt x="373" y="747"/>
                  <a:pt x="373" y="747"/>
                  <a:pt x="373" y="747"/>
                </a:cubicBezTo>
                <a:cubicBezTo>
                  <a:pt x="374" y="747"/>
                  <a:pt x="376" y="747"/>
                  <a:pt x="377" y="747"/>
                </a:cubicBezTo>
                <a:close/>
                <a:moveTo>
                  <a:pt x="373" y="551"/>
                </a:moveTo>
                <a:cubicBezTo>
                  <a:pt x="373" y="544"/>
                  <a:pt x="373" y="544"/>
                  <a:pt x="373" y="544"/>
                </a:cubicBezTo>
                <a:cubicBezTo>
                  <a:pt x="375" y="545"/>
                  <a:pt x="376" y="546"/>
                  <a:pt x="377" y="548"/>
                </a:cubicBezTo>
                <a:cubicBezTo>
                  <a:pt x="375" y="549"/>
                  <a:pt x="374" y="550"/>
                  <a:pt x="373" y="551"/>
                </a:cubicBezTo>
                <a:close/>
                <a:moveTo>
                  <a:pt x="373" y="264"/>
                </a:moveTo>
                <a:cubicBezTo>
                  <a:pt x="373" y="258"/>
                  <a:pt x="373" y="258"/>
                  <a:pt x="373" y="258"/>
                </a:cubicBezTo>
                <a:cubicBezTo>
                  <a:pt x="375" y="258"/>
                  <a:pt x="375" y="258"/>
                  <a:pt x="375" y="258"/>
                </a:cubicBezTo>
                <a:cubicBezTo>
                  <a:pt x="375" y="260"/>
                  <a:pt x="375" y="261"/>
                  <a:pt x="375" y="263"/>
                </a:cubicBezTo>
                <a:cubicBezTo>
                  <a:pt x="375" y="264"/>
                  <a:pt x="374" y="264"/>
                  <a:pt x="373" y="264"/>
                </a:cubicBezTo>
                <a:close/>
                <a:moveTo>
                  <a:pt x="370" y="2"/>
                </a:moveTo>
                <a:cubicBezTo>
                  <a:pt x="371" y="2"/>
                  <a:pt x="372" y="2"/>
                  <a:pt x="373" y="2"/>
                </a:cubicBezTo>
                <a:cubicBezTo>
                  <a:pt x="373" y="10"/>
                  <a:pt x="373" y="10"/>
                  <a:pt x="373" y="10"/>
                </a:cubicBezTo>
                <a:cubicBezTo>
                  <a:pt x="372" y="10"/>
                  <a:pt x="371" y="9"/>
                  <a:pt x="370" y="9"/>
                </a:cubicBezTo>
                <a:cubicBezTo>
                  <a:pt x="370" y="2"/>
                  <a:pt x="370" y="2"/>
                  <a:pt x="370" y="2"/>
                </a:cubicBezTo>
                <a:close/>
                <a:moveTo>
                  <a:pt x="373" y="793"/>
                </a:moveTo>
                <a:cubicBezTo>
                  <a:pt x="372" y="793"/>
                  <a:pt x="371" y="793"/>
                  <a:pt x="370" y="793"/>
                </a:cubicBezTo>
                <a:cubicBezTo>
                  <a:pt x="370" y="785"/>
                  <a:pt x="370" y="785"/>
                  <a:pt x="370" y="785"/>
                </a:cubicBezTo>
                <a:cubicBezTo>
                  <a:pt x="371" y="785"/>
                  <a:pt x="371" y="785"/>
                  <a:pt x="372" y="784"/>
                </a:cubicBezTo>
                <a:cubicBezTo>
                  <a:pt x="371" y="783"/>
                  <a:pt x="371" y="781"/>
                  <a:pt x="370" y="780"/>
                </a:cubicBezTo>
                <a:cubicBezTo>
                  <a:pt x="370" y="760"/>
                  <a:pt x="370" y="760"/>
                  <a:pt x="370" y="760"/>
                </a:cubicBezTo>
                <a:cubicBezTo>
                  <a:pt x="371" y="763"/>
                  <a:pt x="372" y="766"/>
                  <a:pt x="373" y="768"/>
                </a:cubicBezTo>
                <a:cubicBezTo>
                  <a:pt x="373" y="793"/>
                  <a:pt x="373" y="793"/>
                  <a:pt x="373" y="793"/>
                </a:cubicBezTo>
                <a:close/>
                <a:moveTo>
                  <a:pt x="373" y="35"/>
                </a:moveTo>
                <a:cubicBezTo>
                  <a:pt x="373" y="46"/>
                  <a:pt x="373" y="46"/>
                  <a:pt x="373" y="46"/>
                </a:cubicBezTo>
                <a:cubicBezTo>
                  <a:pt x="370" y="46"/>
                  <a:pt x="370" y="46"/>
                  <a:pt x="370" y="46"/>
                </a:cubicBezTo>
                <a:cubicBezTo>
                  <a:pt x="370" y="32"/>
                  <a:pt x="370" y="32"/>
                  <a:pt x="370" y="32"/>
                </a:cubicBezTo>
                <a:cubicBezTo>
                  <a:pt x="371" y="33"/>
                  <a:pt x="372" y="34"/>
                  <a:pt x="373" y="35"/>
                </a:cubicBezTo>
                <a:close/>
                <a:moveTo>
                  <a:pt x="373" y="166"/>
                </a:moveTo>
                <a:cubicBezTo>
                  <a:pt x="373" y="171"/>
                  <a:pt x="373" y="171"/>
                  <a:pt x="373" y="171"/>
                </a:cubicBezTo>
                <a:cubicBezTo>
                  <a:pt x="373" y="171"/>
                  <a:pt x="372" y="171"/>
                  <a:pt x="372" y="172"/>
                </a:cubicBezTo>
                <a:cubicBezTo>
                  <a:pt x="373" y="174"/>
                  <a:pt x="373" y="174"/>
                  <a:pt x="373" y="174"/>
                </a:cubicBezTo>
                <a:cubicBezTo>
                  <a:pt x="373" y="183"/>
                  <a:pt x="373" y="183"/>
                  <a:pt x="373" y="183"/>
                </a:cubicBezTo>
                <a:cubicBezTo>
                  <a:pt x="373" y="182"/>
                  <a:pt x="372" y="180"/>
                  <a:pt x="370" y="177"/>
                </a:cubicBezTo>
                <a:cubicBezTo>
                  <a:pt x="370" y="166"/>
                  <a:pt x="370" y="166"/>
                  <a:pt x="370" y="166"/>
                </a:cubicBezTo>
                <a:cubicBezTo>
                  <a:pt x="371" y="166"/>
                  <a:pt x="371" y="166"/>
                  <a:pt x="371" y="166"/>
                </a:cubicBezTo>
                <a:cubicBezTo>
                  <a:pt x="373" y="166"/>
                  <a:pt x="373" y="166"/>
                  <a:pt x="373" y="166"/>
                </a:cubicBezTo>
                <a:close/>
                <a:moveTo>
                  <a:pt x="373" y="188"/>
                </a:moveTo>
                <a:cubicBezTo>
                  <a:pt x="373" y="194"/>
                  <a:pt x="373" y="194"/>
                  <a:pt x="373" y="194"/>
                </a:cubicBezTo>
                <a:cubicBezTo>
                  <a:pt x="372" y="194"/>
                  <a:pt x="372" y="194"/>
                  <a:pt x="372" y="194"/>
                </a:cubicBezTo>
                <a:cubicBezTo>
                  <a:pt x="372" y="194"/>
                  <a:pt x="371" y="194"/>
                  <a:pt x="370" y="194"/>
                </a:cubicBezTo>
                <a:cubicBezTo>
                  <a:pt x="370" y="188"/>
                  <a:pt x="370" y="188"/>
                  <a:pt x="370" y="188"/>
                </a:cubicBezTo>
                <a:cubicBezTo>
                  <a:pt x="371" y="188"/>
                  <a:pt x="372" y="188"/>
                  <a:pt x="373" y="188"/>
                </a:cubicBezTo>
                <a:close/>
                <a:moveTo>
                  <a:pt x="373" y="258"/>
                </a:moveTo>
                <a:cubicBezTo>
                  <a:pt x="373" y="264"/>
                  <a:pt x="373" y="264"/>
                  <a:pt x="373" y="264"/>
                </a:cubicBezTo>
                <a:cubicBezTo>
                  <a:pt x="372" y="265"/>
                  <a:pt x="371" y="266"/>
                  <a:pt x="370" y="266"/>
                </a:cubicBezTo>
                <a:cubicBezTo>
                  <a:pt x="370" y="257"/>
                  <a:pt x="370" y="257"/>
                  <a:pt x="370" y="257"/>
                </a:cubicBezTo>
                <a:cubicBezTo>
                  <a:pt x="371" y="258"/>
                  <a:pt x="372" y="258"/>
                  <a:pt x="373" y="258"/>
                </a:cubicBezTo>
                <a:close/>
                <a:moveTo>
                  <a:pt x="373" y="297"/>
                </a:moveTo>
                <a:cubicBezTo>
                  <a:pt x="373" y="302"/>
                  <a:pt x="373" y="302"/>
                  <a:pt x="373" y="302"/>
                </a:cubicBezTo>
                <a:cubicBezTo>
                  <a:pt x="372" y="302"/>
                  <a:pt x="371" y="302"/>
                  <a:pt x="370" y="302"/>
                </a:cubicBezTo>
                <a:cubicBezTo>
                  <a:pt x="370" y="298"/>
                  <a:pt x="370" y="298"/>
                  <a:pt x="370" y="298"/>
                </a:cubicBezTo>
                <a:cubicBezTo>
                  <a:pt x="371" y="298"/>
                  <a:pt x="372" y="297"/>
                  <a:pt x="373" y="297"/>
                </a:cubicBezTo>
                <a:close/>
                <a:moveTo>
                  <a:pt x="373" y="311"/>
                </a:moveTo>
                <a:cubicBezTo>
                  <a:pt x="373" y="315"/>
                  <a:pt x="373" y="315"/>
                  <a:pt x="373" y="315"/>
                </a:cubicBezTo>
                <a:cubicBezTo>
                  <a:pt x="372" y="315"/>
                  <a:pt x="371" y="315"/>
                  <a:pt x="370" y="316"/>
                </a:cubicBezTo>
                <a:cubicBezTo>
                  <a:pt x="370" y="308"/>
                  <a:pt x="370" y="308"/>
                  <a:pt x="370" y="308"/>
                </a:cubicBezTo>
                <a:cubicBezTo>
                  <a:pt x="373" y="311"/>
                  <a:pt x="373" y="311"/>
                  <a:pt x="373" y="311"/>
                </a:cubicBezTo>
                <a:close/>
                <a:moveTo>
                  <a:pt x="373" y="377"/>
                </a:moveTo>
                <a:cubicBezTo>
                  <a:pt x="373" y="448"/>
                  <a:pt x="373" y="448"/>
                  <a:pt x="373" y="448"/>
                </a:cubicBezTo>
                <a:cubicBezTo>
                  <a:pt x="370" y="451"/>
                  <a:pt x="370" y="451"/>
                  <a:pt x="370" y="451"/>
                </a:cubicBezTo>
                <a:cubicBezTo>
                  <a:pt x="370" y="377"/>
                  <a:pt x="370" y="377"/>
                  <a:pt x="370" y="377"/>
                </a:cubicBezTo>
                <a:cubicBezTo>
                  <a:pt x="373" y="377"/>
                  <a:pt x="373" y="377"/>
                  <a:pt x="373" y="377"/>
                </a:cubicBezTo>
                <a:close/>
                <a:moveTo>
                  <a:pt x="373" y="489"/>
                </a:moveTo>
                <a:cubicBezTo>
                  <a:pt x="373" y="495"/>
                  <a:pt x="373" y="495"/>
                  <a:pt x="373" y="495"/>
                </a:cubicBezTo>
                <a:cubicBezTo>
                  <a:pt x="373" y="493"/>
                  <a:pt x="373" y="493"/>
                  <a:pt x="373" y="493"/>
                </a:cubicBezTo>
                <a:cubicBezTo>
                  <a:pt x="370" y="492"/>
                  <a:pt x="370" y="492"/>
                  <a:pt x="370" y="492"/>
                </a:cubicBezTo>
                <a:cubicBezTo>
                  <a:pt x="370" y="488"/>
                  <a:pt x="370" y="488"/>
                  <a:pt x="370" y="488"/>
                </a:cubicBezTo>
                <a:cubicBezTo>
                  <a:pt x="373" y="489"/>
                  <a:pt x="373" y="489"/>
                  <a:pt x="373" y="489"/>
                </a:cubicBezTo>
                <a:close/>
                <a:moveTo>
                  <a:pt x="373" y="505"/>
                </a:moveTo>
                <a:cubicBezTo>
                  <a:pt x="373" y="507"/>
                  <a:pt x="373" y="507"/>
                  <a:pt x="373" y="507"/>
                </a:cubicBezTo>
                <a:cubicBezTo>
                  <a:pt x="372" y="507"/>
                  <a:pt x="371" y="507"/>
                  <a:pt x="370" y="506"/>
                </a:cubicBezTo>
                <a:cubicBezTo>
                  <a:pt x="370" y="501"/>
                  <a:pt x="370" y="501"/>
                  <a:pt x="370" y="501"/>
                </a:cubicBezTo>
                <a:cubicBezTo>
                  <a:pt x="371" y="502"/>
                  <a:pt x="372" y="504"/>
                  <a:pt x="373" y="505"/>
                </a:cubicBezTo>
                <a:close/>
                <a:moveTo>
                  <a:pt x="373" y="544"/>
                </a:moveTo>
                <a:cubicBezTo>
                  <a:pt x="373" y="551"/>
                  <a:pt x="373" y="551"/>
                  <a:pt x="373" y="551"/>
                </a:cubicBezTo>
                <a:cubicBezTo>
                  <a:pt x="372" y="551"/>
                  <a:pt x="371" y="552"/>
                  <a:pt x="370" y="552"/>
                </a:cubicBezTo>
                <a:cubicBezTo>
                  <a:pt x="370" y="543"/>
                  <a:pt x="370" y="543"/>
                  <a:pt x="370" y="543"/>
                </a:cubicBezTo>
                <a:cubicBezTo>
                  <a:pt x="371" y="543"/>
                  <a:pt x="372" y="544"/>
                  <a:pt x="373" y="544"/>
                </a:cubicBezTo>
                <a:close/>
                <a:moveTo>
                  <a:pt x="373" y="612"/>
                </a:moveTo>
                <a:cubicBezTo>
                  <a:pt x="373" y="618"/>
                  <a:pt x="373" y="618"/>
                  <a:pt x="373" y="618"/>
                </a:cubicBezTo>
                <a:cubicBezTo>
                  <a:pt x="372" y="618"/>
                  <a:pt x="371" y="617"/>
                  <a:pt x="370" y="616"/>
                </a:cubicBezTo>
                <a:cubicBezTo>
                  <a:pt x="370" y="610"/>
                  <a:pt x="370" y="610"/>
                  <a:pt x="370" y="610"/>
                </a:cubicBezTo>
                <a:cubicBezTo>
                  <a:pt x="371" y="611"/>
                  <a:pt x="372" y="611"/>
                  <a:pt x="373" y="612"/>
                </a:cubicBezTo>
                <a:close/>
                <a:moveTo>
                  <a:pt x="373" y="633"/>
                </a:moveTo>
                <a:cubicBezTo>
                  <a:pt x="373" y="639"/>
                  <a:pt x="373" y="639"/>
                  <a:pt x="373" y="639"/>
                </a:cubicBezTo>
                <a:cubicBezTo>
                  <a:pt x="372" y="639"/>
                  <a:pt x="371" y="638"/>
                  <a:pt x="370" y="638"/>
                </a:cubicBezTo>
                <a:cubicBezTo>
                  <a:pt x="370" y="632"/>
                  <a:pt x="370" y="632"/>
                  <a:pt x="370" y="632"/>
                </a:cubicBezTo>
                <a:cubicBezTo>
                  <a:pt x="371" y="633"/>
                  <a:pt x="372" y="633"/>
                  <a:pt x="372" y="633"/>
                </a:cubicBezTo>
                <a:cubicBezTo>
                  <a:pt x="373" y="633"/>
                  <a:pt x="373" y="633"/>
                  <a:pt x="373" y="633"/>
                </a:cubicBezTo>
                <a:close/>
                <a:moveTo>
                  <a:pt x="373" y="672"/>
                </a:moveTo>
                <a:cubicBezTo>
                  <a:pt x="373" y="680"/>
                  <a:pt x="373" y="680"/>
                  <a:pt x="373" y="680"/>
                </a:cubicBezTo>
                <a:cubicBezTo>
                  <a:pt x="373" y="680"/>
                  <a:pt x="373" y="680"/>
                  <a:pt x="373" y="680"/>
                </a:cubicBezTo>
                <a:cubicBezTo>
                  <a:pt x="373" y="683"/>
                  <a:pt x="373" y="685"/>
                  <a:pt x="373" y="687"/>
                </a:cubicBezTo>
                <a:cubicBezTo>
                  <a:pt x="373" y="697"/>
                  <a:pt x="373" y="697"/>
                  <a:pt x="373" y="697"/>
                </a:cubicBezTo>
                <a:cubicBezTo>
                  <a:pt x="372" y="697"/>
                  <a:pt x="371" y="697"/>
                  <a:pt x="370" y="696"/>
                </a:cubicBezTo>
                <a:cubicBezTo>
                  <a:pt x="370" y="672"/>
                  <a:pt x="370" y="672"/>
                  <a:pt x="370" y="672"/>
                </a:cubicBezTo>
                <a:cubicBezTo>
                  <a:pt x="371" y="672"/>
                  <a:pt x="372" y="672"/>
                  <a:pt x="373" y="672"/>
                </a:cubicBezTo>
                <a:close/>
                <a:moveTo>
                  <a:pt x="373" y="703"/>
                </a:moveTo>
                <a:cubicBezTo>
                  <a:pt x="373" y="712"/>
                  <a:pt x="373" y="712"/>
                  <a:pt x="373" y="712"/>
                </a:cubicBezTo>
                <a:cubicBezTo>
                  <a:pt x="372" y="712"/>
                  <a:pt x="371" y="712"/>
                  <a:pt x="370" y="712"/>
                </a:cubicBezTo>
                <a:cubicBezTo>
                  <a:pt x="370" y="703"/>
                  <a:pt x="370" y="703"/>
                  <a:pt x="370" y="703"/>
                </a:cubicBezTo>
                <a:cubicBezTo>
                  <a:pt x="371" y="703"/>
                  <a:pt x="372" y="703"/>
                  <a:pt x="373" y="703"/>
                </a:cubicBezTo>
                <a:close/>
                <a:moveTo>
                  <a:pt x="373" y="747"/>
                </a:moveTo>
                <a:cubicBezTo>
                  <a:pt x="373" y="756"/>
                  <a:pt x="373" y="756"/>
                  <a:pt x="373" y="756"/>
                </a:cubicBezTo>
                <a:cubicBezTo>
                  <a:pt x="372" y="756"/>
                  <a:pt x="371" y="756"/>
                  <a:pt x="370" y="756"/>
                </a:cubicBezTo>
                <a:cubicBezTo>
                  <a:pt x="370" y="747"/>
                  <a:pt x="370" y="747"/>
                  <a:pt x="370" y="747"/>
                </a:cubicBezTo>
                <a:cubicBezTo>
                  <a:pt x="371" y="747"/>
                  <a:pt x="372" y="747"/>
                  <a:pt x="373" y="747"/>
                </a:cubicBezTo>
                <a:close/>
                <a:moveTo>
                  <a:pt x="370" y="529"/>
                </a:moveTo>
                <a:cubicBezTo>
                  <a:pt x="370" y="522"/>
                  <a:pt x="370" y="522"/>
                  <a:pt x="370" y="522"/>
                </a:cubicBezTo>
                <a:cubicBezTo>
                  <a:pt x="371" y="524"/>
                  <a:pt x="371" y="527"/>
                  <a:pt x="370" y="529"/>
                </a:cubicBezTo>
                <a:close/>
                <a:moveTo>
                  <a:pt x="370" y="129"/>
                </a:moveTo>
                <a:cubicBezTo>
                  <a:pt x="370" y="121"/>
                  <a:pt x="370" y="121"/>
                  <a:pt x="370" y="121"/>
                </a:cubicBezTo>
                <a:cubicBezTo>
                  <a:pt x="371" y="122"/>
                  <a:pt x="372" y="122"/>
                  <a:pt x="372" y="122"/>
                </a:cubicBezTo>
                <a:cubicBezTo>
                  <a:pt x="372" y="125"/>
                  <a:pt x="371" y="127"/>
                  <a:pt x="370" y="129"/>
                </a:cubicBezTo>
                <a:close/>
                <a:moveTo>
                  <a:pt x="367" y="2"/>
                </a:moveTo>
                <a:cubicBezTo>
                  <a:pt x="368" y="2"/>
                  <a:pt x="369" y="2"/>
                  <a:pt x="370" y="2"/>
                </a:cubicBezTo>
                <a:cubicBezTo>
                  <a:pt x="370" y="9"/>
                  <a:pt x="370" y="9"/>
                  <a:pt x="370" y="9"/>
                </a:cubicBezTo>
                <a:cubicBezTo>
                  <a:pt x="369" y="9"/>
                  <a:pt x="368" y="8"/>
                  <a:pt x="367" y="8"/>
                </a:cubicBezTo>
                <a:cubicBezTo>
                  <a:pt x="367" y="2"/>
                  <a:pt x="367" y="2"/>
                  <a:pt x="367" y="2"/>
                </a:cubicBezTo>
                <a:close/>
                <a:moveTo>
                  <a:pt x="370" y="793"/>
                </a:moveTo>
                <a:cubicBezTo>
                  <a:pt x="369" y="792"/>
                  <a:pt x="368" y="792"/>
                  <a:pt x="367" y="792"/>
                </a:cubicBezTo>
                <a:cubicBezTo>
                  <a:pt x="367" y="786"/>
                  <a:pt x="367" y="786"/>
                  <a:pt x="367" y="786"/>
                </a:cubicBezTo>
                <a:cubicBezTo>
                  <a:pt x="368" y="785"/>
                  <a:pt x="369" y="785"/>
                  <a:pt x="370" y="785"/>
                </a:cubicBezTo>
                <a:cubicBezTo>
                  <a:pt x="370" y="793"/>
                  <a:pt x="370" y="793"/>
                  <a:pt x="370" y="793"/>
                </a:cubicBezTo>
                <a:close/>
                <a:moveTo>
                  <a:pt x="370" y="32"/>
                </a:moveTo>
                <a:cubicBezTo>
                  <a:pt x="370" y="46"/>
                  <a:pt x="370" y="46"/>
                  <a:pt x="370" y="46"/>
                </a:cubicBezTo>
                <a:cubicBezTo>
                  <a:pt x="369" y="46"/>
                  <a:pt x="369" y="46"/>
                  <a:pt x="369" y="46"/>
                </a:cubicBezTo>
                <a:cubicBezTo>
                  <a:pt x="368" y="46"/>
                  <a:pt x="368" y="46"/>
                  <a:pt x="367" y="46"/>
                </a:cubicBezTo>
                <a:cubicBezTo>
                  <a:pt x="367" y="29"/>
                  <a:pt x="367" y="29"/>
                  <a:pt x="367" y="29"/>
                </a:cubicBezTo>
                <a:cubicBezTo>
                  <a:pt x="368" y="30"/>
                  <a:pt x="369" y="31"/>
                  <a:pt x="370" y="32"/>
                </a:cubicBezTo>
                <a:close/>
                <a:moveTo>
                  <a:pt x="370" y="121"/>
                </a:moveTo>
                <a:cubicBezTo>
                  <a:pt x="370" y="129"/>
                  <a:pt x="370" y="129"/>
                  <a:pt x="370" y="129"/>
                </a:cubicBezTo>
                <a:cubicBezTo>
                  <a:pt x="369" y="131"/>
                  <a:pt x="368" y="133"/>
                  <a:pt x="367" y="134"/>
                </a:cubicBezTo>
                <a:cubicBezTo>
                  <a:pt x="367" y="121"/>
                  <a:pt x="367" y="121"/>
                  <a:pt x="367" y="121"/>
                </a:cubicBezTo>
                <a:cubicBezTo>
                  <a:pt x="368" y="121"/>
                  <a:pt x="369" y="121"/>
                  <a:pt x="370" y="121"/>
                </a:cubicBezTo>
                <a:close/>
                <a:moveTo>
                  <a:pt x="370" y="166"/>
                </a:moveTo>
                <a:cubicBezTo>
                  <a:pt x="370" y="177"/>
                  <a:pt x="370" y="177"/>
                  <a:pt x="370" y="177"/>
                </a:cubicBezTo>
                <a:cubicBezTo>
                  <a:pt x="369" y="176"/>
                  <a:pt x="369" y="176"/>
                  <a:pt x="369" y="176"/>
                </a:cubicBezTo>
                <a:cubicBezTo>
                  <a:pt x="368" y="175"/>
                  <a:pt x="367" y="175"/>
                  <a:pt x="367" y="175"/>
                </a:cubicBezTo>
                <a:cubicBezTo>
                  <a:pt x="367" y="166"/>
                  <a:pt x="367" y="166"/>
                  <a:pt x="367" y="166"/>
                </a:cubicBezTo>
                <a:cubicBezTo>
                  <a:pt x="368" y="166"/>
                  <a:pt x="369" y="166"/>
                  <a:pt x="370" y="166"/>
                </a:cubicBezTo>
                <a:close/>
                <a:moveTo>
                  <a:pt x="370" y="188"/>
                </a:moveTo>
                <a:cubicBezTo>
                  <a:pt x="370" y="194"/>
                  <a:pt x="370" y="194"/>
                  <a:pt x="370" y="194"/>
                </a:cubicBezTo>
                <a:cubicBezTo>
                  <a:pt x="369" y="194"/>
                  <a:pt x="368" y="194"/>
                  <a:pt x="367" y="194"/>
                </a:cubicBezTo>
                <a:cubicBezTo>
                  <a:pt x="367" y="188"/>
                  <a:pt x="367" y="188"/>
                  <a:pt x="367" y="188"/>
                </a:cubicBezTo>
                <a:cubicBezTo>
                  <a:pt x="368" y="188"/>
                  <a:pt x="369" y="188"/>
                  <a:pt x="370" y="188"/>
                </a:cubicBezTo>
                <a:close/>
                <a:moveTo>
                  <a:pt x="370" y="257"/>
                </a:moveTo>
                <a:cubicBezTo>
                  <a:pt x="370" y="266"/>
                  <a:pt x="370" y="266"/>
                  <a:pt x="370" y="266"/>
                </a:cubicBezTo>
                <a:cubicBezTo>
                  <a:pt x="369" y="266"/>
                  <a:pt x="368" y="267"/>
                  <a:pt x="367" y="268"/>
                </a:cubicBezTo>
                <a:cubicBezTo>
                  <a:pt x="367" y="257"/>
                  <a:pt x="367" y="257"/>
                  <a:pt x="367" y="257"/>
                </a:cubicBezTo>
                <a:cubicBezTo>
                  <a:pt x="370" y="257"/>
                  <a:pt x="370" y="257"/>
                  <a:pt x="370" y="257"/>
                </a:cubicBezTo>
                <a:close/>
                <a:moveTo>
                  <a:pt x="370" y="298"/>
                </a:moveTo>
                <a:cubicBezTo>
                  <a:pt x="370" y="302"/>
                  <a:pt x="370" y="302"/>
                  <a:pt x="370" y="302"/>
                </a:cubicBezTo>
                <a:cubicBezTo>
                  <a:pt x="369" y="302"/>
                  <a:pt x="368" y="302"/>
                  <a:pt x="367" y="302"/>
                </a:cubicBezTo>
                <a:cubicBezTo>
                  <a:pt x="367" y="299"/>
                  <a:pt x="367" y="299"/>
                  <a:pt x="367" y="299"/>
                </a:cubicBezTo>
                <a:cubicBezTo>
                  <a:pt x="368" y="298"/>
                  <a:pt x="369" y="298"/>
                  <a:pt x="370" y="298"/>
                </a:cubicBezTo>
                <a:close/>
                <a:moveTo>
                  <a:pt x="370" y="308"/>
                </a:moveTo>
                <a:cubicBezTo>
                  <a:pt x="370" y="316"/>
                  <a:pt x="370" y="316"/>
                  <a:pt x="370" y="316"/>
                </a:cubicBezTo>
                <a:cubicBezTo>
                  <a:pt x="369" y="316"/>
                  <a:pt x="368" y="316"/>
                  <a:pt x="367" y="317"/>
                </a:cubicBezTo>
                <a:cubicBezTo>
                  <a:pt x="367" y="314"/>
                  <a:pt x="367" y="314"/>
                  <a:pt x="367" y="314"/>
                </a:cubicBezTo>
                <a:cubicBezTo>
                  <a:pt x="368" y="314"/>
                  <a:pt x="368" y="313"/>
                  <a:pt x="369" y="313"/>
                </a:cubicBezTo>
                <a:cubicBezTo>
                  <a:pt x="368" y="312"/>
                  <a:pt x="368" y="311"/>
                  <a:pt x="367" y="309"/>
                </a:cubicBezTo>
                <a:cubicBezTo>
                  <a:pt x="367" y="305"/>
                  <a:pt x="367" y="305"/>
                  <a:pt x="367" y="305"/>
                </a:cubicBezTo>
                <a:cubicBezTo>
                  <a:pt x="370" y="308"/>
                  <a:pt x="370" y="308"/>
                  <a:pt x="370" y="308"/>
                </a:cubicBezTo>
                <a:close/>
                <a:moveTo>
                  <a:pt x="370" y="377"/>
                </a:moveTo>
                <a:cubicBezTo>
                  <a:pt x="370" y="451"/>
                  <a:pt x="370" y="451"/>
                  <a:pt x="370" y="451"/>
                </a:cubicBezTo>
                <a:cubicBezTo>
                  <a:pt x="367" y="453"/>
                  <a:pt x="367" y="453"/>
                  <a:pt x="367" y="453"/>
                </a:cubicBezTo>
                <a:cubicBezTo>
                  <a:pt x="367" y="417"/>
                  <a:pt x="367" y="417"/>
                  <a:pt x="367" y="417"/>
                </a:cubicBezTo>
                <a:cubicBezTo>
                  <a:pt x="368" y="411"/>
                  <a:pt x="368" y="411"/>
                  <a:pt x="368" y="411"/>
                </a:cubicBezTo>
                <a:cubicBezTo>
                  <a:pt x="367" y="410"/>
                  <a:pt x="367" y="410"/>
                  <a:pt x="367" y="410"/>
                </a:cubicBezTo>
                <a:cubicBezTo>
                  <a:pt x="367" y="378"/>
                  <a:pt x="367" y="378"/>
                  <a:pt x="367" y="378"/>
                </a:cubicBezTo>
                <a:cubicBezTo>
                  <a:pt x="370" y="377"/>
                  <a:pt x="370" y="377"/>
                  <a:pt x="370" y="377"/>
                </a:cubicBezTo>
                <a:close/>
                <a:moveTo>
                  <a:pt x="370" y="488"/>
                </a:moveTo>
                <a:cubicBezTo>
                  <a:pt x="370" y="492"/>
                  <a:pt x="370" y="492"/>
                  <a:pt x="370" y="492"/>
                </a:cubicBezTo>
                <a:cubicBezTo>
                  <a:pt x="367" y="491"/>
                  <a:pt x="367" y="491"/>
                  <a:pt x="367" y="491"/>
                </a:cubicBezTo>
                <a:cubicBezTo>
                  <a:pt x="367" y="487"/>
                  <a:pt x="367" y="487"/>
                  <a:pt x="367" y="487"/>
                </a:cubicBezTo>
                <a:cubicBezTo>
                  <a:pt x="370" y="488"/>
                  <a:pt x="370" y="488"/>
                  <a:pt x="370" y="488"/>
                </a:cubicBezTo>
                <a:close/>
                <a:moveTo>
                  <a:pt x="370" y="501"/>
                </a:moveTo>
                <a:cubicBezTo>
                  <a:pt x="368" y="499"/>
                  <a:pt x="368" y="496"/>
                  <a:pt x="367" y="491"/>
                </a:cubicBezTo>
                <a:cubicBezTo>
                  <a:pt x="367" y="506"/>
                  <a:pt x="367" y="506"/>
                  <a:pt x="367" y="506"/>
                </a:cubicBezTo>
                <a:cubicBezTo>
                  <a:pt x="368" y="506"/>
                  <a:pt x="369" y="506"/>
                  <a:pt x="370" y="506"/>
                </a:cubicBezTo>
                <a:cubicBezTo>
                  <a:pt x="370" y="501"/>
                  <a:pt x="370" y="501"/>
                  <a:pt x="370" y="501"/>
                </a:cubicBezTo>
                <a:close/>
                <a:moveTo>
                  <a:pt x="370" y="522"/>
                </a:moveTo>
                <a:cubicBezTo>
                  <a:pt x="370" y="529"/>
                  <a:pt x="370" y="529"/>
                  <a:pt x="370" y="529"/>
                </a:cubicBezTo>
                <a:cubicBezTo>
                  <a:pt x="369" y="530"/>
                  <a:pt x="368" y="532"/>
                  <a:pt x="367" y="533"/>
                </a:cubicBezTo>
                <a:cubicBezTo>
                  <a:pt x="367" y="521"/>
                  <a:pt x="367" y="521"/>
                  <a:pt x="367" y="521"/>
                </a:cubicBezTo>
                <a:cubicBezTo>
                  <a:pt x="369" y="521"/>
                  <a:pt x="369" y="521"/>
                  <a:pt x="369" y="521"/>
                </a:cubicBezTo>
                <a:cubicBezTo>
                  <a:pt x="369" y="521"/>
                  <a:pt x="370" y="522"/>
                  <a:pt x="370" y="522"/>
                </a:cubicBezTo>
                <a:close/>
                <a:moveTo>
                  <a:pt x="370" y="543"/>
                </a:moveTo>
                <a:cubicBezTo>
                  <a:pt x="370" y="552"/>
                  <a:pt x="370" y="552"/>
                  <a:pt x="370" y="552"/>
                </a:cubicBezTo>
                <a:cubicBezTo>
                  <a:pt x="369" y="553"/>
                  <a:pt x="368" y="553"/>
                  <a:pt x="367" y="553"/>
                </a:cubicBezTo>
                <a:cubicBezTo>
                  <a:pt x="367" y="542"/>
                  <a:pt x="367" y="542"/>
                  <a:pt x="367" y="542"/>
                </a:cubicBezTo>
                <a:cubicBezTo>
                  <a:pt x="368" y="542"/>
                  <a:pt x="369" y="543"/>
                  <a:pt x="370" y="543"/>
                </a:cubicBezTo>
                <a:close/>
                <a:moveTo>
                  <a:pt x="370" y="610"/>
                </a:moveTo>
                <a:cubicBezTo>
                  <a:pt x="370" y="616"/>
                  <a:pt x="370" y="616"/>
                  <a:pt x="370" y="616"/>
                </a:cubicBezTo>
                <a:cubicBezTo>
                  <a:pt x="369" y="616"/>
                  <a:pt x="368" y="616"/>
                  <a:pt x="367" y="615"/>
                </a:cubicBezTo>
                <a:cubicBezTo>
                  <a:pt x="367" y="609"/>
                  <a:pt x="367" y="609"/>
                  <a:pt x="367" y="609"/>
                </a:cubicBezTo>
                <a:cubicBezTo>
                  <a:pt x="368" y="610"/>
                  <a:pt x="369" y="610"/>
                  <a:pt x="370" y="610"/>
                </a:cubicBezTo>
                <a:close/>
                <a:moveTo>
                  <a:pt x="370" y="632"/>
                </a:moveTo>
                <a:cubicBezTo>
                  <a:pt x="370" y="638"/>
                  <a:pt x="370" y="638"/>
                  <a:pt x="370" y="638"/>
                </a:cubicBezTo>
                <a:cubicBezTo>
                  <a:pt x="369" y="638"/>
                  <a:pt x="368" y="638"/>
                  <a:pt x="367" y="637"/>
                </a:cubicBezTo>
                <a:cubicBezTo>
                  <a:pt x="367" y="628"/>
                  <a:pt x="367" y="628"/>
                  <a:pt x="367" y="628"/>
                </a:cubicBezTo>
                <a:cubicBezTo>
                  <a:pt x="368" y="630"/>
                  <a:pt x="369" y="631"/>
                  <a:pt x="370" y="632"/>
                </a:cubicBezTo>
                <a:close/>
                <a:moveTo>
                  <a:pt x="370" y="672"/>
                </a:moveTo>
                <a:cubicBezTo>
                  <a:pt x="370" y="696"/>
                  <a:pt x="370" y="696"/>
                  <a:pt x="370" y="696"/>
                </a:cubicBezTo>
                <a:cubicBezTo>
                  <a:pt x="369" y="696"/>
                  <a:pt x="368" y="695"/>
                  <a:pt x="367" y="694"/>
                </a:cubicBezTo>
                <a:cubicBezTo>
                  <a:pt x="367" y="674"/>
                  <a:pt x="367" y="674"/>
                  <a:pt x="367" y="674"/>
                </a:cubicBezTo>
                <a:cubicBezTo>
                  <a:pt x="368" y="673"/>
                  <a:pt x="369" y="673"/>
                  <a:pt x="370" y="672"/>
                </a:cubicBezTo>
                <a:close/>
                <a:moveTo>
                  <a:pt x="370" y="703"/>
                </a:moveTo>
                <a:cubicBezTo>
                  <a:pt x="370" y="712"/>
                  <a:pt x="370" y="712"/>
                  <a:pt x="370" y="712"/>
                </a:cubicBezTo>
                <a:cubicBezTo>
                  <a:pt x="369" y="712"/>
                  <a:pt x="368" y="712"/>
                  <a:pt x="367" y="712"/>
                </a:cubicBezTo>
                <a:cubicBezTo>
                  <a:pt x="367" y="702"/>
                  <a:pt x="367" y="702"/>
                  <a:pt x="367" y="702"/>
                </a:cubicBezTo>
                <a:cubicBezTo>
                  <a:pt x="368" y="703"/>
                  <a:pt x="369" y="703"/>
                  <a:pt x="370" y="703"/>
                </a:cubicBezTo>
                <a:close/>
                <a:moveTo>
                  <a:pt x="370" y="747"/>
                </a:moveTo>
                <a:cubicBezTo>
                  <a:pt x="370" y="756"/>
                  <a:pt x="370" y="756"/>
                  <a:pt x="370" y="756"/>
                </a:cubicBezTo>
                <a:cubicBezTo>
                  <a:pt x="369" y="756"/>
                  <a:pt x="369" y="756"/>
                  <a:pt x="368" y="756"/>
                </a:cubicBezTo>
                <a:cubicBezTo>
                  <a:pt x="369" y="757"/>
                  <a:pt x="369" y="759"/>
                  <a:pt x="370" y="760"/>
                </a:cubicBezTo>
                <a:cubicBezTo>
                  <a:pt x="370" y="780"/>
                  <a:pt x="370" y="780"/>
                  <a:pt x="370" y="780"/>
                </a:cubicBezTo>
                <a:cubicBezTo>
                  <a:pt x="369" y="777"/>
                  <a:pt x="368" y="775"/>
                  <a:pt x="367" y="773"/>
                </a:cubicBezTo>
                <a:cubicBezTo>
                  <a:pt x="367" y="747"/>
                  <a:pt x="367" y="747"/>
                  <a:pt x="367" y="747"/>
                </a:cubicBezTo>
                <a:cubicBezTo>
                  <a:pt x="368" y="747"/>
                  <a:pt x="369" y="747"/>
                  <a:pt x="370" y="747"/>
                </a:cubicBezTo>
                <a:close/>
                <a:moveTo>
                  <a:pt x="367" y="580"/>
                </a:moveTo>
                <a:cubicBezTo>
                  <a:pt x="367" y="572"/>
                  <a:pt x="367" y="572"/>
                  <a:pt x="367" y="572"/>
                </a:cubicBezTo>
                <a:cubicBezTo>
                  <a:pt x="369" y="574"/>
                  <a:pt x="368" y="576"/>
                  <a:pt x="367" y="580"/>
                </a:cubicBezTo>
                <a:close/>
                <a:moveTo>
                  <a:pt x="361" y="2"/>
                </a:moveTo>
                <a:cubicBezTo>
                  <a:pt x="363" y="2"/>
                  <a:pt x="365" y="2"/>
                  <a:pt x="367" y="2"/>
                </a:cubicBezTo>
                <a:cubicBezTo>
                  <a:pt x="367" y="8"/>
                  <a:pt x="367" y="8"/>
                  <a:pt x="367" y="8"/>
                </a:cubicBezTo>
                <a:cubicBezTo>
                  <a:pt x="365" y="8"/>
                  <a:pt x="363" y="8"/>
                  <a:pt x="361" y="9"/>
                </a:cubicBezTo>
                <a:cubicBezTo>
                  <a:pt x="361" y="2"/>
                  <a:pt x="361" y="2"/>
                  <a:pt x="361" y="2"/>
                </a:cubicBezTo>
                <a:close/>
                <a:moveTo>
                  <a:pt x="367" y="792"/>
                </a:moveTo>
                <a:cubicBezTo>
                  <a:pt x="365" y="792"/>
                  <a:pt x="363" y="792"/>
                  <a:pt x="361" y="792"/>
                </a:cubicBezTo>
                <a:cubicBezTo>
                  <a:pt x="361" y="785"/>
                  <a:pt x="361" y="785"/>
                  <a:pt x="361" y="785"/>
                </a:cubicBezTo>
                <a:cubicBezTo>
                  <a:pt x="362" y="785"/>
                  <a:pt x="363" y="786"/>
                  <a:pt x="364" y="786"/>
                </a:cubicBezTo>
                <a:cubicBezTo>
                  <a:pt x="365" y="786"/>
                  <a:pt x="366" y="786"/>
                  <a:pt x="367" y="786"/>
                </a:cubicBezTo>
                <a:cubicBezTo>
                  <a:pt x="367" y="792"/>
                  <a:pt x="367" y="792"/>
                  <a:pt x="367" y="792"/>
                </a:cubicBezTo>
                <a:close/>
                <a:moveTo>
                  <a:pt x="367" y="29"/>
                </a:moveTo>
                <a:cubicBezTo>
                  <a:pt x="367" y="46"/>
                  <a:pt x="367" y="46"/>
                  <a:pt x="367" y="46"/>
                </a:cubicBezTo>
                <a:cubicBezTo>
                  <a:pt x="365" y="47"/>
                  <a:pt x="363" y="47"/>
                  <a:pt x="361" y="48"/>
                </a:cubicBezTo>
                <a:cubicBezTo>
                  <a:pt x="361" y="40"/>
                  <a:pt x="361" y="40"/>
                  <a:pt x="361" y="40"/>
                </a:cubicBezTo>
                <a:cubicBezTo>
                  <a:pt x="362" y="40"/>
                  <a:pt x="362" y="40"/>
                  <a:pt x="362" y="40"/>
                </a:cubicBezTo>
                <a:cubicBezTo>
                  <a:pt x="362" y="38"/>
                  <a:pt x="361" y="37"/>
                  <a:pt x="361" y="35"/>
                </a:cubicBezTo>
                <a:cubicBezTo>
                  <a:pt x="361" y="21"/>
                  <a:pt x="361" y="21"/>
                  <a:pt x="361" y="21"/>
                </a:cubicBezTo>
                <a:cubicBezTo>
                  <a:pt x="363" y="23"/>
                  <a:pt x="364" y="26"/>
                  <a:pt x="367" y="29"/>
                </a:cubicBezTo>
                <a:close/>
                <a:moveTo>
                  <a:pt x="367" y="121"/>
                </a:moveTo>
                <a:cubicBezTo>
                  <a:pt x="367" y="134"/>
                  <a:pt x="367" y="134"/>
                  <a:pt x="367" y="134"/>
                </a:cubicBezTo>
                <a:cubicBezTo>
                  <a:pt x="365" y="136"/>
                  <a:pt x="363" y="137"/>
                  <a:pt x="361" y="138"/>
                </a:cubicBezTo>
                <a:cubicBezTo>
                  <a:pt x="361" y="120"/>
                  <a:pt x="361" y="120"/>
                  <a:pt x="361" y="120"/>
                </a:cubicBezTo>
                <a:cubicBezTo>
                  <a:pt x="363" y="121"/>
                  <a:pt x="365" y="121"/>
                  <a:pt x="367" y="121"/>
                </a:cubicBezTo>
                <a:close/>
                <a:moveTo>
                  <a:pt x="367" y="166"/>
                </a:moveTo>
                <a:cubicBezTo>
                  <a:pt x="367" y="175"/>
                  <a:pt x="367" y="175"/>
                  <a:pt x="367" y="175"/>
                </a:cubicBezTo>
                <a:cubicBezTo>
                  <a:pt x="364" y="174"/>
                  <a:pt x="363" y="173"/>
                  <a:pt x="361" y="173"/>
                </a:cubicBezTo>
                <a:cubicBezTo>
                  <a:pt x="361" y="167"/>
                  <a:pt x="361" y="167"/>
                  <a:pt x="361" y="167"/>
                </a:cubicBezTo>
                <a:cubicBezTo>
                  <a:pt x="362" y="167"/>
                  <a:pt x="364" y="167"/>
                  <a:pt x="367" y="166"/>
                </a:cubicBezTo>
                <a:close/>
                <a:moveTo>
                  <a:pt x="367" y="188"/>
                </a:moveTo>
                <a:cubicBezTo>
                  <a:pt x="367" y="194"/>
                  <a:pt x="367" y="194"/>
                  <a:pt x="367" y="194"/>
                </a:cubicBezTo>
                <a:cubicBezTo>
                  <a:pt x="365" y="194"/>
                  <a:pt x="363" y="194"/>
                  <a:pt x="361" y="195"/>
                </a:cubicBezTo>
                <a:cubicBezTo>
                  <a:pt x="361" y="184"/>
                  <a:pt x="361" y="184"/>
                  <a:pt x="361" y="184"/>
                </a:cubicBezTo>
                <a:cubicBezTo>
                  <a:pt x="364" y="189"/>
                  <a:pt x="364" y="189"/>
                  <a:pt x="364" y="189"/>
                </a:cubicBezTo>
                <a:cubicBezTo>
                  <a:pt x="367" y="188"/>
                  <a:pt x="367" y="188"/>
                  <a:pt x="367" y="188"/>
                </a:cubicBezTo>
                <a:close/>
                <a:moveTo>
                  <a:pt x="367" y="257"/>
                </a:moveTo>
                <a:cubicBezTo>
                  <a:pt x="367" y="268"/>
                  <a:pt x="367" y="268"/>
                  <a:pt x="367" y="268"/>
                </a:cubicBezTo>
                <a:cubicBezTo>
                  <a:pt x="365" y="268"/>
                  <a:pt x="364" y="269"/>
                  <a:pt x="363" y="270"/>
                </a:cubicBezTo>
                <a:cubicBezTo>
                  <a:pt x="362" y="274"/>
                  <a:pt x="362" y="278"/>
                  <a:pt x="361" y="283"/>
                </a:cubicBezTo>
                <a:cubicBezTo>
                  <a:pt x="361" y="246"/>
                  <a:pt x="361" y="246"/>
                  <a:pt x="361" y="246"/>
                </a:cubicBezTo>
                <a:cubicBezTo>
                  <a:pt x="362" y="246"/>
                  <a:pt x="362" y="246"/>
                  <a:pt x="362" y="246"/>
                </a:cubicBezTo>
                <a:cubicBezTo>
                  <a:pt x="362" y="250"/>
                  <a:pt x="362" y="253"/>
                  <a:pt x="362" y="257"/>
                </a:cubicBezTo>
                <a:cubicBezTo>
                  <a:pt x="363" y="257"/>
                  <a:pt x="365" y="257"/>
                  <a:pt x="367" y="257"/>
                </a:cubicBezTo>
                <a:close/>
                <a:moveTo>
                  <a:pt x="367" y="299"/>
                </a:moveTo>
                <a:cubicBezTo>
                  <a:pt x="367" y="302"/>
                  <a:pt x="367" y="302"/>
                  <a:pt x="367" y="302"/>
                </a:cubicBezTo>
                <a:cubicBezTo>
                  <a:pt x="366" y="302"/>
                  <a:pt x="365" y="302"/>
                  <a:pt x="364" y="302"/>
                </a:cubicBezTo>
                <a:cubicBezTo>
                  <a:pt x="365" y="303"/>
                  <a:pt x="366" y="304"/>
                  <a:pt x="367" y="305"/>
                </a:cubicBezTo>
                <a:cubicBezTo>
                  <a:pt x="367" y="309"/>
                  <a:pt x="367" y="309"/>
                  <a:pt x="367" y="309"/>
                </a:cubicBezTo>
                <a:cubicBezTo>
                  <a:pt x="365" y="308"/>
                  <a:pt x="363" y="307"/>
                  <a:pt x="361" y="306"/>
                </a:cubicBezTo>
                <a:cubicBezTo>
                  <a:pt x="361" y="301"/>
                  <a:pt x="361" y="301"/>
                  <a:pt x="361" y="301"/>
                </a:cubicBezTo>
                <a:cubicBezTo>
                  <a:pt x="363" y="300"/>
                  <a:pt x="365" y="299"/>
                  <a:pt x="367" y="299"/>
                </a:cubicBezTo>
                <a:close/>
                <a:moveTo>
                  <a:pt x="367" y="314"/>
                </a:moveTo>
                <a:cubicBezTo>
                  <a:pt x="367" y="317"/>
                  <a:pt x="367" y="317"/>
                  <a:pt x="367" y="317"/>
                </a:cubicBezTo>
                <a:cubicBezTo>
                  <a:pt x="365" y="317"/>
                  <a:pt x="362" y="318"/>
                  <a:pt x="361" y="319"/>
                </a:cubicBezTo>
                <a:cubicBezTo>
                  <a:pt x="361" y="313"/>
                  <a:pt x="361" y="313"/>
                  <a:pt x="361" y="313"/>
                </a:cubicBezTo>
                <a:cubicBezTo>
                  <a:pt x="363" y="315"/>
                  <a:pt x="363" y="315"/>
                  <a:pt x="363" y="315"/>
                </a:cubicBezTo>
                <a:cubicBezTo>
                  <a:pt x="364" y="314"/>
                  <a:pt x="366" y="314"/>
                  <a:pt x="367" y="314"/>
                </a:cubicBezTo>
                <a:close/>
                <a:moveTo>
                  <a:pt x="367" y="378"/>
                </a:moveTo>
                <a:cubicBezTo>
                  <a:pt x="367" y="410"/>
                  <a:pt x="367" y="410"/>
                  <a:pt x="367" y="410"/>
                </a:cubicBezTo>
                <a:cubicBezTo>
                  <a:pt x="361" y="405"/>
                  <a:pt x="361" y="405"/>
                  <a:pt x="361" y="405"/>
                </a:cubicBezTo>
                <a:cubicBezTo>
                  <a:pt x="361" y="378"/>
                  <a:pt x="361" y="378"/>
                  <a:pt x="361" y="378"/>
                </a:cubicBezTo>
                <a:cubicBezTo>
                  <a:pt x="367" y="378"/>
                  <a:pt x="367" y="378"/>
                  <a:pt x="367" y="378"/>
                </a:cubicBezTo>
                <a:close/>
                <a:moveTo>
                  <a:pt x="367" y="417"/>
                </a:moveTo>
                <a:cubicBezTo>
                  <a:pt x="367" y="453"/>
                  <a:pt x="367" y="453"/>
                  <a:pt x="367" y="453"/>
                </a:cubicBezTo>
                <a:cubicBezTo>
                  <a:pt x="361" y="457"/>
                  <a:pt x="361" y="457"/>
                  <a:pt x="361" y="457"/>
                </a:cubicBezTo>
                <a:cubicBezTo>
                  <a:pt x="361" y="436"/>
                  <a:pt x="361" y="436"/>
                  <a:pt x="361" y="436"/>
                </a:cubicBezTo>
                <a:cubicBezTo>
                  <a:pt x="363" y="430"/>
                  <a:pt x="365" y="423"/>
                  <a:pt x="367" y="417"/>
                </a:cubicBezTo>
                <a:close/>
                <a:moveTo>
                  <a:pt x="367" y="487"/>
                </a:moveTo>
                <a:cubicBezTo>
                  <a:pt x="367" y="491"/>
                  <a:pt x="367" y="491"/>
                  <a:pt x="367" y="491"/>
                </a:cubicBezTo>
                <a:cubicBezTo>
                  <a:pt x="367" y="506"/>
                  <a:pt x="367" y="506"/>
                  <a:pt x="367" y="506"/>
                </a:cubicBezTo>
                <a:cubicBezTo>
                  <a:pt x="365" y="505"/>
                  <a:pt x="363" y="504"/>
                  <a:pt x="361" y="504"/>
                </a:cubicBezTo>
                <a:cubicBezTo>
                  <a:pt x="361" y="501"/>
                  <a:pt x="361" y="501"/>
                  <a:pt x="361" y="501"/>
                </a:cubicBezTo>
                <a:cubicBezTo>
                  <a:pt x="361" y="501"/>
                  <a:pt x="361" y="501"/>
                  <a:pt x="362" y="502"/>
                </a:cubicBezTo>
                <a:cubicBezTo>
                  <a:pt x="363" y="502"/>
                  <a:pt x="363" y="502"/>
                  <a:pt x="364" y="502"/>
                </a:cubicBezTo>
                <a:cubicBezTo>
                  <a:pt x="364" y="497"/>
                  <a:pt x="363" y="493"/>
                  <a:pt x="361" y="490"/>
                </a:cubicBezTo>
                <a:cubicBezTo>
                  <a:pt x="361" y="485"/>
                  <a:pt x="361" y="485"/>
                  <a:pt x="361" y="485"/>
                </a:cubicBezTo>
                <a:cubicBezTo>
                  <a:pt x="362" y="486"/>
                  <a:pt x="363" y="486"/>
                  <a:pt x="364" y="487"/>
                </a:cubicBezTo>
                <a:cubicBezTo>
                  <a:pt x="367" y="487"/>
                  <a:pt x="367" y="487"/>
                  <a:pt x="367" y="487"/>
                </a:cubicBezTo>
                <a:close/>
                <a:moveTo>
                  <a:pt x="367" y="521"/>
                </a:moveTo>
                <a:cubicBezTo>
                  <a:pt x="367" y="533"/>
                  <a:pt x="367" y="533"/>
                  <a:pt x="367" y="533"/>
                </a:cubicBezTo>
                <a:cubicBezTo>
                  <a:pt x="365" y="536"/>
                  <a:pt x="362" y="539"/>
                  <a:pt x="363" y="542"/>
                </a:cubicBezTo>
                <a:cubicBezTo>
                  <a:pt x="364" y="542"/>
                  <a:pt x="366" y="542"/>
                  <a:pt x="367" y="542"/>
                </a:cubicBezTo>
                <a:cubicBezTo>
                  <a:pt x="367" y="553"/>
                  <a:pt x="367" y="553"/>
                  <a:pt x="367" y="553"/>
                </a:cubicBezTo>
                <a:cubicBezTo>
                  <a:pt x="365" y="554"/>
                  <a:pt x="363" y="554"/>
                  <a:pt x="361" y="554"/>
                </a:cubicBezTo>
                <a:cubicBezTo>
                  <a:pt x="361" y="525"/>
                  <a:pt x="361" y="525"/>
                  <a:pt x="361" y="525"/>
                </a:cubicBezTo>
                <a:cubicBezTo>
                  <a:pt x="361" y="524"/>
                  <a:pt x="362" y="523"/>
                  <a:pt x="363" y="521"/>
                </a:cubicBezTo>
                <a:cubicBezTo>
                  <a:pt x="367" y="521"/>
                  <a:pt x="367" y="521"/>
                  <a:pt x="367" y="521"/>
                </a:cubicBezTo>
                <a:close/>
                <a:moveTo>
                  <a:pt x="367" y="572"/>
                </a:moveTo>
                <a:cubicBezTo>
                  <a:pt x="367" y="580"/>
                  <a:pt x="367" y="580"/>
                  <a:pt x="367" y="580"/>
                </a:cubicBezTo>
                <a:cubicBezTo>
                  <a:pt x="365" y="583"/>
                  <a:pt x="363" y="587"/>
                  <a:pt x="361" y="593"/>
                </a:cubicBezTo>
                <a:cubicBezTo>
                  <a:pt x="361" y="593"/>
                  <a:pt x="361" y="593"/>
                  <a:pt x="361" y="593"/>
                </a:cubicBezTo>
                <a:cubicBezTo>
                  <a:pt x="361" y="569"/>
                  <a:pt x="361" y="569"/>
                  <a:pt x="361" y="569"/>
                </a:cubicBezTo>
                <a:cubicBezTo>
                  <a:pt x="363" y="570"/>
                  <a:pt x="366" y="571"/>
                  <a:pt x="367" y="572"/>
                </a:cubicBezTo>
                <a:close/>
                <a:moveTo>
                  <a:pt x="367" y="609"/>
                </a:moveTo>
                <a:cubicBezTo>
                  <a:pt x="367" y="615"/>
                  <a:pt x="367" y="615"/>
                  <a:pt x="367" y="615"/>
                </a:cubicBezTo>
                <a:cubicBezTo>
                  <a:pt x="365" y="615"/>
                  <a:pt x="363" y="614"/>
                  <a:pt x="361" y="614"/>
                </a:cubicBezTo>
                <a:cubicBezTo>
                  <a:pt x="363" y="619"/>
                  <a:pt x="364" y="624"/>
                  <a:pt x="367" y="628"/>
                </a:cubicBezTo>
                <a:cubicBezTo>
                  <a:pt x="367" y="637"/>
                  <a:pt x="367" y="637"/>
                  <a:pt x="367" y="637"/>
                </a:cubicBezTo>
                <a:cubicBezTo>
                  <a:pt x="365" y="637"/>
                  <a:pt x="363" y="637"/>
                  <a:pt x="361" y="637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08"/>
                  <a:pt x="361" y="608"/>
                  <a:pt x="361" y="608"/>
                </a:cubicBezTo>
                <a:cubicBezTo>
                  <a:pt x="363" y="608"/>
                  <a:pt x="365" y="609"/>
                  <a:pt x="367" y="609"/>
                </a:cubicBezTo>
                <a:close/>
                <a:moveTo>
                  <a:pt x="367" y="674"/>
                </a:moveTo>
                <a:cubicBezTo>
                  <a:pt x="367" y="694"/>
                  <a:pt x="367" y="694"/>
                  <a:pt x="367" y="694"/>
                </a:cubicBezTo>
                <a:cubicBezTo>
                  <a:pt x="361" y="690"/>
                  <a:pt x="360" y="679"/>
                  <a:pt x="367" y="674"/>
                </a:cubicBezTo>
                <a:close/>
                <a:moveTo>
                  <a:pt x="367" y="702"/>
                </a:moveTo>
                <a:cubicBezTo>
                  <a:pt x="367" y="712"/>
                  <a:pt x="367" y="712"/>
                  <a:pt x="367" y="712"/>
                </a:cubicBezTo>
                <a:cubicBezTo>
                  <a:pt x="365" y="711"/>
                  <a:pt x="363" y="711"/>
                  <a:pt x="361" y="710"/>
                </a:cubicBezTo>
                <a:cubicBezTo>
                  <a:pt x="362" y="702"/>
                  <a:pt x="362" y="702"/>
                  <a:pt x="364" y="701"/>
                </a:cubicBezTo>
                <a:cubicBezTo>
                  <a:pt x="365" y="701"/>
                  <a:pt x="366" y="702"/>
                  <a:pt x="367" y="702"/>
                </a:cubicBezTo>
                <a:close/>
                <a:moveTo>
                  <a:pt x="367" y="747"/>
                </a:moveTo>
                <a:cubicBezTo>
                  <a:pt x="367" y="773"/>
                  <a:pt x="367" y="773"/>
                  <a:pt x="367" y="773"/>
                </a:cubicBezTo>
                <a:cubicBezTo>
                  <a:pt x="364" y="769"/>
                  <a:pt x="363" y="765"/>
                  <a:pt x="361" y="762"/>
                </a:cubicBezTo>
                <a:cubicBezTo>
                  <a:pt x="361" y="748"/>
                  <a:pt x="361" y="748"/>
                  <a:pt x="361" y="748"/>
                </a:cubicBezTo>
                <a:cubicBezTo>
                  <a:pt x="362" y="748"/>
                  <a:pt x="364" y="748"/>
                  <a:pt x="367" y="747"/>
                </a:cubicBezTo>
                <a:close/>
                <a:moveTo>
                  <a:pt x="354" y="3"/>
                </a:moveTo>
                <a:cubicBezTo>
                  <a:pt x="355" y="3"/>
                  <a:pt x="356" y="2"/>
                  <a:pt x="357" y="2"/>
                </a:cubicBezTo>
                <a:cubicBezTo>
                  <a:pt x="358" y="2"/>
                  <a:pt x="359" y="2"/>
                  <a:pt x="361" y="2"/>
                </a:cubicBezTo>
                <a:cubicBezTo>
                  <a:pt x="361" y="9"/>
                  <a:pt x="361" y="9"/>
                  <a:pt x="361" y="9"/>
                </a:cubicBezTo>
                <a:cubicBezTo>
                  <a:pt x="359" y="9"/>
                  <a:pt x="356" y="10"/>
                  <a:pt x="354" y="12"/>
                </a:cubicBezTo>
                <a:cubicBezTo>
                  <a:pt x="354" y="3"/>
                  <a:pt x="354" y="3"/>
                  <a:pt x="354" y="3"/>
                </a:cubicBezTo>
                <a:close/>
                <a:moveTo>
                  <a:pt x="361" y="792"/>
                </a:moveTo>
                <a:cubicBezTo>
                  <a:pt x="358" y="792"/>
                  <a:pt x="356" y="792"/>
                  <a:pt x="354" y="791"/>
                </a:cubicBezTo>
                <a:cubicBezTo>
                  <a:pt x="354" y="782"/>
                  <a:pt x="354" y="782"/>
                  <a:pt x="354" y="782"/>
                </a:cubicBezTo>
                <a:cubicBezTo>
                  <a:pt x="356" y="783"/>
                  <a:pt x="358" y="784"/>
                  <a:pt x="361" y="785"/>
                </a:cubicBezTo>
                <a:cubicBezTo>
                  <a:pt x="361" y="792"/>
                  <a:pt x="361" y="792"/>
                  <a:pt x="361" y="792"/>
                </a:cubicBezTo>
                <a:close/>
                <a:moveTo>
                  <a:pt x="361" y="21"/>
                </a:moveTo>
                <a:cubicBezTo>
                  <a:pt x="361" y="35"/>
                  <a:pt x="361" y="35"/>
                  <a:pt x="361" y="35"/>
                </a:cubicBezTo>
                <a:cubicBezTo>
                  <a:pt x="359" y="31"/>
                  <a:pt x="357" y="27"/>
                  <a:pt x="354" y="24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6" y="15"/>
                  <a:pt x="359" y="18"/>
                  <a:pt x="361" y="21"/>
                </a:cubicBezTo>
                <a:close/>
                <a:moveTo>
                  <a:pt x="361" y="40"/>
                </a:moveTo>
                <a:cubicBezTo>
                  <a:pt x="361" y="48"/>
                  <a:pt x="361" y="48"/>
                  <a:pt x="361" y="48"/>
                </a:cubicBezTo>
                <a:cubicBezTo>
                  <a:pt x="358" y="48"/>
                  <a:pt x="356" y="48"/>
                  <a:pt x="354" y="49"/>
                </a:cubicBezTo>
                <a:cubicBezTo>
                  <a:pt x="354" y="41"/>
                  <a:pt x="354" y="41"/>
                  <a:pt x="354" y="41"/>
                </a:cubicBezTo>
                <a:cubicBezTo>
                  <a:pt x="357" y="41"/>
                  <a:pt x="358" y="41"/>
                  <a:pt x="361" y="40"/>
                </a:cubicBezTo>
                <a:close/>
                <a:moveTo>
                  <a:pt x="361" y="120"/>
                </a:moveTo>
                <a:cubicBezTo>
                  <a:pt x="361" y="138"/>
                  <a:pt x="361" y="138"/>
                  <a:pt x="361" y="138"/>
                </a:cubicBezTo>
                <a:cubicBezTo>
                  <a:pt x="359" y="139"/>
                  <a:pt x="357" y="139"/>
                  <a:pt x="354" y="139"/>
                </a:cubicBezTo>
                <a:cubicBezTo>
                  <a:pt x="354" y="120"/>
                  <a:pt x="354" y="120"/>
                  <a:pt x="354" y="120"/>
                </a:cubicBezTo>
                <a:cubicBezTo>
                  <a:pt x="356" y="120"/>
                  <a:pt x="358" y="120"/>
                  <a:pt x="361" y="120"/>
                </a:cubicBezTo>
                <a:close/>
                <a:moveTo>
                  <a:pt x="361" y="167"/>
                </a:moveTo>
                <a:cubicBezTo>
                  <a:pt x="361" y="173"/>
                  <a:pt x="361" y="173"/>
                  <a:pt x="361" y="173"/>
                </a:cubicBezTo>
                <a:cubicBezTo>
                  <a:pt x="359" y="173"/>
                  <a:pt x="357" y="173"/>
                  <a:pt x="354" y="173"/>
                </a:cubicBezTo>
                <a:cubicBezTo>
                  <a:pt x="354" y="169"/>
                  <a:pt x="354" y="169"/>
                  <a:pt x="354" y="169"/>
                </a:cubicBezTo>
                <a:cubicBezTo>
                  <a:pt x="356" y="168"/>
                  <a:pt x="358" y="168"/>
                  <a:pt x="361" y="167"/>
                </a:cubicBezTo>
                <a:close/>
                <a:moveTo>
                  <a:pt x="361" y="184"/>
                </a:moveTo>
                <a:cubicBezTo>
                  <a:pt x="361" y="195"/>
                  <a:pt x="361" y="195"/>
                  <a:pt x="361" y="195"/>
                </a:cubicBezTo>
                <a:cubicBezTo>
                  <a:pt x="358" y="195"/>
                  <a:pt x="356" y="195"/>
                  <a:pt x="354" y="196"/>
                </a:cubicBezTo>
                <a:cubicBezTo>
                  <a:pt x="354" y="191"/>
                  <a:pt x="354" y="191"/>
                  <a:pt x="354" y="191"/>
                </a:cubicBezTo>
                <a:cubicBezTo>
                  <a:pt x="355" y="191"/>
                  <a:pt x="356" y="191"/>
                  <a:pt x="357" y="191"/>
                </a:cubicBezTo>
                <a:cubicBezTo>
                  <a:pt x="356" y="188"/>
                  <a:pt x="355" y="186"/>
                  <a:pt x="354" y="185"/>
                </a:cubicBezTo>
                <a:cubicBezTo>
                  <a:pt x="354" y="177"/>
                  <a:pt x="354" y="177"/>
                  <a:pt x="354" y="177"/>
                </a:cubicBezTo>
                <a:cubicBezTo>
                  <a:pt x="361" y="184"/>
                  <a:pt x="361" y="184"/>
                  <a:pt x="361" y="184"/>
                </a:cubicBezTo>
                <a:close/>
                <a:moveTo>
                  <a:pt x="361" y="246"/>
                </a:moveTo>
                <a:cubicBezTo>
                  <a:pt x="361" y="283"/>
                  <a:pt x="361" y="283"/>
                  <a:pt x="361" y="283"/>
                </a:cubicBezTo>
                <a:cubicBezTo>
                  <a:pt x="359" y="287"/>
                  <a:pt x="357" y="291"/>
                  <a:pt x="354" y="293"/>
                </a:cubicBezTo>
                <a:cubicBezTo>
                  <a:pt x="354" y="220"/>
                  <a:pt x="354" y="220"/>
                  <a:pt x="354" y="220"/>
                </a:cubicBezTo>
                <a:cubicBezTo>
                  <a:pt x="355" y="220"/>
                  <a:pt x="355" y="220"/>
                  <a:pt x="355" y="220"/>
                </a:cubicBezTo>
                <a:cubicBezTo>
                  <a:pt x="356" y="220"/>
                  <a:pt x="357" y="221"/>
                  <a:pt x="357" y="221"/>
                </a:cubicBezTo>
                <a:cubicBezTo>
                  <a:pt x="358" y="230"/>
                  <a:pt x="358" y="238"/>
                  <a:pt x="358" y="246"/>
                </a:cubicBezTo>
                <a:cubicBezTo>
                  <a:pt x="361" y="246"/>
                  <a:pt x="361" y="246"/>
                  <a:pt x="361" y="246"/>
                </a:cubicBezTo>
                <a:close/>
                <a:moveTo>
                  <a:pt x="361" y="301"/>
                </a:moveTo>
                <a:cubicBezTo>
                  <a:pt x="361" y="306"/>
                  <a:pt x="361" y="306"/>
                  <a:pt x="361" y="306"/>
                </a:cubicBezTo>
                <a:cubicBezTo>
                  <a:pt x="359" y="305"/>
                  <a:pt x="356" y="306"/>
                  <a:pt x="354" y="306"/>
                </a:cubicBezTo>
                <a:cubicBezTo>
                  <a:pt x="354" y="303"/>
                  <a:pt x="354" y="303"/>
                  <a:pt x="354" y="303"/>
                </a:cubicBezTo>
                <a:cubicBezTo>
                  <a:pt x="356" y="302"/>
                  <a:pt x="358" y="301"/>
                  <a:pt x="361" y="301"/>
                </a:cubicBezTo>
                <a:close/>
                <a:moveTo>
                  <a:pt x="361" y="313"/>
                </a:moveTo>
                <a:cubicBezTo>
                  <a:pt x="361" y="319"/>
                  <a:pt x="361" y="319"/>
                  <a:pt x="361" y="319"/>
                </a:cubicBezTo>
                <a:cubicBezTo>
                  <a:pt x="358" y="320"/>
                  <a:pt x="356" y="321"/>
                  <a:pt x="354" y="322"/>
                </a:cubicBezTo>
                <a:cubicBezTo>
                  <a:pt x="354" y="318"/>
                  <a:pt x="354" y="318"/>
                  <a:pt x="354" y="318"/>
                </a:cubicBezTo>
                <a:cubicBezTo>
                  <a:pt x="355" y="318"/>
                  <a:pt x="356" y="317"/>
                  <a:pt x="358" y="316"/>
                </a:cubicBezTo>
                <a:cubicBezTo>
                  <a:pt x="357" y="315"/>
                  <a:pt x="356" y="315"/>
                  <a:pt x="354" y="314"/>
                </a:cubicBezTo>
                <a:cubicBezTo>
                  <a:pt x="354" y="309"/>
                  <a:pt x="354" y="309"/>
                  <a:pt x="354" y="309"/>
                </a:cubicBezTo>
                <a:cubicBezTo>
                  <a:pt x="356" y="310"/>
                  <a:pt x="357" y="311"/>
                  <a:pt x="361" y="313"/>
                </a:cubicBezTo>
                <a:close/>
                <a:moveTo>
                  <a:pt x="361" y="378"/>
                </a:moveTo>
                <a:cubicBezTo>
                  <a:pt x="361" y="405"/>
                  <a:pt x="361" y="405"/>
                  <a:pt x="361" y="405"/>
                </a:cubicBezTo>
                <a:cubicBezTo>
                  <a:pt x="354" y="400"/>
                  <a:pt x="354" y="400"/>
                  <a:pt x="354" y="400"/>
                </a:cubicBezTo>
                <a:cubicBezTo>
                  <a:pt x="354" y="378"/>
                  <a:pt x="354" y="378"/>
                  <a:pt x="354" y="378"/>
                </a:cubicBezTo>
                <a:cubicBezTo>
                  <a:pt x="361" y="378"/>
                  <a:pt x="361" y="378"/>
                  <a:pt x="361" y="378"/>
                </a:cubicBezTo>
                <a:close/>
                <a:moveTo>
                  <a:pt x="361" y="436"/>
                </a:moveTo>
                <a:cubicBezTo>
                  <a:pt x="361" y="457"/>
                  <a:pt x="361" y="457"/>
                  <a:pt x="361" y="457"/>
                </a:cubicBezTo>
                <a:cubicBezTo>
                  <a:pt x="354" y="462"/>
                  <a:pt x="354" y="462"/>
                  <a:pt x="354" y="462"/>
                </a:cubicBezTo>
                <a:cubicBezTo>
                  <a:pt x="354" y="457"/>
                  <a:pt x="354" y="457"/>
                  <a:pt x="354" y="457"/>
                </a:cubicBezTo>
                <a:cubicBezTo>
                  <a:pt x="356" y="450"/>
                  <a:pt x="358" y="443"/>
                  <a:pt x="361" y="436"/>
                </a:cubicBezTo>
                <a:close/>
                <a:moveTo>
                  <a:pt x="361" y="485"/>
                </a:moveTo>
                <a:cubicBezTo>
                  <a:pt x="361" y="490"/>
                  <a:pt x="361" y="490"/>
                  <a:pt x="361" y="490"/>
                </a:cubicBezTo>
                <a:cubicBezTo>
                  <a:pt x="360" y="489"/>
                  <a:pt x="358" y="488"/>
                  <a:pt x="357" y="487"/>
                </a:cubicBezTo>
                <a:cubicBezTo>
                  <a:pt x="357" y="490"/>
                  <a:pt x="357" y="494"/>
                  <a:pt x="357" y="497"/>
                </a:cubicBezTo>
                <a:cubicBezTo>
                  <a:pt x="358" y="498"/>
                  <a:pt x="359" y="499"/>
                  <a:pt x="361" y="501"/>
                </a:cubicBezTo>
                <a:cubicBezTo>
                  <a:pt x="361" y="504"/>
                  <a:pt x="361" y="504"/>
                  <a:pt x="361" y="504"/>
                </a:cubicBezTo>
                <a:cubicBezTo>
                  <a:pt x="358" y="503"/>
                  <a:pt x="356" y="502"/>
                  <a:pt x="354" y="501"/>
                </a:cubicBezTo>
                <a:cubicBezTo>
                  <a:pt x="354" y="482"/>
                  <a:pt x="354" y="482"/>
                  <a:pt x="354" y="482"/>
                </a:cubicBezTo>
                <a:cubicBezTo>
                  <a:pt x="356" y="483"/>
                  <a:pt x="359" y="484"/>
                  <a:pt x="361" y="485"/>
                </a:cubicBezTo>
                <a:close/>
                <a:moveTo>
                  <a:pt x="361" y="525"/>
                </a:moveTo>
                <a:cubicBezTo>
                  <a:pt x="361" y="554"/>
                  <a:pt x="361" y="554"/>
                  <a:pt x="361" y="554"/>
                </a:cubicBezTo>
                <a:cubicBezTo>
                  <a:pt x="359" y="554"/>
                  <a:pt x="359" y="554"/>
                  <a:pt x="359" y="554"/>
                </a:cubicBezTo>
                <a:cubicBezTo>
                  <a:pt x="356" y="559"/>
                  <a:pt x="357" y="561"/>
                  <a:pt x="357" y="568"/>
                </a:cubicBezTo>
                <a:cubicBezTo>
                  <a:pt x="358" y="568"/>
                  <a:pt x="359" y="569"/>
                  <a:pt x="361" y="569"/>
                </a:cubicBezTo>
                <a:cubicBezTo>
                  <a:pt x="361" y="593"/>
                  <a:pt x="361" y="593"/>
                  <a:pt x="361" y="593"/>
                </a:cubicBezTo>
                <a:cubicBezTo>
                  <a:pt x="358" y="593"/>
                  <a:pt x="358" y="593"/>
                  <a:pt x="356" y="591"/>
                </a:cubicBezTo>
                <a:cubicBezTo>
                  <a:pt x="355" y="588"/>
                  <a:pt x="355" y="584"/>
                  <a:pt x="354" y="581"/>
                </a:cubicBezTo>
                <a:cubicBezTo>
                  <a:pt x="354" y="540"/>
                  <a:pt x="354" y="540"/>
                  <a:pt x="354" y="540"/>
                </a:cubicBezTo>
                <a:cubicBezTo>
                  <a:pt x="356" y="535"/>
                  <a:pt x="358" y="530"/>
                  <a:pt x="361" y="525"/>
                </a:cubicBezTo>
                <a:close/>
                <a:moveTo>
                  <a:pt x="361" y="608"/>
                </a:moveTo>
                <a:cubicBezTo>
                  <a:pt x="361" y="631"/>
                  <a:pt x="361" y="631"/>
                  <a:pt x="361" y="631"/>
                </a:cubicBezTo>
                <a:cubicBezTo>
                  <a:pt x="359" y="624"/>
                  <a:pt x="357" y="619"/>
                  <a:pt x="354" y="616"/>
                </a:cubicBezTo>
                <a:cubicBezTo>
                  <a:pt x="354" y="607"/>
                  <a:pt x="354" y="607"/>
                  <a:pt x="354" y="607"/>
                </a:cubicBezTo>
                <a:cubicBezTo>
                  <a:pt x="356" y="607"/>
                  <a:pt x="359" y="607"/>
                  <a:pt x="361" y="608"/>
                </a:cubicBezTo>
                <a:close/>
                <a:moveTo>
                  <a:pt x="361" y="631"/>
                </a:moveTo>
                <a:cubicBezTo>
                  <a:pt x="361" y="637"/>
                  <a:pt x="361" y="637"/>
                  <a:pt x="361" y="637"/>
                </a:cubicBezTo>
                <a:cubicBezTo>
                  <a:pt x="359" y="636"/>
                  <a:pt x="356" y="636"/>
                  <a:pt x="354" y="636"/>
                </a:cubicBezTo>
                <a:cubicBezTo>
                  <a:pt x="354" y="631"/>
                  <a:pt x="354" y="631"/>
                  <a:pt x="354" y="631"/>
                </a:cubicBezTo>
                <a:cubicBezTo>
                  <a:pt x="355" y="631"/>
                  <a:pt x="355" y="631"/>
                  <a:pt x="355" y="631"/>
                </a:cubicBezTo>
                <a:cubicBezTo>
                  <a:pt x="361" y="631"/>
                  <a:pt x="361" y="631"/>
                  <a:pt x="361" y="631"/>
                </a:cubicBezTo>
                <a:close/>
                <a:moveTo>
                  <a:pt x="361" y="748"/>
                </a:moveTo>
                <a:cubicBezTo>
                  <a:pt x="361" y="762"/>
                  <a:pt x="361" y="762"/>
                  <a:pt x="361" y="762"/>
                </a:cubicBezTo>
                <a:cubicBezTo>
                  <a:pt x="359" y="760"/>
                  <a:pt x="357" y="758"/>
                  <a:pt x="354" y="756"/>
                </a:cubicBezTo>
                <a:cubicBezTo>
                  <a:pt x="354" y="747"/>
                  <a:pt x="354" y="747"/>
                  <a:pt x="354" y="747"/>
                </a:cubicBezTo>
                <a:cubicBezTo>
                  <a:pt x="355" y="747"/>
                  <a:pt x="357" y="747"/>
                  <a:pt x="358" y="748"/>
                </a:cubicBezTo>
                <a:cubicBezTo>
                  <a:pt x="359" y="748"/>
                  <a:pt x="360" y="748"/>
                  <a:pt x="361" y="748"/>
                </a:cubicBezTo>
                <a:close/>
                <a:moveTo>
                  <a:pt x="354" y="217"/>
                </a:moveTo>
                <a:cubicBezTo>
                  <a:pt x="354" y="209"/>
                  <a:pt x="354" y="209"/>
                  <a:pt x="354" y="209"/>
                </a:cubicBezTo>
                <a:cubicBezTo>
                  <a:pt x="355" y="209"/>
                  <a:pt x="355" y="209"/>
                  <a:pt x="355" y="209"/>
                </a:cubicBezTo>
                <a:cubicBezTo>
                  <a:pt x="356" y="211"/>
                  <a:pt x="356" y="211"/>
                  <a:pt x="357" y="215"/>
                </a:cubicBezTo>
                <a:cubicBezTo>
                  <a:pt x="356" y="215"/>
                  <a:pt x="355" y="216"/>
                  <a:pt x="354" y="217"/>
                </a:cubicBezTo>
                <a:close/>
                <a:moveTo>
                  <a:pt x="349" y="4"/>
                </a:moveTo>
                <a:cubicBezTo>
                  <a:pt x="351" y="4"/>
                  <a:pt x="352" y="3"/>
                  <a:pt x="354" y="3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24"/>
                  <a:pt x="354" y="24"/>
                  <a:pt x="354" y="24"/>
                </a:cubicBezTo>
                <a:cubicBezTo>
                  <a:pt x="353" y="22"/>
                  <a:pt x="351" y="21"/>
                  <a:pt x="349" y="19"/>
                </a:cubicBezTo>
                <a:cubicBezTo>
                  <a:pt x="349" y="4"/>
                  <a:pt x="349" y="4"/>
                  <a:pt x="349" y="4"/>
                </a:cubicBezTo>
                <a:close/>
                <a:moveTo>
                  <a:pt x="354" y="791"/>
                </a:moveTo>
                <a:cubicBezTo>
                  <a:pt x="353" y="791"/>
                  <a:pt x="351" y="791"/>
                  <a:pt x="349" y="791"/>
                </a:cubicBezTo>
                <a:cubicBezTo>
                  <a:pt x="349" y="779"/>
                  <a:pt x="349" y="779"/>
                  <a:pt x="349" y="779"/>
                </a:cubicBezTo>
                <a:cubicBezTo>
                  <a:pt x="350" y="780"/>
                  <a:pt x="352" y="781"/>
                  <a:pt x="354" y="782"/>
                </a:cubicBezTo>
                <a:cubicBezTo>
                  <a:pt x="354" y="791"/>
                  <a:pt x="354" y="791"/>
                  <a:pt x="354" y="791"/>
                </a:cubicBezTo>
                <a:close/>
                <a:moveTo>
                  <a:pt x="354" y="41"/>
                </a:moveTo>
                <a:cubicBezTo>
                  <a:pt x="354" y="49"/>
                  <a:pt x="354" y="49"/>
                  <a:pt x="354" y="49"/>
                </a:cubicBezTo>
                <a:cubicBezTo>
                  <a:pt x="353" y="49"/>
                  <a:pt x="351" y="49"/>
                  <a:pt x="349" y="49"/>
                </a:cubicBezTo>
                <a:cubicBezTo>
                  <a:pt x="349" y="42"/>
                  <a:pt x="349" y="42"/>
                  <a:pt x="349" y="42"/>
                </a:cubicBezTo>
                <a:cubicBezTo>
                  <a:pt x="351" y="41"/>
                  <a:pt x="353" y="41"/>
                  <a:pt x="354" y="41"/>
                </a:cubicBezTo>
                <a:close/>
                <a:moveTo>
                  <a:pt x="354" y="120"/>
                </a:moveTo>
                <a:cubicBezTo>
                  <a:pt x="354" y="139"/>
                  <a:pt x="354" y="139"/>
                  <a:pt x="354" y="139"/>
                </a:cubicBezTo>
                <a:cubicBezTo>
                  <a:pt x="353" y="140"/>
                  <a:pt x="351" y="140"/>
                  <a:pt x="349" y="140"/>
                </a:cubicBezTo>
                <a:cubicBezTo>
                  <a:pt x="349" y="119"/>
                  <a:pt x="349" y="119"/>
                  <a:pt x="349" y="119"/>
                </a:cubicBezTo>
                <a:cubicBezTo>
                  <a:pt x="351" y="119"/>
                  <a:pt x="353" y="119"/>
                  <a:pt x="354" y="120"/>
                </a:cubicBezTo>
                <a:close/>
                <a:moveTo>
                  <a:pt x="354" y="169"/>
                </a:moveTo>
                <a:cubicBezTo>
                  <a:pt x="354" y="173"/>
                  <a:pt x="354" y="173"/>
                  <a:pt x="354" y="173"/>
                </a:cubicBezTo>
                <a:cubicBezTo>
                  <a:pt x="353" y="174"/>
                  <a:pt x="353" y="174"/>
                  <a:pt x="351" y="174"/>
                </a:cubicBezTo>
                <a:cubicBezTo>
                  <a:pt x="354" y="177"/>
                  <a:pt x="354" y="177"/>
                  <a:pt x="354" y="177"/>
                </a:cubicBezTo>
                <a:cubicBezTo>
                  <a:pt x="354" y="185"/>
                  <a:pt x="354" y="185"/>
                  <a:pt x="354" y="185"/>
                </a:cubicBezTo>
                <a:cubicBezTo>
                  <a:pt x="353" y="183"/>
                  <a:pt x="351" y="181"/>
                  <a:pt x="349" y="180"/>
                </a:cubicBezTo>
                <a:cubicBezTo>
                  <a:pt x="349" y="169"/>
                  <a:pt x="349" y="169"/>
                  <a:pt x="349" y="169"/>
                </a:cubicBezTo>
                <a:cubicBezTo>
                  <a:pt x="351" y="169"/>
                  <a:pt x="352" y="169"/>
                  <a:pt x="354" y="169"/>
                </a:cubicBezTo>
                <a:close/>
                <a:moveTo>
                  <a:pt x="354" y="191"/>
                </a:moveTo>
                <a:cubicBezTo>
                  <a:pt x="354" y="196"/>
                  <a:pt x="354" y="196"/>
                  <a:pt x="354" y="196"/>
                </a:cubicBezTo>
                <a:cubicBezTo>
                  <a:pt x="352" y="196"/>
                  <a:pt x="351" y="197"/>
                  <a:pt x="349" y="197"/>
                </a:cubicBezTo>
                <a:cubicBezTo>
                  <a:pt x="349" y="192"/>
                  <a:pt x="349" y="192"/>
                  <a:pt x="349" y="192"/>
                </a:cubicBezTo>
                <a:cubicBezTo>
                  <a:pt x="351" y="192"/>
                  <a:pt x="353" y="192"/>
                  <a:pt x="354" y="191"/>
                </a:cubicBezTo>
                <a:close/>
                <a:moveTo>
                  <a:pt x="354" y="209"/>
                </a:moveTo>
                <a:cubicBezTo>
                  <a:pt x="354" y="217"/>
                  <a:pt x="354" y="217"/>
                  <a:pt x="354" y="217"/>
                </a:cubicBezTo>
                <a:cubicBezTo>
                  <a:pt x="353" y="218"/>
                  <a:pt x="351" y="219"/>
                  <a:pt x="349" y="220"/>
                </a:cubicBezTo>
                <a:cubicBezTo>
                  <a:pt x="349" y="210"/>
                  <a:pt x="349" y="210"/>
                  <a:pt x="349" y="210"/>
                </a:cubicBezTo>
                <a:cubicBezTo>
                  <a:pt x="351" y="209"/>
                  <a:pt x="353" y="209"/>
                  <a:pt x="354" y="209"/>
                </a:cubicBezTo>
                <a:close/>
                <a:moveTo>
                  <a:pt x="354" y="220"/>
                </a:moveTo>
                <a:cubicBezTo>
                  <a:pt x="354" y="293"/>
                  <a:pt x="354" y="293"/>
                  <a:pt x="354" y="293"/>
                </a:cubicBezTo>
                <a:cubicBezTo>
                  <a:pt x="353" y="294"/>
                  <a:pt x="351" y="295"/>
                  <a:pt x="349" y="295"/>
                </a:cubicBezTo>
                <a:cubicBezTo>
                  <a:pt x="349" y="283"/>
                  <a:pt x="349" y="283"/>
                  <a:pt x="349" y="283"/>
                </a:cubicBezTo>
                <a:cubicBezTo>
                  <a:pt x="351" y="281"/>
                  <a:pt x="353" y="278"/>
                  <a:pt x="354" y="273"/>
                </a:cubicBezTo>
                <a:cubicBezTo>
                  <a:pt x="352" y="274"/>
                  <a:pt x="350" y="274"/>
                  <a:pt x="349" y="275"/>
                </a:cubicBezTo>
                <a:cubicBezTo>
                  <a:pt x="349" y="242"/>
                  <a:pt x="349" y="242"/>
                  <a:pt x="349" y="242"/>
                </a:cubicBezTo>
                <a:cubicBezTo>
                  <a:pt x="350" y="241"/>
                  <a:pt x="350" y="241"/>
                  <a:pt x="350" y="241"/>
                </a:cubicBezTo>
                <a:cubicBezTo>
                  <a:pt x="350" y="241"/>
                  <a:pt x="349" y="241"/>
                  <a:pt x="349" y="241"/>
                </a:cubicBezTo>
                <a:cubicBezTo>
                  <a:pt x="349" y="222"/>
                  <a:pt x="349" y="222"/>
                  <a:pt x="349" y="222"/>
                </a:cubicBezTo>
                <a:cubicBezTo>
                  <a:pt x="351" y="222"/>
                  <a:pt x="353" y="221"/>
                  <a:pt x="354" y="220"/>
                </a:cubicBezTo>
                <a:close/>
                <a:moveTo>
                  <a:pt x="354" y="303"/>
                </a:moveTo>
                <a:cubicBezTo>
                  <a:pt x="354" y="306"/>
                  <a:pt x="354" y="306"/>
                  <a:pt x="354" y="306"/>
                </a:cubicBezTo>
                <a:cubicBezTo>
                  <a:pt x="354" y="307"/>
                  <a:pt x="353" y="307"/>
                  <a:pt x="353" y="307"/>
                </a:cubicBezTo>
                <a:cubicBezTo>
                  <a:pt x="353" y="308"/>
                  <a:pt x="354" y="308"/>
                  <a:pt x="354" y="309"/>
                </a:cubicBezTo>
                <a:cubicBezTo>
                  <a:pt x="354" y="314"/>
                  <a:pt x="354" y="314"/>
                  <a:pt x="354" y="314"/>
                </a:cubicBezTo>
                <a:cubicBezTo>
                  <a:pt x="353" y="313"/>
                  <a:pt x="351" y="312"/>
                  <a:pt x="349" y="311"/>
                </a:cubicBezTo>
                <a:cubicBezTo>
                  <a:pt x="349" y="305"/>
                  <a:pt x="349" y="305"/>
                  <a:pt x="349" y="305"/>
                </a:cubicBezTo>
                <a:cubicBezTo>
                  <a:pt x="351" y="304"/>
                  <a:pt x="353" y="304"/>
                  <a:pt x="354" y="303"/>
                </a:cubicBezTo>
                <a:close/>
                <a:moveTo>
                  <a:pt x="354" y="318"/>
                </a:moveTo>
                <a:cubicBezTo>
                  <a:pt x="354" y="322"/>
                  <a:pt x="354" y="322"/>
                  <a:pt x="354" y="322"/>
                </a:cubicBezTo>
                <a:cubicBezTo>
                  <a:pt x="352" y="323"/>
                  <a:pt x="350" y="325"/>
                  <a:pt x="349" y="326"/>
                </a:cubicBezTo>
                <a:cubicBezTo>
                  <a:pt x="349" y="319"/>
                  <a:pt x="349" y="319"/>
                  <a:pt x="349" y="319"/>
                </a:cubicBezTo>
                <a:cubicBezTo>
                  <a:pt x="350" y="319"/>
                  <a:pt x="350" y="319"/>
                  <a:pt x="350" y="319"/>
                </a:cubicBezTo>
                <a:cubicBezTo>
                  <a:pt x="352" y="319"/>
                  <a:pt x="353" y="319"/>
                  <a:pt x="354" y="318"/>
                </a:cubicBezTo>
                <a:close/>
                <a:moveTo>
                  <a:pt x="354" y="378"/>
                </a:moveTo>
                <a:cubicBezTo>
                  <a:pt x="354" y="400"/>
                  <a:pt x="354" y="400"/>
                  <a:pt x="354" y="400"/>
                </a:cubicBezTo>
                <a:cubicBezTo>
                  <a:pt x="349" y="396"/>
                  <a:pt x="349" y="396"/>
                  <a:pt x="349" y="396"/>
                </a:cubicBezTo>
                <a:cubicBezTo>
                  <a:pt x="349" y="378"/>
                  <a:pt x="349" y="378"/>
                  <a:pt x="349" y="378"/>
                </a:cubicBezTo>
                <a:cubicBezTo>
                  <a:pt x="354" y="378"/>
                  <a:pt x="354" y="378"/>
                  <a:pt x="354" y="378"/>
                </a:cubicBezTo>
                <a:close/>
                <a:moveTo>
                  <a:pt x="354" y="457"/>
                </a:moveTo>
                <a:cubicBezTo>
                  <a:pt x="354" y="462"/>
                  <a:pt x="354" y="462"/>
                  <a:pt x="354" y="462"/>
                </a:cubicBezTo>
                <a:cubicBezTo>
                  <a:pt x="353" y="463"/>
                  <a:pt x="353" y="463"/>
                  <a:pt x="353" y="463"/>
                </a:cubicBezTo>
                <a:cubicBezTo>
                  <a:pt x="354" y="457"/>
                  <a:pt x="354" y="457"/>
                  <a:pt x="354" y="457"/>
                </a:cubicBezTo>
                <a:close/>
                <a:moveTo>
                  <a:pt x="354" y="482"/>
                </a:moveTo>
                <a:cubicBezTo>
                  <a:pt x="354" y="501"/>
                  <a:pt x="354" y="501"/>
                  <a:pt x="354" y="501"/>
                </a:cubicBezTo>
                <a:cubicBezTo>
                  <a:pt x="352" y="501"/>
                  <a:pt x="351" y="500"/>
                  <a:pt x="349" y="499"/>
                </a:cubicBezTo>
                <a:cubicBezTo>
                  <a:pt x="349" y="496"/>
                  <a:pt x="349" y="496"/>
                  <a:pt x="349" y="496"/>
                </a:cubicBezTo>
                <a:cubicBezTo>
                  <a:pt x="349" y="496"/>
                  <a:pt x="350" y="497"/>
                  <a:pt x="350" y="497"/>
                </a:cubicBezTo>
                <a:cubicBezTo>
                  <a:pt x="351" y="497"/>
                  <a:pt x="352" y="497"/>
                  <a:pt x="353" y="497"/>
                </a:cubicBezTo>
                <a:cubicBezTo>
                  <a:pt x="351" y="491"/>
                  <a:pt x="352" y="487"/>
                  <a:pt x="349" y="483"/>
                </a:cubicBezTo>
                <a:cubicBezTo>
                  <a:pt x="349" y="479"/>
                  <a:pt x="349" y="479"/>
                  <a:pt x="349" y="479"/>
                </a:cubicBezTo>
                <a:cubicBezTo>
                  <a:pt x="351" y="480"/>
                  <a:pt x="352" y="481"/>
                  <a:pt x="354" y="482"/>
                </a:cubicBezTo>
                <a:close/>
                <a:moveTo>
                  <a:pt x="354" y="540"/>
                </a:moveTo>
                <a:cubicBezTo>
                  <a:pt x="354" y="581"/>
                  <a:pt x="354" y="581"/>
                  <a:pt x="354" y="581"/>
                </a:cubicBezTo>
                <a:cubicBezTo>
                  <a:pt x="354" y="579"/>
                  <a:pt x="354" y="579"/>
                  <a:pt x="354" y="579"/>
                </a:cubicBezTo>
                <a:cubicBezTo>
                  <a:pt x="352" y="579"/>
                  <a:pt x="351" y="578"/>
                  <a:pt x="349" y="578"/>
                </a:cubicBezTo>
                <a:cubicBezTo>
                  <a:pt x="349" y="556"/>
                  <a:pt x="349" y="556"/>
                  <a:pt x="349" y="556"/>
                </a:cubicBezTo>
                <a:cubicBezTo>
                  <a:pt x="351" y="551"/>
                  <a:pt x="352" y="546"/>
                  <a:pt x="354" y="540"/>
                </a:cubicBezTo>
                <a:close/>
                <a:moveTo>
                  <a:pt x="354" y="607"/>
                </a:moveTo>
                <a:cubicBezTo>
                  <a:pt x="354" y="616"/>
                  <a:pt x="354" y="616"/>
                  <a:pt x="354" y="616"/>
                </a:cubicBezTo>
                <a:cubicBezTo>
                  <a:pt x="353" y="614"/>
                  <a:pt x="351" y="613"/>
                  <a:pt x="349" y="612"/>
                </a:cubicBezTo>
                <a:cubicBezTo>
                  <a:pt x="349" y="606"/>
                  <a:pt x="349" y="606"/>
                  <a:pt x="349" y="606"/>
                </a:cubicBezTo>
                <a:cubicBezTo>
                  <a:pt x="351" y="606"/>
                  <a:pt x="353" y="606"/>
                  <a:pt x="354" y="607"/>
                </a:cubicBezTo>
                <a:close/>
                <a:moveTo>
                  <a:pt x="354" y="631"/>
                </a:moveTo>
                <a:cubicBezTo>
                  <a:pt x="354" y="636"/>
                  <a:pt x="354" y="636"/>
                  <a:pt x="354" y="636"/>
                </a:cubicBezTo>
                <a:cubicBezTo>
                  <a:pt x="353" y="636"/>
                  <a:pt x="351" y="635"/>
                  <a:pt x="349" y="635"/>
                </a:cubicBezTo>
                <a:cubicBezTo>
                  <a:pt x="349" y="628"/>
                  <a:pt x="349" y="628"/>
                  <a:pt x="349" y="628"/>
                </a:cubicBezTo>
                <a:cubicBezTo>
                  <a:pt x="351" y="629"/>
                  <a:pt x="352" y="630"/>
                  <a:pt x="354" y="631"/>
                </a:cubicBezTo>
                <a:close/>
                <a:moveTo>
                  <a:pt x="354" y="747"/>
                </a:moveTo>
                <a:cubicBezTo>
                  <a:pt x="354" y="756"/>
                  <a:pt x="354" y="756"/>
                  <a:pt x="354" y="756"/>
                </a:cubicBezTo>
                <a:cubicBezTo>
                  <a:pt x="353" y="755"/>
                  <a:pt x="351" y="755"/>
                  <a:pt x="349" y="754"/>
                </a:cubicBezTo>
                <a:cubicBezTo>
                  <a:pt x="349" y="745"/>
                  <a:pt x="349" y="745"/>
                  <a:pt x="349" y="745"/>
                </a:cubicBezTo>
                <a:cubicBezTo>
                  <a:pt x="351" y="746"/>
                  <a:pt x="352" y="746"/>
                  <a:pt x="354" y="747"/>
                </a:cubicBezTo>
                <a:close/>
                <a:moveTo>
                  <a:pt x="344" y="5"/>
                </a:moveTo>
                <a:cubicBezTo>
                  <a:pt x="346" y="4"/>
                  <a:pt x="347" y="4"/>
                  <a:pt x="349" y="4"/>
                </a:cubicBezTo>
                <a:cubicBezTo>
                  <a:pt x="349" y="19"/>
                  <a:pt x="349" y="19"/>
                  <a:pt x="349" y="19"/>
                </a:cubicBezTo>
                <a:cubicBezTo>
                  <a:pt x="347" y="18"/>
                  <a:pt x="346" y="17"/>
                  <a:pt x="344" y="17"/>
                </a:cubicBezTo>
                <a:cubicBezTo>
                  <a:pt x="344" y="5"/>
                  <a:pt x="344" y="5"/>
                  <a:pt x="344" y="5"/>
                </a:cubicBezTo>
                <a:close/>
                <a:moveTo>
                  <a:pt x="349" y="791"/>
                </a:moveTo>
                <a:cubicBezTo>
                  <a:pt x="347" y="791"/>
                  <a:pt x="346" y="790"/>
                  <a:pt x="344" y="790"/>
                </a:cubicBezTo>
                <a:cubicBezTo>
                  <a:pt x="344" y="772"/>
                  <a:pt x="344" y="772"/>
                  <a:pt x="344" y="772"/>
                </a:cubicBezTo>
                <a:cubicBezTo>
                  <a:pt x="346" y="775"/>
                  <a:pt x="347" y="777"/>
                  <a:pt x="349" y="779"/>
                </a:cubicBezTo>
                <a:cubicBezTo>
                  <a:pt x="349" y="791"/>
                  <a:pt x="349" y="791"/>
                  <a:pt x="349" y="791"/>
                </a:cubicBezTo>
                <a:close/>
                <a:moveTo>
                  <a:pt x="349" y="42"/>
                </a:moveTo>
                <a:cubicBezTo>
                  <a:pt x="349" y="49"/>
                  <a:pt x="349" y="49"/>
                  <a:pt x="349" y="49"/>
                </a:cubicBezTo>
                <a:cubicBezTo>
                  <a:pt x="344" y="50"/>
                  <a:pt x="344" y="50"/>
                  <a:pt x="344" y="50"/>
                </a:cubicBezTo>
                <a:cubicBezTo>
                  <a:pt x="344" y="41"/>
                  <a:pt x="344" y="41"/>
                  <a:pt x="344" y="41"/>
                </a:cubicBezTo>
                <a:cubicBezTo>
                  <a:pt x="345" y="41"/>
                  <a:pt x="345" y="41"/>
                  <a:pt x="345" y="42"/>
                </a:cubicBezTo>
                <a:cubicBezTo>
                  <a:pt x="349" y="42"/>
                  <a:pt x="349" y="42"/>
                  <a:pt x="349" y="42"/>
                </a:cubicBezTo>
                <a:close/>
                <a:moveTo>
                  <a:pt x="349" y="119"/>
                </a:moveTo>
                <a:cubicBezTo>
                  <a:pt x="349" y="140"/>
                  <a:pt x="349" y="140"/>
                  <a:pt x="349" y="140"/>
                </a:cubicBezTo>
                <a:cubicBezTo>
                  <a:pt x="347" y="140"/>
                  <a:pt x="346" y="140"/>
                  <a:pt x="344" y="140"/>
                </a:cubicBezTo>
                <a:cubicBezTo>
                  <a:pt x="344" y="118"/>
                  <a:pt x="344" y="118"/>
                  <a:pt x="344" y="118"/>
                </a:cubicBezTo>
                <a:cubicBezTo>
                  <a:pt x="346" y="118"/>
                  <a:pt x="347" y="118"/>
                  <a:pt x="349" y="119"/>
                </a:cubicBezTo>
                <a:close/>
                <a:moveTo>
                  <a:pt x="349" y="169"/>
                </a:moveTo>
                <a:cubicBezTo>
                  <a:pt x="349" y="180"/>
                  <a:pt x="349" y="180"/>
                  <a:pt x="349" y="180"/>
                </a:cubicBezTo>
                <a:cubicBezTo>
                  <a:pt x="347" y="180"/>
                  <a:pt x="346" y="179"/>
                  <a:pt x="344" y="179"/>
                </a:cubicBezTo>
                <a:cubicBezTo>
                  <a:pt x="344" y="171"/>
                  <a:pt x="344" y="171"/>
                  <a:pt x="344" y="171"/>
                </a:cubicBezTo>
                <a:cubicBezTo>
                  <a:pt x="346" y="170"/>
                  <a:pt x="347" y="170"/>
                  <a:pt x="349" y="169"/>
                </a:cubicBezTo>
                <a:close/>
                <a:moveTo>
                  <a:pt x="349" y="192"/>
                </a:moveTo>
                <a:cubicBezTo>
                  <a:pt x="349" y="197"/>
                  <a:pt x="349" y="197"/>
                  <a:pt x="349" y="197"/>
                </a:cubicBezTo>
                <a:cubicBezTo>
                  <a:pt x="347" y="197"/>
                  <a:pt x="346" y="198"/>
                  <a:pt x="344" y="198"/>
                </a:cubicBezTo>
                <a:cubicBezTo>
                  <a:pt x="344" y="190"/>
                  <a:pt x="344" y="190"/>
                  <a:pt x="344" y="190"/>
                </a:cubicBezTo>
                <a:cubicBezTo>
                  <a:pt x="345" y="191"/>
                  <a:pt x="346" y="192"/>
                  <a:pt x="346" y="192"/>
                </a:cubicBezTo>
                <a:cubicBezTo>
                  <a:pt x="349" y="192"/>
                  <a:pt x="349" y="192"/>
                  <a:pt x="349" y="192"/>
                </a:cubicBezTo>
                <a:close/>
                <a:moveTo>
                  <a:pt x="349" y="210"/>
                </a:moveTo>
                <a:cubicBezTo>
                  <a:pt x="349" y="220"/>
                  <a:pt x="349" y="220"/>
                  <a:pt x="349" y="220"/>
                </a:cubicBezTo>
                <a:cubicBezTo>
                  <a:pt x="347" y="220"/>
                  <a:pt x="346" y="221"/>
                  <a:pt x="344" y="222"/>
                </a:cubicBezTo>
                <a:cubicBezTo>
                  <a:pt x="344" y="211"/>
                  <a:pt x="344" y="211"/>
                  <a:pt x="344" y="211"/>
                </a:cubicBezTo>
                <a:cubicBezTo>
                  <a:pt x="346" y="210"/>
                  <a:pt x="347" y="210"/>
                  <a:pt x="349" y="210"/>
                </a:cubicBezTo>
                <a:close/>
                <a:moveTo>
                  <a:pt x="349" y="222"/>
                </a:moveTo>
                <a:cubicBezTo>
                  <a:pt x="349" y="241"/>
                  <a:pt x="349" y="241"/>
                  <a:pt x="349" y="241"/>
                </a:cubicBezTo>
                <a:cubicBezTo>
                  <a:pt x="347" y="241"/>
                  <a:pt x="346" y="241"/>
                  <a:pt x="344" y="241"/>
                </a:cubicBezTo>
                <a:cubicBezTo>
                  <a:pt x="344" y="234"/>
                  <a:pt x="344" y="234"/>
                  <a:pt x="344" y="234"/>
                </a:cubicBezTo>
                <a:cubicBezTo>
                  <a:pt x="345" y="234"/>
                  <a:pt x="346" y="233"/>
                  <a:pt x="348" y="233"/>
                </a:cubicBezTo>
                <a:cubicBezTo>
                  <a:pt x="348" y="233"/>
                  <a:pt x="348" y="232"/>
                  <a:pt x="348" y="231"/>
                </a:cubicBezTo>
                <a:cubicBezTo>
                  <a:pt x="346" y="231"/>
                  <a:pt x="345" y="232"/>
                  <a:pt x="344" y="232"/>
                </a:cubicBezTo>
                <a:cubicBezTo>
                  <a:pt x="344" y="224"/>
                  <a:pt x="344" y="224"/>
                  <a:pt x="344" y="224"/>
                </a:cubicBezTo>
                <a:cubicBezTo>
                  <a:pt x="349" y="222"/>
                  <a:pt x="349" y="222"/>
                  <a:pt x="349" y="222"/>
                </a:cubicBezTo>
                <a:close/>
                <a:moveTo>
                  <a:pt x="349" y="242"/>
                </a:moveTo>
                <a:cubicBezTo>
                  <a:pt x="349" y="275"/>
                  <a:pt x="349" y="275"/>
                  <a:pt x="349" y="275"/>
                </a:cubicBezTo>
                <a:cubicBezTo>
                  <a:pt x="347" y="275"/>
                  <a:pt x="346" y="276"/>
                  <a:pt x="344" y="27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45"/>
                  <a:pt x="344" y="245"/>
                  <a:pt x="344" y="245"/>
                </a:cubicBezTo>
                <a:cubicBezTo>
                  <a:pt x="346" y="244"/>
                  <a:pt x="347" y="243"/>
                  <a:pt x="349" y="242"/>
                </a:cubicBezTo>
                <a:close/>
                <a:moveTo>
                  <a:pt x="349" y="283"/>
                </a:moveTo>
                <a:cubicBezTo>
                  <a:pt x="349" y="295"/>
                  <a:pt x="349" y="295"/>
                  <a:pt x="349" y="295"/>
                </a:cubicBezTo>
                <a:cubicBezTo>
                  <a:pt x="348" y="295"/>
                  <a:pt x="347" y="295"/>
                  <a:pt x="346" y="295"/>
                </a:cubicBezTo>
                <a:cubicBezTo>
                  <a:pt x="346" y="295"/>
                  <a:pt x="345" y="294"/>
                  <a:pt x="344" y="294"/>
                </a:cubicBezTo>
                <a:cubicBezTo>
                  <a:pt x="344" y="285"/>
                  <a:pt x="344" y="285"/>
                  <a:pt x="344" y="285"/>
                </a:cubicBezTo>
                <a:cubicBezTo>
                  <a:pt x="346" y="284"/>
                  <a:pt x="348" y="283"/>
                  <a:pt x="349" y="283"/>
                </a:cubicBezTo>
                <a:close/>
                <a:moveTo>
                  <a:pt x="349" y="305"/>
                </a:moveTo>
                <a:cubicBezTo>
                  <a:pt x="349" y="311"/>
                  <a:pt x="349" y="311"/>
                  <a:pt x="349" y="311"/>
                </a:cubicBezTo>
                <a:cubicBezTo>
                  <a:pt x="347" y="311"/>
                  <a:pt x="346" y="311"/>
                  <a:pt x="344" y="312"/>
                </a:cubicBezTo>
                <a:cubicBezTo>
                  <a:pt x="344" y="307"/>
                  <a:pt x="344" y="307"/>
                  <a:pt x="344" y="307"/>
                </a:cubicBezTo>
                <a:cubicBezTo>
                  <a:pt x="346" y="306"/>
                  <a:pt x="347" y="306"/>
                  <a:pt x="349" y="305"/>
                </a:cubicBezTo>
                <a:close/>
                <a:moveTo>
                  <a:pt x="349" y="319"/>
                </a:moveTo>
                <a:cubicBezTo>
                  <a:pt x="349" y="326"/>
                  <a:pt x="349" y="326"/>
                  <a:pt x="349" y="326"/>
                </a:cubicBezTo>
                <a:cubicBezTo>
                  <a:pt x="349" y="326"/>
                  <a:pt x="348" y="327"/>
                  <a:pt x="348" y="327"/>
                </a:cubicBezTo>
                <a:cubicBezTo>
                  <a:pt x="346" y="327"/>
                  <a:pt x="345" y="328"/>
                  <a:pt x="344" y="329"/>
                </a:cubicBezTo>
                <a:cubicBezTo>
                  <a:pt x="344" y="324"/>
                  <a:pt x="344" y="324"/>
                  <a:pt x="344" y="324"/>
                </a:cubicBezTo>
                <a:cubicBezTo>
                  <a:pt x="345" y="324"/>
                  <a:pt x="346" y="323"/>
                  <a:pt x="348" y="322"/>
                </a:cubicBezTo>
                <a:cubicBezTo>
                  <a:pt x="346" y="321"/>
                  <a:pt x="345" y="321"/>
                  <a:pt x="344" y="320"/>
                </a:cubicBezTo>
                <a:cubicBezTo>
                  <a:pt x="344" y="316"/>
                  <a:pt x="344" y="316"/>
                  <a:pt x="344" y="316"/>
                </a:cubicBezTo>
                <a:cubicBezTo>
                  <a:pt x="346" y="317"/>
                  <a:pt x="347" y="318"/>
                  <a:pt x="349" y="319"/>
                </a:cubicBezTo>
                <a:close/>
                <a:moveTo>
                  <a:pt x="349" y="378"/>
                </a:moveTo>
                <a:cubicBezTo>
                  <a:pt x="349" y="396"/>
                  <a:pt x="349" y="396"/>
                  <a:pt x="349" y="396"/>
                </a:cubicBezTo>
                <a:cubicBezTo>
                  <a:pt x="344" y="393"/>
                  <a:pt x="344" y="393"/>
                  <a:pt x="344" y="393"/>
                </a:cubicBezTo>
                <a:cubicBezTo>
                  <a:pt x="344" y="378"/>
                  <a:pt x="344" y="378"/>
                  <a:pt x="344" y="378"/>
                </a:cubicBezTo>
                <a:cubicBezTo>
                  <a:pt x="349" y="378"/>
                  <a:pt x="349" y="378"/>
                  <a:pt x="349" y="378"/>
                </a:cubicBezTo>
                <a:close/>
                <a:moveTo>
                  <a:pt x="349" y="479"/>
                </a:moveTo>
                <a:cubicBezTo>
                  <a:pt x="349" y="483"/>
                  <a:pt x="349" y="483"/>
                  <a:pt x="349" y="483"/>
                </a:cubicBezTo>
                <a:cubicBezTo>
                  <a:pt x="348" y="482"/>
                  <a:pt x="347" y="481"/>
                  <a:pt x="346" y="481"/>
                </a:cubicBezTo>
                <a:cubicBezTo>
                  <a:pt x="345" y="488"/>
                  <a:pt x="344" y="491"/>
                  <a:pt x="349" y="496"/>
                </a:cubicBezTo>
                <a:cubicBezTo>
                  <a:pt x="349" y="499"/>
                  <a:pt x="349" y="499"/>
                  <a:pt x="349" y="499"/>
                </a:cubicBezTo>
                <a:cubicBezTo>
                  <a:pt x="347" y="498"/>
                  <a:pt x="346" y="498"/>
                  <a:pt x="344" y="497"/>
                </a:cubicBezTo>
                <a:cubicBezTo>
                  <a:pt x="344" y="476"/>
                  <a:pt x="344" y="476"/>
                  <a:pt x="344" y="476"/>
                </a:cubicBezTo>
                <a:cubicBezTo>
                  <a:pt x="346" y="477"/>
                  <a:pt x="347" y="478"/>
                  <a:pt x="349" y="479"/>
                </a:cubicBezTo>
                <a:close/>
                <a:moveTo>
                  <a:pt x="349" y="556"/>
                </a:moveTo>
                <a:cubicBezTo>
                  <a:pt x="349" y="578"/>
                  <a:pt x="349" y="578"/>
                  <a:pt x="349" y="578"/>
                </a:cubicBezTo>
                <a:cubicBezTo>
                  <a:pt x="348" y="578"/>
                  <a:pt x="348" y="578"/>
                  <a:pt x="348" y="578"/>
                </a:cubicBezTo>
                <a:cubicBezTo>
                  <a:pt x="346" y="582"/>
                  <a:pt x="345" y="585"/>
                  <a:pt x="344" y="588"/>
                </a:cubicBezTo>
                <a:cubicBezTo>
                  <a:pt x="344" y="564"/>
                  <a:pt x="344" y="564"/>
                  <a:pt x="344" y="564"/>
                </a:cubicBezTo>
                <a:cubicBezTo>
                  <a:pt x="345" y="563"/>
                  <a:pt x="346" y="562"/>
                  <a:pt x="347" y="561"/>
                </a:cubicBezTo>
                <a:cubicBezTo>
                  <a:pt x="348" y="559"/>
                  <a:pt x="348" y="558"/>
                  <a:pt x="349" y="556"/>
                </a:cubicBezTo>
                <a:close/>
                <a:moveTo>
                  <a:pt x="349" y="606"/>
                </a:moveTo>
                <a:cubicBezTo>
                  <a:pt x="349" y="612"/>
                  <a:pt x="349" y="612"/>
                  <a:pt x="349" y="612"/>
                </a:cubicBezTo>
                <a:cubicBezTo>
                  <a:pt x="348" y="611"/>
                  <a:pt x="346" y="611"/>
                  <a:pt x="344" y="610"/>
                </a:cubicBezTo>
                <a:cubicBezTo>
                  <a:pt x="344" y="605"/>
                  <a:pt x="344" y="605"/>
                  <a:pt x="344" y="605"/>
                </a:cubicBezTo>
                <a:cubicBezTo>
                  <a:pt x="346" y="605"/>
                  <a:pt x="347" y="606"/>
                  <a:pt x="349" y="606"/>
                </a:cubicBezTo>
                <a:close/>
                <a:moveTo>
                  <a:pt x="349" y="628"/>
                </a:moveTo>
                <a:cubicBezTo>
                  <a:pt x="349" y="635"/>
                  <a:pt x="349" y="635"/>
                  <a:pt x="349" y="635"/>
                </a:cubicBezTo>
                <a:cubicBezTo>
                  <a:pt x="347" y="635"/>
                  <a:pt x="346" y="635"/>
                  <a:pt x="344" y="634"/>
                </a:cubicBezTo>
                <a:cubicBezTo>
                  <a:pt x="344" y="614"/>
                  <a:pt x="344" y="614"/>
                  <a:pt x="344" y="614"/>
                </a:cubicBezTo>
                <a:cubicBezTo>
                  <a:pt x="345" y="619"/>
                  <a:pt x="346" y="623"/>
                  <a:pt x="348" y="628"/>
                </a:cubicBezTo>
                <a:cubicBezTo>
                  <a:pt x="349" y="628"/>
                  <a:pt x="349" y="628"/>
                  <a:pt x="349" y="628"/>
                </a:cubicBezTo>
                <a:close/>
                <a:moveTo>
                  <a:pt x="349" y="745"/>
                </a:moveTo>
                <a:cubicBezTo>
                  <a:pt x="349" y="754"/>
                  <a:pt x="349" y="754"/>
                  <a:pt x="349" y="754"/>
                </a:cubicBezTo>
                <a:cubicBezTo>
                  <a:pt x="347" y="753"/>
                  <a:pt x="346" y="753"/>
                  <a:pt x="344" y="753"/>
                </a:cubicBezTo>
                <a:cubicBezTo>
                  <a:pt x="344" y="745"/>
                  <a:pt x="344" y="745"/>
                  <a:pt x="344" y="745"/>
                </a:cubicBezTo>
                <a:cubicBezTo>
                  <a:pt x="346" y="745"/>
                  <a:pt x="347" y="745"/>
                  <a:pt x="349" y="745"/>
                </a:cubicBezTo>
                <a:close/>
                <a:moveTo>
                  <a:pt x="344" y="686"/>
                </a:moveTo>
                <a:cubicBezTo>
                  <a:pt x="344" y="667"/>
                  <a:pt x="344" y="667"/>
                  <a:pt x="344" y="667"/>
                </a:cubicBezTo>
                <a:cubicBezTo>
                  <a:pt x="345" y="667"/>
                  <a:pt x="345" y="667"/>
                  <a:pt x="346" y="667"/>
                </a:cubicBezTo>
                <a:cubicBezTo>
                  <a:pt x="346" y="671"/>
                  <a:pt x="346" y="678"/>
                  <a:pt x="344" y="686"/>
                </a:cubicBezTo>
                <a:close/>
                <a:moveTo>
                  <a:pt x="344" y="540"/>
                </a:moveTo>
                <a:cubicBezTo>
                  <a:pt x="344" y="534"/>
                  <a:pt x="344" y="534"/>
                  <a:pt x="344" y="534"/>
                </a:cubicBezTo>
                <a:cubicBezTo>
                  <a:pt x="345" y="534"/>
                  <a:pt x="346" y="534"/>
                  <a:pt x="348" y="535"/>
                </a:cubicBezTo>
                <a:cubicBezTo>
                  <a:pt x="348" y="537"/>
                  <a:pt x="346" y="538"/>
                  <a:pt x="344" y="540"/>
                </a:cubicBezTo>
                <a:close/>
                <a:moveTo>
                  <a:pt x="337" y="6"/>
                </a:moveTo>
                <a:cubicBezTo>
                  <a:pt x="340" y="5"/>
                  <a:pt x="342" y="5"/>
                  <a:pt x="344" y="5"/>
                </a:cubicBezTo>
                <a:cubicBezTo>
                  <a:pt x="344" y="17"/>
                  <a:pt x="344" y="17"/>
                  <a:pt x="344" y="17"/>
                </a:cubicBezTo>
                <a:cubicBezTo>
                  <a:pt x="342" y="16"/>
                  <a:pt x="340" y="15"/>
                  <a:pt x="337" y="14"/>
                </a:cubicBezTo>
                <a:cubicBezTo>
                  <a:pt x="337" y="6"/>
                  <a:pt x="337" y="6"/>
                  <a:pt x="337" y="6"/>
                </a:cubicBezTo>
                <a:close/>
                <a:moveTo>
                  <a:pt x="344" y="790"/>
                </a:moveTo>
                <a:cubicBezTo>
                  <a:pt x="342" y="790"/>
                  <a:pt x="340" y="789"/>
                  <a:pt x="337" y="789"/>
                </a:cubicBezTo>
                <a:cubicBezTo>
                  <a:pt x="337" y="781"/>
                  <a:pt x="337" y="781"/>
                  <a:pt x="337" y="781"/>
                </a:cubicBezTo>
                <a:cubicBezTo>
                  <a:pt x="338" y="781"/>
                  <a:pt x="338" y="781"/>
                  <a:pt x="338" y="781"/>
                </a:cubicBezTo>
                <a:cubicBezTo>
                  <a:pt x="338" y="780"/>
                  <a:pt x="338" y="779"/>
                  <a:pt x="337" y="778"/>
                </a:cubicBezTo>
                <a:cubicBezTo>
                  <a:pt x="337" y="755"/>
                  <a:pt x="337" y="755"/>
                  <a:pt x="337" y="755"/>
                </a:cubicBezTo>
                <a:cubicBezTo>
                  <a:pt x="340" y="762"/>
                  <a:pt x="342" y="768"/>
                  <a:pt x="344" y="772"/>
                </a:cubicBezTo>
                <a:cubicBezTo>
                  <a:pt x="344" y="790"/>
                  <a:pt x="344" y="790"/>
                  <a:pt x="344" y="790"/>
                </a:cubicBezTo>
                <a:close/>
                <a:moveTo>
                  <a:pt x="344" y="41"/>
                </a:moveTo>
                <a:cubicBezTo>
                  <a:pt x="344" y="50"/>
                  <a:pt x="344" y="50"/>
                  <a:pt x="344" y="50"/>
                </a:cubicBezTo>
                <a:cubicBezTo>
                  <a:pt x="342" y="50"/>
                  <a:pt x="340" y="51"/>
                  <a:pt x="337" y="51"/>
                </a:cubicBezTo>
                <a:cubicBezTo>
                  <a:pt x="337" y="35"/>
                  <a:pt x="337" y="35"/>
                  <a:pt x="337" y="35"/>
                </a:cubicBezTo>
                <a:cubicBezTo>
                  <a:pt x="340" y="37"/>
                  <a:pt x="342" y="39"/>
                  <a:pt x="344" y="41"/>
                </a:cubicBezTo>
                <a:close/>
                <a:moveTo>
                  <a:pt x="344" y="118"/>
                </a:moveTo>
                <a:cubicBezTo>
                  <a:pt x="344" y="140"/>
                  <a:pt x="344" y="140"/>
                  <a:pt x="344" y="140"/>
                </a:cubicBezTo>
                <a:cubicBezTo>
                  <a:pt x="343" y="140"/>
                  <a:pt x="343" y="140"/>
                  <a:pt x="343" y="140"/>
                </a:cubicBezTo>
                <a:cubicBezTo>
                  <a:pt x="342" y="139"/>
                  <a:pt x="340" y="137"/>
                  <a:pt x="337" y="136"/>
                </a:cubicBezTo>
                <a:cubicBezTo>
                  <a:pt x="337" y="116"/>
                  <a:pt x="337" y="116"/>
                  <a:pt x="337" y="116"/>
                </a:cubicBezTo>
                <a:cubicBezTo>
                  <a:pt x="340" y="117"/>
                  <a:pt x="342" y="117"/>
                  <a:pt x="344" y="118"/>
                </a:cubicBezTo>
                <a:close/>
                <a:moveTo>
                  <a:pt x="344" y="171"/>
                </a:moveTo>
                <a:cubicBezTo>
                  <a:pt x="344" y="179"/>
                  <a:pt x="344" y="179"/>
                  <a:pt x="344" y="179"/>
                </a:cubicBezTo>
                <a:cubicBezTo>
                  <a:pt x="342" y="178"/>
                  <a:pt x="340" y="178"/>
                  <a:pt x="337" y="178"/>
                </a:cubicBezTo>
                <a:cubicBezTo>
                  <a:pt x="337" y="171"/>
                  <a:pt x="337" y="171"/>
                  <a:pt x="337" y="171"/>
                </a:cubicBezTo>
                <a:cubicBezTo>
                  <a:pt x="337" y="171"/>
                  <a:pt x="337" y="171"/>
                  <a:pt x="337" y="171"/>
                </a:cubicBezTo>
                <a:cubicBezTo>
                  <a:pt x="340" y="171"/>
                  <a:pt x="342" y="171"/>
                  <a:pt x="344" y="171"/>
                </a:cubicBezTo>
                <a:close/>
                <a:moveTo>
                  <a:pt x="344" y="190"/>
                </a:moveTo>
                <a:cubicBezTo>
                  <a:pt x="344" y="198"/>
                  <a:pt x="344" y="198"/>
                  <a:pt x="344" y="198"/>
                </a:cubicBezTo>
                <a:cubicBezTo>
                  <a:pt x="342" y="199"/>
                  <a:pt x="339" y="200"/>
                  <a:pt x="337" y="201"/>
                </a:cubicBezTo>
                <a:cubicBezTo>
                  <a:pt x="337" y="201"/>
                  <a:pt x="337" y="201"/>
                  <a:pt x="337" y="201"/>
                </a:cubicBezTo>
                <a:cubicBezTo>
                  <a:pt x="337" y="195"/>
                  <a:pt x="337" y="195"/>
                  <a:pt x="337" y="195"/>
                </a:cubicBezTo>
                <a:cubicBezTo>
                  <a:pt x="338" y="195"/>
                  <a:pt x="339" y="194"/>
                  <a:pt x="340" y="194"/>
                </a:cubicBezTo>
                <a:cubicBezTo>
                  <a:pt x="339" y="193"/>
                  <a:pt x="338" y="193"/>
                  <a:pt x="337" y="192"/>
                </a:cubicBezTo>
                <a:cubicBezTo>
                  <a:pt x="337" y="185"/>
                  <a:pt x="337" y="185"/>
                  <a:pt x="337" y="185"/>
                </a:cubicBezTo>
                <a:cubicBezTo>
                  <a:pt x="339" y="187"/>
                  <a:pt x="342" y="189"/>
                  <a:pt x="344" y="190"/>
                </a:cubicBezTo>
                <a:close/>
                <a:moveTo>
                  <a:pt x="344" y="211"/>
                </a:moveTo>
                <a:cubicBezTo>
                  <a:pt x="344" y="222"/>
                  <a:pt x="344" y="222"/>
                  <a:pt x="344" y="222"/>
                </a:cubicBezTo>
                <a:cubicBezTo>
                  <a:pt x="342" y="222"/>
                  <a:pt x="340" y="223"/>
                  <a:pt x="337" y="224"/>
                </a:cubicBezTo>
                <a:cubicBezTo>
                  <a:pt x="337" y="213"/>
                  <a:pt x="337" y="213"/>
                  <a:pt x="337" y="213"/>
                </a:cubicBezTo>
                <a:cubicBezTo>
                  <a:pt x="340" y="212"/>
                  <a:pt x="342" y="211"/>
                  <a:pt x="344" y="211"/>
                </a:cubicBezTo>
                <a:close/>
                <a:moveTo>
                  <a:pt x="344" y="224"/>
                </a:moveTo>
                <a:cubicBezTo>
                  <a:pt x="337" y="226"/>
                  <a:pt x="337" y="226"/>
                  <a:pt x="337" y="226"/>
                </a:cubicBezTo>
                <a:cubicBezTo>
                  <a:pt x="337" y="234"/>
                  <a:pt x="337" y="234"/>
                  <a:pt x="337" y="234"/>
                </a:cubicBezTo>
                <a:cubicBezTo>
                  <a:pt x="340" y="233"/>
                  <a:pt x="342" y="233"/>
                  <a:pt x="344" y="232"/>
                </a:cubicBezTo>
                <a:cubicBezTo>
                  <a:pt x="344" y="224"/>
                  <a:pt x="344" y="224"/>
                  <a:pt x="344" y="224"/>
                </a:cubicBezTo>
                <a:close/>
                <a:moveTo>
                  <a:pt x="344" y="234"/>
                </a:moveTo>
                <a:cubicBezTo>
                  <a:pt x="344" y="241"/>
                  <a:pt x="344" y="241"/>
                  <a:pt x="344" y="241"/>
                </a:cubicBezTo>
                <a:cubicBezTo>
                  <a:pt x="342" y="242"/>
                  <a:pt x="339" y="243"/>
                  <a:pt x="337" y="244"/>
                </a:cubicBezTo>
                <a:cubicBezTo>
                  <a:pt x="337" y="237"/>
                  <a:pt x="337" y="237"/>
                  <a:pt x="337" y="237"/>
                </a:cubicBezTo>
                <a:cubicBezTo>
                  <a:pt x="340" y="236"/>
                  <a:pt x="342" y="235"/>
                  <a:pt x="344" y="234"/>
                </a:cubicBezTo>
                <a:close/>
                <a:moveTo>
                  <a:pt x="344" y="245"/>
                </a:moveTo>
                <a:cubicBezTo>
                  <a:pt x="344" y="267"/>
                  <a:pt x="344" y="267"/>
                  <a:pt x="344" y="267"/>
                </a:cubicBezTo>
                <a:cubicBezTo>
                  <a:pt x="343" y="266"/>
                  <a:pt x="343" y="266"/>
                  <a:pt x="337" y="264"/>
                </a:cubicBezTo>
                <a:cubicBezTo>
                  <a:pt x="337" y="248"/>
                  <a:pt x="337" y="248"/>
                  <a:pt x="337" y="248"/>
                </a:cubicBezTo>
                <a:cubicBezTo>
                  <a:pt x="340" y="247"/>
                  <a:pt x="342" y="246"/>
                  <a:pt x="344" y="245"/>
                </a:cubicBezTo>
                <a:close/>
                <a:moveTo>
                  <a:pt x="344" y="267"/>
                </a:moveTo>
                <a:cubicBezTo>
                  <a:pt x="344" y="277"/>
                  <a:pt x="344" y="277"/>
                  <a:pt x="344" y="277"/>
                </a:cubicBezTo>
                <a:cubicBezTo>
                  <a:pt x="342" y="278"/>
                  <a:pt x="340" y="279"/>
                  <a:pt x="337" y="278"/>
                </a:cubicBezTo>
                <a:cubicBezTo>
                  <a:pt x="337" y="272"/>
                  <a:pt x="337" y="272"/>
                  <a:pt x="337" y="272"/>
                </a:cubicBezTo>
                <a:cubicBezTo>
                  <a:pt x="339" y="269"/>
                  <a:pt x="340" y="269"/>
                  <a:pt x="344" y="267"/>
                </a:cubicBezTo>
                <a:close/>
                <a:moveTo>
                  <a:pt x="344" y="285"/>
                </a:moveTo>
                <a:cubicBezTo>
                  <a:pt x="344" y="294"/>
                  <a:pt x="344" y="294"/>
                  <a:pt x="344" y="294"/>
                </a:cubicBezTo>
                <a:cubicBezTo>
                  <a:pt x="342" y="292"/>
                  <a:pt x="341" y="290"/>
                  <a:pt x="342" y="286"/>
                </a:cubicBezTo>
                <a:cubicBezTo>
                  <a:pt x="343" y="286"/>
                  <a:pt x="344" y="285"/>
                  <a:pt x="344" y="285"/>
                </a:cubicBezTo>
                <a:close/>
                <a:moveTo>
                  <a:pt x="344" y="307"/>
                </a:moveTo>
                <a:cubicBezTo>
                  <a:pt x="344" y="312"/>
                  <a:pt x="344" y="312"/>
                  <a:pt x="344" y="312"/>
                </a:cubicBezTo>
                <a:cubicBezTo>
                  <a:pt x="343" y="312"/>
                  <a:pt x="342" y="313"/>
                  <a:pt x="341" y="314"/>
                </a:cubicBezTo>
                <a:cubicBezTo>
                  <a:pt x="342" y="315"/>
                  <a:pt x="343" y="315"/>
                  <a:pt x="344" y="316"/>
                </a:cubicBezTo>
                <a:cubicBezTo>
                  <a:pt x="344" y="320"/>
                  <a:pt x="344" y="320"/>
                  <a:pt x="344" y="320"/>
                </a:cubicBezTo>
                <a:cubicBezTo>
                  <a:pt x="342" y="319"/>
                  <a:pt x="340" y="318"/>
                  <a:pt x="337" y="318"/>
                </a:cubicBezTo>
                <a:cubicBezTo>
                  <a:pt x="337" y="312"/>
                  <a:pt x="337" y="312"/>
                  <a:pt x="337" y="312"/>
                </a:cubicBezTo>
                <a:cubicBezTo>
                  <a:pt x="338" y="311"/>
                  <a:pt x="340" y="310"/>
                  <a:pt x="342" y="308"/>
                </a:cubicBezTo>
                <a:cubicBezTo>
                  <a:pt x="343" y="308"/>
                  <a:pt x="343" y="307"/>
                  <a:pt x="344" y="307"/>
                </a:cubicBezTo>
                <a:close/>
                <a:moveTo>
                  <a:pt x="344" y="324"/>
                </a:moveTo>
                <a:cubicBezTo>
                  <a:pt x="344" y="329"/>
                  <a:pt x="344" y="329"/>
                  <a:pt x="344" y="329"/>
                </a:cubicBezTo>
                <a:cubicBezTo>
                  <a:pt x="341" y="330"/>
                  <a:pt x="340" y="333"/>
                  <a:pt x="337" y="334"/>
                </a:cubicBezTo>
                <a:cubicBezTo>
                  <a:pt x="337" y="330"/>
                  <a:pt x="337" y="330"/>
                  <a:pt x="337" y="330"/>
                </a:cubicBezTo>
                <a:cubicBezTo>
                  <a:pt x="338" y="330"/>
                  <a:pt x="338" y="330"/>
                  <a:pt x="338" y="329"/>
                </a:cubicBezTo>
                <a:cubicBezTo>
                  <a:pt x="337" y="329"/>
                  <a:pt x="337" y="329"/>
                  <a:pt x="337" y="329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41" y="325"/>
                  <a:pt x="342" y="325"/>
                  <a:pt x="344" y="324"/>
                </a:cubicBezTo>
                <a:close/>
                <a:moveTo>
                  <a:pt x="344" y="378"/>
                </a:moveTo>
                <a:cubicBezTo>
                  <a:pt x="344" y="393"/>
                  <a:pt x="344" y="393"/>
                  <a:pt x="344" y="393"/>
                </a:cubicBezTo>
                <a:cubicBezTo>
                  <a:pt x="337" y="387"/>
                  <a:pt x="337" y="387"/>
                  <a:pt x="337" y="387"/>
                </a:cubicBezTo>
                <a:cubicBezTo>
                  <a:pt x="337" y="379"/>
                  <a:pt x="337" y="379"/>
                  <a:pt x="337" y="379"/>
                </a:cubicBezTo>
                <a:cubicBezTo>
                  <a:pt x="344" y="378"/>
                  <a:pt x="344" y="378"/>
                  <a:pt x="344" y="378"/>
                </a:cubicBezTo>
                <a:close/>
                <a:moveTo>
                  <a:pt x="344" y="476"/>
                </a:moveTo>
                <a:cubicBezTo>
                  <a:pt x="344" y="497"/>
                  <a:pt x="344" y="497"/>
                  <a:pt x="344" y="497"/>
                </a:cubicBezTo>
                <a:cubicBezTo>
                  <a:pt x="342" y="495"/>
                  <a:pt x="340" y="494"/>
                  <a:pt x="337" y="493"/>
                </a:cubicBezTo>
                <a:cubicBezTo>
                  <a:pt x="337" y="488"/>
                  <a:pt x="337" y="488"/>
                  <a:pt x="337" y="488"/>
                </a:cubicBezTo>
                <a:cubicBezTo>
                  <a:pt x="338" y="489"/>
                  <a:pt x="338" y="490"/>
                  <a:pt x="340" y="491"/>
                </a:cubicBezTo>
                <a:cubicBezTo>
                  <a:pt x="340" y="484"/>
                  <a:pt x="342" y="479"/>
                  <a:pt x="337" y="474"/>
                </a:cubicBezTo>
                <a:cubicBezTo>
                  <a:pt x="337" y="470"/>
                  <a:pt x="337" y="470"/>
                  <a:pt x="337" y="470"/>
                </a:cubicBezTo>
                <a:cubicBezTo>
                  <a:pt x="339" y="471"/>
                  <a:pt x="340" y="472"/>
                  <a:pt x="342" y="473"/>
                </a:cubicBezTo>
                <a:cubicBezTo>
                  <a:pt x="343" y="474"/>
                  <a:pt x="343" y="475"/>
                  <a:pt x="344" y="476"/>
                </a:cubicBezTo>
                <a:close/>
                <a:moveTo>
                  <a:pt x="344" y="534"/>
                </a:moveTo>
                <a:cubicBezTo>
                  <a:pt x="344" y="540"/>
                  <a:pt x="344" y="540"/>
                  <a:pt x="344" y="540"/>
                </a:cubicBezTo>
                <a:cubicBezTo>
                  <a:pt x="342" y="542"/>
                  <a:pt x="340" y="544"/>
                  <a:pt x="337" y="545"/>
                </a:cubicBezTo>
                <a:cubicBezTo>
                  <a:pt x="337" y="536"/>
                  <a:pt x="337" y="536"/>
                  <a:pt x="337" y="536"/>
                </a:cubicBezTo>
                <a:cubicBezTo>
                  <a:pt x="339" y="535"/>
                  <a:pt x="341" y="535"/>
                  <a:pt x="344" y="534"/>
                </a:cubicBezTo>
                <a:close/>
                <a:moveTo>
                  <a:pt x="344" y="564"/>
                </a:moveTo>
                <a:cubicBezTo>
                  <a:pt x="344" y="588"/>
                  <a:pt x="344" y="588"/>
                  <a:pt x="344" y="588"/>
                </a:cubicBezTo>
                <a:cubicBezTo>
                  <a:pt x="344" y="590"/>
                  <a:pt x="344" y="590"/>
                  <a:pt x="343" y="591"/>
                </a:cubicBezTo>
                <a:cubicBezTo>
                  <a:pt x="342" y="592"/>
                  <a:pt x="340" y="593"/>
                  <a:pt x="338" y="593"/>
                </a:cubicBezTo>
                <a:cubicBezTo>
                  <a:pt x="338" y="592"/>
                  <a:pt x="338" y="590"/>
                  <a:pt x="337" y="589"/>
                </a:cubicBezTo>
                <a:cubicBezTo>
                  <a:pt x="337" y="580"/>
                  <a:pt x="337" y="580"/>
                  <a:pt x="337" y="580"/>
                </a:cubicBezTo>
                <a:cubicBezTo>
                  <a:pt x="338" y="580"/>
                  <a:pt x="338" y="580"/>
                  <a:pt x="338" y="580"/>
                </a:cubicBezTo>
                <a:cubicBezTo>
                  <a:pt x="340" y="576"/>
                  <a:pt x="341" y="569"/>
                  <a:pt x="344" y="564"/>
                </a:cubicBezTo>
                <a:close/>
                <a:moveTo>
                  <a:pt x="344" y="605"/>
                </a:moveTo>
                <a:cubicBezTo>
                  <a:pt x="344" y="610"/>
                  <a:pt x="344" y="610"/>
                  <a:pt x="344" y="610"/>
                </a:cubicBezTo>
                <a:cubicBezTo>
                  <a:pt x="344" y="610"/>
                  <a:pt x="343" y="610"/>
                  <a:pt x="343" y="610"/>
                </a:cubicBezTo>
                <a:cubicBezTo>
                  <a:pt x="343" y="612"/>
                  <a:pt x="344" y="613"/>
                  <a:pt x="344" y="614"/>
                </a:cubicBezTo>
                <a:cubicBezTo>
                  <a:pt x="344" y="634"/>
                  <a:pt x="344" y="634"/>
                  <a:pt x="344" y="634"/>
                </a:cubicBezTo>
                <a:cubicBezTo>
                  <a:pt x="342" y="634"/>
                  <a:pt x="339" y="633"/>
                  <a:pt x="337" y="633"/>
                </a:cubicBezTo>
                <a:cubicBezTo>
                  <a:pt x="337" y="627"/>
                  <a:pt x="337" y="627"/>
                  <a:pt x="337" y="627"/>
                </a:cubicBezTo>
                <a:cubicBezTo>
                  <a:pt x="338" y="627"/>
                  <a:pt x="338" y="627"/>
                  <a:pt x="338" y="628"/>
                </a:cubicBezTo>
                <a:cubicBezTo>
                  <a:pt x="339" y="627"/>
                  <a:pt x="340" y="627"/>
                  <a:pt x="342" y="626"/>
                </a:cubicBezTo>
                <a:cubicBezTo>
                  <a:pt x="340" y="622"/>
                  <a:pt x="339" y="618"/>
                  <a:pt x="337" y="614"/>
                </a:cubicBezTo>
                <a:cubicBezTo>
                  <a:pt x="337" y="604"/>
                  <a:pt x="337" y="604"/>
                  <a:pt x="337" y="604"/>
                </a:cubicBezTo>
                <a:cubicBezTo>
                  <a:pt x="338" y="604"/>
                  <a:pt x="338" y="604"/>
                  <a:pt x="338" y="605"/>
                </a:cubicBezTo>
                <a:cubicBezTo>
                  <a:pt x="340" y="605"/>
                  <a:pt x="342" y="605"/>
                  <a:pt x="344" y="605"/>
                </a:cubicBezTo>
                <a:close/>
                <a:moveTo>
                  <a:pt x="344" y="667"/>
                </a:moveTo>
                <a:cubicBezTo>
                  <a:pt x="344" y="686"/>
                  <a:pt x="344" y="686"/>
                  <a:pt x="344" y="686"/>
                </a:cubicBezTo>
                <a:cubicBezTo>
                  <a:pt x="342" y="695"/>
                  <a:pt x="340" y="704"/>
                  <a:pt x="337" y="708"/>
                </a:cubicBezTo>
                <a:cubicBezTo>
                  <a:pt x="337" y="708"/>
                  <a:pt x="337" y="708"/>
                  <a:pt x="337" y="708"/>
                </a:cubicBezTo>
                <a:cubicBezTo>
                  <a:pt x="337" y="667"/>
                  <a:pt x="337" y="667"/>
                  <a:pt x="337" y="667"/>
                </a:cubicBezTo>
                <a:cubicBezTo>
                  <a:pt x="339" y="667"/>
                  <a:pt x="342" y="667"/>
                  <a:pt x="344" y="667"/>
                </a:cubicBezTo>
                <a:close/>
                <a:moveTo>
                  <a:pt x="344" y="745"/>
                </a:moveTo>
                <a:cubicBezTo>
                  <a:pt x="344" y="753"/>
                  <a:pt x="344" y="753"/>
                  <a:pt x="344" y="753"/>
                </a:cubicBezTo>
                <a:cubicBezTo>
                  <a:pt x="342" y="753"/>
                  <a:pt x="340" y="753"/>
                  <a:pt x="337" y="753"/>
                </a:cubicBezTo>
                <a:cubicBezTo>
                  <a:pt x="337" y="745"/>
                  <a:pt x="337" y="745"/>
                  <a:pt x="337" y="745"/>
                </a:cubicBezTo>
                <a:cubicBezTo>
                  <a:pt x="340" y="745"/>
                  <a:pt x="342" y="745"/>
                  <a:pt x="344" y="745"/>
                </a:cubicBezTo>
                <a:close/>
                <a:moveTo>
                  <a:pt x="337" y="532"/>
                </a:moveTo>
                <a:cubicBezTo>
                  <a:pt x="337" y="522"/>
                  <a:pt x="337" y="522"/>
                  <a:pt x="337" y="522"/>
                </a:cubicBezTo>
                <a:cubicBezTo>
                  <a:pt x="343" y="523"/>
                  <a:pt x="343" y="523"/>
                  <a:pt x="343" y="523"/>
                </a:cubicBezTo>
                <a:cubicBezTo>
                  <a:pt x="344" y="526"/>
                  <a:pt x="341" y="529"/>
                  <a:pt x="337" y="532"/>
                </a:cubicBezTo>
                <a:close/>
                <a:moveTo>
                  <a:pt x="337" y="517"/>
                </a:moveTo>
                <a:cubicBezTo>
                  <a:pt x="337" y="509"/>
                  <a:pt x="337" y="509"/>
                  <a:pt x="337" y="509"/>
                </a:cubicBezTo>
                <a:cubicBezTo>
                  <a:pt x="339" y="508"/>
                  <a:pt x="340" y="508"/>
                  <a:pt x="342" y="508"/>
                </a:cubicBezTo>
                <a:cubicBezTo>
                  <a:pt x="344" y="511"/>
                  <a:pt x="344" y="513"/>
                  <a:pt x="343" y="516"/>
                </a:cubicBezTo>
                <a:cubicBezTo>
                  <a:pt x="341" y="516"/>
                  <a:pt x="339" y="517"/>
                  <a:pt x="337" y="517"/>
                </a:cubicBezTo>
                <a:close/>
                <a:moveTo>
                  <a:pt x="337" y="101"/>
                </a:moveTo>
                <a:cubicBezTo>
                  <a:pt x="337" y="84"/>
                  <a:pt x="337" y="84"/>
                  <a:pt x="337" y="84"/>
                </a:cubicBezTo>
                <a:cubicBezTo>
                  <a:pt x="338" y="84"/>
                  <a:pt x="339" y="84"/>
                  <a:pt x="340" y="84"/>
                </a:cubicBezTo>
                <a:cubicBezTo>
                  <a:pt x="343" y="91"/>
                  <a:pt x="342" y="94"/>
                  <a:pt x="340" y="100"/>
                </a:cubicBezTo>
                <a:lnTo>
                  <a:pt x="337" y="101"/>
                </a:lnTo>
                <a:close/>
                <a:moveTo>
                  <a:pt x="328" y="7"/>
                </a:moveTo>
                <a:cubicBezTo>
                  <a:pt x="331" y="7"/>
                  <a:pt x="334" y="6"/>
                  <a:pt x="337" y="6"/>
                </a:cubicBezTo>
                <a:cubicBezTo>
                  <a:pt x="337" y="14"/>
                  <a:pt x="337" y="14"/>
                  <a:pt x="337" y="14"/>
                </a:cubicBezTo>
                <a:cubicBezTo>
                  <a:pt x="334" y="14"/>
                  <a:pt x="331" y="14"/>
                  <a:pt x="328" y="14"/>
                </a:cubicBezTo>
                <a:cubicBezTo>
                  <a:pt x="328" y="7"/>
                  <a:pt x="328" y="7"/>
                  <a:pt x="328" y="7"/>
                </a:cubicBezTo>
                <a:close/>
                <a:moveTo>
                  <a:pt x="337" y="789"/>
                </a:moveTo>
                <a:cubicBezTo>
                  <a:pt x="334" y="789"/>
                  <a:pt x="331" y="788"/>
                  <a:pt x="328" y="788"/>
                </a:cubicBezTo>
                <a:cubicBezTo>
                  <a:pt x="328" y="781"/>
                  <a:pt x="328" y="781"/>
                  <a:pt x="328" y="781"/>
                </a:cubicBezTo>
                <a:cubicBezTo>
                  <a:pt x="331" y="781"/>
                  <a:pt x="334" y="781"/>
                  <a:pt x="337" y="781"/>
                </a:cubicBezTo>
                <a:cubicBezTo>
                  <a:pt x="337" y="789"/>
                  <a:pt x="337" y="789"/>
                  <a:pt x="337" y="789"/>
                </a:cubicBezTo>
                <a:close/>
                <a:moveTo>
                  <a:pt x="337" y="35"/>
                </a:moveTo>
                <a:cubicBezTo>
                  <a:pt x="337" y="51"/>
                  <a:pt x="337" y="51"/>
                  <a:pt x="337" y="51"/>
                </a:cubicBezTo>
                <a:cubicBezTo>
                  <a:pt x="334" y="52"/>
                  <a:pt x="331" y="52"/>
                  <a:pt x="328" y="53"/>
                </a:cubicBezTo>
                <a:cubicBezTo>
                  <a:pt x="328" y="45"/>
                  <a:pt x="328" y="45"/>
                  <a:pt x="328" y="45"/>
                </a:cubicBezTo>
                <a:cubicBezTo>
                  <a:pt x="329" y="44"/>
                  <a:pt x="331" y="44"/>
                  <a:pt x="332" y="43"/>
                </a:cubicBezTo>
                <a:cubicBezTo>
                  <a:pt x="331" y="41"/>
                  <a:pt x="329" y="40"/>
                  <a:pt x="328" y="38"/>
                </a:cubicBezTo>
                <a:cubicBezTo>
                  <a:pt x="328" y="26"/>
                  <a:pt x="328" y="26"/>
                  <a:pt x="328" y="26"/>
                </a:cubicBezTo>
                <a:cubicBezTo>
                  <a:pt x="331" y="29"/>
                  <a:pt x="334" y="33"/>
                  <a:pt x="337" y="35"/>
                </a:cubicBezTo>
                <a:close/>
                <a:moveTo>
                  <a:pt x="337" y="84"/>
                </a:moveTo>
                <a:cubicBezTo>
                  <a:pt x="337" y="101"/>
                  <a:pt x="337" y="101"/>
                  <a:pt x="337" y="101"/>
                </a:cubicBezTo>
                <a:cubicBezTo>
                  <a:pt x="334" y="102"/>
                  <a:pt x="331" y="103"/>
                  <a:pt x="328" y="103"/>
                </a:cubicBezTo>
                <a:cubicBezTo>
                  <a:pt x="328" y="87"/>
                  <a:pt x="328" y="87"/>
                  <a:pt x="328" y="87"/>
                </a:cubicBezTo>
                <a:cubicBezTo>
                  <a:pt x="331" y="86"/>
                  <a:pt x="334" y="85"/>
                  <a:pt x="337" y="84"/>
                </a:cubicBezTo>
                <a:close/>
                <a:moveTo>
                  <a:pt x="337" y="116"/>
                </a:moveTo>
                <a:cubicBezTo>
                  <a:pt x="337" y="136"/>
                  <a:pt x="337" y="136"/>
                  <a:pt x="337" y="136"/>
                </a:cubicBezTo>
                <a:cubicBezTo>
                  <a:pt x="334" y="134"/>
                  <a:pt x="331" y="131"/>
                  <a:pt x="328" y="129"/>
                </a:cubicBezTo>
                <a:cubicBezTo>
                  <a:pt x="328" y="113"/>
                  <a:pt x="328" y="113"/>
                  <a:pt x="328" y="113"/>
                </a:cubicBezTo>
                <a:cubicBezTo>
                  <a:pt x="331" y="114"/>
                  <a:pt x="334" y="115"/>
                  <a:pt x="337" y="116"/>
                </a:cubicBezTo>
                <a:close/>
                <a:moveTo>
                  <a:pt x="337" y="171"/>
                </a:moveTo>
                <a:cubicBezTo>
                  <a:pt x="337" y="178"/>
                  <a:pt x="337" y="178"/>
                  <a:pt x="337" y="178"/>
                </a:cubicBezTo>
                <a:cubicBezTo>
                  <a:pt x="336" y="178"/>
                  <a:pt x="334" y="178"/>
                  <a:pt x="332" y="178"/>
                </a:cubicBezTo>
                <a:cubicBezTo>
                  <a:pt x="334" y="181"/>
                  <a:pt x="335" y="183"/>
                  <a:pt x="337" y="185"/>
                </a:cubicBezTo>
                <a:cubicBezTo>
                  <a:pt x="337" y="192"/>
                  <a:pt x="337" y="192"/>
                  <a:pt x="337" y="192"/>
                </a:cubicBezTo>
                <a:cubicBezTo>
                  <a:pt x="333" y="190"/>
                  <a:pt x="330" y="187"/>
                  <a:pt x="328" y="185"/>
                </a:cubicBezTo>
                <a:cubicBezTo>
                  <a:pt x="328" y="175"/>
                  <a:pt x="328" y="175"/>
                  <a:pt x="328" y="175"/>
                </a:cubicBezTo>
                <a:cubicBezTo>
                  <a:pt x="331" y="174"/>
                  <a:pt x="334" y="173"/>
                  <a:pt x="337" y="171"/>
                </a:cubicBezTo>
                <a:close/>
                <a:moveTo>
                  <a:pt x="337" y="195"/>
                </a:moveTo>
                <a:cubicBezTo>
                  <a:pt x="337" y="201"/>
                  <a:pt x="337" y="201"/>
                  <a:pt x="337" y="201"/>
                </a:cubicBezTo>
                <a:cubicBezTo>
                  <a:pt x="334" y="202"/>
                  <a:pt x="331" y="202"/>
                  <a:pt x="328" y="203"/>
                </a:cubicBezTo>
                <a:cubicBezTo>
                  <a:pt x="328" y="197"/>
                  <a:pt x="328" y="197"/>
                  <a:pt x="328" y="197"/>
                </a:cubicBezTo>
                <a:cubicBezTo>
                  <a:pt x="332" y="197"/>
                  <a:pt x="334" y="196"/>
                  <a:pt x="337" y="195"/>
                </a:cubicBezTo>
                <a:close/>
                <a:moveTo>
                  <a:pt x="337" y="213"/>
                </a:moveTo>
                <a:cubicBezTo>
                  <a:pt x="337" y="224"/>
                  <a:pt x="337" y="224"/>
                  <a:pt x="337" y="224"/>
                </a:cubicBezTo>
                <a:cubicBezTo>
                  <a:pt x="335" y="225"/>
                  <a:pt x="333" y="226"/>
                  <a:pt x="331" y="226"/>
                </a:cubicBezTo>
                <a:cubicBezTo>
                  <a:pt x="331" y="227"/>
                  <a:pt x="331" y="228"/>
                  <a:pt x="331" y="229"/>
                </a:cubicBezTo>
                <a:cubicBezTo>
                  <a:pt x="337" y="226"/>
                  <a:pt x="337" y="226"/>
                  <a:pt x="337" y="226"/>
                </a:cubicBezTo>
                <a:cubicBezTo>
                  <a:pt x="337" y="234"/>
                  <a:pt x="337" y="234"/>
                  <a:pt x="337" y="234"/>
                </a:cubicBezTo>
                <a:cubicBezTo>
                  <a:pt x="334" y="235"/>
                  <a:pt x="330" y="237"/>
                  <a:pt x="328" y="239"/>
                </a:cubicBezTo>
                <a:cubicBezTo>
                  <a:pt x="328" y="216"/>
                  <a:pt x="328" y="216"/>
                  <a:pt x="328" y="216"/>
                </a:cubicBezTo>
                <a:cubicBezTo>
                  <a:pt x="331" y="215"/>
                  <a:pt x="334" y="214"/>
                  <a:pt x="337" y="213"/>
                </a:cubicBezTo>
                <a:close/>
                <a:moveTo>
                  <a:pt x="337" y="237"/>
                </a:moveTo>
                <a:cubicBezTo>
                  <a:pt x="334" y="239"/>
                  <a:pt x="331" y="240"/>
                  <a:pt x="328" y="242"/>
                </a:cubicBezTo>
                <a:cubicBezTo>
                  <a:pt x="328" y="260"/>
                  <a:pt x="328" y="260"/>
                  <a:pt x="328" y="260"/>
                </a:cubicBezTo>
                <a:cubicBezTo>
                  <a:pt x="329" y="260"/>
                  <a:pt x="331" y="260"/>
                  <a:pt x="332" y="260"/>
                </a:cubicBezTo>
                <a:cubicBezTo>
                  <a:pt x="332" y="260"/>
                  <a:pt x="332" y="259"/>
                  <a:pt x="332" y="258"/>
                </a:cubicBezTo>
                <a:cubicBezTo>
                  <a:pt x="333" y="258"/>
                  <a:pt x="334" y="258"/>
                  <a:pt x="335" y="258"/>
                </a:cubicBezTo>
                <a:cubicBezTo>
                  <a:pt x="335" y="260"/>
                  <a:pt x="335" y="262"/>
                  <a:pt x="336" y="264"/>
                </a:cubicBezTo>
                <a:cubicBezTo>
                  <a:pt x="337" y="264"/>
                  <a:pt x="337" y="264"/>
                  <a:pt x="337" y="264"/>
                </a:cubicBezTo>
                <a:cubicBezTo>
                  <a:pt x="337" y="248"/>
                  <a:pt x="337" y="248"/>
                  <a:pt x="337" y="248"/>
                </a:cubicBezTo>
                <a:cubicBezTo>
                  <a:pt x="335" y="249"/>
                  <a:pt x="333" y="249"/>
                  <a:pt x="330" y="250"/>
                </a:cubicBezTo>
                <a:cubicBezTo>
                  <a:pt x="332" y="247"/>
                  <a:pt x="334" y="245"/>
                  <a:pt x="337" y="244"/>
                </a:cubicBezTo>
                <a:cubicBezTo>
                  <a:pt x="337" y="237"/>
                  <a:pt x="337" y="237"/>
                  <a:pt x="337" y="237"/>
                </a:cubicBezTo>
                <a:close/>
                <a:moveTo>
                  <a:pt x="337" y="272"/>
                </a:moveTo>
                <a:cubicBezTo>
                  <a:pt x="337" y="278"/>
                  <a:pt x="337" y="278"/>
                  <a:pt x="337" y="278"/>
                </a:cubicBezTo>
                <a:cubicBezTo>
                  <a:pt x="337" y="278"/>
                  <a:pt x="336" y="277"/>
                  <a:pt x="336" y="277"/>
                </a:cubicBezTo>
                <a:cubicBezTo>
                  <a:pt x="336" y="276"/>
                  <a:pt x="336" y="275"/>
                  <a:pt x="336" y="273"/>
                </a:cubicBezTo>
                <a:cubicBezTo>
                  <a:pt x="336" y="273"/>
                  <a:pt x="337" y="272"/>
                  <a:pt x="337" y="272"/>
                </a:cubicBezTo>
                <a:close/>
                <a:moveTo>
                  <a:pt x="337" y="312"/>
                </a:moveTo>
                <a:cubicBezTo>
                  <a:pt x="337" y="318"/>
                  <a:pt x="337" y="318"/>
                  <a:pt x="337" y="318"/>
                </a:cubicBezTo>
                <a:cubicBezTo>
                  <a:pt x="335" y="318"/>
                  <a:pt x="333" y="319"/>
                  <a:pt x="330" y="321"/>
                </a:cubicBezTo>
                <a:cubicBezTo>
                  <a:pt x="332" y="322"/>
                  <a:pt x="335" y="323"/>
                  <a:pt x="337" y="325"/>
                </a:cubicBezTo>
                <a:cubicBezTo>
                  <a:pt x="337" y="329"/>
                  <a:pt x="337" y="329"/>
                  <a:pt x="337" y="329"/>
                </a:cubicBezTo>
                <a:cubicBezTo>
                  <a:pt x="333" y="327"/>
                  <a:pt x="330" y="326"/>
                  <a:pt x="328" y="326"/>
                </a:cubicBezTo>
                <a:cubicBezTo>
                  <a:pt x="328" y="316"/>
                  <a:pt x="328" y="316"/>
                  <a:pt x="328" y="316"/>
                </a:cubicBezTo>
                <a:cubicBezTo>
                  <a:pt x="329" y="317"/>
                  <a:pt x="329" y="317"/>
                  <a:pt x="329" y="317"/>
                </a:cubicBezTo>
                <a:cubicBezTo>
                  <a:pt x="334" y="314"/>
                  <a:pt x="335" y="313"/>
                  <a:pt x="337" y="312"/>
                </a:cubicBezTo>
                <a:close/>
                <a:moveTo>
                  <a:pt x="337" y="330"/>
                </a:moveTo>
                <a:cubicBezTo>
                  <a:pt x="337" y="334"/>
                  <a:pt x="337" y="334"/>
                  <a:pt x="337" y="334"/>
                </a:cubicBezTo>
                <a:cubicBezTo>
                  <a:pt x="336" y="335"/>
                  <a:pt x="335" y="336"/>
                  <a:pt x="334" y="336"/>
                </a:cubicBezTo>
                <a:cubicBezTo>
                  <a:pt x="333" y="339"/>
                  <a:pt x="330" y="342"/>
                  <a:pt x="328" y="344"/>
                </a:cubicBezTo>
                <a:cubicBezTo>
                  <a:pt x="328" y="338"/>
                  <a:pt x="328" y="338"/>
                  <a:pt x="328" y="338"/>
                </a:cubicBezTo>
                <a:cubicBezTo>
                  <a:pt x="328" y="338"/>
                  <a:pt x="328" y="338"/>
                  <a:pt x="328" y="338"/>
                </a:cubicBezTo>
                <a:cubicBezTo>
                  <a:pt x="328" y="337"/>
                  <a:pt x="328" y="337"/>
                  <a:pt x="328" y="337"/>
                </a:cubicBezTo>
                <a:cubicBezTo>
                  <a:pt x="328" y="332"/>
                  <a:pt x="328" y="332"/>
                  <a:pt x="328" y="332"/>
                </a:cubicBezTo>
                <a:cubicBezTo>
                  <a:pt x="332" y="332"/>
                  <a:pt x="334" y="332"/>
                  <a:pt x="337" y="330"/>
                </a:cubicBezTo>
                <a:close/>
                <a:moveTo>
                  <a:pt x="337" y="379"/>
                </a:moveTo>
                <a:cubicBezTo>
                  <a:pt x="337" y="387"/>
                  <a:pt x="337" y="387"/>
                  <a:pt x="337" y="387"/>
                </a:cubicBezTo>
                <a:cubicBezTo>
                  <a:pt x="328" y="381"/>
                  <a:pt x="328" y="381"/>
                  <a:pt x="328" y="381"/>
                </a:cubicBezTo>
                <a:cubicBezTo>
                  <a:pt x="328" y="379"/>
                  <a:pt x="328" y="379"/>
                  <a:pt x="328" y="379"/>
                </a:cubicBezTo>
                <a:cubicBezTo>
                  <a:pt x="337" y="379"/>
                  <a:pt x="337" y="379"/>
                  <a:pt x="337" y="379"/>
                </a:cubicBezTo>
                <a:close/>
                <a:moveTo>
                  <a:pt x="337" y="470"/>
                </a:moveTo>
                <a:cubicBezTo>
                  <a:pt x="337" y="474"/>
                  <a:pt x="337" y="474"/>
                  <a:pt x="337" y="474"/>
                </a:cubicBezTo>
                <a:cubicBezTo>
                  <a:pt x="337" y="474"/>
                  <a:pt x="337" y="474"/>
                  <a:pt x="337" y="474"/>
                </a:cubicBezTo>
                <a:cubicBezTo>
                  <a:pt x="335" y="479"/>
                  <a:pt x="334" y="484"/>
                  <a:pt x="337" y="488"/>
                </a:cubicBezTo>
                <a:cubicBezTo>
                  <a:pt x="337" y="493"/>
                  <a:pt x="337" y="493"/>
                  <a:pt x="337" y="493"/>
                </a:cubicBezTo>
                <a:cubicBezTo>
                  <a:pt x="335" y="491"/>
                  <a:pt x="333" y="490"/>
                  <a:pt x="331" y="488"/>
                </a:cubicBezTo>
                <a:cubicBezTo>
                  <a:pt x="330" y="488"/>
                  <a:pt x="329" y="489"/>
                  <a:pt x="328" y="489"/>
                </a:cubicBezTo>
                <a:cubicBezTo>
                  <a:pt x="328" y="482"/>
                  <a:pt x="328" y="482"/>
                  <a:pt x="328" y="482"/>
                </a:cubicBezTo>
                <a:cubicBezTo>
                  <a:pt x="328" y="482"/>
                  <a:pt x="329" y="482"/>
                  <a:pt x="329" y="483"/>
                </a:cubicBezTo>
                <a:cubicBezTo>
                  <a:pt x="332" y="478"/>
                  <a:pt x="330" y="472"/>
                  <a:pt x="330" y="466"/>
                </a:cubicBezTo>
                <a:cubicBezTo>
                  <a:pt x="328" y="466"/>
                  <a:pt x="328" y="466"/>
                  <a:pt x="328" y="466"/>
                </a:cubicBezTo>
                <a:cubicBezTo>
                  <a:pt x="328" y="461"/>
                  <a:pt x="328" y="461"/>
                  <a:pt x="328" y="461"/>
                </a:cubicBezTo>
                <a:cubicBezTo>
                  <a:pt x="331" y="464"/>
                  <a:pt x="334" y="467"/>
                  <a:pt x="337" y="470"/>
                </a:cubicBezTo>
                <a:close/>
                <a:moveTo>
                  <a:pt x="337" y="509"/>
                </a:moveTo>
                <a:cubicBezTo>
                  <a:pt x="337" y="517"/>
                  <a:pt x="337" y="517"/>
                  <a:pt x="337" y="517"/>
                </a:cubicBezTo>
                <a:cubicBezTo>
                  <a:pt x="334" y="518"/>
                  <a:pt x="331" y="519"/>
                  <a:pt x="328" y="521"/>
                </a:cubicBezTo>
                <a:cubicBezTo>
                  <a:pt x="328" y="511"/>
                  <a:pt x="328" y="511"/>
                  <a:pt x="328" y="511"/>
                </a:cubicBezTo>
                <a:cubicBezTo>
                  <a:pt x="331" y="510"/>
                  <a:pt x="334" y="509"/>
                  <a:pt x="337" y="509"/>
                </a:cubicBezTo>
                <a:close/>
                <a:moveTo>
                  <a:pt x="337" y="522"/>
                </a:moveTo>
                <a:cubicBezTo>
                  <a:pt x="337" y="532"/>
                  <a:pt x="337" y="532"/>
                  <a:pt x="337" y="532"/>
                </a:cubicBezTo>
                <a:cubicBezTo>
                  <a:pt x="334" y="534"/>
                  <a:pt x="331" y="537"/>
                  <a:pt x="328" y="539"/>
                </a:cubicBezTo>
                <a:cubicBezTo>
                  <a:pt x="328" y="530"/>
                  <a:pt x="328" y="530"/>
                  <a:pt x="328" y="530"/>
                </a:cubicBezTo>
                <a:cubicBezTo>
                  <a:pt x="331" y="527"/>
                  <a:pt x="333" y="525"/>
                  <a:pt x="336" y="522"/>
                </a:cubicBezTo>
                <a:cubicBezTo>
                  <a:pt x="337" y="522"/>
                  <a:pt x="337" y="522"/>
                  <a:pt x="337" y="522"/>
                </a:cubicBezTo>
                <a:close/>
                <a:moveTo>
                  <a:pt x="337" y="536"/>
                </a:moveTo>
                <a:cubicBezTo>
                  <a:pt x="334" y="538"/>
                  <a:pt x="331" y="542"/>
                  <a:pt x="328" y="545"/>
                </a:cubicBezTo>
                <a:cubicBezTo>
                  <a:pt x="328" y="577"/>
                  <a:pt x="328" y="577"/>
                  <a:pt x="328" y="577"/>
                </a:cubicBezTo>
                <a:cubicBezTo>
                  <a:pt x="331" y="571"/>
                  <a:pt x="334" y="563"/>
                  <a:pt x="334" y="557"/>
                </a:cubicBezTo>
                <a:cubicBezTo>
                  <a:pt x="330" y="552"/>
                  <a:pt x="333" y="549"/>
                  <a:pt x="337" y="545"/>
                </a:cubicBezTo>
                <a:cubicBezTo>
                  <a:pt x="337" y="536"/>
                  <a:pt x="337" y="536"/>
                  <a:pt x="337" y="536"/>
                </a:cubicBezTo>
                <a:close/>
                <a:moveTo>
                  <a:pt x="337" y="580"/>
                </a:moveTo>
                <a:cubicBezTo>
                  <a:pt x="337" y="589"/>
                  <a:pt x="337" y="589"/>
                  <a:pt x="337" y="589"/>
                </a:cubicBezTo>
                <a:cubicBezTo>
                  <a:pt x="336" y="587"/>
                  <a:pt x="336" y="585"/>
                  <a:pt x="336" y="580"/>
                </a:cubicBezTo>
                <a:cubicBezTo>
                  <a:pt x="337" y="580"/>
                  <a:pt x="337" y="580"/>
                  <a:pt x="337" y="580"/>
                </a:cubicBezTo>
                <a:close/>
                <a:moveTo>
                  <a:pt x="337" y="604"/>
                </a:moveTo>
                <a:cubicBezTo>
                  <a:pt x="337" y="614"/>
                  <a:pt x="337" y="614"/>
                  <a:pt x="337" y="614"/>
                </a:cubicBezTo>
                <a:cubicBezTo>
                  <a:pt x="335" y="608"/>
                  <a:pt x="335" y="608"/>
                  <a:pt x="335" y="608"/>
                </a:cubicBezTo>
                <a:cubicBezTo>
                  <a:pt x="333" y="607"/>
                  <a:pt x="330" y="607"/>
                  <a:pt x="328" y="606"/>
                </a:cubicBezTo>
                <a:cubicBezTo>
                  <a:pt x="328" y="601"/>
                  <a:pt x="328" y="601"/>
                  <a:pt x="328" y="601"/>
                </a:cubicBezTo>
                <a:cubicBezTo>
                  <a:pt x="334" y="602"/>
                  <a:pt x="335" y="603"/>
                  <a:pt x="337" y="604"/>
                </a:cubicBezTo>
                <a:close/>
                <a:moveTo>
                  <a:pt x="337" y="627"/>
                </a:moveTo>
                <a:cubicBezTo>
                  <a:pt x="337" y="633"/>
                  <a:pt x="337" y="633"/>
                  <a:pt x="337" y="633"/>
                </a:cubicBezTo>
                <a:cubicBezTo>
                  <a:pt x="334" y="632"/>
                  <a:pt x="331" y="630"/>
                  <a:pt x="328" y="628"/>
                </a:cubicBezTo>
                <a:cubicBezTo>
                  <a:pt x="328" y="619"/>
                  <a:pt x="328" y="619"/>
                  <a:pt x="328" y="619"/>
                </a:cubicBezTo>
                <a:cubicBezTo>
                  <a:pt x="330" y="622"/>
                  <a:pt x="332" y="624"/>
                  <a:pt x="337" y="627"/>
                </a:cubicBezTo>
                <a:close/>
                <a:moveTo>
                  <a:pt x="337" y="667"/>
                </a:moveTo>
                <a:cubicBezTo>
                  <a:pt x="337" y="708"/>
                  <a:pt x="337" y="708"/>
                  <a:pt x="337" y="708"/>
                </a:cubicBezTo>
                <a:cubicBezTo>
                  <a:pt x="334" y="707"/>
                  <a:pt x="331" y="706"/>
                  <a:pt x="328" y="705"/>
                </a:cubicBezTo>
                <a:cubicBezTo>
                  <a:pt x="328" y="704"/>
                  <a:pt x="328" y="704"/>
                  <a:pt x="328" y="704"/>
                </a:cubicBezTo>
                <a:cubicBezTo>
                  <a:pt x="330" y="695"/>
                  <a:pt x="331" y="686"/>
                  <a:pt x="333" y="677"/>
                </a:cubicBezTo>
                <a:cubicBezTo>
                  <a:pt x="331" y="678"/>
                  <a:pt x="330" y="679"/>
                  <a:pt x="328" y="679"/>
                </a:cubicBezTo>
                <a:cubicBezTo>
                  <a:pt x="328" y="669"/>
                  <a:pt x="328" y="669"/>
                  <a:pt x="328" y="669"/>
                </a:cubicBezTo>
                <a:cubicBezTo>
                  <a:pt x="331" y="668"/>
                  <a:pt x="334" y="667"/>
                  <a:pt x="337" y="667"/>
                </a:cubicBezTo>
                <a:close/>
                <a:moveTo>
                  <a:pt x="337" y="745"/>
                </a:moveTo>
                <a:cubicBezTo>
                  <a:pt x="337" y="753"/>
                  <a:pt x="337" y="753"/>
                  <a:pt x="337" y="753"/>
                </a:cubicBezTo>
                <a:cubicBezTo>
                  <a:pt x="336" y="753"/>
                  <a:pt x="336" y="753"/>
                  <a:pt x="336" y="753"/>
                </a:cubicBezTo>
                <a:cubicBezTo>
                  <a:pt x="337" y="753"/>
                  <a:pt x="337" y="754"/>
                  <a:pt x="337" y="755"/>
                </a:cubicBezTo>
                <a:cubicBezTo>
                  <a:pt x="337" y="778"/>
                  <a:pt x="337" y="778"/>
                  <a:pt x="337" y="778"/>
                </a:cubicBezTo>
                <a:cubicBezTo>
                  <a:pt x="333" y="768"/>
                  <a:pt x="331" y="762"/>
                  <a:pt x="328" y="757"/>
                </a:cubicBezTo>
                <a:cubicBezTo>
                  <a:pt x="328" y="743"/>
                  <a:pt x="328" y="743"/>
                  <a:pt x="328" y="743"/>
                </a:cubicBezTo>
                <a:cubicBezTo>
                  <a:pt x="328" y="744"/>
                  <a:pt x="329" y="744"/>
                  <a:pt x="329" y="744"/>
                </a:cubicBezTo>
                <a:cubicBezTo>
                  <a:pt x="332" y="744"/>
                  <a:pt x="335" y="744"/>
                  <a:pt x="337" y="745"/>
                </a:cubicBezTo>
                <a:close/>
                <a:moveTo>
                  <a:pt x="322" y="8"/>
                </a:moveTo>
                <a:cubicBezTo>
                  <a:pt x="324" y="8"/>
                  <a:pt x="326" y="7"/>
                  <a:pt x="328" y="7"/>
                </a:cubicBezTo>
                <a:cubicBezTo>
                  <a:pt x="328" y="14"/>
                  <a:pt x="328" y="14"/>
                  <a:pt x="328" y="14"/>
                </a:cubicBezTo>
                <a:cubicBezTo>
                  <a:pt x="326" y="14"/>
                  <a:pt x="324" y="15"/>
                  <a:pt x="322" y="15"/>
                </a:cubicBezTo>
                <a:cubicBezTo>
                  <a:pt x="322" y="8"/>
                  <a:pt x="322" y="8"/>
                  <a:pt x="322" y="8"/>
                </a:cubicBezTo>
                <a:close/>
                <a:moveTo>
                  <a:pt x="328" y="788"/>
                </a:moveTo>
                <a:cubicBezTo>
                  <a:pt x="326" y="787"/>
                  <a:pt x="324" y="787"/>
                  <a:pt x="322" y="787"/>
                </a:cubicBezTo>
                <a:cubicBezTo>
                  <a:pt x="322" y="778"/>
                  <a:pt x="322" y="778"/>
                  <a:pt x="322" y="778"/>
                </a:cubicBezTo>
                <a:cubicBezTo>
                  <a:pt x="323" y="779"/>
                  <a:pt x="325" y="780"/>
                  <a:pt x="328" y="781"/>
                </a:cubicBezTo>
                <a:cubicBezTo>
                  <a:pt x="328" y="781"/>
                  <a:pt x="328" y="781"/>
                  <a:pt x="328" y="781"/>
                </a:cubicBezTo>
                <a:cubicBezTo>
                  <a:pt x="328" y="788"/>
                  <a:pt x="328" y="788"/>
                  <a:pt x="328" y="788"/>
                </a:cubicBezTo>
                <a:close/>
                <a:moveTo>
                  <a:pt x="328" y="26"/>
                </a:moveTo>
                <a:cubicBezTo>
                  <a:pt x="328" y="38"/>
                  <a:pt x="328" y="38"/>
                  <a:pt x="328" y="38"/>
                </a:cubicBezTo>
                <a:cubicBezTo>
                  <a:pt x="326" y="36"/>
                  <a:pt x="324" y="33"/>
                  <a:pt x="322" y="31"/>
                </a:cubicBezTo>
                <a:cubicBezTo>
                  <a:pt x="322" y="18"/>
                  <a:pt x="322" y="18"/>
                  <a:pt x="322" y="18"/>
                </a:cubicBezTo>
                <a:cubicBezTo>
                  <a:pt x="323" y="21"/>
                  <a:pt x="325" y="24"/>
                  <a:pt x="328" y="26"/>
                </a:cubicBezTo>
                <a:close/>
                <a:moveTo>
                  <a:pt x="328" y="45"/>
                </a:moveTo>
                <a:cubicBezTo>
                  <a:pt x="328" y="53"/>
                  <a:pt x="328" y="53"/>
                  <a:pt x="328" y="53"/>
                </a:cubicBezTo>
                <a:cubicBezTo>
                  <a:pt x="326" y="53"/>
                  <a:pt x="324" y="54"/>
                  <a:pt x="322" y="55"/>
                </a:cubicBezTo>
                <a:cubicBezTo>
                  <a:pt x="322" y="46"/>
                  <a:pt x="322" y="46"/>
                  <a:pt x="322" y="46"/>
                </a:cubicBezTo>
                <a:cubicBezTo>
                  <a:pt x="324" y="46"/>
                  <a:pt x="326" y="45"/>
                  <a:pt x="328" y="45"/>
                </a:cubicBezTo>
                <a:close/>
                <a:moveTo>
                  <a:pt x="328" y="87"/>
                </a:moveTo>
                <a:cubicBezTo>
                  <a:pt x="328" y="103"/>
                  <a:pt x="328" y="103"/>
                  <a:pt x="328" y="103"/>
                </a:cubicBezTo>
                <a:cubicBezTo>
                  <a:pt x="326" y="104"/>
                  <a:pt x="324" y="104"/>
                  <a:pt x="322" y="105"/>
                </a:cubicBezTo>
                <a:cubicBezTo>
                  <a:pt x="322" y="89"/>
                  <a:pt x="322" y="89"/>
                  <a:pt x="322" y="89"/>
                </a:cubicBezTo>
                <a:cubicBezTo>
                  <a:pt x="324" y="89"/>
                  <a:pt x="326" y="88"/>
                  <a:pt x="328" y="87"/>
                </a:cubicBezTo>
                <a:close/>
                <a:moveTo>
                  <a:pt x="328" y="113"/>
                </a:moveTo>
                <a:cubicBezTo>
                  <a:pt x="328" y="129"/>
                  <a:pt x="328" y="129"/>
                  <a:pt x="328" y="129"/>
                </a:cubicBezTo>
                <a:cubicBezTo>
                  <a:pt x="326" y="128"/>
                  <a:pt x="324" y="127"/>
                  <a:pt x="322" y="126"/>
                </a:cubicBezTo>
                <a:cubicBezTo>
                  <a:pt x="322" y="111"/>
                  <a:pt x="322" y="111"/>
                  <a:pt x="322" y="111"/>
                </a:cubicBezTo>
                <a:cubicBezTo>
                  <a:pt x="324" y="112"/>
                  <a:pt x="326" y="113"/>
                  <a:pt x="328" y="113"/>
                </a:cubicBezTo>
                <a:close/>
                <a:moveTo>
                  <a:pt x="328" y="175"/>
                </a:moveTo>
                <a:cubicBezTo>
                  <a:pt x="328" y="185"/>
                  <a:pt x="328" y="185"/>
                  <a:pt x="328" y="185"/>
                </a:cubicBezTo>
                <a:cubicBezTo>
                  <a:pt x="326" y="183"/>
                  <a:pt x="324" y="182"/>
                  <a:pt x="322" y="183"/>
                </a:cubicBezTo>
                <a:cubicBezTo>
                  <a:pt x="322" y="177"/>
                  <a:pt x="322" y="177"/>
                  <a:pt x="322" y="177"/>
                </a:cubicBezTo>
                <a:cubicBezTo>
                  <a:pt x="324" y="176"/>
                  <a:pt x="326" y="176"/>
                  <a:pt x="328" y="175"/>
                </a:cubicBezTo>
                <a:close/>
                <a:moveTo>
                  <a:pt x="328" y="197"/>
                </a:moveTo>
                <a:cubicBezTo>
                  <a:pt x="328" y="203"/>
                  <a:pt x="328" y="203"/>
                  <a:pt x="328" y="203"/>
                </a:cubicBezTo>
                <a:cubicBezTo>
                  <a:pt x="326" y="204"/>
                  <a:pt x="324" y="205"/>
                  <a:pt x="322" y="205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193"/>
                  <a:pt x="322" y="193"/>
                  <a:pt x="322" y="193"/>
                </a:cubicBezTo>
                <a:cubicBezTo>
                  <a:pt x="327" y="197"/>
                  <a:pt x="327" y="197"/>
                  <a:pt x="327" y="197"/>
                </a:cubicBezTo>
                <a:cubicBezTo>
                  <a:pt x="328" y="197"/>
                  <a:pt x="328" y="197"/>
                  <a:pt x="328" y="197"/>
                </a:cubicBezTo>
                <a:close/>
                <a:moveTo>
                  <a:pt x="328" y="216"/>
                </a:moveTo>
                <a:cubicBezTo>
                  <a:pt x="328" y="239"/>
                  <a:pt x="328" y="239"/>
                  <a:pt x="328" y="239"/>
                </a:cubicBezTo>
                <a:cubicBezTo>
                  <a:pt x="327" y="240"/>
                  <a:pt x="326" y="241"/>
                  <a:pt x="325" y="243"/>
                </a:cubicBezTo>
                <a:cubicBezTo>
                  <a:pt x="326" y="243"/>
                  <a:pt x="327" y="242"/>
                  <a:pt x="328" y="242"/>
                </a:cubicBezTo>
                <a:cubicBezTo>
                  <a:pt x="328" y="260"/>
                  <a:pt x="328" y="260"/>
                  <a:pt x="328" y="260"/>
                </a:cubicBezTo>
                <a:cubicBezTo>
                  <a:pt x="325" y="259"/>
                  <a:pt x="323" y="257"/>
                  <a:pt x="322" y="256"/>
                </a:cubicBezTo>
                <a:cubicBezTo>
                  <a:pt x="322" y="219"/>
                  <a:pt x="322" y="219"/>
                  <a:pt x="322" y="219"/>
                </a:cubicBezTo>
                <a:cubicBezTo>
                  <a:pt x="324" y="218"/>
                  <a:pt x="326" y="217"/>
                  <a:pt x="328" y="216"/>
                </a:cubicBezTo>
                <a:close/>
                <a:moveTo>
                  <a:pt x="328" y="316"/>
                </a:moveTo>
                <a:cubicBezTo>
                  <a:pt x="328" y="326"/>
                  <a:pt x="328" y="326"/>
                  <a:pt x="328" y="326"/>
                </a:cubicBezTo>
                <a:cubicBezTo>
                  <a:pt x="326" y="326"/>
                  <a:pt x="324" y="327"/>
                  <a:pt x="322" y="329"/>
                </a:cubicBezTo>
                <a:cubicBezTo>
                  <a:pt x="322" y="325"/>
                  <a:pt x="322" y="325"/>
                  <a:pt x="322" y="325"/>
                </a:cubicBezTo>
                <a:cubicBezTo>
                  <a:pt x="325" y="322"/>
                  <a:pt x="325" y="319"/>
                  <a:pt x="322" y="314"/>
                </a:cubicBezTo>
                <a:cubicBezTo>
                  <a:pt x="322" y="310"/>
                  <a:pt x="322" y="310"/>
                  <a:pt x="322" y="310"/>
                </a:cubicBezTo>
                <a:cubicBezTo>
                  <a:pt x="324" y="312"/>
                  <a:pt x="326" y="314"/>
                  <a:pt x="328" y="316"/>
                </a:cubicBezTo>
                <a:close/>
                <a:moveTo>
                  <a:pt x="328" y="332"/>
                </a:moveTo>
                <a:cubicBezTo>
                  <a:pt x="328" y="337"/>
                  <a:pt x="328" y="337"/>
                  <a:pt x="328" y="337"/>
                </a:cubicBezTo>
                <a:cubicBezTo>
                  <a:pt x="328" y="337"/>
                  <a:pt x="328" y="336"/>
                  <a:pt x="328" y="336"/>
                </a:cubicBezTo>
                <a:cubicBezTo>
                  <a:pt x="325" y="336"/>
                  <a:pt x="323" y="335"/>
                  <a:pt x="322" y="335"/>
                </a:cubicBezTo>
                <a:cubicBezTo>
                  <a:pt x="322" y="331"/>
                  <a:pt x="322" y="331"/>
                  <a:pt x="322" y="331"/>
                </a:cubicBezTo>
                <a:cubicBezTo>
                  <a:pt x="323" y="332"/>
                  <a:pt x="324" y="332"/>
                  <a:pt x="325" y="332"/>
                </a:cubicBezTo>
                <a:cubicBezTo>
                  <a:pt x="326" y="332"/>
                  <a:pt x="327" y="332"/>
                  <a:pt x="328" y="332"/>
                </a:cubicBezTo>
                <a:close/>
                <a:moveTo>
                  <a:pt x="328" y="338"/>
                </a:moveTo>
                <a:cubicBezTo>
                  <a:pt x="328" y="344"/>
                  <a:pt x="328" y="344"/>
                  <a:pt x="328" y="344"/>
                </a:cubicBezTo>
                <a:cubicBezTo>
                  <a:pt x="326" y="346"/>
                  <a:pt x="325" y="348"/>
                  <a:pt x="324" y="350"/>
                </a:cubicBezTo>
                <a:cubicBezTo>
                  <a:pt x="323" y="351"/>
                  <a:pt x="322" y="351"/>
                  <a:pt x="322" y="352"/>
                </a:cubicBezTo>
                <a:cubicBezTo>
                  <a:pt x="322" y="341"/>
                  <a:pt x="322" y="341"/>
                  <a:pt x="322" y="341"/>
                </a:cubicBezTo>
                <a:cubicBezTo>
                  <a:pt x="324" y="341"/>
                  <a:pt x="326" y="341"/>
                  <a:pt x="328" y="338"/>
                </a:cubicBezTo>
                <a:close/>
                <a:moveTo>
                  <a:pt x="328" y="379"/>
                </a:moveTo>
                <a:cubicBezTo>
                  <a:pt x="328" y="381"/>
                  <a:pt x="328" y="381"/>
                  <a:pt x="328" y="381"/>
                </a:cubicBezTo>
                <a:cubicBezTo>
                  <a:pt x="325" y="379"/>
                  <a:pt x="325" y="379"/>
                  <a:pt x="325" y="379"/>
                </a:cubicBezTo>
                <a:cubicBezTo>
                  <a:pt x="328" y="379"/>
                  <a:pt x="328" y="379"/>
                  <a:pt x="328" y="379"/>
                </a:cubicBezTo>
                <a:close/>
                <a:moveTo>
                  <a:pt x="328" y="461"/>
                </a:moveTo>
                <a:cubicBezTo>
                  <a:pt x="328" y="466"/>
                  <a:pt x="328" y="466"/>
                  <a:pt x="328" y="466"/>
                </a:cubicBezTo>
                <a:cubicBezTo>
                  <a:pt x="327" y="466"/>
                  <a:pt x="327" y="466"/>
                  <a:pt x="327" y="466"/>
                </a:cubicBezTo>
                <a:cubicBezTo>
                  <a:pt x="325" y="474"/>
                  <a:pt x="324" y="476"/>
                  <a:pt x="328" y="482"/>
                </a:cubicBezTo>
                <a:cubicBezTo>
                  <a:pt x="328" y="489"/>
                  <a:pt x="328" y="489"/>
                  <a:pt x="328" y="489"/>
                </a:cubicBezTo>
                <a:cubicBezTo>
                  <a:pt x="326" y="490"/>
                  <a:pt x="324" y="491"/>
                  <a:pt x="322" y="493"/>
                </a:cubicBezTo>
                <a:cubicBezTo>
                  <a:pt x="322" y="485"/>
                  <a:pt x="322" y="485"/>
                  <a:pt x="322" y="485"/>
                </a:cubicBezTo>
                <a:cubicBezTo>
                  <a:pt x="323" y="485"/>
                  <a:pt x="324" y="485"/>
                  <a:pt x="325" y="484"/>
                </a:cubicBezTo>
                <a:cubicBezTo>
                  <a:pt x="324" y="483"/>
                  <a:pt x="323" y="482"/>
                  <a:pt x="322" y="480"/>
                </a:cubicBezTo>
                <a:cubicBezTo>
                  <a:pt x="322" y="468"/>
                  <a:pt x="322" y="468"/>
                  <a:pt x="322" y="468"/>
                </a:cubicBezTo>
                <a:cubicBezTo>
                  <a:pt x="323" y="465"/>
                  <a:pt x="323" y="462"/>
                  <a:pt x="322" y="459"/>
                </a:cubicBezTo>
                <a:cubicBezTo>
                  <a:pt x="322" y="452"/>
                  <a:pt x="322" y="452"/>
                  <a:pt x="322" y="452"/>
                </a:cubicBezTo>
                <a:cubicBezTo>
                  <a:pt x="323" y="455"/>
                  <a:pt x="326" y="458"/>
                  <a:pt x="328" y="461"/>
                </a:cubicBezTo>
                <a:close/>
                <a:moveTo>
                  <a:pt x="328" y="511"/>
                </a:moveTo>
                <a:cubicBezTo>
                  <a:pt x="328" y="521"/>
                  <a:pt x="328" y="521"/>
                  <a:pt x="328" y="521"/>
                </a:cubicBezTo>
                <a:cubicBezTo>
                  <a:pt x="326" y="522"/>
                  <a:pt x="324" y="523"/>
                  <a:pt x="322" y="524"/>
                </a:cubicBezTo>
                <a:cubicBezTo>
                  <a:pt x="322" y="514"/>
                  <a:pt x="322" y="514"/>
                  <a:pt x="322" y="514"/>
                </a:cubicBezTo>
                <a:cubicBezTo>
                  <a:pt x="324" y="513"/>
                  <a:pt x="326" y="512"/>
                  <a:pt x="328" y="511"/>
                </a:cubicBezTo>
                <a:close/>
                <a:moveTo>
                  <a:pt x="328" y="530"/>
                </a:moveTo>
                <a:cubicBezTo>
                  <a:pt x="328" y="539"/>
                  <a:pt x="328" y="539"/>
                  <a:pt x="328" y="539"/>
                </a:cubicBezTo>
                <a:cubicBezTo>
                  <a:pt x="325" y="541"/>
                  <a:pt x="323" y="544"/>
                  <a:pt x="323" y="547"/>
                </a:cubicBezTo>
                <a:cubicBezTo>
                  <a:pt x="324" y="547"/>
                  <a:pt x="325" y="547"/>
                  <a:pt x="327" y="547"/>
                </a:cubicBezTo>
                <a:cubicBezTo>
                  <a:pt x="327" y="546"/>
                  <a:pt x="327" y="546"/>
                  <a:pt x="328" y="545"/>
                </a:cubicBezTo>
                <a:cubicBezTo>
                  <a:pt x="328" y="577"/>
                  <a:pt x="328" y="577"/>
                  <a:pt x="328" y="577"/>
                </a:cubicBezTo>
                <a:cubicBezTo>
                  <a:pt x="326" y="581"/>
                  <a:pt x="324" y="584"/>
                  <a:pt x="323" y="588"/>
                </a:cubicBezTo>
                <a:cubicBezTo>
                  <a:pt x="322" y="588"/>
                  <a:pt x="322" y="588"/>
                  <a:pt x="322" y="588"/>
                </a:cubicBezTo>
                <a:cubicBezTo>
                  <a:pt x="322" y="571"/>
                  <a:pt x="322" y="571"/>
                  <a:pt x="322" y="571"/>
                </a:cubicBezTo>
                <a:cubicBezTo>
                  <a:pt x="323" y="568"/>
                  <a:pt x="325" y="566"/>
                  <a:pt x="325" y="562"/>
                </a:cubicBezTo>
                <a:cubicBezTo>
                  <a:pt x="324" y="561"/>
                  <a:pt x="323" y="560"/>
                  <a:pt x="322" y="559"/>
                </a:cubicBezTo>
                <a:cubicBezTo>
                  <a:pt x="322" y="536"/>
                  <a:pt x="322" y="536"/>
                  <a:pt x="322" y="536"/>
                </a:cubicBezTo>
                <a:cubicBezTo>
                  <a:pt x="324" y="534"/>
                  <a:pt x="326" y="532"/>
                  <a:pt x="328" y="530"/>
                </a:cubicBezTo>
                <a:close/>
                <a:moveTo>
                  <a:pt x="328" y="601"/>
                </a:moveTo>
                <a:cubicBezTo>
                  <a:pt x="328" y="606"/>
                  <a:pt x="328" y="606"/>
                  <a:pt x="328" y="606"/>
                </a:cubicBezTo>
                <a:cubicBezTo>
                  <a:pt x="327" y="606"/>
                  <a:pt x="326" y="605"/>
                  <a:pt x="325" y="605"/>
                </a:cubicBezTo>
                <a:cubicBezTo>
                  <a:pt x="326" y="612"/>
                  <a:pt x="327" y="616"/>
                  <a:pt x="328" y="619"/>
                </a:cubicBezTo>
                <a:cubicBezTo>
                  <a:pt x="328" y="628"/>
                  <a:pt x="328" y="628"/>
                  <a:pt x="328" y="628"/>
                </a:cubicBezTo>
                <a:cubicBezTo>
                  <a:pt x="328" y="628"/>
                  <a:pt x="328" y="628"/>
                  <a:pt x="328" y="628"/>
                </a:cubicBezTo>
                <a:cubicBezTo>
                  <a:pt x="326" y="628"/>
                  <a:pt x="324" y="627"/>
                  <a:pt x="322" y="627"/>
                </a:cubicBezTo>
                <a:cubicBezTo>
                  <a:pt x="322" y="622"/>
                  <a:pt x="322" y="622"/>
                  <a:pt x="322" y="622"/>
                </a:cubicBezTo>
                <a:cubicBezTo>
                  <a:pt x="322" y="622"/>
                  <a:pt x="322" y="622"/>
                  <a:pt x="322" y="622"/>
                </a:cubicBezTo>
                <a:cubicBezTo>
                  <a:pt x="322" y="621"/>
                  <a:pt x="322" y="621"/>
                  <a:pt x="322" y="621"/>
                </a:cubicBezTo>
                <a:cubicBezTo>
                  <a:pt x="322" y="599"/>
                  <a:pt x="322" y="599"/>
                  <a:pt x="322" y="599"/>
                </a:cubicBezTo>
                <a:cubicBezTo>
                  <a:pt x="324" y="600"/>
                  <a:pt x="326" y="600"/>
                  <a:pt x="328" y="601"/>
                </a:cubicBezTo>
                <a:close/>
                <a:moveTo>
                  <a:pt x="328" y="669"/>
                </a:moveTo>
                <a:cubicBezTo>
                  <a:pt x="328" y="679"/>
                  <a:pt x="328" y="679"/>
                  <a:pt x="328" y="679"/>
                </a:cubicBezTo>
                <a:cubicBezTo>
                  <a:pt x="327" y="680"/>
                  <a:pt x="327" y="680"/>
                  <a:pt x="326" y="680"/>
                </a:cubicBezTo>
                <a:cubicBezTo>
                  <a:pt x="325" y="677"/>
                  <a:pt x="323" y="675"/>
                  <a:pt x="322" y="672"/>
                </a:cubicBezTo>
                <a:cubicBezTo>
                  <a:pt x="324" y="671"/>
                  <a:pt x="326" y="670"/>
                  <a:pt x="328" y="669"/>
                </a:cubicBezTo>
                <a:close/>
                <a:moveTo>
                  <a:pt x="328" y="704"/>
                </a:moveTo>
                <a:cubicBezTo>
                  <a:pt x="328" y="705"/>
                  <a:pt x="328" y="705"/>
                  <a:pt x="328" y="705"/>
                </a:cubicBezTo>
                <a:cubicBezTo>
                  <a:pt x="328" y="705"/>
                  <a:pt x="328" y="705"/>
                  <a:pt x="328" y="705"/>
                </a:cubicBezTo>
                <a:cubicBezTo>
                  <a:pt x="328" y="704"/>
                  <a:pt x="328" y="704"/>
                  <a:pt x="328" y="704"/>
                </a:cubicBezTo>
                <a:close/>
                <a:moveTo>
                  <a:pt x="328" y="743"/>
                </a:moveTo>
                <a:cubicBezTo>
                  <a:pt x="328" y="757"/>
                  <a:pt x="328" y="757"/>
                  <a:pt x="328" y="757"/>
                </a:cubicBezTo>
                <a:cubicBezTo>
                  <a:pt x="326" y="754"/>
                  <a:pt x="324" y="752"/>
                  <a:pt x="322" y="750"/>
                </a:cubicBezTo>
                <a:cubicBezTo>
                  <a:pt x="322" y="740"/>
                  <a:pt x="322" y="740"/>
                  <a:pt x="322" y="740"/>
                </a:cubicBezTo>
                <a:cubicBezTo>
                  <a:pt x="324" y="741"/>
                  <a:pt x="326" y="742"/>
                  <a:pt x="328" y="743"/>
                </a:cubicBezTo>
                <a:close/>
                <a:moveTo>
                  <a:pt x="322" y="296"/>
                </a:moveTo>
                <a:cubicBezTo>
                  <a:pt x="322" y="269"/>
                  <a:pt x="322" y="269"/>
                  <a:pt x="322" y="269"/>
                </a:cubicBezTo>
                <a:cubicBezTo>
                  <a:pt x="325" y="278"/>
                  <a:pt x="329" y="292"/>
                  <a:pt x="322" y="296"/>
                </a:cubicBezTo>
                <a:close/>
                <a:moveTo>
                  <a:pt x="315" y="10"/>
                </a:moveTo>
                <a:cubicBezTo>
                  <a:pt x="317" y="9"/>
                  <a:pt x="319" y="9"/>
                  <a:pt x="322" y="8"/>
                </a:cubicBezTo>
                <a:cubicBezTo>
                  <a:pt x="322" y="15"/>
                  <a:pt x="322" y="15"/>
                  <a:pt x="322" y="15"/>
                </a:cubicBezTo>
                <a:cubicBezTo>
                  <a:pt x="321" y="16"/>
                  <a:pt x="321" y="16"/>
                  <a:pt x="321" y="16"/>
                </a:cubicBezTo>
                <a:cubicBezTo>
                  <a:pt x="321" y="16"/>
                  <a:pt x="321" y="17"/>
                  <a:pt x="322" y="18"/>
                </a:cubicBezTo>
                <a:cubicBezTo>
                  <a:pt x="322" y="31"/>
                  <a:pt x="322" y="31"/>
                  <a:pt x="322" y="31"/>
                </a:cubicBezTo>
                <a:cubicBezTo>
                  <a:pt x="319" y="29"/>
                  <a:pt x="317" y="27"/>
                  <a:pt x="315" y="25"/>
                </a:cubicBezTo>
                <a:cubicBezTo>
                  <a:pt x="315" y="10"/>
                  <a:pt x="315" y="10"/>
                  <a:pt x="315" y="10"/>
                </a:cubicBezTo>
                <a:close/>
                <a:moveTo>
                  <a:pt x="322" y="787"/>
                </a:moveTo>
                <a:cubicBezTo>
                  <a:pt x="319" y="787"/>
                  <a:pt x="317" y="786"/>
                  <a:pt x="315" y="786"/>
                </a:cubicBezTo>
                <a:cubicBezTo>
                  <a:pt x="315" y="772"/>
                  <a:pt x="315" y="772"/>
                  <a:pt x="315" y="772"/>
                </a:cubicBezTo>
                <a:cubicBezTo>
                  <a:pt x="317" y="774"/>
                  <a:pt x="319" y="776"/>
                  <a:pt x="322" y="778"/>
                </a:cubicBezTo>
                <a:cubicBezTo>
                  <a:pt x="322" y="787"/>
                  <a:pt x="322" y="787"/>
                  <a:pt x="322" y="787"/>
                </a:cubicBezTo>
                <a:close/>
                <a:moveTo>
                  <a:pt x="322" y="46"/>
                </a:moveTo>
                <a:cubicBezTo>
                  <a:pt x="322" y="55"/>
                  <a:pt x="322" y="55"/>
                  <a:pt x="322" y="55"/>
                </a:cubicBezTo>
                <a:cubicBezTo>
                  <a:pt x="321" y="55"/>
                  <a:pt x="321" y="55"/>
                  <a:pt x="321" y="55"/>
                </a:cubicBezTo>
                <a:cubicBezTo>
                  <a:pt x="315" y="55"/>
                  <a:pt x="315" y="55"/>
                  <a:pt x="315" y="55"/>
                </a:cubicBezTo>
                <a:cubicBezTo>
                  <a:pt x="315" y="47"/>
                  <a:pt x="315" y="47"/>
                  <a:pt x="315" y="47"/>
                </a:cubicBezTo>
                <a:cubicBezTo>
                  <a:pt x="317" y="47"/>
                  <a:pt x="320" y="47"/>
                  <a:pt x="322" y="46"/>
                </a:cubicBezTo>
                <a:close/>
                <a:moveTo>
                  <a:pt x="322" y="89"/>
                </a:moveTo>
                <a:cubicBezTo>
                  <a:pt x="322" y="105"/>
                  <a:pt x="322" y="105"/>
                  <a:pt x="322" y="105"/>
                </a:cubicBezTo>
                <a:cubicBezTo>
                  <a:pt x="318" y="106"/>
                  <a:pt x="318" y="106"/>
                  <a:pt x="318" y="106"/>
                </a:cubicBezTo>
                <a:cubicBezTo>
                  <a:pt x="318" y="107"/>
                  <a:pt x="317" y="108"/>
                  <a:pt x="317" y="110"/>
                </a:cubicBezTo>
                <a:cubicBezTo>
                  <a:pt x="319" y="110"/>
                  <a:pt x="320" y="111"/>
                  <a:pt x="322" y="111"/>
                </a:cubicBezTo>
                <a:cubicBezTo>
                  <a:pt x="322" y="126"/>
                  <a:pt x="322" y="126"/>
                  <a:pt x="322" y="126"/>
                </a:cubicBezTo>
                <a:cubicBezTo>
                  <a:pt x="319" y="124"/>
                  <a:pt x="317" y="123"/>
                  <a:pt x="315" y="123"/>
                </a:cubicBezTo>
                <a:cubicBezTo>
                  <a:pt x="315" y="92"/>
                  <a:pt x="315" y="92"/>
                  <a:pt x="315" y="92"/>
                </a:cubicBezTo>
                <a:cubicBezTo>
                  <a:pt x="317" y="91"/>
                  <a:pt x="319" y="91"/>
                  <a:pt x="322" y="89"/>
                </a:cubicBezTo>
                <a:close/>
                <a:moveTo>
                  <a:pt x="322" y="177"/>
                </a:moveTo>
                <a:cubicBezTo>
                  <a:pt x="322" y="183"/>
                  <a:pt x="322" y="183"/>
                  <a:pt x="322" y="183"/>
                </a:cubicBezTo>
                <a:cubicBezTo>
                  <a:pt x="320" y="183"/>
                  <a:pt x="318" y="183"/>
                  <a:pt x="315" y="185"/>
                </a:cubicBezTo>
                <a:cubicBezTo>
                  <a:pt x="315" y="179"/>
                  <a:pt x="315" y="179"/>
                  <a:pt x="315" y="179"/>
                </a:cubicBezTo>
                <a:cubicBezTo>
                  <a:pt x="322" y="177"/>
                  <a:pt x="322" y="177"/>
                  <a:pt x="322" y="177"/>
                </a:cubicBezTo>
                <a:close/>
                <a:moveTo>
                  <a:pt x="322" y="193"/>
                </a:moveTo>
                <a:cubicBezTo>
                  <a:pt x="322" y="200"/>
                  <a:pt x="322" y="200"/>
                  <a:pt x="322" y="200"/>
                </a:cubicBezTo>
                <a:cubicBezTo>
                  <a:pt x="319" y="198"/>
                  <a:pt x="317" y="196"/>
                  <a:pt x="315" y="195"/>
                </a:cubicBezTo>
                <a:cubicBezTo>
                  <a:pt x="315" y="188"/>
                  <a:pt x="315" y="188"/>
                  <a:pt x="315" y="188"/>
                </a:cubicBezTo>
                <a:cubicBezTo>
                  <a:pt x="317" y="190"/>
                  <a:pt x="319" y="191"/>
                  <a:pt x="322" y="193"/>
                </a:cubicBezTo>
                <a:close/>
                <a:moveTo>
                  <a:pt x="322" y="200"/>
                </a:moveTo>
                <a:cubicBezTo>
                  <a:pt x="322" y="205"/>
                  <a:pt x="322" y="205"/>
                  <a:pt x="322" y="205"/>
                </a:cubicBezTo>
                <a:cubicBezTo>
                  <a:pt x="319" y="206"/>
                  <a:pt x="317" y="207"/>
                  <a:pt x="315" y="208"/>
                </a:cubicBezTo>
                <a:cubicBezTo>
                  <a:pt x="315" y="203"/>
                  <a:pt x="315" y="203"/>
                  <a:pt x="315" y="203"/>
                </a:cubicBezTo>
                <a:cubicBezTo>
                  <a:pt x="319" y="202"/>
                  <a:pt x="319" y="202"/>
                  <a:pt x="322" y="200"/>
                </a:cubicBezTo>
                <a:close/>
                <a:moveTo>
                  <a:pt x="322" y="219"/>
                </a:moveTo>
                <a:cubicBezTo>
                  <a:pt x="322" y="256"/>
                  <a:pt x="322" y="256"/>
                  <a:pt x="322" y="256"/>
                </a:cubicBezTo>
                <a:cubicBezTo>
                  <a:pt x="318" y="252"/>
                  <a:pt x="317" y="246"/>
                  <a:pt x="317" y="239"/>
                </a:cubicBezTo>
                <a:cubicBezTo>
                  <a:pt x="320" y="235"/>
                  <a:pt x="320" y="235"/>
                  <a:pt x="320" y="234"/>
                </a:cubicBezTo>
                <a:cubicBezTo>
                  <a:pt x="318" y="234"/>
                  <a:pt x="316" y="235"/>
                  <a:pt x="315" y="235"/>
                </a:cubicBezTo>
                <a:cubicBezTo>
                  <a:pt x="315" y="223"/>
                  <a:pt x="315" y="223"/>
                  <a:pt x="315" y="223"/>
                </a:cubicBezTo>
                <a:cubicBezTo>
                  <a:pt x="317" y="222"/>
                  <a:pt x="319" y="220"/>
                  <a:pt x="322" y="219"/>
                </a:cubicBezTo>
                <a:close/>
                <a:moveTo>
                  <a:pt x="322" y="269"/>
                </a:moveTo>
                <a:cubicBezTo>
                  <a:pt x="322" y="296"/>
                  <a:pt x="322" y="296"/>
                  <a:pt x="322" y="296"/>
                </a:cubicBezTo>
                <a:cubicBezTo>
                  <a:pt x="321" y="297"/>
                  <a:pt x="320" y="298"/>
                  <a:pt x="318" y="298"/>
                </a:cubicBezTo>
                <a:cubicBezTo>
                  <a:pt x="315" y="292"/>
                  <a:pt x="316" y="283"/>
                  <a:pt x="315" y="275"/>
                </a:cubicBezTo>
                <a:cubicBezTo>
                  <a:pt x="315" y="256"/>
                  <a:pt x="315" y="256"/>
                  <a:pt x="315" y="256"/>
                </a:cubicBezTo>
                <a:cubicBezTo>
                  <a:pt x="317" y="259"/>
                  <a:pt x="319" y="261"/>
                  <a:pt x="320" y="264"/>
                </a:cubicBezTo>
                <a:cubicBezTo>
                  <a:pt x="321" y="265"/>
                  <a:pt x="321" y="267"/>
                  <a:pt x="322" y="269"/>
                </a:cubicBezTo>
                <a:close/>
                <a:moveTo>
                  <a:pt x="322" y="310"/>
                </a:moveTo>
                <a:cubicBezTo>
                  <a:pt x="322" y="314"/>
                  <a:pt x="322" y="314"/>
                  <a:pt x="322" y="314"/>
                </a:cubicBezTo>
                <a:cubicBezTo>
                  <a:pt x="321" y="314"/>
                  <a:pt x="321" y="314"/>
                  <a:pt x="321" y="313"/>
                </a:cubicBezTo>
                <a:cubicBezTo>
                  <a:pt x="320" y="318"/>
                  <a:pt x="317" y="321"/>
                  <a:pt x="315" y="325"/>
                </a:cubicBezTo>
                <a:cubicBezTo>
                  <a:pt x="315" y="317"/>
                  <a:pt x="315" y="317"/>
                  <a:pt x="315" y="317"/>
                </a:cubicBezTo>
                <a:cubicBezTo>
                  <a:pt x="317" y="314"/>
                  <a:pt x="317" y="312"/>
                  <a:pt x="315" y="308"/>
                </a:cubicBezTo>
                <a:cubicBezTo>
                  <a:pt x="315" y="302"/>
                  <a:pt x="315" y="302"/>
                  <a:pt x="315" y="302"/>
                </a:cubicBezTo>
                <a:cubicBezTo>
                  <a:pt x="317" y="305"/>
                  <a:pt x="319" y="307"/>
                  <a:pt x="322" y="310"/>
                </a:cubicBezTo>
                <a:close/>
                <a:moveTo>
                  <a:pt x="322" y="325"/>
                </a:moveTo>
                <a:cubicBezTo>
                  <a:pt x="320" y="326"/>
                  <a:pt x="317" y="328"/>
                  <a:pt x="315" y="331"/>
                </a:cubicBezTo>
                <a:cubicBezTo>
                  <a:pt x="315" y="337"/>
                  <a:pt x="315" y="337"/>
                  <a:pt x="315" y="337"/>
                </a:cubicBezTo>
                <a:cubicBezTo>
                  <a:pt x="317" y="335"/>
                  <a:pt x="319" y="335"/>
                  <a:pt x="322" y="335"/>
                </a:cubicBezTo>
                <a:cubicBezTo>
                  <a:pt x="322" y="331"/>
                  <a:pt x="322" y="331"/>
                  <a:pt x="322" y="331"/>
                </a:cubicBezTo>
                <a:cubicBezTo>
                  <a:pt x="319" y="330"/>
                  <a:pt x="319" y="330"/>
                  <a:pt x="319" y="330"/>
                </a:cubicBezTo>
                <a:cubicBezTo>
                  <a:pt x="320" y="330"/>
                  <a:pt x="321" y="329"/>
                  <a:pt x="322" y="329"/>
                </a:cubicBezTo>
                <a:cubicBezTo>
                  <a:pt x="322" y="325"/>
                  <a:pt x="322" y="325"/>
                  <a:pt x="322" y="325"/>
                </a:cubicBezTo>
                <a:close/>
                <a:moveTo>
                  <a:pt x="322" y="341"/>
                </a:moveTo>
                <a:cubicBezTo>
                  <a:pt x="322" y="352"/>
                  <a:pt x="322" y="352"/>
                  <a:pt x="322" y="352"/>
                </a:cubicBezTo>
                <a:cubicBezTo>
                  <a:pt x="319" y="355"/>
                  <a:pt x="317" y="359"/>
                  <a:pt x="315" y="362"/>
                </a:cubicBezTo>
                <a:cubicBezTo>
                  <a:pt x="315" y="351"/>
                  <a:pt x="315" y="351"/>
                  <a:pt x="315" y="351"/>
                </a:cubicBezTo>
                <a:cubicBezTo>
                  <a:pt x="317" y="350"/>
                  <a:pt x="320" y="349"/>
                  <a:pt x="321" y="346"/>
                </a:cubicBezTo>
                <a:cubicBezTo>
                  <a:pt x="315" y="346"/>
                  <a:pt x="315" y="346"/>
                  <a:pt x="315" y="346"/>
                </a:cubicBezTo>
                <a:cubicBezTo>
                  <a:pt x="315" y="341"/>
                  <a:pt x="315" y="341"/>
                  <a:pt x="315" y="341"/>
                </a:cubicBezTo>
                <a:cubicBezTo>
                  <a:pt x="316" y="342"/>
                  <a:pt x="316" y="342"/>
                  <a:pt x="316" y="342"/>
                </a:cubicBezTo>
                <a:cubicBezTo>
                  <a:pt x="318" y="341"/>
                  <a:pt x="320" y="341"/>
                  <a:pt x="322" y="341"/>
                </a:cubicBezTo>
                <a:close/>
                <a:moveTo>
                  <a:pt x="322" y="452"/>
                </a:moveTo>
                <a:cubicBezTo>
                  <a:pt x="322" y="459"/>
                  <a:pt x="322" y="459"/>
                  <a:pt x="322" y="459"/>
                </a:cubicBezTo>
                <a:cubicBezTo>
                  <a:pt x="321" y="458"/>
                  <a:pt x="321" y="457"/>
                  <a:pt x="320" y="456"/>
                </a:cubicBezTo>
                <a:cubicBezTo>
                  <a:pt x="317" y="463"/>
                  <a:pt x="315" y="467"/>
                  <a:pt x="319" y="474"/>
                </a:cubicBezTo>
                <a:cubicBezTo>
                  <a:pt x="320" y="472"/>
                  <a:pt x="321" y="470"/>
                  <a:pt x="322" y="468"/>
                </a:cubicBezTo>
                <a:cubicBezTo>
                  <a:pt x="322" y="480"/>
                  <a:pt x="322" y="480"/>
                  <a:pt x="322" y="480"/>
                </a:cubicBezTo>
                <a:cubicBezTo>
                  <a:pt x="319" y="478"/>
                  <a:pt x="317" y="476"/>
                  <a:pt x="315" y="474"/>
                </a:cubicBezTo>
                <a:cubicBezTo>
                  <a:pt x="315" y="457"/>
                  <a:pt x="315" y="457"/>
                  <a:pt x="315" y="457"/>
                </a:cubicBezTo>
                <a:cubicBezTo>
                  <a:pt x="316" y="455"/>
                  <a:pt x="317" y="452"/>
                  <a:pt x="315" y="448"/>
                </a:cubicBezTo>
                <a:cubicBezTo>
                  <a:pt x="315" y="441"/>
                  <a:pt x="315" y="441"/>
                  <a:pt x="315" y="441"/>
                </a:cubicBezTo>
                <a:cubicBezTo>
                  <a:pt x="316" y="443"/>
                  <a:pt x="317" y="445"/>
                  <a:pt x="319" y="446"/>
                </a:cubicBezTo>
                <a:cubicBezTo>
                  <a:pt x="320" y="448"/>
                  <a:pt x="321" y="450"/>
                  <a:pt x="322" y="452"/>
                </a:cubicBezTo>
                <a:close/>
                <a:moveTo>
                  <a:pt x="322" y="485"/>
                </a:moveTo>
                <a:cubicBezTo>
                  <a:pt x="322" y="493"/>
                  <a:pt x="322" y="493"/>
                  <a:pt x="322" y="493"/>
                </a:cubicBezTo>
                <a:cubicBezTo>
                  <a:pt x="319" y="496"/>
                  <a:pt x="317" y="499"/>
                  <a:pt x="315" y="502"/>
                </a:cubicBezTo>
                <a:cubicBezTo>
                  <a:pt x="315" y="494"/>
                  <a:pt x="315" y="494"/>
                  <a:pt x="315" y="494"/>
                </a:cubicBezTo>
                <a:cubicBezTo>
                  <a:pt x="318" y="493"/>
                  <a:pt x="320" y="492"/>
                  <a:pt x="321" y="489"/>
                </a:cubicBezTo>
                <a:cubicBezTo>
                  <a:pt x="320" y="488"/>
                  <a:pt x="317" y="487"/>
                  <a:pt x="315" y="486"/>
                </a:cubicBezTo>
                <a:cubicBezTo>
                  <a:pt x="315" y="481"/>
                  <a:pt x="315" y="481"/>
                  <a:pt x="315" y="481"/>
                </a:cubicBezTo>
                <a:cubicBezTo>
                  <a:pt x="316" y="482"/>
                  <a:pt x="318" y="484"/>
                  <a:pt x="319" y="485"/>
                </a:cubicBezTo>
                <a:cubicBezTo>
                  <a:pt x="322" y="485"/>
                  <a:pt x="322" y="485"/>
                  <a:pt x="322" y="485"/>
                </a:cubicBezTo>
                <a:close/>
                <a:moveTo>
                  <a:pt x="322" y="514"/>
                </a:moveTo>
                <a:cubicBezTo>
                  <a:pt x="322" y="524"/>
                  <a:pt x="322" y="524"/>
                  <a:pt x="322" y="524"/>
                </a:cubicBezTo>
                <a:cubicBezTo>
                  <a:pt x="319" y="526"/>
                  <a:pt x="317" y="528"/>
                  <a:pt x="315" y="531"/>
                </a:cubicBezTo>
                <a:cubicBezTo>
                  <a:pt x="315" y="518"/>
                  <a:pt x="315" y="518"/>
                  <a:pt x="315" y="518"/>
                </a:cubicBezTo>
                <a:cubicBezTo>
                  <a:pt x="317" y="517"/>
                  <a:pt x="319" y="516"/>
                  <a:pt x="322" y="514"/>
                </a:cubicBezTo>
                <a:close/>
                <a:moveTo>
                  <a:pt x="322" y="536"/>
                </a:moveTo>
                <a:cubicBezTo>
                  <a:pt x="322" y="559"/>
                  <a:pt x="322" y="559"/>
                  <a:pt x="322" y="559"/>
                </a:cubicBezTo>
                <a:cubicBezTo>
                  <a:pt x="320" y="558"/>
                  <a:pt x="317" y="557"/>
                  <a:pt x="315" y="557"/>
                </a:cubicBezTo>
                <a:cubicBezTo>
                  <a:pt x="315" y="541"/>
                  <a:pt x="315" y="541"/>
                  <a:pt x="315" y="541"/>
                </a:cubicBezTo>
                <a:cubicBezTo>
                  <a:pt x="317" y="540"/>
                  <a:pt x="319" y="538"/>
                  <a:pt x="322" y="536"/>
                </a:cubicBezTo>
                <a:close/>
                <a:moveTo>
                  <a:pt x="322" y="571"/>
                </a:moveTo>
                <a:cubicBezTo>
                  <a:pt x="322" y="588"/>
                  <a:pt x="322" y="588"/>
                  <a:pt x="322" y="588"/>
                </a:cubicBezTo>
                <a:cubicBezTo>
                  <a:pt x="319" y="588"/>
                  <a:pt x="319" y="588"/>
                  <a:pt x="319" y="588"/>
                </a:cubicBezTo>
                <a:cubicBezTo>
                  <a:pt x="313" y="578"/>
                  <a:pt x="318" y="576"/>
                  <a:pt x="322" y="571"/>
                </a:cubicBezTo>
                <a:close/>
                <a:moveTo>
                  <a:pt x="322" y="599"/>
                </a:moveTo>
                <a:cubicBezTo>
                  <a:pt x="322" y="621"/>
                  <a:pt x="322" y="621"/>
                  <a:pt x="322" y="621"/>
                </a:cubicBezTo>
                <a:cubicBezTo>
                  <a:pt x="320" y="611"/>
                  <a:pt x="320" y="606"/>
                  <a:pt x="315" y="602"/>
                </a:cubicBezTo>
                <a:cubicBezTo>
                  <a:pt x="315" y="595"/>
                  <a:pt x="315" y="595"/>
                  <a:pt x="315" y="595"/>
                </a:cubicBezTo>
                <a:cubicBezTo>
                  <a:pt x="318" y="597"/>
                  <a:pt x="319" y="597"/>
                  <a:pt x="321" y="599"/>
                </a:cubicBezTo>
                <a:cubicBezTo>
                  <a:pt x="322" y="599"/>
                  <a:pt x="322" y="599"/>
                  <a:pt x="322" y="599"/>
                </a:cubicBezTo>
                <a:close/>
                <a:moveTo>
                  <a:pt x="322" y="622"/>
                </a:moveTo>
                <a:cubicBezTo>
                  <a:pt x="319" y="622"/>
                  <a:pt x="319" y="622"/>
                  <a:pt x="319" y="622"/>
                </a:cubicBezTo>
                <a:cubicBezTo>
                  <a:pt x="318" y="621"/>
                  <a:pt x="317" y="620"/>
                  <a:pt x="315" y="620"/>
                </a:cubicBezTo>
                <a:cubicBezTo>
                  <a:pt x="315" y="625"/>
                  <a:pt x="315" y="625"/>
                  <a:pt x="315" y="625"/>
                </a:cubicBezTo>
                <a:cubicBezTo>
                  <a:pt x="317" y="626"/>
                  <a:pt x="319" y="626"/>
                  <a:pt x="322" y="627"/>
                </a:cubicBezTo>
                <a:cubicBezTo>
                  <a:pt x="322" y="622"/>
                  <a:pt x="322" y="622"/>
                  <a:pt x="322" y="622"/>
                </a:cubicBezTo>
                <a:close/>
                <a:moveTo>
                  <a:pt x="322" y="740"/>
                </a:moveTo>
                <a:cubicBezTo>
                  <a:pt x="322" y="750"/>
                  <a:pt x="322" y="750"/>
                  <a:pt x="322" y="750"/>
                </a:cubicBezTo>
                <a:cubicBezTo>
                  <a:pt x="320" y="749"/>
                  <a:pt x="318" y="748"/>
                  <a:pt x="315" y="747"/>
                </a:cubicBezTo>
                <a:cubicBezTo>
                  <a:pt x="315" y="739"/>
                  <a:pt x="315" y="739"/>
                  <a:pt x="315" y="739"/>
                </a:cubicBezTo>
                <a:cubicBezTo>
                  <a:pt x="317" y="739"/>
                  <a:pt x="320" y="740"/>
                  <a:pt x="322" y="740"/>
                </a:cubicBezTo>
                <a:close/>
                <a:moveTo>
                  <a:pt x="311" y="11"/>
                </a:moveTo>
                <a:cubicBezTo>
                  <a:pt x="313" y="11"/>
                  <a:pt x="314" y="10"/>
                  <a:pt x="315" y="10"/>
                </a:cubicBezTo>
                <a:cubicBezTo>
                  <a:pt x="315" y="25"/>
                  <a:pt x="315" y="25"/>
                  <a:pt x="315" y="25"/>
                </a:cubicBezTo>
                <a:cubicBezTo>
                  <a:pt x="314" y="24"/>
                  <a:pt x="313" y="23"/>
                  <a:pt x="311" y="23"/>
                </a:cubicBezTo>
                <a:cubicBezTo>
                  <a:pt x="311" y="11"/>
                  <a:pt x="311" y="11"/>
                  <a:pt x="311" y="11"/>
                </a:cubicBezTo>
                <a:close/>
                <a:moveTo>
                  <a:pt x="315" y="786"/>
                </a:moveTo>
                <a:cubicBezTo>
                  <a:pt x="314" y="785"/>
                  <a:pt x="312" y="785"/>
                  <a:pt x="311" y="785"/>
                </a:cubicBezTo>
                <a:cubicBezTo>
                  <a:pt x="311" y="765"/>
                  <a:pt x="311" y="765"/>
                  <a:pt x="311" y="765"/>
                </a:cubicBezTo>
                <a:cubicBezTo>
                  <a:pt x="312" y="768"/>
                  <a:pt x="313" y="770"/>
                  <a:pt x="315" y="772"/>
                </a:cubicBezTo>
                <a:cubicBezTo>
                  <a:pt x="315" y="786"/>
                  <a:pt x="315" y="786"/>
                  <a:pt x="315" y="786"/>
                </a:cubicBezTo>
                <a:close/>
                <a:moveTo>
                  <a:pt x="315" y="47"/>
                </a:moveTo>
                <a:cubicBezTo>
                  <a:pt x="315" y="55"/>
                  <a:pt x="315" y="55"/>
                  <a:pt x="315" y="55"/>
                </a:cubicBezTo>
                <a:cubicBezTo>
                  <a:pt x="311" y="55"/>
                  <a:pt x="311" y="55"/>
                  <a:pt x="311" y="55"/>
                </a:cubicBezTo>
                <a:cubicBezTo>
                  <a:pt x="311" y="45"/>
                  <a:pt x="311" y="45"/>
                  <a:pt x="311" y="45"/>
                </a:cubicBezTo>
                <a:cubicBezTo>
                  <a:pt x="315" y="47"/>
                  <a:pt x="315" y="47"/>
                  <a:pt x="315" y="47"/>
                </a:cubicBezTo>
                <a:cubicBezTo>
                  <a:pt x="315" y="47"/>
                  <a:pt x="315" y="47"/>
                  <a:pt x="315" y="47"/>
                </a:cubicBezTo>
                <a:close/>
                <a:moveTo>
                  <a:pt x="315" y="92"/>
                </a:moveTo>
                <a:cubicBezTo>
                  <a:pt x="315" y="123"/>
                  <a:pt x="315" y="123"/>
                  <a:pt x="315" y="123"/>
                </a:cubicBezTo>
                <a:cubicBezTo>
                  <a:pt x="314" y="122"/>
                  <a:pt x="313" y="122"/>
                  <a:pt x="312" y="122"/>
                </a:cubicBezTo>
                <a:cubicBezTo>
                  <a:pt x="312" y="125"/>
                  <a:pt x="311" y="127"/>
                  <a:pt x="311" y="130"/>
                </a:cubicBezTo>
                <a:cubicBezTo>
                  <a:pt x="311" y="93"/>
                  <a:pt x="311" y="93"/>
                  <a:pt x="311" y="93"/>
                </a:cubicBezTo>
                <a:cubicBezTo>
                  <a:pt x="313" y="93"/>
                  <a:pt x="314" y="93"/>
                  <a:pt x="315" y="92"/>
                </a:cubicBezTo>
                <a:close/>
                <a:moveTo>
                  <a:pt x="315" y="179"/>
                </a:moveTo>
                <a:cubicBezTo>
                  <a:pt x="315" y="185"/>
                  <a:pt x="315" y="185"/>
                  <a:pt x="315" y="185"/>
                </a:cubicBezTo>
                <a:cubicBezTo>
                  <a:pt x="314" y="185"/>
                  <a:pt x="313" y="185"/>
                  <a:pt x="313" y="186"/>
                </a:cubicBezTo>
                <a:cubicBezTo>
                  <a:pt x="315" y="188"/>
                  <a:pt x="315" y="188"/>
                  <a:pt x="315" y="188"/>
                </a:cubicBezTo>
                <a:cubicBezTo>
                  <a:pt x="315" y="195"/>
                  <a:pt x="315" y="195"/>
                  <a:pt x="315" y="195"/>
                </a:cubicBezTo>
                <a:cubicBezTo>
                  <a:pt x="314" y="194"/>
                  <a:pt x="312" y="193"/>
                  <a:pt x="311" y="192"/>
                </a:cubicBezTo>
                <a:cubicBezTo>
                  <a:pt x="311" y="181"/>
                  <a:pt x="311" y="181"/>
                  <a:pt x="311" y="181"/>
                </a:cubicBezTo>
                <a:cubicBezTo>
                  <a:pt x="312" y="180"/>
                  <a:pt x="314" y="180"/>
                  <a:pt x="315" y="179"/>
                </a:cubicBezTo>
                <a:close/>
                <a:moveTo>
                  <a:pt x="315" y="203"/>
                </a:moveTo>
                <a:cubicBezTo>
                  <a:pt x="315" y="208"/>
                  <a:pt x="315" y="208"/>
                  <a:pt x="315" y="208"/>
                </a:cubicBezTo>
                <a:cubicBezTo>
                  <a:pt x="314" y="208"/>
                  <a:pt x="312" y="209"/>
                  <a:pt x="311" y="209"/>
                </a:cubicBezTo>
                <a:cubicBezTo>
                  <a:pt x="311" y="204"/>
                  <a:pt x="311" y="204"/>
                  <a:pt x="311" y="204"/>
                </a:cubicBezTo>
                <a:cubicBezTo>
                  <a:pt x="313" y="203"/>
                  <a:pt x="314" y="203"/>
                  <a:pt x="315" y="203"/>
                </a:cubicBezTo>
                <a:close/>
                <a:moveTo>
                  <a:pt x="315" y="223"/>
                </a:moveTo>
                <a:cubicBezTo>
                  <a:pt x="315" y="235"/>
                  <a:pt x="315" y="235"/>
                  <a:pt x="315" y="235"/>
                </a:cubicBezTo>
                <a:cubicBezTo>
                  <a:pt x="314" y="236"/>
                  <a:pt x="313" y="237"/>
                  <a:pt x="311" y="238"/>
                </a:cubicBezTo>
                <a:cubicBezTo>
                  <a:pt x="311" y="225"/>
                  <a:pt x="311" y="225"/>
                  <a:pt x="311" y="225"/>
                </a:cubicBezTo>
                <a:cubicBezTo>
                  <a:pt x="312" y="224"/>
                  <a:pt x="314" y="224"/>
                  <a:pt x="315" y="223"/>
                </a:cubicBezTo>
                <a:close/>
                <a:moveTo>
                  <a:pt x="315" y="256"/>
                </a:moveTo>
                <a:cubicBezTo>
                  <a:pt x="315" y="275"/>
                  <a:pt x="315" y="275"/>
                  <a:pt x="315" y="275"/>
                </a:cubicBezTo>
                <a:cubicBezTo>
                  <a:pt x="315" y="274"/>
                  <a:pt x="315" y="273"/>
                  <a:pt x="314" y="272"/>
                </a:cubicBezTo>
                <a:cubicBezTo>
                  <a:pt x="313" y="271"/>
                  <a:pt x="313" y="269"/>
                  <a:pt x="311" y="267"/>
                </a:cubicBezTo>
                <a:cubicBezTo>
                  <a:pt x="311" y="250"/>
                  <a:pt x="311" y="250"/>
                  <a:pt x="311" y="250"/>
                </a:cubicBezTo>
                <a:cubicBezTo>
                  <a:pt x="312" y="252"/>
                  <a:pt x="313" y="254"/>
                  <a:pt x="315" y="256"/>
                </a:cubicBezTo>
                <a:close/>
                <a:moveTo>
                  <a:pt x="315" y="302"/>
                </a:moveTo>
                <a:cubicBezTo>
                  <a:pt x="315" y="308"/>
                  <a:pt x="315" y="308"/>
                  <a:pt x="315" y="308"/>
                </a:cubicBezTo>
                <a:cubicBezTo>
                  <a:pt x="315" y="307"/>
                  <a:pt x="314" y="306"/>
                  <a:pt x="313" y="305"/>
                </a:cubicBezTo>
                <a:cubicBezTo>
                  <a:pt x="313" y="306"/>
                  <a:pt x="312" y="307"/>
                  <a:pt x="311" y="308"/>
                </a:cubicBezTo>
                <a:cubicBezTo>
                  <a:pt x="311" y="299"/>
                  <a:pt x="311" y="299"/>
                  <a:pt x="311" y="299"/>
                </a:cubicBezTo>
                <a:cubicBezTo>
                  <a:pt x="315" y="302"/>
                  <a:pt x="315" y="302"/>
                  <a:pt x="315" y="302"/>
                </a:cubicBezTo>
                <a:close/>
                <a:moveTo>
                  <a:pt x="315" y="317"/>
                </a:moveTo>
                <a:cubicBezTo>
                  <a:pt x="315" y="325"/>
                  <a:pt x="315" y="325"/>
                  <a:pt x="315" y="325"/>
                </a:cubicBezTo>
                <a:cubicBezTo>
                  <a:pt x="314" y="327"/>
                  <a:pt x="313" y="329"/>
                  <a:pt x="314" y="332"/>
                </a:cubicBezTo>
                <a:cubicBezTo>
                  <a:pt x="314" y="332"/>
                  <a:pt x="315" y="331"/>
                  <a:pt x="315" y="331"/>
                </a:cubicBezTo>
                <a:cubicBezTo>
                  <a:pt x="315" y="337"/>
                  <a:pt x="315" y="337"/>
                  <a:pt x="315" y="337"/>
                </a:cubicBezTo>
                <a:cubicBezTo>
                  <a:pt x="314" y="338"/>
                  <a:pt x="313" y="339"/>
                  <a:pt x="313" y="341"/>
                </a:cubicBezTo>
                <a:cubicBezTo>
                  <a:pt x="313" y="341"/>
                  <a:pt x="314" y="341"/>
                  <a:pt x="315" y="341"/>
                </a:cubicBezTo>
                <a:cubicBezTo>
                  <a:pt x="315" y="346"/>
                  <a:pt x="315" y="346"/>
                  <a:pt x="315" y="346"/>
                </a:cubicBezTo>
                <a:cubicBezTo>
                  <a:pt x="311" y="346"/>
                  <a:pt x="311" y="346"/>
                  <a:pt x="311" y="346"/>
                </a:cubicBezTo>
                <a:cubicBezTo>
                  <a:pt x="311" y="322"/>
                  <a:pt x="311" y="322"/>
                  <a:pt x="311" y="322"/>
                </a:cubicBezTo>
                <a:cubicBezTo>
                  <a:pt x="313" y="320"/>
                  <a:pt x="314" y="319"/>
                  <a:pt x="315" y="317"/>
                </a:cubicBezTo>
                <a:close/>
                <a:moveTo>
                  <a:pt x="315" y="351"/>
                </a:moveTo>
                <a:cubicBezTo>
                  <a:pt x="315" y="362"/>
                  <a:pt x="315" y="362"/>
                  <a:pt x="315" y="362"/>
                </a:cubicBezTo>
                <a:cubicBezTo>
                  <a:pt x="313" y="366"/>
                  <a:pt x="312" y="369"/>
                  <a:pt x="311" y="372"/>
                </a:cubicBezTo>
                <a:cubicBezTo>
                  <a:pt x="311" y="361"/>
                  <a:pt x="311" y="361"/>
                  <a:pt x="311" y="361"/>
                </a:cubicBezTo>
                <a:cubicBezTo>
                  <a:pt x="313" y="361"/>
                  <a:pt x="313" y="361"/>
                  <a:pt x="313" y="361"/>
                </a:cubicBezTo>
                <a:cubicBezTo>
                  <a:pt x="313" y="359"/>
                  <a:pt x="314" y="357"/>
                  <a:pt x="315" y="356"/>
                </a:cubicBezTo>
                <a:cubicBezTo>
                  <a:pt x="314" y="356"/>
                  <a:pt x="312" y="356"/>
                  <a:pt x="311" y="356"/>
                </a:cubicBezTo>
                <a:cubicBezTo>
                  <a:pt x="311" y="351"/>
                  <a:pt x="311" y="351"/>
                  <a:pt x="311" y="351"/>
                </a:cubicBezTo>
                <a:cubicBezTo>
                  <a:pt x="313" y="351"/>
                  <a:pt x="314" y="351"/>
                  <a:pt x="315" y="351"/>
                </a:cubicBezTo>
                <a:close/>
                <a:moveTo>
                  <a:pt x="315" y="441"/>
                </a:moveTo>
                <a:cubicBezTo>
                  <a:pt x="315" y="448"/>
                  <a:pt x="315" y="448"/>
                  <a:pt x="315" y="448"/>
                </a:cubicBezTo>
                <a:cubicBezTo>
                  <a:pt x="315" y="447"/>
                  <a:pt x="315" y="447"/>
                  <a:pt x="314" y="446"/>
                </a:cubicBezTo>
                <a:cubicBezTo>
                  <a:pt x="313" y="448"/>
                  <a:pt x="312" y="449"/>
                  <a:pt x="311" y="451"/>
                </a:cubicBezTo>
                <a:cubicBezTo>
                  <a:pt x="311" y="432"/>
                  <a:pt x="311" y="432"/>
                  <a:pt x="311" y="432"/>
                </a:cubicBezTo>
                <a:cubicBezTo>
                  <a:pt x="312" y="435"/>
                  <a:pt x="313" y="438"/>
                  <a:pt x="315" y="441"/>
                </a:cubicBezTo>
                <a:close/>
                <a:moveTo>
                  <a:pt x="315" y="457"/>
                </a:moveTo>
                <a:cubicBezTo>
                  <a:pt x="315" y="474"/>
                  <a:pt x="315" y="474"/>
                  <a:pt x="315" y="474"/>
                </a:cubicBezTo>
                <a:cubicBezTo>
                  <a:pt x="315" y="473"/>
                  <a:pt x="314" y="473"/>
                  <a:pt x="314" y="472"/>
                </a:cubicBezTo>
                <a:cubicBezTo>
                  <a:pt x="313" y="473"/>
                  <a:pt x="312" y="474"/>
                  <a:pt x="311" y="474"/>
                </a:cubicBezTo>
                <a:cubicBezTo>
                  <a:pt x="311" y="464"/>
                  <a:pt x="311" y="464"/>
                  <a:pt x="311" y="464"/>
                </a:cubicBezTo>
                <a:cubicBezTo>
                  <a:pt x="311" y="464"/>
                  <a:pt x="311" y="464"/>
                  <a:pt x="311" y="464"/>
                </a:cubicBezTo>
                <a:cubicBezTo>
                  <a:pt x="313" y="461"/>
                  <a:pt x="314" y="459"/>
                  <a:pt x="315" y="457"/>
                </a:cubicBezTo>
                <a:close/>
                <a:moveTo>
                  <a:pt x="315" y="481"/>
                </a:moveTo>
                <a:cubicBezTo>
                  <a:pt x="315" y="486"/>
                  <a:pt x="315" y="486"/>
                  <a:pt x="315" y="486"/>
                </a:cubicBezTo>
                <a:cubicBezTo>
                  <a:pt x="314" y="485"/>
                  <a:pt x="313" y="484"/>
                  <a:pt x="311" y="484"/>
                </a:cubicBezTo>
                <a:cubicBezTo>
                  <a:pt x="311" y="479"/>
                  <a:pt x="311" y="479"/>
                  <a:pt x="311" y="479"/>
                </a:cubicBezTo>
                <a:cubicBezTo>
                  <a:pt x="313" y="480"/>
                  <a:pt x="314" y="480"/>
                  <a:pt x="315" y="481"/>
                </a:cubicBezTo>
                <a:close/>
                <a:moveTo>
                  <a:pt x="315" y="494"/>
                </a:moveTo>
                <a:cubicBezTo>
                  <a:pt x="315" y="502"/>
                  <a:pt x="315" y="502"/>
                  <a:pt x="315" y="502"/>
                </a:cubicBezTo>
                <a:cubicBezTo>
                  <a:pt x="315" y="503"/>
                  <a:pt x="314" y="504"/>
                  <a:pt x="314" y="504"/>
                </a:cubicBezTo>
                <a:cubicBezTo>
                  <a:pt x="313" y="504"/>
                  <a:pt x="312" y="505"/>
                  <a:pt x="311" y="505"/>
                </a:cubicBezTo>
                <a:cubicBezTo>
                  <a:pt x="311" y="500"/>
                  <a:pt x="311" y="500"/>
                  <a:pt x="311" y="500"/>
                </a:cubicBezTo>
                <a:cubicBezTo>
                  <a:pt x="312" y="499"/>
                  <a:pt x="312" y="499"/>
                  <a:pt x="313" y="499"/>
                </a:cubicBezTo>
                <a:cubicBezTo>
                  <a:pt x="312" y="498"/>
                  <a:pt x="312" y="498"/>
                  <a:pt x="311" y="498"/>
                </a:cubicBezTo>
                <a:cubicBezTo>
                  <a:pt x="311" y="494"/>
                  <a:pt x="311" y="494"/>
                  <a:pt x="311" y="494"/>
                </a:cubicBezTo>
                <a:cubicBezTo>
                  <a:pt x="313" y="495"/>
                  <a:pt x="313" y="495"/>
                  <a:pt x="313" y="495"/>
                </a:cubicBezTo>
                <a:cubicBezTo>
                  <a:pt x="313" y="495"/>
                  <a:pt x="314" y="494"/>
                  <a:pt x="315" y="494"/>
                </a:cubicBezTo>
                <a:close/>
                <a:moveTo>
                  <a:pt x="315" y="518"/>
                </a:moveTo>
                <a:cubicBezTo>
                  <a:pt x="315" y="531"/>
                  <a:pt x="315" y="531"/>
                  <a:pt x="315" y="531"/>
                </a:cubicBezTo>
                <a:cubicBezTo>
                  <a:pt x="313" y="534"/>
                  <a:pt x="312" y="537"/>
                  <a:pt x="312" y="542"/>
                </a:cubicBezTo>
                <a:cubicBezTo>
                  <a:pt x="312" y="542"/>
                  <a:pt x="313" y="542"/>
                  <a:pt x="313" y="542"/>
                </a:cubicBezTo>
                <a:cubicBezTo>
                  <a:pt x="314" y="542"/>
                  <a:pt x="314" y="542"/>
                  <a:pt x="315" y="541"/>
                </a:cubicBezTo>
                <a:cubicBezTo>
                  <a:pt x="315" y="557"/>
                  <a:pt x="315" y="557"/>
                  <a:pt x="315" y="557"/>
                </a:cubicBezTo>
                <a:cubicBezTo>
                  <a:pt x="314" y="556"/>
                  <a:pt x="313" y="556"/>
                  <a:pt x="311" y="555"/>
                </a:cubicBezTo>
                <a:cubicBezTo>
                  <a:pt x="311" y="522"/>
                  <a:pt x="311" y="522"/>
                  <a:pt x="311" y="522"/>
                </a:cubicBezTo>
                <a:cubicBezTo>
                  <a:pt x="312" y="521"/>
                  <a:pt x="314" y="520"/>
                  <a:pt x="315" y="518"/>
                </a:cubicBezTo>
                <a:close/>
                <a:moveTo>
                  <a:pt x="315" y="595"/>
                </a:moveTo>
                <a:cubicBezTo>
                  <a:pt x="315" y="602"/>
                  <a:pt x="315" y="602"/>
                  <a:pt x="315" y="602"/>
                </a:cubicBezTo>
                <a:cubicBezTo>
                  <a:pt x="314" y="601"/>
                  <a:pt x="313" y="600"/>
                  <a:pt x="311" y="599"/>
                </a:cubicBezTo>
                <a:cubicBezTo>
                  <a:pt x="311" y="593"/>
                  <a:pt x="311" y="593"/>
                  <a:pt x="311" y="593"/>
                </a:cubicBezTo>
                <a:cubicBezTo>
                  <a:pt x="312" y="594"/>
                  <a:pt x="313" y="594"/>
                  <a:pt x="314" y="594"/>
                </a:cubicBezTo>
                <a:cubicBezTo>
                  <a:pt x="315" y="595"/>
                  <a:pt x="315" y="595"/>
                  <a:pt x="315" y="595"/>
                </a:cubicBezTo>
                <a:close/>
                <a:moveTo>
                  <a:pt x="315" y="620"/>
                </a:moveTo>
                <a:cubicBezTo>
                  <a:pt x="315" y="625"/>
                  <a:pt x="315" y="625"/>
                  <a:pt x="315" y="625"/>
                </a:cubicBezTo>
                <a:cubicBezTo>
                  <a:pt x="314" y="624"/>
                  <a:pt x="313" y="624"/>
                  <a:pt x="311" y="624"/>
                </a:cubicBezTo>
                <a:cubicBezTo>
                  <a:pt x="311" y="618"/>
                  <a:pt x="311" y="618"/>
                  <a:pt x="311" y="618"/>
                </a:cubicBezTo>
                <a:cubicBezTo>
                  <a:pt x="311" y="618"/>
                  <a:pt x="311" y="618"/>
                  <a:pt x="311" y="618"/>
                </a:cubicBezTo>
                <a:cubicBezTo>
                  <a:pt x="315" y="620"/>
                  <a:pt x="315" y="620"/>
                  <a:pt x="315" y="620"/>
                </a:cubicBezTo>
                <a:close/>
                <a:moveTo>
                  <a:pt x="315" y="739"/>
                </a:moveTo>
                <a:cubicBezTo>
                  <a:pt x="315" y="747"/>
                  <a:pt x="315" y="747"/>
                  <a:pt x="315" y="747"/>
                </a:cubicBezTo>
                <a:cubicBezTo>
                  <a:pt x="314" y="747"/>
                  <a:pt x="313" y="746"/>
                  <a:pt x="311" y="746"/>
                </a:cubicBezTo>
                <a:cubicBezTo>
                  <a:pt x="311" y="738"/>
                  <a:pt x="311" y="738"/>
                  <a:pt x="311" y="738"/>
                </a:cubicBezTo>
                <a:cubicBezTo>
                  <a:pt x="312" y="739"/>
                  <a:pt x="314" y="739"/>
                  <a:pt x="315" y="739"/>
                </a:cubicBezTo>
                <a:close/>
                <a:moveTo>
                  <a:pt x="310" y="12"/>
                </a:moveTo>
                <a:cubicBezTo>
                  <a:pt x="310" y="12"/>
                  <a:pt x="310" y="12"/>
                  <a:pt x="310" y="12"/>
                </a:cubicBezTo>
                <a:cubicBezTo>
                  <a:pt x="310" y="11"/>
                  <a:pt x="311" y="11"/>
                  <a:pt x="311" y="11"/>
                </a:cubicBezTo>
                <a:cubicBezTo>
                  <a:pt x="311" y="23"/>
                  <a:pt x="311" y="23"/>
                  <a:pt x="311" y="23"/>
                </a:cubicBezTo>
                <a:cubicBezTo>
                  <a:pt x="311" y="23"/>
                  <a:pt x="310" y="23"/>
                  <a:pt x="310" y="23"/>
                </a:cubicBezTo>
                <a:cubicBezTo>
                  <a:pt x="310" y="12"/>
                  <a:pt x="310" y="12"/>
                  <a:pt x="310" y="12"/>
                </a:cubicBezTo>
                <a:close/>
                <a:moveTo>
                  <a:pt x="311" y="785"/>
                </a:moveTo>
                <a:cubicBezTo>
                  <a:pt x="310" y="785"/>
                  <a:pt x="310" y="785"/>
                  <a:pt x="310" y="785"/>
                </a:cubicBezTo>
                <a:cubicBezTo>
                  <a:pt x="310" y="762"/>
                  <a:pt x="310" y="762"/>
                  <a:pt x="310" y="762"/>
                </a:cubicBezTo>
                <a:cubicBezTo>
                  <a:pt x="310" y="763"/>
                  <a:pt x="311" y="764"/>
                  <a:pt x="311" y="765"/>
                </a:cubicBezTo>
                <a:cubicBezTo>
                  <a:pt x="311" y="785"/>
                  <a:pt x="311" y="785"/>
                  <a:pt x="311" y="785"/>
                </a:cubicBezTo>
                <a:close/>
                <a:moveTo>
                  <a:pt x="311" y="45"/>
                </a:moveTo>
                <a:cubicBezTo>
                  <a:pt x="311" y="55"/>
                  <a:pt x="311" y="55"/>
                  <a:pt x="311" y="55"/>
                </a:cubicBezTo>
                <a:cubicBezTo>
                  <a:pt x="310" y="55"/>
                  <a:pt x="310" y="55"/>
                  <a:pt x="310" y="55"/>
                </a:cubicBezTo>
                <a:cubicBezTo>
                  <a:pt x="310" y="44"/>
                  <a:pt x="310" y="44"/>
                  <a:pt x="310" y="44"/>
                </a:cubicBezTo>
                <a:cubicBezTo>
                  <a:pt x="311" y="45"/>
                  <a:pt x="311" y="45"/>
                  <a:pt x="311" y="45"/>
                </a:cubicBezTo>
                <a:close/>
                <a:moveTo>
                  <a:pt x="311" y="93"/>
                </a:moveTo>
                <a:cubicBezTo>
                  <a:pt x="311" y="130"/>
                  <a:pt x="311" y="130"/>
                  <a:pt x="311" y="130"/>
                </a:cubicBezTo>
                <a:cubicBezTo>
                  <a:pt x="311" y="132"/>
                  <a:pt x="310" y="134"/>
                  <a:pt x="310" y="136"/>
                </a:cubicBezTo>
                <a:cubicBezTo>
                  <a:pt x="310" y="94"/>
                  <a:pt x="310" y="94"/>
                  <a:pt x="310" y="94"/>
                </a:cubicBezTo>
                <a:cubicBezTo>
                  <a:pt x="310" y="94"/>
                  <a:pt x="311" y="94"/>
                  <a:pt x="311" y="93"/>
                </a:cubicBezTo>
                <a:close/>
                <a:moveTo>
                  <a:pt x="311" y="181"/>
                </a:moveTo>
                <a:cubicBezTo>
                  <a:pt x="311" y="192"/>
                  <a:pt x="311" y="192"/>
                  <a:pt x="311" y="192"/>
                </a:cubicBezTo>
                <a:cubicBezTo>
                  <a:pt x="311" y="192"/>
                  <a:pt x="310" y="192"/>
                  <a:pt x="310" y="192"/>
                </a:cubicBezTo>
                <a:cubicBezTo>
                  <a:pt x="310" y="181"/>
                  <a:pt x="310" y="181"/>
                  <a:pt x="310" y="181"/>
                </a:cubicBezTo>
                <a:cubicBezTo>
                  <a:pt x="311" y="181"/>
                  <a:pt x="311" y="181"/>
                  <a:pt x="311" y="181"/>
                </a:cubicBezTo>
                <a:close/>
                <a:moveTo>
                  <a:pt x="311" y="204"/>
                </a:moveTo>
                <a:cubicBezTo>
                  <a:pt x="311" y="209"/>
                  <a:pt x="311" y="209"/>
                  <a:pt x="311" y="209"/>
                </a:cubicBezTo>
                <a:cubicBezTo>
                  <a:pt x="310" y="210"/>
                  <a:pt x="310" y="210"/>
                  <a:pt x="310" y="210"/>
                </a:cubicBezTo>
                <a:cubicBezTo>
                  <a:pt x="310" y="204"/>
                  <a:pt x="310" y="204"/>
                  <a:pt x="310" y="204"/>
                </a:cubicBezTo>
                <a:cubicBezTo>
                  <a:pt x="310" y="204"/>
                  <a:pt x="310" y="204"/>
                  <a:pt x="310" y="204"/>
                </a:cubicBezTo>
                <a:cubicBezTo>
                  <a:pt x="311" y="204"/>
                  <a:pt x="311" y="204"/>
                  <a:pt x="311" y="204"/>
                </a:cubicBezTo>
                <a:close/>
                <a:moveTo>
                  <a:pt x="311" y="225"/>
                </a:moveTo>
                <a:cubicBezTo>
                  <a:pt x="311" y="238"/>
                  <a:pt x="311" y="238"/>
                  <a:pt x="311" y="238"/>
                </a:cubicBezTo>
                <a:cubicBezTo>
                  <a:pt x="310" y="239"/>
                  <a:pt x="310" y="239"/>
                  <a:pt x="310" y="239"/>
                </a:cubicBezTo>
                <a:cubicBezTo>
                  <a:pt x="310" y="226"/>
                  <a:pt x="310" y="226"/>
                  <a:pt x="310" y="226"/>
                </a:cubicBezTo>
                <a:cubicBezTo>
                  <a:pt x="311" y="225"/>
                  <a:pt x="311" y="225"/>
                  <a:pt x="311" y="225"/>
                </a:cubicBezTo>
                <a:close/>
                <a:moveTo>
                  <a:pt x="311" y="250"/>
                </a:moveTo>
                <a:cubicBezTo>
                  <a:pt x="311" y="267"/>
                  <a:pt x="311" y="267"/>
                  <a:pt x="311" y="267"/>
                </a:cubicBezTo>
                <a:cubicBezTo>
                  <a:pt x="310" y="266"/>
                  <a:pt x="310" y="266"/>
                  <a:pt x="310" y="266"/>
                </a:cubicBezTo>
                <a:cubicBezTo>
                  <a:pt x="310" y="248"/>
                  <a:pt x="310" y="248"/>
                  <a:pt x="310" y="248"/>
                </a:cubicBezTo>
                <a:cubicBezTo>
                  <a:pt x="310" y="249"/>
                  <a:pt x="311" y="249"/>
                  <a:pt x="311" y="250"/>
                </a:cubicBezTo>
                <a:close/>
                <a:moveTo>
                  <a:pt x="311" y="299"/>
                </a:moveTo>
                <a:cubicBezTo>
                  <a:pt x="311" y="308"/>
                  <a:pt x="311" y="308"/>
                  <a:pt x="311" y="308"/>
                </a:cubicBezTo>
                <a:cubicBezTo>
                  <a:pt x="310" y="309"/>
                  <a:pt x="310" y="309"/>
                  <a:pt x="310" y="309"/>
                </a:cubicBezTo>
                <a:cubicBezTo>
                  <a:pt x="310" y="298"/>
                  <a:pt x="310" y="298"/>
                  <a:pt x="310" y="298"/>
                </a:cubicBezTo>
                <a:cubicBezTo>
                  <a:pt x="311" y="299"/>
                  <a:pt x="311" y="299"/>
                  <a:pt x="311" y="299"/>
                </a:cubicBezTo>
                <a:close/>
                <a:moveTo>
                  <a:pt x="311" y="322"/>
                </a:moveTo>
                <a:cubicBezTo>
                  <a:pt x="311" y="346"/>
                  <a:pt x="311" y="346"/>
                  <a:pt x="311" y="346"/>
                </a:cubicBezTo>
                <a:cubicBezTo>
                  <a:pt x="310" y="346"/>
                  <a:pt x="310" y="346"/>
                  <a:pt x="310" y="346"/>
                </a:cubicBezTo>
                <a:cubicBezTo>
                  <a:pt x="310" y="337"/>
                  <a:pt x="310" y="337"/>
                  <a:pt x="310" y="337"/>
                </a:cubicBezTo>
                <a:cubicBezTo>
                  <a:pt x="311" y="336"/>
                  <a:pt x="311" y="336"/>
                  <a:pt x="311" y="336"/>
                </a:cubicBezTo>
                <a:cubicBezTo>
                  <a:pt x="310" y="335"/>
                  <a:pt x="310" y="335"/>
                  <a:pt x="310" y="334"/>
                </a:cubicBezTo>
                <a:cubicBezTo>
                  <a:pt x="310" y="324"/>
                  <a:pt x="310" y="324"/>
                  <a:pt x="310" y="324"/>
                </a:cubicBezTo>
                <a:cubicBezTo>
                  <a:pt x="311" y="322"/>
                  <a:pt x="311" y="322"/>
                  <a:pt x="311" y="322"/>
                </a:cubicBezTo>
                <a:close/>
                <a:moveTo>
                  <a:pt x="311" y="351"/>
                </a:moveTo>
                <a:cubicBezTo>
                  <a:pt x="311" y="356"/>
                  <a:pt x="311" y="356"/>
                  <a:pt x="311" y="356"/>
                </a:cubicBezTo>
                <a:cubicBezTo>
                  <a:pt x="310" y="356"/>
                  <a:pt x="310" y="356"/>
                  <a:pt x="310" y="356"/>
                </a:cubicBezTo>
                <a:cubicBezTo>
                  <a:pt x="310" y="351"/>
                  <a:pt x="310" y="351"/>
                  <a:pt x="310" y="351"/>
                </a:cubicBezTo>
                <a:cubicBezTo>
                  <a:pt x="310" y="351"/>
                  <a:pt x="311" y="351"/>
                  <a:pt x="311" y="351"/>
                </a:cubicBezTo>
                <a:close/>
                <a:moveTo>
                  <a:pt x="311" y="361"/>
                </a:moveTo>
                <a:cubicBezTo>
                  <a:pt x="311" y="372"/>
                  <a:pt x="311" y="372"/>
                  <a:pt x="311" y="372"/>
                </a:cubicBezTo>
                <a:cubicBezTo>
                  <a:pt x="311" y="374"/>
                  <a:pt x="310" y="375"/>
                  <a:pt x="310" y="377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1"/>
                  <a:pt x="310" y="361"/>
                  <a:pt x="310" y="361"/>
                </a:cubicBezTo>
                <a:cubicBezTo>
                  <a:pt x="311" y="361"/>
                  <a:pt x="311" y="361"/>
                  <a:pt x="311" y="361"/>
                </a:cubicBezTo>
                <a:close/>
                <a:moveTo>
                  <a:pt x="311" y="432"/>
                </a:moveTo>
                <a:cubicBezTo>
                  <a:pt x="311" y="451"/>
                  <a:pt x="311" y="451"/>
                  <a:pt x="311" y="451"/>
                </a:cubicBezTo>
                <a:cubicBezTo>
                  <a:pt x="311" y="452"/>
                  <a:pt x="310" y="453"/>
                  <a:pt x="310" y="453"/>
                </a:cubicBezTo>
                <a:cubicBezTo>
                  <a:pt x="310" y="443"/>
                  <a:pt x="310" y="443"/>
                  <a:pt x="310" y="443"/>
                </a:cubicBezTo>
                <a:cubicBezTo>
                  <a:pt x="310" y="440"/>
                  <a:pt x="310" y="438"/>
                  <a:pt x="310" y="436"/>
                </a:cubicBezTo>
                <a:cubicBezTo>
                  <a:pt x="310" y="436"/>
                  <a:pt x="310" y="436"/>
                  <a:pt x="310" y="436"/>
                </a:cubicBezTo>
                <a:cubicBezTo>
                  <a:pt x="310" y="428"/>
                  <a:pt x="310" y="428"/>
                  <a:pt x="310" y="428"/>
                </a:cubicBezTo>
                <a:cubicBezTo>
                  <a:pt x="310" y="429"/>
                  <a:pt x="311" y="430"/>
                  <a:pt x="311" y="432"/>
                </a:cubicBezTo>
                <a:close/>
                <a:moveTo>
                  <a:pt x="311" y="464"/>
                </a:moveTo>
                <a:cubicBezTo>
                  <a:pt x="311" y="474"/>
                  <a:pt x="311" y="474"/>
                  <a:pt x="311" y="474"/>
                </a:cubicBezTo>
                <a:cubicBezTo>
                  <a:pt x="311" y="475"/>
                  <a:pt x="310" y="475"/>
                  <a:pt x="310" y="476"/>
                </a:cubicBezTo>
                <a:cubicBezTo>
                  <a:pt x="310" y="471"/>
                  <a:pt x="310" y="471"/>
                  <a:pt x="310" y="471"/>
                </a:cubicBezTo>
                <a:cubicBezTo>
                  <a:pt x="310" y="470"/>
                  <a:pt x="311" y="469"/>
                  <a:pt x="311" y="468"/>
                </a:cubicBezTo>
                <a:cubicBezTo>
                  <a:pt x="310" y="467"/>
                  <a:pt x="310" y="467"/>
                  <a:pt x="310" y="467"/>
                </a:cubicBezTo>
                <a:cubicBezTo>
                  <a:pt x="310" y="461"/>
                  <a:pt x="310" y="461"/>
                  <a:pt x="310" y="461"/>
                </a:cubicBezTo>
                <a:cubicBezTo>
                  <a:pt x="310" y="462"/>
                  <a:pt x="310" y="463"/>
                  <a:pt x="311" y="464"/>
                </a:cubicBezTo>
                <a:close/>
                <a:moveTo>
                  <a:pt x="311" y="479"/>
                </a:moveTo>
                <a:cubicBezTo>
                  <a:pt x="311" y="484"/>
                  <a:pt x="311" y="484"/>
                  <a:pt x="311" y="484"/>
                </a:cubicBezTo>
                <a:cubicBezTo>
                  <a:pt x="311" y="484"/>
                  <a:pt x="310" y="483"/>
                  <a:pt x="310" y="483"/>
                </a:cubicBezTo>
                <a:cubicBezTo>
                  <a:pt x="310" y="478"/>
                  <a:pt x="310" y="478"/>
                  <a:pt x="310" y="478"/>
                </a:cubicBezTo>
                <a:cubicBezTo>
                  <a:pt x="310" y="479"/>
                  <a:pt x="311" y="479"/>
                  <a:pt x="311" y="479"/>
                </a:cubicBezTo>
                <a:close/>
                <a:moveTo>
                  <a:pt x="311" y="494"/>
                </a:moveTo>
                <a:cubicBezTo>
                  <a:pt x="311" y="498"/>
                  <a:pt x="311" y="498"/>
                  <a:pt x="311" y="498"/>
                </a:cubicBezTo>
                <a:cubicBezTo>
                  <a:pt x="311" y="497"/>
                  <a:pt x="310" y="497"/>
                  <a:pt x="310" y="497"/>
                </a:cubicBezTo>
                <a:cubicBezTo>
                  <a:pt x="310" y="493"/>
                  <a:pt x="310" y="493"/>
                  <a:pt x="310" y="493"/>
                </a:cubicBezTo>
                <a:cubicBezTo>
                  <a:pt x="311" y="494"/>
                  <a:pt x="311" y="494"/>
                  <a:pt x="311" y="494"/>
                </a:cubicBezTo>
                <a:close/>
                <a:moveTo>
                  <a:pt x="311" y="500"/>
                </a:moveTo>
                <a:cubicBezTo>
                  <a:pt x="311" y="505"/>
                  <a:pt x="311" y="505"/>
                  <a:pt x="311" y="505"/>
                </a:cubicBezTo>
                <a:cubicBezTo>
                  <a:pt x="311" y="506"/>
                  <a:pt x="310" y="506"/>
                  <a:pt x="310" y="506"/>
                </a:cubicBezTo>
                <a:cubicBezTo>
                  <a:pt x="310" y="500"/>
                  <a:pt x="310" y="500"/>
                  <a:pt x="310" y="500"/>
                </a:cubicBezTo>
                <a:cubicBezTo>
                  <a:pt x="310" y="500"/>
                  <a:pt x="311" y="500"/>
                  <a:pt x="311" y="500"/>
                </a:cubicBezTo>
                <a:close/>
                <a:moveTo>
                  <a:pt x="311" y="522"/>
                </a:moveTo>
                <a:cubicBezTo>
                  <a:pt x="311" y="555"/>
                  <a:pt x="311" y="555"/>
                  <a:pt x="311" y="555"/>
                </a:cubicBezTo>
                <a:cubicBezTo>
                  <a:pt x="310" y="555"/>
                  <a:pt x="310" y="555"/>
                  <a:pt x="310" y="555"/>
                </a:cubicBezTo>
                <a:cubicBezTo>
                  <a:pt x="310" y="523"/>
                  <a:pt x="310" y="523"/>
                  <a:pt x="310" y="523"/>
                </a:cubicBezTo>
                <a:cubicBezTo>
                  <a:pt x="310" y="522"/>
                  <a:pt x="311" y="522"/>
                  <a:pt x="311" y="522"/>
                </a:cubicBezTo>
                <a:close/>
                <a:moveTo>
                  <a:pt x="311" y="593"/>
                </a:moveTo>
                <a:cubicBezTo>
                  <a:pt x="311" y="599"/>
                  <a:pt x="311" y="599"/>
                  <a:pt x="311" y="599"/>
                </a:cubicBezTo>
                <a:cubicBezTo>
                  <a:pt x="311" y="599"/>
                  <a:pt x="310" y="599"/>
                  <a:pt x="310" y="599"/>
                </a:cubicBezTo>
                <a:cubicBezTo>
                  <a:pt x="310" y="593"/>
                  <a:pt x="310" y="593"/>
                  <a:pt x="310" y="593"/>
                </a:cubicBezTo>
                <a:cubicBezTo>
                  <a:pt x="310" y="593"/>
                  <a:pt x="311" y="593"/>
                  <a:pt x="311" y="593"/>
                </a:cubicBezTo>
                <a:close/>
                <a:moveTo>
                  <a:pt x="311" y="618"/>
                </a:moveTo>
                <a:cubicBezTo>
                  <a:pt x="311" y="624"/>
                  <a:pt x="311" y="624"/>
                  <a:pt x="311" y="624"/>
                </a:cubicBezTo>
                <a:cubicBezTo>
                  <a:pt x="310" y="623"/>
                  <a:pt x="310" y="623"/>
                  <a:pt x="310" y="623"/>
                </a:cubicBezTo>
                <a:cubicBezTo>
                  <a:pt x="310" y="614"/>
                  <a:pt x="310" y="614"/>
                  <a:pt x="310" y="614"/>
                </a:cubicBezTo>
                <a:cubicBezTo>
                  <a:pt x="310" y="615"/>
                  <a:pt x="311" y="616"/>
                  <a:pt x="311" y="618"/>
                </a:cubicBezTo>
                <a:close/>
                <a:moveTo>
                  <a:pt x="311" y="738"/>
                </a:moveTo>
                <a:cubicBezTo>
                  <a:pt x="311" y="746"/>
                  <a:pt x="311" y="746"/>
                  <a:pt x="311" y="746"/>
                </a:cubicBezTo>
                <a:cubicBezTo>
                  <a:pt x="311" y="746"/>
                  <a:pt x="310" y="746"/>
                  <a:pt x="310" y="746"/>
                </a:cubicBezTo>
                <a:cubicBezTo>
                  <a:pt x="310" y="738"/>
                  <a:pt x="310" y="738"/>
                  <a:pt x="310" y="738"/>
                </a:cubicBezTo>
                <a:lnTo>
                  <a:pt x="311" y="738"/>
                </a:lnTo>
                <a:close/>
                <a:moveTo>
                  <a:pt x="309" y="12"/>
                </a:moveTo>
                <a:cubicBezTo>
                  <a:pt x="309" y="12"/>
                  <a:pt x="310" y="12"/>
                  <a:pt x="310" y="12"/>
                </a:cubicBezTo>
                <a:cubicBezTo>
                  <a:pt x="310" y="23"/>
                  <a:pt x="310" y="23"/>
                  <a:pt x="310" y="23"/>
                </a:cubicBezTo>
                <a:cubicBezTo>
                  <a:pt x="310" y="22"/>
                  <a:pt x="309" y="22"/>
                  <a:pt x="309" y="22"/>
                </a:cubicBezTo>
                <a:cubicBezTo>
                  <a:pt x="309" y="12"/>
                  <a:pt x="309" y="12"/>
                  <a:pt x="309" y="12"/>
                </a:cubicBezTo>
                <a:close/>
                <a:moveTo>
                  <a:pt x="310" y="785"/>
                </a:moveTo>
                <a:cubicBezTo>
                  <a:pt x="309" y="785"/>
                  <a:pt x="309" y="785"/>
                  <a:pt x="309" y="785"/>
                </a:cubicBezTo>
                <a:cubicBezTo>
                  <a:pt x="309" y="758"/>
                  <a:pt x="309" y="758"/>
                  <a:pt x="309" y="758"/>
                </a:cubicBezTo>
                <a:cubicBezTo>
                  <a:pt x="309" y="760"/>
                  <a:pt x="310" y="761"/>
                  <a:pt x="310" y="762"/>
                </a:cubicBezTo>
                <a:cubicBezTo>
                  <a:pt x="310" y="785"/>
                  <a:pt x="310" y="785"/>
                  <a:pt x="310" y="785"/>
                </a:cubicBezTo>
                <a:close/>
                <a:moveTo>
                  <a:pt x="310" y="44"/>
                </a:moveTo>
                <a:cubicBezTo>
                  <a:pt x="310" y="55"/>
                  <a:pt x="310" y="55"/>
                  <a:pt x="310" y="55"/>
                </a:cubicBezTo>
                <a:cubicBezTo>
                  <a:pt x="309" y="55"/>
                  <a:pt x="309" y="55"/>
                  <a:pt x="309" y="55"/>
                </a:cubicBezTo>
                <a:cubicBezTo>
                  <a:pt x="309" y="44"/>
                  <a:pt x="309" y="44"/>
                  <a:pt x="309" y="44"/>
                </a:cubicBezTo>
                <a:cubicBezTo>
                  <a:pt x="310" y="44"/>
                  <a:pt x="310" y="44"/>
                  <a:pt x="310" y="44"/>
                </a:cubicBezTo>
                <a:close/>
                <a:moveTo>
                  <a:pt x="310" y="94"/>
                </a:moveTo>
                <a:cubicBezTo>
                  <a:pt x="310" y="136"/>
                  <a:pt x="310" y="136"/>
                  <a:pt x="310" y="136"/>
                </a:cubicBezTo>
                <a:cubicBezTo>
                  <a:pt x="310" y="138"/>
                  <a:pt x="309" y="139"/>
                  <a:pt x="309" y="141"/>
                </a:cubicBezTo>
                <a:cubicBezTo>
                  <a:pt x="309" y="94"/>
                  <a:pt x="309" y="94"/>
                  <a:pt x="309" y="94"/>
                </a:cubicBezTo>
                <a:cubicBezTo>
                  <a:pt x="309" y="94"/>
                  <a:pt x="310" y="94"/>
                  <a:pt x="310" y="94"/>
                </a:cubicBezTo>
                <a:close/>
                <a:moveTo>
                  <a:pt x="310" y="181"/>
                </a:moveTo>
                <a:cubicBezTo>
                  <a:pt x="310" y="192"/>
                  <a:pt x="310" y="192"/>
                  <a:pt x="310" y="192"/>
                </a:cubicBezTo>
                <a:cubicBezTo>
                  <a:pt x="310" y="192"/>
                  <a:pt x="309" y="192"/>
                  <a:pt x="309" y="191"/>
                </a:cubicBezTo>
                <a:cubicBezTo>
                  <a:pt x="309" y="181"/>
                  <a:pt x="309" y="181"/>
                  <a:pt x="309" y="181"/>
                </a:cubicBezTo>
                <a:cubicBezTo>
                  <a:pt x="310" y="181"/>
                  <a:pt x="310" y="181"/>
                  <a:pt x="310" y="181"/>
                </a:cubicBezTo>
                <a:close/>
                <a:moveTo>
                  <a:pt x="310" y="204"/>
                </a:moveTo>
                <a:cubicBezTo>
                  <a:pt x="310" y="210"/>
                  <a:pt x="310" y="210"/>
                  <a:pt x="310" y="210"/>
                </a:cubicBezTo>
                <a:cubicBezTo>
                  <a:pt x="309" y="210"/>
                  <a:pt x="309" y="210"/>
                  <a:pt x="309" y="210"/>
                </a:cubicBezTo>
                <a:cubicBezTo>
                  <a:pt x="309" y="203"/>
                  <a:pt x="309" y="203"/>
                  <a:pt x="309" y="203"/>
                </a:cubicBezTo>
                <a:cubicBezTo>
                  <a:pt x="310" y="204"/>
                  <a:pt x="310" y="204"/>
                  <a:pt x="310" y="204"/>
                </a:cubicBezTo>
                <a:close/>
                <a:moveTo>
                  <a:pt x="310" y="226"/>
                </a:moveTo>
                <a:cubicBezTo>
                  <a:pt x="310" y="239"/>
                  <a:pt x="310" y="239"/>
                  <a:pt x="310" y="239"/>
                </a:cubicBezTo>
                <a:cubicBezTo>
                  <a:pt x="310" y="239"/>
                  <a:pt x="309" y="239"/>
                  <a:pt x="309" y="240"/>
                </a:cubicBezTo>
                <a:cubicBezTo>
                  <a:pt x="309" y="226"/>
                  <a:pt x="309" y="226"/>
                  <a:pt x="309" y="226"/>
                </a:cubicBezTo>
                <a:cubicBezTo>
                  <a:pt x="310" y="226"/>
                  <a:pt x="310" y="226"/>
                  <a:pt x="310" y="226"/>
                </a:cubicBezTo>
                <a:close/>
                <a:moveTo>
                  <a:pt x="310" y="248"/>
                </a:moveTo>
                <a:cubicBezTo>
                  <a:pt x="310" y="266"/>
                  <a:pt x="310" y="266"/>
                  <a:pt x="310" y="266"/>
                </a:cubicBezTo>
                <a:cubicBezTo>
                  <a:pt x="309" y="264"/>
                  <a:pt x="309" y="264"/>
                  <a:pt x="309" y="264"/>
                </a:cubicBezTo>
                <a:cubicBezTo>
                  <a:pt x="309" y="245"/>
                  <a:pt x="309" y="245"/>
                  <a:pt x="309" y="245"/>
                </a:cubicBezTo>
                <a:cubicBezTo>
                  <a:pt x="309" y="246"/>
                  <a:pt x="310" y="247"/>
                  <a:pt x="310" y="248"/>
                </a:cubicBezTo>
                <a:close/>
                <a:moveTo>
                  <a:pt x="310" y="298"/>
                </a:moveTo>
                <a:cubicBezTo>
                  <a:pt x="310" y="309"/>
                  <a:pt x="310" y="309"/>
                  <a:pt x="310" y="309"/>
                </a:cubicBezTo>
                <a:cubicBezTo>
                  <a:pt x="309" y="311"/>
                  <a:pt x="309" y="311"/>
                  <a:pt x="309" y="311"/>
                </a:cubicBezTo>
                <a:cubicBezTo>
                  <a:pt x="309" y="296"/>
                  <a:pt x="309" y="296"/>
                  <a:pt x="309" y="296"/>
                </a:cubicBezTo>
                <a:cubicBezTo>
                  <a:pt x="310" y="298"/>
                  <a:pt x="310" y="298"/>
                  <a:pt x="310" y="298"/>
                </a:cubicBezTo>
                <a:close/>
                <a:moveTo>
                  <a:pt x="310" y="324"/>
                </a:moveTo>
                <a:cubicBezTo>
                  <a:pt x="310" y="334"/>
                  <a:pt x="310" y="334"/>
                  <a:pt x="310" y="334"/>
                </a:cubicBezTo>
                <a:cubicBezTo>
                  <a:pt x="310" y="333"/>
                  <a:pt x="309" y="333"/>
                  <a:pt x="309" y="332"/>
                </a:cubicBezTo>
                <a:cubicBezTo>
                  <a:pt x="309" y="325"/>
                  <a:pt x="309" y="325"/>
                  <a:pt x="309" y="325"/>
                </a:cubicBezTo>
                <a:cubicBezTo>
                  <a:pt x="309" y="324"/>
                  <a:pt x="310" y="324"/>
                  <a:pt x="310" y="324"/>
                </a:cubicBezTo>
                <a:close/>
                <a:moveTo>
                  <a:pt x="310" y="337"/>
                </a:moveTo>
                <a:cubicBezTo>
                  <a:pt x="310" y="346"/>
                  <a:pt x="310" y="346"/>
                  <a:pt x="310" y="346"/>
                </a:cubicBezTo>
                <a:cubicBezTo>
                  <a:pt x="309" y="346"/>
                  <a:pt x="309" y="346"/>
                  <a:pt x="309" y="346"/>
                </a:cubicBezTo>
                <a:cubicBezTo>
                  <a:pt x="309" y="338"/>
                  <a:pt x="309" y="338"/>
                  <a:pt x="309" y="338"/>
                </a:cubicBezTo>
                <a:cubicBezTo>
                  <a:pt x="309" y="338"/>
                  <a:pt x="310" y="337"/>
                  <a:pt x="310" y="337"/>
                </a:cubicBezTo>
                <a:close/>
                <a:moveTo>
                  <a:pt x="310" y="351"/>
                </a:moveTo>
                <a:cubicBezTo>
                  <a:pt x="310" y="356"/>
                  <a:pt x="310" y="356"/>
                  <a:pt x="310" y="356"/>
                </a:cubicBezTo>
                <a:cubicBezTo>
                  <a:pt x="309" y="356"/>
                  <a:pt x="309" y="356"/>
                  <a:pt x="309" y="356"/>
                </a:cubicBezTo>
                <a:cubicBezTo>
                  <a:pt x="309" y="352"/>
                  <a:pt x="309" y="352"/>
                  <a:pt x="309" y="352"/>
                </a:cubicBezTo>
                <a:cubicBezTo>
                  <a:pt x="310" y="351"/>
                  <a:pt x="310" y="351"/>
                  <a:pt x="310" y="351"/>
                </a:cubicBezTo>
                <a:close/>
                <a:moveTo>
                  <a:pt x="310" y="361"/>
                </a:moveTo>
                <a:cubicBezTo>
                  <a:pt x="310" y="366"/>
                  <a:pt x="310" y="366"/>
                  <a:pt x="310" y="366"/>
                </a:cubicBezTo>
                <a:cubicBezTo>
                  <a:pt x="309" y="366"/>
                  <a:pt x="309" y="366"/>
                  <a:pt x="309" y="366"/>
                </a:cubicBezTo>
                <a:cubicBezTo>
                  <a:pt x="309" y="362"/>
                  <a:pt x="309" y="362"/>
                  <a:pt x="309" y="362"/>
                </a:cubicBezTo>
                <a:cubicBezTo>
                  <a:pt x="310" y="361"/>
                  <a:pt x="310" y="361"/>
                  <a:pt x="310" y="361"/>
                </a:cubicBezTo>
                <a:close/>
                <a:moveTo>
                  <a:pt x="310" y="366"/>
                </a:moveTo>
                <a:cubicBezTo>
                  <a:pt x="310" y="377"/>
                  <a:pt x="310" y="377"/>
                  <a:pt x="310" y="377"/>
                </a:cubicBezTo>
                <a:cubicBezTo>
                  <a:pt x="310" y="378"/>
                  <a:pt x="309" y="380"/>
                  <a:pt x="309" y="382"/>
                </a:cubicBezTo>
                <a:cubicBezTo>
                  <a:pt x="309" y="369"/>
                  <a:pt x="309" y="369"/>
                  <a:pt x="309" y="369"/>
                </a:cubicBezTo>
                <a:cubicBezTo>
                  <a:pt x="309" y="368"/>
                  <a:pt x="310" y="367"/>
                  <a:pt x="310" y="366"/>
                </a:cubicBezTo>
                <a:close/>
                <a:moveTo>
                  <a:pt x="310" y="428"/>
                </a:moveTo>
                <a:cubicBezTo>
                  <a:pt x="310" y="436"/>
                  <a:pt x="310" y="436"/>
                  <a:pt x="310" y="436"/>
                </a:cubicBezTo>
                <a:cubicBezTo>
                  <a:pt x="310" y="436"/>
                  <a:pt x="309" y="436"/>
                  <a:pt x="309" y="436"/>
                </a:cubicBezTo>
                <a:cubicBezTo>
                  <a:pt x="309" y="424"/>
                  <a:pt x="309" y="424"/>
                  <a:pt x="309" y="424"/>
                </a:cubicBezTo>
                <a:cubicBezTo>
                  <a:pt x="309" y="425"/>
                  <a:pt x="310" y="426"/>
                  <a:pt x="310" y="428"/>
                </a:cubicBezTo>
                <a:close/>
                <a:moveTo>
                  <a:pt x="310" y="443"/>
                </a:moveTo>
                <a:cubicBezTo>
                  <a:pt x="310" y="453"/>
                  <a:pt x="310" y="453"/>
                  <a:pt x="310" y="453"/>
                </a:cubicBezTo>
                <a:cubicBezTo>
                  <a:pt x="309" y="456"/>
                  <a:pt x="309" y="458"/>
                  <a:pt x="310" y="461"/>
                </a:cubicBezTo>
                <a:cubicBezTo>
                  <a:pt x="310" y="467"/>
                  <a:pt x="310" y="467"/>
                  <a:pt x="310" y="467"/>
                </a:cubicBezTo>
                <a:cubicBezTo>
                  <a:pt x="310" y="466"/>
                  <a:pt x="309" y="466"/>
                  <a:pt x="309" y="466"/>
                </a:cubicBezTo>
                <a:cubicBezTo>
                  <a:pt x="309" y="447"/>
                  <a:pt x="309" y="447"/>
                  <a:pt x="309" y="447"/>
                </a:cubicBezTo>
                <a:cubicBezTo>
                  <a:pt x="309" y="446"/>
                  <a:pt x="310" y="444"/>
                  <a:pt x="310" y="443"/>
                </a:cubicBezTo>
                <a:close/>
                <a:moveTo>
                  <a:pt x="310" y="471"/>
                </a:moveTo>
                <a:cubicBezTo>
                  <a:pt x="310" y="476"/>
                  <a:pt x="310" y="476"/>
                  <a:pt x="310" y="476"/>
                </a:cubicBezTo>
                <a:cubicBezTo>
                  <a:pt x="310" y="476"/>
                  <a:pt x="309" y="477"/>
                  <a:pt x="309" y="478"/>
                </a:cubicBezTo>
                <a:cubicBezTo>
                  <a:pt x="309" y="473"/>
                  <a:pt x="309" y="473"/>
                  <a:pt x="309" y="473"/>
                </a:cubicBezTo>
                <a:cubicBezTo>
                  <a:pt x="309" y="472"/>
                  <a:pt x="310" y="471"/>
                  <a:pt x="310" y="471"/>
                </a:cubicBezTo>
                <a:close/>
                <a:moveTo>
                  <a:pt x="310" y="478"/>
                </a:moveTo>
                <a:cubicBezTo>
                  <a:pt x="310" y="483"/>
                  <a:pt x="310" y="483"/>
                  <a:pt x="310" y="483"/>
                </a:cubicBezTo>
                <a:cubicBezTo>
                  <a:pt x="310" y="483"/>
                  <a:pt x="309" y="483"/>
                  <a:pt x="309" y="483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10" y="478"/>
                  <a:pt x="310" y="478"/>
                </a:cubicBezTo>
                <a:close/>
                <a:moveTo>
                  <a:pt x="310" y="493"/>
                </a:moveTo>
                <a:cubicBezTo>
                  <a:pt x="310" y="497"/>
                  <a:pt x="310" y="497"/>
                  <a:pt x="310" y="497"/>
                </a:cubicBezTo>
                <a:cubicBezTo>
                  <a:pt x="309" y="496"/>
                  <a:pt x="309" y="496"/>
                  <a:pt x="309" y="496"/>
                </a:cubicBezTo>
                <a:cubicBezTo>
                  <a:pt x="309" y="492"/>
                  <a:pt x="309" y="492"/>
                  <a:pt x="309" y="492"/>
                </a:cubicBezTo>
                <a:cubicBezTo>
                  <a:pt x="310" y="493"/>
                  <a:pt x="310" y="493"/>
                  <a:pt x="310" y="493"/>
                </a:cubicBezTo>
                <a:close/>
                <a:moveTo>
                  <a:pt x="310" y="500"/>
                </a:moveTo>
                <a:cubicBezTo>
                  <a:pt x="310" y="506"/>
                  <a:pt x="310" y="506"/>
                  <a:pt x="310" y="506"/>
                </a:cubicBezTo>
                <a:cubicBezTo>
                  <a:pt x="310" y="506"/>
                  <a:pt x="309" y="506"/>
                  <a:pt x="309" y="507"/>
                </a:cubicBezTo>
                <a:cubicBezTo>
                  <a:pt x="309" y="501"/>
                  <a:pt x="309" y="501"/>
                  <a:pt x="309" y="501"/>
                </a:cubicBezTo>
                <a:cubicBezTo>
                  <a:pt x="309" y="501"/>
                  <a:pt x="310" y="501"/>
                  <a:pt x="310" y="500"/>
                </a:cubicBezTo>
                <a:close/>
                <a:moveTo>
                  <a:pt x="310" y="523"/>
                </a:moveTo>
                <a:cubicBezTo>
                  <a:pt x="310" y="555"/>
                  <a:pt x="310" y="555"/>
                  <a:pt x="310" y="555"/>
                </a:cubicBezTo>
                <a:cubicBezTo>
                  <a:pt x="309" y="554"/>
                  <a:pt x="309" y="554"/>
                  <a:pt x="309" y="554"/>
                </a:cubicBezTo>
                <a:cubicBezTo>
                  <a:pt x="309" y="524"/>
                  <a:pt x="309" y="524"/>
                  <a:pt x="309" y="524"/>
                </a:cubicBezTo>
                <a:cubicBezTo>
                  <a:pt x="309" y="523"/>
                  <a:pt x="310" y="523"/>
                  <a:pt x="310" y="523"/>
                </a:cubicBezTo>
                <a:close/>
                <a:moveTo>
                  <a:pt x="310" y="593"/>
                </a:moveTo>
                <a:cubicBezTo>
                  <a:pt x="310" y="599"/>
                  <a:pt x="310" y="599"/>
                  <a:pt x="310" y="599"/>
                </a:cubicBezTo>
                <a:cubicBezTo>
                  <a:pt x="310" y="599"/>
                  <a:pt x="309" y="599"/>
                  <a:pt x="309" y="599"/>
                </a:cubicBezTo>
                <a:cubicBezTo>
                  <a:pt x="309" y="593"/>
                  <a:pt x="309" y="593"/>
                  <a:pt x="309" y="593"/>
                </a:cubicBezTo>
                <a:cubicBezTo>
                  <a:pt x="309" y="593"/>
                  <a:pt x="310" y="593"/>
                  <a:pt x="310" y="593"/>
                </a:cubicBezTo>
                <a:close/>
                <a:moveTo>
                  <a:pt x="310" y="614"/>
                </a:moveTo>
                <a:cubicBezTo>
                  <a:pt x="310" y="623"/>
                  <a:pt x="310" y="623"/>
                  <a:pt x="310" y="623"/>
                </a:cubicBezTo>
                <a:cubicBezTo>
                  <a:pt x="309" y="623"/>
                  <a:pt x="309" y="623"/>
                  <a:pt x="309" y="623"/>
                </a:cubicBezTo>
                <a:cubicBezTo>
                  <a:pt x="309" y="609"/>
                  <a:pt x="309" y="609"/>
                  <a:pt x="309" y="609"/>
                </a:cubicBezTo>
                <a:cubicBezTo>
                  <a:pt x="309" y="611"/>
                  <a:pt x="310" y="613"/>
                  <a:pt x="310" y="614"/>
                </a:cubicBezTo>
                <a:close/>
                <a:moveTo>
                  <a:pt x="310" y="738"/>
                </a:moveTo>
                <a:cubicBezTo>
                  <a:pt x="310" y="746"/>
                  <a:pt x="310" y="746"/>
                  <a:pt x="310" y="746"/>
                </a:cubicBezTo>
                <a:cubicBezTo>
                  <a:pt x="309" y="746"/>
                  <a:pt x="309" y="746"/>
                  <a:pt x="309" y="746"/>
                </a:cubicBezTo>
                <a:cubicBezTo>
                  <a:pt x="309" y="738"/>
                  <a:pt x="309" y="738"/>
                  <a:pt x="309" y="738"/>
                </a:cubicBezTo>
                <a:lnTo>
                  <a:pt x="310" y="738"/>
                </a:lnTo>
                <a:close/>
                <a:moveTo>
                  <a:pt x="307" y="12"/>
                </a:moveTo>
                <a:cubicBezTo>
                  <a:pt x="308" y="12"/>
                  <a:pt x="308" y="12"/>
                  <a:pt x="309" y="12"/>
                </a:cubicBezTo>
                <a:cubicBezTo>
                  <a:pt x="309" y="22"/>
                  <a:pt x="309" y="22"/>
                  <a:pt x="309" y="22"/>
                </a:cubicBezTo>
                <a:cubicBezTo>
                  <a:pt x="308" y="22"/>
                  <a:pt x="308" y="22"/>
                  <a:pt x="307" y="22"/>
                </a:cubicBezTo>
                <a:cubicBezTo>
                  <a:pt x="307" y="12"/>
                  <a:pt x="307" y="12"/>
                  <a:pt x="307" y="12"/>
                </a:cubicBezTo>
                <a:close/>
                <a:moveTo>
                  <a:pt x="309" y="785"/>
                </a:moveTo>
                <a:cubicBezTo>
                  <a:pt x="307" y="784"/>
                  <a:pt x="307" y="784"/>
                  <a:pt x="307" y="784"/>
                </a:cubicBezTo>
                <a:cubicBezTo>
                  <a:pt x="307" y="752"/>
                  <a:pt x="307" y="752"/>
                  <a:pt x="307" y="752"/>
                </a:cubicBezTo>
                <a:cubicBezTo>
                  <a:pt x="308" y="754"/>
                  <a:pt x="308" y="756"/>
                  <a:pt x="309" y="758"/>
                </a:cubicBezTo>
                <a:cubicBezTo>
                  <a:pt x="309" y="785"/>
                  <a:pt x="309" y="785"/>
                  <a:pt x="309" y="785"/>
                </a:cubicBezTo>
                <a:close/>
                <a:moveTo>
                  <a:pt x="309" y="44"/>
                </a:moveTo>
                <a:cubicBezTo>
                  <a:pt x="309" y="55"/>
                  <a:pt x="309" y="55"/>
                  <a:pt x="309" y="55"/>
                </a:cubicBezTo>
                <a:cubicBezTo>
                  <a:pt x="309" y="55"/>
                  <a:pt x="309" y="55"/>
                  <a:pt x="309" y="55"/>
                </a:cubicBezTo>
                <a:cubicBezTo>
                  <a:pt x="308" y="55"/>
                  <a:pt x="308" y="56"/>
                  <a:pt x="307" y="56"/>
                </a:cubicBezTo>
                <a:cubicBezTo>
                  <a:pt x="307" y="42"/>
                  <a:pt x="307" y="42"/>
                  <a:pt x="307" y="42"/>
                </a:cubicBezTo>
                <a:cubicBezTo>
                  <a:pt x="309" y="44"/>
                  <a:pt x="309" y="44"/>
                  <a:pt x="309" y="44"/>
                </a:cubicBezTo>
                <a:close/>
                <a:moveTo>
                  <a:pt x="309" y="94"/>
                </a:moveTo>
                <a:cubicBezTo>
                  <a:pt x="309" y="141"/>
                  <a:pt x="309" y="141"/>
                  <a:pt x="309" y="141"/>
                </a:cubicBezTo>
                <a:cubicBezTo>
                  <a:pt x="308" y="143"/>
                  <a:pt x="308" y="145"/>
                  <a:pt x="307" y="147"/>
                </a:cubicBezTo>
                <a:cubicBezTo>
                  <a:pt x="307" y="94"/>
                  <a:pt x="307" y="94"/>
                  <a:pt x="307" y="94"/>
                </a:cubicBezTo>
                <a:cubicBezTo>
                  <a:pt x="308" y="94"/>
                  <a:pt x="308" y="94"/>
                  <a:pt x="309" y="94"/>
                </a:cubicBezTo>
                <a:close/>
                <a:moveTo>
                  <a:pt x="309" y="181"/>
                </a:moveTo>
                <a:cubicBezTo>
                  <a:pt x="309" y="191"/>
                  <a:pt x="309" y="191"/>
                  <a:pt x="309" y="191"/>
                </a:cubicBezTo>
                <a:cubicBezTo>
                  <a:pt x="308" y="191"/>
                  <a:pt x="308" y="191"/>
                  <a:pt x="307" y="191"/>
                </a:cubicBezTo>
                <a:cubicBezTo>
                  <a:pt x="307" y="182"/>
                  <a:pt x="307" y="182"/>
                  <a:pt x="307" y="182"/>
                </a:cubicBezTo>
                <a:cubicBezTo>
                  <a:pt x="309" y="181"/>
                  <a:pt x="309" y="181"/>
                  <a:pt x="309" y="181"/>
                </a:cubicBezTo>
                <a:close/>
                <a:moveTo>
                  <a:pt x="309" y="203"/>
                </a:moveTo>
                <a:cubicBezTo>
                  <a:pt x="309" y="210"/>
                  <a:pt x="309" y="210"/>
                  <a:pt x="309" y="210"/>
                </a:cubicBezTo>
                <a:cubicBezTo>
                  <a:pt x="308" y="210"/>
                  <a:pt x="308" y="211"/>
                  <a:pt x="307" y="211"/>
                </a:cubicBezTo>
                <a:cubicBezTo>
                  <a:pt x="307" y="202"/>
                  <a:pt x="307" y="202"/>
                  <a:pt x="307" y="202"/>
                </a:cubicBezTo>
                <a:cubicBezTo>
                  <a:pt x="309" y="203"/>
                  <a:pt x="309" y="203"/>
                  <a:pt x="309" y="203"/>
                </a:cubicBezTo>
                <a:close/>
                <a:moveTo>
                  <a:pt x="309" y="226"/>
                </a:moveTo>
                <a:cubicBezTo>
                  <a:pt x="309" y="240"/>
                  <a:pt x="309" y="240"/>
                  <a:pt x="309" y="240"/>
                </a:cubicBezTo>
                <a:cubicBezTo>
                  <a:pt x="308" y="240"/>
                  <a:pt x="308" y="240"/>
                  <a:pt x="308" y="240"/>
                </a:cubicBezTo>
                <a:cubicBezTo>
                  <a:pt x="308" y="242"/>
                  <a:pt x="309" y="243"/>
                  <a:pt x="309" y="245"/>
                </a:cubicBezTo>
                <a:cubicBezTo>
                  <a:pt x="309" y="264"/>
                  <a:pt x="309" y="264"/>
                  <a:pt x="309" y="264"/>
                </a:cubicBezTo>
                <a:cubicBezTo>
                  <a:pt x="307" y="262"/>
                  <a:pt x="307" y="262"/>
                  <a:pt x="307" y="262"/>
                </a:cubicBezTo>
                <a:cubicBezTo>
                  <a:pt x="307" y="228"/>
                  <a:pt x="307" y="228"/>
                  <a:pt x="307" y="228"/>
                </a:cubicBezTo>
                <a:cubicBezTo>
                  <a:pt x="308" y="227"/>
                  <a:pt x="308" y="227"/>
                  <a:pt x="309" y="226"/>
                </a:cubicBezTo>
                <a:close/>
                <a:moveTo>
                  <a:pt x="309" y="296"/>
                </a:moveTo>
                <a:cubicBezTo>
                  <a:pt x="309" y="311"/>
                  <a:pt x="309" y="311"/>
                  <a:pt x="309" y="311"/>
                </a:cubicBezTo>
                <a:cubicBezTo>
                  <a:pt x="308" y="311"/>
                  <a:pt x="308" y="312"/>
                  <a:pt x="307" y="313"/>
                </a:cubicBezTo>
                <a:cubicBezTo>
                  <a:pt x="307" y="304"/>
                  <a:pt x="307" y="304"/>
                  <a:pt x="307" y="304"/>
                </a:cubicBezTo>
                <a:cubicBezTo>
                  <a:pt x="308" y="303"/>
                  <a:pt x="308" y="302"/>
                  <a:pt x="307" y="301"/>
                </a:cubicBezTo>
                <a:cubicBezTo>
                  <a:pt x="307" y="295"/>
                  <a:pt x="307" y="295"/>
                  <a:pt x="307" y="295"/>
                </a:cubicBezTo>
                <a:cubicBezTo>
                  <a:pt x="309" y="296"/>
                  <a:pt x="309" y="296"/>
                  <a:pt x="309" y="296"/>
                </a:cubicBezTo>
                <a:close/>
                <a:moveTo>
                  <a:pt x="309" y="325"/>
                </a:moveTo>
                <a:cubicBezTo>
                  <a:pt x="309" y="332"/>
                  <a:pt x="309" y="332"/>
                  <a:pt x="309" y="332"/>
                </a:cubicBezTo>
                <a:cubicBezTo>
                  <a:pt x="308" y="332"/>
                  <a:pt x="308" y="331"/>
                  <a:pt x="307" y="330"/>
                </a:cubicBezTo>
                <a:cubicBezTo>
                  <a:pt x="307" y="326"/>
                  <a:pt x="307" y="326"/>
                  <a:pt x="307" y="326"/>
                </a:cubicBezTo>
                <a:cubicBezTo>
                  <a:pt x="307" y="326"/>
                  <a:pt x="308" y="326"/>
                  <a:pt x="308" y="326"/>
                </a:cubicBezTo>
                <a:cubicBezTo>
                  <a:pt x="308" y="326"/>
                  <a:pt x="308" y="325"/>
                  <a:pt x="309" y="325"/>
                </a:cubicBezTo>
                <a:close/>
                <a:moveTo>
                  <a:pt x="309" y="338"/>
                </a:moveTo>
                <a:cubicBezTo>
                  <a:pt x="309" y="346"/>
                  <a:pt x="309" y="346"/>
                  <a:pt x="309" y="346"/>
                </a:cubicBezTo>
                <a:cubicBezTo>
                  <a:pt x="308" y="346"/>
                  <a:pt x="308" y="346"/>
                  <a:pt x="308" y="346"/>
                </a:cubicBezTo>
                <a:cubicBezTo>
                  <a:pt x="307" y="348"/>
                  <a:pt x="307" y="348"/>
                  <a:pt x="307" y="348"/>
                </a:cubicBezTo>
                <a:cubicBezTo>
                  <a:pt x="307" y="341"/>
                  <a:pt x="307" y="341"/>
                  <a:pt x="307" y="341"/>
                </a:cubicBezTo>
                <a:cubicBezTo>
                  <a:pt x="308" y="340"/>
                  <a:pt x="308" y="339"/>
                  <a:pt x="309" y="338"/>
                </a:cubicBezTo>
                <a:close/>
                <a:moveTo>
                  <a:pt x="309" y="352"/>
                </a:moveTo>
                <a:cubicBezTo>
                  <a:pt x="309" y="356"/>
                  <a:pt x="309" y="356"/>
                  <a:pt x="309" y="356"/>
                </a:cubicBezTo>
                <a:cubicBezTo>
                  <a:pt x="307" y="356"/>
                  <a:pt x="307" y="356"/>
                  <a:pt x="307" y="356"/>
                </a:cubicBezTo>
                <a:cubicBezTo>
                  <a:pt x="307" y="352"/>
                  <a:pt x="307" y="352"/>
                  <a:pt x="307" y="352"/>
                </a:cubicBezTo>
                <a:cubicBezTo>
                  <a:pt x="309" y="352"/>
                  <a:pt x="309" y="352"/>
                  <a:pt x="309" y="352"/>
                </a:cubicBezTo>
                <a:close/>
                <a:moveTo>
                  <a:pt x="309" y="362"/>
                </a:moveTo>
                <a:cubicBezTo>
                  <a:pt x="309" y="366"/>
                  <a:pt x="309" y="366"/>
                  <a:pt x="309" y="366"/>
                </a:cubicBezTo>
                <a:cubicBezTo>
                  <a:pt x="308" y="367"/>
                  <a:pt x="308" y="367"/>
                  <a:pt x="307" y="367"/>
                </a:cubicBezTo>
                <a:cubicBezTo>
                  <a:pt x="307" y="362"/>
                  <a:pt x="307" y="362"/>
                  <a:pt x="307" y="362"/>
                </a:cubicBezTo>
                <a:cubicBezTo>
                  <a:pt x="309" y="362"/>
                  <a:pt x="309" y="362"/>
                  <a:pt x="309" y="362"/>
                </a:cubicBezTo>
                <a:close/>
                <a:moveTo>
                  <a:pt x="309" y="369"/>
                </a:moveTo>
                <a:cubicBezTo>
                  <a:pt x="309" y="382"/>
                  <a:pt x="309" y="382"/>
                  <a:pt x="309" y="382"/>
                </a:cubicBezTo>
                <a:cubicBezTo>
                  <a:pt x="308" y="387"/>
                  <a:pt x="308" y="393"/>
                  <a:pt x="307" y="398"/>
                </a:cubicBezTo>
                <a:cubicBezTo>
                  <a:pt x="307" y="371"/>
                  <a:pt x="307" y="371"/>
                  <a:pt x="307" y="371"/>
                </a:cubicBezTo>
                <a:cubicBezTo>
                  <a:pt x="308" y="370"/>
                  <a:pt x="308" y="370"/>
                  <a:pt x="309" y="369"/>
                </a:cubicBezTo>
                <a:close/>
                <a:moveTo>
                  <a:pt x="309" y="424"/>
                </a:moveTo>
                <a:cubicBezTo>
                  <a:pt x="309" y="436"/>
                  <a:pt x="309" y="436"/>
                  <a:pt x="309" y="436"/>
                </a:cubicBezTo>
                <a:cubicBezTo>
                  <a:pt x="308" y="436"/>
                  <a:pt x="308" y="437"/>
                  <a:pt x="307" y="437"/>
                </a:cubicBezTo>
                <a:cubicBezTo>
                  <a:pt x="307" y="408"/>
                  <a:pt x="307" y="408"/>
                  <a:pt x="307" y="408"/>
                </a:cubicBezTo>
                <a:cubicBezTo>
                  <a:pt x="307" y="413"/>
                  <a:pt x="308" y="417"/>
                  <a:pt x="308" y="422"/>
                </a:cubicBezTo>
                <a:cubicBezTo>
                  <a:pt x="308" y="422"/>
                  <a:pt x="309" y="423"/>
                  <a:pt x="309" y="424"/>
                </a:cubicBezTo>
                <a:close/>
                <a:moveTo>
                  <a:pt x="309" y="447"/>
                </a:moveTo>
                <a:cubicBezTo>
                  <a:pt x="309" y="466"/>
                  <a:pt x="309" y="466"/>
                  <a:pt x="309" y="466"/>
                </a:cubicBezTo>
                <a:cubicBezTo>
                  <a:pt x="308" y="465"/>
                  <a:pt x="308" y="464"/>
                  <a:pt x="307" y="464"/>
                </a:cubicBezTo>
                <a:cubicBezTo>
                  <a:pt x="307" y="449"/>
                  <a:pt x="307" y="449"/>
                  <a:pt x="307" y="449"/>
                </a:cubicBezTo>
                <a:cubicBezTo>
                  <a:pt x="308" y="449"/>
                  <a:pt x="308" y="448"/>
                  <a:pt x="309" y="447"/>
                </a:cubicBezTo>
                <a:close/>
                <a:moveTo>
                  <a:pt x="309" y="473"/>
                </a:move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83"/>
                  <a:pt x="309" y="483"/>
                  <a:pt x="309" y="483"/>
                </a:cubicBezTo>
                <a:cubicBezTo>
                  <a:pt x="308" y="483"/>
                  <a:pt x="308" y="482"/>
                  <a:pt x="307" y="482"/>
                </a:cubicBezTo>
                <a:cubicBezTo>
                  <a:pt x="307" y="475"/>
                  <a:pt x="307" y="475"/>
                  <a:pt x="307" y="475"/>
                </a:cubicBezTo>
                <a:cubicBezTo>
                  <a:pt x="308" y="474"/>
                  <a:pt x="308" y="473"/>
                  <a:pt x="309" y="473"/>
                </a:cubicBezTo>
                <a:close/>
                <a:moveTo>
                  <a:pt x="309" y="492"/>
                </a:moveTo>
                <a:cubicBezTo>
                  <a:pt x="309" y="496"/>
                  <a:pt x="309" y="496"/>
                  <a:pt x="309" y="496"/>
                </a:cubicBezTo>
                <a:cubicBezTo>
                  <a:pt x="307" y="495"/>
                  <a:pt x="307" y="495"/>
                  <a:pt x="307" y="495"/>
                </a:cubicBezTo>
                <a:cubicBezTo>
                  <a:pt x="307" y="491"/>
                  <a:pt x="307" y="491"/>
                  <a:pt x="307" y="491"/>
                </a:cubicBezTo>
                <a:cubicBezTo>
                  <a:pt x="309" y="492"/>
                  <a:pt x="309" y="492"/>
                  <a:pt x="309" y="492"/>
                </a:cubicBezTo>
                <a:close/>
                <a:moveTo>
                  <a:pt x="309" y="501"/>
                </a:moveTo>
                <a:cubicBezTo>
                  <a:pt x="309" y="507"/>
                  <a:pt x="309" y="507"/>
                  <a:pt x="309" y="507"/>
                </a:cubicBezTo>
                <a:cubicBezTo>
                  <a:pt x="308" y="507"/>
                  <a:pt x="308" y="508"/>
                  <a:pt x="307" y="508"/>
                </a:cubicBezTo>
                <a:cubicBezTo>
                  <a:pt x="307" y="502"/>
                  <a:pt x="307" y="502"/>
                  <a:pt x="307" y="502"/>
                </a:cubicBezTo>
                <a:cubicBezTo>
                  <a:pt x="308" y="501"/>
                  <a:pt x="308" y="501"/>
                  <a:pt x="309" y="501"/>
                </a:cubicBezTo>
                <a:close/>
                <a:moveTo>
                  <a:pt x="309" y="524"/>
                </a:moveTo>
                <a:cubicBezTo>
                  <a:pt x="309" y="554"/>
                  <a:pt x="309" y="554"/>
                  <a:pt x="309" y="554"/>
                </a:cubicBezTo>
                <a:cubicBezTo>
                  <a:pt x="308" y="554"/>
                  <a:pt x="308" y="554"/>
                  <a:pt x="307" y="554"/>
                </a:cubicBezTo>
                <a:cubicBezTo>
                  <a:pt x="307" y="525"/>
                  <a:pt x="307" y="525"/>
                  <a:pt x="307" y="525"/>
                </a:cubicBezTo>
                <a:cubicBezTo>
                  <a:pt x="308" y="525"/>
                  <a:pt x="308" y="524"/>
                  <a:pt x="309" y="524"/>
                </a:cubicBezTo>
                <a:close/>
                <a:moveTo>
                  <a:pt x="309" y="593"/>
                </a:moveTo>
                <a:cubicBezTo>
                  <a:pt x="309" y="599"/>
                  <a:pt x="309" y="599"/>
                  <a:pt x="309" y="599"/>
                </a:cubicBezTo>
                <a:cubicBezTo>
                  <a:pt x="308" y="599"/>
                  <a:pt x="308" y="598"/>
                  <a:pt x="308" y="598"/>
                </a:cubicBezTo>
                <a:cubicBezTo>
                  <a:pt x="308" y="603"/>
                  <a:pt x="308" y="606"/>
                  <a:pt x="309" y="609"/>
                </a:cubicBezTo>
                <a:cubicBezTo>
                  <a:pt x="309" y="623"/>
                  <a:pt x="309" y="623"/>
                  <a:pt x="309" y="623"/>
                </a:cubicBezTo>
                <a:cubicBezTo>
                  <a:pt x="307" y="622"/>
                  <a:pt x="307" y="622"/>
                  <a:pt x="307" y="622"/>
                </a:cubicBezTo>
                <a:cubicBezTo>
                  <a:pt x="307" y="592"/>
                  <a:pt x="307" y="592"/>
                  <a:pt x="307" y="592"/>
                </a:cubicBezTo>
                <a:cubicBezTo>
                  <a:pt x="308" y="592"/>
                  <a:pt x="308" y="593"/>
                  <a:pt x="309" y="593"/>
                </a:cubicBezTo>
                <a:close/>
                <a:moveTo>
                  <a:pt x="309" y="738"/>
                </a:moveTo>
                <a:cubicBezTo>
                  <a:pt x="309" y="746"/>
                  <a:pt x="309" y="746"/>
                  <a:pt x="309" y="746"/>
                </a:cubicBezTo>
                <a:cubicBezTo>
                  <a:pt x="308" y="745"/>
                  <a:pt x="308" y="745"/>
                  <a:pt x="307" y="745"/>
                </a:cubicBezTo>
                <a:cubicBezTo>
                  <a:pt x="307" y="738"/>
                  <a:pt x="307" y="738"/>
                  <a:pt x="307" y="738"/>
                </a:cubicBezTo>
                <a:cubicBezTo>
                  <a:pt x="308" y="738"/>
                  <a:pt x="308" y="738"/>
                  <a:pt x="309" y="738"/>
                </a:cubicBezTo>
                <a:close/>
                <a:moveTo>
                  <a:pt x="307" y="675"/>
                </a:move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lnTo>
                  <a:pt x="307" y="675"/>
                </a:lnTo>
                <a:close/>
                <a:moveTo>
                  <a:pt x="306" y="12"/>
                </a:moveTo>
                <a:cubicBezTo>
                  <a:pt x="306" y="12"/>
                  <a:pt x="307" y="12"/>
                  <a:pt x="307" y="12"/>
                </a:cubicBezTo>
                <a:cubicBezTo>
                  <a:pt x="307" y="22"/>
                  <a:pt x="307" y="22"/>
                  <a:pt x="307" y="22"/>
                </a:cubicBezTo>
                <a:cubicBezTo>
                  <a:pt x="307" y="21"/>
                  <a:pt x="306" y="21"/>
                  <a:pt x="306" y="21"/>
                </a:cubicBezTo>
                <a:cubicBezTo>
                  <a:pt x="306" y="12"/>
                  <a:pt x="306" y="12"/>
                  <a:pt x="306" y="12"/>
                </a:cubicBezTo>
                <a:close/>
                <a:moveTo>
                  <a:pt x="307" y="784"/>
                </a:moveTo>
                <a:cubicBezTo>
                  <a:pt x="306" y="784"/>
                  <a:pt x="306" y="784"/>
                  <a:pt x="306" y="784"/>
                </a:cubicBezTo>
                <a:cubicBezTo>
                  <a:pt x="306" y="747"/>
                  <a:pt x="306" y="747"/>
                  <a:pt x="306" y="747"/>
                </a:cubicBezTo>
                <a:cubicBezTo>
                  <a:pt x="306" y="749"/>
                  <a:pt x="307" y="750"/>
                  <a:pt x="307" y="752"/>
                </a:cubicBezTo>
                <a:cubicBezTo>
                  <a:pt x="307" y="784"/>
                  <a:pt x="307" y="784"/>
                  <a:pt x="307" y="784"/>
                </a:cubicBezTo>
                <a:close/>
                <a:moveTo>
                  <a:pt x="307" y="42"/>
                </a:moveTo>
                <a:cubicBezTo>
                  <a:pt x="307" y="56"/>
                  <a:pt x="307" y="56"/>
                  <a:pt x="307" y="56"/>
                </a:cubicBezTo>
                <a:cubicBezTo>
                  <a:pt x="306" y="57"/>
                  <a:pt x="306" y="57"/>
                  <a:pt x="306" y="57"/>
                </a:cubicBezTo>
                <a:cubicBezTo>
                  <a:pt x="306" y="42"/>
                  <a:pt x="306" y="42"/>
                  <a:pt x="306" y="42"/>
                </a:cubicBezTo>
                <a:cubicBezTo>
                  <a:pt x="307" y="42"/>
                  <a:pt x="307" y="42"/>
                  <a:pt x="307" y="42"/>
                </a:cubicBezTo>
                <a:close/>
                <a:moveTo>
                  <a:pt x="307" y="94"/>
                </a:moveTo>
                <a:cubicBezTo>
                  <a:pt x="307" y="147"/>
                  <a:pt x="307" y="147"/>
                  <a:pt x="307" y="147"/>
                </a:cubicBezTo>
                <a:cubicBezTo>
                  <a:pt x="307" y="149"/>
                  <a:pt x="306" y="150"/>
                  <a:pt x="306" y="151"/>
                </a:cubicBezTo>
                <a:cubicBezTo>
                  <a:pt x="306" y="95"/>
                  <a:pt x="306" y="95"/>
                  <a:pt x="306" y="95"/>
                </a:cubicBezTo>
                <a:cubicBezTo>
                  <a:pt x="306" y="95"/>
                  <a:pt x="307" y="94"/>
                  <a:pt x="307" y="94"/>
                </a:cubicBezTo>
                <a:close/>
                <a:moveTo>
                  <a:pt x="307" y="182"/>
                </a:moveTo>
                <a:cubicBezTo>
                  <a:pt x="307" y="191"/>
                  <a:pt x="307" y="191"/>
                  <a:pt x="307" y="191"/>
                </a:cubicBezTo>
                <a:cubicBezTo>
                  <a:pt x="307" y="191"/>
                  <a:pt x="306" y="191"/>
                  <a:pt x="306" y="191"/>
                </a:cubicBezTo>
                <a:cubicBezTo>
                  <a:pt x="306" y="182"/>
                  <a:pt x="306" y="182"/>
                  <a:pt x="306" y="182"/>
                </a:cubicBezTo>
                <a:cubicBezTo>
                  <a:pt x="307" y="182"/>
                  <a:pt x="307" y="182"/>
                  <a:pt x="307" y="182"/>
                </a:cubicBezTo>
                <a:close/>
                <a:moveTo>
                  <a:pt x="307" y="202"/>
                </a:moveTo>
                <a:cubicBezTo>
                  <a:pt x="307" y="211"/>
                  <a:pt x="307" y="211"/>
                  <a:pt x="307" y="211"/>
                </a:cubicBezTo>
                <a:cubicBezTo>
                  <a:pt x="306" y="211"/>
                  <a:pt x="306" y="211"/>
                  <a:pt x="306" y="211"/>
                </a:cubicBezTo>
                <a:cubicBezTo>
                  <a:pt x="306" y="201"/>
                  <a:pt x="306" y="201"/>
                  <a:pt x="306" y="201"/>
                </a:cubicBezTo>
                <a:cubicBezTo>
                  <a:pt x="307" y="202"/>
                  <a:pt x="307" y="202"/>
                  <a:pt x="307" y="202"/>
                </a:cubicBezTo>
                <a:close/>
                <a:moveTo>
                  <a:pt x="307" y="228"/>
                </a:moveTo>
                <a:cubicBezTo>
                  <a:pt x="307" y="262"/>
                  <a:pt x="307" y="262"/>
                  <a:pt x="307" y="262"/>
                </a:cubicBezTo>
                <a:cubicBezTo>
                  <a:pt x="306" y="260"/>
                  <a:pt x="306" y="260"/>
                  <a:pt x="306" y="260"/>
                </a:cubicBezTo>
                <a:cubicBezTo>
                  <a:pt x="306" y="228"/>
                  <a:pt x="306" y="228"/>
                  <a:pt x="306" y="228"/>
                </a:cubicBezTo>
                <a:cubicBezTo>
                  <a:pt x="306" y="228"/>
                  <a:pt x="307" y="228"/>
                  <a:pt x="307" y="228"/>
                </a:cubicBezTo>
                <a:close/>
                <a:moveTo>
                  <a:pt x="307" y="295"/>
                </a:moveTo>
                <a:cubicBezTo>
                  <a:pt x="307" y="301"/>
                  <a:pt x="307" y="301"/>
                  <a:pt x="307" y="301"/>
                </a:cubicBezTo>
                <a:cubicBezTo>
                  <a:pt x="307" y="300"/>
                  <a:pt x="307" y="299"/>
                  <a:pt x="306" y="298"/>
                </a:cubicBezTo>
                <a:cubicBezTo>
                  <a:pt x="306" y="294"/>
                  <a:pt x="306" y="294"/>
                  <a:pt x="306" y="294"/>
                </a:cubicBezTo>
                <a:cubicBezTo>
                  <a:pt x="307" y="295"/>
                  <a:pt x="307" y="295"/>
                  <a:pt x="307" y="295"/>
                </a:cubicBezTo>
                <a:close/>
                <a:moveTo>
                  <a:pt x="307" y="304"/>
                </a:moveTo>
                <a:cubicBezTo>
                  <a:pt x="307" y="313"/>
                  <a:pt x="307" y="313"/>
                  <a:pt x="307" y="313"/>
                </a:cubicBezTo>
                <a:cubicBezTo>
                  <a:pt x="307" y="314"/>
                  <a:pt x="306" y="314"/>
                  <a:pt x="306" y="315"/>
                </a:cubicBezTo>
                <a:cubicBezTo>
                  <a:pt x="306" y="308"/>
                  <a:pt x="306" y="308"/>
                  <a:pt x="306" y="308"/>
                </a:cubicBezTo>
                <a:cubicBezTo>
                  <a:pt x="307" y="307"/>
                  <a:pt x="307" y="305"/>
                  <a:pt x="307" y="304"/>
                </a:cubicBezTo>
                <a:close/>
                <a:moveTo>
                  <a:pt x="307" y="326"/>
                </a:moveTo>
                <a:cubicBezTo>
                  <a:pt x="307" y="330"/>
                  <a:pt x="307" y="330"/>
                  <a:pt x="307" y="330"/>
                </a:cubicBezTo>
                <a:cubicBezTo>
                  <a:pt x="307" y="330"/>
                  <a:pt x="306" y="329"/>
                  <a:pt x="306" y="329"/>
                </a:cubicBezTo>
                <a:cubicBezTo>
                  <a:pt x="306" y="324"/>
                  <a:pt x="306" y="324"/>
                  <a:pt x="306" y="324"/>
                </a:cubicBezTo>
                <a:cubicBezTo>
                  <a:pt x="306" y="325"/>
                  <a:pt x="307" y="325"/>
                  <a:pt x="307" y="326"/>
                </a:cubicBezTo>
                <a:close/>
                <a:moveTo>
                  <a:pt x="307" y="341"/>
                </a:moveTo>
                <a:cubicBezTo>
                  <a:pt x="307" y="348"/>
                  <a:pt x="307" y="348"/>
                  <a:pt x="307" y="348"/>
                </a:cubicBezTo>
                <a:cubicBezTo>
                  <a:pt x="306" y="349"/>
                  <a:pt x="306" y="349"/>
                  <a:pt x="306" y="349"/>
                </a:cubicBezTo>
                <a:cubicBezTo>
                  <a:pt x="306" y="343"/>
                  <a:pt x="306" y="343"/>
                  <a:pt x="306" y="343"/>
                </a:cubicBezTo>
                <a:cubicBezTo>
                  <a:pt x="306" y="342"/>
                  <a:pt x="307" y="342"/>
                  <a:pt x="307" y="341"/>
                </a:cubicBezTo>
                <a:close/>
                <a:moveTo>
                  <a:pt x="307" y="352"/>
                </a:moveTo>
                <a:cubicBezTo>
                  <a:pt x="307" y="356"/>
                  <a:pt x="307" y="356"/>
                  <a:pt x="307" y="356"/>
                </a:cubicBezTo>
                <a:cubicBezTo>
                  <a:pt x="306" y="357"/>
                  <a:pt x="306" y="357"/>
                  <a:pt x="306" y="357"/>
                </a:cubicBezTo>
                <a:cubicBezTo>
                  <a:pt x="306" y="352"/>
                  <a:pt x="306" y="352"/>
                  <a:pt x="306" y="352"/>
                </a:cubicBezTo>
                <a:cubicBezTo>
                  <a:pt x="307" y="352"/>
                  <a:pt x="307" y="352"/>
                  <a:pt x="307" y="352"/>
                </a:cubicBezTo>
                <a:close/>
                <a:moveTo>
                  <a:pt x="307" y="362"/>
                </a:moveTo>
                <a:cubicBezTo>
                  <a:pt x="307" y="367"/>
                  <a:pt x="307" y="367"/>
                  <a:pt x="307" y="367"/>
                </a:cubicBezTo>
                <a:cubicBezTo>
                  <a:pt x="306" y="367"/>
                  <a:pt x="306" y="367"/>
                  <a:pt x="306" y="367"/>
                </a:cubicBezTo>
                <a:cubicBezTo>
                  <a:pt x="306" y="362"/>
                  <a:pt x="306" y="362"/>
                  <a:pt x="306" y="362"/>
                </a:cubicBezTo>
                <a:cubicBezTo>
                  <a:pt x="307" y="362"/>
                  <a:pt x="307" y="362"/>
                  <a:pt x="307" y="362"/>
                </a:cubicBezTo>
                <a:close/>
                <a:moveTo>
                  <a:pt x="307" y="371"/>
                </a:moveTo>
                <a:cubicBezTo>
                  <a:pt x="307" y="398"/>
                  <a:pt x="307" y="398"/>
                  <a:pt x="307" y="398"/>
                </a:cubicBezTo>
                <a:cubicBezTo>
                  <a:pt x="307" y="402"/>
                  <a:pt x="307" y="405"/>
                  <a:pt x="307" y="408"/>
                </a:cubicBezTo>
                <a:cubicBezTo>
                  <a:pt x="307" y="437"/>
                  <a:pt x="307" y="437"/>
                  <a:pt x="307" y="437"/>
                </a:cubicBezTo>
                <a:cubicBezTo>
                  <a:pt x="307" y="438"/>
                  <a:pt x="306" y="438"/>
                  <a:pt x="306" y="438"/>
                </a:cubicBezTo>
                <a:cubicBezTo>
                  <a:pt x="306" y="428"/>
                  <a:pt x="306" y="428"/>
                  <a:pt x="306" y="428"/>
                </a:cubicBezTo>
                <a:cubicBezTo>
                  <a:pt x="306" y="427"/>
                  <a:pt x="306" y="426"/>
                  <a:pt x="306" y="425"/>
                </a:cubicBezTo>
                <a:cubicBezTo>
                  <a:pt x="306" y="425"/>
                  <a:pt x="306" y="425"/>
                  <a:pt x="306" y="425"/>
                </a:cubicBezTo>
                <a:cubicBezTo>
                  <a:pt x="306" y="372"/>
                  <a:pt x="306" y="372"/>
                  <a:pt x="306" y="372"/>
                </a:cubicBezTo>
                <a:cubicBezTo>
                  <a:pt x="306" y="372"/>
                  <a:pt x="307" y="371"/>
                  <a:pt x="307" y="371"/>
                </a:cubicBezTo>
                <a:close/>
                <a:moveTo>
                  <a:pt x="307" y="449"/>
                </a:moveTo>
                <a:cubicBezTo>
                  <a:pt x="307" y="464"/>
                  <a:pt x="307" y="464"/>
                  <a:pt x="307" y="464"/>
                </a:cubicBezTo>
                <a:cubicBezTo>
                  <a:pt x="307" y="463"/>
                  <a:pt x="306" y="463"/>
                  <a:pt x="306" y="462"/>
                </a:cubicBezTo>
                <a:cubicBezTo>
                  <a:pt x="306" y="451"/>
                  <a:pt x="306" y="451"/>
                  <a:pt x="306" y="451"/>
                </a:cubicBezTo>
                <a:cubicBezTo>
                  <a:pt x="306" y="450"/>
                  <a:pt x="307" y="450"/>
                  <a:pt x="307" y="449"/>
                </a:cubicBezTo>
                <a:close/>
                <a:moveTo>
                  <a:pt x="307" y="475"/>
                </a:moveTo>
                <a:cubicBezTo>
                  <a:pt x="307" y="482"/>
                  <a:pt x="307" y="482"/>
                  <a:pt x="307" y="482"/>
                </a:cubicBezTo>
                <a:cubicBezTo>
                  <a:pt x="307" y="482"/>
                  <a:pt x="306" y="482"/>
                  <a:pt x="306" y="482"/>
                </a:cubicBezTo>
                <a:cubicBezTo>
                  <a:pt x="306" y="476"/>
                  <a:pt x="306" y="476"/>
                  <a:pt x="306" y="476"/>
                </a:cubicBezTo>
                <a:cubicBezTo>
                  <a:pt x="306" y="476"/>
                  <a:pt x="307" y="475"/>
                  <a:pt x="307" y="475"/>
                </a:cubicBezTo>
                <a:close/>
                <a:moveTo>
                  <a:pt x="307" y="491"/>
                </a:moveTo>
                <a:cubicBezTo>
                  <a:pt x="307" y="495"/>
                  <a:pt x="307" y="495"/>
                  <a:pt x="307" y="495"/>
                </a:cubicBezTo>
                <a:cubicBezTo>
                  <a:pt x="307" y="495"/>
                  <a:pt x="306" y="495"/>
                  <a:pt x="306" y="494"/>
                </a:cubicBezTo>
                <a:cubicBezTo>
                  <a:pt x="306" y="490"/>
                  <a:pt x="306" y="490"/>
                  <a:pt x="306" y="490"/>
                </a:cubicBezTo>
                <a:cubicBezTo>
                  <a:pt x="307" y="491"/>
                  <a:pt x="307" y="491"/>
                  <a:pt x="307" y="491"/>
                </a:cubicBezTo>
                <a:close/>
                <a:moveTo>
                  <a:pt x="307" y="502"/>
                </a:moveTo>
                <a:cubicBezTo>
                  <a:pt x="307" y="508"/>
                  <a:pt x="307" y="508"/>
                  <a:pt x="307" y="508"/>
                </a:cubicBezTo>
                <a:cubicBezTo>
                  <a:pt x="307" y="509"/>
                  <a:pt x="306" y="509"/>
                  <a:pt x="306" y="510"/>
                </a:cubicBezTo>
                <a:cubicBezTo>
                  <a:pt x="306" y="502"/>
                  <a:pt x="306" y="502"/>
                  <a:pt x="306" y="502"/>
                </a:cubicBezTo>
                <a:cubicBezTo>
                  <a:pt x="306" y="502"/>
                  <a:pt x="307" y="502"/>
                  <a:pt x="307" y="502"/>
                </a:cubicBezTo>
                <a:close/>
                <a:moveTo>
                  <a:pt x="307" y="525"/>
                </a:moveTo>
                <a:cubicBezTo>
                  <a:pt x="307" y="554"/>
                  <a:pt x="307" y="554"/>
                  <a:pt x="307" y="554"/>
                </a:cubicBezTo>
                <a:cubicBezTo>
                  <a:pt x="307" y="554"/>
                  <a:pt x="306" y="554"/>
                  <a:pt x="306" y="554"/>
                </a:cubicBezTo>
                <a:cubicBezTo>
                  <a:pt x="306" y="527"/>
                  <a:pt x="306" y="527"/>
                  <a:pt x="306" y="527"/>
                </a:cubicBezTo>
                <a:cubicBezTo>
                  <a:pt x="306" y="526"/>
                  <a:pt x="307" y="526"/>
                  <a:pt x="307" y="525"/>
                </a:cubicBezTo>
                <a:close/>
                <a:moveTo>
                  <a:pt x="307" y="592"/>
                </a:moveTo>
                <a:cubicBezTo>
                  <a:pt x="307" y="622"/>
                  <a:pt x="307" y="622"/>
                  <a:pt x="307" y="622"/>
                </a:cubicBezTo>
                <a:cubicBezTo>
                  <a:pt x="306" y="622"/>
                  <a:pt x="306" y="622"/>
                  <a:pt x="306" y="622"/>
                </a:cubicBezTo>
                <a:cubicBezTo>
                  <a:pt x="306" y="592"/>
                  <a:pt x="306" y="592"/>
                  <a:pt x="306" y="592"/>
                </a:cubicBezTo>
                <a:cubicBezTo>
                  <a:pt x="306" y="592"/>
                  <a:pt x="307" y="592"/>
                  <a:pt x="307" y="592"/>
                </a:cubicBezTo>
                <a:close/>
                <a:moveTo>
                  <a:pt x="307" y="674"/>
                </a:moveTo>
                <a:cubicBezTo>
                  <a:pt x="307" y="675"/>
                  <a:pt x="307" y="675"/>
                  <a:pt x="307" y="675"/>
                </a:cubicBezTo>
                <a:cubicBezTo>
                  <a:pt x="307" y="676"/>
                  <a:pt x="306" y="677"/>
                  <a:pt x="306" y="678"/>
                </a:cubicBezTo>
                <a:cubicBezTo>
                  <a:pt x="306" y="673"/>
                  <a:pt x="306" y="673"/>
                  <a:pt x="306" y="673"/>
                </a:cubicBezTo>
                <a:cubicBezTo>
                  <a:pt x="307" y="673"/>
                  <a:pt x="307" y="674"/>
                  <a:pt x="307" y="674"/>
                </a:cubicBezTo>
                <a:close/>
                <a:moveTo>
                  <a:pt x="307" y="738"/>
                </a:moveTo>
                <a:cubicBezTo>
                  <a:pt x="307" y="745"/>
                  <a:pt x="307" y="745"/>
                  <a:pt x="307" y="745"/>
                </a:cubicBezTo>
                <a:cubicBezTo>
                  <a:pt x="306" y="745"/>
                  <a:pt x="306" y="745"/>
                  <a:pt x="306" y="745"/>
                </a:cubicBezTo>
                <a:cubicBezTo>
                  <a:pt x="306" y="738"/>
                  <a:pt x="306" y="738"/>
                  <a:pt x="306" y="738"/>
                </a:cubicBezTo>
                <a:lnTo>
                  <a:pt x="307" y="738"/>
                </a:lnTo>
                <a:close/>
                <a:moveTo>
                  <a:pt x="301" y="12"/>
                </a:moveTo>
                <a:cubicBezTo>
                  <a:pt x="303" y="12"/>
                  <a:pt x="304" y="12"/>
                  <a:pt x="306" y="12"/>
                </a:cubicBezTo>
                <a:cubicBezTo>
                  <a:pt x="306" y="21"/>
                  <a:pt x="306" y="21"/>
                  <a:pt x="306" y="21"/>
                </a:cubicBezTo>
                <a:cubicBezTo>
                  <a:pt x="304" y="21"/>
                  <a:pt x="303" y="21"/>
                  <a:pt x="301" y="21"/>
                </a:cubicBezTo>
                <a:cubicBezTo>
                  <a:pt x="301" y="12"/>
                  <a:pt x="301" y="12"/>
                  <a:pt x="301" y="12"/>
                </a:cubicBezTo>
                <a:close/>
                <a:moveTo>
                  <a:pt x="306" y="784"/>
                </a:moveTo>
                <a:cubicBezTo>
                  <a:pt x="304" y="783"/>
                  <a:pt x="303" y="783"/>
                  <a:pt x="301" y="783"/>
                </a:cubicBezTo>
                <a:cubicBezTo>
                  <a:pt x="301" y="775"/>
                  <a:pt x="301" y="775"/>
                  <a:pt x="301" y="775"/>
                </a:cubicBezTo>
                <a:cubicBezTo>
                  <a:pt x="303" y="776"/>
                  <a:pt x="303" y="776"/>
                  <a:pt x="303" y="776"/>
                </a:cubicBezTo>
                <a:cubicBezTo>
                  <a:pt x="304" y="776"/>
                  <a:pt x="304" y="776"/>
                  <a:pt x="305" y="776"/>
                </a:cubicBezTo>
                <a:cubicBezTo>
                  <a:pt x="304" y="770"/>
                  <a:pt x="302" y="765"/>
                  <a:pt x="301" y="760"/>
                </a:cubicBezTo>
                <a:cubicBezTo>
                  <a:pt x="301" y="738"/>
                  <a:pt x="301" y="738"/>
                  <a:pt x="301" y="738"/>
                </a:cubicBezTo>
                <a:cubicBezTo>
                  <a:pt x="302" y="738"/>
                  <a:pt x="304" y="738"/>
                  <a:pt x="306" y="738"/>
                </a:cubicBezTo>
                <a:cubicBezTo>
                  <a:pt x="306" y="745"/>
                  <a:pt x="306" y="745"/>
                  <a:pt x="306" y="745"/>
                </a:cubicBezTo>
                <a:cubicBezTo>
                  <a:pt x="305" y="745"/>
                  <a:pt x="305" y="745"/>
                  <a:pt x="305" y="745"/>
                </a:cubicBezTo>
                <a:cubicBezTo>
                  <a:pt x="306" y="746"/>
                  <a:pt x="306" y="747"/>
                  <a:pt x="306" y="747"/>
                </a:cubicBezTo>
                <a:cubicBezTo>
                  <a:pt x="306" y="784"/>
                  <a:pt x="306" y="784"/>
                  <a:pt x="306" y="784"/>
                </a:cubicBezTo>
                <a:close/>
                <a:moveTo>
                  <a:pt x="306" y="42"/>
                </a:moveTo>
                <a:cubicBezTo>
                  <a:pt x="306" y="57"/>
                  <a:pt x="306" y="57"/>
                  <a:pt x="306" y="57"/>
                </a:cubicBezTo>
                <a:cubicBezTo>
                  <a:pt x="304" y="57"/>
                  <a:pt x="303" y="58"/>
                  <a:pt x="301" y="59"/>
                </a:cubicBezTo>
                <a:cubicBezTo>
                  <a:pt x="301" y="51"/>
                  <a:pt x="301" y="51"/>
                  <a:pt x="301" y="51"/>
                </a:cubicBezTo>
                <a:cubicBezTo>
                  <a:pt x="302" y="50"/>
                  <a:pt x="302" y="50"/>
                  <a:pt x="302" y="50"/>
                </a:cubicBezTo>
                <a:cubicBezTo>
                  <a:pt x="301" y="50"/>
                  <a:pt x="301" y="50"/>
                  <a:pt x="301" y="50"/>
                </a:cubicBezTo>
                <a:cubicBezTo>
                  <a:pt x="301" y="38"/>
                  <a:pt x="301" y="38"/>
                  <a:pt x="301" y="38"/>
                </a:cubicBezTo>
                <a:cubicBezTo>
                  <a:pt x="301" y="38"/>
                  <a:pt x="302" y="38"/>
                  <a:pt x="302" y="39"/>
                </a:cubicBezTo>
                <a:cubicBezTo>
                  <a:pt x="303" y="40"/>
                  <a:pt x="305" y="40"/>
                  <a:pt x="306" y="42"/>
                </a:cubicBezTo>
                <a:close/>
                <a:moveTo>
                  <a:pt x="306" y="95"/>
                </a:moveTo>
                <a:cubicBezTo>
                  <a:pt x="306" y="151"/>
                  <a:pt x="306" y="151"/>
                  <a:pt x="306" y="151"/>
                </a:cubicBezTo>
                <a:cubicBezTo>
                  <a:pt x="305" y="154"/>
                  <a:pt x="304" y="157"/>
                  <a:pt x="303" y="159"/>
                </a:cubicBezTo>
                <a:cubicBezTo>
                  <a:pt x="302" y="160"/>
                  <a:pt x="302" y="161"/>
                  <a:pt x="301" y="161"/>
                </a:cubicBezTo>
                <a:cubicBezTo>
                  <a:pt x="301" y="126"/>
                  <a:pt x="301" y="126"/>
                  <a:pt x="301" y="126"/>
                </a:cubicBezTo>
                <a:cubicBezTo>
                  <a:pt x="301" y="123"/>
                  <a:pt x="302" y="119"/>
                  <a:pt x="302" y="114"/>
                </a:cubicBezTo>
                <a:cubicBezTo>
                  <a:pt x="302" y="115"/>
                  <a:pt x="301" y="115"/>
                  <a:pt x="301" y="115"/>
                </a:cubicBezTo>
                <a:cubicBezTo>
                  <a:pt x="301" y="81"/>
                  <a:pt x="301" y="81"/>
                  <a:pt x="301" y="81"/>
                </a:cubicBezTo>
                <a:cubicBezTo>
                  <a:pt x="301" y="81"/>
                  <a:pt x="302" y="81"/>
                  <a:pt x="302" y="81"/>
                </a:cubicBezTo>
                <a:cubicBezTo>
                  <a:pt x="304" y="84"/>
                  <a:pt x="304" y="84"/>
                  <a:pt x="305" y="95"/>
                </a:cubicBezTo>
                <a:cubicBezTo>
                  <a:pt x="306" y="95"/>
                  <a:pt x="306" y="95"/>
                  <a:pt x="306" y="95"/>
                </a:cubicBezTo>
                <a:close/>
                <a:moveTo>
                  <a:pt x="306" y="182"/>
                </a:moveTo>
                <a:cubicBezTo>
                  <a:pt x="306" y="191"/>
                  <a:pt x="306" y="191"/>
                  <a:pt x="306" y="191"/>
                </a:cubicBezTo>
                <a:cubicBezTo>
                  <a:pt x="304" y="190"/>
                  <a:pt x="303" y="190"/>
                  <a:pt x="301" y="191"/>
                </a:cubicBezTo>
                <a:cubicBezTo>
                  <a:pt x="301" y="184"/>
                  <a:pt x="301" y="184"/>
                  <a:pt x="301" y="184"/>
                </a:cubicBezTo>
                <a:cubicBezTo>
                  <a:pt x="303" y="184"/>
                  <a:pt x="304" y="183"/>
                  <a:pt x="306" y="182"/>
                </a:cubicBezTo>
                <a:close/>
                <a:moveTo>
                  <a:pt x="306" y="201"/>
                </a:moveTo>
                <a:cubicBezTo>
                  <a:pt x="306" y="211"/>
                  <a:pt x="306" y="211"/>
                  <a:pt x="306" y="211"/>
                </a:cubicBezTo>
                <a:cubicBezTo>
                  <a:pt x="304" y="212"/>
                  <a:pt x="303" y="213"/>
                  <a:pt x="301" y="214"/>
                </a:cubicBezTo>
                <a:cubicBezTo>
                  <a:pt x="301" y="210"/>
                  <a:pt x="301" y="210"/>
                  <a:pt x="301" y="210"/>
                </a:cubicBezTo>
                <a:cubicBezTo>
                  <a:pt x="302" y="209"/>
                  <a:pt x="303" y="209"/>
                  <a:pt x="304" y="208"/>
                </a:cubicBezTo>
                <a:cubicBezTo>
                  <a:pt x="303" y="207"/>
                  <a:pt x="302" y="206"/>
                  <a:pt x="301" y="205"/>
                </a:cubicBezTo>
                <a:cubicBezTo>
                  <a:pt x="301" y="198"/>
                  <a:pt x="301" y="198"/>
                  <a:pt x="301" y="198"/>
                </a:cubicBezTo>
                <a:cubicBezTo>
                  <a:pt x="303" y="199"/>
                  <a:pt x="304" y="201"/>
                  <a:pt x="306" y="201"/>
                </a:cubicBezTo>
                <a:close/>
                <a:moveTo>
                  <a:pt x="306" y="228"/>
                </a:moveTo>
                <a:cubicBezTo>
                  <a:pt x="306" y="260"/>
                  <a:pt x="306" y="260"/>
                  <a:pt x="306" y="260"/>
                </a:cubicBezTo>
                <a:cubicBezTo>
                  <a:pt x="304" y="257"/>
                  <a:pt x="302" y="254"/>
                  <a:pt x="301" y="252"/>
                </a:cubicBezTo>
                <a:cubicBezTo>
                  <a:pt x="301" y="232"/>
                  <a:pt x="301" y="232"/>
                  <a:pt x="301" y="232"/>
                </a:cubicBezTo>
                <a:cubicBezTo>
                  <a:pt x="302" y="231"/>
                  <a:pt x="304" y="230"/>
                  <a:pt x="306" y="228"/>
                </a:cubicBezTo>
                <a:close/>
                <a:moveTo>
                  <a:pt x="306" y="294"/>
                </a:moveTo>
                <a:cubicBezTo>
                  <a:pt x="306" y="298"/>
                  <a:pt x="306" y="298"/>
                  <a:pt x="306" y="298"/>
                </a:cubicBezTo>
                <a:cubicBezTo>
                  <a:pt x="305" y="298"/>
                  <a:pt x="304" y="297"/>
                  <a:pt x="303" y="297"/>
                </a:cubicBezTo>
                <a:cubicBezTo>
                  <a:pt x="302" y="298"/>
                  <a:pt x="302" y="299"/>
                  <a:pt x="301" y="300"/>
                </a:cubicBezTo>
                <a:cubicBezTo>
                  <a:pt x="301" y="288"/>
                  <a:pt x="301" y="288"/>
                  <a:pt x="301" y="288"/>
                </a:cubicBezTo>
                <a:cubicBezTo>
                  <a:pt x="306" y="294"/>
                  <a:pt x="306" y="294"/>
                  <a:pt x="306" y="294"/>
                </a:cubicBezTo>
                <a:close/>
                <a:moveTo>
                  <a:pt x="306" y="308"/>
                </a:moveTo>
                <a:cubicBezTo>
                  <a:pt x="306" y="315"/>
                  <a:pt x="306" y="315"/>
                  <a:pt x="306" y="315"/>
                </a:cubicBezTo>
                <a:cubicBezTo>
                  <a:pt x="305" y="318"/>
                  <a:pt x="304" y="321"/>
                  <a:pt x="306" y="324"/>
                </a:cubicBezTo>
                <a:cubicBezTo>
                  <a:pt x="306" y="329"/>
                  <a:pt x="306" y="329"/>
                  <a:pt x="306" y="329"/>
                </a:cubicBezTo>
                <a:cubicBezTo>
                  <a:pt x="304" y="327"/>
                  <a:pt x="303" y="325"/>
                  <a:pt x="301" y="323"/>
                </a:cubicBezTo>
                <a:cubicBezTo>
                  <a:pt x="301" y="316"/>
                  <a:pt x="301" y="316"/>
                  <a:pt x="301" y="316"/>
                </a:cubicBezTo>
                <a:cubicBezTo>
                  <a:pt x="302" y="314"/>
                  <a:pt x="305" y="311"/>
                  <a:pt x="306" y="308"/>
                </a:cubicBezTo>
                <a:close/>
                <a:moveTo>
                  <a:pt x="306" y="343"/>
                </a:moveTo>
                <a:cubicBezTo>
                  <a:pt x="306" y="349"/>
                  <a:pt x="306" y="349"/>
                  <a:pt x="306" y="349"/>
                </a:cubicBezTo>
                <a:cubicBezTo>
                  <a:pt x="306" y="350"/>
                  <a:pt x="305" y="351"/>
                  <a:pt x="304" y="352"/>
                </a:cubicBezTo>
                <a:cubicBezTo>
                  <a:pt x="305" y="352"/>
                  <a:pt x="306" y="352"/>
                  <a:pt x="306" y="352"/>
                </a:cubicBezTo>
                <a:cubicBezTo>
                  <a:pt x="306" y="357"/>
                  <a:pt x="306" y="357"/>
                  <a:pt x="306" y="357"/>
                </a:cubicBezTo>
                <a:cubicBezTo>
                  <a:pt x="302" y="357"/>
                  <a:pt x="302" y="357"/>
                  <a:pt x="302" y="357"/>
                </a:cubicBezTo>
                <a:cubicBezTo>
                  <a:pt x="302" y="358"/>
                  <a:pt x="301" y="359"/>
                  <a:pt x="301" y="360"/>
                </a:cubicBezTo>
                <a:cubicBezTo>
                  <a:pt x="301" y="352"/>
                  <a:pt x="301" y="352"/>
                  <a:pt x="301" y="352"/>
                </a:cubicBezTo>
                <a:cubicBezTo>
                  <a:pt x="302" y="349"/>
                  <a:pt x="304" y="346"/>
                  <a:pt x="306" y="343"/>
                </a:cubicBezTo>
                <a:close/>
                <a:moveTo>
                  <a:pt x="306" y="362"/>
                </a:moveTo>
                <a:cubicBezTo>
                  <a:pt x="306" y="367"/>
                  <a:pt x="306" y="367"/>
                  <a:pt x="306" y="367"/>
                </a:cubicBezTo>
                <a:cubicBezTo>
                  <a:pt x="304" y="367"/>
                  <a:pt x="302" y="368"/>
                  <a:pt x="301" y="368"/>
                </a:cubicBezTo>
                <a:cubicBezTo>
                  <a:pt x="301" y="364"/>
                  <a:pt x="301" y="364"/>
                  <a:pt x="301" y="364"/>
                </a:cubicBezTo>
                <a:cubicBezTo>
                  <a:pt x="306" y="362"/>
                  <a:pt x="306" y="362"/>
                  <a:pt x="306" y="362"/>
                </a:cubicBezTo>
                <a:close/>
                <a:moveTo>
                  <a:pt x="306" y="372"/>
                </a:moveTo>
                <a:cubicBezTo>
                  <a:pt x="306" y="425"/>
                  <a:pt x="306" y="425"/>
                  <a:pt x="306" y="425"/>
                </a:cubicBezTo>
                <a:cubicBezTo>
                  <a:pt x="304" y="426"/>
                  <a:pt x="302" y="427"/>
                  <a:pt x="301" y="428"/>
                </a:cubicBezTo>
                <a:cubicBezTo>
                  <a:pt x="301" y="422"/>
                  <a:pt x="301" y="422"/>
                  <a:pt x="301" y="422"/>
                </a:cubicBezTo>
                <a:cubicBezTo>
                  <a:pt x="304" y="419"/>
                  <a:pt x="304" y="419"/>
                  <a:pt x="304" y="419"/>
                </a:cubicBezTo>
                <a:cubicBezTo>
                  <a:pt x="304" y="417"/>
                  <a:pt x="303" y="415"/>
                  <a:pt x="303" y="413"/>
                </a:cubicBezTo>
                <a:cubicBezTo>
                  <a:pt x="301" y="414"/>
                  <a:pt x="301" y="414"/>
                  <a:pt x="301" y="414"/>
                </a:cubicBezTo>
                <a:cubicBezTo>
                  <a:pt x="301" y="409"/>
                  <a:pt x="301" y="409"/>
                  <a:pt x="301" y="409"/>
                </a:cubicBezTo>
                <a:cubicBezTo>
                  <a:pt x="302" y="408"/>
                  <a:pt x="302" y="408"/>
                  <a:pt x="302" y="408"/>
                </a:cubicBezTo>
                <a:cubicBezTo>
                  <a:pt x="302" y="405"/>
                  <a:pt x="302" y="403"/>
                  <a:pt x="302" y="401"/>
                </a:cubicBezTo>
                <a:cubicBezTo>
                  <a:pt x="302" y="401"/>
                  <a:pt x="301" y="402"/>
                  <a:pt x="301" y="402"/>
                </a:cubicBezTo>
                <a:cubicBezTo>
                  <a:pt x="301" y="397"/>
                  <a:pt x="301" y="397"/>
                  <a:pt x="301" y="397"/>
                </a:cubicBezTo>
                <a:cubicBezTo>
                  <a:pt x="303" y="395"/>
                  <a:pt x="304" y="393"/>
                  <a:pt x="303" y="389"/>
                </a:cubicBezTo>
                <a:cubicBezTo>
                  <a:pt x="302" y="389"/>
                  <a:pt x="302" y="390"/>
                  <a:pt x="301" y="390"/>
                </a:cubicBezTo>
                <a:cubicBezTo>
                  <a:pt x="301" y="385"/>
                  <a:pt x="301" y="385"/>
                  <a:pt x="301" y="385"/>
                </a:cubicBezTo>
                <a:cubicBezTo>
                  <a:pt x="304" y="384"/>
                  <a:pt x="306" y="381"/>
                  <a:pt x="306" y="377"/>
                </a:cubicBezTo>
                <a:cubicBezTo>
                  <a:pt x="301" y="379"/>
                  <a:pt x="301" y="379"/>
                  <a:pt x="301" y="379"/>
                </a:cubicBezTo>
                <a:cubicBezTo>
                  <a:pt x="301" y="374"/>
                  <a:pt x="301" y="374"/>
                  <a:pt x="301" y="374"/>
                </a:cubicBezTo>
                <a:cubicBezTo>
                  <a:pt x="303" y="374"/>
                  <a:pt x="305" y="373"/>
                  <a:pt x="306" y="372"/>
                </a:cubicBezTo>
                <a:close/>
                <a:moveTo>
                  <a:pt x="306" y="428"/>
                </a:moveTo>
                <a:cubicBezTo>
                  <a:pt x="306" y="438"/>
                  <a:pt x="306" y="438"/>
                  <a:pt x="306" y="438"/>
                </a:cubicBezTo>
                <a:cubicBezTo>
                  <a:pt x="302" y="442"/>
                  <a:pt x="302" y="447"/>
                  <a:pt x="304" y="452"/>
                </a:cubicBezTo>
                <a:cubicBezTo>
                  <a:pt x="305" y="452"/>
                  <a:pt x="306" y="451"/>
                  <a:pt x="306" y="451"/>
                </a:cubicBezTo>
                <a:cubicBezTo>
                  <a:pt x="306" y="462"/>
                  <a:pt x="306" y="462"/>
                  <a:pt x="306" y="462"/>
                </a:cubicBezTo>
                <a:cubicBezTo>
                  <a:pt x="304" y="460"/>
                  <a:pt x="302" y="457"/>
                  <a:pt x="301" y="454"/>
                </a:cubicBezTo>
                <a:cubicBezTo>
                  <a:pt x="301" y="440"/>
                  <a:pt x="301" y="440"/>
                  <a:pt x="301" y="440"/>
                </a:cubicBezTo>
                <a:cubicBezTo>
                  <a:pt x="302" y="435"/>
                  <a:pt x="305" y="433"/>
                  <a:pt x="306" y="428"/>
                </a:cubicBezTo>
                <a:close/>
                <a:moveTo>
                  <a:pt x="306" y="476"/>
                </a:moveTo>
                <a:cubicBezTo>
                  <a:pt x="306" y="482"/>
                  <a:pt x="306" y="482"/>
                  <a:pt x="306" y="482"/>
                </a:cubicBezTo>
                <a:cubicBezTo>
                  <a:pt x="303" y="482"/>
                  <a:pt x="301" y="482"/>
                  <a:pt x="302" y="487"/>
                </a:cubicBezTo>
                <a:cubicBezTo>
                  <a:pt x="303" y="488"/>
                  <a:pt x="304" y="489"/>
                  <a:pt x="306" y="490"/>
                </a:cubicBezTo>
                <a:cubicBezTo>
                  <a:pt x="306" y="494"/>
                  <a:pt x="306" y="494"/>
                  <a:pt x="306" y="494"/>
                </a:cubicBezTo>
                <a:cubicBezTo>
                  <a:pt x="304" y="493"/>
                  <a:pt x="302" y="492"/>
                  <a:pt x="301" y="491"/>
                </a:cubicBezTo>
                <a:cubicBezTo>
                  <a:pt x="301" y="481"/>
                  <a:pt x="301" y="481"/>
                  <a:pt x="301" y="481"/>
                </a:cubicBezTo>
                <a:cubicBezTo>
                  <a:pt x="303" y="479"/>
                  <a:pt x="304" y="478"/>
                  <a:pt x="306" y="476"/>
                </a:cubicBezTo>
                <a:close/>
                <a:moveTo>
                  <a:pt x="306" y="502"/>
                </a:moveTo>
                <a:cubicBezTo>
                  <a:pt x="306" y="510"/>
                  <a:pt x="306" y="510"/>
                  <a:pt x="306" y="510"/>
                </a:cubicBezTo>
                <a:cubicBezTo>
                  <a:pt x="304" y="512"/>
                  <a:pt x="303" y="514"/>
                  <a:pt x="301" y="516"/>
                </a:cubicBezTo>
                <a:cubicBezTo>
                  <a:pt x="301" y="510"/>
                  <a:pt x="301" y="510"/>
                  <a:pt x="301" y="510"/>
                </a:cubicBezTo>
                <a:cubicBezTo>
                  <a:pt x="302" y="509"/>
                  <a:pt x="303" y="508"/>
                  <a:pt x="303" y="506"/>
                </a:cubicBezTo>
                <a:cubicBezTo>
                  <a:pt x="302" y="506"/>
                  <a:pt x="302" y="506"/>
                  <a:pt x="301" y="505"/>
                </a:cubicBezTo>
                <a:cubicBezTo>
                  <a:pt x="301" y="502"/>
                  <a:pt x="301" y="502"/>
                  <a:pt x="301" y="502"/>
                </a:cubicBezTo>
                <a:cubicBezTo>
                  <a:pt x="302" y="503"/>
                  <a:pt x="302" y="503"/>
                  <a:pt x="302" y="503"/>
                </a:cubicBezTo>
                <a:cubicBezTo>
                  <a:pt x="304" y="503"/>
                  <a:pt x="305" y="502"/>
                  <a:pt x="306" y="502"/>
                </a:cubicBezTo>
                <a:close/>
                <a:moveTo>
                  <a:pt x="306" y="527"/>
                </a:moveTo>
                <a:cubicBezTo>
                  <a:pt x="306" y="554"/>
                  <a:pt x="306" y="554"/>
                  <a:pt x="306" y="554"/>
                </a:cubicBezTo>
                <a:cubicBezTo>
                  <a:pt x="304" y="553"/>
                  <a:pt x="302" y="552"/>
                  <a:pt x="301" y="552"/>
                </a:cubicBezTo>
                <a:cubicBezTo>
                  <a:pt x="301" y="534"/>
                  <a:pt x="301" y="534"/>
                  <a:pt x="301" y="534"/>
                </a:cubicBezTo>
                <a:cubicBezTo>
                  <a:pt x="302" y="531"/>
                  <a:pt x="304" y="529"/>
                  <a:pt x="306" y="527"/>
                </a:cubicBezTo>
                <a:close/>
                <a:moveTo>
                  <a:pt x="306" y="592"/>
                </a:moveTo>
                <a:cubicBezTo>
                  <a:pt x="306" y="622"/>
                  <a:pt x="306" y="622"/>
                  <a:pt x="306" y="622"/>
                </a:cubicBezTo>
                <a:cubicBezTo>
                  <a:pt x="304" y="621"/>
                  <a:pt x="303" y="620"/>
                  <a:pt x="301" y="620"/>
                </a:cubicBezTo>
                <a:cubicBezTo>
                  <a:pt x="301" y="614"/>
                  <a:pt x="301" y="614"/>
                  <a:pt x="301" y="614"/>
                </a:cubicBezTo>
                <a:cubicBezTo>
                  <a:pt x="302" y="615"/>
                  <a:pt x="302" y="615"/>
                  <a:pt x="302" y="615"/>
                </a:cubicBezTo>
                <a:cubicBezTo>
                  <a:pt x="303" y="608"/>
                  <a:pt x="303" y="603"/>
                  <a:pt x="301" y="598"/>
                </a:cubicBezTo>
                <a:cubicBezTo>
                  <a:pt x="301" y="589"/>
                  <a:pt x="301" y="589"/>
                  <a:pt x="301" y="589"/>
                </a:cubicBezTo>
                <a:cubicBezTo>
                  <a:pt x="303" y="590"/>
                  <a:pt x="304" y="591"/>
                  <a:pt x="306" y="592"/>
                </a:cubicBezTo>
                <a:close/>
                <a:moveTo>
                  <a:pt x="306" y="673"/>
                </a:moveTo>
                <a:cubicBezTo>
                  <a:pt x="306" y="678"/>
                  <a:pt x="306" y="678"/>
                  <a:pt x="306" y="678"/>
                </a:cubicBezTo>
                <a:cubicBezTo>
                  <a:pt x="305" y="680"/>
                  <a:pt x="305" y="682"/>
                  <a:pt x="304" y="684"/>
                </a:cubicBezTo>
                <a:cubicBezTo>
                  <a:pt x="303" y="684"/>
                  <a:pt x="303" y="684"/>
                  <a:pt x="302" y="684"/>
                </a:cubicBezTo>
                <a:cubicBezTo>
                  <a:pt x="301" y="684"/>
                  <a:pt x="301" y="684"/>
                  <a:pt x="301" y="684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4" y="672"/>
                  <a:pt x="305" y="673"/>
                  <a:pt x="306" y="673"/>
                </a:cubicBezTo>
                <a:close/>
                <a:moveTo>
                  <a:pt x="297" y="13"/>
                </a:moveTo>
                <a:cubicBezTo>
                  <a:pt x="298" y="13"/>
                  <a:pt x="300" y="13"/>
                  <a:pt x="301" y="1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0" y="21"/>
                  <a:pt x="298" y="21"/>
                  <a:pt x="297" y="21"/>
                </a:cubicBezTo>
                <a:cubicBezTo>
                  <a:pt x="297" y="13"/>
                  <a:pt x="297" y="13"/>
                  <a:pt x="297" y="13"/>
                </a:cubicBezTo>
                <a:close/>
                <a:moveTo>
                  <a:pt x="301" y="783"/>
                </a:moveTo>
                <a:cubicBezTo>
                  <a:pt x="300" y="783"/>
                  <a:pt x="298" y="782"/>
                  <a:pt x="297" y="782"/>
                </a:cubicBezTo>
                <a:cubicBezTo>
                  <a:pt x="297" y="773"/>
                  <a:pt x="297" y="773"/>
                  <a:pt x="297" y="773"/>
                </a:cubicBezTo>
                <a:cubicBezTo>
                  <a:pt x="298" y="774"/>
                  <a:pt x="299" y="775"/>
                  <a:pt x="301" y="775"/>
                </a:cubicBezTo>
                <a:cubicBezTo>
                  <a:pt x="301" y="783"/>
                  <a:pt x="301" y="783"/>
                  <a:pt x="301" y="783"/>
                </a:cubicBezTo>
                <a:close/>
                <a:moveTo>
                  <a:pt x="301" y="38"/>
                </a:moveTo>
                <a:cubicBezTo>
                  <a:pt x="301" y="50"/>
                  <a:pt x="301" y="50"/>
                  <a:pt x="301" y="50"/>
                </a:cubicBezTo>
                <a:cubicBezTo>
                  <a:pt x="299" y="48"/>
                  <a:pt x="298" y="47"/>
                  <a:pt x="297" y="46"/>
                </a:cubicBezTo>
                <a:cubicBezTo>
                  <a:pt x="297" y="33"/>
                  <a:pt x="297" y="33"/>
                  <a:pt x="297" y="33"/>
                </a:cubicBezTo>
                <a:cubicBezTo>
                  <a:pt x="298" y="35"/>
                  <a:pt x="300" y="36"/>
                  <a:pt x="301" y="38"/>
                </a:cubicBezTo>
                <a:close/>
                <a:moveTo>
                  <a:pt x="301" y="51"/>
                </a:moveTo>
                <a:cubicBezTo>
                  <a:pt x="301" y="59"/>
                  <a:pt x="301" y="59"/>
                  <a:pt x="301" y="59"/>
                </a:cubicBezTo>
                <a:cubicBezTo>
                  <a:pt x="300" y="59"/>
                  <a:pt x="298" y="60"/>
                  <a:pt x="297" y="60"/>
                </a:cubicBezTo>
                <a:cubicBezTo>
                  <a:pt x="297" y="53"/>
                  <a:pt x="297" y="53"/>
                  <a:pt x="297" y="53"/>
                </a:cubicBezTo>
                <a:cubicBezTo>
                  <a:pt x="298" y="52"/>
                  <a:pt x="299" y="51"/>
                  <a:pt x="301" y="51"/>
                </a:cubicBezTo>
                <a:close/>
                <a:moveTo>
                  <a:pt x="301" y="81"/>
                </a:moveTo>
                <a:cubicBezTo>
                  <a:pt x="301" y="115"/>
                  <a:pt x="301" y="115"/>
                  <a:pt x="301" y="115"/>
                </a:cubicBezTo>
                <a:cubicBezTo>
                  <a:pt x="300" y="115"/>
                  <a:pt x="298" y="116"/>
                  <a:pt x="297" y="117"/>
                </a:cubicBezTo>
                <a:cubicBezTo>
                  <a:pt x="297" y="82"/>
                  <a:pt x="297" y="82"/>
                  <a:pt x="297" y="82"/>
                </a:cubicBezTo>
                <a:cubicBezTo>
                  <a:pt x="298" y="81"/>
                  <a:pt x="299" y="81"/>
                  <a:pt x="301" y="81"/>
                </a:cubicBezTo>
                <a:close/>
                <a:moveTo>
                  <a:pt x="301" y="126"/>
                </a:moveTo>
                <a:cubicBezTo>
                  <a:pt x="301" y="161"/>
                  <a:pt x="301" y="161"/>
                  <a:pt x="301" y="161"/>
                </a:cubicBezTo>
                <a:cubicBezTo>
                  <a:pt x="300" y="162"/>
                  <a:pt x="298" y="163"/>
                  <a:pt x="297" y="163"/>
                </a:cubicBezTo>
                <a:cubicBezTo>
                  <a:pt x="297" y="138"/>
                  <a:pt x="297" y="138"/>
                  <a:pt x="297" y="138"/>
                </a:cubicBezTo>
                <a:cubicBezTo>
                  <a:pt x="299" y="135"/>
                  <a:pt x="300" y="131"/>
                  <a:pt x="301" y="126"/>
                </a:cubicBezTo>
                <a:close/>
                <a:moveTo>
                  <a:pt x="301" y="184"/>
                </a:moveTo>
                <a:cubicBezTo>
                  <a:pt x="301" y="191"/>
                  <a:pt x="301" y="191"/>
                  <a:pt x="301" y="191"/>
                </a:cubicBezTo>
                <a:cubicBezTo>
                  <a:pt x="300" y="191"/>
                  <a:pt x="298" y="192"/>
                  <a:pt x="297" y="192"/>
                </a:cubicBezTo>
                <a:cubicBezTo>
                  <a:pt x="297" y="186"/>
                  <a:pt x="297" y="186"/>
                  <a:pt x="297" y="186"/>
                </a:cubicBezTo>
                <a:cubicBezTo>
                  <a:pt x="298" y="185"/>
                  <a:pt x="300" y="185"/>
                  <a:pt x="301" y="184"/>
                </a:cubicBezTo>
                <a:close/>
                <a:moveTo>
                  <a:pt x="301" y="198"/>
                </a:moveTo>
                <a:cubicBezTo>
                  <a:pt x="301" y="205"/>
                  <a:pt x="301" y="205"/>
                  <a:pt x="301" y="205"/>
                </a:cubicBezTo>
                <a:cubicBezTo>
                  <a:pt x="299" y="204"/>
                  <a:pt x="298" y="203"/>
                  <a:pt x="297" y="202"/>
                </a:cubicBezTo>
                <a:cubicBezTo>
                  <a:pt x="297" y="196"/>
                  <a:pt x="297" y="196"/>
                  <a:pt x="297" y="196"/>
                </a:cubicBezTo>
                <a:cubicBezTo>
                  <a:pt x="301" y="198"/>
                  <a:pt x="301" y="198"/>
                  <a:pt x="301" y="198"/>
                </a:cubicBezTo>
                <a:close/>
                <a:moveTo>
                  <a:pt x="301" y="210"/>
                </a:moveTo>
                <a:cubicBezTo>
                  <a:pt x="301" y="214"/>
                  <a:pt x="301" y="214"/>
                  <a:pt x="301" y="214"/>
                </a:cubicBezTo>
                <a:cubicBezTo>
                  <a:pt x="300" y="215"/>
                  <a:pt x="298" y="216"/>
                  <a:pt x="297" y="216"/>
                </a:cubicBezTo>
                <a:cubicBezTo>
                  <a:pt x="297" y="211"/>
                  <a:pt x="297" y="211"/>
                  <a:pt x="297" y="211"/>
                </a:cubicBezTo>
                <a:cubicBezTo>
                  <a:pt x="298" y="211"/>
                  <a:pt x="300" y="210"/>
                  <a:pt x="301" y="210"/>
                </a:cubicBezTo>
                <a:close/>
                <a:moveTo>
                  <a:pt x="301" y="232"/>
                </a:moveTo>
                <a:cubicBezTo>
                  <a:pt x="301" y="252"/>
                  <a:pt x="301" y="252"/>
                  <a:pt x="301" y="252"/>
                </a:cubicBezTo>
                <a:cubicBezTo>
                  <a:pt x="299" y="248"/>
                  <a:pt x="298" y="245"/>
                  <a:pt x="297" y="243"/>
                </a:cubicBezTo>
                <a:cubicBezTo>
                  <a:pt x="297" y="236"/>
                  <a:pt x="297" y="236"/>
                  <a:pt x="297" y="236"/>
                </a:cubicBezTo>
                <a:cubicBezTo>
                  <a:pt x="298" y="235"/>
                  <a:pt x="299" y="233"/>
                  <a:pt x="301" y="232"/>
                </a:cubicBezTo>
                <a:close/>
                <a:moveTo>
                  <a:pt x="301" y="288"/>
                </a:moveTo>
                <a:cubicBezTo>
                  <a:pt x="301" y="300"/>
                  <a:pt x="301" y="300"/>
                  <a:pt x="301" y="300"/>
                </a:cubicBezTo>
                <a:cubicBezTo>
                  <a:pt x="299" y="303"/>
                  <a:pt x="298" y="305"/>
                  <a:pt x="297" y="308"/>
                </a:cubicBezTo>
                <a:cubicBezTo>
                  <a:pt x="297" y="300"/>
                  <a:pt x="297" y="300"/>
                  <a:pt x="297" y="300"/>
                </a:cubicBezTo>
                <a:cubicBezTo>
                  <a:pt x="299" y="297"/>
                  <a:pt x="300" y="294"/>
                  <a:pt x="297" y="289"/>
                </a:cubicBezTo>
                <a:cubicBezTo>
                  <a:pt x="297" y="284"/>
                  <a:pt x="297" y="284"/>
                  <a:pt x="297" y="284"/>
                </a:cubicBezTo>
                <a:cubicBezTo>
                  <a:pt x="301" y="288"/>
                  <a:pt x="301" y="288"/>
                  <a:pt x="301" y="288"/>
                </a:cubicBezTo>
                <a:close/>
                <a:moveTo>
                  <a:pt x="301" y="316"/>
                </a:moveTo>
                <a:cubicBezTo>
                  <a:pt x="301" y="323"/>
                  <a:pt x="301" y="323"/>
                  <a:pt x="301" y="323"/>
                </a:cubicBezTo>
                <a:cubicBezTo>
                  <a:pt x="300" y="322"/>
                  <a:pt x="298" y="321"/>
                  <a:pt x="297" y="319"/>
                </a:cubicBezTo>
                <a:cubicBezTo>
                  <a:pt x="297" y="314"/>
                  <a:pt x="297" y="314"/>
                  <a:pt x="297" y="314"/>
                </a:cubicBezTo>
                <a:cubicBezTo>
                  <a:pt x="300" y="318"/>
                  <a:pt x="300" y="318"/>
                  <a:pt x="300" y="318"/>
                </a:cubicBezTo>
                <a:cubicBezTo>
                  <a:pt x="300" y="317"/>
                  <a:pt x="300" y="317"/>
                  <a:pt x="301" y="316"/>
                </a:cubicBezTo>
                <a:close/>
                <a:moveTo>
                  <a:pt x="301" y="352"/>
                </a:moveTo>
                <a:cubicBezTo>
                  <a:pt x="301" y="360"/>
                  <a:pt x="301" y="360"/>
                  <a:pt x="301" y="360"/>
                </a:cubicBezTo>
                <a:cubicBezTo>
                  <a:pt x="300" y="361"/>
                  <a:pt x="300" y="363"/>
                  <a:pt x="300" y="364"/>
                </a:cubicBezTo>
                <a:cubicBezTo>
                  <a:pt x="301" y="364"/>
                  <a:pt x="301" y="364"/>
                  <a:pt x="301" y="364"/>
                </a:cubicBezTo>
                <a:cubicBezTo>
                  <a:pt x="301" y="368"/>
                  <a:pt x="301" y="368"/>
                  <a:pt x="301" y="368"/>
                </a:cubicBezTo>
                <a:cubicBezTo>
                  <a:pt x="299" y="369"/>
                  <a:pt x="298" y="370"/>
                  <a:pt x="297" y="372"/>
                </a:cubicBezTo>
                <a:cubicBezTo>
                  <a:pt x="297" y="362"/>
                  <a:pt x="297" y="362"/>
                  <a:pt x="297" y="362"/>
                </a:cubicBezTo>
                <a:cubicBezTo>
                  <a:pt x="298" y="359"/>
                  <a:pt x="299" y="355"/>
                  <a:pt x="301" y="352"/>
                </a:cubicBezTo>
                <a:close/>
                <a:moveTo>
                  <a:pt x="301" y="374"/>
                </a:moveTo>
                <a:cubicBezTo>
                  <a:pt x="301" y="379"/>
                  <a:pt x="301" y="379"/>
                  <a:pt x="301" y="379"/>
                </a:cubicBezTo>
                <a:cubicBezTo>
                  <a:pt x="297" y="380"/>
                  <a:pt x="297" y="380"/>
                  <a:pt x="297" y="380"/>
                </a:cubicBezTo>
                <a:cubicBezTo>
                  <a:pt x="297" y="375"/>
                  <a:pt x="297" y="375"/>
                  <a:pt x="297" y="375"/>
                </a:cubicBezTo>
                <a:cubicBezTo>
                  <a:pt x="298" y="375"/>
                  <a:pt x="300" y="375"/>
                  <a:pt x="301" y="374"/>
                </a:cubicBezTo>
                <a:close/>
                <a:moveTo>
                  <a:pt x="301" y="385"/>
                </a:moveTo>
                <a:cubicBezTo>
                  <a:pt x="301" y="390"/>
                  <a:pt x="301" y="390"/>
                  <a:pt x="301" y="390"/>
                </a:cubicBezTo>
                <a:cubicBezTo>
                  <a:pt x="299" y="391"/>
                  <a:pt x="298" y="391"/>
                  <a:pt x="297" y="392"/>
                </a:cubicBezTo>
                <a:cubicBezTo>
                  <a:pt x="297" y="387"/>
                  <a:pt x="297" y="387"/>
                  <a:pt x="297" y="387"/>
                </a:cubicBezTo>
                <a:cubicBezTo>
                  <a:pt x="298" y="387"/>
                  <a:pt x="300" y="386"/>
                  <a:pt x="301" y="385"/>
                </a:cubicBezTo>
                <a:close/>
                <a:moveTo>
                  <a:pt x="301" y="397"/>
                </a:moveTo>
                <a:cubicBezTo>
                  <a:pt x="301" y="402"/>
                  <a:pt x="301" y="402"/>
                  <a:pt x="301" y="402"/>
                </a:cubicBezTo>
                <a:cubicBezTo>
                  <a:pt x="300" y="402"/>
                  <a:pt x="299" y="403"/>
                  <a:pt x="297" y="404"/>
                </a:cubicBezTo>
                <a:cubicBezTo>
                  <a:pt x="297" y="399"/>
                  <a:pt x="297" y="399"/>
                  <a:pt x="297" y="399"/>
                </a:cubicBezTo>
                <a:cubicBezTo>
                  <a:pt x="298" y="399"/>
                  <a:pt x="300" y="398"/>
                  <a:pt x="301" y="397"/>
                </a:cubicBezTo>
                <a:close/>
                <a:moveTo>
                  <a:pt x="301" y="409"/>
                </a:moveTo>
                <a:cubicBezTo>
                  <a:pt x="301" y="414"/>
                  <a:pt x="301" y="414"/>
                  <a:pt x="301" y="414"/>
                </a:cubicBezTo>
                <a:cubicBezTo>
                  <a:pt x="299" y="416"/>
                  <a:pt x="298" y="417"/>
                  <a:pt x="297" y="418"/>
                </a:cubicBezTo>
                <a:cubicBezTo>
                  <a:pt x="297" y="412"/>
                  <a:pt x="297" y="412"/>
                  <a:pt x="297" y="412"/>
                </a:cubicBezTo>
                <a:cubicBezTo>
                  <a:pt x="298" y="411"/>
                  <a:pt x="300" y="410"/>
                  <a:pt x="301" y="409"/>
                </a:cubicBezTo>
                <a:close/>
                <a:moveTo>
                  <a:pt x="301" y="422"/>
                </a:moveTo>
                <a:cubicBezTo>
                  <a:pt x="301" y="428"/>
                  <a:pt x="301" y="428"/>
                  <a:pt x="301" y="428"/>
                </a:cubicBezTo>
                <a:cubicBezTo>
                  <a:pt x="298" y="431"/>
                  <a:pt x="298" y="435"/>
                  <a:pt x="298" y="440"/>
                </a:cubicBezTo>
                <a:cubicBezTo>
                  <a:pt x="299" y="440"/>
                  <a:pt x="300" y="440"/>
                  <a:pt x="301" y="440"/>
                </a:cubicBezTo>
                <a:cubicBezTo>
                  <a:pt x="301" y="440"/>
                  <a:pt x="301" y="440"/>
                  <a:pt x="301" y="440"/>
                </a:cubicBezTo>
                <a:cubicBezTo>
                  <a:pt x="301" y="454"/>
                  <a:pt x="301" y="454"/>
                  <a:pt x="301" y="454"/>
                </a:cubicBezTo>
                <a:cubicBezTo>
                  <a:pt x="299" y="451"/>
                  <a:pt x="298" y="448"/>
                  <a:pt x="297" y="444"/>
                </a:cubicBezTo>
                <a:cubicBezTo>
                  <a:pt x="297" y="427"/>
                  <a:pt x="297" y="427"/>
                  <a:pt x="297" y="427"/>
                </a:cubicBezTo>
                <a:cubicBezTo>
                  <a:pt x="298" y="425"/>
                  <a:pt x="300" y="424"/>
                  <a:pt x="301" y="422"/>
                </a:cubicBezTo>
                <a:close/>
                <a:moveTo>
                  <a:pt x="301" y="481"/>
                </a:moveTo>
                <a:cubicBezTo>
                  <a:pt x="301" y="491"/>
                  <a:pt x="301" y="491"/>
                  <a:pt x="301" y="491"/>
                </a:cubicBezTo>
                <a:cubicBezTo>
                  <a:pt x="299" y="491"/>
                  <a:pt x="298" y="491"/>
                  <a:pt x="297" y="491"/>
                </a:cubicBezTo>
                <a:cubicBezTo>
                  <a:pt x="297" y="485"/>
                  <a:pt x="297" y="485"/>
                  <a:pt x="297" y="485"/>
                </a:cubicBezTo>
                <a:cubicBezTo>
                  <a:pt x="298" y="483"/>
                  <a:pt x="300" y="482"/>
                  <a:pt x="301" y="481"/>
                </a:cubicBezTo>
                <a:close/>
                <a:moveTo>
                  <a:pt x="301" y="502"/>
                </a:moveTo>
                <a:cubicBezTo>
                  <a:pt x="301" y="505"/>
                  <a:pt x="301" y="505"/>
                  <a:pt x="301" y="505"/>
                </a:cubicBezTo>
                <a:cubicBezTo>
                  <a:pt x="300" y="505"/>
                  <a:pt x="298" y="504"/>
                  <a:pt x="297" y="503"/>
                </a:cubicBezTo>
                <a:cubicBezTo>
                  <a:pt x="297" y="499"/>
                  <a:pt x="297" y="499"/>
                  <a:pt x="297" y="499"/>
                </a:cubicBezTo>
                <a:cubicBezTo>
                  <a:pt x="298" y="499"/>
                  <a:pt x="299" y="501"/>
                  <a:pt x="301" y="502"/>
                </a:cubicBezTo>
                <a:close/>
                <a:moveTo>
                  <a:pt x="301" y="510"/>
                </a:moveTo>
                <a:cubicBezTo>
                  <a:pt x="301" y="516"/>
                  <a:pt x="301" y="516"/>
                  <a:pt x="301" y="516"/>
                </a:cubicBezTo>
                <a:cubicBezTo>
                  <a:pt x="300" y="518"/>
                  <a:pt x="298" y="520"/>
                  <a:pt x="297" y="521"/>
                </a:cubicBezTo>
                <a:cubicBezTo>
                  <a:pt x="297" y="512"/>
                  <a:pt x="297" y="512"/>
                  <a:pt x="297" y="512"/>
                </a:cubicBezTo>
                <a:cubicBezTo>
                  <a:pt x="298" y="512"/>
                  <a:pt x="300" y="511"/>
                  <a:pt x="301" y="510"/>
                </a:cubicBezTo>
                <a:close/>
                <a:moveTo>
                  <a:pt x="301" y="534"/>
                </a:moveTo>
                <a:cubicBezTo>
                  <a:pt x="301" y="552"/>
                  <a:pt x="301" y="552"/>
                  <a:pt x="301" y="552"/>
                </a:cubicBezTo>
                <a:cubicBezTo>
                  <a:pt x="299" y="551"/>
                  <a:pt x="298" y="550"/>
                  <a:pt x="297" y="548"/>
                </a:cubicBezTo>
                <a:cubicBezTo>
                  <a:pt x="297" y="540"/>
                  <a:pt x="297" y="540"/>
                  <a:pt x="297" y="540"/>
                </a:cubicBezTo>
                <a:cubicBezTo>
                  <a:pt x="297" y="540"/>
                  <a:pt x="298" y="539"/>
                  <a:pt x="299" y="538"/>
                </a:cubicBezTo>
                <a:cubicBezTo>
                  <a:pt x="299" y="537"/>
                  <a:pt x="300" y="535"/>
                  <a:pt x="301" y="534"/>
                </a:cubicBezTo>
                <a:close/>
                <a:moveTo>
                  <a:pt x="301" y="589"/>
                </a:moveTo>
                <a:cubicBezTo>
                  <a:pt x="301" y="598"/>
                  <a:pt x="301" y="598"/>
                  <a:pt x="301" y="598"/>
                </a:cubicBezTo>
                <a:cubicBezTo>
                  <a:pt x="300" y="596"/>
                  <a:pt x="298" y="594"/>
                  <a:pt x="297" y="593"/>
                </a:cubicBezTo>
                <a:cubicBezTo>
                  <a:pt x="297" y="587"/>
                  <a:pt x="297" y="587"/>
                  <a:pt x="297" y="587"/>
                </a:cubicBezTo>
                <a:cubicBezTo>
                  <a:pt x="298" y="588"/>
                  <a:pt x="300" y="588"/>
                  <a:pt x="301" y="589"/>
                </a:cubicBezTo>
                <a:close/>
                <a:moveTo>
                  <a:pt x="301" y="614"/>
                </a:moveTo>
                <a:cubicBezTo>
                  <a:pt x="301" y="620"/>
                  <a:pt x="301" y="620"/>
                  <a:pt x="301" y="620"/>
                </a:cubicBezTo>
                <a:cubicBezTo>
                  <a:pt x="300" y="619"/>
                  <a:pt x="298" y="619"/>
                  <a:pt x="297" y="618"/>
                </a:cubicBezTo>
                <a:cubicBezTo>
                  <a:pt x="297" y="611"/>
                  <a:pt x="297" y="611"/>
                  <a:pt x="297" y="611"/>
                </a:cubicBezTo>
                <a:cubicBezTo>
                  <a:pt x="298" y="612"/>
                  <a:pt x="299" y="613"/>
                  <a:pt x="301" y="614"/>
                </a:cubicBezTo>
                <a:close/>
                <a:moveTo>
                  <a:pt x="301" y="671"/>
                </a:moveTo>
                <a:cubicBezTo>
                  <a:pt x="301" y="684"/>
                  <a:pt x="301" y="684"/>
                  <a:pt x="301" y="684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7" y="669"/>
                  <a:pt x="297" y="669"/>
                  <a:pt x="297" y="669"/>
                </a:cubicBezTo>
                <a:cubicBezTo>
                  <a:pt x="298" y="670"/>
                  <a:pt x="300" y="671"/>
                  <a:pt x="301" y="671"/>
                </a:cubicBezTo>
                <a:close/>
                <a:moveTo>
                  <a:pt x="301" y="738"/>
                </a:moveTo>
                <a:cubicBezTo>
                  <a:pt x="301" y="760"/>
                  <a:pt x="301" y="760"/>
                  <a:pt x="301" y="760"/>
                </a:cubicBezTo>
                <a:cubicBezTo>
                  <a:pt x="300" y="756"/>
                  <a:pt x="298" y="752"/>
                  <a:pt x="297" y="749"/>
                </a:cubicBezTo>
                <a:cubicBezTo>
                  <a:pt x="297" y="735"/>
                  <a:pt x="297" y="735"/>
                  <a:pt x="297" y="735"/>
                </a:cubicBezTo>
                <a:cubicBezTo>
                  <a:pt x="298" y="736"/>
                  <a:pt x="299" y="737"/>
                  <a:pt x="300" y="738"/>
                </a:cubicBezTo>
                <a:cubicBezTo>
                  <a:pt x="300" y="738"/>
                  <a:pt x="300" y="738"/>
                  <a:pt x="301" y="738"/>
                </a:cubicBezTo>
                <a:close/>
                <a:moveTo>
                  <a:pt x="295" y="14"/>
                </a:moveTo>
                <a:cubicBezTo>
                  <a:pt x="296" y="14"/>
                  <a:pt x="296" y="14"/>
                  <a:pt x="297" y="13"/>
                </a:cubicBezTo>
                <a:cubicBezTo>
                  <a:pt x="297" y="21"/>
                  <a:pt x="297" y="21"/>
                  <a:pt x="297" y="21"/>
                </a:cubicBezTo>
                <a:cubicBezTo>
                  <a:pt x="296" y="21"/>
                  <a:pt x="296" y="22"/>
                  <a:pt x="295" y="22"/>
                </a:cubicBezTo>
                <a:cubicBezTo>
                  <a:pt x="295" y="14"/>
                  <a:pt x="295" y="14"/>
                  <a:pt x="295" y="14"/>
                </a:cubicBezTo>
                <a:close/>
                <a:moveTo>
                  <a:pt x="297" y="782"/>
                </a:moveTo>
                <a:cubicBezTo>
                  <a:pt x="295" y="781"/>
                  <a:pt x="295" y="781"/>
                  <a:pt x="295" y="781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6" y="773"/>
                  <a:pt x="296" y="773"/>
                  <a:pt x="297" y="773"/>
                </a:cubicBezTo>
                <a:cubicBezTo>
                  <a:pt x="297" y="782"/>
                  <a:pt x="297" y="782"/>
                  <a:pt x="297" y="782"/>
                </a:cubicBezTo>
                <a:close/>
                <a:moveTo>
                  <a:pt x="297" y="33"/>
                </a:moveTo>
                <a:cubicBezTo>
                  <a:pt x="297" y="46"/>
                  <a:pt x="297" y="46"/>
                  <a:pt x="297" y="46"/>
                </a:cubicBezTo>
                <a:cubicBezTo>
                  <a:pt x="296" y="46"/>
                  <a:pt x="296" y="45"/>
                  <a:pt x="295" y="44"/>
                </a:cubicBezTo>
                <a:cubicBezTo>
                  <a:pt x="295" y="31"/>
                  <a:pt x="295" y="31"/>
                  <a:pt x="295" y="31"/>
                </a:cubicBezTo>
                <a:cubicBezTo>
                  <a:pt x="296" y="32"/>
                  <a:pt x="296" y="32"/>
                  <a:pt x="297" y="33"/>
                </a:cubicBezTo>
                <a:close/>
                <a:moveTo>
                  <a:pt x="297" y="53"/>
                </a:moveTo>
                <a:cubicBezTo>
                  <a:pt x="297" y="60"/>
                  <a:pt x="297" y="60"/>
                  <a:pt x="297" y="60"/>
                </a:cubicBezTo>
                <a:cubicBezTo>
                  <a:pt x="295" y="61"/>
                  <a:pt x="295" y="61"/>
                  <a:pt x="295" y="61"/>
                </a:cubicBezTo>
                <a:cubicBezTo>
                  <a:pt x="295" y="53"/>
                  <a:pt x="295" y="53"/>
                  <a:pt x="295" y="53"/>
                </a:cubicBezTo>
                <a:cubicBezTo>
                  <a:pt x="296" y="53"/>
                  <a:pt x="296" y="53"/>
                  <a:pt x="297" y="53"/>
                </a:cubicBezTo>
                <a:close/>
                <a:moveTo>
                  <a:pt x="297" y="82"/>
                </a:moveTo>
                <a:cubicBezTo>
                  <a:pt x="297" y="117"/>
                  <a:pt x="297" y="117"/>
                  <a:pt x="297" y="117"/>
                </a:cubicBezTo>
                <a:cubicBezTo>
                  <a:pt x="296" y="117"/>
                  <a:pt x="296" y="117"/>
                  <a:pt x="295" y="118"/>
                </a:cubicBezTo>
                <a:cubicBezTo>
                  <a:pt x="295" y="82"/>
                  <a:pt x="295" y="82"/>
                  <a:pt x="295" y="82"/>
                </a:cubicBezTo>
                <a:cubicBezTo>
                  <a:pt x="295" y="82"/>
                  <a:pt x="296" y="82"/>
                  <a:pt x="297" y="82"/>
                </a:cubicBezTo>
                <a:close/>
                <a:moveTo>
                  <a:pt x="297" y="138"/>
                </a:moveTo>
                <a:cubicBezTo>
                  <a:pt x="297" y="163"/>
                  <a:pt x="297" y="163"/>
                  <a:pt x="297" y="163"/>
                </a:cubicBezTo>
                <a:cubicBezTo>
                  <a:pt x="296" y="163"/>
                  <a:pt x="296" y="163"/>
                  <a:pt x="295" y="164"/>
                </a:cubicBezTo>
                <a:cubicBezTo>
                  <a:pt x="295" y="140"/>
                  <a:pt x="295" y="140"/>
                  <a:pt x="295" y="140"/>
                </a:cubicBezTo>
                <a:cubicBezTo>
                  <a:pt x="296" y="139"/>
                  <a:pt x="296" y="139"/>
                  <a:pt x="297" y="138"/>
                </a:cubicBezTo>
                <a:close/>
                <a:moveTo>
                  <a:pt x="297" y="186"/>
                </a:moveTo>
                <a:cubicBezTo>
                  <a:pt x="297" y="192"/>
                  <a:pt x="297" y="192"/>
                  <a:pt x="297" y="192"/>
                </a:cubicBezTo>
                <a:cubicBezTo>
                  <a:pt x="296" y="192"/>
                  <a:pt x="296" y="193"/>
                  <a:pt x="295" y="193"/>
                </a:cubicBezTo>
                <a:cubicBezTo>
                  <a:pt x="295" y="187"/>
                  <a:pt x="295" y="187"/>
                  <a:pt x="295" y="187"/>
                </a:cubicBezTo>
                <a:cubicBezTo>
                  <a:pt x="296" y="186"/>
                  <a:pt x="296" y="186"/>
                  <a:pt x="297" y="186"/>
                </a:cubicBezTo>
                <a:close/>
                <a:moveTo>
                  <a:pt x="297" y="196"/>
                </a:moveTo>
                <a:cubicBezTo>
                  <a:pt x="297" y="202"/>
                  <a:pt x="297" y="202"/>
                  <a:pt x="297" y="202"/>
                </a:cubicBezTo>
                <a:cubicBezTo>
                  <a:pt x="296" y="202"/>
                  <a:pt x="296" y="201"/>
                  <a:pt x="295" y="201"/>
                </a:cubicBezTo>
                <a:cubicBezTo>
                  <a:pt x="295" y="195"/>
                  <a:pt x="295" y="195"/>
                  <a:pt x="295" y="195"/>
                </a:cubicBezTo>
                <a:cubicBezTo>
                  <a:pt x="297" y="196"/>
                  <a:pt x="297" y="196"/>
                  <a:pt x="297" y="196"/>
                </a:cubicBezTo>
                <a:close/>
                <a:moveTo>
                  <a:pt x="297" y="211"/>
                </a:moveTo>
                <a:cubicBezTo>
                  <a:pt x="297" y="216"/>
                  <a:pt x="297" y="216"/>
                  <a:pt x="297" y="216"/>
                </a:cubicBezTo>
                <a:cubicBezTo>
                  <a:pt x="296" y="217"/>
                  <a:pt x="296" y="217"/>
                  <a:pt x="295" y="218"/>
                </a:cubicBezTo>
                <a:cubicBezTo>
                  <a:pt x="295" y="211"/>
                  <a:pt x="295" y="211"/>
                  <a:pt x="295" y="211"/>
                </a:cubicBezTo>
                <a:cubicBezTo>
                  <a:pt x="296" y="211"/>
                  <a:pt x="296" y="211"/>
                  <a:pt x="297" y="211"/>
                </a:cubicBezTo>
                <a:close/>
                <a:moveTo>
                  <a:pt x="297" y="236"/>
                </a:moveTo>
                <a:cubicBezTo>
                  <a:pt x="297" y="243"/>
                  <a:pt x="297" y="243"/>
                  <a:pt x="297" y="243"/>
                </a:cubicBezTo>
                <a:cubicBezTo>
                  <a:pt x="296" y="241"/>
                  <a:pt x="296" y="239"/>
                  <a:pt x="296" y="237"/>
                </a:cubicBezTo>
                <a:cubicBezTo>
                  <a:pt x="296" y="237"/>
                  <a:pt x="296" y="236"/>
                  <a:pt x="297" y="236"/>
                </a:cubicBezTo>
                <a:close/>
                <a:moveTo>
                  <a:pt x="297" y="284"/>
                </a:moveTo>
                <a:cubicBezTo>
                  <a:pt x="297" y="289"/>
                  <a:pt x="297" y="289"/>
                  <a:pt x="297" y="289"/>
                </a:cubicBezTo>
                <a:cubicBezTo>
                  <a:pt x="296" y="289"/>
                  <a:pt x="296" y="288"/>
                  <a:pt x="296" y="288"/>
                </a:cubicBezTo>
                <a:cubicBezTo>
                  <a:pt x="295" y="288"/>
                  <a:pt x="295" y="288"/>
                  <a:pt x="295" y="288"/>
                </a:cubicBezTo>
                <a:cubicBezTo>
                  <a:pt x="295" y="282"/>
                  <a:pt x="295" y="282"/>
                  <a:pt x="295" y="282"/>
                </a:cubicBezTo>
                <a:cubicBezTo>
                  <a:pt x="297" y="284"/>
                  <a:pt x="297" y="284"/>
                  <a:pt x="297" y="284"/>
                </a:cubicBezTo>
                <a:close/>
                <a:moveTo>
                  <a:pt x="297" y="300"/>
                </a:moveTo>
                <a:cubicBezTo>
                  <a:pt x="297" y="308"/>
                  <a:pt x="297" y="308"/>
                  <a:pt x="297" y="308"/>
                </a:cubicBezTo>
                <a:cubicBezTo>
                  <a:pt x="296" y="309"/>
                  <a:pt x="296" y="311"/>
                  <a:pt x="296" y="312"/>
                </a:cubicBezTo>
                <a:cubicBezTo>
                  <a:pt x="297" y="314"/>
                  <a:pt x="297" y="314"/>
                  <a:pt x="297" y="314"/>
                </a:cubicBezTo>
                <a:cubicBezTo>
                  <a:pt x="297" y="319"/>
                  <a:pt x="297" y="319"/>
                  <a:pt x="297" y="319"/>
                </a:cubicBezTo>
                <a:cubicBezTo>
                  <a:pt x="296" y="319"/>
                  <a:pt x="296" y="318"/>
                  <a:pt x="295" y="318"/>
                </a:cubicBezTo>
                <a:cubicBezTo>
                  <a:pt x="295" y="303"/>
                  <a:pt x="295" y="303"/>
                  <a:pt x="295" y="303"/>
                </a:cubicBezTo>
                <a:cubicBezTo>
                  <a:pt x="296" y="302"/>
                  <a:pt x="296" y="301"/>
                  <a:pt x="297" y="300"/>
                </a:cubicBezTo>
                <a:close/>
                <a:moveTo>
                  <a:pt x="297" y="362"/>
                </a:moveTo>
                <a:cubicBezTo>
                  <a:pt x="297" y="372"/>
                  <a:pt x="297" y="372"/>
                  <a:pt x="297" y="372"/>
                </a:cubicBezTo>
                <a:cubicBezTo>
                  <a:pt x="296" y="373"/>
                  <a:pt x="296" y="374"/>
                  <a:pt x="295" y="376"/>
                </a:cubicBezTo>
                <a:cubicBezTo>
                  <a:pt x="295" y="366"/>
                  <a:pt x="295" y="366"/>
                  <a:pt x="295" y="366"/>
                </a:cubicBezTo>
                <a:cubicBezTo>
                  <a:pt x="296" y="365"/>
                  <a:pt x="296" y="363"/>
                  <a:pt x="297" y="362"/>
                </a:cubicBezTo>
                <a:close/>
                <a:moveTo>
                  <a:pt x="297" y="375"/>
                </a:moveTo>
                <a:cubicBezTo>
                  <a:pt x="295" y="376"/>
                  <a:pt x="295" y="376"/>
                  <a:pt x="295" y="376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7" y="380"/>
                  <a:pt x="297" y="380"/>
                  <a:pt x="297" y="380"/>
                </a:cubicBezTo>
                <a:cubicBezTo>
                  <a:pt x="297" y="375"/>
                  <a:pt x="297" y="375"/>
                  <a:pt x="297" y="375"/>
                </a:cubicBezTo>
                <a:close/>
                <a:moveTo>
                  <a:pt x="297" y="387"/>
                </a:moveTo>
                <a:cubicBezTo>
                  <a:pt x="297" y="392"/>
                  <a:pt x="297" y="392"/>
                  <a:pt x="297" y="392"/>
                </a:cubicBezTo>
                <a:cubicBezTo>
                  <a:pt x="296" y="393"/>
                  <a:pt x="295" y="393"/>
                  <a:pt x="295" y="393"/>
                </a:cubicBezTo>
                <a:cubicBezTo>
                  <a:pt x="295" y="388"/>
                  <a:pt x="295" y="388"/>
                  <a:pt x="295" y="388"/>
                </a:cubicBezTo>
                <a:cubicBezTo>
                  <a:pt x="296" y="388"/>
                  <a:pt x="296" y="387"/>
                  <a:pt x="297" y="387"/>
                </a:cubicBezTo>
                <a:close/>
                <a:moveTo>
                  <a:pt x="297" y="399"/>
                </a:moveTo>
                <a:cubicBezTo>
                  <a:pt x="297" y="404"/>
                  <a:pt x="297" y="404"/>
                  <a:pt x="297" y="404"/>
                </a:cubicBezTo>
                <a:cubicBezTo>
                  <a:pt x="295" y="405"/>
                  <a:pt x="295" y="405"/>
                  <a:pt x="295" y="405"/>
                </a:cubicBezTo>
                <a:cubicBezTo>
                  <a:pt x="295" y="400"/>
                  <a:pt x="295" y="400"/>
                  <a:pt x="295" y="400"/>
                </a:cubicBezTo>
                <a:cubicBezTo>
                  <a:pt x="296" y="400"/>
                  <a:pt x="296" y="400"/>
                  <a:pt x="297" y="399"/>
                </a:cubicBezTo>
                <a:close/>
                <a:moveTo>
                  <a:pt x="297" y="412"/>
                </a:moveTo>
                <a:cubicBezTo>
                  <a:pt x="297" y="418"/>
                  <a:pt x="297" y="418"/>
                  <a:pt x="297" y="418"/>
                </a:cubicBezTo>
                <a:cubicBezTo>
                  <a:pt x="296" y="419"/>
                  <a:pt x="295" y="420"/>
                  <a:pt x="295" y="421"/>
                </a:cubicBezTo>
                <a:cubicBezTo>
                  <a:pt x="295" y="414"/>
                  <a:pt x="295" y="414"/>
                  <a:pt x="295" y="414"/>
                </a:cubicBezTo>
                <a:cubicBezTo>
                  <a:pt x="297" y="412"/>
                  <a:pt x="297" y="412"/>
                  <a:pt x="297" y="412"/>
                </a:cubicBezTo>
                <a:close/>
                <a:moveTo>
                  <a:pt x="297" y="427"/>
                </a:moveTo>
                <a:cubicBezTo>
                  <a:pt x="297" y="444"/>
                  <a:pt x="297" y="444"/>
                  <a:pt x="297" y="444"/>
                </a:cubicBezTo>
                <a:cubicBezTo>
                  <a:pt x="296" y="443"/>
                  <a:pt x="295" y="441"/>
                  <a:pt x="295" y="440"/>
                </a:cubicBezTo>
                <a:cubicBezTo>
                  <a:pt x="295" y="429"/>
                  <a:pt x="295" y="429"/>
                  <a:pt x="295" y="429"/>
                </a:cubicBezTo>
                <a:cubicBezTo>
                  <a:pt x="297" y="427"/>
                  <a:pt x="297" y="427"/>
                  <a:pt x="297" y="427"/>
                </a:cubicBezTo>
                <a:close/>
                <a:moveTo>
                  <a:pt x="297" y="485"/>
                </a:moveTo>
                <a:cubicBezTo>
                  <a:pt x="297" y="491"/>
                  <a:pt x="297" y="491"/>
                  <a:pt x="297" y="491"/>
                </a:cubicBezTo>
                <a:cubicBezTo>
                  <a:pt x="296" y="491"/>
                  <a:pt x="296" y="491"/>
                  <a:pt x="295" y="492"/>
                </a:cubicBezTo>
                <a:cubicBezTo>
                  <a:pt x="295" y="486"/>
                  <a:pt x="295" y="486"/>
                  <a:pt x="295" y="486"/>
                </a:cubicBezTo>
                <a:cubicBezTo>
                  <a:pt x="296" y="485"/>
                  <a:pt x="296" y="485"/>
                  <a:pt x="297" y="485"/>
                </a:cubicBezTo>
                <a:close/>
                <a:moveTo>
                  <a:pt x="297" y="499"/>
                </a:moveTo>
                <a:cubicBezTo>
                  <a:pt x="297" y="503"/>
                  <a:pt x="297" y="503"/>
                  <a:pt x="297" y="503"/>
                </a:cubicBezTo>
                <a:cubicBezTo>
                  <a:pt x="296" y="503"/>
                  <a:pt x="296" y="502"/>
                  <a:pt x="295" y="502"/>
                </a:cubicBezTo>
                <a:cubicBezTo>
                  <a:pt x="295" y="497"/>
                  <a:pt x="295" y="497"/>
                  <a:pt x="295" y="497"/>
                </a:cubicBezTo>
                <a:cubicBezTo>
                  <a:pt x="296" y="498"/>
                  <a:pt x="296" y="498"/>
                  <a:pt x="297" y="499"/>
                </a:cubicBezTo>
                <a:close/>
                <a:moveTo>
                  <a:pt x="297" y="512"/>
                </a:moveTo>
                <a:cubicBezTo>
                  <a:pt x="297" y="521"/>
                  <a:pt x="297" y="521"/>
                  <a:pt x="297" y="521"/>
                </a:cubicBezTo>
                <a:cubicBezTo>
                  <a:pt x="296" y="521"/>
                  <a:pt x="296" y="522"/>
                  <a:pt x="295" y="522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6" y="512"/>
                  <a:pt x="296" y="512"/>
                  <a:pt x="297" y="512"/>
                </a:cubicBezTo>
                <a:close/>
                <a:moveTo>
                  <a:pt x="297" y="540"/>
                </a:moveTo>
                <a:cubicBezTo>
                  <a:pt x="297" y="548"/>
                  <a:pt x="297" y="548"/>
                  <a:pt x="297" y="548"/>
                </a:cubicBezTo>
                <a:cubicBezTo>
                  <a:pt x="296" y="548"/>
                  <a:pt x="295" y="547"/>
                  <a:pt x="295" y="546"/>
                </a:cubicBezTo>
                <a:cubicBezTo>
                  <a:pt x="295" y="542"/>
                  <a:pt x="295" y="542"/>
                  <a:pt x="295" y="542"/>
                </a:cubicBezTo>
                <a:cubicBezTo>
                  <a:pt x="296" y="542"/>
                  <a:pt x="296" y="541"/>
                  <a:pt x="297" y="540"/>
                </a:cubicBezTo>
                <a:close/>
                <a:moveTo>
                  <a:pt x="297" y="587"/>
                </a:moveTo>
                <a:cubicBezTo>
                  <a:pt x="297" y="593"/>
                  <a:pt x="297" y="593"/>
                  <a:pt x="297" y="593"/>
                </a:cubicBezTo>
                <a:cubicBezTo>
                  <a:pt x="296" y="592"/>
                  <a:pt x="296" y="592"/>
                  <a:pt x="295" y="591"/>
                </a:cubicBezTo>
                <a:cubicBezTo>
                  <a:pt x="295" y="586"/>
                  <a:pt x="295" y="586"/>
                  <a:pt x="295" y="586"/>
                </a:cubicBezTo>
                <a:cubicBezTo>
                  <a:pt x="296" y="586"/>
                  <a:pt x="296" y="586"/>
                  <a:pt x="297" y="587"/>
                </a:cubicBezTo>
                <a:close/>
                <a:moveTo>
                  <a:pt x="297" y="611"/>
                </a:moveTo>
                <a:cubicBezTo>
                  <a:pt x="297" y="618"/>
                  <a:pt x="297" y="618"/>
                  <a:pt x="297" y="618"/>
                </a:cubicBezTo>
                <a:cubicBezTo>
                  <a:pt x="296" y="618"/>
                  <a:pt x="296" y="618"/>
                  <a:pt x="295" y="617"/>
                </a:cubicBezTo>
                <a:cubicBezTo>
                  <a:pt x="295" y="610"/>
                  <a:pt x="295" y="610"/>
                  <a:pt x="295" y="610"/>
                </a:cubicBezTo>
                <a:cubicBezTo>
                  <a:pt x="295" y="610"/>
                  <a:pt x="296" y="611"/>
                  <a:pt x="297" y="611"/>
                </a:cubicBezTo>
                <a:close/>
                <a:moveTo>
                  <a:pt x="297" y="669"/>
                </a:moveTo>
                <a:cubicBezTo>
                  <a:pt x="297" y="682"/>
                  <a:pt x="297" y="682"/>
                  <a:pt x="297" y="682"/>
                </a:cubicBezTo>
                <a:cubicBezTo>
                  <a:pt x="295" y="681"/>
                  <a:pt x="295" y="681"/>
                  <a:pt x="295" y="681"/>
                </a:cubicBezTo>
                <a:cubicBezTo>
                  <a:pt x="295" y="669"/>
                  <a:pt x="295" y="669"/>
                  <a:pt x="295" y="669"/>
                </a:cubicBezTo>
                <a:cubicBezTo>
                  <a:pt x="297" y="669"/>
                  <a:pt x="297" y="669"/>
                  <a:pt x="297" y="669"/>
                </a:cubicBezTo>
                <a:close/>
                <a:moveTo>
                  <a:pt x="297" y="735"/>
                </a:moveTo>
                <a:cubicBezTo>
                  <a:pt x="297" y="749"/>
                  <a:pt x="297" y="749"/>
                  <a:pt x="297" y="749"/>
                </a:cubicBezTo>
                <a:cubicBezTo>
                  <a:pt x="296" y="748"/>
                  <a:pt x="296" y="747"/>
                  <a:pt x="295" y="746"/>
                </a:cubicBezTo>
                <a:cubicBezTo>
                  <a:pt x="295" y="734"/>
                  <a:pt x="295" y="734"/>
                  <a:pt x="295" y="734"/>
                </a:cubicBezTo>
                <a:cubicBezTo>
                  <a:pt x="296" y="734"/>
                  <a:pt x="296" y="735"/>
                  <a:pt x="297" y="735"/>
                </a:cubicBezTo>
                <a:close/>
                <a:moveTo>
                  <a:pt x="295" y="336"/>
                </a:moveTo>
                <a:cubicBezTo>
                  <a:pt x="295" y="335"/>
                  <a:pt x="295" y="335"/>
                  <a:pt x="295" y="335"/>
                </a:cubicBezTo>
                <a:cubicBezTo>
                  <a:pt x="295" y="335"/>
                  <a:pt x="295" y="336"/>
                  <a:pt x="295" y="336"/>
                </a:cubicBezTo>
                <a:close/>
                <a:moveTo>
                  <a:pt x="295" y="14"/>
                </a:moveTo>
                <a:cubicBezTo>
                  <a:pt x="295" y="14"/>
                  <a:pt x="295" y="14"/>
                  <a:pt x="295" y="14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5" y="14"/>
                  <a:pt x="295" y="14"/>
                  <a:pt x="295" y="14"/>
                </a:cubicBezTo>
                <a:close/>
                <a:moveTo>
                  <a:pt x="295" y="781"/>
                </a:moveTo>
                <a:cubicBezTo>
                  <a:pt x="295" y="781"/>
                  <a:pt x="295" y="781"/>
                  <a:pt x="295" y="781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5" y="781"/>
                  <a:pt x="295" y="781"/>
                  <a:pt x="295" y="781"/>
                </a:cubicBezTo>
                <a:close/>
                <a:moveTo>
                  <a:pt x="295" y="31"/>
                </a:moveTo>
                <a:cubicBezTo>
                  <a:pt x="295" y="44"/>
                  <a:pt x="295" y="44"/>
                  <a:pt x="295" y="44"/>
                </a:cubicBezTo>
                <a:cubicBezTo>
                  <a:pt x="295" y="44"/>
                  <a:pt x="295" y="44"/>
                  <a:pt x="295" y="44"/>
                </a:cubicBezTo>
                <a:cubicBezTo>
                  <a:pt x="295" y="31"/>
                  <a:pt x="295" y="31"/>
                  <a:pt x="295" y="31"/>
                </a:cubicBezTo>
                <a:cubicBezTo>
                  <a:pt x="295" y="31"/>
                  <a:pt x="295" y="31"/>
                  <a:pt x="295" y="31"/>
                </a:cubicBezTo>
                <a:close/>
                <a:moveTo>
                  <a:pt x="295" y="53"/>
                </a:moveTo>
                <a:cubicBezTo>
                  <a:pt x="295" y="61"/>
                  <a:pt x="295" y="61"/>
                  <a:pt x="295" y="61"/>
                </a:cubicBezTo>
                <a:cubicBezTo>
                  <a:pt x="295" y="61"/>
                  <a:pt x="295" y="61"/>
                  <a:pt x="295" y="61"/>
                </a:cubicBezTo>
                <a:cubicBezTo>
                  <a:pt x="295" y="53"/>
                  <a:pt x="295" y="53"/>
                  <a:pt x="295" y="53"/>
                </a:cubicBezTo>
                <a:cubicBezTo>
                  <a:pt x="295" y="53"/>
                  <a:pt x="295" y="53"/>
                  <a:pt x="295" y="53"/>
                </a:cubicBezTo>
                <a:close/>
                <a:moveTo>
                  <a:pt x="295" y="82"/>
                </a:moveTo>
                <a:cubicBezTo>
                  <a:pt x="295" y="118"/>
                  <a:pt x="295" y="118"/>
                  <a:pt x="295" y="118"/>
                </a:cubicBezTo>
                <a:cubicBezTo>
                  <a:pt x="295" y="118"/>
                  <a:pt x="295" y="118"/>
                  <a:pt x="295" y="118"/>
                </a:cubicBezTo>
                <a:cubicBezTo>
                  <a:pt x="295" y="82"/>
                  <a:pt x="295" y="82"/>
                  <a:pt x="295" y="82"/>
                </a:cubicBezTo>
                <a:cubicBezTo>
                  <a:pt x="295" y="82"/>
                  <a:pt x="295" y="82"/>
                  <a:pt x="295" y="82"/>
                </a:cubicBezTo>
                <a:close/>
                <a:moveTo>
                  <a:pt x="295" y="140"/>
                </a:moveTo>
                <a:cubicBezTo>
                  <a:pt x="295" y="164"/>
                  <a:pt x="295" y="164"/>
                  <a:pt x="295" y="164"/>
                </a:cubicBezTo>
                <a:cubicBezTo>
                  <a:pt x="295" y="164"/>
                  <a:pt x="295" y="164"/>
                  <a:pt x="295" y="164"/>
                </a:cubicBezTo>
                <a:cubicBezTo>
                  <a:pt x="295" y="141"/>
                  <a:pt x="295" y="141"/>
                  <a:pt x="295" y="141"/>
                </a:cubicBezTo>
                <a:cubicBezTo>
                  <a:pt x="295" y="140"/>
                  <a:pt x="295" y="140"/>
                  <a:pt x="295" y="140"/>
                </a:cubicBezTo>
                <a:close/>
                <a:moveTo>
                  <a:pt x="295" y="187"/>
                </a:moveTo>
                <a:cubicBezTo>
                  <a:pt x="295" y="193"/>
                  <a:pt x="295" y="193"/>
                  <a:pt x="295" y="193"/>
                </a:cubicBezTo>
                <a:cubicBezTo>
                  <a:pt x="295" y="193"/>
                  <a:pt x="295" y="193"/>
                  <a:pt x="295" y="193"/>
                </a:cubicBezTo>
                <a:cubicBezTo>
                  <a:pt x="295" y="187"/>
                  <a:pt x="295" y="187"/>
                  <a:pt x="295" y="187"/>
                </a:cubicBezTo>
                <a:cubicBezTo>
                  <a:pt x="295" y="187"/>
                  <a:pt x="295" y="187"/>
                  <a:pt x="295" y="187"/>
                </a:cubicBezTo>
                <a:close/>
                <a:moveTo>
                  <a:pt x="295" y="195"/>
                </a:moveTo>
                <a:cubicBezTo>
                  <a:pt x="295" y="201"/>
                  <a:pt x="295" y="201"/>
                  <a:pt x="295" y="201"/>
                </a:cubicBezTo>
                <a:cubicBezTo>
                  <a:pt x="295" y="201"/>
                  <a:pt x="295" y="201"/>
                  <a:pt x="295" y="201"/>
                </a:cubicBezTo>
                <a:cubicBezTo>
                  <a:pt x="295" y="194"/>
                  <a:pt x="295" y="194"/>
                  <a:pt x="295" y="194"/>
                </a:cubicBezTo>
                <a:cubicBezTo>
                  <a:pt x="295" y="195"/>
                  <a:pt x="295" y="195"/>
                  <a:pt x="295" y="195"/>
                </a:cubicBezTo>
                <a:close/>
                <a:moveTo>
                  <a:pt x="295" y="211"/>
                </a:moveTo>
                <a:cubicBezTo>
                  <a:pt x="295" y="218"/>
                  <a:pt x="295" y="218"/>
                  <a:pt x="295" y="218"/>
                </a:cubicBezTo>
                <a:cubicBezTo>
                  <a:pt x="295" y="218"/>
                  <a:pt x="295" y="218"/>
                  <a:pt x="295" y="218"/>
                </a:cubicBezTo>
                <a:cubicBezTo>
                  <a:pt x="295" y="212"/>
                  <a:pt x="295" y="212"/>
                  <a:pt x="295" y="212"/>
                </a:cubicBezTo>
                <a:cubicBezTo>
                  <a:pt x="295" y="211"/>
                  <a:pt x="295" y="211"/>
                  <a:pt x="295" y="211"/>
                </a:cubicBezTo>
                <a:close/>
                <a:moveTo>
                  <a:pt x="295" y="282"/>
                </a:moveTo>
                <a:cubicBezTo>
                  <a:pt x="295" y="288"/>
                  <a:pt x="295" y="288"/>
                  <a:pt x="295" y="288"/>
                </a:cubicBezTo>
                <a:cubicBezTo>
                  <a:pt x="295" y="289"/>
                  <a:pt x="295" y="289"/>
                  <a:pt x="295" y="289"/>
                </a:cubicBezTo>
                <a:cubicBezTo>
                  <a:pt x="295" y="282"/>
                  <a:pt x="295" y="282"/>
                  <a:pt x="295" y="282"/>
                </a:cubicBezTo>
                <a:cubicBezTo>
                  <a:pt x="295" y="282"/>
                  <a:pt x="295" y="282"/>
                  <a:pt x="295" y="282"/>
                </a:cubicBezTo>
                <a:close/>
                <a:moveTo>
                  <a:pt x="295" y="303"/>
                </a:moveTo>
                <a:cubicBezTo>
                  <a:pt x="295" y="318"/>
                  <a:pt x="295" y="318"/>
                  <a:pt x="295" y="318"/>
                </a:cubicBezTo>
                <a:cubicBezTo>
                  <a:pt x="295" y="318"/>
                  <a:pt x="295" y="318"/>
                  <a:pt x="295" y="318"/>
                </a:cubicBezTo>
                <a:cubicBezTo>
                  <a:pt x="295" y="303"/>
                  <a:pt x="295" y="303"/>
                  <a:pt x="295" y="303"/>
                </a:cubicBezTo>
                <a:cubicBezTo>
                  <a:pt x="295" y="303"/>
                  <a:pt x="295" y="303"/>
                  <a:pt x="295" y="303"/>
                </a:cubicBezTo>
                <a:close/>
                <a:moveTo>
                  <a:pt x="295" y="335"/>
                </a:moveTo>
                <a:cubicBezTo>
                  <a:pt x="295" y="336"/>
                  <a:pt x="295" y="336"/>
                  <a:pt x="295" y="336"/>
                </a:cubicBezTo>
                <a:cubicBezTo>
                  <a:pt x="295" y="337"/>
                  <a:pt x="295" y="338"/>
                  <a:pt x="295" y="339"/>
                </a:cubicBezTo>
                <a:cubicBezTo>
                  <a:pt x="295" y="332"/>
                  <a:pt x="295" y="332"/>
                  <a:pt x="295" y="332"/>
                </a:cubicBezTo>
                <a:cubicBezTo>
                  <a:pt x="295" y="333"/>
                  <a:pt x="295" y="334"/>
                  <a:pt x="295" y="335"/>
                </a:cubicBezTo>
                <a:close/>
                <a:moveTo>
                  <a:pt x="295" y="366"/>
                </a:moveTo>
                <a:cubicBezTo>
                  <a:pt x="295" y="376"/>
                  <a:pt x="295" y="376"/>
                  <a:pt x="295" y="376"/>
                </a:cubicBezTo>
                <a:cubicBezTo>
                  <a:pt x="295" y="376"/>
                  <a:pt x="295" y="376"/>
                  <a:pt x="295" y="376"/>
                </a:cubicBezTo>
                <a:cubicBezTo>
                  <a:pt x="295" y="376"/>
                  <a:pt x="295" y="376"/>
                  <a:pt x="295" y="376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67"/>
                  <a:pt x="295" y="367"/>
                  <a:pt x="295" y="367"/>
                </a:cubicBezTo>
                <a:cubicBezTo>
                  <a:pt x="295" y="366"/>
                  <a:pt x="295" y="366"/>
                  <a:pt x="295" y="366"/>
                </a:cubicBezTo>
                <a:close/>
                <a:moveTo>
                  <a:pt x="295" y="388"/>
                </a:moveTo>
                <a:cubicBezTo>
                  <a:pt x="295" y="393"/>
                  <a:pt x="295" y="393"/>
                  <a:pt x="295" y="393"/>
                </a:cubicBezTo>
                <a:cubicBezTo>
                  <a:pt x="295" y="394"/>
                  <a:pt x="295" y="394"/>
                  <a:pt x="295" y="394"/>
                </a:cubicBezTo>
                <a:cubicBezTo>
                  <a:pt x="295" y="388"/>
                  <a:pt x="295" y="388"/>
                  <a:pt x="295" y="388"/>
                </a:cubicBezTo>
                <a:cubicBezTo>
                  <a:pt x="295" y="388"/>
                  <a:pt x="295" y="388"/>
                  <a:pt x="295" y="388"/>
                </a:cubicBezTo>
                <a:close/>
                <a:moveTo>
                  <a:pt x="295" y="400"/>
                </a:moveTo>
                <a:cubicBezTo>
                  <a:pt x="295" y="405"/>
                  <a:pt x="295" y="405"/>
                  <a:pt x="295" y="405"/>
                </a:cubicBezTo>
                <a:cubicBezTo>
                  <a:pt x="295" y="405"/>
                  <a:pt x="295" y="405"/>
                  <a:pt x="295" y="405"/>
                </a:cubicBezTo>
                <a:cubicBezTo>
                  <a:pt x="295" y="400"/>
                  <a:pt x="295" y="400"/>
                  <a:pt x="295" y="400"/>
                </a:cubicBezTo>
                <a:cubicBezTo>
                  <a:pt x="295" y="400"/>
                  <a:pt x="295" y="400"/>
                  <a:pt x="295" y="400"/>
                </a:cubicBezTo>
                <a:close/>
                <a:moveTo>
                  <a:pt x="295" y="414"/>
                </a:moveTo>
                <a:cubicBezTo>
                  <a:pt x="295" y="421"/>
                  <a:pt x="295" y="421"/>
                  <a:pt x="295" y="421"/>
                </a:cubicBezTo>
                <a:cubicBezTo>
                  <a:pt x="294" y="423"/>
                  <a:pt x="295" y="425"/>
                  <a:pt x="295" y="429"/>
                </a:cubicBezTo>
                <a:cubicBezTo>
                  <a:pt x="295" y="429"/>
                  <a:pt x="295" y="429"/>
                  <a:pt x="295" y="429"/>
                </a:cubicBezTo>
                <a:cubicBezTo>
                  <a:pt x="295" y="440"/>
                  <a:pt x="295" y="440"/>
                  <a:pt x="295" y="440"/>
                </a:cubicBezTo>
                <a:cubicBezTo>
                  <a:pt x="295" y="439"/>
                  <a:pt x="295" y="439"/>
                  <a:pt x="295" y="439"/>
                </a:cubicBezTo>
                <a:cubicBezTo>
                  <a:pt x="295" y="414"/>
                  <a:pt x="295" y="414"/>
                  <a:pt x="295" y="414"/>
                </a:cubicBezTo>
                <a:cubicBezTo>
                  <a:pt x="295" y="414"/>
                  <a:pt x="295" y="414"/>
                  <a:pt x="295" y="414"/>
                </a:cubicBezTo>
                <a:close/>
                <a:moveTo>
                  <a:pt x="295" y="486"/>
                </a:moveTo>
                <a:cubicBezTo>
                  <a:pt x="295" y="492"/>
                  <a:pt x="295" y="492"/>
                  <a:pt x="295" y="492"/>
                </a:cubicBezTo>
                <a:cubicBezTo>
                  <a:pt x="295" y="492"/>
                  <a:pt x="295" y="492"/>
                  <a:pt x="295" y="492"/>
                </a:cubicBezTo>
                <a:cubicBezTo>
                  <a:pt x="295" y="486"/>
                  <a:pt x="295" y="486"/>
                  <a:pt x="295" y="486"/>
                </a:cubicBezTo>
                <a:cubicBezTo>
                  <a:pt x="295" y="486"/>
                  <a:pt x="295" y="486"/>
                  <a:pt x="295" y="486"/>
                </a:cubicBezTo>
                <a:close/>
                <a:moveTo>
                  <a:pt x="295" y="497"/>
                </a:moveTo>
                <a:cubicBezTo>
                  <a:pt x="295" y="502"/>
                  <a:pt x="295" y="502"/>
                  <a:pt x="295" y="502"/>
                </a:cubicBezTo>
                <a:cubicBezTo>
                  <a:pt x="295" y="502"/>
                  <a:pt x="295" y="502"/>
                  <a:pt x="295" y="502"/>
                </a:cubicBezTo>
                <a:cubicBezTo>
                  <a:pt x="295" y="497"/>
                  <a:pt x="295" y="497"/>
                  <a:pt x="295" y="497"/>
                </a:cubicBezTo>
                <a:cubicBezTo>
                  <a:pt x="295" y="497"/>
                  <a:pt x="295" y="497"/>
                  <a:pt x="295" y="497"/>
                </a:cubicBezTo>
                <a:close/>
                <a:moveTo>
                  <a:pt x="295" y="512"/>
                </a:moveTo>
                <a:cubicBezTo>
                  <a:pt x="295" y="522"/>
                  <a:pt x="295" y="522"/>
                  <a:pt x="295" y="522"/>
                </a:cubicBezTo>
                <a:cubicBezTo>
                  <a:pt x="295" y="522"/>
                  <a:pt x="295" y="522"/>
                  <a:pt x="295" y="522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5" y="512"/>
                  <a:pt x="295" y="512"/>
                  <a:pt x="295" y="512"/>
                </a:cubicBezTo>
                <a:close/>
                <a:moveTo>
                  <a:pt x="295" y="542"/>
                </a:moveTo>
                <a:cubicBezTo>
                  <a:pt x="295" y="546"/>
                  <a:pt x="295" y="546"/>
                  <a:pt x="295" y="546"/>
                </a:cubicBezTo>
                <a:cubicBezTo>
                  <a:pt x="295" y="546"/>
                  <a:pt x="295" y="545"/>
                  <a:pt x="295" y="545"/>
                </a:cubicBezTo>
                <a:cubicBezTo>
                  <a:pt x="295" y="542"/>
                  <a:pt x="295" y="542"/>
                  <a:pt x="295" y="542"/>
                </a:cubicBezTo>
                <a:cubicBezTo>
                  <a:pt x="295" y="542"/>
                  <a:pt x="295" y="542"/>
                  <a:pt x="295" y="542"/>
                </a:cubicBezTo>
                <a:close/>
                <a:moveTo>
                  <a:pt x="295" y="586"/>
                </a:moveTo>
                <a:cubicBezTo>
                  <a:pt x="295" y="591"/>
                  <a:pt x="295" y="591"/>
                  <a:pt x="295" y="591"/>
                </a:cubicBezTo>
                <a:cubicBezTo>
                  <a:pt x="295" y="591"/>
                  <a:pt x="295" y="591"/>
                  <a:pt x="295" y="591"/>
                </a:cubicBezTo>
                <a:cubicBezTo>
                  <a:pt x="295" y="586"/>
                  <a:pt x="295" y="586"/>
                  <a:pt x="295" y="586"/>
                </a:cubicBezTo>
                <a:cubicBezTo>
                  <a:pt x="295" y="586"/>
                  <a:pt x="295" y="586"/>
                  <a:pt x="295" y="586"/>
                </a:cubicBezTo>
                <a:close/>
                <a:moveTo>
                  <a:pt x="295" y="610"/>
                </a:moveTo>
                <a:cubicBezTo>
                  <a:pt x="295" y="617"/>
                  <a:pt x="295" y="617"/>
                  <a:pt x="295" y="617"/>
                </a:cubicBezTo>
                <a:cubicBezTo>
                  <a:pt x="295" y="617"/>
                  <a:pt x="295" y="617"/>
                  <a:pt x="295" y="617"/>
                </a:cubicBezTo>
                <a:cubicBezTo>
                  <a:pt x="295" y="609"/>
                  <a:pt x="295" y="609"/>
                  <a:pt x="295" y="609"/>
                </a:cubicBezTo>
                <a:cubicBezTo>
                  <a:pt x="295" y="610"/>
                  <a:pt x="295" y="610"/>
                  <a:pt x="295" y="610"/>
                </a:cubicBezTo>
                <a:close/>
                <a:moveTo>
                  <a:pt x="295" y="669"/>
                </a:moveTo>
                <a:cubicBezTo>
                  <a:pt x="295" y="681"/>
                  <a:pt x="295" y="681"/>
                  <a:pt x="295" y="681"/>
                </a:cubicBezTo>
                <a:cubicBezTo>
                  <a:pt x="295" y="681"/>
                  <a:pt x="295" y="681"/>
                  <a:pt x="295" y="681"/>
                </a:cubicBezTo>
                <a:cubicBezTo>
                  <a:pt x="295" y="669"/>
                  <a:pt x="295" y="669"/>
                  <a:pt x="295" y="669"/>
                </a:cubicBezTo>
                <a:cubicBezTo>
                  <a:pt x="295" y="669"/>
                  <a:pt x="295" y="669"/>
                  <a:pt x="295" y="669"/>
                </a:cubicBezTo>
                <a:close/>
                <a:moveTo>
                  <a:pt x="295" y="734"/>
                </a:moveTo>
                <a:cubicBezTo>
                  <a:pt x="295" y="746"/>
                  <a:pt x="295" y="746"/>
                  <a:pt x="295" y="746"/>
                </a:cubicBezTo>
                <a:cubicBezTo>
                  <a:pt x="295" y="746"/>
                  <a:pt x="295" y="746"/>
                  <a:pt x="295" y="746"/>
                </a:cubicBezTo>
                <a:cubicBezTo>
                  <a:pt x="295" y="734"/>
                  <a:pt x="295" y="734"/>
                  <a:pt x="295" y="734"/>
                </a:cubicBezTo>
                <a:close/>
                <a:moveTo>
                  <a:pt x="293" y="14"/>
                </a:moveTo>
                <a:cubicBezTo>
                  <a:pt x="293" y="14"/>
                  <a:pt x="294" y="14"/>
                  <a:pt x="295" y="14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4" y="22"/>
                  <a:pt x="293" y="22"/>
                  <a:pt x="293" y="22"/>
                </a:cubicBezTo>
                <a:cubicBezTo>
                  <a:pt x="293" y="14"/>
                  <a:pt x="293" y="14"/>
                  <a:pt x="293" y="14"/>
                </a:cubicBezTo>
                <a:close/>
                <a:moveTo>
                  <a:pt x="295" y="781"/>
                </a:moveTo>
                <a:cubicBezTo>
                  <a:pt x="293" y="781"/>
                  <a:pt x="293" y="781"/>
                  <a:pt x="293" y="781"/>
                </a:cubicBezTo>
                <a:cubicBezTo>
                  <a:pt x="293" y="772"/>
                  <a:pt x="293" y="772"/>
                  <a:pt x="293" y="772"/>
                </a:cubicBezTo>
                <a:cubicBezTo>
                  <a:pt x="293" y="772"/>
                  <a:pt x="294" y="773"/>
                  <a:pt x="295" y="773"/>
                </a:cubicBezTo>
                <a:cubicBezTo>
                  <a:pt x="295" y="781"/>
                  <a:pt x="295" y="781"/>
                  <a:pt x="295" y="781"/>
                </a:cubicBezTo>
                <a:close/>
                <a:moveTo>
                  <a:pt x="295" y="31"/>
                </a:moveTo>
                <a:cubicBezTo>
                  <a:pt x="295" y="44"/>
                  <a:pt x="295" y="44"/>
                  <a:pt x="295" y="44"/>
                </a:cubicBezTo>
                <a:cubicBezTo>
                  <a:pt x="294" y="43"/>
                  <a:pt x="294" y="43"/>
                  <a:pt x="293" y="42"/>
                </a:cubicBezTo>
                <a:cubicBezTo>
                  <a:pt x="293" y="29"/>
                  <a:pt x="293" y="29"/>
                  <a:pt x="293" y="29"/>
                </a:cubicBezTo>
                <a:cubicBezTo>
                  <a:pt x="293" y="30"/>
                  <a:pt x="294" y="30"/>
                  <a:pt x="295" y="31"/>
                </a:cubicBezTo>
                <a:close/>
                <a:moveTo>
                  <a:pt x="295" y="53"/>
                </a:moveTo>
                <a:cubicBezTo>
                  <a:pt x="295" y="61"/>
                  <a:pt x="295" y="61"/>
                  <a:pt x="295" y="61"/>
                </a:cubicBezTo>
                <a:cubicBezTo>
                  <a:pt x="293" y="62"/>
                  <a:pt x="293" y="62"/>
                  <a:pt x="293" y="62"/>
                </a:cubicBezTo>
                <a:cubicBezTo>
                  <a:pt x="293" y="54"/>
                  <a:pt x="293" y="54"/>
                  <a:pt x="293" y="54"/>
                </a:cubicBezTo>
                <a:cubicBezTo>
                  <a:pt x="293" y="54"/>
                  <a:pt x="294" y="53"/>
                  <a:pt x="295" y="53"/>
                </a:cubicBezTo>
                <a:close/>
                <a:moveTo>
                  <a:pt x="295" y="82"/>
                </a:moveTo>
                <a:cubicBezTo>
                  <a:pt x="295" y="118"/>
                  <a:pt x="295" y="118"/>
                  <a:pt x="295" y="118"/>
                </a:cubicBezTo>
                <a:cubicBezTo>
                  <a:pt x="294" y="118"/>
                  <a:pt x="293" y="119"/>
                  <a:pt x="293" y="119"/>
                </a:cubicBezTo>
                <a:cubicBezTo>
                  <a:pt x="293" y="101"/>
                  <a:pt x="293" y="101"/>
                  <a:pt x="293" y="101"/>
                </a:cubicBezTo>
                <a:cubicBezTo>
                  <a:pt x="293" y="101"/>
                  <a:pt x="294" y="101"/>
                  <a:pt x="294" y="101"/>
                </a:cubicBezTo>
                <a:cubicBezTo>
                  <a:pt x="294" y="97"/>
                  <a:pt x="293" y="93"/>
                  <a:pt x="293" y="89"/>
                </a:cubicBezTo>
                <a:cubicBezTo>
                  <a:pt x="293" y="86"/>
                  <a:pt x="293" y="86"/>
                  <a:pt x="293" y="86"/>
                </a:cubicBezTo>
                <a:cubicBezTo>
                  <a:pt x="293" y="84"/>
                  <a:pt x="294" y="83"/>
                  <a:pt x="295" y="82"/>
                </a:cubicBezTo>
                <a:close/>
                <a:moveTo>
                  <a:pt x="295" y="141"/>
                </a:moveTo>
                <a:cubicBezTo>
                  <a:pt x="295" y="164"/>
                  <a:pt x="295" y="164"/>
                  <a:pt x="295" y="164"/>
                </a:cubicBezTo>
                <a:cubicBezTo>
                  <a:pt x="294" y="164"/>
                  <a:pt x="293" y="164"/>
                  <a:pt x="293" y="164"/>
                </a:cubicBezTo>
                <a:cubicBezTo>
                  <a:pt x="293" y="142"/>
                  <a:pt x="293" y="142"/>
                  <a:pt x="293" y="142"/>
                </a:cubicBezTo>
                <a:cubicBezTo>
                  <a:pt x="294" y="142"/>
                  <a:pt x="294" y="141"/>
                  <a:pt x="295" y="141"/>
                </a:cubicBezTo>
                <a:close/>
                <a:moveTo>
                  <a:pt x="295" y="187"/>
                </a:moveTo>
                <a:cubicBezTo>
                  <a:pt x="295" y="193"/>
                  <a:pt x="295" y="193"/>
                  <a:pt x="295" y="193"/>
                </a:cubicBezTo>
                <a:cubicBezTo>
                  <a:pt x="294" y="194"/>
                  <a:pt x="294" y="194"/>
                  <a:pt x="294" y="194"/>
                </a:cubicBezTo>
                <a:cubicBezTo>
                  <a:pt x="295" y="194"/>
                  <a:pt x="295" y="194"/>
                  <a:pt x="295" y="194"/>
                </a:cubicBezTo>
                <a:cubicBezTo>
                  <a:pt x="295" y="201"/>
                  <a:pt x="295" y="201"/>
                  <a:pt x="295" y="201"/>
                </a:cubicBezTo>
                <a:cubicBezTo>
                  <a:pt x="294" y="201"/>
                  <a:pt x="293" y="201"/>
                  <a:pt x="293" y="200"/>
                </a:cubicBezTo>
                <a:cubicBezTo>
                  <a:pt x="293" y="188"/>
                  <a:pt x="293" y="188"/>
                  <a:pt x="293" y="188"/>
                </a:cubicBezTo>
                <a:cubicBezTo>
                  <a:pt x="293" y="187"/>
                  <a:pt x="294" y="187"/>
                  <a:pt x="295" y="187"/>
                </a:cubicBezTo>
                <a:close/>
                <a:moveTo>
                  <a:pt x="295" y="212"/>
                </a:moveTo>
                <a:cubicBezTo>
                  <a:pt x="295" y="218"/>
                  <a:pt x="295" y="218"/>
                  <a:pt x="295" y="218"/>
                </a:cubicBezTo>
                <a:cubicBezTo>
                  <a:pt x="294" y="218"/>
                  <a:pt x="293" y="218"/>
                  <a:pt x="293" y="219"/>
                </a:cubicBezTo>
                <a:cubicBezTo>
                  <a:pt x="293" y="212"/>
                  <a:pt x="293" y="212"/>
                  <a:pt x="293" y="212"/>
                </a:cubicBezTo>
                <a:cubicBezTo>
                  <a:pt x="295" y="212"/>
                  <a:pt x="295" y="212"/>
                  <a:pt x="295" y="212"/>
                </a:cubicBezTo>
                <a:close/>
                <a:moveTo>
                  <a:pt x="295" y="282"/>
                </a:moveTo>
                <a:cubicBezTo>
                  <a:pt x="295" y="289"/>
                  <a:pt x="295" y="289"/>
                  <a:pt x="295" y="289"/>
                </a:cubicBezTo>
                <a:cubicBezTo>
                  <a:pt x="294" y="290"/>
                  <a:pt x="293" y="290"/>
                  <a:pt x="293" y="291"/>
                </a:cubicBezTo>
                <a:cubicBezTo>
                  <a:pt x="293" y="280"/>
                  <a:pt x="293" y="280"/>
                  <a:pt x="293" y="280"/>
                </a:cubicBezTo>
                <a:cubicBezTo>
                  <a:pt x="295" y="282"/>
                  <a:pt x="295" y="282"/>
                  <a:pt x="295" y="282"/>
                </a:cubicBezTo>
                <a:close/>
                <a:moveTo>
                  <a:pt x="295" y="303"/>
                </a:moveTo>
                <a:cubicBezTo>
                  <a:pt x="295" y="318"/>
                  <a:pt x="295" y="318"/>
                  <a:pt x="295" y="318"/>
                </a:cubicBezTo>
                <a:cubicBezTo>
                  <a:pt x="294" y="317"/>
                  <a:pt x="293" y="317"/>
                  <a:pt x="293" y="316"/>
                </a:cubicBezTo>
                <a:cubicBezTo>
                  <a:pt x="293" y="305"/>
                  <a:pt x="293" y="305"/>
                  <a:pt x="293" y="305"/>
                </a:cubicBezTo>
                <a:cubicBezTo>
                  <a:pt x="293" y="305"/>
                  <a:pt x="294" y="304"/>
                  <a:pt x="295" y="303"/>
                </a:cubicBezTo>
                <a:close/>
                <a:moveTo>
                  <a:pt x="295" y="332"/>
                </a:moveTo>
                <a:cubicBezTo>
                  <a:pt x="295" y="339"/>
                  <a:pt x="295" y="339"/>
                  <a:pt x="295" y="339"/>
                </a:cubicBezTo>
                <a:cubicBezTo>
                  <a:pt x="294" y="341"/>
                  <a:pt x="294" y="342"/>
                  <a:pt x="293" y="343"/>
                </a:cubicBezTo>
                <a:cubicBezTo>
                  <a:pt x="293" y="329"/>
                  <a:pt x="293" y="329"/>
                  <a:pt x="293" y="329"/>
                </a:cubicBezTo>
                <a:cubicBezTo>
                  <a:pt x="293" y="329"/>
                  <a:pt x="294" y="329"/>
                  <a:pt x="294" y="330"/>
                </a:cubicBezTo>
                <a:cubicBezTo>
                  <a:pt x="294" y="330"/>
                  <a:pt x="294" y="331"/>
                  <a:pt x="295" y="332"/>
                </a:cubicBezTo>
                <a:close/>
                <a:moveTo>
                  <a:pt x="295" y="367"/>
                </a:moveTo>
                <a:cubicBezTo>
                  <a:pt x="295" y="381"/>
                  <a:pt x="295" y="381"/>
                  <a:pt x="295" y="381"/>
                </a:cubicBezTo>
                <a:cubicBezTo>
                  <a:pt x="294" y="383"/>
                  <a:pt x="293" y="386"/>
                  <a:pt x="293" y="388"/>
                </a:cubicBezTo>
                <a:cubicBezTo>
                  <a:pt x="293" y="372"/>
                  <a:pt x="293" y="372"/>
                  <a:pt x="293" y="372"/>
                </a:cubicBezTo>
                <a:cubicBezTo>
                  <a:pt x="293" y="370"/>
                  <a:pt x="294" y="369"/>
                  <a:pt x="295" y="367"/>
                </a:cubicBezTo>
                <a:close/>
                <a:moveTo>
                  <a:pt x="295" y="388"/>
                </a:moveTo>
                <a:cubicBezTo>
                  <a:pt x="295" y="394"/>
                  <a:pt x="295" y="394"/>
                  <a:pt x="295" y="394"/>
                </a:cubicBezTo>
                <a:cubicBezTo>
                  <a:pt x="294" y="395"/>
                  <a:pt x="293" y="396"/>
                  <a:pt x="293" y="397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88"/>
                  <a:pt x="294" y="388"/>
                  <a:pt x="295" y="388"/>
                </a:cubicBezTo>
                <a:close/>
                <a:moveTo>
                  <a:pt x="295" y="400"/>
                </a:moveTo>
                <a:cubicBezTo>
                  <a:pt x="295" y="405"/>
                  <a:pt x="295" y="405"/>
                  <a:pt x="295" y="405"/>
                </a:cubicBezTo>
                <a:cubicBezTo>
                  <a:pt x="294" y="405"/>
                  <a:pt x="294" y="405"/>
                  <a:pt x="294" y="405"/>
                </a:cubicBezTo>
                <a:cubicBezTo>
                  <a:pt x="293" y="408"/>
                  <a:pt x="293" y="410"/>
                  <a:pt x="293" y="413"/>
                </a:cubicBezTo>
                <a:cubicBezTo>
                  <a:pt x="293" y="401"/>
                  <a:pt x="293" y="401"/>
                  <a:pt x="293" y="401"/>
                </a:cubicBezTo>
                <a:cubicBezTo>
                  <a:pt x="293" y="401"/>
                  <a:pt x="294" y="400"/>
                  <a:pt x="295" y="400"/>
                </a:cubicBezTo>
                <a:close/>
                <a:moveTo>
                  <a:pt x="295" y="414"/>
                </a:moveTo>
                <a:cubicBezTo>
                  <a:pt x="295" y="439"/>
                  <a:pt x="295" y="439"/>
                  <a:pt x="295" y="439"/>
                </a:cubicBezTo>
                <a:cubicBezTo>
                  <a:pt x="294" y="437"/>
                  <a:pt x="293" y="435"/>
                  <a:pt x="293" y="433"/>
                </a:cubicBezTo>
                <a:cubicBezTo>
                  <a:pt x="293" y="415"/>
                  <a:pt x="293" y="415"/>
                  <a:pt x="293" y="415"/>
                </a:cubicBezTo>
                <a:cubicBezTo>
                  <a:pt x="295" y="414"/>
                  <a:pt x="295" y="414"/>
                  <a:pt x="295" y="414"/>
                </a:cubicBezTo>
                <a:close/>
                <a:moveTo>
                  <a:pt x="295" y="486"/>
                </a:moveTo>
                <a:cubicBezTo>
                  <a:pt x="295" y="492"/>
                  <a:pt x="295" y="492"/>
                  <a:pt x="295" y="492"/>
                </a:cubicBezTo>
                <a:cubicBezTo>
                  <a:pt x="294" y="492"/>
                  <a:pt x="293" y="493"/>
                  <a:pt x="293" y="493"/>
                </a:cubicBezTo>
                <a:cubicBezTo>
                  <a:pt x="293" y="488"/>
                  <a:pt x="293" y="488"/>
                  <a:pt x="293" y="488"/>
                </a:cubicBezTo>
                <a:cubicBezTo>
                  <a:pt x="293" y="487"/>
                  <a:pt x="294" y="487"/>
                  <a:pt x="295" y="486"/>
                </a:cubicBezTo>
                <a:close/>
                <a:moveTo>
                  <a:pt x="295" y="497"/>
                </a:moveTo>
                <a:cubicBezTo>
                  <a:pt x="295" y="502"/>
                  <a:pt x="295" y="502"/>
                  <a:pt x="295" y="502"/>
                </a:cubicBezTo>
                <a:cubicBezTo>
                  <a:pt x="294" y="501"/>
                  <a:pt x="293" y="501"/>
                  <a:pt x="293" y="501"/>
                </a:cubicBezTo>
                <a:cubicBezTo>
                  <a:pt x="293" y="496"/>
                  <a:pt x="293" y="496"/>
                  <a:pt x="293" y="496"/>
                </a:cubicBezTo>
                <a:cubicBezTo>
                  <a:pt x="294" y="497"/>
                  <a:pt x="294" y="497"/>
                  <a:pt x="295" y="497"/>
                </a:cubicBezTo>
                <a:close/>
                <a:moveTo>
                  <a:pt x="295" y="512"/>
                </a:moveTo>
                <a:cubicBezTo>
                  <a:pt x="295" y="516"/>
                  <a:pt x="295" y="516"/>
                  <a:pt x="295" y="516"/>
                </a:cubicBezTo>
                <a:cubicBezTo>
                  <a:pt x="294" y="516"/>
                  <a:pt x="293" y="515"/>
                  <a:pt x="293" y="515"/>
                </a:cubicBezTo>
                <a:cubicBezTo>
                  <a:pt x="293" y="511"/>
                  <a:pt x="293" y="511"/>
                  <a:pt x="293" y="511"/>
                </a:cubicBezTo>
                <a:cubicBezTo>
                  <a:pt x="295" y="512"/>
                  <a:pt x="295" y="512"/>
                  <a:pt x="295" y="512"/>
                </a:cubicBezTo>
                <a:close/>
                <a:moveTo>
                  <a:pt x="295" y="516"/>
                </a:moveTo>
                <a:cubicBezTo>
                  <a:pt x="295" y="522"/>
                  <a:pt x="295" y="522"/>
                  <a:pt x="295" y="522"/>
                </a:cubicBezTo>
                <a:cubicBezTo>
                  <a:pt x="294" y="522"/>
                  <a:pt x="294" y="523"/>
                  <a:pt x="293" y="523"/>
                </a:cubicBezTo>
                <a:cubicBezTo>
                  <a:pt x="293" y="523"/>
                  <a:pt x="293" y="523"/>
                  <a:pt x="293" y="523"/>
                </a:cubicBezTo>
                <a:cubicBezTo>
                  <a:pt x="293" y="518"/>
                  <a:pt x="293" y="518"/>
                  <a:pt x="293" y="518"/>
                </a:cubicBezTo>
                <a:cubicBezTo>
                  <a:pt x="293" y="518"/>
                  <a:pt x="294" y="517"/>
                  <a:pt x="295" y="516"/>
                </a:cubicBezTo>
                <a:close/>
                <a:moveTo>
                  <a:pt x="295" y="542"/>
                </a:moveTo>
                <a:cubicBezTo>
                  <a:pt x="295" y="545"/>
                  <a:pt x="295" y="545"/>
                  <a:pt x="295" y="545"/>
                </a:cubicBezTo>
                <a:cubicBezTo>
                  <a:pt x="294" y="544"/>
                  <a:pt x="294" y="544"/>
                  <a:pt x="294" y="543"/>
                </a:cubicBezTo>
                <a:cubicBezTo>
                  <a:pt x="295" y="542"/>
                  <a:pt x="295" y="542"/>
                  <a:pt x="295" y="542"/>
                </a:cubicBezTo>
                <a:close/>
                <a:moveTo>
                  <a:pt x="295" y="586"/>
                </a:moveTo>
                <a:cubicBezTo>
                  <a:pt x="295" y="591"/>
                  <a:pt x="295" y="591"/>
                  <a:pt x="295" y="591"/>
                </a:cubicBezTo>
                <a:cubicBezTo>
                  <a:pt x="294" y="590"/>
                  <a:pt x="293" y="590"/>
                  <a:pt x="293" y="590"/>
                </a:cubicBezTo>
                <a:cubicBezTo>
                  <a:pt x="293" y="584"/>
                  <a:pt x="293" y="584"/>
                  <a:pt x="293" y="584"/>
                </a:cubicBezTo>
                <a:cubicBezTo>
                  <a:pt x="293" y="585"/>
                  <a:pt x="294" y="585"/>
                  <a:pt x="295" y="586"/>
                </a:cubicBezTo>
                <a:close/>
                <a:moveTo>
                  <a:pt x="295" y="609"/>
                </a:moveTo>
                <a:cubicBezTo>
                  <a:pt x="295" y="617"/>
                  <a:pt x="295" y="617"/>
                  <a:pt x="295" y="617"/>
                </a:cubicBezTo>
                <a:cubicBezTo>
                  <a:pt x="294" y="617"/>
                  <a:pt x="293" y="617"/>
                  <a:pt x="293" y="616"/>
                </a:cubicBezTo>
                <a:cubicBezTo>
                  <a:pt x="293" y="607"/>
                  <a:pt x="293" y="607"/>
                  <a:pt x="293" y="607"/>
                </a:cubicBezTo>
                <a:cubicBezTo>
                  <a:pt x="293" y="608"/>
                  <a:pt x="294" y="609"/>
                  <a:pt x="295" y="609"/>
                </a:cubicBezTo>
                <a:close/>
                <a:moveTo>
                  <a:pt x="295" y="669"/>
                </a:moveTo>
                <a:cubicBezTo>
                  <a:pt x="295" y="681"/>
                  <a:pt x="295" y="681"/>
                  <a:pt x="295" y="681"/>
                </a:cubicBezTo>
                <a:cubicBezTo>
                  <a:pt x="293" y="680"/>
                  <a:pt x="293" y="680"/>
                  <a:pt x="293" y="680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5" y="669"/>
                  <a:pt x="295" y="669"/>
                  <a:pt x="295" y="669"/>
                </a:cubicBezTo>
                <a:close/>
                <a:moveTo>
                  <a:pt x="295" y="734"/>
                </a:moveTo>
                <a:cubicBezTo>
                  <a:pt x="295" y="746"/>
                  <a:pt x="295" y="746"/>
                  <a:pt x="295" y="746"/>
                </a:cubicBezTo>
                <a:cubicBezTo>
                  <a:pt x="294" y="745"/>
                  <a:pt x="294" y="745"/>
                  <a:pt x="293" y="744"/>
                </a:cubicBezTo>
                <a:cubicBezTo>
                  <a:pt x="293" y="733"/>
                  <a:pt x="293" y="733"/>
                  <a:pt x="293" y="733"/>
                </a:cubicBezTo>
                <a:cubicBezTo>
                  <a:pt x="293" y="733"/>
                  <a:pt x="294" y="734"/>
                  <a:pt x="295" y="734"/>
                </a:cubicBezTo>
                <a:close/>
                <a:moveTo>
                  <a:pt x="293" y="468"/>
                </a:moveTo>
                <a:cubicBezTo>
                  <a:pt x="293" y="462"/>
                  <a:pt x="293" y="462"/>
                  <a:pt x="293" y="462"/>
                </a:cubicBezTo>
                <a:cubicBezTo>
                  <a:pt x="294" y="465"/>
                  <a:pt x="295" y="467"/>
                  <a:pt x="293" y="468"/>
                </a:cubicBezTo>
                <a:close/>
                <a:moveTo>
                  <a:pt x="293" y="452"/>
                </a:moveTo>
                <a:cubicBezTo>
                  <a:pt x="293" y="448"/>
                  <a:pt x="293" y="448"/>
                  <a:pt x="293" y="448"/>
                </a:cubicBezTo>
                <a:cubicBezTo>
                  <a:pt x="293" y="450"/>
                  <a:pt x="293" y="451"/>
                  <a:pt x="293" y="452"/>
                </a:cubicBezTo>
                <a:close/>
                <a:moveTo>
                  <a:pt x="291" y="15"/>
                </a:moveTo>
                <a:cubicBezTo>
                  <a:pt x="291" y="15"/>
                  <a:pt x="292" y="15"/>
                  <a:pt x="293" y="14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2" y="23"/>
                  <a:pt x="291" y="23"/>
                  <a:pt x="291" y="23"/>
                </a:cubicBezTo>
                <a:cubicBezTo>
                  <a:pt x="291" y="15"/>
                  <a:pt x="291" y="15"/>
                  <a:pt x="291" y="15"/>
                </a:cubicBezTo>
                <a:close/>
                <a:moveTo>
                  <a:pt x="293" y="781"/>
                </a:moveTo>
                <a:cubicBezTo>
                  <a:pt x="291" y="780"/>
                  <a:pt x="291" y="780"/>
                  <a:pt x="291" y="780"/>
                </a:cubicBezTo>
                <a:cubicBezTo>
                  <a:pt x="291" y="771"/>
                  <a:pt x="291" y="771"/>
                  <a:pt x="291" y="771"/>
                </a:cubicBezTo>
                <a:cubicBezTo>
                  <a:pt x="291" y="771"/>
                  <a:pt x="292" y="772"/>
                  <a:pt x="293" y="772"/>
                </a:cubicBezTo>
                <a:cubicBezTo>
                  <a:pt x="293" y="781"/>
                  <a:pt x="293" y="781"/>
                  <a:pt x="293" y="781"/>
                </a:cubicBezTo>
                <a:close/>
                <a:moveTo>
                  <a:pt x="293" y="29"/>
                </a:moveTo>
                <a:cubicBezTo>
                  <a:pt x="293" y="42"/>
                  <a:pt x="293" y="42"/>
                  <a:pt x="293" y="42"/>
                </a:cubicBezTo>
                <a:cubicBezTo>
                  <a:pt x="292" y="41"/>
                  <a:pt x="291" y="40"/>
                  <a:pt x="291" y="39"/>
                </a:cubicBezTo>
                <a:cubicBezTo>
                  <a:pt x="291" y="27"/>
                  <a:pt x="291" y="27"/>
                  <a:pt x="291" y="27"/>
                </a:cubicBezTo>
                <a:cubicBezTo>
                  <a:pt x="291" y="28"/>
                  <a:pt x="292" y="29"/>
                  <a:pt x="293" y="29"/>
                </a:cubicBezTo>
                <a:close/>
                <a:moveTo>
                  <a:pt x="293" y="54"/>
                </a:moveTo>
                <a:cubicBezTo>
                  <a:pt x="293" y="62"/>
                  <a:pt x="293" y="62"/>
                  <a:pt x="293" y="62"/>
                </a:cubicBezTo>
                <a:cubicBezTo>
                  <a:pt x="292" y="62"/>
                  <a:pt x="291" y="62"/>
                  <a:pt x="291" y="63"/>
                </a:cubicBezTo>
                <a:cubicBezTo>
                  <a:pt x="291" y="55"/>
                  <a:pt x="291" y="55"/>
                  <a:pt x="291" y="55"/>
                </a:cubicBezTo>
                <a:cubicBezTo>
                  <a:pt x="291" y="54"/>
                  <a:pt x="292" y="54"/>
                  <a:pt x="293" y="54"/>
                </a:cubicBezTo>
                <a:close/>
                <a:moveTo>
                  <a:pt x="293" y="86"/>
                </a:moveTo>
                <a:cubicBezTo>
                  <a:pt x="293" y="89"/>
                  <a:pt x="293" y="89"/>
                  <a:pt x="293" y="89"/>
                </a:cubicBezTo>
                <a:cubicBezTo>
                  <a:pt x="293" y="88"/>
                  <a:pt x="293" y="86"/>
                  <a:pt x="293" y="86"/>
                </a:cubicBezTo>
                <a:close/>
                <a:moveTo>
                  <a:pt x="293" y="101"/>
                </a:moveTo>
                <a:cubicBezTo>
                  <a:pt x="293" y="119"/>
                  <a:pt x="293" y="119"/>
                  <a:pt x="293" y="119"/>
                </a:cubicBezTo>
                <a:cubicBezTo>
                  <a:pt x="292" y="120"/>
                  <a:pt x="291" y="120"/>
                  <a:pt x="291" y="121"/>
                </a:cubicBezTo>
                <a:cubicBezTo>
                  <a:pt x="291" y="102"/>
                  <a:pt x="291" y="102"/>
                  <a:pt x="291" y="102"/>
                </a:cubicBezTo>
                <a:cubicBezTo>
                  <a:pt x="291" y="102"/>
                  <a:pt x="292" y="102"/>
                  <a:pt x="293" y="101"/>
                </a:cubicBezTo>
                <a:close/>
                <a:moveTo>
                  <a:pt x="293" y="142"/>
                </a:moveTo>
                <a:cubicBezTo>
                  <a:pt x="293" y="164"/>
                  <a:pt x="293" y="164"/>
                  <a:pt x="293" y="164"/>
                </a:cubicBezTo>
                <a:cubicBezTo>
                  <a:pt x="292" y="164"/>
                  <a:pt x="291" y="164"/>
                  <a:pt x="291" y="165"/>
                </a:cubicBezTo>
                <a:cubicBezTo>
                  <a:pt x="291" y="144"/>
                  <a:pt x="291" y="144"/>
                  <a:pt x="291" y="144"/>
                </a:cubicBezTo>
                <a:cubicBezTo>
                  <a:pt x="291" y="144"/>
                  <a:pt x="292" y="143"/>
                  <a:pt x="293" y="142"/>
                </a:cubicBezTo>
                <a:close/>
                <a:moveTo>
                  <a:pt x="293" y="188"/>
                </a:moveTo>
                <a:cubicBezTo>
                  <a:pt x="293" y="200"/>
                  <a:pt x="293" y="200"/>
                  <a:pt x="293" y="200"/>
                </a:cubicBezTo>
                <a:cubicBezTo>
                  <a:pt x="292" y="200"/>
                  <a:pt x="291" y="200"/>
                  <a:pt x="291" y="199"/>
                </a:cubicBezTo>
                <a:cubicBezTo>
                  <a:pt x="291" y="189"/>
                  <a:pt x="291" y="189"/>
                  <a:pt x="291" y="189"/>
                </a:cubicBezTo>
                <a:cubicBezTo>
                  <a:pt x="291" y="188"/>
                  <a:pt x="292" y="188"/>
                  <a:pt x="293" y="188"/>
                </a:cubicBezTo>
                <a:close/>
                <a:moveTo>
                  <a:pt x="293" y="212"/>
                </a:moveTo>
                <a:cubicBezTo>
                  <a:pt x="293" y="219"/>
                  <a:pt x="293" y="219"/>
                  <a:pt x="293" y="219"/>
                </a:cubicBezTo>
                <a:cubicBezTo>
                  <a:pt x="292" y="219"/>
                  <a:pt x="291" y="220"/>
                  <a:pt x="291" y="220"/>
                </a:cubicBezTo>
                <a:cubicBezTo>
                  <a:pt x="291" y="211"/>
                  <a:pt x="291" y="211"/>
                  <a:pt x="291" y="211"/>
                </a:cubicBezTo>
                <a:cubicBezTo>
                  <a:pt x="293" y="212"/>
                  <a:pt x="293" y="212"/>
                  <a:pt x="293" y="212"/>
                </a:cubicBezTo>
                <a:cubicBezTo>
                  <a:pt x="293" y="212"/>
                  <a:pt x="293" y="212"/>
                  <a:pt x="293" y="212"/>
                </a:cubicBezTo>
                <a:close/>
                <a:moveTo>
                  <a:pt x="293" y="280"/>
                </a:moveTo>
                <a:cubicBezTo>
                  <a:pt x="293" y="291"/>
                  <a:pt x="293" y="291"/>
                  <a:pt x="293" y="291"/>
                </a:cubicBezTo>
                <a:cubicBezTo>
                  <a:pt x="292" y="292"/>
                  <a:pt x="291" y="293"/>
                  <a:pt x="291" y="294"/>
                </a:cubicBezTo>
                <a:cubicBezTo>
                  <a:pt x="291" y="278"/>
                  <a:pt x="291" y="278"/>
                  <a:pt x="291" y="278"/>
                </a:cubicBezTo>
                <a:cubicBezTo>
                  <a:pt x="293" y="280"/>
                  <a:pt x="293" y="280"/>
                  <a:pt x="293" y="280"/>
                </a:cubicBezTo>
                <a:close/>
                <a:moveTo>
                  <a:pt x="293" y="305"/>
                </a:moveTo>
                <a:cubicBezTo>
                  <a:pt x="293" y="316"/>
                  <a:pt x="293" y="316"/>
                  <a:pt x="293" y="316"/>
                </a:cubicBezTo>
                <a:cubicBezTo>
                  <a:pt x="292" y="315"/>
                  <a:pt x="291" y="315"/>
                  <a:pt x="291" y="314"/>
                </a:cubicBezTo>
                <a:cubicBezTo>
                  <a:pt x="291" y="309"/>
                  <a:pt x="291" y="309"/>
                  <a:pt x="291" y="309"/>
                </a:cubicBezTo>
                <a:cubicBezTo>
                  <a:pt x="291" y="307"/>
                  <a:pt x="292" y="306"/>
                  <a:pt x="293" y="305"/>
                </a:cubicBezTo>
                <a:close/>
                <a:moveTo>
                  <a:pt x="293" y="329"/>
                </a:moveTo>
                <a:cubicBezTo>
                  <a:pt x="293" y="343"/>
                  <a:pt x="293" y="343"/>
                  <a:pt x="293" y="343"/>
                </a:cubicBezTo>
                <a:cubicBezTo>
                  <a:pt x="292" y="345"/>
                  <a:pt x="291" y="346"/>
                  <a:pt x="291" y="347"/>
                </a:cubicBezTo>
                <a:cubicBezTo>
                  <a:pt x="291" y="326"/>
                  <a:pt x="291" y="326"/>
                  <a:pt x="291" y="326"/>
                </a:cubicBezTo>
                <a:cubicBezTo>
                  <a:pt x="291" y="327"/>
                  <a:pt x="292" y="328"/>
                  <a:pt x="293" y="329"/>
                </a:cubicBezTo>
                <a:close/>
                <a:moveTo>
                  <a:pt x="293" y="372"/>
                </a:moveTo>
                <a:cubicBezTo>
                  <a:pt x="293" y="388"/>
                  <a:pt x="293" y="388"/>
                  <a:pt x="293" y="388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97"/>
                  <a:pt x="293" y="397"/>
                  <a:pt x="293" y="397"/>
                </a:cubicBezTo>
                <a:cubicBezTo>
                  <a:pt x="292" y="398"/>
                  <a:pt x="292" y="400"/>
                  <a:pt x="291" y="402"/>
                </a:cubicBezTo>
                <a:cubicBezTo>
                  <a:pt x="292" y="402"/>
                  <a:pt x="293" y="401"/>
                  <a:pt x="293" y="401"/>
                </a:cubicBezTo>
                <a:cubicBezTo>
                  <a:pt x="293" y="413"/>
                  <a:pt x="293" y="413"/>
                  <a:pt x="293" y="413"/>
                </a:cubicBezTo>
                <a:cubicBezTo>
                  <a:pt x="293" y="414"/>
                  <a:pt x="293" y="415"/>
                  <a:pt x="293" y="416"/>
                </a:cubicBezTo>
                <a:cubicBezTo>
                  <a:pt x="293" y="415"/>
                  <a:pt x="293" y="415"/>
                  <a:pt x="293" y="415"/>
                </a:cubicBezTo>
                <a:cubicBezTo>
                  <a:pt x="293" y="433"/>
                  <a:pt x="293" y="433"/>
                  <a:pt x="293" y="433"/>
                </a:cubicBezTo>
                <a:cubicBezTo>
                  <a:pt x="292" y="429"/>
                  <a:pt x="291" y="426"/>
                  <a:pt x="291" y="422"/>
                </a:cubicBezTo>
                <a:cubicBezTo>
                  <a:pt x="291" y="381"/>
                  <a:pt x="291" y="381"/>
                  <a:pt x="291" y="381"/>
                </a:cubicBezTo>
                <a:cubicBezTo>
                  <a:pt x="291" y="378"/>
                  <a:pt x="292" y="375"/>
                  <a:pt x="293" y="372"/>
                </a:cubicBezTo>
                <a:close/>
                <a:moveTo>
                  <a:pt x="293" y="448"/>
                </a:moveTo>
                <a:cubicBezTo>
                  <a:pt x="293" y="452"/>
                  <a:pt x="293" y="452"/>
                  <a:pt x="293" y="452"/>
                </a:cubicBezTo>
                <a:cubicBezTo>
                  <a:pt x="293" y="453"/>
                  <a:pt x="292" y="455"/>
                  <a:pt x="291" y="457"/>
                </a:cubicBezTo>
                <a:cubicBezTo>
                  <a:pt x="291" y="447"/>
                  <a:pt x="291" y="447"/>
                  <a:pt x="291" y="447"/>
                </a:cubicBezTo>
                <a:cubicBezTo>
                  <a:pt x="291" y="447"/>
                  <a:pt x="292" y="447"/>
                  <a:pt x="293" y="447"/>
                </a:cubicBezTo>
                <a:cubicBezTo>
                  <a:pt x="293" y="448"/>
                  <a:pt x="293" y="448"/>
                  <a:pt x="293" y="448"/>
                </a:cubicBezTo>
                <a:close/>
                <a:moveTo>
                  <a:pt x="293" y="462"/>
                </a:moveTo>
                <a:cubicBezTo>
                  <a:pt x="293" y="468"/>
                  <a:pt x="293" y="468"/>
                  <a:pt x="293" y="468"/>
                </a:cubicBezTo>
                <a:cubicBezTo>
                  <a:pt x="292" y="469"/>
                  <a:pt x="291" y="469"/>
                  <a:pt x="291" y="469"/>
                </a:cubicBezTo>
                <a:cubicBezTo>
                  <a:pt x="291" y="459"/>
                  <a:pt x="291" y="459"/>
                  <a:pt x="291" y="459"/>
                </a:cubicBezTo>
                <a:cubicBezTo>
                  <a:pt x="291" y="460"/>
                  <a:pt x="292" y="461"/>
                  <a:pt x="293" y="462"/>
                </a:cubicBezTo>
                <a:close/>
                <a:moveTo>
                  <a:pt x="293" y="488"/>
                </a:moveTo>
                <a:cubicBezTo>
                  <a:pt x="293" y="493"/>
                  <a:pt x="293" y="493"/>
                  <a:pt x="293" y="493"/>
                </a:cubicBezTo>
                <a:cubicBezTo>
                  <a:pt x="293" y="494"/>
                  <a:pt x="292" y="495"/>
                  <a:pt x="291" y="496"/>
                </a:cubicBezTo>
                <a:cubicBezTo>
                  <a:pt x="292" y="496"/>
                  <a:pt x="293" y="496"/>
                  <a:pt x="293" y="496"/>
                </a:cubicBezTo>
                <a:cubicBezTo>
                  <a:pt x="293" y="501"/>
                  <a:pt x="293" y="501"/>
                  <a:pt x="293" y="501"/>
                </a:cubicBezTo>
                <a:cubicBezTo>
                  <a:pt x="292" y="501"/>
                  <a:pt x="291" y="500"/>
                  <a:pt x="291" y="500"/>
                </a:cubicBezTo>
                <a:cubicBezTo>
                  <a:pt x="291" y="490"/>
                  <a:pt x="291" y="490"/>
                  <a:pt x="291" y="490"/>
                </a:cubicBezTo>
                <a:cubicBezTo>
                  <a:pt x="291" y="489"/>
                  <a:pt x="292" y="489"/>
                  <a:pt x="293" y="488"/>
                </a:cubicBezTo>
                <a:close/>
                <a:moveTo>
                  <a:pt x="293" y="511"/>
                </a:moveTo>
                <a:cubicBezTo>
                  <a:pt x="293" y="515"/>
                  <a:pt x="293" y="515"/>
                  <a:pt x="293" y="515"/>
                </a:cubicBezTo>
                <a:cubicBezTo>
                  <a:pt x="292" y="514"/>
                  <a:pt x="291" y="514"/>
                  <a:pt x="291" y="513"/>
                </a:cubicBezTo>
                <a:cubicBezTo>
                  <a:pt x="291" y="509"/>
                  <a:pt x="291" y="509"/>
                  <a:pt x="291" y="509"/>
                </a:cubicBezTo>
                <a:cubicBezTo>
                  <a:pt x="291" y="510"/>
                  <a:pt x="292" y="510"/>
                  <a:pt x="293" y="511"/>
                </a:cubicBezTo>
                <a:close/>
                <a:moveTo>
                  <a:pt x="293" y="518"/>
                </a:moveTo>
                <a:cubicBezTo>
                  <a:pt x="293" y="523"/>
                  <a:pt x="293" y="523"/>
                  <a:pt x="293" y="523"/>
                </a:cubicBezTo>
                <a:cubicBezTo>
                  <a:pt x="291" y="526"/>
                  <a:pt x="291" y="526"/>
                  <a:pt x="291" y="526"/>
                </a:cubicBezTo>
                <a:cubicBezTo>
                  <a:pt x="291" y="519"/>
                  <a:pt x="291" y="519"/>
                  <a:pt x="291" y="519"/>
                </a:cubicBezTo>
                <a:cubicBezTo>
                  <a:pt x="291" y="519"/>
                  <a:pt x="292" y="518"/>
                  <a:pt x="293" y="518"/>
                </a:cubicBezTo>
                <a:close/>
                <a:moveTo>
                  <a:pt x="293" y="584"/>
                </a:moveTo>
                <a:cubicBezTo>
                  <a:pt x="293" y="590"/>
                  <a:pt x="293" y="590"/>
                  <a:pt x="293" y="590"/>
                </a:cubicBezTo>
                <a:cubicBezTo>
                  <a:pt x="292" y="590"/>
                  <a:pt x="292" y="589"/>
                  <a:pt x="291" y="589"/>
                </a:cubicBezTo>
                <a:cubicBezTo>
                  <a:pt x="291" y="598"/>
                  <a:pt x="290" y="603"/>
                  <a:pt x="293" y="607"/>
                </a:cubicBezTo>
                <a:cubicBezTo>
                  <a:pt x="293" y="616"/>
                  <a:pt x="293" y="616"/>
                  <a:pt x="293" y="616"/>
                </a:cubicBezTo>
                <a:cubicBezTo>
                  <a:pt x="292" y="616"/>
                  <a:pt x="291" y="616"/>
                  <a:pt x="291" y="615"/>
                </a:cubicBezTo>
                <a:cubicBezTo>
                  <a:pt x="291" y="583"/>
                  <a:pt x="291" y="583"/>
                  <a:pt x="291" y="583"/>
                </a:cubicBezTo>
                <a:cubicBezTo>
                  <a:pt x="291" y="584"/>
                  <a:pt x="292" y="584"/>
                  <a:pt x="293" y="584"/>
                </a:cubicBezTo>
                <a:close/>
                <a:moveTo>
                  <a:pt x="293" y="668"/>
                </a:moveTo>
                <a:cubicBezTo>
                  <a:pt x="293" y="680"/>
                  <a:pt x="293" y="680"/>
                  <a:pt x="293" y="680"/>
                </a:cubicBezTo>
                <a:cubicBezTo>
                  <a:pt x="291" y="679"/>
                  <a:pt x="291" y="679"/>
                  <a:pt x="291" y="679"/>
                </a:cubicBezTo>
                <a:cubicBezTo>
                  <a:pt x="291" y="667"/>
                  <a:pt x="291" y="667"/>
                  <a:pt x="291" y="667"/>
                </a:cubicBezTo>
                <a:cubicBezTo>
                  <a:pt x="293" y="668"/>
                  <a:pt x="293" y="668"/>
                  <a:pt x="293" y="668"/>
                </a:cubicBezTo>
                <a:close/>
                <a:moveTo>
                  <a:pt x="293" y="733"/>
                </a:moveTo>
                <a:cubicBezTo>
                  <a:pt x="293" y="744"/>
                  <a:pt x="293" y="744"/>
                  <a:pt x="293" y="744"/>
                </a:cubicBezTo>
                <a:cubicBezTo>
                  <a:pt x="292" y="743"/>
                  <a:pt x="291" y="743"/>
                  <a:pt x="291" y="742"/>
                </a:cubicBezTo>
                <a:cubicBezTo>
                  <a:pt x="291" y="732"/>
                  <a:pt x="291" y="732"/>
                  <a:pt x="291" y="732"/>
                </a:cubicBezTo>
                <a:cubicBezTo>
                  <a:pt x="291" y="732"/>
                  <a:pt x="292" y="732"/>
                  <a:pt x="293" y="733"/>
                </a:cubicBezTo>
                <a:close/>
                <a:moveTo>
                  <a:pt x="289" y="16"/>
                </a:moveTo>
                <a:cubicBezTo>
                  <a:pt x="291" y="15"/>
                  <a:pt x="291" y="15"/>
                  <a:pt x="291" y="15"/>
                </a:cubicBezTo>
                <a:cubicBezTo>
                  <a:pt x="291" y="23"/>
                  <a:pt x="291" y="23"/>
                  <a:pt x="291" y="23"/>
                </a:cubicBezTo>
                <a:cubicBezTo>
                  <a:pt x="290" y="23"/>
                  <a:pt x="289" y="23"/>
                  <a:pt x="289" y="23"/>
                </a:cubicBezTo>
                <a:cubicBezTo>
                  <a:pt x="289" y="24"/>
                  <a:pt x="289" y="24"/>
                  <a:pt x="289" y="24"/>
                </a:cubicBezTo>
                <a:cubicBezTo>
                  <a:pt x="289" y="16"/>
                  <a:pt x="289" y="16"/>
                  <a:pt x="289" y="16"/>
                </a:cubicBezTo>
                <a:close/>
                <a:moveTo>
                  <a:pt x="291" y="780"/>
                </a:moveTo>
                <a:cubicBezTo>
                  <a:pt x="289" y="780"/>
                  <a:pt x="289" y="780"/>
                  <a:pt x="289" y="780"/>
                </a:cubicBezTo>
                <a:cubicBezTo>
                  <a:pt x="289" y="770"/>
                  <a:pt x="289" y="770"/>
                  <a:pt x="289" y="770"/>
                </a:cubicBezTo>
                <a:cubicBezTo>
                  <a:pt x="289" y="770"/>
                  <a:pt x="290" y="770"/>
                  <a:pt x="291" y="771"/>
                </a:cubicBezTo>
                <a:cubicBezTo>
                  <a:pt x="291" y="780"/>
                  <a:pt x="291" y="780"/>
                  <a:pt x="291" y="780"/>
                </a:cubicBezTo>
                <a:close/>
                <a:moveTo>
                  <a:pt x="291" y="27"/>
                </a:moveTo>
                <a:cubicBezTo>
                  <a:pt x="291" y="39"/>
                  <a:pt x="291" y="39"/>
                  <a:pt x="291" y="39"/>
                </a:cubicBezTo>
                <a:cubicBezTo>
                  <a:pt x="289" y="37"/>
                  <a:pt x="289" y="37"/>
                  <a:pt x="289" y="37"/>
                </a:cubicBezTo>
                <a:cubicBezTo>
                  <a:pt x="289" y="27"/>
                  <a:pt x="289" y="27"/>
                  <a:pt x="289" y="27"/>
                </a:cubicBezTo>
                <a:cubicBezTo>
                  <a:pt x="289" y="27"/>
                  <a:pt x="290" y="27"/>
                  <a:pt x="291" y="27"/>
                </a:cubicBezTo>
                <a:close/>
                <a:moveTo>
                  <a:pt x="291" y="55"/>
                </a:moveTo>
                <a:cubicBezTo>
                  <a:pt x="291" y="63"/>
                  <a:pt x="291" y="63"/>
                  <a:pt x="291" y="63"/>
                </a:cubicBezTo>
                <a:cubicBezTo>
                  <a:pt x="289" y="63"/>
                  <a:pt x="289" y="63"/>
                  <a:pt x="289" y="63"/>
                </a:cubicBezTo>
                <a:cubicBezTo>
                  <a:pt x="289" y="55"/>
                  <a:pt x="289" y="55"/>
                  <a:pt x="289" y="55"/>
                </a:cubicBezTo>
                <a:cubicBezTo>
                  <a:pt x="289" y="55"/>
                  <a:pt x="290" y="55"/>
                  <a:pt x="291" y="55"/>
                </a:cubicBezTo>
                <a:close/>
                <a:moveTo>
                  <a:pt x="291" y="102"/>
                </a:moveTo>
                <a:cubicBezTo>
                  <a:pt x="291" y="121"/>
                  <a:pt x="291" y="121"/>
                  <a:pt x="291" y="121"/>
                </a:cubicBezTo>
                <a:cubicBezTo>
                  <a:pt x="289" y="122"/>
                  <a:pt x="289" y="122"/>
                  <a:pt x="289" y="122"/>
                </a:cubicBezTo>
                <a:cubicBezTo>
                  <a:pt x="289" y="103"/>
                  <a:pt x="289" y="103"/>
                  <a:pt x="289" y="103"/>
                </a:cubicBezTo>
                <a:cubicBezTo>
                  <a:pt x="291" y="102"/>
                  <a:pt x="291" y="102"/>
                  <a:pt x="291" y="102"/>
                </a:cubicBezTo>
                <a:close/>
                <a:moveTo>
                  <a:pt x="291" y="144"/>
                </a:moveTo>
                <a:cubicBezTo>
                  <a:pt x="291" y="165"/>
                  <a:pt x="291" y="165"/>
                  <a:pt x="291" y="165"/>
                </a:cubicBezTo>
                <a:cubicBezTo>
                  <a:pt x="290" y="165"/>
                  <a:pt x="289" y="165"/>
                  <a:pt x="289" y="165"/>
                </a:cubicBezTo>
                <a:cubicBezTo>
                  <a:pt x="289" y="145"/>
                  <a:pt x="289" y="145"/>
                  <a:pt x="289" y="145"/>
                </a:cubicBezTo>
                <a:cubicBezTo>
                  <a:pt x="289" y="145"/>
                  <a:pt x="290" y="145"/>
                  <a:pt x="291" y="144"/>
                </a:cubicBezTo>
                <a:close/>
                <a:moveTo>
                  <a:pt x="291" y="189"/>
                </a:moveTo>
                <a:cubicBezTo>
                  <a:pt x="291" y="199"/>
                  <a:pt x="291" y="199"/>
                  <a:pt x="291" y="199"/>
                </a:cubicBezTo>
                <a:cubicBezTo>
                  <a:pt x="290" y="199"/>
                  <a:pt x="289" y="199"/>
                  <a:pt x="289" y="199"/>
                </a:cubicBezTo>
                <a:cubicBezTo>
                  <a:pt x="289" y="190"/>
                  <a:pt x="289" y="190"/>
                  <a:pt x="289" y="190"/>
                </a:cubicBezTo>
                <a:cubicBezTo>
                  <a:pt x="289" y="189"/>
                  <a:pt x="290" y="189"/>
                  <a:pt x="291" y="189"/>
                </a:cubicBezTo>
                <a:close/>
                <a:moveTo>
                  <a:pt x="291" y="211"/>
                </a:moveTo>
                <a:cubicBezTo>
                  <a:pt x="291" y="220"/>
                  <a:pt x="291" y="220"/>
                  <a:pt x="291" y="220"/>
                </a:cubicBezTo>
                <a:cubicBezTo>
                  <a:pt x="290" y="221"/>
                  <a:pt x="289" y="221"/>
                  <a:pt x="289" y="222"/>
                </a:cubicBezTo>
                <a:cubicBezTo>
                  <a:pt x="289" y="210"/>
                  <a:pt x="289" y="210"/>
                  <a:pt x="289" y="210"/>
                </a:cubicBezTo>
                <a:cubicBezTo>
                  <a:pt x="291" y="211"/>
                  <a:pt x="291" y="211"/>
                  <a:pt x="291" y="211"/>
                </a:cubicBezTo>
                <a:close/>
                <a:moveTo>
                  <a:pt x="291" y="278"/>
                </a:moveTo>
                <a:cubicBezTo>
                  <a:pt x="291" y="294"/>
                  <a:pt x="291" y="294"/>
                  <a:pt x="291" y="294"/>
                </a:cubicBezTo>
                <a:cubicBezTo>
                  <a:pt x="290" y="295"/>
                  <a:pt x="289" y="296"/>
                  <a:pt x="289" y="297"/>
                </a:cubicBezTo>
                <a:cubicBezTo>
                  <a:pt x="289" y="290"/>
                  <a:pt x="289" y="290"/>
                  <a:pt x="289" y="290"/>
                </a:cubicBezTo>
                <a:cubicBezTo>
                  <a:pt x="290" y="287"/>
                  <a:pt x="291" y="283"/>
                  <a:pt x="289" y="281"/>
                </a:cubicBezTo>
                <a:cubicBezTo>
                  <a:pt x="289" y="276"/>
                  <a:pt x="289" y="276"/>
                  <a:pt x="289" y="276"/>
                </a:cubicBezTo>
                <a:cubicBezTo>
                  <a:pt x="291" y="278"/>
                  <a:pt x="291" y="278"/>
                  <a:pt x="291" y="278"/>
                </a:cubicBezTo>
                <a:close/>
                <a:moveTo>
                  <a:pt x="291" y="309"/>
                </a:moveTo>
                <a:cubicBezTo>
                  <a:pt x="291" y="314"/>
                  <a:pt x="291" y="314"/>
                  <a:pt x="291" y="314"/>
                </a:cubicBezTo>
                <a:cubicBezTo>
                  <a:pt x="289" y="313"/>
                  <a:pt x="289" y="313"/>
                  <a:pt x="289" y="313"/>
                </a:cubicBezTo>
                <a:cubicBezTo>
                  <a:pt x="289" y="307"/>
                  <a:pt x="289" y="307"/>
                  <a:pt x="289" y="307"/>
                </a:cubicBezTo>
                <a:cubicBezTo>
                  <a:pt x="289" y="307"/>
                  <a:pt x="290" y="308"/>
                  <a:pt x="290" y="309"/>
                </a:cubicBezTo>
                <a:cubicBezTo>
                  <a:pt x="291" y="309"/>
                  <a:pt x="291" y="309"/>
                  <a:pt x="291" y="309"/>
                </a:cubicBezTo>
                <a:close/>
                <a:moveTo>
                  <a:pt x="291" y="326"/>
                </a:moveTo>
                <a:cubicBezTo>
                  <a:pt x="291" y="347"/>
                  <a:pt x="291" y="347"/>
                  <a:pt x="291" y="347"/>
                </a:cubicBezTo>
                <a:cubicBezTo>
                  <a:pt x="290" y="347"/>
                  <a:pt x="289" y="348"/>
                  <a:pt x="289" y="348"/>
                </a:cubicBezTo>
                <a:cubicBezTo>
                  <a:pt x="289" y="325"/>
                  <a:pt x="289" y="325"/>
                  <a:pt x="289" y="325"/>
                </a:cubicBezTo>
                <a:cubicBezTo>
                  <a:pt x="289" y="325"/>
                  <a:pt x="290" y="326"/>
                  <a:pt x="291" y="326"/>
                </a:cubicBezTo>
                <a:close/>
                <a:moveTo>
                  <a:pt x="291" y="381"/>
                </a:moveTo>
                <a:cubicBezTo>
                  <a:pt x="291" y="422"/>
                  <a:pt x="291" y="422"/>
                  <a:pt x="291" y="422"/>
                </a:cubicBezTo>
                <a:cubicBezTo>
                  <a:pt x="290" y="420"/>
                  <a:pt x="289" y="417"/>
                  <a:pt x="289" y="415"/>
                </a:cubicBezTo>
                <a:cubicBezTo>
                  <a:pt x="289" y="415"/>
                  <a:pt x="289" y="415"/>
                  <a:pt x="289" y="415"/>
                </a:cubicBezTo>
                <a:cubicBezTo>
                  <a:pt x="289" y="410"/>
                  <a:pt x="289" y="410"/>
                  <a:pt x="289" y="410"/>
                </a:cubicBezTo>
                <a:cubicBezTo>
                  <a:pt x="289" y="410"/>
                  <a:pt x="289" y="410"/>
                  <a:pt x="289" y="410"/>
                </a:cubicBezTo>
                <a:cubicBezTo>
                  <a:pt x="289" y="404"/>
                  <a:pt x="289" y="399"/>
                  <a:pt x="289" y="393"/>
                </a:cubicBezTo>
                <a:cubicBezTo>
                  <a:pt x="289" y="393"/>
                  <a:pt x="289" y="393"/>
                  <a:pt x="289" y="393"/>
                </a:cubicBezTo>
                <a:cubicBezTo>
                  <a:pt x="289" y="387"/>
                  <a:pt x="289" y="387"/>
                  <a:pt x="289" y="387"/>
                </a:cubicBezTo>
                <a:cubicBezTo>
                  <a:pt x="289" y="385"/>
                  <a:pt x="290" y="383"/>
                  <a:pt x="291" y="381"/>
                </a:cubicBezTo>
                <a:close/>
                <a:moveTo>
                  <a:pt x="291" y="447"/>
                </a:moveTo>
                <a:cubicBezTo>
                  <a:pt x="291" y="457"/>
                  <a:pt x="291" y="457"/>
                  <a:pt x="291" y="457"/>
                </a:cubicBezTo>
                <a:cubicBezTo>
                  <a:pt x="290" y="457"/>
                  <a:pt x="290" y="457"/>
                  <a:pt x="290" y="457"/>
                </a:cubicBezTo>
                <a:cubicBezTo>
                  <a:pt x="290" y="458"/>
                  <a:pt x="290" y="458"/>
                  <a:pt x="291" y="459"/>
                </a:cubicBezTo>
                <a:cubicBezTo>
                  <a:pt x="291" y="469"/>
                  <a:pt x="291" y="469"/>
                  <a:pt x="291" y="469"/>
                </a:cubicBezTo>
                <a:cubicBezTo>
                  <a:pt x="290" y="469"/>
                  <a:pt x="290" y="469"/>
                  <a:pt x="290" y="469"/>
                </a:cubicBezTo>
                <a:cubicBezTo>
                  <a:pt x="290" y="469"/>
                  <a:pt x="289" y="468"/>
                  <a:pt x="289" y="468"/>
                </a:cubicBezTo>
                <a:cubicBezTo>
                  <a:pt x="289" y="447"/>
                  <a:pt x="289" y="447"/>
                  <a:pt x="289" y="447"/>
                </a:cubicBezTo>
                <a:cubicBezTo>
                  <a:pt x="289" y="447"/>
                  <a:pt x="290" y="447"/>
                  <a:pt x="291" y="447"/>
                </a:cubicBezTo>
                <a:close/>
                <a:moveTo>
                  <a:pt x="291" y="490"/>
                </a:moveTo>
                <a:cubicBezTo>
                  <a:pt x="291" y="500"/>
                  <a:pt x="291" y="500"/>
                  <a:pt x="291" y="500"/>
                </a:cubicBezTo>
                <a:cubicBezTo>
                  <a:pt x="290" y="500"/>
                  <a:pt x="289" y="500"/>
                  <a:pt x="289" y="500"/>
                </a:cubicBezTo>
                <a:cubicBezTo>
                  <a:pt x="289" y="492"/>
                  <a:pt x="289" y="492"/>
                  <a:pt x="289" y="492"/>
                </a:cubicBezTo>
                <a:cubicBezTo>
                  <a:pt x="289" y="492"/>
                  <a:pt x="290" y="491"/>
                  <a:pt x="291" y="490"/>
                </a:cubicBezTo>
                <a:close/>
                <a:moveTo>
                  <a:pt x="291" y="509"/>
                </a:moveTo>
                <a:cubicBezTo>
                  <a:pt x="291" y="513"/>
                  <a:pt x="291" y="513"/>
                  <a:pt x="291" y="513"/>
                </a:cubicBezTo>
                <a:cubicBezTo>
                  <a:pt x="290" y="513"/>
                  <a:pt x="289" y="512"/>
                  <a:pt x="289" y="512"/>
                </a:cubicBezTo>
                <a:cubicBezTo>
                  <a:pt x="289" y="508"/>
                  <a:pt x="289" y="508"/>
                  <a:pt x="289" y="508"/>
                </a:cubicBezTo>
                <a:cubicBezTo>
                  <a:pt x="291" y="509"/>
                  <a:pt x="291" y="509"/>
                  <a:pt x="291" y="509"/>
                </a:cubicBezTo>
                <a:close/>
                <a:moveTo>
                  <a:pt x="291" y="519"/>
                </a:moveTo>
                <a:cubicBezTo>
                  <a:pt x="291" y="526"/>
                  <a:pt x="291" y="526"/>
                  <a:pt x="291" y="526"/>
                </a:cubicBezTo>
                <a:cubicBezTo>
                  <a:pt x="289" y="527"/>
                  <a:pt x="289" y="527"/>
                  <a:pt x="289" y="527"/>
                </a:cubicBezTo>
                <a:cubicBezTo>
                  <a:pt x="289" y="520"/>
                  <a:pt x="289" y="520"/>
                  <a:pt x="289" y="520"/>
                </a:cubicBezTo>
                <a:cubicBezTo>
                  <a:pt x="289" y="520"/>
                  <a:pt x="290" y="519"/>
                  <a:pt x="291" y="519"/>
                </a:cubicBezTo>
                <a:close/>
                <a:moveTo>
                  <a:pt x="291" y="583"/>
                </a:moveTo>
                <a:cubicBezTo>
                  <a:pt x="291" y="615"/>
                  <a:pt x="291" y="615"/>
                  <a:pt x="291" y="615"/>
                </a:cubicBezTo>
                <a:cubicBezTo>
                  <a:pt x="290" y="615"/>
                  <a:pt x="289" y="614"/>
                  <a:pt x="289" y="614"/>
                </a:cubicBezTo>
                <a:cubicBezTo>
                  <a:pt x="289" y="582"/>
                  <a:pt x="289" y="582"/>
                  <a:pt x="289" y="582"/>
                </a:cubicBezTo>
                <a:cubicBezTo>
                  <a:pt x="291" y="583"/>
                  <a:pt x="291" y="583"/>
                  <a:pt x="291" y="583"/>
                </a:cubicBezTo>
                <a:close/>
                <a:moveTo>
                  <a:pt x="291" y="667"/>
                </a:moveTo>
                <a:cubicBezTo>
                  <a:pt x="291" y="679"/>
                  <a:pt x="291" y="679"/>
                  <a:pt x="291" y="679"/>
                </a:cubicBezTo>
                <a:cubicBezTo>
                  <a:pt x="289" y="679"/>
                  <a:pt x="289" y="679"/>
                  <a:pt x="289" y="679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91" y="667"/>
                  <a:pt x="291" y="667"/>
                  <a:pt x="291" y="667"/>
                </a:cubicBezTo>
                <a:close/>
                <a:moveTo>
                  <a:pt x="291" y="732"/>
                </a:moveTo>
                <a:cubicBezTo>
                  <a:pt x="291" y="742"/>
                  <a:pt x="291" y="742"/>
                  <a:pt x="291" y="742"/>
                </a:cubicBezTo>
                <a:cubicBezTo>
                  <a:pt x="290" y="741"/>
                  <a:pt x="289" y="741"/>
                  <a:pt x="289" y="741"/>
                </a:cubicBezTo>
                <a:cubicBezTo>
                  <a:pt x="289" y="731"/>
                  <a:pt x="289" y="731"/>
                  <a:pt x="289" y="731"/>
                </a:cubicBezTo>
                <a:cubicBezTo>
                  <a:pt x="289" y="732"/>
                  <a:pt x="290" y="732"/>
                  <a:pt x="291" y="732"/>
                </a:cubicBezTo>
                <a:close/>
                <a:moveTo>
                  <a:pt x="286" y="17"/>
                </a:moveTo>
                <a:cubicBezTo>
                  <a:pt x="287" y="17"/>
                  <a:pt x="288" y="16"/>
                  <a:pt x="289" y="16"/>
                </a:cubicBezTo>
                <a:cubicBezTo>
                  <a:pt x="289" y="24"/>
                  <a:pt x="289" y="24"/>
                  <a:pt x="289" y="24"/>
                </a:cubicBezTo>
                <a:cubicBezTo>
                  <a:pt x="289" y="25"/>
                  <a:pt x="288" y="25"/>
                  <a:pt x="288" y="26"/>
                </a:cubicBezTo>
                <a:cubicBezTo>
                  <a:pt x="288" y="26"/>
                  <a:pt x="289" y="27"/>
                  <a:pt x="289" y="27"/>
                </a:cubicBezTo>
                <a:cubicBezTo>
                  <a:pt x="289" y="37"/>
                  <a:pt x="289" y="37"/>
                  <a:pt x="289" y="37"/>
                </a:cubicBezTo>
                <a:cubicBezTo>
                  <a:pt x="287" y="35"/>
                  <a:pt x="287" y="35"/>
                  <a:pt x="287" y="35"/>
                </a:cubicBezTo>
                <a:cubicBezTo>
                  <a:pt x="286" y="35"/>
                  <a:pt x="286" y="35"/>
                  <a:pt x="286" y="35"/>
                </a:cubicBezTo>
                <a:cubicBezTo>
                  <a:pt x="286" y="17"/>
                  <a:pt x="286" y="17"/>
                  <a:pt x="286" y="17"/>
                </a:cubicBezTo>
                <a:close/>
                <a:moveTo>
                  <a:pt x="289" y="780"/>
                </a:moveTo>
                <a:cubicBezTo>
                  <a:pt x="288" y="780"/>
                  <a:pt x="288" y="780"/>
                  <a:pt x="288" y="780"/>
                </a:cubicBezTo>
                <a:cubicBezTo>
                  <a:pt x="287" y="779"/>
                  <a:pt x="286" y="779"/>
                  <a:pt x="286" y="779"/>
                </a:cubicBezTo>
                <a:cubicBezTo>
                  <a:pt x="286" y="767"/>
                  <a:pt x="286" y="767"/>
                  <a:pt x="286" y="767"/>
                </a:cubicBezTo>
                <a:cubicBezTo>
                  <a:pt x="287" y="768"/>
                  <a:pt x="288" y="769"/>
                  <a:pt x="289" y="770"/>
                </a:cubicBezTo>
                <a:cubicBezTo>
                  <a:pt x="289" y="780"/>
                  <a:pt x="289" y="780"/>
                  <a:pt x="289" y="780"/>
                </a:cubicBezTo>
                <a:close/>
                <a:moveTo>
                  <a:pt x="289" y="55"/>
                </a:moveTo>
                <a:cubicBezTo>
                  <a:pt x="289" y="63"/>
                  <a:pt x="289" y="63"/>
                  <a:pt x="289" y="63"/>
                </a:cubicBezTo>
                <a:cubicBezTo>
                  <a:pt x="286" y="64"/>
                  <a:pt x="286" y="64"/>
                  <a:pt x="286" y="64"/>
                </a:cubicBezTo>
                <a:cubicBezTo>
                  <a:pt x="286" y="55"/>
                  <a:pt x="286" y="55"/>
                  <a:pt x="286" y="55"/>
                </a:cubicBezTo>
                <a:cubicBezTo>
                  <a:pt x="287" y="55"/>
                  <a:pt x="288" y="55"/>
                  <a:pt x="289" y="55"/>
                </a:cubicBezTo>
                <a:close/>
                <a:moveTo>
                  <a:pt x="289" y="103"/>
                </a:moveTo>
                <a:cubicBezTo>
                  <a:pt x="289" y="122"/>
                  <a:pt x="289" y="122"/>
                  <a:pt x="289" y="122"/>
                </a:cubicBezTo>
                <a:cubicBezTo>
                  <a:pt x="288" y="123"/>
                  <a:pt x="287" y="124"/>
                  <a:pt x="286" y="125"/>
                </a:cubicBezTo>
                <a:cubicBezTo>
                  <a:pt x="286" y="105"/>
                  <a:pt x="286" y="105"/>
                  <a:pt x="286" y="105"/>
                </a:cubicBezTo>
                <a:cubicBezTo>
                  <a:pt x="287" y="104"/>
                  <a:pt x="288" y="103"/>
                  <a:pt x="289" y="103"/>
                </a:cubicBezTo>
                <a:close/>
                <a:moveTo>
                  <a:pt x="289" y="145"/>
                </a:moveTo>
                <a:cubicBezTo>
                  <a:pt x="289" y="165"/>
                  <a:pt x="289" y="165"/>
                  <a:pt x="289" y="165"/>
                </a:cubicBezTo>
                <a:cubicBezTo>
                  <a:pt x="288" y="165"/>
                  <a:pt x="287" y="165"/>
                  <a:pt x="286" y="165"/>
                </a:cubicBezTo>
                <a:cubicBezTo>
                  <a:pt x="286" y="147"/>
                  <a:pt x="286" y="147"/>
                  <a:pt x="286" y="147"/>
                </a:cubicBezTo>
                <a:cubicBezTo>
                  <a:pt x="287" y="146"/>
                  <a:pt x="288" y="146"/>
                  <a:pt x="289" y="145"/>
                </a:cubicBezTo>
                <a:close/>
                <a:moveTo>
                  <a:pt x="289" y="190"/>
                </a:moveTo>
                <a:cubicBezTo>
                  <a:pt x="289" y="199"/>
                  <a:pt x="289" y="199"/>
                  <a:pt x="289" y="199"/>
                </a:cubicBezTo>
                <a:cubicBezTo>
                  <a:pt x="288" y="199"/>
                  <a:pt x="287" y="199"/>
                  <a:pt x="286" y="199"/>
                </a:cubicBezTo>
                <a:cubicBezTo>
                  <a:pt x="286" y="191"/>
                  <a:pt x="286" y="191"/>
                  <a:pt x="286" y="191"/>
                </a:cubicBezTo>
                <a:cubicBezTo>
                  <a:pt x="287" y="190"/>
                  <a:pt x="288" y="190"/>
                  <a:pt x="289" y="190"/>
                </a:cubicBezTo>
                <a:close/>
                <a:moveTo>
                  <a:pt x="289" y="210"/>
                </a:moveTo>
                <a:cubicBezTo>
                  <a:pt x="289" y="222"/>
                  <a:pt x="289" y="222"/>
                  <a:pt x="289" y="222"/>
                </a:cubicBezTo>
                <a:cubicBezTo>
                  <a:pt x="288" y="222"/>
                  <a:pt x="287" y="223"/>
                  <a:pt x="287" y="223"/>
                </a:cubicBezTo>
                <a:cubicBezTo>
                  <a:pt x="286" y="224"/>
                  <a:pt x="286" y="224"/>
                  <a:pt x="286" y="224"/>
                </a:cubicBezTo>
                <a:cubicBezTo>
                  <a:pt x="286" y="218"/>
                  <a:pt x="286" y="218"/>
                  <a:pt x="286" y="218"/>
                </a:cubicBezTo>
                <a:cubicBezTo>
                  <a:pt x="286" y="218"/>
                  <a:pt x="287" y="217"/>
                  <a:pt x="288" y="216"/>
                </a:cubicBezTo>
                <a:cubicBezTo>
                  <a:pt x="286" y="215"/>
                  <a:pt x="286" y="215"/>
                  <a:pt x="286" y="215"/>
                </a:cubicBezTo>
                <a:cubicBezTo>
                  <a:pt x="286" y="208"/>
                  <a:pt x="286" y="208"/>
                  <a:pt x="286" y="208"/>
                </a:cubicBezTo>
                <a:cubicBezTo>
                  <a:pt x="289" y="210"/>
                  <a:pt x="289" y="210"/>
                  <a:pt x="289" y="210"/>
                </a:cubicBezTo>
                <a:close/>
                <a:moveTo>
                  <a:pt x="289" y="276"/>
                </a:moveTo>
                <a:cubicBezTo>
                  <a:pt x="289" y="281"/>
                  <a:pt x="289" y="281"/>
                  <a:pt x="289" y="281"/>
                </a:cubicBezTo>
                <a:cubicBezTo>
                  <a:pt x="288" y="280"/>
                  <a:pt x="287" y="280"/>
                  <a:pt x="286" y="279"/>
                </a:cubicBezTo>
                <a:cubicBezTo>
                  <a:pt x="286" y="279"/>
                  <a:pt x="286" y="279"/>
                  <a:pt x="286" y="279"/>
                </a:cubicBezTo>
                <a:cubicBezTo>
                  <a:pt x="286" y="273"/>
                  <a:pt x="286" y="273"/>
                  <a:pt x="286" y="273"/>
                </a:cubicBezTo>
                <a:cubicBezTo>
                  <a:pt x="289" y="276"/>
                  <a:pt x="289" y="276"/>
                  <a:pt x="289" y="276"/>
                </a:cubicBezTo>
                <a:close/>
                <a:moveTo>
                  <a:pt x="289" y="290"/>
                </a:moveTo>
                <a:cubicBezTo>
                  <a:pt x="289" y="297"/>
                  <a:pt x="289" y="297"/>
                  <a:pt x="289" y="297"/>
                </a:cubicBezTo>
                <a:cubicBezTo>
                  <a:pt x="287" y="300"/>
                  <a:pt x="287" y="303"/>
                  <a:pt x="289" y="307"/>
                </a:cubicBezTo>
                <a:cubicBezTo>
                  <a:pt x="289" y="313"/>
                  <a:pt x="289" y="313"/>
                  <a:pt x="289" y="313"/>
                </a:cubicBezTo>
                <a:cubicBezTo>
                  <a:pt x="287" y="311"/>
                  <a:pt x="286" y="311"/>
                  <a:pt x="286" y="310"/>
                </a:cubicBezTo>
                <a:cubicBezTo>
                  <a:pt x="286" y="310"/>
                  <a:pt x="286" y="310"/>
                  <a:pt x="286" y="310"/>
                </a:cubicBezTo>
                <a:cubicBezTo>
                  <a:pt x="286" y="296"/>
                  <a:pt x="286" y="296"/>
                  <a:pt x="286" y="296"/>
                </a:cubicBezTo>
                <a:cubicBezTo>
                  <a:pt x="287" y="294"/>
                  <a:pt x="288" y="292"/>
                  <a:pt x="289" y="290"/>
                </a:cubicBezTo>
                <a:close/>
                <a:moveTo>
                  <a:pt x="289" y="325"/>
                </a:moveTo>
                <a:cubicBezTo>
                  <a:pt x="289" y="348"/>
                  <a:pt x="289" y="348"/>
                  <a:pt x="289" y="348"/>
                </a:cubicBezTo>
                <a:cubicBezTo>
                  <a:pt x="288" y="349"/>
                  <a:pt x="287" y="349"/>
                  <a:pt x="286" y="350"/>
                </a:cubicBezTo>
                <a:cubicBezTo>
                  <a:pt x="286" y="338"/>
                  <a:pt x="286" y="338"/>
                  <a:pt x="286" y="338"/>
                </a:cubicBezTo>
                <a:cubicBezTo>
                  <a:pt x="286" y="336"/>
                  <a:pt x="286" y="334"/>
                  <a:pt x="286" y="332"/>
                </a:cubicBezTo>
                <a:cubicBezTo>
                  <a:pt x="286" y="332"/>
                  <a:pt x="286" y="332"/>
                  <a:pt x="286" y="332"/>
                </a:cubicBezTo>
                <a:cubicBezTo>
                  <a:pt x="286" y="320"/>
                  <a:pt x="286" y="320"/>
                  <a:pt x="286" y="320"/>
                </a:cubicBezTo>
                <a:cubicBezTo>
                  <a:pt x="286" y="320"/>
                  <a:pt x="286" y="320"/>
                  <a:pt x="286" y="320"/>
                </a:cubicBezTo>
                <a:cubicBezTo>
                  <a:pt x="287" y="322"/>
                  <a:pt x="288" y="324"/>
                  <a:pt x="289" y="325"/>
                </a:cubicBezTo>
                <a:close/>
                <a:moveTo>
                  <a:pt x="289" y="387"/>
                </a:moveTo>
                <a:cubicBezTo>
                  <a:pt x="289" y="393"/>
                  <a:pt x="289" y="393"/>
                  <a:pt x="289" y="393"/>
                </a:cubicBezTo>
                <a:cubicBezTo>
                  <a:pt x="286" y="393"/>
                  <a:pt x="286" y="393"/>
                  <a:pt x="286" y="393"/>
                </a:cubicBezTo>
                <a:cubicBezTo>
                  <a:pt x="286" y="389"/>
                  <a:pt x="286" y="389"/>
                  <a:pt x="286" y="389"/>
                </a:cubicBezTo>
                <a:cubicBezTo>
                  <a:pt x="288" y="389"/>
                  <a:pt x="288" y="389"/>
                  <a:pt x="288" y="389"/>
                </a:cubicBezTo>
                <a:cubicBezTo>
                  <a:pt x="288" y="389"/>
                  <a:pt x="289" y="388"/>
                  <a:pt x="289" y="387"/>
                </a:cubicBezTo>
                <a:close/>
                <a:moveTo>
                  <a:pt x="289" y="410"/>
                </a:moveTo>
                <a:cubicBezTo>
                  <a:pt x="289" y="415"/>
                  <a:pt x="289" y="415"/>
                  <a:pt x="289" y="415"/>
                </a:cubicBezTo>
                <a:cubicBezTo>
                  <a:pt x="286" y="415"/>
                  <a:pt x="286" y="415"/>
                  <a:pt x="286" y="415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9" y="410"/>
                  <a:pt x="289" y="410"/>
                  <a:pt x="289" y="410"/>
                </a:cubicBezTo>
                <a:close/>
                <a:moveTo>
                  <a:pt x="289" y="447"/>
                </a:moveTo>
                <a:cubicBezTo>
                  <a:pt x="289" y="468"/>
                  <a:pt x="289" y="468"/>
                  <a:pt x="289" y="468"/>
                </a:cubicBezTo>
                <a:cubicBezTo>
                  <a:pt x="288" y="467"/>
                  <a:pt x="287" y="466"/>
                  <a:pt x="286" y="465"/>
                </a:cubicBezTo>
                <a:cubicBezTo>
                  <a:pt x="286" y="449"/>
                  <a:pt x="286" y="449"/>
                  <a:pt x="286" y="449"/>
                </a:cubicBezTo>
                <a:cubicBezTo>
                  <a:pt x="287" y="448"/>
                  <a:pt x="288" y="447"/>
                  <a:pt x="289" y="447"/>
                </a:cubicBezTo>
                <a:close/>
                <a:moveTo>
                  <a:pt x="289" y="492"/>
                </a:moveTo>
                <a:cubicBezTo>
                  <a:pt x="289" y="500"/>
                  <a:pt x="289" y="500"/>
                  <a:pt x="289" y="500"/>
                </a:cubicBezTo>
                <a:cubicBezTo>
                  <a:pt x="287" y="499"/>
                  <a:pt x="287" y="499"/>
                  <a:pt x="286" y="500"/>
                </a:cubicBezTo>
                <a:cubicBezTo>
                  <a:pt x="286" y="497"/>
                  <a:pt x="286" y="497"/>
                  <a:pt x="286" y="497"/>
                </a:cubicBezTo>
                <a:cubicBezTo>
                  <a:pt x="287" y="496"/>
                  <a:pt x="287" y="496"/>
                  <a:pt x="287" y="496"/>
                </a:cubicBezTo>
                <a:cubicBezTo>
                  <a:pt x="287" y="495"/>
                  <a:pt x="288" y="493"/>
                  <a:pt x="289" y="492"/>
                </a:cubicBezTo>
                <a:close/>
                <a:moveTo>
                  <a:pt x="289" y="508"/>
                </a:moveTo>
                <a:cubicBezTo>
                  <a:pt x="289" y="512"/>
                  <a:pt x="289" y="512"/>
                  <a:pt x="289" y="512"/>
                </a:cubicBezTo>
                <a:cubicBezTo>
                  <a:pt x="288" y="511"/>
                  <a:pt x="287" y="510"/>
                  <a:pt x="286" y="510"/>
                </a:cubicBezTo>
                <a:cubicBezTo>
                  <a:pt x="286" y="505"/>
                  <a:pt x="286" y="505"/>
                  <a:pt x="286" y="505"/>
                </a:cubicBezTo>
                <a:cubicBezTo>
                  <a:pt x="289" y="508"/>
                  <a:pt x="289" y="508"/>
                  <a:pt x="289" y="508"/>
                </a:cubicBezTo>
                <a:close/>
                <a:moveTo>
                  <a:pt x="289" y="520"/>
                </a:moveTo>
                <a:cubicBezTo>
                  <a:pt x="289" y="527"/>
                  <a:pt x="289" y="527"/>
                  <a:pt x="289" y="527"/>
                </a:cubicBezTo>
                <a:cubicBezTo>
                  <a:pt x="286" y="530"/>
                  <a:pt x="286" y="530"/>
                  <a:pt x="286" y="530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0"/>
                  <a:pt x="286" y="520"/>
                  <a:pt x="286" y="520"/>
                </a:cubicBezTo>
                <a:cubicBezTo>
                  <a:pt x="287" y="520"/>
                  <a:pt x="288" y="520"/>
                  <a:pt x="289" y="520"/>
                </a:cubicBezTo>
                <a:close/>
                <a:moveTo>
                  <a:pt x="289" y="582"/>
                </a:moveTo>
                <a:cubicBezTo>
                  <a:pt x="289" y="614"/>
                  <a:pt x="289" y="614"/>
                  <a:pt x="289" y="614"/>
                </a:cubicBezTo>
                <a:cubicBezTo>
                  <a:pt x="288" y="614"/>
                  <a:pt x="287" y="613"/>
                  <a:pt x="286" y="612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580"/>
                  <a:pt x="286" y="580"/>
                  <a:pt x="286" y="580"/>
                </a:cubicBezTo>
                <a:cubicBezTo>
                  <a:pt x="287" y="581"/>
                  <a:pt x="288" y="581"/>
                  <a:pt x="289" y="582"/>
                </a:cubicBezTo>
                <a:close/>
                <a:moveTo>
                  <a:pt x="289" y="666"/>
                </a:moveTo>
                <a:cubicBezTo>
                  <a:pt x="289" y="679"/>
                  <a:pt x="289" y="679"/>
                  <a:pt x="289" y="679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65"/>
                  <a:pt x="286" y="665"/>
                  <a:pt x="286" y="665"/>
                </a:cubicBezTo>
                <a:cubicBezTo>
                  <a:pt x="289" y="666"/>
                  <a:pt x="289" y="666"/>
                  <a:pt x="289" y="666"/>
                </a:cubicBezTo>
                <a:close/>
                <a:moveTo>
                  <a:pt x="289" y="731"/>
                </a:moveTo>
                <a:cubicBezTo>
                  <a:pt x="289" y="741"/>
                  <a:pt x="289" y="741"/>
                  <a:pt x="289" y="741"/>
                </a:cubicBezTo>
                <a:cubicBezTo>
                  <a:pt x="288" y="740"/>
                  <a:pt x="287" y="740"/>
                  <a:pt x="286" y="739"/>
                </a:cubicBezTo>
                <a:cubicBezTo>
                  <a:pt x="286" y="730"/>
                  <a:pt x="286" y="730"/>
                  <a:pt x="286" y="730"/>
                </a:cubicBezTo>
                <a:cubicBezTo>
                  <a:pt x="287" y="731"/>
                  <a:pt x="288" y="731"/>
                  <a:pt x="289" y="731"/>
                </a:cubicBezTo>
                <a:close/>
                <a:moveTo>
                  <a:pt x="286" y="474"/>
                </a:moveTo>
                <a:cubicBezTo>
                  <a:pt x="286" y="470"/>
                  <a:pt x="286" y="470"/>
                  <a:pt x="286" y="470"/>
                </a:cubicBezTo>
                <a:cubicBezTo>
                  <a:pt x="286" y="472"/>
                  <a:pt x="286" y="472"/>
                  <a:pt x="286" y="474"/>
                </a:cubicBezTo>
                <a:close/>
                <a:moveTo>
                  <a:pt x="280" y="19"/>
                </a:moveTo>
                <a:cubicBezTo>
                  <a:pt x="282" y="18"/>
                  <a:pt x="284" y="18"/>
                  <a:pt x="286" y="17"/>
                </a:cubicBezTo>
                <a:cubicBezTo>
                  <a:pt x="286" y="35"/>
                  <a:pt x="286" y="35"/>
                  <a:pt x="286" y="35"/>
                </a:cubicBezTo>
                <a:cubicBezTo>
                  <a:pt x="284" y="33"/>
                  <a:pt x="282" y="33"/>
                  <a:pt x="280" y="32"/>
                </a:cubicBezTo>
                <a:cubicBezTo>
                  <a:pt x="280" y="19"/>
                  <a:pt x="280" y="19"/>
                  <a:pt x="280" y="19"/>
                </a:cubicBezTo>
                <a:close/>
                <a:moveTo>
                  <a:pt x="286" y="779"/>
                </a:moveTo>
                <a:cubicBezTo>
                  <a:pt x="284" y="777"/>
                  <a:pt x="282" y="777"/>
                  <a:pt x="280" y="776"/>
                </a:cubicBezTo>
                <a:cubicBezTo>
                  <a:pt x="280" y="757"/>
                  <a:pt x="280" y="757"/>
                  <a:pt x="280" y="757"/>
                </a:cubicBezTo>
                <a:cubicBezTo>
                  <a:pt x="281" y="759"/>
                  <a:pt x="281" y="761"/>
                  <a:pt x="281" y="763"/>
                </a:cubicBezTo>
                <a:cubicBezTo>
                  <a:pt x="283" y="764"/>
                  <a:pt x="284" y="766"/>
                  <a:pt x="286" y="767"/>
                </a:cubicBezTo>
                <a:cubicBezTo>
                  <a:pt x="286" y="779"/>
                  <a:pt x="286" y="779"/>
                  <a:pt x="286" y="779"/>
                </a:cubicBezTo>
                <a:close/>
                <a:moveTo>
                  <a:pt x="286" y="55"/>
                </a:moveTo>
                <a:cubicBezTo>
                  <a:pt x="286" y="64"/>
                  <a:pt x="286" y="64"/>
                  <a:pt x="286" y="64"/>
                </a:cubicBezTo>
                <a:cubicBezTo>
                  <a:pt x="284" y="65"/>
                  <a:pt x="282" y="65"/>
                  <a:pt x="280" y="66"/>
                </a:cubicBezTo>
                <a:cubicBezTo>
                  <a:pt x="280" y="54"/>
                  <a:pt x="280" y="54"/>
                  <a:pt x="280" y="54"/>
                </a:cubicBezTo>
                <a:cubicBezTo>
                  <a:pt x="281" y="54"/>
                  <a:pt x="282" y="55"/>
                  <a:pt x="283" y="56"/>
                </a:cubicBezTo>
                <a:cubicBezTo>
                  <a:pt x="284" y="56"/>
                  <a:pt x="285" y="55"/>
                  <a:pt x="286" y="55"/>
                </a:cubicBezTo>
                <a:close/>
                <a:moveTo>
                  <a:pt x="286" y="105"/>
                </a:moveTo>
                <a:cubicBezTo>
                  <a:pt x="286" y="125"/>
                  <a:pt x="286" y="125"/>
                  <a:pt x="286" y="125"/>
                </a:cubicBezTo>
                <a:cubicBezTo>
                  <a:pt x="284" y="126"/>
                  <a:pt x="282" y="127"/>
                  <a:pt x="280" y="127"/>
                </a:cubicBezTo>
                <a:cubicBezTo>
                  <a:pt x="280" y="107"/>
                  <a:pt x="280" y="107"/>
                  <a:pt x="280" y="107"/>
                </a:cubicBezTo>
                <a:cubicBezTo>
                  <a:pt x="282" y="106"/>
                  <a:pt x="284" y="105"/>
                  <a:pt x="286" y="105"/>
                </a:cubicBezTo>
                <a:close/>
                <a:moveTo>
                  <a:pt x="286" y="147"/>
                </a:moveTo>
                <a:cubicBezTo>
                  <a:pt x="286" y="165"/>
                  <a:pt x="286" y="165"/>
                  <a:pt x="286" y="165"/>
                </a:cubicBezTo>
                <a:cubicBezTo>
                  <a:pt x="285" y="165"/>
                  <a:pt x="285" y="165"/>
                  <a:pt x="285" y="165"/>
                </a:cubicBezTo>
                <a:cubicBezTo>
                  <a:pt x="283" y="159"/>
                  <a:pt x="281" y="155"/>
                  <a:pt x="282" y="149"/>
                </a:cubicBezTo>
                <a:cubicBezTo>
                  <a:pt x="283" y="148"/>
                  <a:pt x="285" y="148"/>
                  <a:pt x="286" y="147"/>
                </a:cubicBezTo>
                <a:close/>
                <a:moveTo>
                  <a:pt x="286" y="191"/>
                </a:moveTo>
                <a:cubicBezTo>
                  <a:pt x="286" y="199"/>
                  <a:pt x="286" y="199"/>
                  <a:pt x="286" y="199"/>
                </a:cubicBezTo>
                <a:cubicBezTo>
                  <a:pt x="284" y="200"/>
                  <a:pt x="282" y="200"/>
                  <a:pt x="280" y="201"/>
                </a:cubicBezTo>
                <a:cubicBezTo>
                  <a:pt x="280" y="194"/>
                  <a:pt x="280" y="194"/>
                  <a:pt x="280" y="194"/>
                </a:cubicBezTo>
                <a:cubicBezTo>
                  <a:pt x="282" y="193"/>
                  <a:pt x="284" y="192"/>
                  <a:pt x="286" y="191"/>
                </a:cubicBezTo>
                <a:close/>
                <a:moveTo>
                  <a:pt x="286" y="208"/>
                </a:moveTo>
                <a:cubicBezTo>
                  <a:pt x="286" y="215"/>
                  <a:pt x="286" y="215"/>
                  <a:pt x="286" y="215"/>
                </a:cubicBezTo>
                <a:cubicBezTo>
                  <a:pt x="284" y="214"/>
                  <a:pt x="282" y="213"/>
                  <a:pt x="280" y="212"/>
                </a:cubicBezTo>
                <a:cubicBezTo>
                  <a:pt x="280" y="205"/>
                  <a:pt x="280" y="205"/>
                  <a:pt x="280" y="205"/>
                </a:cubicBezTo>
                <a:cubicBezTo>
                  <a:pt x="282" y="206"/>
                  <a:pt x="284" y="207"/>
                  <a:pt x="286" y="208"/>
                </a:cubicBezTo>
                <a:close/>
                <a:moveTo>
                  <a:pt x="286" y="218"/>
                </a:moveTo>
                <a:cubicBezTo>
                  <a:pt x="286" y="224"/>
                  <a:pt x="286" y="224"/>
                  <a:pt x="286" y="224"/>
                </a:cubicBezTo>
                <a:cubicBezTo>
                  <a:pt x="284" y="225"/>
                  <a:pt x="282" y="226"/>
                  <a:pt x="280" y="227"/>
                </a:cubicBezTo>
                <a:cubicBezTo>
                  <a:pt x="280" y="221"/>
                  <a:pt x="280" y="221"/>
                  <a:pt x="280" y="221"/>
                </a:cubicBezTo>
                <a:cubicBezTo>
                  <a:pt x="282" y="220"/>
                  <a:pt x="284" y="220"/>
                  <a:pt x="286" y="218"/>
                </a:cubicBezTo>
                <a:close/>
                <a:moveTo>
                  <a:pt x="286" y="273"/>
                </a:moveTo>
                <a:cubicBezTo>
                  <a:pt x="286" y="279"/>
                  <a:pt x="286" y="279"/>
                  <a:pt x="286" y="279"/>
                </a:cubicBezTo>
                <a:cubicBezTo>
                  <a:pt x="284" y="283"/>
                  <a:pt x="282" y="286"/>
                  <a:pt x="280" y="289"/>
                </a:cubicBezTo>
                <a:cubicBezTo>
                  <a:pt x="280" y="281"/>
                  <a:pt x="280" y="281"/>
                  <a:pt x="280" y="281"/>
                </a:cubicBezTo>
                <a:cubicBezTo>
                  <a:pt x="281" y="279"/>
                  <a:pt x="282" y="276"/>
                  <a:pt x="280" y="273"/>
                </a:cubicBezTo>
                <a:cubicBezTo>
                  <a:pt x="280" y="267"/>
                  <a:pt x="280" y="267"/>
                  <a:pt x="280" y="267"/>
                </a:cubicBezTo>
                <a:cubicBezTo>
                  <a:pt x="280" y="267"/>
                  <a:pt x="280" y="267"/>
                  <a:pt x="280" y="267"/>
                </a:cubicBezTo>
                <a:cubicBezTo>
                  <a:pt x="286" y="273"/>
                  <a:pt x="286" y="273"/>
                  <a:pt x="286" y="273"/>
                </a:cubicBezTo>
                <a:close/>
                <a:moveTo>
                  <a:pt x="286" y="296"/>
                </a:moveTo>
                <a:cubicBezTo>
                  <a:pt x="286" y="310"/>
                  <a:pt x="286" y="310"/>
                  <a:pt x="286" y="310"/>
                </a:cubicBezTo>
                <a:cubicBezTo>
                  <a:pt x="284" y="307"/>
                  <a:pt x="282" y="305"/>
                  <a:pt x="280" y="302"/>
                </a:cubicBezTo>
                <a:cubicBezTo>
                  <a:pt x="280" y="298"/>
                  <a:pt x="280" y="298"/>
                  <a:pt x="280" y="298"/>
                </a:cubicBezTo>
                <a:cubicBezTo>
                  <a:pt x="281" y="298"/>
                  <a:pt x="281" y="300"/>
                  <a:pt x="282" y="300"/>
                </a:cubicBezTo>
                <a:cubicBezTo>
                  <a:pt x="283" y="299"/>
                  <a:pt x="284" y="298"/>
                  <a:pt x="286" y="296"/>
                </a:cubicBezTo>
                <a:close/>
                <a:moveTo>
                  <a:pt x="286" y="320"/>
                </a:moveTo>
                <a:cubicBezTo>
                  <a:pt x="286" y="332"/>
                  <a:pt x="286" y="332"/>
                  <a:pt x="286" y="332"/>
                </a:cubicBezTo>
                <a:cubicBezTo>
                  <a:pt x="284" y="332"/>
                  <a:pt x="282" y="331"/>
                  <a:pt x="280" y="331"/>
                </a:cubicBezTo>
                <a:cubicBezTo>
                  <a:pt x="280" y="321"/>
                  <a:pt x="280" y="321"/>
                  <a:pt x="280" y="321"/>
                </a:cubicBezTo>
                <a:cubicBezTo>
                  <a:pt x="282" y="320"/>
                  <a:pt x="283" y="320"/>
                  <a:pt x="286" y="320"/>
                </a:cubicBezTo>
                <a:close/>
                <a:moveTo>
                  <a:pt x="286" y="338"/>
                </a:moveTo>
                <a:cubicBezTo>
                  <a:pt x="286" y="350"/>
                  <a:pt x="286" y="350"/>
                  <a:pt x="286" y="350"/>
                </a:cubicBezTo>
                <a:cubicBezTo>
                  <a:pt x="284" y="351"/>
                  <a:pt x="282" y="352"/>
                  <a:pt x="280" y="353"/>
                </a:cubicBezTo>
                <a:cubicBezTo>
                  <a:pt x="280" y="344"/>
                  <a:pt x="280" y="344"/>
                  <a:pt x="280" y="344"/>
                </a:cubicBezTo>
                <a:cubicBezTo>
                  <a:pt x="281" y="343"/>
                  <a:pt x="282" y="343"/>
                  <a:pt x="284" y="343"/>
                </a:cubicBezTo>
                <a:cubicBezTo>
                  <a:pt x="285" y="341"/>
                  <a:pt x="285" y="339"/>
                  <a:pt x="286" y="338"/>
                </a:cubicBezTo>
                <a:close/>
                <a:moveTo>
                  <a:pt x="286" y="389"/>
                </a:moveTo>
                <a:cubicBezTo>
                  <a:pt x="286" y="393"/>
                  <a:pt x="286" y="393"/>
                  <a:pt x="286" y="393"/>
                </a:cubicBezTo>
                <a:cubicBezTo>
                  <a:pt x="282" y="393"/>
                  <a:pt x="282" y="393"/>
                  <a:pt x="282" y="393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6" y="415"/>
                  <a:pt x="286" y="415"/>
                  <a:pt x="286" y="415"/>
                </a:cubicBezTo>
                <a:cubicBezTo>
                  <a:pt x="280" y="415"/>
                  <a:pt x="280" y="415"/>
                  <a:pt x="280" y="415"/>
                </a:cubicBezTo>
                <a:cubicBezTo>
                  <a:pt x="280" y="410"/>
                  <a:pt x="280" y="410"/>
                  <a:pt x="280" y="410"/>
                </a:cubicBezTo>
                <a:cubicBezTo>
                  <a:pt x="281" y="410"/>
                  <a:pt x="281" y="410"/>
                  <a:pt x="282" y="410"/>
                </a:cubicBezTo>
                <a:cubicBezTo>
                  <a:pt x="281" y="407"/>
                  <a:pt x="281" y="405"/>
                  <a:pt x="280" y="403"/>
                </a:cubicBezTo>
                <a:cubicBezTo>
                  <a:pt x="280" y="389"/>
                  <a:pt x="280" y="389"/>
                  <a:pt x="280" y="389"/>
                </a:cubicBezTo>
                <a:cubicBezTo>
                  <a:pt x="286" y="389"/>
                  <a:pt x="286" y="389"/>
                  <a:pt x="286" y="389"/>
                </a:cubicBezTo>
                <a:close/>
                <a:moveTo>
                  <a:pt x="286" y="449"/>
                </a:moveTo>
                <a:cubicBezTo>
                  <a:pt x="286" y="465"/>
                  <a:pt x="286" y="465"/>
                  <a:pt x="286" y="465"/>
                </a:cubicBezTo>
                <a:cubicBezTo>
                  <a:pt x="285" y="465"/>
                  <a:pt x="284" y="465"/>
                  <a:pt x="284" y="465"/>
                </a:cubicBezTo>
                <a:cubicBezTo>
                  <a:pt x="285" y="468"/>
                  <a:pt x="285" y="469"/>
                  <a:pt x="286" y="470"/>
                </a:cubicBezTo>
                <a:cubicBezTo>
                  <a:pt x="286" y="474"/>
                  <a:pt x="286" y="474"/>
                  <a:pt x="286" y="474"/>
                </a:cubicBezTo>
                <a:cubicBezTo>
                  <a:pt x="285" y="474"/>
                  <a:pt x="284" y="474"/>
                  <a:pt x="283" y="475"/>
                </a:cubicBezTo>
                <a:cubicBezTo>
                  <a:pt x="283" y="475"/>
                  <a:pt x="283" y="476"/>
                  <a:pt x="283" y="477"/>
                </a:cubicBezTo>
                <a:cubicBezTo>
                  <a:pt x="283" y="477"/>
                  <a:pt x="282" y="477"/>
                  <a:pt x="281" y="477"/>
                </a:cubicBezTo>
                <a:cubicBezTo>
                  <a:pt x="281" y="478"/>
                  <a:pt x="281" y="478"/>
                  <a:pt x="281" y="479"/>
                </a:cubicBezTo>
                <a:cubicBezTo>
                  <a:pt x="280" y="479"/>
                  <a:pt x="280" y="479"/>
                  <a:pt x="280" y="479"/>
                </a:cubicBezTo>
                <a:cubicBezTo>
                  <a:pt x="280" y="447"/>
                  <a:pt x="280" y="447"/>
                  <a:pt x="280" y="447"/>
                </a:cubicBezTo>
                <a:cubicBezTo>
                  <a:pt x="281" y="448"/>
                  <a:pt x="283" y="449"/>
                  <a:pt x="285" y="449"/>
                </a:cubicBezTo>
                <a:cubicBezTo>
                  <a:pt x="285" y="449"/>
                  <a:pt x="285" y="449"/>
                  <a:pt x="286" y="449"/>
                </a:cubicBezTo>
                <a:close/>
                <a:moveTo>
                  <a:pt x="286" y="497"/>
                </a:moveTo>
                <a:cubicBezTo>
                  <a:pt x="286" y="500"/>
                  <a:pt x="286" y="500"/>
                  <a:pt x="286" y="500"/>
                </a:cubicBezTo>
                <a:cubicBezTo>
                  <a:pt x="285" y="501"/>
                  <a:pt x="284" y="502"/>
                  <a:pt x="284" y="504"/>
                </a:cubicBezTo>
                <a:cubicBezTo>
                  <a:pt x="286" y="505"/>
                  <a:pt x="286" y="505"/>
                  <a:pt x="286" y="505"/>
                </a:cubicBezTo>
                <a:cubicBezTo>
                  <a:pt x="286" y="510"/>
                  <a:pt x="286" y="510"/>
                  <a:pt x="286" y="510"/>
                </a:cubicBezTo>
                <a:cubicBezTo>
                  <a:pt x="284" y="509"/>
                  <a:pt x="282" y="508"/>
                  <a:pt x="280" y="508"/>
                </a:cubicBezTo>
                <a:cubicBezTo>
                  <a:pt x="280" y="501"/>
                  <a:pt x="280" y="501"/>
                  <a:pt x="280" y="501"/>
                </a:cubicBezTo>
                <a:cubicBezTo>
                  <a:pt x="282" y="499"/>
                  <a:pt x="283" y="498"/>
                  <a:pt x="286" y="497"/>
                </a:cubicBezTo>
                <a:close/>
                <a:moveTo>
                  <a:pt x="286" y="520"/>
                </a:moveTo>
                <a:cubicBezTo>
                  <a:pt x="286" y="524"/>
                  <a:pt x="286" y="524"/>
                  <a:pt x="286" y="524"/>
                </a:cubicBezTo>
                <a:cubicBezTo>
                  <a:pt x="283" y="523"/>
                  <a:pt x="282" y="523"/>
                  <a:pt x="280" y="522"/>
                </a:cubicBezTo>
                <a:cubicBezTo>
                  <a:pt x="280" y="517"/>
                  <a:pt x="280" y="517"/>
                  <a:pt x="280" y="517"/>
                </a:cubicBezTo>
                <a:cubicBezTo>
                  <a:pt x="281" y="518"/>
                  <a:pt x="282" y="519"/>
                  <a:pt x="285" y="521"/>
                </a:cubicBezTo>
                <a:cubicBezTo>
                  <a:pt x="285" y="521"/>
                  <a:pt x="285" y="521"/>
                  <a:pt x="286" y="520"/>
                </a:cubicBezTo>
                <a:close/>
                <a:moveTo>
                  <a:pt x="286" y="524"/>
                </a:moveTo>
                <a:cubicBezTo>
                  <a:pt x="286" y="530"/>
                  <a:pt x="286" y="530"/>
                  <a:pt x="286" y="530"/>
                </a:cubicBezTo>
                <a:cubicBezTo>
                  <a:pt x="280" y="536"/>
                  <a:pt x="280" y="536"/>
                  <a:pt x="280" y="536"/>
                </a:cubicBezTo>
                <a:cubicBezTo>
                  <a:pt x="280" y="529"/>
                  <a:pt x="280" y="529"/>
                  <a:pt x="280" y="529"/>
                </a:cubicBezTo>
                <a:cubicBezTo>
                  <a:pt x="282" y="528"/>
                  <a:pt x="283" y="527"/>
                  <a:pt x="285" y="526"/>
                </a:cubicBezTo>
                <a:cubicBezTo>
                  <a:pt x="285" y="526"/>
                  <a:pt x="285" y="525"/>
                  <a:pt x="286" y="524"/>
                </a:cubicBezTo>
                <a:close/>
                <a:moveTo>
                  <a:pt x="286" y="580"/>
                </a:moveTo>
                <a:cubicBezTo>
                  <a:pt x="286" y="605"/>
                  <a:pt x="286" y="605"/>
                  <a:pt x="286" y="605"/>
                </a:cubicBezTo>
                <a:cubicBezTo>
                  <a:pt x="285" y="593"/>
                  <a:pt x="286" y="588"/>
                  <a:pt x="280" y="583"/>
                </a:cubicBezTo>
                <a:cubicBezTo>
                  <a:pt x="280" y="577"/>
                  <a:pt x="280" y="577"/>
                  <a:pt x="280" y="577"/>
                </a:cubicBezTo>
                <a:cubicBezTo>
                  <a:pt x="282" y="578"/>
                  <a:pt x="284" y="579"/>
                  <a:pt x="286" y="580"/>
                </a:cubicBezTo>
                <a:close/>
                <a:moveTo>
                  <a:pt x="286" y="605"/>
                </a:moveTo>
                <a:cubicBezTo>
                  <a:pt x="283" y="605"/>
                  <a:pt x="283" y="605"/>
                  <a:pt x="283" y="605"/>
                </a:cubicBezTo>
                <a:cubicBezTo>
                  <a:pt x="282" y="604"/>
                  <a:pt x="281" y="603"/>
                  <a:pt x="280" y="603"/>
                </a:cubicBezTo>
                <a:cubicBezTo>
                  <a:pt x="280" y="609"/>
                  <a:pt x="280" y="609"/>
                  <a:pt x="280" y="609"/>
                </a:cubicBezTo>
                <a:cubicBezTo>
                  <a:pt x="282" y="610"/>
                  <a:pt x="284" y="612"/>
                  <a:pt x="286" y="612"/>
                </a:cubicBezTo>
                <a:cubicBezTo>
                  <a:pt x="286" y="605"/>
                  <a:pt x="286" y="605"/>
                  <a:pt x="286" y="605"/>
                </a:cubicBezTo>
                <a:close/>
                <a:moveTo>
                  <a:pt x="286" y="665"/>
                </a:moveTo>
                <a:cubicBezTo>
                  <a:pt x="286" y="677"/>
                  <a:pt x="286" y="677"/>
                  <a:pt x="286" y="677"/>
                </a:cubicBezTo>
                <a:cubicBezTo>
                  <a:pt x="283" y="677"/>
                  <a:pt x="282" y="676"/>
                  <a:pt x="280" y="675"/>
                </a:cubicBezTo>
                <a:cubicBezTo>
                  <a:pt x="280" y="663"/>
                  <a:pt x="280" y="663"/>
                  <a:pt x="280" y="663"/>
                </a:cubicBezTo>
                <a:cubicBezTo>
                  <a:pt x="286" y="665"/>
                  <a:pt x="286" y="665"/>
                  <a:pt x="286" y="665"/>
                </a:cubicBezTo>
                <a:close/>
                <a:moveTo>
                  <a:pt x="286" y="730"/>
                </a:moveTo>
                <a:cubicBezTo>
                  <a:pt x="286" y="739"/>
                  <a:pt x="286" y="739"/>
                  <a:pt x="286" y="739"/>
                </a:cubicBezTo>
                <a:cubicBezTo>
                  <a:pt x="284" y="739"/>
                  <a:pt x="282" y="738"/>
                  <a:pt x="280" y="737"/>
                </a:cubicBezTo>
                <a:cubicBezTo>
                  <a:pt x="280" y="729"/>
                  <a:pt x="280" y="729"/>
                  <a:pt x="280" y="729"/>
                </a:cubicBezTo>
                <a:cubicBezTo>
                  <a:pt x="282" y="730"/>
                  <a:pt x="284" y="730"/>
                  <a:pt x="286" y="730"/>
                </a:cubicBezTo>
                <a:close/>
                <a:moveTo>
                  <a:pt x="280" y="339"/>
                </a:moveTo>
                <a:cubicBezTo>
                  <a:pt x="281" y="339"/>
                  <a:pt x="281" y="339"/>
                  <a:pt x="281" y="339"/>
                </a:cubicBezTo>
                <a:cubicBezTo>
                  <a:pt x="281" y="339"/>
                  <a:pt x="280" y="338"/>
                  <a:pt x="280" y="338"/>
                </a:cubicBezTo>
                <a:lnTo>
                  <a:pt x="280" y="339"/>
                </a:lnTo>
                <a:close/>
                <a:moveTo>
                  <a:pt x="272" y="21"/>
                </a:moveTo>
                <a:cubicBezTo>
                  <a:pt x="275" y="21"/>
                  <a:pt x="277" y="20"/>
                  <a:pt x="280" y="19"/>
                </a:cubicBezTo>
                <a:cubicBezTo>
                  <a:pt x="280" y="32"/>
                  <a:pt x="280" y="32"/>
                  <a:pt x="280" y="32"/>
                </a:cubicBezTo>
                <a:cubicBezTo>
                  <a:pt x="277" y="31"/>
                  <a:pt x="274" y="31"/>
                  <a:pt x="272" y="31"/>
                </a:cubicBezTo>
                <a:cubicBezTo>
                  <a:pt x="272" y="21"/>
                  <a:pt x="272" y="21"/>
                  <a:pt x="272" y="21"/>
                </a:cubicBezTo>
                <a:close/>
                <a:moveTo>
                  <a:pt x="280" y="776"/>
                </a:moveTo>
                <a:cubicBezTo>
                  <a:pt x="277" y="775"/>
                  <a:pt x="274" y="774"/>
                  <a:pt x="272" y="773"/>
                </a:cubicBezTo>
                <a:cubicBezTo>
                  <a:pt x="272" y="727"/>
                  <a:pt x="272" y="727"/>
                  <a:pt x="272" y="727"/>
                </a:cubicBezTo>
                <a:cubicBezTo>
                  <a:pt x="274" y="728"/>
                  <a:pt x="274" y="728"/>
                  <a:pt x="274" y="728"/>
                </a:cubicBezTo>
                <a:cubicBezTo>
                  <a:pt x="276" y="728"/>
                  <a:pt x="278" y="729"/>
                  <a:pt x="280" y="729"/>
                </a:cubicBezTo>
                <a:cubicBezTo>
                  <a:pt x="280" y="737"/>
                  <a:pt x="280" y="737"/>
                  <a:pt x="280" y="737"/>
                </a:cubicBezTo>
                <a:cubicBezTo>
                  <a:pt x="279" y="737"/>
                  <a:pt x="277" y="737"/>
                  <a:pt x="275" y="737"/>
                </a:cubicBezTo>
                <a:cubicBezTo>
                  <a:pt x="277" y="740"/>
                  <a:pt x="278" y="749"/>
                  <a:pt x="280" y="757"/>
                </a:cubicBezTo>
                <a:cubicBezTo>
                  <a:pt x="280" y="776"/>
                  <a:pt x="280" y="776"/>
                  <a:pt x="280" y="776"/>
                </a:cubicBezTo>
                <a:close/>
                <a:moveTo>
                  <a:pt x="280" y="54"/>
                </a:moveTo>
                <a:cubicBezTo>
                  <a:pt x="280" y="66"/>
                  <a:pt x="280" y="66"/>
                  <a:pt x="280" y="66"/>
                </a:cubicBezTo>
                <a:cubicBezTo>
                  <a:pt x="277" y="67"/>
                  <a:pt x="274" y="68"/>
                  <a:pt x="272" y="69"/>
                </a:cubicBezTo>
                <a:cubicBezTo>
                  <a:pt x="272" y="48"/>
                  <a:pt x="272" y="48"/>
                  <a:pt x="272" y="48"/>
                </a:cubicBezTo>
                <a:cubicBezTo>
                  <a:pt x="274" y="50"/>
                  <a:pt x="277" y="52"/>
                  <a:pt x="280" y="54"/>
                </a:cubicBezTo>
                <a:close/>
                <a:moveTo>
                  <a:pt x="280" y="107"/>
                </a:moveTo>
                <a:cubicBezTo>
                  <a:pt x="280" y="127"/>
                  <a:pt x="280" y="127"/>
                  <a:pt x="280" y="127"/>
                </a:cubicBezTo>
                <a:cubicBezTo>
                  <a:pt x="277" y="128"/>
                  <a:pt x="274" y="127"/>
                  <a:pt x="272" y="125"/>
                </a:cubicBezTo>
                <a:cubicBezTo>
                  <a:pt x="272" y="114"/>
                  <a:pt x="272" y="114"/>
                  <a:pt x="272" y="114"/>
                </a:cubicBezTo>
                <a:cubicBezTo>
                  <a:pt x="274" y="111"/>
                  <a:pt x="277" y="109"/>
                  <a:pt x="280" y="107"/>
                </a:cubicBezTo>
                <a:close/>
                <a:moveTo>
                  <a:pt x="280" y="194"/>
                </a:moveTo>
                <a:cubicBezTo>
                  <a:pt x="280" y="201"/>
                  <a:pt x="280" y="201"/>
                  <a:pt x="280" y="201"/>
                </a:cubicBezTo>
                <a:cubicBezTo>
                  <a:pt x="279" y="202"/>
                  <a:pt x="278" y="203"/>
                  <a:pt x="276" y="203"/>
                </a:cubicBezTo>
                <a:cubicBezTo>
                  <a:pt x="277" y="204"/>
                  <a:pt x="279" y="205"/>
                  <a:pt x="280" y="205"/>
                </a:cubicBezTo>
                <a:cubicBezTo>
                  <a:pt x="280" y="212"/>
                  <a:pt x="280" y="212"/>
                  <a:pt x="280" y="212"/>
                </a:cubicBezTo>
                <a:cubicBezTo>
                  <a:pt x="277" y="211"/>
                  <a:pt x="274" y="209"/>
                  <a:pt x="272" y="209"/>
                </a:cubicBezTo>
                <a:cubicBezTo>
                  <a:pt x="272" y="201"/>
                  <a:pt x="272" y="201"/>
                  <a:pt x="272" y="201"/>
                </a:cubicBezTo>
                <a:cubicBezTo>
                  <a:pt x="274" y="199"/>
                  <a:pt x="277" y="196"/>
                  <a:pt x="280" y="194"/>
                </a:cubicBezTo>
                <a:close/>
                <a:moveTo>
                  <a:pt x="280" y="221"/>
                </a:moveTo>
                <a:cubicBezTo>
                  <a:pt x="280" y="227"/>
                  <a:pt x="280" y="227"/>
                  <a:pt x="280" y="227"/>
                </a:cubicBezTo>
                <a:cubicBezTo>
                  <a:pt x="277" y="228"/>
                  <a:pt x="274" y="230"/>
                  <a:pt x="272" y="233"/>
                </a:cubicBezTo>
                <a:cubicBezTo>
                  <a:pt x="272" y="227"/>
                  <a:pt x="272" y="227"/>
                  <a:pt x="272" y="227"/>
                </a:cubicBezTo>
                <a:cubicBezTo>
                  <a:pt x="273" y="227"/>
                  <a:pt x="273" y="227"/>
                  <a:pt x="273" y="227"/>
                </a:cubicBezTo>
                <a:cubicBezTo>
                  <a:pt x="272" y="226"/>
                  <a:pt x="272" y="226"/>
                  <a:pt x="272" y="226"/>
                </a:cubicBezTo>
                <a:cubicBezTo>
                  <a:pt x="272" y="220"/>
                  <a:pt x="272" y="220"/>
                  <a:pt x="272" y="220"/>
                </a:cubicBezTo>
                <a:cubicBezTo>
                  <a:pt x="275" y="222"/>
                  <a:pt x="275" y="222"/>
                  <a:pt x="275" y="222"/>
                </a:cubicBezTo>
                <a:cubicBezTo>
                  <a:pt x="277" y="221"/>
                  <a:pt x="279" y="221"/>
                  <a:pt x="280" y="221"/>
                </a:cubicBezTo>
                <a:close/>
                <a:moveTo>
                  <a:pt x="280" y="267"/>
                </a:moveTo>
                <a:cubicBezTo>
                  <a:pt x="280" y="273"/>
                  <a:pt x="280" y="273"/>
                  <a:pt x="280" y="273"/>
                </a:cubicBezTo>
                <a:cubicBezTo>
                  <a:pt x="280" y="272"/>
                  <a:pt x="279" y="271"/>
                  <a:pt x="278" y="270"/>
                </a:cubicBezTo>
                <a:cubicBezTo>
                  <a:pt x="276" y="273"/>
                  <a:pt x="273" y="276"/>
                  <a:pt x="272" y="279"/>
                </a:cubicBezTo>
                <a:cubicBezTo>
                  <a:pt x="272" y="271"/>
                  <a:pt x="272" y="271"/>
                  <a:pt x="272" y="271"/>
                </a:cubicBezTo>
                <a:cubicBezTo>
                  <a:pt x="273" y="269"/>
                  <a:pt x="273" y="266"/>
                  <a:pt x="272" y="264"/>
                </a:cubicBezTo>
                <a:cubicBezTo>
                  <a:pt x="272" y="260"/>
                  <a:pt x="272" y="260"/>
                  <a:pt x="272" y="260"/>
                </a:cubicBezTo>
                <a:cubicBezTo>
                  <a:pt x="274" y="263"/>
                  <a:pt x="277" y="265"/>
                  <a:pt x="280" y="267"/>
                </a:cubicBezTo>
                <a:close/>
                <a:moveTo>
                  <a:pt x="280" y="281"/>
                </a:moveTo>
                <a:cubicBezTo>
                  <a:pt x="280" y="289"/>
                  <a:pt x="280" y="289"/>
                  <a:pt x="280" y="289"/>
                </a:cubicBezTo>
                <a:cubicBezTo>
                  <a:pt x="279" y="291"/>
                  <a:pt x="279" y="293"/>
                  <a:pt x="278" y="295"/>
                </a:cubicBezTo>
                <a:cubicBezTo>
                  <a:pt x="279" y="296"/>
                  <a:pt x="279" y="297"/>
                  <a:pt x="280" y="298"/>
                </a:cubicBezTo>
                <a:cubicBezTo>
                  <a:pt x="280" y="302"/>
                  <a:pt x="280" y="302"/>
                  <a:pt x="280" y="302"/>
                </a:cubicBezTo>
                <a:cubicBezTo>
                  <a:pt x="278" y="300"/>
                  <a:pt x="275" y="297"/>
                  <a:pt x="272" y="295"/>
                </a:cubicBezTo>
                <a:cubicBezTo>
                  <a:pt x="272" y="290"/>
                  <a:pt x="272" y="290"/>
                  <a:pt x="272" y="290"/>
                </a:cubicBezTo>
                <a:cubicBezTo>
                  <a:pt x="272" y="290"/>
                  <a:pt x="272" y="291"/>
                  <a:pt x="273" y="291"/>
                </a:cubicBezTo>
                <a:cubicBezTo>
                  <a:pt x="276" y="287"/>
                  <a:pt x="279" y="284"/>
                  <a:pt x="280" y="281"/>
                </a:cubicBezTo>
                <a:close/>
                <a:moveTo>
                  <a:pt x="280" y="321"/>
                </a:moveTo>
                <a:cubicBezTo>
                  <a:pt x="280" y="331"/>
                  <a:pt x="280" y="331"/>
                  <a:pt x="280" y="331"/>
                </a:cubicBezTo>
                <a:cubicBezTo>
                  <a:pt x="279" y="331"/>
                  <a:pt x="279" y="331"/>
                  <a:pt x="279" y="331"/>
                </a:cubicBezTo>
                <a:cubicBezTo>
                  <a:pt x="277" y="328"/>
                  <a:pt x="277" y="326"/>
                  <a:pt x="277" y="322"/>
                </a:cubicBezTo>
                <a:cubicBezTo>
                  <a:pt x="278" y="322"/>
                  <a:pt x="279" y="321"/>
                  <a:pt x="280" y="321"/>
                </a:cubicBezTo>
                <a:close/>
                <a:moveTo>
                  <a:pt x="280" y="338"/>
                </a:moveTo>
                <a:cubicBezTo>
                  <a:pt x="280" y="339"/>
                  <a:pt x="280" y="339"/>
                  <a:pt x="280" y="339"/>
                </a:cubicBezTo>
                <a:cubicBezTo>
                  <a:pt x="279" y="339"/>
                  <a:pt x="279" y="339"/>
                  <a:pt x="279" y="339"/>
                </a:cubicBezTo>
                <a:cubicBezTo>
                  <a:pt x="278" y="341"/>
                  <a:pt x="278" y="343"/>
                  <a:pt x="277" y="344"/>
                </a:cubicBezTo>
                <a:cubicBezTo>
                  <a:pt x="278" y="344"/>
                  <a:pt x="279" y="344"/>
                  <a:pt x="280" y="344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77" y="353"/>
                  <a:pt x="275" y="354"/>
                  <a:pt x="272" y="355"/>
                </a:cubicBezTo>
                <a:cubicBezTo>
                  <a:pt x="272" y="336"/>
                  <a:pt x="272" y="336"/>
                  <a:pt x="272" y="336"/>
                </a:cubicBezTo>
                <a:cubicBezTo>
                  <a:pt x="273" y="336"/>
                  <a:pt x="275" y="335"/>
                  <a:pt x="279" y="335"/>
                </a:cubicBezTo>
                <a:cubicBezTo>
                  <a:pt x="279" y="336"/>
                  <a:pt x="280" y="337"/>
                  <a:pt x="280" y="338"/>
                </a:cubicBezTo>
                <a:close/>
                <a:moveTo>
                  <a:pt x="280" y="389"/>
                </a:moveTo>
                <a:cubicBezTo>
                  <a:pt x="280" y="403"/>
                  <a:pt x="280" y="403"/>
                  <a:pt x="280" y="403"/>
                </a:cubicBezTo>
                <a:cubicBezTo>
                  <a:pt x="279" y="399"/>
                  <a:pt x="278" y="398"/>
                  <a:pt x="276" y="394"/>
                </a:cubicBezTo>
                <a:cubicBezTo>
                  <a:pt x="272" y="394"/>
                  <a:pt x="272" y="394"/>
                  <a:pt x="272" y="394"/>
                </a:cubicBezTo>
                <a:cubicBezTo>
                  <a:pt x="272" y="390"/>
                  <a:pt x="272" y="390"/>
                  <a:pt x="272" y="390"/>
                </a:cubicBezTo>
                <a:cubicBezTo>
                  <a:pt x="280" y="389"/>
                  <a:pt x="280" y="389"/>
                  <a:pt x="280" y="389"/>
                </a:cubicBezTo>
                <a:close/>
                <a:moveTo>
                  <a:pt x="280" y="410"/>
                </a:moveTo>
                <a:cubicBezTo>
                  <a:pt x="280" y="415"/>
                  <a:pt x="280" y="415"/>
                  <a:pt x="280" y="415"/>
                </a:cubicBezTo>
                <a:cubicBezTo>
                  <a:pt x="272" y="415"/>
                  <a:pt x="272" y="415"/>
                  <a:pt x="272" y="415"/>
                </a:cubicBezTo>
                <a:cubicBezTo>
                  <a:pt x="272" y="406"/>
                  <a:pt x="272" y="406"/>
                  <a:pt x="272" y="406"/>
                </a:cubicBezTo>
                <a:cubicBezTo>
                  <a:pt x="273" y="410"/>
                  <a:pt x="273" y="410"/>
                  <a:pt x="273" y="410"/>
                </a:cubicBezTo>
                <a:cubicBezTo>
                  <a:pt x="273" y="410"/>
                  <a:pt x="274" y="411"/>
                  <a:pt x="275" y="411"/>
                </a:cubicBezTo>
                <a:cubicBezTo>
                  <a:pt x="277" y="411"/>
                  <a:pt x="279" y="410"/>
                  <a:pt x="280" y="410"/>
                </a:cubicBezTo>
                <a:close/>
                <a:moveTo>
                  <a:pt x="280" y="447"/>
                </a:moveTo>
                <a:cubicBezTo>
                  <a:pt x="280" y="479"/>
                  <a:pt x="280" y="479"/>
                  <a:pt x="280" y="479"/>
                </a:cubicBezTo>
                <a:cubicBezTo>
                  <a:pt x="279" y="479"/>
                  <a:pt x="279" y="479"/>
                  <a:pt x="279" y="479"/>
                </a:cubicBezTo>
                <a:cubicBezTo>
                  <a:pt x="277" y="482"/>
                  <a:pt x="276" y="484"/>
                  <a:pt x="274" y="487"/>
                </a:cubicBezTo>
                <a:cubicBezTo>
                  <a:pt x="273" y="487"/>
                  <a:pt x="272" y="487"/>
                  <a:pt x="272" y="487"/>
                </a:cubicBezTo>
                <a:cubicBezTo>
                  <a:pt x="272" y="454"/>
                  <a:pt x="272" y="454"/>
                  <a:pt x="272" y="454"/>
                </a:cubicBezTo>
                <a:cubicBezTo>
                  <a:pt x="273" y="454"/>
                  <a:pt x="274" y="455"/>
                  <a:pt x="275" y="455"/>
                </a:cubicBezTo>
                <a:cubicBezTo>
                  <a:pt x="275" y="454"/>
                  <a:pt x="274" y="453"/>
                  <a:pt x="274" y="452"/>
                </a:cubicBezTo>
                <a:cubicBezTo>
                  <a:pt x="273" y="452"/>
                  <a:pt x="272" y="451"/>
                  <a:pt x="272" y="451"/>
                </a:cubicBezTo>
                <a:cubicBezTo>
                  <a:pt x="272" y="449"/>
                  <a:pt x="272" y="449"/>
                  <a:pt x="272" y="449"/>
                </a:cubicBezTo>
                <a:cubicBezTo>
                  <a:pt x="272" y="449"/>
                  <a:pt x="272" y="448"/>
                  <a:pt x="272" y="447"/>
                </a:cubicBezTo>
                <a:cubicBezTo>
                  <a:pt x="276" y="445"/>
                  <a:pt x="278" y="446"/>
                  <a:pt x="280" y="447"/>
                </a:cubicBezTo>
                <a:close/>
                <a:moveTo>
                  <a:pt x="280" y="501"/>
                </a:moveTo>
                <a:cubicBezTo>
                  <a:pt x="280" y="508"/>
                  <a:pt x="280" y="508"/>
                  <a:pt x="280" y="508"/>
                </a:cubicBezTo>
                <a:cubicBezTo>
                  <a:pt x="278" y="508"/>
                  <a:pt x="276" y="510"/>
                  <a:pt x="274" y="513"/>
                </a:cubicBezTo>
                <a:cubicBezTo>
                  <a:pt x="277" y="515"/>
                  <a:pt x="279" y="516"/>
                  <a:pt x="280" y="517"/>
                </a:cubicBezTo>
                <a:cubicBezTo>
                  <a:pt x="280" y="522"/>
                  <a:pt x="280" y="522"/>
                  <a:pt x="280" y="522"/>
                </a:cubicBezTo>
                <a:cubicBezTo>
                  <a:pt x="277" y="521"/>
                  <a:pt x="275" y="519"/>
                  <a:pt x="272" y="518"/>
                </a:cubicBezTo>
                <a:cubicBezTo>
                  <a:pt x="272" y="509"/>
                  <a:pt x="272" y="509"/>
                  <a:pt x="272" y="509"/>
                </a:cubicBezTo>
                <a:cubicBezTo>
                  <a:pt x="276" y="505"/>
                  <a:pt x="278" y="503"/>
                  <a:pt x="280" y="501"/>
                </a:cubicBezTo>
                <a:close/>
                <a:moveTo>
                  <a:pt x="280" y="529"/>
                </a:moveTo>
                <a:cubicBezTo>
                  <a:pt x="280" y="536"/>
                  <a:pt x="280" y="536"/>
                  <a:pt x="280" y="536"/>
                </a:cubicBezTo>
                <a:cubicBezTo>
                  <a:pt x="272" y="544"/>
                  <a:pt x="272" y="544"/>
                  <a:pt x="272" y="544"/>
                </a:cubicBezTo>
                <a:cubicBezTo>
                  <a:pt x="272" y="537"/>
                  <a:pt x="272" y="537"/>
                  <a:pt x="272" y="537"/>
                </a:cubicBezTo>
                <a:cubicBezTo>
                  <a:pt x="274" y="537"/>
                  <a:pt x="275" y="536"/>
                  <a:pt x="277" y="534"/>
                </a:cubicBezTo>
                <a:cubicBezTo>
                  <a:pt x="276" y="533"/>
                  <a:pt x="274" y="531"/>
                  <a:pt x="272" y="530"/>
                </a:cubicBezTo>
                <a:cubicBezTo>
                  <a:pt x="272" y="526"/>
                  <a:pt x="272" y="526"/>
                  <a:pt x="272" y="526"/>
                </a:cubicBezTo>
                <a:cubicBezTo>
                  <a:pt x="274" y="527"/>
                  <a:pt x="276" y="529"/>
                  <a:pt x="277" y="530"/>
                </a:cubicBezTo>
                <a:cubicBezTo>
                  <a:pt x="278" y="529"/>
                  <a:pt x="279" y="529"/>
                  <a:pt x="280" y="529"/>
                </a:cubicBezTo>
                <a:close/>
                <a:moveTo>
                  <a:pt x="280" y="577"/>
                </a:moveTo>
                <a:cubicBezTo>
                  <a:pt x="280" y="583"/>
                  <a:pt x="280" y="583"/>
                  <a:pt x="280" y="583"/>
                </a:cubicBezTo>
                <a:cubicBezTo>
                  <a:pt x="279" y="582"/>
                  <a:pt x="277" y="581"/>
                  <a:pt x="275" y="579"/>
                </a:cubicBezTo>
                <a:cubicBezTo>
                  <a:pt x="274" y="592"/>
                  <a:pt x="273" y="597"/>
                  <a:pt x="280" y="603"/>
                </a:cubicBezTo>
                <a:cubicBezTo>
                  <a:pt x="280" y="609"/>
                  <a:pt x="280" y="609"/>
                  <a:pt x="280" y="609"/>
                </a:cubicBezTo>
                <a:cubicBezTo>
                  <a:pt x="277" y="607"/>
                  <a:pt x="274" y="605"/>
                  <a:pt x="272" y="603"/>
                </a:cubicBezTo>
                <a:cubicBezTo>
                  <a:pt x="272" y="572"/>
                  <a:pt x="272" y="572"/>
                  <a:pt x="272" y="572"/>
                </a:cubicBezTo>
                <a:cubicBezTo>
                  <a:pt x="272" y="573"/>
                  <a:pt x="272" y="573"/>
                  <a:pt x="273" y="573"/>
                </a:cubicBezTo>
                <a:cubicBezTo>
                  <a:pt x="275" y="574"/>
                  <a:pt x="278" y="576"/>
                  <a:pt x="280" y="577"/>
                </a:cubicBezTo>
                <a:close/>
                <a:moveTo>
                  <a:pt x="280" y="663"/>
                </a:moveTo>
                <a:cubicBezTo>
                  <a:pt x="280" y="675"/>
                  <a:pt x="280" y="675"/>
                  <a:pt x="280" y="675"/>
                </a:cubicBezTo>
                <a:cubicBezTo>
                  <a:pt x="274" y="673"/>
                  <a:pt x="274" y="672"/>
                  <a:pt x="273" y="671"/>
                </a:cubicBezTo>
                <a:cubicBezTo>
                  <a:pt x="274" y="668"/>
                  <a:pt x="275" y="665"/>
                  <a:pt x="276" y="662"/>
                </a:cubicBezTo>
                <a:cubicBezTo>
                  <a:pt x="280" y="663"/>
                  <a:pt x="280" y="663"/>
                  <a:pt x="280" y="663"/>
                </a:cubicBezTo>
                <a:close/>
                <a:moveTo>
                  <a:pt x="272" y="442"/>
                </a:moveTo>
                <a:cubicBezTo>
                  <a:pt x="272" y="436"/>
                  <a:pt x="272" y="436"/>
                  <a:pt x="272" y="436"/>
                </a:cubicBezTo>
                <a:cubicBezTo>
                  <a:pt x="272" y="435"/>
                  <a:pt x="272" y="435"/>
                  <a:pt x="273" y="436"/>
                </a:cubicBezTo>
                <a:cubicBezTo>
                  <a:pt x="273" y="438"/>
                  <a:pt x="274" y="440"/>
                  <a:pt x="274" y="442"/>
                </a:cubicBezTo>
                <a:cubicBezTo>
                  <a:pt x="272" y="442"/>
                  <a:pt x="272" y="442"/>
                  <a:pt x="272" y="442"/>
                </a:cubicBezTo>
                <a:close/>
                <a:moveTo>
                  <a:pt x="272" y="365"/>
                </a:moveTo>
                <a:cubicBezTo>
                  <a:pt x="272" y="361"/>
                  <a:pt x="272" y="361"/>
                  <a:pt x="272" y="361"/>
                </a:cubicBezTo>
                <a:cubicBezTo>
                  <a:pt x="272" y="362"/>
                  <a:pt x="272" y="364"/>
                  <a:pt x="272" y="365"/>
                </a:cubicBezTo>
                <a:cubicBezTo>
                  <a:pt x="272" y="365"/>
                  <a:pt x="272" y="365"/>
                  <a:pt x="272" y="365"/>
                </a:cubicBezTo>
                <a:close/>
                <a:moveTo>
                  <a:pt x="272" y="324"/>
                </a:moveTo>
                <a:cubicBezTo>
                  <a:pt x="272" y="317"/>
                  <a:pt x="272" y="317"/>
                  <a:pt x="272" y="317"/>
                </a:cubicBezTo>
                <a:cubicBezTo>
                  <a:pt x="272" y="317"/>
                  <a:pt x="272" y="317"/>
                  <a:pt x="273" y="317"/>
                </a:cubicBezTo>
                <a:cubicBezTo>
                  <a:pt x="273" y="319"/>
                  <a:pt x="273" y="321"/>
                  <a:pt x="272" y="324"/>
                </a:cubicBezTo>
                <a:close/>
                <a:moveTo>
                  <a:pt x="262" y="24"/>
                </a:moveTo>
                <a:cubicBezTo>
                  <a:pt x="263" y="23"/>
                  <a:pt x="264" y="23"/>
                  <a:pt x="266" y="22"/>
                </a:cubicBezTo>
                <a:cubicBezTo>
                  <a:pt x="268" y="22"/>
                  <a:pt x="270" y="22"/>
                  <a:pt x="272" y="21"/>
                </a:cubicBezTo>
                <a:cubicBezTo>
                  <a:pt x="272" y="31"/>
                  <a:pt x="272" y="31"/>
                  <a:pt x="272" y="31"/>
                </a:cubicBezTo>
                <a:cubicBezTo>
                  <a:pt x="269" y="31"/>
                  <a:pt x="266" y="31"/>
                  <a:pt x="262" y="33"/>
                </a:cubicBezTo>
                <a:cubicBezTo>
                  <a:pt x="262" y="24"/>
                  <a:pt x="262" y="24"/>
                  <a:pt x="262" y="24"/>
                </a:cubicBezTo>
                <a:close/>
                <a:moveTo>
                  <a:pt x="272" y="773"/>
                </a:moveTo>
                <a:cubicBezTo>
                  <a:pt x="268" y="773"/>
                  <a:pt x="265" y="772"/>
                  <a:pt x="262" y="770"/>
                </a:cubicBezTo>
                <a:cubicBezTo>
                  <a:pt x="262" y="762"/>
                  <a:pt x="262" y="762"/>
                  <a:pt x="262" y="762"/>
                </a:cubicBezTo>
                <a:cubicBezTo>
                  <a:pt x="265" y="764"/>
                  <a:pt x="268" y="765"/>
                  <a:pt x="272" y="766"/>
                </a:cubicBezTo>
                <a:cubicBezTo>
                  <a:pt x="272" y="764"/>
                  <a:pt x="272" y="764"/>
                  <a:pt x="266" y="737"/>
                </a:cubicBezTo>
                <a:cubicBezTo>
                  <a:pt x="265" y="735"/>
                  <a:pt x="264" y="733"/>
                  <a:pt x="262" y="731"/>
                </a:cubicBezTo>
                <a:cubicBezTo>
                  <a:pt x="262" y="722"/>
                  <a:pt x="262" y="722"/>
                  <a:pt x="262" y="722"/>
                </a:cubicBezTo>
                <a:cubicBezTo>
                  <a:pt x="265" y="724"/>
                  <a:pt x="268" y="725"/>
                  <a:pt x="272" y="727"/>
                </a:cubicBezTo>
                <a:cubicBezTo>
                  <a:pt x="272" y="773"/>
                  <a:pt x="272" y="773"/>
                  <a:pt x="272" y="773"/>
                </a:cubicBezTo>
                <a:close/>
                <a:moveTo>
                  <a:pt x="272" y="48"/>
                </a:moveTo>
                <a:cubicBezTo>
                  <a:pt x="272" y="69"/>
                  <a:pt x="272" y="69"/>
                  <a:pt x="272" y="69"/>
                </a:cubicBezTo>
                <a:cubicBezTo>
                  <a:pt x="269" y="70"/>
                  <a:pt x="267" y="72"/>
                  <a:pt x="264" y="73"/>
                </a:cubicBezTo>
                <a:cubicBezTo>
                  <a:pt x="262" y="73"/>
                  <a:pt x="262" y="73"/>
                  <a:pt x="262" y="73"/>
                </a:cubicBezTo>
                <a:cubicBezTo>
                  <a:pt x="262" y="65"/>
                  <a:pt x="262" y="65"/>
                  <a:pt x="262" y="65"/>
                </a:cubicBezTo>
                <a:cubicBezTo>
                  <a:pt x="265" y="64"/>
                  <a:pt x="268" y="63"/>
                  <a:pt x="272" y="62"/>
                </a:cubicBezTo>
                <a:cubicBezTo>
                  <a:pt x="271" y="61"/>
                  <a:pt x="271" y="60"/>
                  <a:pt x="270" y="59"/>
                </a:cubicBezTo>
                <a:cubicBezTo>
                  <a:pt x="268" y="57"/>
                  <a:pt x="265" y="54"/>
                  <a:pt x="262" y="52"/>
                </a:cubicBezTo>
                <a:cubicBezTo>
                  <a:pt x="262" y="40"/>
                  <a:pt x="262" y="40"/>
                  <a:pt x="262" y="40"/>
                </a:cubicBezTo>
                <a:cubicBezTo>
                  <a:pt x="265" y="43"/>
                  <a:pt x="268" y="45"/>
                  <a:pt x="272" y="48"/>
                </a:cubicBezTo>
                <a:close/>
                <a:moveTo>
                  <a:pt x="272" y="114"/>
                </a:moveTo>
                <a:cubicBezTo>
                  <a:pt x="272" y="125"/>
                  <a:pt x="272" y="125"/>
                  <a:pt x="272" y="125"/>
                </a:cubicBezTo>
                <a:cubicBezTo>
                  <a:pt x="271" y="124"/>
                  <a:pt x="270" y="123"/>
                  <a:pt x="270" y="122"/>
                </a:cubicBezTo>
                <a:cubicBezTo>
                  <a:pt x="270" y="119"/>
                  <a:pt x="270" y="116"/>
                  <a:pt x="272" y="114"/>
                </a:cubicBezTo>
                <a:close/>
                <a:moveTo>
                  <a:pt x="272" y="201"/>
                </a:moveTo>
                <a:cubicBezTo>
                  <a:pt x="272" y="209"/>
                  <a:pt x="272" y="209"/>
                  <a:pt x="272" y="209"/>
                </a:cubicBezTo>
                <a:cubicBezTo>
                  <a:pt x="269" y="209"/>
                  <a:pt x="266" y="210"/>
                  <a:pt x="262" y="213"/>
                </a:cubicBezTo>
                <a:cubicBezTo>
                  <a:pt x="262" y="207"/>
                  <a:pt x="262" y="207"/>
                  <a:pt x="262" y="207"/>
                </a:cubicBezTo>
                <a:cubicBezTo>
                  <a:pt x="265" y="205"/>
                  <a:pt x="267" y="203"/>
                  <a:pt x="270" y="202"/>
                </a:cubicBezTo>
                <a:cubicBezTo>
                  <a:pt x="271" y="202"/>
                  <a:pt x="271" y="201"/>
                  <a:pt x="272" y="201"/>
                </a:cubicBezTo>
                <a:close/>
                <a:moveTo>
                  <a:pt x="272" y="220"/>
                </a:moveTo>
                <a:cubicBezTo>
                  <a:pt x="272" y="226"/>
                  <a:pt x="272" y="226"/>
                  <a:pt x="272" y="226"/>
                </a:cubicBezTo>
                <a:cubicBezTo>
                  <a:pt x="268" y="225"/>
                  <a:pt x="265" y="223"/>
                  <a:pt x="262" y="222"/>
                </a:cubicBezTo>
                <a:cubicBezTo>
                  <a:pt x="262" y="215"/>
                  <a:pt x="262" y="215"/>
                  <a:pt x="262" y="215"/>
                </a:cubicBezTo>
                <a:cubicBezTo>
                  <a:pt x="265" y="217"/>
                  <a:pt x="268" y="218"/>
                  <a:pt x="272" y="220"/>
                </a:cubicBezTo>
                <a:close/>
                <a:moveTo>
                  <a:pt x="272" y="227"/>
                </a:moveTo>
                <a:cubicBezTo>
                  <a:pt x="272" y="233"/>
                  <a:pt x="272" y="233"/>
                  <a:pt x="272" y="233"/>
                </a:cubicBezTo>
                <a:cubicBezTo>
                  <a:pt x="268" y="235"/>
                  <a:pt x="264" y="238"/>
                  <a:pt x="262" y="241"/>
                </a:cubicBezTo>
                <a:cubicBezTo>
                  <a:pt x="262" y="232"/>
                  <a:pt x="262" y="232"/>
                  <a:pt x="262" y="232"/>
                </a:cubicBezTo>
                <a:cubicBezTo>
                  <a:pt x="266" y="231"/>
                  <a:pt x="268" y="230"/>
                  <a:pt x="272" y="227"/>
                </a:cubicBezTo>
                <a:close/>
                <a:moveTo>
                  <a:pt x="272" y="260"/>
                </a:moveTo>
                <a:cubicBezTo>
                  <a:pt x="272" y="264"/>
                  <a:pt x="272" y="264"/>
                  <a:pt x="272" y="264"/>
                </a:cubicBezTo>
                <a:cubicBezTo>
                  <a:pt x="271" y="263"/>
                  <a:pt x="270" y="262"/>
                  <a:pt x="268" y="262"/>
                </a:cubicBezTo>
                <a:cubicBezTo>
                  <a:pt x="266" y="266"/>
                  <a:pt x="264" y="269"/>
                  <a:pt x="262" y="273"/>
                </a:cubicBezTo>
                <a:cubicBezTo>
                  <a:pt x="262" y="264"/>
                  <a:pt x="262" y="264"/>
                  <a:pt x="262" y="264"/>
                </a:cubicBezTo>
                <a:cubicBezTo>
                  <a:pt x="264" y="261"/>
                  <a:pt x="264" y="259"/>
                  <a:pt x="262" y="254"/>
                </a:cubicBezTo>
                <a:cubicBezTo>
                  <a:pt x="262" y="250"/>
                  <a:pt x="262" y="250"/>
                  <a:pt x="262" y="250"/>
                </a:cubicBezTo>
                <a:cubicBezTo>
                  <a:pt x="266" y="253"/>
                  <a:pt x="269" y="257"/>
                  <a:pt x="272" y="260"/>
                </a:cubicBezTo>
                <a:close/>
                <a:moveTo>
                  <a:pt x="272" y="271"/>
                </a:moveTo>
                <a:cubicBezTo>
                  <a:pt x="270" y="275"/>
                  <a:pt x="266" y="280"/>
                  <a:pt x="264" y="283"/>
                </a:cubicBezTo>
                <a:cubicBezTo>
                  <a:pt x="264" y="281"/>
                  <a:pt x="263" y="280"/>
                  <a:pt x="262" y="279"/>
                </a:cubicBezTo>
                <a:cubicBezTo>
                  <a:pt x="262" y="286"/>
                  <a:pt x="262" y="286"/>
                  <a:pt x="262" y="286"/>
                </a:cubicBezTo>
                <a:cubicBezTo>
                  <a:pt x="264" y="288"/>
                  <a:pt x="266" y="290"/>
                  <a:pt x="268" y="292"/>
                </a:cubicBezTo>
                <a:cubicBezTo>
                  <a:pt x="269" y="293"/>
                  <a:pt x="270" y="294"/>
                  <a:pt x="272" y="295"/>
                </a:cubicBezTo>
                <a:cubicBezTo>
                  <a:pt x="272" y="290"/>
                  <a:pt x="272" y="290"/>
                  <a:pt x="272" y="290"/>
                </a:cubicBezTo>
                <a:cubicBezTo>
                  <a:pt x="269" y="285"/>
                  <a:pt x="270" y="282"/>
                  <a:pt x="272" y="279"/>
                </a:cubicBezTo>
                <a:cubicBezTo>
                  <a:pt x="272" y="271"/>
                  <a:pt x="272" y="271"/>
                  <a:pt x="272" y="271"/>
                </a:cubicBezTo>
                <a:close/>
                <a:moveTo>
                  <a:pt x="272" y="317"/>
                </a:moveTo>
                <a:cubicBezTo>
                  <a:pt x="272" y="324"/>
                  <a:pt x="272" y="324"/>
                  <a:pt x="272" y="324"/>
                </a:cubicBezTo>
                <a:cubicBezTo>
                  <a:pt x="270" y="331"/>
                  <a:pt x="266" y="339"/>
                  <a:pt x="262" y="346"/>
                </a:cubicBezTo>
                <a:cubicBezTo>
                  <a:pt x="262" y="324"/>
                  <a:pt x="262" y="324"/>
                  <a:pt x="262" y="324"/>
                </a:cubicBezTo>
                <a:cubicBezTo>
                  <a:pt x="264" y="320"/>
                  <a:pt x="266" y="317"/>
                  <a:pt x="272" y="317"/>
                </a:cubicBezTo>
                <a:close/>
                <a:moveTo>
                  <a:pt x="272" y="336"/>
                </a:moveTo>
                <a:cubicBezTo>
                  <a:pt x="269" y="338"/>
                  <a:pt x="270" y="341"/>
                  <a:pt x="269" y="347"/>
                </a:cubicBezTo>
                <a:cubicBezTo>
                  <a:pt x="268" y="347"/>
                  <a:pt x="266" y="347"/>
                  <a:pt x="264" y="347"/>
                </a:cubicBezTo>
                <a:cubicBezTo>
                  <a:pt x="264" y="351"/>
                  <a:pt x="263" y="353"/>
                  <a:pt x="262" y="355"/>
                </a:cubicBezTo>
                <a:cubicBezTo>
                  <a:pt x="262" y="381"/>
                  <a:pt x="262" y="381"/>
                  <a:pt x="262" y="381"/>
                </a:cubicBezTo>
                <a:cubicBezTo>
                  <a:pt x="262" y="382"/>
                  <a:pt x="262" y="382"/>
                  <a:pt x="262" y="382"/>
                </a:cubicBezTo>
                <a:cubicBezTo>
                  <a:pt x="264" y="381"/>
                  <a:pt x="266" y="381"/>
                  <a:pt x="268" y="381"/>
                </a:cubicBezTo>
                <a:cubicBezTo>
                  <a:pt x="270" y="377"/>
                  <a:pt x="270" y="373"/>
                  <a:pt x="268" y="368"/>
                </a:cubicBezTo>
                <a:cubicBezTo>
                  <a:pt x="269" y="367"/>
                  <a:pt x="270" y="366"/>
                  <a:pt x="272" y="365"/>
                </a:cubicBezTo>
                <a:cubicBezTo>
                  <a:pt x="272" y="361"/>
                  <a:pt x="272" y="361"/>
                  <a:pt x="272" y="361"/>
                </a:cubicBezTo>
                <a:cubicBezTo>
                  <a:pt x="272" y="359"/>
                  <a:pt x="271" y="357"/>
                  <a:pt x="272" y="355"/>
                </a:cubicBezTo>
                <a:cubicBezTo>
                  <a:pt x="272" y="355"/>
                  <a:pt x="272" y="355"/>
                  <a:pt x="272" y="355"/>
                </a:cubicBezTo>
                <a:cubicBezTo>
                  <a:pt x="272" y="336"/>
                  <a:pt x="272" y="336"/>
                  <a:pt x="272" y="336"/>
                </a:cubicBezTo>
                <a:close/>
                <a:moveTo>
                  <a:pt x="272" y="390"/>
                </a:moveTo>
                <a:cubicBezTo>
                  <a:pt x="272" y="394"/>
                  <a:pt x="272" y="394"/>
                  <a:pt x="272" y="394"/>
                </a:cubicBezTo>
                <a:cubicBezTo>
                  <a:pt x="269" y="394"/>
                  <a:pt x="269" y="394"/>
                  <a:pt x="269" y="394"/>
                </a:cubicBezTo>
                <a:cubicBezTo>
                  <a:pt x="270" y="398"/>
                  <a:pt x="271" y="402"/>
                  <a:pt x="272" y="406"/>
                </a:cubicBezTo>
                <a:cubicBezTo>
                  <a:pt x="272" y="415"/>
                  <a:pt x="272" y="415"/>
                  <a:pt x="272" y="415"/>
                </a:cubicBezTo>
                <a:cubicBezTo>
                  <a:pt x="262" y="415"/>
                  <a:pt x="262" y="415"/>
                  <a:pt x="262" y="415"/>
                </a:cubicBezTo>
                <a:cubicBezTo>
                  <a:pt x="262" y="411"/>
                  <a:pt x="262" y="411"/>
                  <a:pt x="262" y="411"/>
                </a:cubicBezTo>
                <a:cubicBezTo>
                  <a:pt x="262" y="411"/>
                  <a:pt x="262" y="411"/>
                  <a:pt x="262" y="411"/>
                </a:cubicBezTo>
                <a:cubicBezTo>
                  <a:pt x="264" y="411"/>
                  <a:pt x="267" y="411"/>
                  <a:pt x="269" y="411"/>
                </a:cubicBezTo>
                <a:cubicBezTo>
                  <a:pt x="266" y="397"/>
                  <a:pt x="266" y="397"/>
                  <a:pt x="265" y="394"/>
                </a:cubicBezTo>
                <a:cubicBezTo>
                  <a:pt x="264" y="394"/>
                  <a:pt x="263" y="394"/>
                  <a:pt x="262" y="394"/>
                </a:cubicBezTo>
                <a:cubicBezTo>
                  <a:pt x="262" y="390"/>
                  <a:pt x="262" y="390"/>
                  <a:pt x="262" y="390"/>
                </a:cubicBezTo>
                <a:cubicBezTo>
                  <a:pt x="272" y="390"/>
                  <a:pt x="272" y="390"/>
                  <a:pt x="272" y="390"/>
                </a:cubicBezTo>
                <a:close/>
                <a:moveTo>
                  <a:pt x="272" y="436"/>
                </a:moveTo>
                <a:cubicBezTo>
                  <a:pt x="272" y="442"/>
                  <a:pt x="272" y="442"/>
                  <a:pt x="272" y="442"/>
                </a:cubicBezTo>
                <a:cubicBezTo>
                  <a:pt x="268" y="443"/>
                  <a:pt x="265" y="444"/>
                  <a:pt x="262" y="446"/>
                </a:cubicBezTo>
                <a:cubicBezTo>
                  <a:pt x="262" y="422"/>
                  <a:pt x="262" y="422"/>
                  <a:pt x="262" y="422"/>
                </a:cubicBezTo>
                <a:cubicBezTo>
                  <a:pt x="264" y="421"/>
                  <a:pt x="266" y="421"/>
                  <a:pt x="270" y="422"/>
                </a:cubicBezTo>
                <a:cubicBezTo>
                  <a:pt x="268" y="427"/>
                  <a:pt x="266" y="433"/>
                  <a:pt x="263" y="438"/>
                </a:cubicBezTo>
                <a:cubicBezTo>
                  <a:pt x="266" y="438"/>
                  <a:pt x="269" y="436"/>
                  <a:pt x="272" y="436"/>
                </a:cubicBezTo>
                <a:close/>
                <a:moveTo>
                  <a:pt x="272" y="449"/>
                </a:moveTo>
                <a:cubicBezTo>
                  <a:pt x="272" y="451"/>
                  <a:pt x="272" y="451"/>
                  <a:pt x="272" y="451"/>
                </a:cubicBezTo>
                <a:cubicBezTo>
                  <a:pt x="272" y="451"/>
                  <a:pt x="272" y="451"/>
                  <a:pt x="272" y="451"/>
                </a:cubicBezTo>
                <a:cubicBezTo>
                  <a:pt x="272" y="451"/>
                  <a:pt x="272" y="450"/>
                  <a:pt x="272" y="449"/>
                </a:cubicBezTo>
                <a:close/>
                <a:moveTo>
                  <a:pt x="272" y="454"/>
                </a:moveTo>
                <a:cubicBezTo>
                  <a:pt x="272" y="487"/>
                  <a:pt x="272" y="487"/>
                  <a:pt x="272" y="487"/>
                </a:cubicBezTo>
                <a:cubicBezTo>
                  <a:pt x="270" y="487"/>
                  <a:pt x="270" y="487"/>
                  <a:pt x="268" y="485"/>
                </a:cubicBezTo>
                <a:cubicBezTo>
                  <a:pt x="267" y="487"/>
                  <a:pt x="267" y="488"/>
                  <a:pt x="267" y="489"/>
                </a:cubicBezTo>
                <a:cubicBezTo>
                  <a:pt x="265" y="489"/>
                  <a:pt x="263" y="489"/>
                  <a:pt x="262" y="489"/>
                </a:cubicBezTo>
                <a:cubicBezTo>
                  <a:pt x="262" y="453"/>
                  <a:pt x="262" y="453"/>
                  <a:pt x="262" y="453"/>
                </a:cubicBezTo>
                <a:cubicBezTo>
                  <a:pt x="263" y="453"/>
                  <a:pt x="264" y="452"/>
                  <a:pt x="264" y="452"/>
                </a:cubicBezTo>
                <a:cubicBezTo>
                  <a:pt x="268" y="453"/>
                  <a:pt x="269" y="453"/>
                  <a:pt x="272" y="454"/>
                </a:cubicBezTo>
                <a:close/>
                <a:moveTo>
                  <a:pt x="272" y="509"/>
                </a:moveTo>
                <a:cubicBezTo>
                  <a:pt x="272" y="518"/>
                  <a:pt x="272" y="518"/>
                  <a:pt x="272" y="518"/>
                </a:cubicBezTo>
                <a:cubicBezTo>
                  <a:pt x="271" y="518"/>
                  <a:pt x="269" y="518"/>
                  <a:pt x="268" y="518"/>
                </a:cubicBezTo>
                <a:cubicBezTo>
                  <a:pt x="266" y="519"/>
                  <a:pt x="266" y="519"/>
                  <a:pt x="266" y="522"/>
                </a:cubicBezTo>
                <a:cubicBezTo>
                  <a:pt x="268" y="523"/>
                  <a:pt x="270" y="525"/>
                  <a:pt x="272" y="526"/>
                </a:cubicBezTo>
                <a:cubicBezTo>
                  <a:pt x="272" y="530"/>
                  <a:pt x="272" y="530"/>
                  <a:pt x="272" y="530"/>
                </a:cubicBezTo>
                <a:cubicBezTo>
                  <a:pt x="268" y="528"/>
                  <a:pt x="265" y="525"/>
                  <a:pt x="262" y="526"/>
                </a:cubicBezTo>
                <a:cubicBezTo>
                  <a:pt x="262" y="521"/>
                  <a:pt x="262" y="521"/>
                  <a:pt x="262" y="521"/>
                </a:cubicBezTo>
                <a:cubicBezTo>
                  <a:pt x="266" y="517"/>
                  <a:pt x="269" y="513"/>
                  <a:pt x="270" y="511"/>
                </a:cubicBezTo>
                <a:cubicBezTo>
                  <a:pt x="272" y="509"/>
                  <a:pt x="272" y="509"/>
                  <a:pt x="272" y="509"/>
                </a:cubicBezTo>
                <a:close/>
                <a:moveTo>
                  <a:pt x="272" y="537"/>
                </a:moveTo>
                <a:cubicBezTo>
                  <a:pt x="272" y="544"/>
                  <a:pt x="272" y="544"/>
                  <a:pt x="272" y="544"/>
                </a:cubicBezTo>
                <a:cubicBezTo>
                  <a:pt x="268" y="548"/>
                  <a:pt x="265" y="551"/>
                  <a:pt x="262" y="554"/>
                </a:cubicBezTo>
                <a:cubicBezTo>
                  <a:pt x="262" y="547"/>
                  <a:pt x="262" y="547"/>
                  <a:pt x="262" y="547"/>
                </a:cubicBezTo>
                <a:cubicBezTo>
                  <a:pt x="265" y="546"/>
                  <a:pt x="267" y="545"/>
                  <a:pt x="268" y="542"/>
                </a:cubicBezTo>
                <a:cubicBezTo>
                  <a:pt x="266" y="541"/>
                  <a:pt x="264" y="540"/>
                  <a:pt x="262" y="538"/>
                </a:cubicBezTo>
                <a:cubicBezTo>
                  <a:pt x="262" y="534"/>
                  <a:pt x="262" y="534"/>
                  <a:pt x="262" y="534"/>
                </a:cubicBezTo>
                <a:cubicBezTo>
                  <a:pt x="264" y="535"/>
                  <a:pt x="265" y="537"/>
                  <a:pt x="267" y="538"/>
                </a:cubicBezTo>
                <a:cubicBezTo>
                  <a:pt x="269" y="538"/>
                  <a:pt x="270" y="538"/>
                  <a:pt x="272" y="537"/>
                </a:cubicBezTo>
                <a:close/>
                <a:moveTo>
                  <a:pt x="272" y="572"/>
                </a:moveTo>
                <a:cubicBezTo>
                  <a:pt x="272" y="603"/>
                  <a:pt x="272" y="603"/>
                  <a:pt x="272" y="603"/>
                </a:cubicBezTo>
                <a:cubicBezTo>
                  <a:pt x="272" y="602"/>
                  <a:pt x="272" y="602"/>
                  <a:pt x="272" y="602"/>
                </a:cubicBezTo>
                <a:cubicBezTo>
                  <a:pt x="268" y="601"/>
                  <a:pt x="265" y="599"/>
                  <a:pt x="262" y="597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3" y="592"/>
                  <a:pt x="264" y="593"/>
                  <a:pt x="266" y="595"/>
                </a:cubicBezTo>
                <a:cubicBezTo>
                  <a:pt x="266" y="595"/>
                  <a:pt x="267" y="595"/>
                  <a:pt x="268" y="595"/>
                </a:cubicBezTo>
                <a:cubicBezTo>
                  <a:pt x="268" y="582"/>
                  <a:pt x="271" y="577"/>
                  <a:pt x="262" y="569"/>
                </a:cubicBezTo>
                <a:cubicBezTo>
                  <a:pt x="262" y="563"/>
                  <a:pt x="262" y="563"/>
                  <a:pt x="262" y="563"/>
                </a:cubicBezTo>
                <a:cubicBezTo>
                  <a:pt x="266" y="566"/>
                  <a:pt x="269" y="568"/>
                  <a:pt x="272" y="572"/>
                </a:cubicBezTo>
                <a:close/>
                <a:moveTo>
                  <a:pt x="262" y="506"/>
                </a:moveTo>
                <a:cubicBezTo>
                  <a:pt x="262" y="495"/>
                  <a:pt x="262" y="495"/>
                  <a:pt x="262" y="495"/>
                </a:cubicBezTo>
                <a:cubicBezTo>
                  <a:pt x="264" y="496"/>
                  <a:pt x="266" y="497"/>
                  <a:pt x="267" y="498"/>
                </a:cubicBezTo>
                <a:cubicBezTo>
                  <a:pt x="267" y="500"/>
                  <a:pt x="267" y="502"/>
                  <a:pt x="267" y="504"/>
                </a:cubicBezTo>
                <a:cubicBezTo>
                  <a:pt x="266" y="505"/>
                  <a:pt x="266" y="506"/>
                  <a:pt x="262" y="506"/>
                </a:cubicBezTo>
                <a:close/>
                <a:moveTo>
                  <a:pt x="260" y="25"/>
                </a:moveTo>
                <a:cubicBezTo>
                  <a:pt x="260" y="25"/>
                  <a:pt x="261" y="24"/>
                  <a:pt x="262" y="24"/>
                </a:cubicBezTo>
                <a:cubicBezTo>
                  <a:pt x="262" y="33"/>
                  <a:pt x="262" y="33"/>
                  <a:pt x="262" y="33"/>
                </a:cubicBezTo>
                <a:cubicBezTo>
                  <a:pt x="261" y="33"/>
                  <a:pt x="260" y="33"/>
                  <a:pt x="260" y="33"/>
                </a:cubicBezTo>
                <a:cubicBezTo>
                  <a:pt x="260" y="25"/>
                  <a:pt x="260" y="25"/>
                  <a:pt x="260" y="25"/>
                </a:cubicBezTo>
                <a:close/>
                <a:moveTo>
                  <a:pt x="262" y="770"/>
                </a:moveTo>
                <a:cubicBezTo>
                  <a:pt x="261" y="770"/>
                  <a:pt x="260" y="770"/>
                  <a:pt x="260" y="770"/>
                </a:cubicBezTo>
                <a:cubicBezTo>
                  <a:pt x="260" y="761"/>
                  <a:pt x="260" y="761"/>
                  <a:pt x="260" y="761"/>
                </a:cubicBezTo>
                <a:cubicBezTo>
                  <a:pt x="260" y="761"/>
                  <a:pt x="261" y="762"/>
                  <a:pt x="262" y="762"/>
                </a:cubicBezTo>
                <a:cubicBezTo>
                  <a:pt x="262" y="770"/>
                  <a:pt x="262" y="770"/>
                  <a:pt x="262" y="770"/>
                </a:cubicBezTo>
                <a:close/>
                <a:moveTo>
                  <a:pt x="262" y="40"/>
                </a:moveTo>
                <a:cubicBezTo>
                  <a:pt x="262" y="52"/>
                  <a:pt x="262" y="52"/>
                  <a:pt x="262" y="52"/>
                </a:cubicBezTo>
                <a:cubicBezTo>
                  <a:pt x="261" y="51"/>
                  <a:pt x="260" y="50"/>
                  <a:pt x="260" y="50"/>
                </a:cubicBezTo>
                <a:cubicBezTo>
                  <a:pt x="260" y="39"/>
                  <a:pt x="260" y="39"/>
                  <a:pt x="260" y="39"/>
                </a:cubicBezTo>
                <a:cubicBezTo>
                  <a:pt x="262" y="40"/>
                  <a:pt x="262" y="40"/>
                  <a:pt x="262" y="40"/>
                </a:cubicBezTo>
                <a:close/>
                <a:moveTo>
                  <a:pt x="262" y="65"/>
                </a:moveTo>
                <a:cubicBezTo>
                  <a:pt x="262" y="73"/>
                  <a:pt x="262" y="73"/>
                  <a:pt x="262" y="73"/>
                </a:cubicBezTo>
                <a:cubicBezTo>
                  <a:pt x="260" y="74"/>
                  <a:pt x="260" y="74"/>
                  <a:pt x="260" y="74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0" y="65"/>
                  <a:pt x="261" y="65"/>
                  <a:pt x="262" y="65"/>
                </a:cubicBezTo>
                <a:close/>
                <a:moveTo>
                  <a:pt x="262" y="207"/>
                </a:moveTo>
                <a:cubicBezTo>
                  <a:pt x="262" y="213"/>
                  <a:pt x="262" y="213"/>
                  <a:pt x="262" y="213"/>
                </a:cubicBezTo>
                <a:cubicBezTo>
                  <a:pt x="261" y="213"/>
                  <a:pt x="260" y="213"/>
                  <a:pt x="260" y="214"/>
                </a:cubicBezTo>
                <a:cubicBezTo>
                  <a:pt x="262" y="215"/>
                  <a:pt x="262" y="215"/>
                  <a:pt x="262" y="215"/>
                </a:cubicBezTo>
                <a:cubicBezTo>
                  <a:pt x="262" y="222"/>
                  <a:pt x="262" y="222"/>
                  <a:pt x="262" y="222"/>
                </a:cubicBezTo>
                <a:cubicBezTo>
                  <a:pt x="261" y="222"/>
                  <a:pt x="260" y="222"/>
                  <a:pt x="260" y="222"/>
                </a:cubicBezTo>
                <a:cubicBezTo>
                  <a:pt x="260" y="208"/>
                  <a:pt x="260" y="208"/>
                  <a:pt x="260" y="208"/>
                </a:cubicBezTo>
                <a:cubicBezTo>
                  <a:pt x="260" y="208"/>
                  <a:pt x="261" y="207"/>
                  <a:pt x="262" y="207"/>
                </a:cubicBezTo>
                <a:close/>
                <a:moveTo>
                  <a:pt x="262" y="232"/>
                </a:moveTo>
                <a:cubicBezTo>
                  <a:pt x="262" y="241"/>
                  <a:pt x="262" y="241"/>
                  <a:pt x="262" y="241"/>
                </a:cubicBezTo>
                <a:cubicBezTo>
                  <a:pt x="261" y="242"/>
                  <a:pt x="260" y="243"/>
                  <a:pt x="260" y="244"/>
                </a:cubicBezTo>
                <a:cubicBezTo>
                  <a:pt x="260" y="232"/>
                  <a:pt x="260" y="232"/>
                  <a:pt x="260" y="232"/>
                </a:cubicBezTo>
                <a:cubicBezTo>
                  <a:pt x="260" y="232"/>
                  <a:pt x="261" y="232"/>
                  <a:pt x="262" y="232"/>
                </a:cubicBezTo>
                <a:close/>
                <a:moveTo>
                  <a:pt x="262" y="250"/>
                </a:moveTo>
                <a:cubicBezTo>
                  <a:pt x="262" y="254"/>
                  <a:pt x="262" y="254"/>
                  <a:pt x="262" y="254"/>
                </a:cubicBezTo>
                <a:cubicBezTo>
                  <a:pt x="262" y="254"/>
                  <a:pt x="261" y="253"/>
                  <a:pt x="260" y="252"/>
                </a:cubicBezTo>
                <a:cubicBezTo>
                  <a:pt x="260" y="253"/>
                  <a:pt x="260" y="253"/>
                  <a:pt x="260" y="253"/>
                </a:cubicBezTo>
                <a:cubicBezTo>
                  <a:pt x="260" y="248"/>
                  <a:pt x="260" y="248"/>
                  <a:pt x="260" y="248"/>
                </a:cubicBezTo>
                <a:cubicBezTo>
                  <a:pt x="260" y="249"/>
                  <a:pt x="261" y="249"/>
                  <a:pt x="262" y="250"/>
                </a:cubicBezTo>
                <a:close/>
                <a:moveTo>
                  <a:pt x="262" y="264"/>
                </a:moveTo>
                <a:cubicBezTo>
                  <a:pt x="262" y="273"/>
                  <a:pt x="262" y="273"/>
                  <a:pt x="262" y="273"/>
                </a:cubicBezTo>
                <a:cubicBezTo>
                  <a:pt x="261" y="274"/>
                  <a:pt x="261" y="275"/>
                  <a:pt x="260" y="277"/>
                </a:cubicBezTo>
                <a:cubicBezTo>
                  <a:pt x="262" y="279"/>
                  <a:pt x="262" y="279"/>
                  <a:pt x="262" y="279"/>
                </a:cubicBezTo>
                <a:cubicBezTo>
                  <a:pt x="262" y="286"/>
                  <a:pt x="262" y="286"/>
                  <a:pt x="262" y="286"/>
                </a:cubicBezTo>
                <a:cubicBezTo>
                  <a:pt x="261" y="285"/>
                  <a:pt x="260" y="284"/>
                  <a:pt x="260" y="283"/>
                </a:cubicBezTo>
                <a:cubicBezTo>
                  <a:pt x="260" y="269"/>
                  <a:pt x="260" y="269"/>
                  <a:pt x="260" y="269"/>
                </a:cubicBezTo>
                <a:cubicBezTo>
                  <a:pt x="260" y="267"/>
                  <a:pt x="261" y="266"/>
                  <a:pt x="262" y="264"/>
                </a:cubicBezTo>
                <a:close/>
                <a:moveTo>
                  <a:pt x="262" y="324"/>
                </a:moveTo>
                <a:cubicBezTo>
                  <a:pt x="262" y="346"/>
                  <a:pt x="262" y="346"/>
                  <a:pt x="262" y="346"/>
                </a:cubicBezTo>
                <a:cubicBezTo>
                  <a:pt x="261" y="347"/>
                  <a:pt x="260" y="349"/>
                  <a:pt x="260" y="350"/>
                </a:cubicBezTo>
                <a:cubicBezTo>
                  <a:pt x="260" y="331"/>
                  <a:pt x="260" y="331"/>
                  <a:pt x="260" y="331"/>
                </a:cubicBezTo>
                <a:cubicBezTo>
                  <a:pt x="260" y="329"/>
                  <a:pt x="261" y="326"/>
                  <a:pt x="262" y="324"/>
                </a:cubicBezTo>
                <a:close/>
                <a:moveTo>
                  <a:pt x="262" y="355"/>
                </a:moveTo>
                <a:cubicBezTo>
                  <a:pt x="262" y="381"/>
                  <a:pt x="262" y="381"/>
                  <a:pt x="262" y="381"/>
                </a:cubicBezTo>
                <a:cubicBezTo>
                  <a:pt x="261" y="381"/>
                  <a:pt x="260" y="380"/>
                  <a:pt x="260" y="380"/>
                </a:cubicBezTo>
                <a:cubicBezTo>
                  <a:pt x="260" y="363"/>
                  <a:pt x="260" y="363"/>
                  <a:pt x="260" y="363"/>
                </a:cubicBezTo>
                <a:cubicBezTo>
                  <a:pt x="260" y="363"/>
                  <a:pt x="260" y="363"/>
                  <a:pt x="261" y="363"/>
                </a:cubicBezTo>
                <a:cubicBezTo>
                  <a:pt x="261" y="360"/>
                  <a:pt x="261" y="357"/>
                  <a:pt x="262" y="355"/>
                </a:cubicBezTo>
                <a:close/>
                <a:moveTo>
                  <a:pt x="262" y="390"/>
                </a:moveTo>
                <a:cubicBezTo>
                  <a:pt x="262" y="394"/>
                  <a:pt x="262" y="394"/>
                  <a:pt x="262" y="394"/>
                </a:cubicBezTo>
                <a:cubicBezTo>
                  <a:pt x="261" y="394"/>
                  <a:pt x="260" y="394"/>
                  <a:pt x="260" y="393"/>
                </a:cubicBezTo>
                <a:cubicBezTo>
                  <a:pt x="260" y="390"/>
                  <a:pt x="260" y="390"/>
                  <a:pt x="260" y="390"/>
                </a:cubicBezTo>
                <a:cubicBezTo>
                  <a:pt x="262" y="390"/>
                  <a:pt x="262" y="390"/>
                  <a:pt x="262" y="390"/>
                </a:cubicBezTo>
                <a:close/>
                <a:moveTo>
                  <a:pt x="262" y="411"/>
                </a:moveTo>
                <a:cubicBezTo>
                  <a:pt x="262" y="415"/>
                  <a:pt x="262" y="415"/>
                  <a:pt x="262" y="415"/>
                </a:cubicBezTo>
                <a:cubicBezTo>
                  <a:pt x="260" y="415"/>
                  <a:pt x="260" y="415"/>
                  <a:pt x="260" y="415"/>
                </a:cubicBezTo>
                <a:cubicBezTo>
                  <a:pt x="260" y="406"/>
                  <a:pt x="260" y="406"/>
                  <a:pt x="260" y="406"/>
                </a:cubicBezTo>
                <a:cubicBezTo>
                  <a:pt x="260" y="408"/>
                  <a:pt x="261" y="410"/>
                  <a:pt x="262" y="411"/>
                </a:cubicBezTo>
                <a:close/>
                <a:moveTo>
                  <a:pt x="262" y="422"/>
                </a:moveTo>
                <a:cubicBezTo>
                  <a:pt x="262" y="446"/>
                  <a:pt x="262" y="446"/>
                  <a:pt x="262" y="446"/>
                </a:cubicBezTo>
                <a:cubicBezTo>
                  <a:pt x="260" y="446"/>
                  <a:pt x="260" y="446"/>
                  <a:pt x="260" y="446"/>
                </a:cubicBezTo>
                <a:cubicBezTo>
                  <a:pt x="260" y="423"/>
                  <a:pt x="260" y="423"/>
                  <a:pt x="260" y="423"/>
                </a:cubicBezTo>
                <a:cubicBezTo>
                  <a:pt x="261" y="423"/>
                  <a:pt x="261" y="422"/>
                  <a:pt x="262" y="422"/>
                </a:cubicBezTo>
                <a:close/>
                <a:moveTo>
                  <a:pt x="262" y="453"/>
                </a:moveTo>
                <a:cubicBezTo>
                  <a:pt x="262" y="489"/>
                  <a:pt x="262" y="489"/>
                  <a:pt x="262" y="489"/>
                </a:cubicBezTo>
                <a:cubicBezTo>
                  <a:pt x="261" y="489"/>
                  <a:pt x="260" y="488"/>
                  <a:pt x="260" y="488"/>
                </a:cubicBezTo>
                <a:cubicBezTo>
                  <a:pt x="260" y="454"/>
                  <a:pt x="260" y="454"/>
                  <a:pt x="260" y="454"/>
                </a:cubicBezTo>
                <a:cubicBezTo>
                  <a:pt x="260" y="454"/>
                  <a:pt x="261" y="453"/>
                  <a:pt x="262" y="453"/>
                </a:cubicBezTo>
                <a:close/>
                <a:moveTo>
                  <a:pt x="262" y="495"/>
                </a:moveTo>
                <a:cubicBezTo>
                  <a:pt x="262" y="506"/>
                  <a:pt x="262" y="506"/>
                  <a:pt x="262" y="506"/>
                </a:cubicBezTo>
                <a:cubicBezTo>
                  <a:pt x="261" y="506"/>
                  <a:pt x="261" y="506"/>
                  <a:pt x="261" y="506"/>
                </a:cubicBezTo>
                <a:cubicBezTo>
                  <a:pt x="260" y="506"/>
                  <a:pt x="260" y="506"/>
                  <a:pt x="260" y="505"/>
                </a:cubicBezTo>
                <a:cubicBezTo>
                  <a:pt x="260" y="493"/>
                  <a:pt x="260" y="493"/>
                  <a:pt x="260" y="493"/>
                </a:cubicBezTo>
                <a:cubicBezTo>
                  <a:pt x="260" y="494"/>
                  <a:pt x="261" y="494"/>
                  <a:pt x="262" y="495"/>
                </a:cubicBezTo>
                <a:close/>
                <a:moveTo>
                  <a:pt x="262" y="521"/>
                </a:moveTo>
                <a:cubicBezTo>
                  <a:pt x="262" y="526"/>
                  <a:pt x="262" y="526"/>
                  <a:pt x="262" y="526"/>
                </a:cubicBezTo>
                <a:cubicBezTo>
                  <a:pt x="261" y="526"/>
                  <a:pt x="260" y="526"/>
                  <a:pt x="260" y="527"/>
                </a:cubicBezTo>
                <a:cubicBezTo>
                  <a:pt x="260" y="523"/>
                  <a:pt x="260" y="523"/>
                  <a:pt x="260" y="523"/>
                </a:cubicBezTo>
                <a:cubicBezTo>
                  <a:pt x="260" y="523"/>
                  <a:pt x="261" y="522"/>
                  <a:pt x="262" y="521"/>
                </a:cubicBezTo>
                <a:close/>
                <a:moveTo>
                  <a:pt x="262" y="534"/>
                </a:moveTo>
                <a:cubicBezTo>
                  <a:pt x="262" y="538"/>
                  <a:pt x="262" y="538"/>
                  <a:pt x="262" y="538"/>
                </a:cubicBezTo>
                <a:cubicBezTo>
                  <a:pt x="261" y="538"/>
                  <a:pt x="260" y="537"/>
                  <a:pt x="260" y="537"/>
                </a:cubicBezTo>
                <a:cubicBezTo>
                  <a:pt x="260" y="533"/>
                  <a:pt x="260" y="533"/>
                  <a:pt x="260" y="533"/>
                </a:cubicBezTo>
                <a:cubicBezTo>
                  <a:pt x="260" y="533"/>
                  <a:pt x="261" y="533"/>
                  <a:pt x="262" y="534"/>
                </a:cubicBezTo>
                <a:close/>
                <a:moveTo>
                  <a:pt x="262" y="547"/>
                </a:moveTo>
                <a:cubicBezTo>
                  <a:pt x="262" y="554"/>
                  <a:pt x="262" y="554"/>
                  <a:pt x="262" y="554"/>
                </a:cubicBezTo>
                <a:cubicBezTo>
                  <a:pt x="260" y="557"/>
                  <a:pt x="260" y="557"/>
                  <a:pt x="260" y="557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47"/>
                  <a:pt x="260" y="547"/>
                  <a:pt x="260" y="547"/>
                </a:cubicBezTo>
                <a:cubicBezTo>
                  <a:pt x="261" y="548"/>
                  <a:pt x="261" y="548"/>
                  <a:pt x="261" y="548"/>
                </a:cubicBezTo>
                <a:cubicBezTo>
                  <a:pt x="261" y="547"/>
                  <a:pt x="262" y="547"/>
                  <a:pt x="262" y="547"/>
                </a:cubicBezTo>
                <a:close/>
                <a:moveTo>
                  <a:pt x="262" y="563"/>
                </a:moveTo>
                <a:cubicBezTo>
                  <a:pt x="262" y="569"/>
                  <a:pt x="262" y="569"/>
                  <a:pt x="262" y="569"/>
                </a:cubicBezTo>
                <a:cubicBezTo>
                  <a:pt x="262" y="569"/>
                  <a:pt x="261" y="568"/>
                  <a:pt x="261" y="568"/>
                </a:cubicBezTo>
                <a:cubicBezTo>
                  <a:pt x="260" y="569"/>
                  <a:pt x="260" y="570"/>
                  <a:pt x="260" y="571"/>
                </a:cubicBezTo>
                <a:cubicBezTo>
                  <a:pt x="260" y="562"/>
                  <a:pt x="260" y="562"/>
                  <a:pt x="260" y="562"/>
                </a:cubicBezTo>
                <a:cubicBezTo>
                  <a:pt x="260" y="562"/>
                  <a:pt x="261" y="563"/>
                  <a:pt x="262" y="563"/>
                </a:cubicBezTo>
                <a:close/>
                <a:moveTo>
                  <a:pt x="262" y="591"/>
                </a:moveTo>
                <a:cubicBezTo>
                  <a:pt x="262" y="597"/>
                  <a:pt x="262" y="597"/>
                  <a:pt x="262" y="597"/>
                </a:cubicBezTo>
                <a:cubicBezTo>
                  <a:pt x="261" y="597"/>
                  <a:pt x="260" y="596"/>
                  <a:pt x="260" y="595"/>
                </a:cubicBezTo>
                <a:cubicBezTo>
                  <a:pt x="260" y="588"/>
                  <a:pt x="260" y="588"/>
                  <a:pt x="260" y="588"/>
                </a:cubicBezTo>
                <a:cubicBezTo>
                  <a:pt x="260" y="589"/>
                  <a:pt x="261" y="590"/>
                  <a:pt x="262" y="591"/>
                </a:cubicBezTo>
                <a:close/>
                <a:moveTo>
                  <a:pt x="262" y="722"/>
                </a:moveTo>
                <a:cubicBezTo>
                  <a:pt x="262" y="731"/>
                  <a:pt x="262" y="731"/>
                  <a:pt x="262" y="731"/>
                </a:cubicBezTo>
                <a:cubicBezTo>
                  <a:pt x="261" y="731"/>
                  <a:pt x="260" y="730"/>
                  <a:pt x="260" y="729"/>
                </a:cubicBezTo>
                <a:cubicBezTo>
                  <a:pt x="260" y="721"/>
                  <a:pt x="260" y="721"/>
                  <a:pt x="260" y="721"/>
                </a:cubicBezTo>
                <a:cubicBezTo>
                  <a:pt x="260" y="722"/>
                  <a:pt x="261" y="722"/>
                  <a:pt x="262" y="722"/>
                </a:cubicBezTo>
                <a:close/>
                <a:moveTo>
                  <a:pt x="260" y="322"/>
                </a:moveTo>
                <a:cubicBezTo>
                  <a:pt x="260" y="309"/>
                  <a:pt x="260" y="309"/>
                  <a:pt x="260" y="309"/>
                </a:cubicBezTo>
                <a:cubicBezTo>
                  <a:pt x="261" y="311"/>
                  <a:pt x="261" y="311"/>
                  <a:pt x="261" y="311"/>
                </a:cubicBezTo>
                <a:cubicBezTo>
                  <a:pt x="261" y="315"/>
                  <a:pt x="261" y="319"/>
                  <a:pt x="260" y="322"/>
                </a:cubicBezTo>
                <a:close/>
                <a:moveTo>
                  <a:pt x="253" y="27"/>
                </a:moveTo>
                <a:cubicBezTo>
                  <a:pt x="255" y="27"/>
                  <a:pt x="258" y="26"/>
                  <a:pt x="260" y="25"/>
                </a:cubicBezTo>
                <a:cubicBezTo>
                  <a:pt x="260" y="33"/>
                  <a:pt x="260" y="33"/>
                  <a:pt x="260" y="33"/>
                </a:cubicBezTo>
                <a:cubicBezTo>
                  <a:pt x="258" y="34"/>
                  <a:pt x="257" y="34"/>
                  <a:pt x="255" y="35"/>
                </a:cubicBezTo>
                <a:cubicBezTo>
                  <a:pt x="257" y="36"/>
                  <a:pt x="258" y="38"/>
                  <a:pt x="260" y="39"/>
                </a:cubicBezTo>
                <a:cubicBezTo>
                  <a:pt x="260" y="50"/>
                  <a:pt x="260" y="50"/>
                  <a:pt x="260" y="50"/>
                </a:cubicBezTo>
                <a:cubicBezTo>
                  <a:pt x="258" y="48"/>
                  <a:pt x="255" y="47"/>
                  <a:pt x="253" y="46"/>
                </a:cubicBezTo>
                <a:cubicBezTo>
                  <a:pt x="253" y="27"/>
                  <a:pt x="253" y="27"/>
                  <a:pt x="253" y="27"/>
                </a:cubicBezTo>
                <a:close/>
                <a:moveTo>
                  <a:pt x="260" y="770"/>
                </a:moveTo>
                <a:cubicBezTo>
                  <a:pt x="258" y="769"/>
                  <a:pt x="255" y="768"/>
                  <a:pt x="253" y="767"/>
                </a:cubicBezTo>
                <a:cubicBezTo>
                  <a:pt x="253" y="755"/>
                  <a:pt x="253" y="755"/>
                  <a:pt x="253" y="755"/>
                </a:cubicBezTo>
                <a:cubicBezTo>
                  <a:pt x="255" y="757"/>
                  <a:pt x="257" y="759"/>
                  <a:pt x="260" y="761"/>
                </a:cubicBezTo>
                <a:cubicBezTo>
                  <a:pt x="260" y="770"/>
                  <a:pt x="260" y="770"/>
                  <a:pt x="260" y="770"/>
                </a:cubicBezTo>
                <a:close/>
                <a:moveTo>
                  <a:pt x="260" y="65"/>
                </a:moveTo>
                <a:cubicBezTo>
                  <a:pt x="260" y="74"/>
                  <a:pt x="260" y="74"/>
                  <a:pt x="260" y="74"/>
                </a:cubicBezTo>
                <a:cubicBezTo>
                  <a:pt x="253" y="75"/>
                  <a:pt x="253" y="75"/>
                  <a:pt x="253" y="75"/>
                </a:cubicBezTo>
                <a:cubicBezTo>
                  <a:pt x="253" y="66"/>
                  <a:pt x="253" y="66"/>
                  <a:pt x="253" y="66"/>
                </a:cubicBezTo>
                <a:cubicBezTo>
                  <a:pt x="255" y="66"/>
                  <a:pt x="258" y="65"/>
                  <a:pt x="260" y="65"/>
                </a:cubicBezTo>
                <a:close/>
                <a:moveTo>
                  <a:pt x="260" y="208"/>
                </a:moveTo>
                <a:cubicBezTo>
                  <a:pt x="260" y="222"/>
                  <a:pt x="260" y="222"/>
                  <a:pt x="260" y="222"/>
                </a:cubicBezTo>
                <a:cubicBezTo>
                  <a:pt x="258" y="221"/>
                  <a:pt x="255" y="221"/>
                  <a:pt x="253" y="221"/>
                </a:cubicBezTo>
                <a:cubicBezTo>
                  <a:pt x="253" y="213"/>
                  <a:pt x="253" y="213"/>
                  <a:pt x="253" y="213"/>
                </a:cubicBezTo>
                <a:cubicBezTo>
                  <a:pt x="255" y="211"/>
                  <a:pt x="258" y="210"/>
                  <a:pt x="260" y="208"/>
                </a:cubicBezTo>
                <a:close/>
                <a:moveTo>
                  <a:pt x="260" y="232"/>
                </a:moveTo>
                <a:cubicBezTo>
                  <a:pt x="260" y="244"/>
                  <a:pt x="260" y="244"/>
                  <a:pt x="260" y="244"/>
                </a:cubicBezTo>
                <a:cubicBezTo>
                  <a:pt x="259" y="245"/>
                  <a:pt x="259" y="246"/>
                  <a:pt x="259" y="247"/>
                </a:cubicBezTo>
                <a:cubicBezTo>
                  <a:pt x="259" y="248"/>
                  <a:pt x="259" y="248"/>
                  <a:pt x="260" y="248"/>
                </a:cubicBezTo>
                <a:cubicBezTo>
                  <a:pt x="260" y="253"/>
                  <a:pt x="260" y="253"/>
                  <a:pt x="260" y="253"/>
                </a:cubicBezTo>
                <a:cubicBezTo>
                  <a:pt x="257" y="257"/>
                  <a:pt x="255" y="260"/>
                  <a:pt x="253" y="263"/>
                </a:cubicBezTo>
                <a:cubicBezTo>
                  <a:pt x="253" y="255"/>
                  <a:pt x="253" y="255"/>
                  <a:pt x="253" y="255"/>
                </a:cubicBezTo>
                <a:cubicBezTo>
                  <a:pt x="254" y="253"/>
                  <a:pt x="254" y="251"/>
                  <a:pt x="254" y="248"/>
                </a:cubicBezTo>
                <a:cubicBezTo>
                  <a:pt x="254" y="248"/>
                  <a:pt x="253" y="248"/>
                  <a:pt x="253" y="249"/>
                </a:cubicBezTo>
                <a:cubicBezTo>
                  <a:pt x="253" y="242"/>
                  <a:pt x="253" y="242"/>
                  <a:pt x="253" y="242"/>
                </a:cubicBezTo>
                <a:cubicBezTo>
                  <a:pt x="254" y="241"/>
                  <a:pt x="256" y="240"/>
                  <a:pt x="258" y="239"/>
                </a:cubicBezTo>
                <a:cubicBezTo>
                  <a:pt x="256" y="238"/>
                  <a:pt x="255" y="237"/>
                  <a:pt x="253" y="237"/>
                </a:cubicBezTo>
                <a:cubicBezTo>
                  <a:pt x="253" y="231"/>
                  <a:pt x="253" y="231"/>
                  <a:pt x="253" y="231"/>
                </a:cubicBezTo>
                <a:cubicBezTo>
                  <a:pt x="256" y="232"/>
                  <a:pt x="256" y="232"/>
                  <a:pt x="256" y="232"/>
                </a:cubicBezTo>
                <a:cubicBezTo>
                  <a:pt x="258" y="232"/>
                  <a:pt x="259" y="232"/>
                  <a:pt x="260" y="232"/>
                </a:cubicBezTo>
                <a:close/>
                <a:moveTo>
                  <a:pt x="260" y="269"/>
                </a:moveTo>
                <a:cubicBezTo>
                  <a:pt x="260" y="283"/>
                  <a:pt x="260" y="283"/>
                  <a:pt x="260" y="283"/>
                </a:cubicBezTo>
                <a:cubicBezTo>
                  <a:pt x="258" y="282"/>
                  <a:pt x="255" y="280"/>
                  <a:pt x="253" y="278"/>
                </a:cubicBezTo>
                <a:cubicBezTo>
                  <a:pt x="253" y="271"/>
                  <a:pt x="253" y="271"/>
                  <a:pt x="253" y="271"/>
                </a:cubicBezTo>
                <a:cubicBezTo>
                  <a:pt x="254" y="272"/>
                  <a:pt x="254" y="273"/>
                  <a:pt x="255" y="273"/>
                </a:cubicBezTo>
                <a:cubicBezTo>
                  <a:pt x="256" y="273"/>
                  <a:pt x="257" y="273"/>
                  <a:pt x="258" y="273"/>
                </a:cubicBezTo>
                <a:cubicBezTo>
                  <a:pt x="258" y="271"/>
                  <a:pt x="259" y="270"/>
                  <a:pt x="260" y="269"/>
                </a:cubicBezTo>
                <a:close/>
                <a:moveTo>
                  <a:pt x="260" y="309"/>
                </a:moveTo>
                <a:cubicBezTo>
                  <a:pt x="260" y="322"/>
                  <a:pt x="260" y="322"/>
                  <a:pt x="260" y="322"/>
                </a:cubicBezTo>
                <a:cubicBezTo>
                  <a:pt x="258" y="327"/>
                  <a:pt x="255" y="332"/>
                  <a:pt x="253" y="338"/>
                </a:cubicBezTo>
                <a:cubicBezTo>
                  <a:pt x="253" y="304"/>
                  <a:pt x="253" y="304"/>
                  <a:pt x="253" y="304"/>
                </a:cubicBezTo>
                <a:cubicBezTo>
                  <a:pt x="255" y="305"/>
                  <a:pt x="257" y="307"/>
                  <a:pt x="260" y="309"/>
                </a:cubicBezTo>
                <a:close/>
                <a:moveTo>
                  <a:pt x="260" y="331"/>
                </a:moveTo>
                <a:cubicBezTo>
                  <a:pt x="259" y="335"/>
                  <a:pt x="257" y="339"/>
                  <a:pt x="253" y="340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4" y="351"/>
                  <a:pt x="254" y="352"/>
                  <a:pt x="255" y="352"/>
                </a:cubicBezTo>
                <a:cubicBezTo>
                  <a:pt x="256" y="352"/>
                  <a:pt x="258" y="352"/>
                  <a:pt x="259" y="352"/>
                </a:cubicBezTo>
                <a:cubicBezTo>
                  <a:pt x="259" y="351"/>
                  <a:pt x="259" y="351"/>
                  <a:pt x="260" y="350"/>
                </a:cubicBezTo>
                <a:cubicBezTo>
                  <a:pt x="260" y="331"/>
                  <a:pt x="260" y="331"/>
                  <a:pt x="260" y="331"/>
                </a:cubicBezTo>
                <a:close/>
                <a:moveTo>
                  <a:pt x="260" y="363"/>
                </a:moveTo>
                <a:cubicBezTo>
                  <a:pt x="260" y="380"/>
                  <a:pt x="260" y="380"/>
                  <a:pt x="260" y="380"/>
                </a:cubicBezTo>
                <a:cubicBezTo>
                  <a:pt x="257" y="377"/>
                  <a:pt x="255" y="375"/>
                  <a:pt x="253" y="374"/>
                </a:cubicBezTo>
                <a:cubicBezTo>
                  <a:pt x="253" y="363"/>
                  <a:pt x="253" y="363"/>
                  <a:pt x="253" y="363"/>
                </a:cubicBezTo>
                <a:cubicBezTo>
                  <a:pt x="255" y="363"/>
                  <a:pt x="258" y="363"/>
                  <a:pt x="260" y="363"/>
                </a:cubicBezTo>
                <a:close/>
                <a:moveTo>
                  <a:pt x="260" y="390"/>
                </a:moveTo>
                <a:cubicBezTo>
                  <a:pt x="260" y="393"/>
                  <a:pt x="260" y="393"/>
                  <a:pt x="260" y="393"/>
                </a:cubicBezTo>
                <a:cubicBezTo>
                  <a:pt x="258" y="393"/>
                  <a:pt x="258" y="393"/>
                  <a:pt x="258" y="393"/>
                </a:cubicBezTo>
                <a:cubicBezTo>
                  <a:pt x="258" y="397"/>
                  <a:pt x="258" y="402"/>
                  <a:pt x="260" y="406"/>
                </a:cubicBezTo>
                <a:cubicBezTo>
                  <a:pt x="260" y="415"/>
                  <a:pt x="260" y="415"/>
                  <a:pt x="260" y="415"/>
                </a:cubicBezTo>
                <a:cubicBezTo>
                  <a:pt x="253" y="415"/>
                  <a:pt x="253" y="415"/>
                  <a:pt x="253" y="415"/>
                </a:cubicBezTo>
                <a:cubicBezTo>
                  <a:pt x="253" y="411"/>
                  <a:pt x="253" y="411"/>
                  <a:pt x="253" y="411"/>
                </a:cubicBezTo>
                <a:cubicBezTo>
                  <a:pt x="256" y="411"/>
                  <a:pt x="256" y="411"/>
                  <a:pt x="256" y="411"/>
                </a:cubicBezTo>
                <a:cubicBezTo>
                  <a:pt x="255" y="404"/>
                  <a:pt x="255" y="400"/>
                  <a:pt x="253" y="397"/>
                </a:cubicBezTo>
                <a:cubicBezTo>
                  <a:pt x="253" y="390"/>
                  <a:pt x="253" y="390"/>
                  <a:pt x="253" y="390"/>
                </a:cubicBezTo>
                <a:cubicBezTo>
                  <a:pt x="260" y="390"/>
                  <a:pt x="260" y="390"/>
                  <a:pt x="260" y="390"/>
                </a:cubicBezTo>
                <a:close/>
                <a:moveTo>
                  <a:pt x="260" y="423"/>
                </a:moveTo>
                <a:cubicBezTo>
                  <a:pt x="260" y="446"/>
                  <a:pt x="260" y="446"/>
                  <a:pt x="260" y="446"/>
                </a:cubicBezTo>
                <a:cubicBezTo>
                  <a:pt x="258" y="447"/>
                  <a:pt x="255" y="448"/>
                  <a:pt x="253" y="449"/>
                </a:cubicBezTo>
                <a:cubicBezTo>
                  <a:pt x="253" y="449"/>
                  <a:pt x="253" y="449"/>
                  <a:pt x="253" y="449"/>
                </a:cubicBezTo>
                <a:cubicBezTo>
                  <a:pt x="253" y="436"/>
                  <a:pt x="253" y="436"/>
                  <a:pt x="253" y="436"/>
                </a:cubicBezTo>
                <a:cubicBezTo>
                  <a:pt x="255" y="434"/>
                  <a:pt x="256" y="430"/>
                  <a:pt x="258" y="424"/>
                </a:cubicBezTo>
                <a:cubicBezTo>
                  <a:pt x="259" y="423"/>
                  <a:pt x="259" y="423"/>
                  <a:pt x="260" y="423"/>
                </a:cubicBezTo>
                <a:close/>
                <a:moveTo>
                  <a:pt x="260" y="454"/>
                </a:moveTo>
                <a:cubicBezTo>
                  <a:pt x="260" y="488"/>
                  <a:pt x="260" y="488"/>
                  <a:pt x="260" y="488"/>
                </a:cubicBezTo>
                <a:cubicBezTo>
                  <a:pt x="258" y="487"/>
                  <a:pt x="257" y="486"/>
                  <a:pt x="255" y="485"/>
                </a:cubicBezTo>
                <a:cubicBezTo>
                  <a:pt x="255" y="485"/>
                  <a:pt x="255" y="484"/>
                  <a:pt x="255" y="483"/>
                </a:cubicBezTo>
                <a:cubicBezTo>
                  <a:pt x="253" y="483"/>
                  <a:pt x="253" y="483"/>
                  <a:pt x="253" y="483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57"/>
                  <a:pt x="253" y="457"/>
                  <a:pt x="253" y="457"/>
                </a:cubicBezTo>
                <a:cubicBezTo>
                  <a:pt x="255" y="456"/>
                  <a:pt x="257" y="455"/>
                  <a:pt x="260" y="454"/>
                </a:cubicBezTo>
                <a:close/>
                <a:moveTo>
                  <a:pt x="260" y="493"/>
                </a:moveTo>
                <a:cubicBezTo>
                  <a:pt x="258" y="492"/>
                  <a:pt x="257" y="491"/>
                  <a:pt x="256" y="489"/>
                </a:cubicBezTo>
                <a:cubicBezTo>
                  <a:pt x="255" y="488"/>
                  <a:pt x="254" y="488"/>
                  <a:pt x="253" y="488"/>
                </a:cubicBezTo>
                <a:cubicBezTo>
                  <a:pt x="253" y="487"/>
                  <a:pt x="253" y="487"/>
                  <a:pt x="253" y="487"/>
                </a:cubicBezTo>
                <a:cubicBezTo>
                  <a:pt x="253" y="497"/>
                  <a:pt x="253" y="497"/>
                  <a:pt x="253" y="497"/>
                </a:cubicBezTo>
                <a:cubicBezTo>
                  <a:pt x="255" y="499"/>
                  <a:pt x="258" y="502"/>
                  <a:pt x="260" y="505"/>
                </a:cubicBezTo>
                <a:cubicBezTo>
                  <a:pt x="260" y="493"/>
                  <a:pt x="260" y="493"/>
                  <a:pt x="260" y="493"/>
                </a:cubicBezTo>
                <a:close/>
                <a:moveTo>
                  <a:pt x="260" y="523"/>
                </a:moveTo>
                <a:cubicBezTo>
                  <a:pt x="260" y="527"/>
                  <a:pt x="260" y="527"/>
                  <a:pt x="260" y="527"/>
                </a:cubicBezTo>
                <a:cubicBezTo>
                  <a:pt x="258" y="528"/>
                  <a:pt x="257" y="529"/>
                  <a:pt x="256" y="531"/>
                </a:cubicBezTo>
                <a:cubicBezTo>
                  <a:pt x="258" y="531"/>
                  <a:pt x="259" y="532"/>
                  <a:pt x="260" y="533"/>
                </a:cubicBezTo>
                <a:cubicBezTo>
                  <a:pt x="260" y="537"/>
                  <a:pt x="260" y="537"/>
                  <a:pt x="260" y="537"/>
                </a:cubicBezTo>
                <a:cubicBezTo>
                  <a:pt x="258" y="536"/>
                  <a:pt x="256" y="535"/>
                  <a:pt x="253" y="534"/>
                </a:cubicBezTo>
                <a:cubicBezTo>
                  <a:pt x="253" y="529"/>
                  <a:pt x="253" y="529"/>
                  <a:pt x="253" y="529"/>
                </a:cubicBezTo>
                <a:cubicBezTo>
                  <a:pt x="255" y="527"/>
                  <a:pt x="258" y="525"/>
                  <a:pt x="260" y="523"/>
                </a:cubicBezTo>
                <a:close/>
                <a:moveTo>
                  <a:pt x="260" y="547"/>
                </a:moveTo>
                <a:cubicBezTo>
                  <a:pt x="260" y="552"/>
                  <a:pt x="260" y="552"/>
                  <a:pt x="260" y="552"/>
                </a:cubicBezTo>
                <a:cubicBezTo>
                  <a:pt x="258" y="550"/>
                  <a:pt x="255" y="548"/>
                  <a:pt x="253" y="547"/>
                </a:cubicBezTo>
                <a:cubicBezTo>
                  <a:pt x="253" y="543"/>
                  <a:pt x="253" y="543"/>
                  <a:pt x="253" y="543"/>
                </a:cubicBezTo>
                <a:cubicBezTo>
                  <a:pt x="255" y="544"/>
                  <a:pt x="258" y="545"/>
                  <a:pt x="260" y="547"/>
                </a:cubicBezTo>
                <a:close/>
                <a:moveTo>
                  <a:pt x="260" y="552"/>
                </a:moveTo>
                <a:cubicBezTo>
                  <a:pt x="260" y="557"/>
                  <a:pt x="260" y="557"/>
                  <a:pt x="260" y="557"/>
                </a:cubicBezTo>
                <a:cubicBezTo>
                  <a:pt x="258" y="558"/>
                  <a:pt x="258" y="558"/>
                  <a:pt x="258" y="558"/>
                </a:cubicBezTo>
                <a:cubicBezTo>
                  <a:pt x="258" y="559"/>
                  <a:pt x="258" y="560"/>
                  <a:pt x="258" y="561"/>
                </a:cubicBezTo>
                <a:cubicBezTo>
                  <a:pt x="260" y="562"/>
                  <a:pt x="260" y="562"/>
                  <a:pt x="260" y="562"/>
                </a:cubicBezTo>
                <a:cubicBezTo>
                  <a:pt x="260" y="571"/>
                  <a:pt x="260" y="571"/>
                  <a:pt x="260" y="571"/>
                </a:cubicBezTo>
                <a:cubicBezTo>
                  <a:pt x="258" y="578"/>
                  <a:pt x="257" y="583"/>
                  <a:pt x="260" y="588"/>
                </a:cubicBezTo>
                <a:cubicBezTo>
                  <a:pt x="260" y="595"/>
                  <a:pt x="260" y="595"/>
                  <a:pt x="260" y="595"/>
                </a:cubicBezTo>
                <a:cubicBezTo>
                  <a:pt x="258" y="594"/>
                  <a:pt x="255" y="593"/>
                  <a:pt x="253" y="591"/>
                </a:cubicBezTo>
                <a:cubicBezTo>
                  <a:pt x="253" y="555"/>
                  <a:pt x="253" y="555"/>
                  <a:pt x="253" y="555"/>
                </a:cubicBezTo>
                <a:cubicBezTo>
                  <a:pt x="254" y="556"/>
                  <a:pt x="254" y="556"/>
                  <a:pt x="254" y="556"/>
                </a:cubicBezTo>
                <a:cubicBezTo>
                  <a:pt x="256" y="554"/>
                  <a:pt x="258" y="553"/>
                  <a:pt x="260" y="552"/>
                </a:cubicBezTo>
                <a:close/>
                <a:moveTo>
                  <a:pt x="260" y="721"/>
                </a:moveTo>
                <a:cubicBezTo>
                  <a:pt x="260" y="729"/>
                  <a:pt x="260" y="729"/>
                  <a:pt x="260" y="729"/>
                </a:cubicBezTo>
                <a:cubicBezTo>
                  <a:pt x="258" y="728"/>
                  <a:pt x="256" y="727"/>
                  <a:pt x="253" y="726"/>
                </a:cubicBezTo>
                <a:cubicBezTo>
                  <a:pt x="253" y="719"/>
                  <a:pt x="253" y="719"/>
                  <a:pt x="253" y="719"/>
                </a:cubicBezTo>
                <a:cubicBezTo>
                  <a:pt x="255" y="720"/>
                  <a:pt x="258" y="720"/>
                  <a:pt x="260" y="721"/>
                </a:cubicBezTo>
                <a:close/>
                <a:moveTo>
                  <a:pt x="248" y="29"/>
                </a:moveTo>
                <a:cubicBezTo>
                  <a:pt x="250" y="29"/>
                  <a:pt x="251" y="28"/>
                  <a:pt x="253" y="27"/>
                </a:cubicBezTo>
                <a:cubicBezTo>
                  <a:pt x="253" y="46"/>
                  <a:pt x="253" y="46"/>
                  <a:pt x="253" y="46"/>
                </a:cubicBezTo>
                <a:cubicBezTo>
                  <a:pt x="251" y="45"/>
                  <a:pt x="250" y="44"/>
                  <a:pt x="248" y="43"/>
                </a:cubicBezTo>
                <a:cubicBezTo>
                  <a:pt x="248" y="29"/>
                  <a:pt x="248" y="29"/>
                  <a:pt x="248" y="29"/>
                </a:cubicBezTo>
                <a:close/>
                <a:moveTo>
                  <a:pt x="253" y="767"/>
                </a:moveTo>
                <a:cubicBezTo>
                  <a:pt x="251" y="766"/>
                  <a:pt x="250" y="764"/>
                  <a:pt x="248" y="763"/>
                </a:cubicBezTo>
                <a:cubicBezTo>
                  <a:pt x="248" y="733"/>
                  <a:pt x="248" y="733"/>
                  <a:pt x="248" y="733"/>
                </a:cubicBezTo>
                <a:cubicBezTo>
                  <a:pt x="249" y="743"/>
                  <a:pt x="249" y="749"/>
                  <a:pt x="253" y="755"/>
                </a:cubicBezTo>
                <a:cubicBezTo>
                  <a:pt x="253" y="767"/>
                  <a:pt x="253" y="767"/>
                  <a:pt x="253" y="767"/>
                </a:cubicBezTo>
                <a:close/>
                <a:moveTo>
                  <a:pt x="253" y="66"/>
                </a:moveTo>
                <a:cubicBezTo>
                  <a:pt x="253" y="75"/>
                  <a:pt x="253" y="75"/>
                  <a:pt x="253" y="75"/>
                </a:cubicBezTo>
                <a:cubicBezTo>
                  <a:pt x="251" y="75"/>
                  <a:pt x="251" y="75"/>
                  <a:pt x="251" y="75"/>
                </a:cubicBezTo>
                <a:cubicBezTo>
                  <a:pt x="250" y="76"/>
                  <a:pt x="249" y="77"/>
                  <a:pt x="248" y="78"/>
                </a:cubicBezTo>
                <a:cubicBezTo>
                  <a:pt x="248" y="64"/>
                  <a:pt x="248" y="64"/>
                  <a:pt x="248" y="64"/>
                </a:cubicBezTo>
                <a:cubicBezTo>
                  <a:pt x="251" y="66"/>
                  <a:pt x="251" y="66"/>
                  <a:pt x="251" y="66"/>
                </a:cubicBezTo>
                <a:cubicBezTo>
                  <a:pt x="252" y="66"/>
                  <a:pt x="253" y="66"/>
                  <a:pt x="253" y="66"/>
                </a:cubicBezTo>
                <a:close/>
                <a:moveTo>
                  <a:pt x="253" y="213"/>
                </a:moveTo>
                <a:cubicBezTo>
                  <a:pt x="253" y="221"/>
                  <a:pt x="253" y="221"/>
                  <a:pt x="253" y="221"/>
                </a:cubicBezTo>
                <a:cubicBezTo>
                  <a:pt x="251" y="222"/>
                  <a:pt x="250" y="222"/>
                  <a:pt x="248" y="224"/>
                </a:cubicBezTo>
                <a:cubicBezTo>
                  <a:pt x="248" y="218"/>
                  <a:pt x="248" y="218"/>
                  <a:pt x="248" y="218"/>
                </a:cubicBezTo>
                <a:cubicBezTo>
                  <a:pt x="250" y="216"/>
                  <a:pt x="251" y="214"/>
                  <a:pt x="253" y="213"/>
                </a:cubicBezTo>
                <a:close/>
                <a:moveTo>
                  <a:pt x="253" y="231"/>
                </a:moveTo>
                <a:cubicBezTo>
                  <a:pt x="253" y="237"/>
                  <a:pt x="253" y="237"/>
                  <a:pt x="253" y="237"/>
                </a:cubicBezTo>
                <a:cubicBezTo>
                  <a:pt x="251" y="236"/>
                  <a:pt x="250" y="236"/>
                  <a:pt x="248" y="235"/>
                </a:cubicBezTo>
                <a:cubicBezTo>
                  <a:pt x="248" y="228"/>
                  <a:pt x="248" y="228"/>
                  <a:pt x="248" y="228"/>
                </a:cubicBezTo>
                <a:cubicBezTo>
                  <a:pt x="250" y="229"/>
                  <a:pt x="251" y="230"/>
                  <a:pt x="253" y="231"/>
                </a:cubicBezTo>
                <a:close/>
                <a:moveTo>
                  <a:pt x="253" y="242"/>
                </a:moveTo>
                <a:cubicBezTo>
                  <a:pt x="253" y="249"/>
                  <a:pt x="253" y="249"/>
                  <a:pt x="253" y="249"/>
                </a:cubicBezTo>
                <a:cubicBezTo>
                  <a:pt x="253" y="249"/>
                  <a:pt x="252" y="249"/>
                  <a:pt x="249" y="250"/>
                </a:cubicBezTo>
                <a:cubicBezTo>
                  <a:pt x="249" y="251"/>
                  <a:pt x="249" y="252"/>
                  <a:pt x="248" y="253"/>
                </a:cubicBezTo>
                <a:cubicBezTo>
                  <a:pt x="248" y="245"/>
                  <a:pt x="248" y="245"/>
                  <a:pt x="248" y="245"/>
                </a:cubicBezTo>
                <a:cubicBezTo>
                  <a:pt x="250" y="244"/>
                  <a:pt x="252" y="244"/>
                  <a:pt x="253" y="242"/>
                </a:cubicBezTo>
                <a:close/>
                <a:moveTo>
                  <a:pt x="253" y="255"/>
                </a:moveTo>
                <a:cubicBezTo>
                  <a:pt x="253" y="263"/>
                  <a:pt x="253" y="263"/>
                  <a:pt x="253" y="263"/>
                </a:cubicBezTo>
                <a:cubicBezTo>
                  <a:pt x="252" y="265"/>
                  <a:pt x="252" y="268"/>
                  <a:pt x="253" y="271"/>
                </a:cubicBezTo>
                <a:cubicBezTo>
                  <a:pt x="253" y="278"/>
                  <a:pt x="253" y="278"/>
                  <a:pt x="253" y="278"/>
                </a:cubicBezTo>
                <a:cubicBezTo>
                  <a:pt x="251" y="276"/>
                  <a:pt x="250" y="275"/>
                  <a:pt x="248" y="273"/>
                </a:cubicBezTo>
                <a:cubicBezTo>
                  <a:pt x="248" y="263"/>
                  <a:pt x="248" y="263"/>
                  <a:pt x="248" y="263"/>
                </a:cubicBezTo>
                <a:cubicBezTo>
                  <a:pt x="251" y="260"/>
                  <a:pt x="252" y="258"/>
                  <a:pt x="253" y="255"/>
                </a:cubicBezTo>
                <a:close/>
                <a:moveTo>
                  <a:pt x="253" y="304"/>
                </a:moveTo>
                <a:cubicBezTo>
                  <a:pt x="253" y="338"/>
                  <a:pt x="253" y="338"/>
                  <a:pt x="253" y="338"/>
                </a:cubicBezTo>
                <a:cubicBezTo>
                  <a:pt x="253" y="339"/>
                  <a:pt x="253" y="340"/>
                  <a:pt x="253" y="341"/>
                </a:cubicBezTo>
                <a:cubicBezTo>
                  <a:pt x="253" y="341"/>
                  <a:pt x="253" y="340"/>
                  <a:pt x="253" y="340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2" y="348"/>
                  <a:pt x="252" y="345"/>
                  <a:pt x="251" y="343"/>
                </a:cubicBezTo>
                <a:cubicBezTo>
                  <a:pt x="251" y="343"/>
                  <a:pt x="250" y="343"/>
                  <a:pt x="249" y="344"/>
                </a:cubicBezTo>
                <a:cubicBezTo>
                  <a:pt x="249" y="345"/>
                  <a:pt x="248" y="346"/>
                  <a:pt x="248" y="347"/>
                </a:cubicBezTo>
                <a:cubicBezTo>
                  <a:pt x="248" y="332"/>
                  <a:pt x="248" y="332"/>
                  <a:pt x="248" y="332"/>
                </a:cubicBezTo>
                <a:cubicBezTo>
                  <a:pt x="250" y="328"/>
                  <a:pt x="251" y="323"/>
                  <a:pt x="251" y="319"/>
                </a:cubicBezTo>
                <a:cubicBezTo>
                  <a:pt x="250" y="320"/>
                  <a:pt x="249" y="321"/>
                  <a:pt x="248" y="321"/>
                </a:cubicBezTo>
                <a:cubicBezTo>
                  <a:pt x="248" y="302"/>
                  <a:pt x="248" y="302"/>
                  <a:pt x="248" y="302"/>
                </a:cubicBezTo>
                <a:cubicBezTo>
                  <a:pt x="249" y="302"/>
                  <a:pt x="251" y="303"/>
                  <a:pt x="253" y="304"/>
                </a:cubicBezTo>
                <a:close/>
                <a:moveTo>
                  <a:pt x="253" y="363"/>
                </a:moveTo>
                <a:cubicBezTo>
                  <a:pt x="253" y="374"/>
                  <a:pt x="253" y="374"/>
                  <a:pt x="253" y="374"/>
                </a:cubicBezTo>
                <a:cubicBezTo>
                  <a:pt x="251" y="372"/>
                  <a:pt x="250" y="371"/>
                  <a:pt x="248" y="370"/>
                </a:cubicBezTo>
                <a:cubicBezTo>
                  <a:pt x="248" y="362"/>
                  <a:pt x="248" y="362"/>
                  <a:pt x="248" y="362"/>
                </a:cubicBezTo>
                <a:cubicBezTo>
                  <a:pt x="250" y="362"/>
                  <a:pt x="251" y="363"/>
                  <a:pt x="253" y="363"/>
                </a:cubicBezTo>
                <a:close/>
                <a:moveTo>
                  <a:pt x="253" y="390"/>
                </a:moveTo>
                <a:cubicBezTo>
                  <a:pt x="253" y="397"/>
                  <a:pt x="253" y="397"/>
                  <a:pt x="253" y="397"/>
                </a:cubicBezTo>
                <a:cubicBezTo>
                  <a:pt x="252" y="396"/>
                  <a:pt x="251" y="394"/>
                  <a:pt x="248" y="394"/>
                </a:cubicBezTo>
                <a:cubicBezTo>
                  <a:pt x="248" y="390"/>
                  <a:pt x="248" y="390"/>
                  <a:pt x="248" y="390"/>
                </a:cubicBezTo>
                <a:cubicBezTo>
                  <a:pt x="253" y="390"/>
                  <a:pt x="253" y="390"/>
                  <a:pt x="253" y="390"/>
                </a:cubicBezTo>
                <a:close/>
                <a:moveTo>
                  <a:pt x="253" y="411"/>
                </a:moveTo>
                <a:cubicBezTo>
                  <a:pt x="253" y="415"/>
                  <a:pt x="253" y="415"/>
                  <a:pt x="253" y="415"/>
                </a:cubicBezTo>
                <a:cubicBezTo>
                  <a:pt x="248" y="415"/>
                  <a:pt x="248" y="415"/>
                  <a:pt x="248" y="415"/>
                </a:cubicBezTo>
                <a:cubicBezTo>
                  <a:pt x="248" y="410"/>
                  <a:pt x="248" y="410"/>
                  <a:pt x="248" y="410"/>
                </a:cubicBezTo>
                <a:cubicBezTo>
                  <a:pt x="249" y="410"/>
                  <a:pt x="249" y="411"/>
                  <a:pt x="250" y="411"/>
                </a:cubicBezTo>
                <a:cubicBezTo>
                  <a:pt x="253" y="411"/>
                  <a:pt x="253" y="411"/>
                  <a:pt x="253" y="411"/>
                </a:cubicBezTo>
                <a:close/>
                <a:moveTo>
                  <a:pt x="253" y="436"/>
                </a:moveTo>
                <a:cubicBezTo>
                  <a:pt x="253" y="449"/>
                  <a:pt x="253" y="449"/>
                  <a:pt x="253" y="449"/>
                </a:cubicBezTo>
                <a:cubicBezTo>
                  <a:pt x="251" y="452"/>
                  <a:pt x="250" y="454"/>
                  <a:pt x="248" y="456"/>
                </a:cubicBezTo>
                <a:cubicBezTo>
                  <a:pt x="248" y="439"/>
                  <a:pt x="248" y="439"/>
                  <a:pt x="248" y="439"/>
                </a:cubicBezTo>
                <a:cubicBezTo>
                  <a:pt x="250" y="438"/>
                  <a:pt x="252" y="438"/>
                  <a:pt x="253" y="436"/>
                </a:cubicBezTo>
                <a:close/>
                <a:moveTo>
                  <a:pt x="253" y="457"/>
                </a:moveTo>
                <a:cubicBezTo>
                  <a:pt x="253" y="470"/>
                  <a:pt x="253" y="470"/>
                  <a:pt x="253" y="470"/>
                </a:cubicBezTo>
                <a:cubicBezTo>
                  <a:pt x="247" y="462"/>
                  <a:pt x="249" y="459"/>
                  <a:pt x="253" y="457"/>
                </a:cubicBezTo>
                <a:close/>
                <a:moveTo>
                  <a:pt x="253" y="470"/>
                </a:moveTo>
                <a:cubicBezTo>
                  <a:pt x="252" y="470"/>
                  <a:pt x="251" y="470"/>
                  <a:pt x="250" y="470"/>
                </a:cubicBezTo>
                <a:cubicBezTo>
                  <a:pt x="248" y="468"/>
                  <a:pt x="248" y="468"/>
                  <a:pt x="248" y="468"/>
                </a:cubicBezTo>
                <a:cubicBezTo>
                  <a:pt x="248" y="493"/>
                  <a:pt x="248" y="493"/>
                  <a:pt x="248" y="493"/>
                </a:cubicBezTo>
                <a:cubicBezTo>
                  <a:pt x="250" y="494"/>
                  <a:pt x="252" y="496"/>
                  <a:pt x="253" y="497"/>
                </a:cubicBezTo>
                <a:cubicBezTo>
                  <a:pt x="253" y="487"/>
                  <a:pt x="253" y="487"/>
                  <a:pt x="253" y="487"/>
                </a:cubicBezTo>
                <a:cubicBezTo>
                  <a:pt x="253" y="486"/>
                  <a:pt x="252" y="484"/>
                  <a:pt x="251" y="483"/>
                </a:cubicBezTo>
                <a:cubicBezTo>
                  <a:pt x="253" y="483"/>
                  <a:pt x="253" y="483"/>
                  <a:pt x="253" y="483"/>
                </a:cubicBezTo>
                <a:cubicBezTo>
                  <a:pt x="253" y="470"/>
                  <a:pt x="253" y="470"/>
                  <a:pt x="253" y="470"/>
                </a:cubicBezTo>
                <a:close/>
                <a:moveTo>
                  <a:pt x="253" y="529"/>
                </a:moveTo>
                <a:cubicBezTo>
                  <a:pt x="253" y="534"/>
                  <a:pt x="253" y="534"/>
                  <a:pt x="253" y="534"/>
                </a:cubicBezTo>
                <a:cubicBezTo>
                  <a:pt x="253" y="534"/>
                  <a:pt x="253" y="534"/>
                  <a:pt x="253" y="534"/>
                </a:cubicBezTo>
                <a:cubicBezTo>
                  <a:pt x="251" y="535"/>
                  <a:pt x="250" y="536"/>
                  <a:pt x="249" y="537"/>
                </a:cubicBezTo>
                <a:cubicBezTo>
                  <a:pt x="249" y="538"/>
                  <a:pt x="249" y="539"/>
                  <a:pt x="249" y="540"/>
                </a:cubicBezTo>
                <a:cubicBezTo>
                  <a:pt x="250" y="541"/>
                  <a:pt x="252" y="542"/>
                  <a:pt x="253" y="543"/>
                </a:cubicBezTo>
                <a:cubicBezTo>
                  <a:pt x="253" y="547"/>
                  <a:pt x="253" y="547"/>
                  <a:pt x="253" y="547"/>
                </a:cubicBezTo>
                <a:cubicBezTo>
                  <a:pt x="252" y="546"/>
                  <a:pt x="250" y="545"/>
                  <a:pt x="248" y="544"/>
                </a:cubicBezTo>
                <a:cubicBezTo>
                  <a:pt x="248" y="534"/>
                  <a:pt x="248" y="534"/>
                  <a:pt x="248" y="534"/>
                </a:cubicBezTo>
                <a:cubicBezTo>
                  <a:pt x="250" y="532"/>
                  <a:pt x="251" y="531"/>
                  <a:pt x="253" y="529"/>
                </a:cubicBezTo>
                <a:close/>
                <a:moveTo>
                  <a:pt x="253" y="555"/>
                </a:moveTo>
                <a:cubicBezTo>
                  <a:pt x="253" y="591"/>
                  <a:pt x="253" y="591"/>
                  <a:pt x="253" y="591"/>
                </a:cubicBezTo>
                <a:cubicBezTo>
                  <a:pt x="251" y="589"/>
                  <a:pt x="250" y="588"/>
                  <a:pt x="248" y="586"/>
                </a:cubicBezTo>
                <a:cubicBezTo>
                  <a:pt x="248" y="580"/>
                  <a:pt x="248" y="580"/>
                  <a:pt x="248" y="580"/>
                </a:cubicBezTo>
                <a:cubicBezTo>
                  <a:pt x="249" y="581"/>
                  <a:pt x="249" y="582"/>
                  <a:pt x="250" y="583"/>
                </a:cubicBezTo>
                <a:cubicBezTo>
                  <a:pt x="253" y="570"/>
                  <a:pt x="255" y="566"/>
                  <a:pt x="248" y="557"/>
                </a:cubicBezTo>
                <a:cubicBezTo>
                  <a:pt x="248" y="551"/>
                  <a:pt x="248" y="551"/>
                  <a:pt x="248" y="551"/>
                </a:cubicBezTo>
                <a:cubicBezTo>
                  <a:pt x="249" y="552"/>
                  <a:pt x="251" y="553"/>
                  <a:pt x="253" y="555"/>
                </a:cubicBezTo>
                <a:close/>
                <a:moveTo>
                  <a:pt x="253" y="719"/>
                </a:moveTo>
                <a:cubicBezTo>
                  <a:pt x="253" y="726"/>
                  <a:pt x="253" y="726"/>
                  <a:pt x="253" y="726"/>
                </a:cubicBezTo>
                <a:cubicBezTo>
                  <a:pt x="252" y="726"/>
                  <a:pt x="250" y="725"/>
                  <a:pt x="248" y="724"/>
                </a:cubicBezTo>
                <a:cubicBezTo>
                  <a:pt x="248" y="717"/>
                  <a:pt x="248" y="717"/>
                  <a:pt x="248" y="717"/>
                </a:cubicBezTo>
                <a:cubicBezTo>
                  <a:pt x="250" y="717"/>
                  <a:pt x="251" y="718"/>
                  <a:pt x="253" y="719"/>
                </a:cubicBezTo>
                <a:close/>
                <a:moveTo>
                  <a:pt x="248" y="503"/>
                </a:moveTo>
                <a:cubicBezTo>
                  <a:pt x="248" y="497"/>
                  <a:pt x="248" y="497"/>
                  <a:pt x="248" y="497"/>
                </a:cubicBezTo>
                <a:cubicBezTo>
                  <a:pt x="248" y="497"/>
                  <a:pt x="249" y="497"/>
                  <a:pt x="249" y="497"/>
                </a:cubicBezTo>
                <a:cubicBezTo>
                  <a:pt x="249" y="499"/>
                  <a:pt x="249" y="500"/>
                  <a:pt x="250" y="502"/>
                </a:cubicBezTo>
                <a:cubicBezTo>
                  <a:pt x="249" y="502"/>
                  <a:pt x="249" y="503"/>
                  <a:pt x="248" y="503"/>
                </a:cubicBezTo>
                <a:close/>
                <a:moveTo>
                  <a:pt x="238" y="33"/>
                </a:moveTo>
                <a:cubicBezTo>
                  <a:pt x="241" y="32"/>
                  <a:pt x="245" y="31"/>
                  <a:pt x="248" y="29"/>
                </a:cubicBezTo>
                <a:cubicBezTo>
                  <a:pt x="248" y="43"/>
                  <a:pt x="248" y="43"/>
                  <a:pt x="248" y="43"/>
                </a:cubicBezTo>
                <a:cubicBezTo>
                  <a:pt x="245" y="42"/>
                  <a:pt x="241" y="42"/>
                  <a:pt x="238" y="42"/>
                </a:cubicBezTo>
                <a:cubicBezTo>
                  <a:pt x="238" y="33"/>
                  <a:pt x="238" y="33"/>
                  <a:pt x="238" y="33"/>
                </a:cubicBezTo>
                <a:close/>
                <a:moveTo>
                  <a:pt x="248" y="763"/>
                </a:moveTo>
                <a:cubicBezTo>
                  <a:pt x="248" y="763"/>
                  <a:pt x="248" y="763"/>
                  <a:pt x="248" y="763"/>
                </a:cubicBezTo>
                <a:cubicBezTo>
                  <a:pt x="245" y="762"/>
                  <a:pt x="241" y="762"/>
                  <a:pt x="238" y="760"/>
                </a:cubicBezTo>
                <a:cubicBezTo>
                  <a:pt x="238" y="753"/>
                  <a:pt x="238" y="753"/>
                  <a:pt x="238" y="753"/>
                </a:cubicBezTo>
                <a:cubicBezTo>
                  <a:pt x="241" y="753"/>
                  <a:pt x="241" y="753"/>
                  <a:pt x="241" y="753"/>
                </a:cubicBezTo>
                <a:cubicBezTo>
                  <a:pt x="240" y="745"/>
                  <a:pt x="240" y="737"/>
                  <a:pt x="238" y="729"/>
                </a:cubicBezTo>
                <a:cubicBezTo>
                  <a:pt x="238" y="711"/>
                  <a:pt x="238" y="711"/>
                  <a:pt x="238" y="711"/>
                </a:cubicBezTo>
                <a:cubicBezTo>
                  <a:pt x="239" y="713"/>
                  <a:pt x="241" y="714"/>
                  <a:pt x="242" y="715"/>
                </a:cubicBezTo>
                <a:cubicBezTo>
                  <a:pt x="244" y="716"/>
                  <a:pt x="246" y="716"/>
                  <a:pt x="248" y="717"/>
                </a:cubicBezTo>
                <a:cubicBezTo>
                  <a:pt x="248" y="724"/>
                  <a:pt x="248" y="724"/>
                  <a:pt x="248" y="724"/>
                </a:cubicBezTo>
                <a:cubicBezTo>
                  <a:pt x="248" y="724"/>
                  <a:pt x="248" y="724"/>
                  <a:pt x="248" y="724"/>
                </a:cubicBezTo>
                <a:cubicBezTo>
                  <a:pt x="248" y="727"/>
                  <a:pt x="248" y="730"/>
                  <a:pt x="248" y="733"/>
                </a:cubicBezTo>
                <a:cubicBezTo>
                  <a:pt x="248" y="763"/>
                  <a:pt x="248" y="763"/>
                  <a:pt x="248" y="763"/>
                </a:cubicBezTo>
                <a:close/>
                <a:moveTo>
                  <a:pt x="248" y="64"/>
                </a:moveTo>
                <a:cubicBezTo>
                  <a:pt x="248" y="78"/>
                  <a:pt x="248" y="78"/>
                  <a:pt x="248" y="78"/>
                </a:cubicBezTo>
                <a:cubicBezTo>
                  <a:pt x="245" y="80"/>
                  <a:pt x="241" y="83"/>
                  <a:pt x="238" y="84"/>
                </a:cubicBezTo>
                <a:cubicBezTo>
                  <a:pt x="238" y="76"/>
                  <a:pt x="238" y="76"/>
                  <a:pt x="238" y="76"/>
                </a:cubicBezTo>
                <a:cubicBezTo>
                  <a:pt x="240" y="75"/>
                  <a:pt x="241" y="74"/>
                  <a:pt x="243" y="73"/>
                </a:cubicBezTo>
                <a:cubicBezTo>
                  <a:pt x="238" y="69"/>
                  <a:pt x="238" y="69"/>
                  <a:pt x="238" y="69"/>
                </a:cubicBezTo>
                <a:cubicBezTo>
                  <a:pt x="238" y="58"/>
                  <a:pt x="238" y="58"/>
                  <a:pt x="238" y="58"/>
                </a:cubicBezTo>
                <a:cubicBezTo>
                  <a:pt x="248" y="64"/>
                  <a:pt x="248" y="64"/>
                  <a:pt x="248" y="64"/>
                </a:cubicBezTo>
                <a:close/>
                <a:moveTo>
                  <a:pt x="248" y="218"/>
                </a:moveTo>
                <a:cubicBezTo>
                  <a:pt x="248" y="224"/>
                  <a:pt x="248" y="224"/>
                  <a:pt x="248" y="224"/>
                </a:cubicBezTo>
                <a:cubicBezTo>
                  <a:pt x="247" y="225"/>
                  <a:pt x="246" y="226"/>
                  <a:pt x="245" y="227"/>
                </a:cubicBezTo>
                <a:cubicBezTo>
                  <a:pt x="248" y="228"/>
                  <a:pt x="248" y="228"/>
                  <a:pt x="248" y="228"/>
                </a:cubicBezTo>
                <a:cubicBezTo>
                  <a:pt x="248" y="235"/>
                  <a:pt x="248" y="235"/>
                  <a:pt x="248" y="235"/>
                </a:cubicBezTo>
                <a:cubicBezTo>
                  <a:pt x="244" y="234"/>
                  <a:pt x="241" y="234"/>
                  <a:pt x="238" y="235"/>
                </a:cubicBezTo>
                <a:cubicBezTo>
                  <a:pt x="238" y="226"/>
                  <a:pt x="238" y="226"/>
                  <a:pt x="238" y="226"/>
                </a:cubicBezTo>
                <a:cubicBezTo>
                  <a:pt x="241" y="223"/>
                  <a:pt x="245" y="220"/>
                  <a:pt x="248" y="218"/>
                </a:cubicBezTo>
                <a:close/>
                <a:moveTo>
                  <a:pt x="248" y="245"/>
                </a:moveTo>
                <a:cubicBezTo>
                  <a:pt x="248" y="253"/>
                  <a:pt x="248" y="253"/>
                  <a:pt x="248" y="253"/>
                </a:cubicBezTo>
                <a:cubicBezTo>
                  <a:pt x="245" y="258"/>
                  <a:pt x="241" y="259"/>
                  <a:pt x="247" y="265"/>
                </a:cubicBezTo>
                <a:cubicBezTo>
                  <a:pt x="247" y="264"/>
                  <a:pt x="248" y="264"/>
                  <a:pt x="248" y="263"/>
                </a:cubicBezTo>
                <a:cubicBezTo>
                  <a:pt x="248" y="273"/>
                  <a:pt x="248" y="273"/>
                  <a:pt x="248" y="273"/>
                </a:cubicBezTo>
                <a:cubicBezTo>
                  <a:pt x="245" y="269"/>
                  <a:pt x="242" y="266"/>
                  <a:pt x="241" y="263"/>
                </a:cubicBezTo>
                <a:cubicBezTo>
                  <a:pt x="240" y="263"/>
                  <a:pt x="239" y="263"/>
                  <a:pt x="238" y="263"/>
                </a:cubicBezTo>
                <a:cubicBezTo>
                  <a:pt x="238" y="257"/>
                  <a:pt x="238" y="257"/>
                  <a:pt x="238" y="257"/>
                </a:cubicBezTo>
                <a:cubicBezTo>
                  <a:pt x="240" y="256"/>
                  <a:pt x="241" y="254"/>
                  <a:pt x="243" y="252"/>
                </a:cubicBezTo>
                <a:cubicBezTo>
                  <a:pt x="241" y="251"/>
                  <a:pt x="240" y="251"/>
                  <a:pt x="238" y="250"/>
                </a:cubicBezTo>
                <a:cubicBezTo>
                  <a:pt x="238" y="243"/>
                  <a:pt x="238" y="243"/>
                  <a:pt x="238" y="243"/>
                </a:cubicBezTo>
                <a:cubicBezTo>
                  <a:pt x="243" y="245"/>
                  <a:pt x="243" y="245"/>
                  <a:pt x="243" y="245"/>
                </a:cubicBezTo>
                <a:cubicBezTo>
                  <a:pt x="245" y="245"/>
                  <a:pt x="247" y="245"/>
                  <a:pt x="248" y="245"/>
                </a:cubicBezTo>
                <a:close/>
                <a:moveTo>
                  <a:pt x="248" y="302"/>
                </a:moveTo>
                <a:cubicBezTo>
                  <a:pt x="248" y="321"/>
                  <a:pt x="248" y="321"/>
                  <a:pt x="248" y="321"/>
                </a:cubicBezTo>
                <a:cubicBezTo>
                  <a:pt x="245" y="324"/>
                  <a:pt x="243" y="324"/>
                  <a:pt x="238" y="324"/>
                </a:cubicBezTo>
                <a:cubicBezTo>
                  <a:pt x="238" y="327"/>
                  <a:pt x="239" y="328"/>
                  <a:pt x="242" y="331"/>
                </a:cubicBezTo>
                <a:cubicBezTo>
                  <a:pt x="242" y="334"/>
                  <a:pt x="242" y="337"/>
                  <a:pt x="242" y="341"/>
                </a:cubicBezTo>
                <a:cubicBezTo>
                  <a:pt x="245" y="339"/>
                  <a:pt x="247" y="336"/>
                  <a:pt x="248" y="332"/>
                </a:cubicBezTo>
                <a:cubicBezTo>
                  <a:pt x="248" y="347"/>
                  <a:pt x="248" y="347"/>
                  <a:pt x="248" y="347"/>
                </a:cubicBezTo>
                <a:cubicBezTo>
                  <a:pt x="248" y="347"/>
                  <a:pt x="248" y="347"/>
                  <a:pt x="248" y="347"/>
                </a:cubicBezTo>
                <a:cubicBezTo>
                  <a:pt x="245" y="348"/>
                  <a:pt x="242" y="349"/>
                  <a:pt x="238" y="349"/>
                </a:cubicBezTo>
                <a:cubicBezTo>
                  <a:pt x="238" y="311"/>
                  <a:pt x="238" y="311"/>
                  <a:pt x="238" y="311"/>
                </a:cubicBezTo>
                <a:cubicBezTo>
                  <a:pt x="242" y="304"/>
                  <a:pt x="244" y="301"/>
                  <a:pt x="248" y="302"/>
                </a:cubicBezTo>
                <a:close/>
                <a:moveTo>
                  <a:pt x="248" y="362"/>
                </a:moveTo>
                <a:cubicBezTo>
                  <a:pt x="248" y="370"/>
                  <a:pt x="248" y="370"/>
                  <a:pt x="248" y="370"/>
                </a:cubicBezTo>
                <a:cubicBezTo>
                  <a:pt x="246" y="370"/>
                  <a:pt x="243" y="370"/>
                  <a:pt x="238" y="370"/>
                </a:cubicBezTo>
                <a:cubicBezTo>
                  <a:pt x="238" y="360"/>
                  <a:pt x="238" y="360"/>
                  <a:pt x="238" y="360"/>
                </a:cubicBezTo>
                <a:cubicBezTo>
                  <a:pt x="241" y="360"/>
                  <a:pt x="245" y="362"/>
                  <a:pt x="248" y="362"/>
                </a:cubicBezTo>
                <a:close/>
                <a:moveTo>
                  <a:pt x="248" y="390"/>
                </a:moveTo>
                <a:cubicBezTo>
                  <a:pt x="248" y="394"/>
                  <a:pt x="248" y="394"/>
                  <a:pt x="248" y="394"/>
                </a:cubicBezTo>
                <a:cubicBezTo>
                  <a:pt x="247" y="393"/>
                  <a:pt x="246" y="393"/>
                  <a:pt x="245" y="393"/>
                </a:cubicBezTo>
                <a:cubicBezTo>
                  <a:pt x="246" y="399"/>
                  <a:pt x="247" y="404"/>
                  <a:pt x="248" y="410"/>
                </a:cubicBezTo>
                <a:cubicBezTo>
                  <a:pt x="248" y="410"/>
                  <a:pt x="248" y="410"/>
                  <a:pt x="248" y="410"/>
                </a:cubicBezTo>
                <a:cubicBezTo>
                  <a:pt x="248" y="415"/>
                  <a:pt x="248" y="415"/>
                  <a:pt x="248" y="415"/>
                </a:cubicBezTo>
                <a:cubicBezTo>
                  <a:pt x="238" y="415"/>
                  <a:pt x="238" y="415"/>
                  <a:pt x="238" y="415"/>
                </a:cubicBezTo>
                <a:cubicBezTo>
                  <a:pt x="238" y="411"/>
                  <a:pt x="238" y="411"/>
                  <a:pt x="238" y="411"/>
                </a:cubicBezTo>
                <a:cubicBezTo>
                  <a:pt x="240" y="411"/>
                  <a:pt x="242" y="410"/>
                  <a:pt x="244" y="410"/>
                </a:cubicBezTo>
                <a:cubicBezTo>
                  <a:pt x="243" y="405"/>
                  <a:pt x="242" y="400"/>
                  <a:pt x="241" y="395"/>
                </a:cubicBezTo>
                <a:cubicBezTo>
                  <a:pt x="240" y="395"/>
                  <a:pt x="239" y="394"/>
                  <a:pt x="238" y="394"/>
                </a:cubicBezTo>
                <a:cubicBezTo>
                  <a:pt x="238" y="390"/>
                  <a:pt x="238" y="390"/>
                  <a:pt x="238" y="390"/>
                </a:cubicBezTo>
                <a:cubicBezTo>
                  <a:pt x="248" y="390"/>
                  <a:pt x="248" y="390"/>
                  <a:pt x="248" y="390"/>
                </a:cubicBezTo>
                <a:close/>
                <a:moveTo>
                  <a:pt x="248" y="439"/>
                </a:moveTo>
                <a:cubicBezTo>
                  <a:pt x="248" y="456"/>
                  <a:pt x="248" y="456"/>
                  <a:pt x="248" y="456"/>
                </a:cubicBezTo>
                <a:cubicBezTo>
                  <a:pt x="246" y="458"/>
                  <a:pt x="243" y="461"/>
                  <a:pt x="238" y="467"/>
                </a:cubicBezTo>
                <a:cubicBezTo>
                  <a:pt x="241" y="472"/>
                  <a:pt x="243" y="476"/>
                  <a:pt x="248" y="478"/>
                </a:cubicBezTo>
                <a:cubicBezTo>
                  <a:pt x="247" y="476"/>
                  <a:pt x="245" y="473"/>
                  <a:pt x="244" y="470"/>
                </a:cubicBezTo>
                <a:cubicBezTo>
                  <a:pt x="244" y="470"/>
                  <a:pt x="245" y="469"/>
                  <a:pt x="245" y="468"/>
                </a:cubicBezTo>
                <a:cubicBezTo>
                  <a:pt x="246" y="468"/>
                  <a:pt x="247" y="468"/>
                  <a:pt x="248" y="468"/>
                </a:cubicBezTo>
                <a:cubicBezTo>
                  <a:pt x="248" y="468"/>
                  <a:pt x="248" y="468"/>
                  <a:pt x="248" y="468"/>
                </a:cubicBezTo>
                <a:cubicBezTo>
                  <a:pt x="248" y="493"/>
                  <a:pt x="248" y="493"/>
                  <a:pt x="248" y="493"/>
                </a:cubicBezTo>
                <a:cubicBezTo>
                  <a:pt x="247" y="493"/>
                  <a:pt x="246" y="493"/>
                  <a:pt x="245" y="492"/>
                </a:cubicBezTo>
                <a:cubicBezTo>
                  <a:pt x="246" y="495"/>
                  <a:pt x="246" y="496"/>
                  <a:pt x="248" y="497"/>
                </a:cubicBezTo>
                <a:cubicBezTo>
                  <a:pt x="248" y="503"/>
                  <a:pt x="248" y="503"/>
                  <a:pt x="248" y="503"/>
                </a:cubicBezTo>
                <a:cubicBezTo>
                  <a:pt x="247" y="503"/>
                  <a:pt x="246" y="503"/>
                  <a:pt x="245" y="504"/>
                </a:cubicBezTo>
                <a:cubicBezTo>
                  <a:pt x="242" y="501"/>
                  <a:pt x="240" y="500"/>
                  <a:pt x="238" y="500"/>
                </a:cubicBezTo>
                <a:cubicBezTo>
                  <a:pt x="238" y="486"/>
                  <a:pt x="238" y="486"/>
                  <a:pt x="238" y="486"/>
                </a:cubicBezTo>
                <a:cubicBezTo>
                  <a:pt x="239" y="486"/>
                  <a:pt x="240" y="486"/>
                  <a:pt x="241" y="487"/>
                </a:cubicBezTo>
                <a:cubicBezTo>
                  <a:pt x="241" y="485"/>
                  <a:pt x="240" y="482"/>
                  <a:pt x="240" y="480"/>
                </a:cubicBezTo>
                <a:cubicBezTo>
                  <a:pt x="238" y="480"/>
                  <a:pt x="238" y="480"/>
                  <a:pt x="238" y="480"/>
                </a:cubicBezTo>
                <a:cubicBezTo>
                  <a:pt x="238" y="455"/>
                  <a:pt x="238" y="455"/>
                  <a:pt x="238" y="455"/>
                </a:cubicBezTo>
                <a:cubicBezTo>
                  <a:pt x="240" y="453"/>
                  <a:pt x="242" y="451"/>
                  <a:pt x="244" y="447"/>
                </a:cubicBezTo>
                <a:cubicBezTo>
                  <a:pt x="242" y="447"/>
                  <a:pt x="240" y="446"/>
                  <a:pt x="238" y="446"/>
                </a:cubicBezTo>
                <a:cubicBezTo>
                  <a:pt x="238" y="439"/>
                  <a:pt x="238" y="439"/>
                  <a:pt x="238" y="439"/>
                </a:cubicBezTo>
                <a:cubicBezTo>
                  <a:pt x="243" y="439"/>
                  <a:pt x="246" y="439"/>
                  <a:pt x="248" y="439"/>
                </a:cubicBezTo>
                <a:close/>
                <a:moveTo>
                  <a:pt x="248" y="534"/>
                </a:moveTo>
                <a:cubicBezTo>
                  <a:pt x="248" y="544"/>
                  <a:pt x="248" y="544"/>
                  <a:pt x="248" y="544"/>
                </a:cubicBezTo>
                <a:cubicBezTo>
                  <a:pt x="247" y="544"/>
                  <a:pt x="245" y="543"/>
                  <a:pt x="243" y="543"/>
                </a:cubicBezTo>
                <a:cubicBezTo>
                  <a:pt x="245" y="548"/>
                  <a:pt x="246" y="549"/>
                  <a:pt x="248" y="551"/>
                </a:cubicBezTo>
                <a:cubicBezTo>
                  <a:pt x="248" y="557"/>
                  <a:pt x="248" y="557"/>
                  <a:pt x="248" y="557"/>
                </a:cubicBezTo>
                <a:cubicBezTo>
                  <a:pt x="247" y="556"/>
                  <a:pt x="247" y="555"/>
                  <a:pt x="246" y="554"/>
                </a:cubicBezTo>
                <a:cubicBezTo>
                  <a:pt x="243" y="567"/>
                  <a:pt x="240" y="572"/>
                  <a:pt x="248" y="580"/>
                </a:cubicBezTo>
                <a:cubicBezTo>
                  <a:pt x="248" y="586"/>
                  <a:pt x="248" y="586"/>
                  <a:pt x="248" y="586"/>
                </a:cubicBezTo>
                <a:cubicBezTo>
                  <a:pt x="245" y="584"/>
                  <a:pt x="241" y="580"/>
                  <a:pt x="238" y="577"/>
                </a:cubicBezTo>
                <a:cubicBezTo>
                  <a:pt x="238" y="563"/>
                  <a:pt x="238" y="563"/>
                  <a:pt x="238" y="563"/>
                </a:cubicBezTo>
                <a:cubicBezTo>
                  <a:pt x="239" y="557"/>
                  <a:pt x="241" y="551"/>
                  <a:pt x="238" y="547"/>
                </a:cubicBezTo>
                <a:cubicBezTo>
                  <a:pt x="238" y="539"/>
                  <a:pt x="238" y="539"/>
                  <a:pt x="238" y="539"/>
                </a:cubicBezTo>
                <a:cubicBezTo>
                  <a:pt x="238" y="540"/>
                  <a:pt x="239" y="540"/>
                  <a:pt x="240" y="540"/>
                </a:cubicBezTo>
                <a:cubicBezTo>
                  <a:pt x="242" y="539"/>
                  <a:pt x="245" y="537"/>
                  <a:pt x="248" y="534"/>
                </a:cubicBezTo>
                <a:close/>
                <a:moveTo>
                  <a:pt x="230" y="37"/>
                </a:moveTo>
                <a:cubicBezTo>
                  <a:pt x="232" y="36"/>
                  <a:pt x="235" y="35"/>
                  <a:pt x="238" y="33"/>
                </a:cubicBezTo>
                <a:cubicBezTo>
                  <a:pt x="238" y="42"/>
                  <a:pt x="238" y="42"/>
                  <a:pt x="238" y="42"/>
                </a:cubicBezTo>
                <a:cubicBezTo>
                  <a:pt x="235" y="42"/>
                  <a:pt x="232" y="43"/>
                  <a:pt x="230" y="45"/>
                </a:cubicBezTo>
                <a:cubicBezTo>
                  <a:pt x="230" y="37"/>
                  <a:pt x="230" y="37"/>
                  <a:pt x="230" y="37"/>
                </a:cubicBezTo>
                <a:close/>
                <a:moveTo>
                  <a:pt x="238" y="760"/>
                </a:moveTo>
                <a:cubicBezTo>
                  <a:pt x="235" y="760"/>
                  <a:pt x="232" y="759"/>
                  <a:pt x="230" y="757"/>
                </a:cubicBezTo>
                <a:cubicBezTo>
                  <a:pt x="230" y="749"/>
                  <a:pt x="230" y="749"/>
                  <a:pt x="230" y="749"/>
                </a:cubicBezTo>
                <a:cubicBezTo>
                  <a:pt x="232" y="750"/>
                  <a:pt x="234" y="751"/>
                  <a:pt x="237" y="753"/>
                </a:cubicBezTo>
                <a:cubicBezTo>
                  <a:pt x="238" y="753"/>
                  <a:pt x="238" y="753"/>
                  <a:pt x="238" y="753"/>
                </a:cubicBezTo>
                <a:cubicBezTo>
                  <a:pt x="238" y="760"/>
                  <a:pt x="238" y="760"/>
                  <a:pt x="238" y="760"/>
                </a:cubicBezTo>
                <a:close/>
                <a:moveTo>
                  <a:pt x="238" y="58"/>
                </a:moveTo>
                <a:cubicBezTo>
                  <a:pt x="238" y="69"/>
                  <a:pt x="238" y="69"/>
                  <a:pt x="238" y="69"/>
                </a:cubicBezTo>
                <a:cubicBezTo>
                  <a:pt x="230" y="63"/>
                  <a:pt x="230" y="63"/>
                  <a:pt x="230" y="63"/>
                </a:cubicBezTo>
                <a:cubicBezTo>
                  <a:pt x="230" y="53"/>
                  <a:pt x="230" y="53"/>
                  <a:pt x="230" y="53"/>
                </a:cubicBezTo>
                <a:cubicBezTo>
                  <a:pt x="238" y="58"/>
                  <a:pt x="238" y="58"/>
                  <a:pt x="238" y="58"/>
                </a:cubicBezTo>
                <a:close/>
                <a:moveTo>
                  <a:pt x="238" y="76"/>
                </a:moveTo>
                <a:cubicBezTo>
                  <a:pt x="238" y="84"/>
                  <a:pt x="238" y="84"/>
                  <a:pt x="238" y="84"/>
                </a:cubicBezTo>
                <a:cubicBezTo>
                  <a:pt x="235" y="86"/>
                  <a:pt x="233" y="87"/>
                  <a:pt x="230" y="88"/>
                </a:cubicBezTo>
                <a:cubicBezTo>
                  <a:pt x="230" y="79"/>
                  <a:pt x="230" y="79"/>
                  <a:pt x="230" y="79"/>
                </a:cubicBezTo>
                <a:cubicBezTo>
                  <a:pt x="232" y="78"/>
                  <a:pt x="235" y="77"/>
                  <a:pt x="238" y="76"/>
                </a:cubicBezTo>
                <a:close/>
                <a:moveTo>
                  <a:pt x="238" y="226"/>
                </a:moveTo>
                <a:cubicBezTo>
                  <a:pt x="238" y="235"/>
                  <a:pt x="238" y="235"/>
                  <a:pt x="238" y="235"/>
                </a:cubicBezTo>
                <a:cubicBezTo>
                  <a:pt x="236" y="236"/>
                  <a:pt x="233" y="238"/>
                  <a:pt x="230" y="241"/>
                </a:cubicBezTo>
                <a:cubicBezTo>
                  <a:pt x="230" y="233"/>
                  <a:pt x="230" y="233"/>
                  <a:pt x="230" y="233"/>
                </a:cubicBezTo>
                <a:cubicBezTo>
                  <a:pt x="232" y="230"/>
                  <a:pt x="235" y="228"/>
                  <a:pt x="238" y="226"/>
                </a:cubicBezTo>
                <a:close/>
                <a:moveTo>
                  <a:pt x="238" y="243"/>
                </a:moveTo>
                <a:cubicBezTo>
                  <a:pt x="238" y="250"/>
                  <a:pt x="238" y="250"/>
                  <a:pt x="238" y="250"/>
                </a:cubicBezTo>
                <a:cubicBezTo>
                  <a:pt x="235" y="249"/>
                  <a:pt x="232" y="248"/>
                  <a:pt x="230" y="248"/>
                </a:cubicBezTo>
                <a:cubicBezTo>
                  <a:pt x="230" y="241"/>
                  <a:pt x="230" y="241"/>
                  <a:pt x="230" y="241"/>
                </a:cubicBezTo>
                <a:cubicBezTo>
                  <a:pt x="232" y="242"/>
                  <a:pt x="235" y="243"/>
                  <a:pt x="238" y="243"/>
                </a:cubicBezTo>
                <a:close/>
                <a:moveTo>
                  <a:pt x="238" y="257"/>
                </a:moveTo>
                <a:cubicBezTo>
                  <a:pt x="238" y="263"/>
                  <a:pt x="238" y="263"/>
                  <a:pt x="238" y="263"/>
                </a:cubicBezTo>
                <a:cubicBezTo>
                  <a:pt x="238" y="264"/>
                  <a:pt x="237" y="264"/>
                  <a:pt x="237" y="264"/>
                </a:cubicBezTo>
                <a:cubicBezTo>
                  <a:pt x="236" y="266"/>
                  <a:pt x="233" y="271"/>
                  <a:pt x="230" y="276"/>
                </a:cubicBezTo>
                <a:cubicBezTo>
                  <a:pt x="230" y="266"/>
                  <a:pt x="230" y="266"/>
                  <a:pt x="230" y="266"/>
                </a:cubicBezTo>
                <a:cubicBezTo>
                  <a:pt x="230" y="266"/>
                  <a:pt x="230" y="266"/>
                  <a:pt x="230" y="265"/>
                </a:cubicBezTo>
                <a:cubicBezTo>
                  <a:pt x="230" y="265"/>
                  <a:pt x="230" y="265"/>
                  <a:pt x="230" y="265"/>
                </a:cubicBezTo>
                <a:cubicBezTo>
                  <a:pt x="230" y="259"/>
                  <a:pt x="230" y="259"/>
                  <a:pt x="230" y="259"/>
                </a:cubicBezTo>
                <a:cubicBezTo>
                  <a:pt x="232" y="259"/>
                  <a:pt x="232" y="259"/>
                  <a:pt x="232" y="259"/>
                </a:cubicBezTo>
                <a:cubicBezTo>
                  <a:pt x="234" y="258"/>
                  <a:pt x="236" y="258"/>
                  <a:pt x="238" y="257"/>
                </a:cubicBezTo>
                <a:close/>
                <a:moveTo>
                  <a:pt x="238" y="311"/>
                </a:moveTo>
                <a:cubicBezTo>
                  <a:pt x="238" y="349"/>
                  <a:pt x="238" y="349"/>
                  <a:pt x="238" y="349"/>
                </a:cubicBezTo>
                <a:cubicBezTo>
                  <a:pt x="235" y="349"/>
                  <a:pt x="232" y="349"/>
                  <a:pt x="230" y="348"/>
                </a:cubicBezTo>
                <a:cubicBezTo>
                  <a:pt x="230" y="299"/>
                  <a:pt x="230" y="299"/>
                  <a:pt x="230" y="299"/>
                </a:cubicBezTo>
                <a:cubicBezTo>
                  <a:pt x="232" y="299"/>
                  <a:pt x="233" y="299"/>
                  <a:pt x="235" y="299"/>
                </a:cubicBezTo>
                <a:cubicBezTo>
                  <a:pt x="234" y="304"/>
                  <a:pt x="230" y="312"/>
                  <a:pt x="230" y="316"/>
                </a:cubicBezTo>
                <a:cubicBezTo>
                  <a:pt x="232" y="316"/>
                  <a:pt x="233" y="316"/>
                  <a:pt x="235" y="316"/>
                </a:cubicBezTo>
                <a:cubicBezTo>
                  <a:pt x="236" y="314"/>
                  <a:pt x="237" y="312"/>
                  <a:pt x="238" y="311"/>
                </a:cubicBezTo>
                <a:close/>
                <a:moveTo>
                  <a:pt x="238" y="360"/>
                </a:moveTo>
                <a:cubicBezTo>
                  <a:pt x="238" y="370"/>
                  <a:pt x="238" y="370"/>
                  <a:pt x="238" y="370"/>
                </a:cubicBezTo>
                <a:cubicBezTo>
                  <a:pt x="237" y="370"/>
                  <a:pt x="237" y="370"/>
                  <a:pt x="236" y="370"/>
                </a:cubicBezTo>
                <a:cubicBezTo>
                  <a:pt x="236" y="373"/>
                  <a:pt x="236" y="375"/>
                  <a:pt x="236" y="378"/>
                </a:cubicBezTo>
                <a:cubicBezTo>
                  <a:pt x="230" y="378"/>
                  <a:pt x="230" y="378"/>
                  <a:pt x="230" y="378"/>
                </a:cubicBezTo>
                <a:cubicBezTo>
                  <a:pt x="230" y="358"/>
                  <a:pt x="230" y="358"/>
                  <a:pt x="230" y="358"/>
                </a:cubicBezTo>
                <a:cubicBezTo>
                  <a:pt x="232" y="359"/>
                  <a:pt x="235" y="359"/>
                  <a:pt x="238" y="360"/>
                </a:cubicBezTo>
                <a:close/>
                <a:moveTo>
                  <a:pt x="238" y="390"/>
                </a:moveTo>
                <a:cubicBezTo>
                  <a:pt x="238" y="394"/>
                  <a:pt x="238" y="394"/>
                  <a:pt x="238" y="394"/>
                </a:cubicBezTo>
                <a:cubicBezTo>
                  <a:pt x="236" y="394"/>
                  <a:pt x="234" y="394"/>
                  <a:pt x="232" y="394"/>
                </a:cubicBezTo>
                <a:cubicBezTo>
                  <a:pt x="236" y="409"/>
                  <a:pt x="236" y="409"/>
                  <a:pt x="237" y="411"/>
                </a:cubicBezTo>
                <a:cubicBezTo>
                  <a:pt x="238" y="411"/>
                  <a:pt x="238" y="411"/>
                  <a:pt x="238" y="411"/>
                </a:cubicBezTo>
                <a:cubicBezTo>
                  <a:pt x="238" y="415"/>
                  <a:pt x="238" y="415"/>
                  <a:pt x="238" y="415"/>
                </a:cubicBezTo>
                <a:cubicBezTo>
                  <a:pt x="230" y="415"/>
                  <a:pt x="230" y="415"/>
                  <a:pt x="230" y="415"/>
                </a:cubicBezTo>
                <a:cubicBezTo>
                  <a:pt x="230" y="411"/>
                  <a:pt x="230" y="411"/>
                  <a:pt x="230" y="411"/>
                </a:cubicBezTo>
                <a:cubicBezTo>
                  <a:pt x="232" y="411"/>
                  <a:pt x="232" y="411"/>
                  <a:pt x="232" y="411"/>
                </a:cubicBezTo>
                <a:cubicBezTo>
                  <a:pt x="230" y="406"/>
                  <a:pt x="230" y="403"/>
                  <a:pt x="230" y="400"/>
                </a:cubicBezTo>
                <a:cubicBezTo>
                  <a:pt x="230" y="390"/>
                  <a:pt x="230" y="390"/>
                  <a:pt x="230" y="390"/>
                </a:cubicBezTo>
                <a:cubicBezTo>
                  <a:pt x="238" y="390"/>
                  <a:pt x="238" y="390"/>
                  <a:pt x="238" y="390"/>
                </a:cubicBezTo>
                <a:close/>
                <a:moveTo>
                  <a:pt x="238" y="439"/>
                </a:moveTo>
                <a:cubicBezTo>
                  <a:pt x="238" y="446"/>
                  <a:pt x="238" y="446"/>
                  <a:pt x="238" y="446"/>
                </a:cubicBezTo>
                <a:cubicBezTo>
                  <a:pt x="236" y="445"/>
                  <a:pt x="234" y="445"/>
                  <a:pt x="232" y="444"/>
                </a:cubicBezTo>
                <a:cubicBezTo>
                  <a:pt x="232" y="440"/>
                  <a:pt x="232" y="440"/>
                  <a:pt x="234" y="439"/>
                </a:cubicBezTo>
                <a:cubicBezTo>
                  <a:pt x="235" y="439"/>
                  <a:pt x="236" y="439"/>
                  <a:pt x="238" y="439"/>
                </a:cubicBezTo>
                <a:close/>
                <a:moveTo>
                  <a:pt x="238" y="455"/>
                </a:moveTo>
                <a:cubicBezTo>
                  <a:pt x="238" y="480"/>
                  <a:pt x="238" y="480"/>
                  <a:pt x="238" y="480"/>
                </a:cubicBezTo>
                <a:cubicBezTo>
                  <a:pt x="237" y="480"/>
                  <a:pt x="237" y="480"/>
                  <a:pt x="237" y="480"/>
                </a:cubicBezTo>
                <a:cubicBezTo>
                  <a:pt x="236" y="477"/>
                  <a:pt x="236" y="477"/>
                  <a:pt x="232" y="474"/>
                </a:cubicBezTo>
                <a:cubicBezTo>
                  <a:pt x="231" y="474"/>
                  <a:pt x="230" y="474"/>
                  <a:pt x="230" y="475"/>
                </a:cubicBezTo>
                <a:cubicBezTo>
                  <a:pt x="230" y="455"/>
                  <a:pt x="230" y="455"/>
                  <a:pt x="230" y="455"/>
                </a:cubicBezTo>
                <a:cubicBezTo>
                  <a:pt x="230" y="457"/>
                  <a:pt x="231" y="458"/>
                  <a:pt x="232" y="459"/>
                </a:cubicBezTo>
                <a:cubicBezTo>
                  <a:pt x="234" y="457"/>
                  <a:pt x="236" y="456"/>
                  <a:pt x="238" y="455"/>
                </a:cubicBezTo>
                <a:close/>
                <a:moveTo>
                  <a:pt x="238" y="486"/>
                </a:moveTo>
                <a:cubicBezTo>
                  <a:pt x="238" y="500"/>
                  <a:pt x="238" y="500"/>
                  <a:pt x="238" y="500"/>
                </a:cubicBezTo>
                <a:cubicBezTo>
                  <a:pt x="235" y="499"/>
                  <a:pt x="233" y="499"/>
                  <a:pt x="230" y="499"/>
                </a:cubicBezTo>
                <a:cubicBezTo>
                  <a:pt x="230" y="484"/>
                  <a:pt x="230" y="484"/>
                  <a:pt x="230" y="484"/>
                </a:cubicBezTo>
                <a:cubicBezTo>
                  <a:pt x="230" y="484"/>
                  <a:pt x="232" y="483"/>
                  <a:pt x="233" y="483"/>
                </a:cubicBezTo>
                <a:cubicBezTo>
                  <a:pt x="235" y="485"/>
                  <a:pt x="236" y="486"/>
                  <a:pt x="238" y="486"/>
                </a:cubicBezTo>
                <a:close/>
                <a:moveTo>
                  <a:pt x="238" y="539"/>
                </a:moveTo>
                <a:cubicBezTo>
                  <a:pt x="238" y="547"/>
                  <a:pt x="238" y="547"/>
                  <a:pt x="238" y="547"/>
                </a:cubicBezTo>
                <a:cubicBezTo>
                  <a:pt x="237" y="545"/>
                  <a:pt x="235" y="543"/>
                  <a:pt x="233" y="542"/>
                </a:cubicBezTo>
                <a:cubicBezTo>
                  <a:pt x="232" y="546"/>
                  <a:pt x="230" y="548"/>
                  <a:pt x="230" y="551"/>
                </a:cubicBezTo>
                <a:cubicBezTo>
                  <a:pt x="230" y="529"/>
                  <a:pt x="230" y="529"/>
                  <a:pt x="230" y="529"/>
                </a:cubicBezTo>
                <a:cubicBezTo>
                  <a:pt x="230" y="529"/>
                  <a:pt x="230" y="529"/>
                  <a:pt x="231" y="530"/>
                </a:cubicBezTo>
                <a:cubicBezTo>
                  <a:pt x="233" y="536"/>
                  <a:pt x="234" y="536"/>
                  <a:pt x="238" y="539"/>
                </a:cubicBezTo>
                <a:close/>
                <a:moveTo>
                  <a:pt x="238" y="563"/>
                </a:moveTo>
                <a:cubicBezTo>
                  <a:pt x="238" y="577"/>
                  <a:pt x="238" y="577"/>
                  <a:pt x="238" y="577"/>
                </a:cubicBezTo>
                <a:cubicBezTo>
                  <a:pt x="235" y="575"/>
                  <a:pt x="232" y="572"/>
                  <a:pt x="230" y="569"/>
                </a:cubicBezTo>
                <a:cubicBezTo>
                  <a:pt x="230" y="561"/>
                  <a:pt x="230" y="561"/>
                  <a:pt x="230" y="561"/>
                </a:cubicBezTo>
                <a:cubicBezTo>
                  <a:pt x="230" y="563"/>
                  <a:pt x="232" y="565"/>
                  <a:pt x="234" y="569"/>
                </a:cubicBezTo>
                <a:cubicBezTo>
                  <a:pt x="235" y="568"/>
                  <a:pt x="236" y="568"/>
                  <a:pt x="236" y="568"/>
                </a:cubicBezTo>
                <a:cubicBezTo>
                  <a:pt x="237" y="566"/>
                  <a:pt x="237" y="565"/>
                  <a:pt x="238" y="563"/>
                </a:cubicBezTo>
                <a:close/>
                <a:moveTo>
                  <a:pt x="238" y="711"/>
                </a:moveTo>
                <a:cubicBezTo>
                  <a:pt x="238" y="729"/>
                  <a:pt x="238" y="729"/>
                  <a:pt x="238" y="729"/>
                </a:cubicBezTo>
                <a:cubicBezTo>
                  <a:pt x="237" y="724"/>
                  <a:pt x="235" y="720"/>
                  <a:pt x="233" y="716"/>
                </a:cubicBezTo>
                <a:cubicBezTo>
                  <a:pt x="232" y="716"/>
                  <a:pt x="231" y="715"/>
                  <a:pt x="230" y="715"/>
                </a:cubicBezTo>
                <a:cubicBezTo>
                  <a:pt x="230" y="706"/>
                  <a:pt x="230" y="706"/>
                  <a:pt x="230" y="706"/>
                </a:cubicBezTo>
                <a:cubicBezTo>
                  <a:pt x="232" y="707"/>
                  <a:pt x="235" y="709"/>
                  <a:pt x="238" y="711"/>
                </a:cubicBezTo>
                <a:close/>
                <a:moveTo>
                  <a:pt x="230" y="173"/>
                </a:moveTo>
                <a:cubicBezTo>
                  <a:pt x="230" y="167"/>
                  <a:pt x="230" y="167"/>
                  <a:pt x="230" y="167"/>
                </a:cubicBezTo>
                <a:cubicBezTo>
                  <a:pt x="230" y="169"/>
                  <a:pt x="231" y="170"/>
                  <a:pt x="231" y="172"/>
                </a:cubicBezTo>
                <a:cubicBezTo>
                  <a:pt x="230" y="173"/>
                  <a:pt x="230" y="173"/>
                  <a:pt x="230" y="173"/>
                </a:cubicBezTo>
                <a:close/>
                <a:moveTo>
                  <a:pt x="222" y="42"/>
                </a:moveTo>
                <a:cubicBezTo>
                  <a:pt x="224" y="40"/>
                  <a:pt x="227" y="39"/>
                  <a:pt x="230" y="37"/>
                </a:cubicBezTo>
                <a:cubicBezTo>
                  <a:pt x="230" y="45"/>
                  <a:pt x="230" y="45"/>
                  <a:pt x="230" y="45"/>
                </a:cubicBezTo>
                <a:cubicBezTo>
                  <a:pt x="228" y="46"/>
                  <a:pt x="226" y="47"/>
                  <a:pt x="224" y="49"/>
                </a:cubicBezTo>
                <a:cubicBezTo>
                  <a:pt x="230" y="53"/>
                  <a:pt x="230" y="53"/>
                  <a:pt x="230" y="53"/>
                </a:cubicBezTo>
                <a:cubicBezTo>
                  <a:pt x="230" y="63"/>
                  <a:pt x="230" y="63"/>
                  <a:pt x="230" y="63"/>
                </a:cubicBezTo>
                <a:cubicBezTo>
                  <a:pt x="229" y="62"/>
                  <a:pt x="229" y="62"/>
                  <a:pt x="229" y="62"/>
                </a:cubicBezTo>
                <a:cubicBezTo>
                  <a:pt x="226" y="61"/>
                  <a:pt x="224" y="60"/>
                  <a:pt x="222" y="59"/>
                </a:cubicBezTo>
                <a:cubicBezTo>
                  <a:pt x="222" y="42"/>
                  <a:pt x="222" y="42"/>
                  <a:pt x="222" y="42"/>
                </a:cubicBezTo>
                <a:close/>
                <a:moveTo>
                  <a:pt x="230" y="757"/>
                </a:moveTo>
                <a:cubicBezTo>
                  <a:pt x="227" y="756"/>
                  <a:pt x="224" y="755"/>
                  <a:pt x="222" y="753"/>
                </a:cubicBezTo>
                <a:cubicBezTo>
                  <a:pt x="222" y="740"/>
                  <a:pt x="222" y="740"/>
                  <a:pt x="222" y="740"/>
                </a:cubicBezTo>
                <a:cubicBezTo>
                  <a:pt x="223" y="743"/>
                  <a:pt x="226" y="745"/>
                  <a:pt x="230" y="749"/>
                </a:cubicBezTo>
                <a:cubicBezTo>
                  <a:pt x="230" y="757"/>
                  <a:pt x="230" y="757"/>
                  <a:pt x="230" y="757"/>
                </a:cubicBezTo>
                <a:close/>
                <a:moveTo>
                  <a:pt x="230" y="79"/>
                </a:moveTo>
                <a:cubicBezTo>
                  <a:pt x="230" y="88"/>
                  <a:pt x="230" y="88"/>
                  <a:pt x="230" y="88"/>
                </a:cubicBezTo>
                <a:cubicBezTo>
                  <a:pt x="228" y="88"/>
                  <a:pt x="226" y="89"/>
                  <a:pt x="224" y="89"/>
                </a:cubicBezTo>
                <a:cubicBezTo>
                  <a:pt x="223" y="91"/>
                  <a:pt x="222" y="91"/>
                  <a:pt x="222" y="92"/>
                </a:cubicBezTo>
                <a:cubicBezTo>
                  <a:pt x="222" y="80"/>
                  <a:pt x="222" y="80"/>
                  <a:pt x="222" y="80"/>
                </a:cubicBezTo>
                <a:cubicBezTo>
                  <a:pt x="223" y="80"/>
                  <a:pt x="223" y="80"/>
                  <a:pt x="223" y="80"/>
                </a:cubicBezTo>
                <a:cubicBezTo>
                  <a:pt x="226" y="80"/>
                  <a:pt x="228" y="80"/>
                  <a:pt x="230" y="79"/>
                </a:cubicBezTo>
                <a:close/>
                <a:moveTo>
                  <a:pt x="230" y="167"/>
                </a:moveTo>
                <a:cubicBezTo>
                  <a:pt x="230" y="173"/>
                  <a:pt x="230" y="173"/>
                  <a:pt x="230" y="173"/>
                </a:cubicBezTo>
                <a:cubicBezTo>
                  <a:pt x="228" y="175"/>
                  <a:pt x="226" y="175"/>
                  <a:pt x="223" y="175"/>
                </a:cubicBezTo>
                <a:cubicBezTo>
                  <a:pt x="222" y="174"/>
                  <a:pt x="222" y="174"/>
                  <a:pt x="222" y="173"/>
                </a:cubicBezTo>
                <a:cubicBezTo>
                  <a:pt x="222" y="155"/>
                  <a:pt x="222" y="155"/>
                  <a:pt x="222" y="155"/>
                </a:cubicBezTo>
                <a:cubicBezTo>
                  <a:pt x="224" y="159"/>
                  <a:pt x="228" y="163"/>
                  <a:pt x="230" y="167"/>
                </a:cubicBezTo>
                <a:close/>
                <a:moveTo>
                  <a:pt x="230" y="233"/>
                </a:moveTo>
                <a:cubicBezTo>
                  <a:pt x="230" y="241"/>
                  <a:pt x="230" y="241"/>
                  <a:pt x="230" y="241"/>
                </a:cubicBezTo>
                <a:cubicBezTo>
                  <a:pt x="229" y="241"/>
                  <a:pt x="229" y="241"/>
                  <a:pt x="229" y="241"/>
                </a:cubicBezTo>
                <a:cubicBezTo>
                  <a:pt x="230" y="241"/>
                  <a:pt x="230" y="241"/>
                  <a:pt x="230" y="241"/>
                </a:cubicBezTo>
                <a:cubicBezTo>
                  <a:pt x="230" y="248"/>
                  <a:pt x="230" y="248"/>
                  <a:pt x="230" y="248"/>
                </a:cubicBezTo>
                <a:cubicBezTo>
                  <a:pt x="227" y="248"/>
                  <a:pt x="224" y="248"/>
                  <a:pt x="222" y="250"/>
                </a:cubicBezTo>
                <a:cubicBezTo>
                  <a:pt x="222" y="243"/>
                  <a:pt x="222" y="243"/>
                  <a:pt x="222" y="243"/>
                </a:cubicBezTo>
                <a:cubicBezTo>
                  <a:pt x="225" y="239"/>
                  <a:pt x="228" y="235"/>
                  <a:pt x="229" y="233"/>
                </a:cubicBezTo>
                <a:cubicBezTo>
                  <a:pt x="230" y="233"/>
                  <a:pt x="230" y="233"/>
                  <a:pt x="230" y="233"/>
                </a:cubicBezTo>
                <a:close/>
                <a:moveTo>
                  <a:pt x="230" y="259"/>
                </a:moveTo>
                <a:cubicBezTo>
                  <a:pt x="230" y="265"/>
                  <a:pt x="230" y="265"/>
                  <a:pt x="230" y="265"/>
                </a:cubicBezTo>
                <a:cubicBezTo>
                  <a:pt x="227" y="264"/>
                  <a:pt x="224" y="264"/>
                  <a:pt x="222" y="264"/>
                </a:cubicBezTo>
                <a:cubicBezTo>
                  <a:pt x="222" y="258"/>
                  <a:pt x="222" y="258"/>
                  <a:pt x="222" y="258"/>
                </a:cubicBezTo>
                <a:cubicBezTo>
                  <a:pt x="224" y="258"/>
                  <a:pt x="227" y="258"/>
                  <a:pt x="230" y="259"/>
                </a:cubicBezTo>
                <a:close/>
                <a:moveTo>
                  <a:pt x="230" y="266"/>
                </a:moveTo>
                <a:cubicBezTo>
                  <a:pt x="230" y="276"/>
                  <a:pt x="230" y="276"/>
                  <a:pt x="230" y="276"/>
                </a:cubicBezTo>
                <a:cubicBezTo>
                  <a:pt x="227" y="280"/>
                  <a:pt x="224" y="284"/>
                  <a:pt x="222" y="287"/>
                </a:cubicBezTo>
                <a:cubicBezTo>
                  <a:pt x="222" y="273"/>
                  <a:pt x="222" y="273"/>
                  <a:pt x="222" y="273"/>
                </a:cubicBezTo>
                <a:cubicBezTo>
                  <a:pt x="225" y="273"/>
                  <a:pt x="228" y="271"/>
                  <a:pt x="230" y="266"/>
                </a:cubicBezTo>
                <a:close/>
                <a:moveTo>
                  <a:pt x="230" y="299"/>
                </a:moveTo>
                <a:cubicBezTo>
                  <a:pt x="230" y="348"/>
                  <a:pt x="230" y="348"/>
                  <a:pt x="230" y="348"/>
                </a:cubicBezTo>
                <a:cubicBezTo>
                  <a:pt x="228" y="347"/>
                  <a:pt x="226" y="347"/>
                  <a:pt x="225" y="345"/>
                </a:cubicBezTo>
                <a:cubicBezTo>
                  <a:pt x="225" y="341"/>
                  <a:pt x="225" y="337"/>
                  <a:pt x="225" y="332"/>
                </a:cubicBezTo>
                <a:cubicBezTo>
                  <a:pt x="224" y="335"/>
                  <a:pt x="223" y="339"/>
                  <a:pt x="222" y="342"/>
                </a:cubicBezTo>
                <a:cubicBezTo>
                  <a:pt x="222" y="313"/>
                  <a:pt x="222" y="313"/>
                  <a:pt x="222" y="313"/>
                </a:cubicBezTo>
                <a:cubicBezTo>
                  <a:pt x="222" y="313"/>
                  <a:pt x="222" y="313"/>
                  <a:pt x="223" y="312"/>
                </a:cubicBezTo>
                <a:cubicBezTo>
                  <a:pt x="224" y="307"/>
                  <a:pt x="225" y="303"/>
                  <a:pt x="229" y="299"/>
                </a:cubicBezTo>
                <a:cubicBezTo>
                  <a:pt x="230" y="299"/>
                  <a:pt x="230" y="299"/>
                  <a:pt x="230" y="299"/>
                </a:cubicBezTo>
                <a:close/>
                <a:moveTo>
                  <a:pt x="230" y="358"/>
                </a:moveTo>
                <a:cubicBezTo>
                  <a:pt x="230" y="378"/>
                  <a:pt x="230" y="378"/>
                  <a:pt x="230" y="378"/>
                </a:cubicBezTo>
                <a:cubicBezTo>
                  <a:pt x="228" y="379"/>
                  <a:pt x="228" y="379"/>
                  <a:pt x="228" y="379"/>
                </a:cubicBezTo>
                <a:cubicBezTo>
                  <a:pt x="225" y="371"/>
                  <a:pt x="225" y="366"/>
                  <a:pt x="228" y="358"/>
                </a:cubicBezTo>
                <a:cubicBezTo>
                  <a:pt x="229" y="358"/>
                  <a:pt x="229" y="358"/>
                  <a:pt x="230" y="358"/>
                </a:cubicBezTo>
                <a:close/>
                <a:moveTo>
                  <a:pt x="230" y="390"/>
                </a:moveTo>
                <a:cubicBezTo>
                  <a:pt x="230" y="400"/>
                  <a:pt x="230" y="400"/>
                  <a:pt x="230" y="400"/>
                </a:cubicBezTo>
                <a:cubicBezTo>
                  <a:pt x="229" y="396"/>
                  <a:pt x="227" y="394"/>
                  <a:pt x="222" y="393"/>
                </a:cubicBezTo>
                <a:cubicBezTo>
                  <a:pt x="222" y="390"/>
                  <a:pt x="222" y="390"/>
                  <a:pt x="222" y="390"/>
                </a:cubicBezTo>
                <a:cubicBezTo>
                  <a:pt x="230" y="390"/>
                  <a:pt x="230" y="390"/>
                  <a:pt x="230" y="390"/>
                </a:cubicBezTo>
                <a:close/>
                <a:moveTo>
                  <a:pt x="230" y="411"/>
                </a:moveTo>
                <a:cubicBezTo>
                  <a:pt x="230" y="415"/>
                  <a:pt x="230" y="415"/>
                  <a:pt x="230" y="415"/>
                </a:cubicBezTo>
                <a:cubicBezTo>
                  <a:pt x="222" y="415"/>
                  <a:pt x="222" y="415"/>
                  <a:pt x="222" y="415"/>
                </a:cubicBezTo>
                <a:cubicBezTo>
                  <a:pt x="222" y="402"/>
                  <a:pt x="222" y="402"/>
                  <a:pt x="222" y="402"/>
                </a:cubicBezTo>
                <a:cubicBezTo>
                  <a:pt x="222" y="404"/>
                  <a:pt x="223" y="407"/>
                  <a:pt x="223" y="410"/>
                </a:cubicBezTo>
                <a:cubicBezTo>
                  <a:pt x="224" y="410"/>
                  <a:pt x="225" y="411"/>
                  <a:pt x="226" y="411"/>
                </a:cubicBezTo>
                <a:cubicBezTo>
                  <a:pt x="230" y="411"/>
                  <a:pt x="230" y="411"/>
                  <a:pt x="230" y="411"/>
                </a:cubicBezTo>
                <a:close/>
                <a:moveTo>
                  <a:pt x="230" y="455"/>
                </a:moveTo>
                <a:cubicBezTo>
                  <a:pt x="230" y="475"/>
                  <a:pt x="230" y="475"/>
                  <a:pt x="230" y="475"/>
                </a:cubicBezTo>
                <a:cubicBezTo>
                  <a:pt x="227" y="477"/>
                  <a:pt x="225" y="479"/>
                  <a:pt x="222" y="481"/>
                </a:cubicBezTo>
                <a:cubicBezTo>
                  <a:pt x="222" y="472"/>
                  <a:pt x="222" y="472"/>
                  <a:pt x="222" y="472"/>
                </a:cubicBezTo>
                <a:cubicBezTo>
                  <a:pt x="225" y="467"/>
                  <a:pt x="224" y="463"/>
                  <a:pt x="222" y="458"/>
                </a:cubicBezTo>
                <a:cubicBezTo>
                  <a:pt x="222" y="444"/>
                  <a:pt x="222" y="444"/>
                  <a:pt x="222" y="444"/>
                </a:cubicBezTo>
                <a:cubicBezTo>
                  <a:pt x="226" y="446"/>
                  <a:pt x="228" y="450"/>
                  <a:pt x="230" y="455"/>
                </a:cubicBezTo>
                <a:close/>
                <a:moveTo>
                  <a:pt x="230" y="484"/>
                </a:moveTo>
                <a:cubicBezTo>
                  <a:pt x="230" y="499"/>
                  <a:pt x="230" y="499"/>
                  <a:pt x="230" y="499"/>
                </a:cubicBezTo>
                <a:cubicBezTo>
                  <a:pt x="229" y="499"/>
                  <a:pt x="228" y="499"/>
                  <a:pt x="226" y="499"/>
                </a:cubicBezTo>
                <a:cubicBezTo>
                  <a:pt x="224" y="492"/>
                  <a:pt x="224" y="492"/>
                  <a:pt x="224" y="487"/>
                </a:cubicBezTo>
                <a:cubicBezTo>
                  <a:pt x="226" y="485"/>
                  <a:pt x="227" y="484"/>
                  <a:pt x="230" y="484"/>
                </a:cubicBezTo>
                <a:close/>
                <a:moveTo>
                  <a:pt x="230" y="529"/>
                </a:moveTo>
                <a:cubicBezTo>
                  <a:pt x="230" y="551"/>
                  <a:pt x="230" y="551"/>
                  <a:pt x="230" y="551"/>
                </a:cubicBezTo>
                <a:cubicBezTo>
                  <a:pt x="229" y="554"/>
                  <a:pt x="229" y="557"/>
                  <a:pt x="230" y="561"/>
                </a:cubicBezTo>
                <a:cubicBezTo>
                  <a:pt x="230" y="569"/>
                  <a:pt x="230" y="569"/>
                  <a:pt x="230" y="569"/>
                </a:cubicBezTo>
                <a:cubicBezTo>
                  <a:pt x="227" y="566"/>
                  <a:pt x="224" y="564"/>
                  <a:pt x="222" y="561"/>
                </a:cubicBezTo>
                <a:cubicBezTo>
                  <a:pt x="222" y="554"/>
                  <a:pt x="222" y="554"/>
                  <a:pt x="222" y="554"/>
                </a:cubicBezTo>
                <a:cubicBezTo>
                  <a:pt x="222" y="554"/>
                  <a:pt x="222" y="554"/>
                  <a:pt x="223" y="553"/>
                </a:cubicBezTo>
                <a:cubicBezTo>
                  <a:pt x="227" y="540"/>
                  <a:pt x="230" y="538"/>
                  <a:pt x="222" y="526"/>
                </a:cubicBezTo>
                <a:cubicBezTo>
                  <a:pt x="222" y="527"/>
                  <a:pt x="222" y="527"/>
                  <a:pt x="222" y="527"/>
                </a:cubicBezTo>
                <a:cubicBezTo>
                  <a:pt x="222" y="518"/>
                  <a:pt x="222" y="518"/>
                  <a:pt x="222" y="518"/>
                </a:cubicBezTo>
                <a:cubicBezTo>
                  <a:pt x="224" y="522"/>
                  <a:pt x="227" y="525"/>
                  <a:pt x="230" y="529"/>
                </a:cubicBezTo>
                <a:close/>
                <a:moveTo>
                  <a:pt x="230" y="706"/>
                </a:moveTo>
                <a:cubicBezTo>
                  <a:pt x="230" y="715"/>
                  <a:pt x="230" y="715"/>
                  <a:pt x="230" y="715"/>
                </a:cubicBezTo>
                <a:cubicBezTo>
                  <a:pt x="228" y="714"/>
                  <a:pt x="226" y="713"/>
                  <a:pt x="222" y="711"/>
                </a:cubicBezTo>
                <a:cubicBezTo>
                  <a:pt x="222" y="703"/>
                  <a:pt x="222" y="703"/>
                  <a:pt x="222" y="703"/>
                </a:cubicBezTo>
                <a:cubicBezTo>
                  <a:pt x="224" y="704"/>
                  <a:pt x="227" y="705"/>
                  <a:pt x="230" y="706"/>
                </a:cubicBezTo>
                <a:close/>
                <a:moveTo>
                  <a:pt x="222" y="217"/>
                </a:moveTo>
                <a:cubicBezTo>
                  <a:pt x="222" y="179"/>
                  <a:pt x="222" y="179"/>
                  <a:pt x="222" y="179"/>
                </a:cubicBezTo>
                <a:cubicBezTo>
                  <a:pt x="222" y="177"/>
                  <a:pt x="222" y="177"/>
                  <a:pt x="222" y="177"/>
                </a:cubicBezTo>
                <a:cubicBezTo>
                  <a:pt x="224" y="177"/>
                  <a:pt x="227" y="178"/>
                  <a:pt x="229" y="178"/>
                </a:cubicBezTo>
                <a:cubicBezTo>
                  <a:pt x="230" y="191"/>
                  <a:pt x="218" y="190"/>
                  <a:pt x="226" y="204"/>
                </a:cubicBezTo>
                <a:cubicBezTo>
                  <a:pt x="226" y="209"/>
                  <a:pt x="224" y="213"/>
                  <a:pt x="222" y="217"/>
                </a:cubicBezTo>
                <a:close/>
                <a:moveTo>
                  <a:pt x="217" y="45"/>
                </a:moveTo>
                <a:cubicBezTo>
                  <a:pt x="219" y="44"/>
                  <a:pt x="220" y="43"/>
                  <a:pt x="222" y="42"/>
                </a:cubicBezTo>
                <a:cubicBezTo>
                  <a:pt x="222" y="59"/>
                  <a:pt x="222" y="59"/>
                  <a:pt x="222" y="59"/>
                </a:cubicBezTo>
                <a:cubicBezTo>
                  <a:pt x="220" y="59"/>
                  <a:pt x="219" y="58"/>
                  <a:pt x="217" y="58"/>
                </a:cubicBezTo>
                <a:cubicBezTo>
                  <a:pt x="217" y="45"/>
                  <a:pt x="217" y="45"/>
                  <a:pt x="217" y="45"/>
                </a:cubicBezTo>
                <a:close/>
                <a:moveTo>
                  <a:pt x="222" y="753"/>
                </a:moveTo>
                <a:cubicBezTo>
                  <a:pt x="220" y="752"/>
                  <a:pt x="219" y="751"/>
                  <a:pt x="217" y="750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9" y="703"/>
                  <a:pt x="220" y="703"/>
                  <a:pt x="222" y="703"/>
                </a:cubicBezTo>
                <a:cubicBezTo>
                  <a:pt x="222" y="711"/>
                  <a:pt x="222" y="711"/>
                  <a:pt x="222" y="711"/>
                </a:cubicBezTo>
                <a:cubicBezTo>
                  <a:pt x="219" y="710"/>
                  <a:pt x="219" y="710"/>
                  <a:pt x="219" y="710"/>
                </a:cubicBezTo>
                <a:cubicBezTo>
                  <a:pt x="219" y="724"/>
                  <a:pt x="218" y="733"/>
                  <a:pt x="222" y="740"/>
                </a:cubicBezTo>
                <a:cubicBezTo>
                  <a:pt x="222" y="753"/>
                  <a:pt x="222" y="753"/>
                  <a:pt x="222" y="753"/>
                </a:cubicBezTo>
                <a:close/>
                <a:moveTo>
                  <a:pt x="222" y="80"/>
                </a:moveTo>
                <a:cubicBezTo>
                  <a:pt x="222" y="92"/>
                  <a:pt x="222" y="92"/>
                  <a:pt x="222" y="92"/>
                </a:cubicBezTo>
                <a:cubicBezTo>
                  <a:pt x="220" y="93"/>
                  <a:pt x="219" y="94"/>
                  <a:pt x="217" y="95"/>
                </a:cubicBezTo>
                <a:cubicBezTo>
                  <a:pt x="217" y="77"/>
                  <a:pt x="217" y="77"/>
                  <a:pt x="217" y="77"/>
                </a:cubicBezTo>
                <a:cubicBezTo>
                  <a:pt x="222" y="80"/>
                  <a:pt x="222" y="80"/>
                  <a:pt x="222" y="80"/>
                </a:cubicBezTo>
                <a:close/>
                <a:moveTo>
                  <a:pt x="222" y="155"/>
                </a:moveTo>
                <a:cubicBezTo>
                  <a:pt x="222" y="173"/>
                  <a:pt x="222" y="173"/>
                  <a:pt x="222" y="173"/>
                </a:cubicBezTo>
                <a:cubicBezTo>
                  <a:pt x="221" y="172"/>
                  <a:pt x="220" y="172"/>
                  <a:pt x="220" y="170"/>
                </a:cubicBezTo>
                <a:cubicBezTo>
                  <a:pt x="217" y="170"/>
                  <a:pt x="217" y="170"/>
                  <a:pt x="217" y="170"/>
                </a:cubicBezTo>
                <a:cubicBezTo>
                  <a:pt x="217" y="153"/>
                  <a:pt x="217" y="153"/>
                  <a:pt x="217" y="153"/>
                </a:cubicBezTo>
                <a:cubicBezTo>
                  <a:pt x="218" y="152"/>
                  <a:pt x="219" y="152"/>
                  <a:pt x="220" y="152"/>
                </a:cubicBezTo>
                <a:cubicBezTo>
                  <a:pt x="220" y="153"/>
                  <a:pt x="221" y="154"/>
                  <a:pt x="222" y="155"/>
                </a:cubicBezTo>
                <a:close/>
                <a:moveTo>
                  <a:pt x="222" y="179"/>
                </a:moveTo>
                <a:cubicBezTo>
                  <a:pt x="222" y="217"/>
                  <a:pt x="222" y="217"/>
                  <a:pt x="222" y="217"/>
                </a:cubicBezTo>
                <a:cubicBezTo>
                  <a:pt x="220" y="219"/>
                  <a:pt x="219" y="220"/>
                  <a:pt x="217" y="222"/>
                </a:cubicBezTo>
                <a:cubicBezTo>
                  <a:pt x="217" y="186"/>
                  <a:pt x="217" y="186"/>
                  <a:pt x="217" y="186"/>
                </a:cubicBezTo>
                <a:cubicBezTo>
                  <a:pt x="219" y="186"/>
                  <a:pt x="219" y="186"/>
                  <a:pt x="219" y="186"/>
                </a:cubicBezTo>
                <a:cubicBezTo>
                  <a:pt x="222" y="179"/>
                  <a:pt x="222" y="179"/>
                  <a:pt x="222" y="179"/>
                </a:cubicBezTo>
                <a:close/>
                <a:moveTo>
                  <a:pt x="222" y="243"/>
                </a:moveTo>
                <a:cubicBezTo>
                  <a:pt x="222" y="250"/>
                  <a:pt x="222" y="250"/>
                  <a:pt x="222" y="250"/>
                </a:cubicBezTo>
                <a:cubicBezTo>
                  <a:pt x="220" y="251"/>
                  <a:pt x="218" y="252"/>
                  <a:pt x="217" y="255"/>
                </a:cubicBezTo>
                <a:cubicBezTo>
                  <a:pt x="217" y="249"/>
                  <a:pt x="217" y="249"/>
                  <a:pt x="217" y="249"/>
                </a:cubicBezTo>
                <a:cubicBezTo>
                  <a:pt x="219" y="247"/>
                  <a:pt x="220" y="245"/>
                  <a:pt x="222" y="243"/>
                </a:cubicBezTo>
                <a:close/>
                <a:moveTo>
                  <a:pt x="222" y="258"/>
                </a:moveTo>
                <a:cubicBezTo>
                  <a:pt x="222" y="264"/>
                  <a:pt x="222" y="264"/>
                  <a:pt x="222" y="264"/>
                </a:cubicBezTo>
                <a:cubicBezTo>
                  <a:pt x="220" y="263"/>
                  <a:pt x="218" y="263"/>
                  <a:pt x="217" y="263"/>
                </a:cubicBezTo>
                <a:cubicBezTo>
                  <a:pt x="217" y="257"/>
                  <a:pt x="217" y="257"/>
                  <a:pt x="217" y="257"/>
                </a:cubicBezTo>
                <a:cubicBezTo>
                  <a:pt x="222" y="258"/>
                  <a:pt x="222" y="258"/>
                  <a:pt x="222" y="258"/>
                </a:cubicBezTo>
                <a:close/>
                <a:moveTo>
                  <a:pt x="222" y="273"/>
                </a:moveTo>
                <a:cubicBezTo>
                  <a:pt x="222" y="287"/>
                  <a:pt x="222" y="287"/>
                  <a:pt x="222" y="287"/>
                </a:cubicBezTo>
                <a:cubicBezTo>
                  <a:pt x="220" y="290"/>
                  <a:pt x="218" y="291"/>
                  <a:pt x="217" y="292"/>
                </a:cubicBezTo>
                <a:cubicBezTo>
                  <a:pt x="217" y="284"/>
                  <a:pt x="217" y="284"/>
                  <a:pt x="217" y="284"/>
                </a:cubicBezTo>
                <a:cubicBezTo>
                  <a:pt x="218" y="283"/>
                  <a:pt x="219" y="281"/>
                  <a:pt x="220" y="279"/>
                </a:cubicBezTo>
                <a:cubicBezTo>
                  <a:pt x="219" y="279"/>
                  <a:pt x="218" y="279"/>
                  <a:pt x="217" y="279"/>
                </a:cubicBezTo>
                <a:cubicBezTo>
                  <a:pt x="217" y="274"/>
                  <a:pt x="217" y="274"/>
                  <a:pt x="217" y="274"/>
                </a:cubicBezTo>
                <a:cubicBezTo>
                  <a:pt x="219" y="274"/>
                  <a:pt x="220" y="274"/>
                  <a:pt x="222" y="273"/>
                </a:cubicBezTo>
                <a:close/>
                <a:moveTo>
                  <a:pt x="222" y="313"/>
                </a:moveTo>
                <a:cubicBezTo>
                  <a:pt x="222" y="342"/>
                  <a:pt x="222" y="342"/>
                  <a:pt x="222" y="342"/>
                </a:cubicBezTo>
                <a:cubicBezTo>
                  <a:pt x="220" y="344"/>
                  <a:pt x="219" y="346"/>
                  <a:pt x="217" y="347"/>
                </a:cubicBezTo>
                <a:cubicBezTo>
                  <a:pt x="217" y="320"/>
                  <a:pt x="217" y="320"/>
                  <a:pt x="217" y="320"/>
                </a:cubicBezTo>
                <a:cubicBezTo>
                  <a:pt x="218" y="318"/>
                  <a:pt x="220" y="316"/>
                  <a:pt x="222" y="313"/>
                </a:cubicBezTo>
                <a:close/>
                <a:moveTo>
                  <a:pt x="222" y="390"/>
                </a:moveTo>
                <a:cubicBezTo>
                  <a:pt x="222" y="393"/>
                  <a:pt x="222" y="393"/>
                  <a:pt x="222" y="393"/>
                </a:cubicBezTo>
                <a:cubicBezTo>
                  <a:pt x="221" y="393"/>
                  <a:pt x="220" y="393"/>
                  <a:pt x="220" y="393"/>
                </a:cubicBezTo>
                <a:cubicBezTo>
                  <a:pt x="220" y="396"/>
                  <a:pt x="221" y="399"/>
                  <a:pt x="222" y="402"/>
                </a:cubicBezTo>
                <a:cubicBezTo>
                  <a:pt x="222" y="415"/>
                  <a:pt x="222" y="415"/>
                  <a:pt x="222" y="415"/>
                </a:cubicBezTo>
                <a:cubicBezTo>
                  <a:pt x="217" y="415"/>
                  <a:pt x="217" y="415"/>
                  <a:pt x="217" y="415"/>
                </a:cubicBezTo>
                <a:cubicBezTo>
                  <a:pt x="217" y="410"/>
                  <a:pt x="217" y="410"/>
                  <a:pt x="217" y="410"/>
                </a:cubicBezTo>
                <a:cubicBezTo>
                  <a:pt x="218" y="410"/>
                  <a:pt x="219" y="410"/>
                  <a:pt x="219" y="410"/>
                </a:cubicBezTo>
                <a:cubicBezTo>
                  <a:pt x="218" y="407"/>
                  <a:pt x="218" y="404"/>
                  <a:pt x="217" y="402"/>
                </a:cubicBezTo>
                <a:cubicBezTo>
                  <a:pt x="217" y="390"/>
                  <a:pt x="217" y="390"/>
                  <a:pt x="217" y="390"/>
                </a:cubicBezTo>
                <a:cubicBezTo>
                  <a:pt x="222" y="390"/>
                  <a:pt x="222" y="390"/>
                  <a:pt x="222" y="390"/>
                </a:cubicBezTo>
                <a:close/>
                <a:moveTo>
                  <a:pt x="222" y="444"/>
                </a:moveTo>
                <a:cubicBezTo>
                  <a:pt x="222" y="458"/>
                  <a:pt x="222" y="458"/>
                  <a:pt x="222" y="458"/>
                </a:cubicBezTo>
                <a:cubicBezTo>
                  <a:pt x="220" y="455"/>
                  <a:pt x="218" y="453"/>
                  <a:pt x="217" y="450"/>
                </a:cubicBezTo>
                <a:cubicBezTo>
                  <a:pt x="217" y="443"/>
                  <a:pt x="217" y="443"/>
                  <a:pt x="217" y="443"/>
                </a:cubicBezTo>
                <a:cubicBezTo>
                  <a:pt x="219" y="443"/>
                  <a:pt x="220" y="443"/>
                  <a:pt x="222" y="444"/>
                </a:cubicBezTo>
                <a:close/>
                <a:moveTo>
                  <a:pt x="222" y="472"/>
                </a:moveTo>
                <a:cubicBezTo>
                  <a:pt x="222" y="481"/>
                  <a:pt x="222" y="481"/>
                  <a:pt x="222" y="481"/>
                </a:cubicBezTo>
                <a:cubicBezTo>
                  <a:pt x="221" y="481"/>
                  <a:pt x="220" y="481"/>
                  <a:pt x="219" y="482"/>
                </a:cubicBezTo>
                <a:cubicBezTo>
                  <a:pt x="219" y="479"/>
                  <a:pt x="219" y="477"/>
                  <a:pt x="219" y="475"/>
                </a:cubicBezTo>
                <a:cubicBezTo>
                  <a:pt x="220" y="474"/>
                  <a:pt x="221" y="473"/>
                  <a:pt x="222" y="472"/>
                </a:cubicBezTo>
                <a:close/>
                <a:moveTo>
                  <a:pt x="222" y="518"/>
                </a:moveTo>
                <a:cubicBezTo>
                  <a:pt x="222" y="527"/>
                  <a:pt x="222" y="527"/>
                  <a:pt x="222" y="527"/>
                </a:cubicBezTo>
                <a:cubicBezTo>
                  <a:pt x="219" y="531"/>
                  <a:pt x="218" y="534"/>
                  <a:pt x="217" y="537"/>
                </a:cubicBezTo>
                <a:cubicBezTo>
                  <a:pt x="217" y="511"/>
                  <a:pt x="217" y="511"/>
                  <a:pt x="217" y="511"/>
                </a:cubicBezTo>
                <a:cubicBezTo>
                  <a:pt x="219" y="514"/>
                  <a:pt x="220" y="516"/>
                  <a:pt x="222" y="518"/>
                </a:cubicBezTo>
                <a:close/>
                <a:moveTo>
                  <a:pt x="222" y="554"/>
                </a:moveTo>
                <a:cubicBezTo>
                  <a:pt x="222" y="561"/>
                  <a:pt x="222" y="561"/>
                  <a:pt x="222" y="561"/>
                </a:cubicBezTo>
                <a:cubicBezTo>
                  <a:pt x="220" y="560"/>
                  <a:pt x="219" y="558"/>
                  <a:pt x="217" y="557"/>
                </a:cubicBezTo>
                <a:cubicBezTo>
                  <a:pt x="217" y="548"/>
                  <a:pt x="217" y="548"/>
                  <a:pt x="217" y="548"/>
                </a:cubicBezTo>
                <a:cubicBezTo>
                  <a:pt x="218" y="550"/>
                  <a:pt x="219" y="552"/>
                  <a:pt x="221" y="554"/>
                </a:cubicBezTo>
                <a:cubicBezTo>
                  <a:pt x="221" y="554"/>
                  <a:pt x="221" y="554"/>
                  <a:pt x="222" y="554"/>
                </a:cubicBezTo>
                <a:close/>
                <a:moveTo>
                  <a:pt x="217" y="613"/>
                </a:moveTo>
                <a:cubicBezTo>
                  <a:pt x="217" y="605"/>
                  <a:pt x="217" y="605"/>
                  <a:pt x="217" y="605"/>
                </a:cubicBezTo>
                <a:cubicBezTo>
                  <a:pt x="218" y="605"/>
                  <a:pt x="219" y="606"/>
                  <a:pt x="219" y="607"/>
                </a:cubicBezTo>
                <a:cubicBezTo>
                  <a:pt x="217" y="613"/>
                  <a:pt x="217" y="613"/>
                  <a:pt x="217" y="613"/>
                </a:cubicBezTo>
                <a:close/>
                <a:moveTo>
                  <a:pt x="217" y="469"/>
                </a:moveTo>
                <a:cubicBezTo>
                  <a:pt x="217" y="461"/>
                  <a:pt x="217" y="461"/>
                  <a:pt x="217" y="461"/>
                </a:cubicBezTo>
                <a:cubicBezTo>
                  <a:pt x="218" y="463"/>
                  <a:pt x="219" y="464"/>
                  <a:pt x="219" y="465"/>
                </a:cubicBezTo>
                <a:cubicBezTo>
                  <a:pt x="219" y="466"/>
                  <a:pt x="218" y="467"/>
                  <a:pt x="217" y="469"/>
                </a:cubicBezTo>
                <a:cubicBezTo>
                  <a:pt x="217" y="469"/>
                  <a:pt x="217" y="469"/>
                  <a:pt x="217" y="469"/>
                </a:cubicBezTo>
                <a:close/>
                <a:moveTo>
                  <a:pt x="217" y="366"/>
                </a:moveTo>
                <a:cubicBezTo>
                  <a:pt x="217" y="354"/>
                  <a:pt x="217" y="354"/>
                  <a:pt x="217" y="354"/>
                </a:cubicBezTo>
                <a:cubicBezTo>
                  <a:pt x="217" y="354"/>
                  <a:pt x="217" y="354"/>
                  <a:pt x="218" y="354"/>
                </a:cubicBezTo>
                <a:cubicBezTo>
                  <a:pt x="218" y="358"/>
                  <a:pt x="218" y="362"/>
                  <a:pt x="217" y="366"/>
                </a:cubicBezTo>
                <a:close/>
                <a:moveTo>
                  <a:pt x="210" y="48"/>
                </a:moveTo>
                <a:cubicBezTo>
                  <a:pt x="212" y="47"/>
                  <a:pt x="214" y="46"/>
                  <a:pt x="216" y="46"/>
                </a:cubicBezTo>
                <a:cubicBezTo>
                  <a:pt x="217" y="45"/>
                  <a:pt x="217" y="45"/>
                  <a:pt x="217" y="45"/>
                </a:cubicBezTo>
                <a:cubicBezTo>
                  <a:pt x="217" y="58"/>
                  <a:pt x="217" y="58"/>
                  <a:pt x="217" y="58"/>
                </a:cubicBezTo>
                <a:cubicBezTo>
                  <a:pt x="215" y="57"/>
                  <a:pt x="212" y="58"/>
                  <a:pt x="210" y="58"/>
                </a:cubicBezTo>
                <a:cubicBezTo>
                  <a:pt x="210" y="48"/>
                  <a:pt x="210" y="48"/>
                  <a:pt x="210" y="48"/>
                </a:cubicBezTo>
                <a:close/>
                <a:moveTo>
                  <a:pt x="217" y="750"/>
                </a:moveTo>
                <a:cubicBezTo>
                  <a:pt x="217" y="749"/>
                  <a:pt x="217" y="749"/>
                  <a:pt x="216" y="749"/>
                </a:cubicBezTo>
                <a:cubicBezTo>
                  <a:pt x="214" y="748"/>
                  <a:pt x="212" y="747"/>
                  <a:pt x="210" y="747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34"/>
                  <a:pt x="211" y="726"/>
                  <a:pt x="210" y="717"/>
                </a:cubicBezTo>
                <a:cubicBezTo>
                  <a:pt x="210" y="695"/>
                  <a:pt x="210" y="695"/>
                  <a:pt x="210" y="695"/>
                </a:cubicBezTo>
                <a:cubicBezTo>
                  <a:pt x="212" y="697"/>
                  <a:pt x="213" y="699"/>
                  <a:pt x="215" y="702"/>
                </a:cubicBezTo>
                <a:cubicBezTo>
                  <a:pt x="216" y="702"/>
                  <a:pt x="216" y="702"/>
                  <a:pt x="217" y="702"/>
                </a:cubicBezTo>
                <a:cubicBezTo>
                  <a:pt x="217" y="750"/>
                  <a:pt x="217" y="750"/>
                  <a:pt x="217" y="750"/>
                </a:cubicBezTo>
                <a:close/>
                <a:moveTo>
                  <a:pt x="217" y="77"/>
                </a:moveTo>
                <a:cubicBezTo>
                  <a:pt x="217" y="95"/>
                  <a:pt x="217" y="95"/>
                  <a:pt x="217" y="95"/>
                </a:cubicBezTo>
                <a:cubicBezTo>
                  <a:pt x="215" y="97"/>
                  <a:pt x="213" y="99"/>
                  <a:pt x="210" y="101"/>
                </a:cubicBezTo>
                <a:cubicBezTo>
                  <a:pt x="210" y="91"/>
                  <a:pt x="210" y="91"/>
                  <a:pt x="210" y="91"/>
                </a:cubicBezTo>
                <a:cubicBezTo>
                  <a:pt x="212" y="90"/>
                  <a:pt x="214" y="89"/>
                  <a:pt x="216" y="87"/>
                </a:cubicBezTo>
                <a:cubicBezTo>
                  <a:pt x="214" y="86"/>
                  <a:pt x="212" y="85"/>
                  <a:pt x="210" y="84"/>
                </a:cubicBezTo>
                <a:cubicBezTo>
                  <a:pt x="210" y="74"/>
                  <a:pt x="210" y="74"/>
                  <a:pt x="210" y="74"/>
                </a:cubicBezTo>
                <a:cubicBezTo>
                  <a:pt x="217" y="77"/>
                  <a:pt x="217" y="77"/>
                  <a:pt x="217" y="77"/>
                </a:cubicBezTo>
                <a:close/>
                <a:moveTo>
                  <a:pt x="217" y="153"/>
                </a:moveTo>
                <a:cubicBezTo>
                  <a:pt x="217" y="170"/>
                  <a:pt x="217" y="170"/>
                  <a:pt x="217" y="170"/>
                </a:cubicBezTo>
                <a:cubicBezTo>
                  <a:pt x="210" y="170"/>
                  <a:pt x="210" y="170"/>
                  <a:pt x="210" y="170"/>
                </a:cubicBezTo>
                <a:cubicBezTo>
                  <a:pt x="210" y="156"/>
                  <a:pt x="210" y="156"/>
                  <a:pt x="210" y="156"/>
                </a:cubicBezTo>
                <a:cubicBezTo>
                  <a:pt x="212" y="154"/>
                  <a:pt x="214" y="153"/>
                  <a:pt x="217" y="153"/>
                </a:cubicBezTo>
                <a:close/>
                <a:moveTo>
                  <a:pt x="217" y="186"/>
                </a:moveTo>
                <a:cubicBezTo>
                  <a:pt x="217" y="222"/>
                  <a:pt x="217" y="222"/>
                  <a:pt x="217" y="222"/>
                </a:cubicBezTo>
                <a:cubicBezTo>
                  <a:pt x="215" y="223"/>
                  <a:pt x="213" y="224"/>
                  <a:pt x="210" y="225"/>
                </a:cubicBezTo>
                <a:cubicBezTo>
                  <a:pt x="210" y="214"/>
                  <a:pt x="210" y="214"/>
                  <a:pt x="210" y="214"/>
                </a:cubicBezTo>
                <a:cubicBezTo>
                  <a:pt x="213" y="211"/>
                  <a:pt x="215" y="208"/>
                  <a:pt x="216" y="204"/>
                </a:cubicBezTo>
                <a:cubicBezTo>
                  <a:pt x="214" y="204"/>
                  <a:pt x="212" y="205"/>
                  <a:pt x="210" y="207"/>
                </a:cubicBezTo>
                <a:cubicBezTo>
                  <a:pt x="210" y="178"/>
                  <a:pt x="210" y="178"/>
                  <a:pt x="210" y="178"/>
                </a:cubicBezTo>
                <a:cubicBezTo>
                  <a:pt x="211" y="178"/>
                  <a:pt x="212" y="178"/>
                  <a:pt x="213" y="178"/>
                </a:cubicBezTo>
                <a:cubicBezTo>
                  <a:pt x="214" y="181"/>
                  <a:pt x="215" y="184"/>
                  <a:pt x="216" y="186"/>
                </a:cubicBezTo>
                <a:cubicBezTo>
                  <a:pt x="217" y="186"/>
                  <a:pt x="217" y="186"/>
                  <a:pt x="217" y="186"/>
                </a:cubicBezTo>
                <a:close/>
                <a:moveTo>
                  <a:pt x="217" y="249"/>
                </a:moveTo>
                <a:cubicBezTo>
                  <a:pt x="217" y="255"/>
                  <a:pt x="217" y="255"/>
                  <a:pt x="217" y="255"/>
                </a:cubicBezTo>
                <a:cubicBezTo>
                  <a:pt x="217" y="256"/>
                  <a:pt x="216" y="256"/>
                  <a:pt x="216" y="257"/>
                </a:cubicBezTo>
                <a:cubicBezTo>
                  <a:pt x="217" y="257"/>
                  <a:pt x="217" y="257"/>
                  <a:pt x="217" y="257"/>
                </a:cubicBezTo>
                <a:cubicBezTo>
                  <a:pt x="217" y="263"/>
                  <a:pt x="217" y="263"/>
                  <a:pt x="217" y="263"/>
                </a:cubicBezTo>
                <a:cubicBezTo>
                  <a:pt x="214" y="263"/>
                  <a:pt x="212" y="264"/>
                  <a:pt x="210" y="266"/>
                </a:cubicBezTo>
                <a:cubicBezTo>
                  <a:pt x="210" y="257"/>
                  <a:pt x="210" y="257"/>
                  <a:pt x="210" y="257"/>
                </a:cubicBezTo>
                <a:cubicBezTo>
                  <a:pt x="212" y="255"/>
                  <a:pt x="214" y="252"/>
                  <a:pt x="217" y="249"/>
                </a:cubicBezTo>
                <a:close/>
                <a:moveTo>
                  <a:pt x="217" y="274"/>
                </a:moveTo>
                <a:cubicBezTo>
                  <a:pt x="217" y="279"/>
                  <a:pt x="217" y="279"/>
                  <a:pt x="217" y="279"/>
                </a:cubicBezTo>
                <a:cubicBezTo>
                  <a:pt x="214" y="279"/>
                  <a:pt x="212" y="279"/>
                  <a:pt x="210" y="279"/>
                </a:cubicBezTo>
                <a:cubicBezTo>
                  <a:pt x="210" y="273"/>
                  <a:pt x="210" y="273"/>
                  <a:pt x="210" y="273"/>
                </a:cubicBezTo>
                <a:cubicBezTo>
                  <a:pt x="212" y="274"/>
                  <a:pt x="215" y="274"/>
                  <a:pt x="217" y="274"/>
                </a:cubicBezTo>
                <a:close/>
                <a:moveTo>
                  <a:pt x="217" y="284"/>
                </a:moveTo>
                <a:cubicBezTo>
                  <a:pt x="217" y="292"/>
                  <a:pt x="217" y="292"/>
                  <a:pt x="217" y="292"/>
                </a:cubicBezTo>
                <a:cubicBezTo>
                  <a:pt x="217" y="293"/>
                  <a:pt x="216" y="293"/>
                  <a:pt x="216" y="293"/>
                </a:cubicBezTo>
                <a:cubicBezTo>
                  <a:pt x="214" y="298"/>
                  <a:pt x="213" y="302"/>
                  <a:pt x="210" y="306"/>
                </a:cubicBezTo>
                <a:cubicBezTo>
                  <a:pt x="210" y="289"/>
                  <a:pt x="210" y="289"/>
                  <a:pt x="210" y="289"/>
                </a:cubicBezTo>
                <a:cubicBezTo>
                  <a:pt x="213" y="288"/>
                  <a:pt x="215" y="287"/>
                  <a:pt x="217" y="284"/>
                </a:cubicBezTo>
                <a:close/>
                <a:moveTo>
                  <a:pt x="217" y="320"/>
                </a:moveTo>
                <a:cubicBezTo>
                  <a:pt x="217" y="347"/>
                  <a:pt x="217" y="347"/>
                  <a:pt x="217" y="347"/>
                </a:cubicBezTo>
                <a:cubicBezTo>
                  <a:pt x="217" y="347"/>
                  <a:pt x="217" y="347"/>
                  <a:pt x="217" y="347"/>
                </a:cubicBezTo>
                <a:cubicBezTo>
                  <a:pt x="215" y="346"/>
                  <a:pt x="214" y="345"/>
                  <a:pt x="212" y="344"/>
                </a:cubicBezTo>
                <a:cubicBezTo>
                  <a:pt x="212" y="335"/>
                  <a:pt x="213" y="327"/>
                  <a:pt x="217" y="320"/>
                </a:cubicBezTo>
                <a:close/>
                <a:moveTo>
                  <a:pt x="217" y="354"/>
                </a:moveTo>
                <a:cubicBezTo>
                  <a:pt x="217" y="366"/>
                  <a:pt x="217" y="366"/>
                  <a:pt x="217" y="366"/>
                </a:cubicBezTo>
                <a:cubicBezTo>
                  <a:pt x="216" y="369"/>
                  <a:pt x="215" y="371"/>
                  <a:pt x="211" y="373"/>
                </a:cubicBezTo>
                <a:cubicBezTo>
                  <a:pt x="211" y="373"/>
                  <a:pt x="210" y="373"/>
                  <a:pt x="210" y="372"/>
                </a:cubicBezTo>
                <a:cubicBezTo>
                  <a:pt x="210" y="353"/>
                  <a:pt x="210" y="353"/>
                  <a:pt x="210" y="353"/>
                </a:cubicBezTo>
                <a:cubicBezTo>
                  <a:pt x="213" y="353"/>
                  <a:pt x="215" y="353"/>
                  <a:pt x="217" y="354"/>
                </a:cubicBezTo>
                <a:close/>
                <a:moveTo>
                  <a:pt x="217" y="390"/>
                </a:moveTo>
                <a:cubicBezTo>
                  <a:pt x="217" y="402"/>
                  <a:pt x="217" y="402"/>
                  <a:pt x="217" y="402"/>
                </a:cubicBezTo>
                <a:cubicBezTo>
                  <a:pt x="216" y="399"/>
                  <a:pt x="215" y="397"/>
                  <a:pt x="214" y="394"/>
                </a:cubicBezTo>
                <a:cubicBezTo>
                  <a:pt x="210" y="394"/>
                  <a:pt x="210" y="394"/>
                  <a:pt x="210" y="394"/>
                </a:cubicBezTo>
                <a:cubicBezTo>
                  <a:pt x="210" y="390"/>
                  <a:pt x="210" y="390"/>
                  <a:pt x="210" y="390"/>
                </a:cubicBezTo>
                <a:cubicBezTo>
                  <a:pt x="217" y="390"/>
                  <a:pt x="217" y="390"/>
                  <a:pt x="217" y="390"/>
                </a:cubicBezTo>
                <a:close/>
                <a:moveTo>
                  <a:pt x="217" y="410"/>
                </a:moveTo>
                <a:cubicBezTo>
                  <a:pt x="217" y="415"/>
                  <a:pt x="217" y="415"/>
                  <a:pt x="217" y="415"/>
                </a:cubicBezTo>
                <a:cubicBezTo>
                  <a:pt x="210" y="415"/>
                  <a:pt x="210" y="415"/>
                  <a:pt x="210" y="415"/>
                </a:cubicBezTo>
                <a:cubicBezTo>
                  <a:pt x="210" y="407"/>
                  <a:pt x="210" y="407"/>
                  <a:pt x="210" y="407"/>
                </a:cubicBezTo>
                <a:cubicBezTo>
                  <a:pt x="210" y="410"/>
                  <a:pt x="210" y="410"/>
                  <a:pt x="210" y="410"/>
                </a:cubicBezTo>
                <a:cubicBezTo>
                  <a:pt x="211" y="410"/>
                  <a:pt x="212" y="411"/>
                  <a:pt x="213" y="411"/>
                </a:cubicBezTo>
                <a:cubicBezTo>
                  <a:pt x="214" y="411"/>
                  <a:pt x="215" y="411"/>
                  <a:pt x="217" y="410"/>
                </a:cubicBezTo>
                <a:close/>
                <a:moveTo>
                  <a:pt x="217" y="443"/>
                </a:moveTo>
                <a:cubicBezTo>
                  <a:pt x="217" y="450"/>
                  <a:pt x="217" y="450"/>
                  <a:pt x="217" y="450"/>
                </a:cubicBezTo>
                <a:cubicBezTo>
                  <a:pt x="216" y="448"/>
                  <a:pt x="215" y="445"/>
                  <a:pt x="215" y="443"/>
                </a:cubicBezTo>
                <a:cubicBezTo>
                  <a:pt x="216" y="443"/>
                  <a:pt x="216" y="443"/>
                  <a:pt x="217" y="443"/>
                </a:cubicBezTo>
                <a:close/>
                <a:moveTo>
                  <a:pt x="217" y="461"/>
                </a:moveTo>
                <a:cubicBezTo>
                  <a:pt x="217" y="469"/>
                  <a:pt x="217" y="469"/>
                  <a:pt x="217" y="469"/>
                </a:cubicBezTo>
                <a:cubicBezTo>
                  <a:pt x="210" y="469"/>
                  <a:pt x="210" y="469"/>
                  <a:pt x="210" y="469"/>
                </a:cubicBezTo>
                <a:cubicBezTo>
                  <a:pt x="210" y="468"/>
                  <a:pt x="210" y="468"/>
                  <a:pt x="210" y="468"/>
                </a:cubicBezTo>
                <a:cubicBezTo>
                  <a:pt x="210" y="457"/>
                  <a:pt x="210" y="457"/>
                  <a:pt x="210" y="457"/>
                </a:cubicBezTo>
                <a:cubicBezTo>
                  <a:pt x="212" y="458"/>
                  <a:pt x="215" y="459"/>
                  <a:pt x="217" y="461"/>
                </a:cubicBezTo>
                <a:close/>
                <a:moveTo>
                  <a:pt x="217" y="511"/>
                </a:moveTo>
                <a:cubicBezTo>
                  <a:pt x="217" y="537"/>
                  <a:pt x="217" y="537"/>
                  <a:pt x="217" y="537"/>
                </a:cubicBezTo>
                <a:cubicBezTo>
                  <a:pt x="216" y="541"/>
                  <a:pt x="215" y="544"/>
                  <a:pt x="217" y="548"/>
                </a:cubicBezTo>
                <a:cubicBezTo>
                  <a:pt x="217" y="557"/>
                  <a:pt x="217" y="557"/>
                  <a:pt x="217" y="557"/>
                </a:cubicBezTo>
                <a:cubicBezTo>
                  <a:pt x="216" y="556"/>
                  <a:pt x="215" y="555"/>
                  <a:pt x="213" y="554"/>
                </a:cubicBezTo>
                <a:cubicBezTo>
                  <a:pt x="212" y="552"/>
                  <a:pt x="211" y="549"/>
                  <a:pt x="210" y="547"/>
                </a:cubicBezTo>
                <a:cubicBezTo>
                  <a:pt x="210" y="538"/>
                  <a:pt x="210" y="538"/>
                  <a:pt x="210" y="538"/>
                </a:cubicBezTo>
                <a:cubicBezTo>
                  <a:pt x="215" y="527"/>
                  <a:pt x="218" y="522"/>
                  <a:pt x="213" y="511"/>
                </a:cubicBezTo>
                <a:cubicBezTo>
                  <a:pt x="212" y="511"/>
                  <a:pt x="211" y="511"/>
                  <a:pt x="210" y="511"/>
                </a:cubicBezTo>
                <a:cubicBezTo>
                  <a:pt x="210" y="512"/>
                  <a:pt x="210" y="512"/>
                  <a:pt x="210" y="512"/>
                </a:cubicBezTo>
                <a:cubicBezTo>
                  <a:pt x="210" y="499"/>
                  <a:pt x="210" y="499"/>
                  <a:pt x="210" y="499"/>
                </a:cubicBezTo>
                <a:cubicBezTo>
                  <a:pt x="212" y="503"/>
                  <a:pt x="214" y="507"/>
                  <a:pt x="217" y="511"/>
                </a:cubicBezTo>
                <a:close/>
                <a:moveTo>
                  <a:pt x="217" y="605"/>
                </a:moveTo>
                <a:cubicBezTo>
                  <a:pt x="217" y="613"/>
                  <a:pt x="217" y="613"/>
                  <a:pt x="217" y="613"/>
                </a:cubicBezTo>
                <a:cubicBezTo>
                  <a:pt x="215" y="619"/>
                  <a:pt x="212" y="625"/>
                  <a:pt x="210" y="631"/>
                </a:cubicBezTo>
                <a:cubicBezTo>
                  <a:pt x="210" y="598"/>
                  <a:pt x="210" y="598"/>
                  <a:pt x="210" y="598"/>
                </a:cubicBezTo>
                <a:cubicBezTo>
                  <a:pt x="211" y="600"/>
                  <a:pt x="214" y="602"/>
                  <a:pt x="217" y="605"/>
                </a:cubicBezTo>
                <a:close/>
                <a:moveTo>
                  <a:pt x="205" y="50"/>
                </a:moveTo>
                <a:cubicBezTo>
                  <a:pt x="207" y="50"/>
                  <a:pt x="208" y="49"/>
                  <a:pt x="210" y="48"/>
                </a:cubicBezTo>
                <a:cubicBezTo>
                  <a:pt x="210" y="58"/>
                  <a:pt x="210" y="58"/>
                  <a:pt x="210" y="58"/>
                </a:cubicBezTo>
                <a:cubicBezTo>
                  <a:pt x="208" y="58"/>
                  <a:pt x="207" y="59"/>
                  <a:pt x="205" y="59"/>
                </a:cubicBezTo>
                <a:cubicBezTo>
                  <a:pt x="205" y="50"/>
                  <a:pt x="205" y="50"/>
                  <a:pt x="205" y="50"/>
                </a:cubicBezTo>
                <a:close/>
                <a:moveTo>
                  <a:pt x="210" y="747"/>
                </a:moveTo>
                <a:cubicBezTo>
                  <a:pt x="208" y="746"/>
                  <a:pt x="207" y="745"/>
                  <a:pt x="205" y="745"/>
                </a:cubicBezTo>
                <a:cubicBezTo>
                  <a:pt x="205" y="737"/>
                  <a:pt x="205" y="737"/>
                  <a:pt x="205" y="737"/>
                </a:cubicBezTo>
                <a:cubicBezTo>
                  <a:pt x="206" y="738"/>
                  <a:pt x="206" y="738"/>
                  <a:pt x="207" y="738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47"/>
                  <a:pt x="210" y="747"/>
                  <a:pt x="210" y="747"/>
                </a:cubicBezTo>
                <a:close/>
                <a:moveTo>
                  <a:pt x="210" y="74"/>
                </a:moveTo>
                <a:cubicBezTo>
                  <a:pt x="210" y="84"/>
                  <a:pt x="210" y="84"/>
                  <a:pt x="210" y="84"/>
                </a:cubicBezTo>
                <a:cubicBezTo>
                  <a:pt x="208" y="83"/>
                  <a:pt x="207" y="82"/>
                  <a:pt x="205" y="82"/>
                </a:cubicBezTo>
                <a:cubicBezTo>
                  <a:pt x="205" y="71"/>
                  <a:pt x="205" y="71"/>
                  <a:pt x="205" y="71"/>
                </a:cubicBezTo>
                <a:cubicBezTo>
                  <a:pt x="210" y="74"/>
                  <a:pt x="210" y="74"/>
                  <a:pt x="210" y="74"/>
                </a:cubicBezTo>
                <a:close/>
                <a:moveTo>
                  <a:pt x="210" y="91"/>
                </a:moveTo>
                <a:cubicBezTo>
                  <a:pt x="210" y="101"/>
                  <a:pt x="210" y="101"/>
                  <a:pt x="210" y="101"/>
                </a:cubicBezTo>
                <a:cubicBezTo>
                  <a:pt x="208" y="102"/>
                  <a:pt x="208" y="102"/>
                  <a:pt x="208" y="102"/>
                </a:cubicBezTo>
                <a:cubicBezTo>
                  <a:pt x="207" y="103"/>
                  <a:pt x="206" y="103"/>
                  <a:pt x="205" y="103"/>
                </a:cubicBezTo>
                <a:cubicBezTo>
                  <a:pt x="205" y="93"/>
                  <a:pt x="205" y="93"/>
                  <a:pt x="205" y="93"/>
                </a:cubicBezTo>
                <a:cubicBezTo>
                  <a:pt x="207" y="93"/>
                  <a:pt x="208" y="92"/>
                  <a:pt x="210" y="91"/>
                </a:cubicBezTo>
                <a:close/>
                <a:moveTo>
                  <a:pt x="210" y="156"/>
                </a:moveTo>
                <a:cubicBezTo>
                  <a:pt x="210" y="170"/>
                  <a:pt x="210" y="170"/>
                  <a:pt x="210" y="170"/>
                </a:cubicBezTo>
                <a:cubicBezTo>
                  <a:pt x="208" y="170"/>
                  <a:pt x="208" y="170"/>
                  <a:pt x="208" y="170"/>
                </a:cubicBezTo>
                <a:cubicBezTo>
                  <a:pt x="205" y="173"/>
                  <a:pt x="205" y="173"/>
                  <a:pt x="205" y="173"/>
                </a:cubicBezTo>
                <a:cubicBezTo>
                  <a:pt x="205" y="161"/>
                  <a:pt x="205" y="161"/>
                  <a:pt x="205" y="161"/>
                </a:cubicBezTo>
                <a:cubicBezTo>
                  <a:pt x="207" y="158"/>
                  <a:pt x="208" y="157"/>
                  <a:pt x="210" y="156"/>
                </a:cubicBezTo>
                <a:close/>
                <a:moveTo>
                  <a:pt x="210" y="178"/>
                </a:moveTo>
                <a:cubicBezTo>
                  <a:pt x="210" y="207"/>
                  <a:pt x="210" y="207"/>
                  <a:pt x="210" y="207"/>
                </a:cubicBezTo>
                <a:cubicBezTo>
                  <a:pt x="208" y="208"/>
                  <a:pt x="207" y="210"/>
                  <a:pt x="205" y="212"/>
                </a:cubicBezTo>
                <a:cubicBezTo>
                  <a:pt x="205" y="194"/>
                  <a:pt x="205" y="194"/>
                  <a:pt x="205" y="194"/>
                </a:cubicBezTo>
                <a:cubicBezTo>
                  <a:pt x="207" y="194"/>
                  <a:pt x="207" y="194"/>
                  <a:pt x="207" y="194"/>
                </a:cubicBezTo>
                <a:cubicBezTo>
                  <a:pt x="207" y="193"/>
                  <a:pt x="208" y="192"/>
                  <a:pt x="208" y="191"/>
                </a:cubicBezTo>
                <a:cubicBezTo>
                  <a:pt x="207" y="191"/>
                  <a:pt x="206" y="191"/>
                  <a:pt x="205" y="191"/>
                </a:cubicBezTo>
                <a:cubicBezTo>
                  <a:pt x="205" y="179"/>
                  <a:pt x="205" y="179"/>
                  <a:pt x="205" y="179"/>
                </a:cubicBezTo>
                <a:cubicBezTo>
                  <a:pt x="207" y="179"/>
                  <a:pt x="208" y="178"/>
                  <a:pt x="210" y="178"/>
                </a:cubicBezTo>
                <a:close/>
                <a:moveTo>
                  <a:pt x="210" y="214"/>
                </a:moveTo>
                <a:cubicBezTo>
                  <a:pt x="210" y="225"/>
                  <a:pt x="210" y="225"/>
                  <a:pt x="210" y="225"/>
                </a:cubicBezTo>
                <a:cubicBezTo>
                  <a:pt x="208" y="225"/>
                  <a:pt x="207" y="225"/>
                  <a:pt x="205" y="225"/>
                </a:cubicBezTo>
                <a:cubicBezTo>
                  <a:pt x="205" y="220"/>
                  <a:pt x="205" y="220"/>
                  <a:pt x="205" y="220"/>
                </a:cubicBezTo>
                <a:cubicBezTo>
                  <a:pt x="207" y="218"/>
                  <a:pt x="208" y="216"/>
                  <a:pt x="210" y="214"/>
                </a:cubicBezTo>
                <a:close/>
                <a:moveTo>
                  <a:pt x="210" y="257"/>
                </a:moveTo>
                <a:cubicBezTo>
                  <a:pt x="210" y="266"/>
                  <a:pt x="210" y="266"/>
                  <a:pt x="210" y="266"/>
                </a:cubicBezTo>
                <a:cubicBezTo>
                  <a:pt x="208" y="267"/>
                  <a:pt x="207" y="269"/>
                  <a:pt x="205" y="271"/>
                </a:cubicBezTo>
                <a:cubicBezTo>
                  <a:pt x="205" y="262"/>
                  <a:pt x="205" y="262"/>
                  <a:pt x="205" y="262"/>
                </a:cubicBezTo>
                <a:cubicBezTo>
                  <a:pt x="206" y="261"/>
                  <a:pt x="206" y="261"/>
                  <a:pt x="207" y="260"/>
                </a:cubicBezTo>
                <a:cubicBezTo>
                  <a:pt x="207" y="260"/>
                  <a:pt x="208" y="259"/>
                  <a:pt x="210" y="257"/>
                </a:cubicBezTo>
                <a:close/>
                <a:moveTo>
                  <a:pt x="210" y="273"/>
                </a:moveTo>
                <a:cubicBezTo>
                  <a:pt x="210" y="279"/>
                  <a:pt x="210" y="279"/>
                  <a:pt x="210" y="279"/>
                </a:cubicBezTo>
                <a:cubicBezTo>
                  <a:pt x="208" y="279"/>
                  <a:pt x="207" y="279"/>
                  <a:pt x="205" y="279"/>
                </a:cubicBezTo>
                <a:cubicBezTo>
                  <a:pt x="205" y="273"/>
                  <a:pt x="205" y="273"/>
                  <a:pt x="205" y="273"/>
                </a:cubicBezTo>
                <a:cubicBezTo>
                  <a:pt x="207" y="273"/>
                  <a:pt x="208" y="273"/>
                  <a:pt x="210" y="273"/>
                </a:cubicBezTo>
                <a:close/>
                <a:moveTo>
                  <a:pt x="210" y="289"/>
                </a:moveTo>
                <a:cubicBezTo>
                  <a:pt x="210" y="306"/>
                  <a:pt x="210" y="306"/>
                  <a:pt x="210" y="306"/>
                </a:cubicBezTo>
                <a:cubicBezTo>
                  <a:pt x="209" y="307"/>
                  <a:pt x="208" y="308"/>
                  <a:pt x="207" y="309"/>
                </a:cubicBezTo>
                <a:cubicBezTo>
                  <a:pt x="207" y="311"/>
                  <a:pt x="206" y="313"/>
                  <a:pt x="205" y="315"/>
                </a:cubicBezTo>
                <a:cubicBezTo>
                  <a:pt x="205" y="303"/>
                  <a:pt x="205" y="303"/>
                  <a:pt x="205" y="303"/>
                </a:cubicBezTo>
                <a:cubicBezTo>
                  <a:pt x="207" y="301"/>
                  <a:pt x="208" y="299"/>
                  <a:pt x="209" y="296"/>
                </a:cubicBezTo>
                <a:cubicBezTo>
                  <a:pt x="208" y="296"/>
                  <a:pt x="207" y="296"/>
                  <a:pt x="205" y="296"/>
                </a:cubicBezTo>
                <a:cubicBezTo>
                  <a:pt x="205" y="290"/>
                  <a:pt x="205" y="290"/>
                  <a:pt x="205" y="290"/>
                </a:cubicBezTo>
                <a:cubicBezTo>
                  <a:pt x="207" y="290"/>
                  <a:pt x="208" y="289"/>
                  <a:pt x="210" y="289"/>
                </a:cubicBezTo>
                <a:close/>
                <a:moveTo>
                  <a:pt x="210" y="353"/>
                </a:moveTo>
                <a:cubicBezTo>
                  <a:pt x="210" y="372"/>
                  <a:pt x="210" y="372"/>
                  <a:pt x="210" y="372"/>
                </a:cubicBezTo>
                <a:cubicBezTo>
                  <a:pt x="207" y="370"/>
                  <a:pt x="206" y="367"/>
                  <a:pt x="205" y="364"/>
                </a:cubicBezTo>
                <a:cubicBezTo>
                  <a:pt x="205" y="362"/>
                  <a:pt x="205" y="362"/>
                  <a:pt x="205" y="362"/>
                </a:cubicBezTo>
                <a:cubicBezTo>
                  <a:pt x="208" y="359"/>
                  <a:pt x="208" y="357"/>
                  <a:pt x="209" y="353"/>
                </a:cubicBezTo>
                <a:cubicBezTo>
                  <a:pt x="209" y="353"/>
                  <a:pt x="209" y="353"/>
                  <a:pt x="210" y="353"/>
                </a:cubicBezTo>
                <a:close/>
                <a:moveTo>
                  <a:pt x="210" y="390"/>
                </a:moveTo>
                <a:cubicBezTo>
                  <a:pt x="210" y="394"/>
                  <a:pt x="210" y="394"/>
                  <a:pt x="210" y="394"/>
                </a:cubicBezTo>
                <a:cubicBezTo>
                  <a:pt x="207" y="394"/>
                  <a:pt x="207" y="394"/>
                  <a:pt x="207" y="394"/>
                </a:cubicBezTo>
                <a:cubicBezTo>
                  <a:pt x="208" y="399"/>
                  <a:pt x="209" y="403"/>
                  <a:pt x="210" y="407"/>
                </a:cubicBezTo>
                <a:cubicBezTo>
                  <a:pt x="210" y="415"/>
                  <a:pt x="210" y="415"/>
                  <a:pt x="210" y="415"/>
                </a:cubicBezTo>
                <a:cubicBezTo>
                  <a:pt x="205" y="415"/>
                  <a:pt x="205" y="415"/>
                  <a:pt x="205" y="415"/>
                </a:cubicBezTo>
                <a:cubicBezTo>
                  <a:pt x="205" y="411"/>
                  <a:pt x="205" y="411"/>
                  <a:pt x="205" y="411"/>
                </a:cubicBezTo>
                <a:cubicBezTo>
                  <a:pt x="207" y="411"/>
                  <a:pt x="207" y="411"/>
                  <a:pt x="207" y="411"/>
                </a:cubicBezTo>
                <a:cubicBezTo>
                  <a:pt x="206" y="408"/>
                  <a:pt x="206" y="405"/>
                  <a:pt x="205" y="404"/>
                </a:cubicBezTo>
                <a:cubicBezTo>
                  <a:pt x="205" y="390"/>
                  <a:pt x="205" y="390"/>
                  <a:pt x="205" y="390"/>
                </a:cubicBezTo>
                <a:cubicBezTo>
                  <a:pt x="210" y="390"/>
                  <a:pt x="210" y="390"/>
                  <a:pt x="210" y="390"/>
                </a:cubicBezTo>
                <a:close/>
                <a:moveTo>
                  <a:pt x="210" y="457"/>
                </a:moveTo>
                <a:cubicBezTo>
                  <a:pt x="210" y="468"/>
                  <a:pt x="210" y="468"/>
                  <a:pt x="210" y="468"/>
                </a:cubicBezTo>
                <a:cubicBezTo>
                  <a:pt x="207" y="465"/>
                  <a:pt x="206" y="465"/>
                  <a:pt x="205" y="461"/>
                </a:cubicBezTo>
                <a:cubicBezTo>
                  <a:pt x="205" y="459"/>
                  <a:pt x="205" y="459"/>
                  <a:pt x="205" y="459"/>
                </a:cubicBezTo>
                <a:cubicBezTo>
                  <a:pt x="207" y="458"/>
                  <a:pt x="208" y="457"/>
                  <a:pt x="210" y="457"/>
                </a:cubicBezTo>
                <a:close/>
                <a:moveTo>
                  <a:pt x="210" y="499"/>
                </a:moveTo>
                <a:cubicBezTo>
                  <a:pt x="210" y="512"/>
                  <a:pt x="210" y="512"/>
                  <a:pt x="210" y="512"/>
                </a:cubicBezTo>
                <a:cubicBezTo>
                  <a:pt x="208" y="516"/>
                  <a:pt x="206" y="520"/>
                  <a:pt x="205" y="522"/>
                </a:cubicBezTo>
                <a:cubicBezTo>
                  <a:pt x="205" y="512"/>
                  <a:pt x="205" y="512"/>
                  <a:pt x="205" y="512"/>
                </a:cubicBezTo>
                <a:cubicBezTo>
                  <a:pt x="207" y="508"/>
                  <a:pt x="206" y="504"/>
                  <a:pt x="205" y="500"/>
                </a:cubicBezTo>
                <a:cubicBezTo>
                  <a:pt x="205" y="488"/>
                  <a:pt x="205" y="488"/>
                  <a:pt x="205" y="488"/>
                </a:cubicBezTo>
                <a:cubicBezTo>
                  <a:pt x="207" y="492"/>
                  <a:pt x="208" y="495"/>
                  <a:pt x="210" y="499"/>
                </a:cubicBezTo>
                <a:close/>
                <a:moveTo>
                  <a:pt x="210" y="538"/>
                </a:moveTo>
                <a:cubicBezTo>
                  <a:pt x="210" y="547"/>
                  <a:pt x="210" y="547"/>
                  <a:pt x="210" y="547"/>
                </a:cubicBezTo>
                <a:cubicBezTo>
                  <a:pt x="208" y="545"/>
                  <a:pt x="207" y="543"/>
                  <a:pt x="205" y="541"/>
                </a:cubicBezTo>
                <a:cubicBezTo>
                  <a:pt x="205" y="532"/>
                  <a:pt x="205" y="532"/>
                  <a:pt x="205" y="532"/>
                </a:cubicBezTo>
                <a:cubicBezTo>
                  <a:pt x="206" y="534"/>
                  <a:pt x="207" y="536"/>
                  <a:pt x="209" y="539"/>
                </a:cubicBezTo>
                <a:cubicBezTo>
                  <a:pt x="210" y="538"/>
                  <a:pt x="210" y="538"/>
                  <a:pt x="210" y="538"/>
                </a:cubicBezTo>
                <a:close/>
                <a:moveTo>
                  <a:pt x="210" y="598"/>
                </a:moveTo>
                <a:cubicBezTo>
                  <a:pt x="210" y="631"/>
                  <a:pt x="210" y="631"/>
                  <a:pt x="210" y="631"/>
                </a:cubicBezTo>
                <a:cubicBezTo>
                  <a:pt x="208" y="635"/>
                  <a:pt x="207" y="639"/>
                  <a:pt x="205" y="643"/>
                </a:cubicBezTo>
                <a:cubicBezTo>
                  <a:pt x="205" y="612"/>
                  <a:pt x="205" y="612"/>
                  <a:pt x="205" y="612"/>
                </a:cubicBezTo>
                <a:cubicBezTo>
                  <a:pt x="206" y="611"/>
                  <a:pt x="206" y="611"/>
                  <a:pt x="206" y="611"/>
                </a:cubicBezTo>
                <a:cubicBezTo>
                  <a:pt x="205" y="611"/>
                  <a:pt x="205" y="611"/>
                  <a:pt x="205" y="611"/>
                </a:cubicBezTo>
                <a:cubicBezTo>
                  <a:pt x="205" y="599"/>
                  <a:pt x="205" y="599"/>
                  <a:pt x="205" y="599"/>
                </a:cubicBezTo>
                <a:cubicBezTo>
                  <a:pt x="209" y="597"/>
                  <a:pt x="209" y="597"/>
                  <a:pt x="209" y="597"/>
                </a:cubicBezTo>
                <a:cubicBezTo>
                  <a:pt x="209" y="597"/>
                  <a:pt x="210" y="598"/>
                  <a:pt x="210" y="598"/>
                </a:cubicBezTo>
                <a:close/>
                <a:moveTo>
                  <a:pt x="210" y="695"/>
                </a:moveTo>
                <a:cubicBezTo>
                  <a:pt x="210" y="717"/>
                  <a:pt x="210" y="717"/>
                  <a:pt x="210" y="717"/>
                </a:cubicBezTo>
                <a:cubicBezTo>
                  <a:pt x="209" y="711"/>
                  <a:pt x="208" y="705"/>
                  <a:pt x="205" y="701"/>
                </a:cubicBezTo>
                <a:cubicBezTo>
                  <a:pt x="205" y="692"/>
                  <a:pt x="205" y="692"/>
                  <a:pt x="205" y="692"/>
                </a:cubicBezTo>
                <a:cubicBezTo>
                  <a:pt x="207" y="693"/>
                  <a:pt x="208" y="694"/>
                  <a:pt x="210" y="695"/>
                </a:cubicBezTo>
                <a:close/>
                <a:moveTo>
                  <a:pt x="200" y="53"/>
                </a:moveTo>
                <a:cubicBezTo>
                  <a:pt x="202" y="52"/>
                  <a:pt x="204" y="51"/>
                  <a:pt x="205" y="50"/>
                </a:cubicBezTo>
                <a:cubicBezTo>
                  <a:pt x="205" y="59"/>
                  <a:pt x="205" y="59"/>
                  <a:pt x="205" y="59"/>
                </a:cubicBezTo>
                <a:cubicBezTo>
                  <a:pt x="204" y="60"/>
                  <a:pt x="202" y="61"/>
                  <a:pt x="200" y="61"/>
                </a:cubicBezTo>
                <a:cubicBezTo>
                  <a:pt x="200" y="53"/>
                  <a:pt x="200" y="53"/>
                  <a:pt x="200" y="53"/>
                </a:cubicBezTo>
                <a:close/>
                <a:moveTo>
                  <a:pt x="205" y="745"/>
                </a:moveTo>
                <a:cubicBezTo>
                  <a:pt x="204" y="744"/>
                  <a:pt x="202" y="743"/>
                  <a:pt x="200" y="743"/>
                </a:cubicBezTo>
                <a:cubicBezTo>
                  <a:pt x="200" y="734"/>
                  <a:pt x="200" y="734"/>
                  <a:pt x="200" y="734"/>
                </a:cubicBezTo>
                <a:cubicBezTo>
                  <a:pt x="202" y="735"/>
                  <a:pt x="203" y="736"/>
                  <a:pt x="205" y="737"/>
                </a:cubicBezTo>
                <a:cubicBezTo>
                  <a:pt x="205" y="745"/>
                  <a:pt x="205" y="745"/>
                  <a:pt x="205" y="745"/>
                </a:cubicBezTo>
                <a:close/>
                <a:moveTo>
                  <a:pt x="205" y="71"/>
                </a:moveTo>
                <a:cubicBezTo>
                  <a:pt x="205" y="82"/>
                  <a:pt x="205" y="82"/>
                  <a:pt x="205" y="82"/>
                </a:cubicBezTo>
                <a:cubicBezTo>
                  <a:pt x="204" y="81"/>
                  <a:pt x="202" y="80"/>
                  <a:pt x="200" y="79"/>
                </a:cubicBezTo>
                <a:cubicBezTo>
                  <a:pt x="200" y="69"/>
                  <a:pt x="200" y="69"/>
                  <a:pt x="200" y="69"/>
                </a:cubicBezTo>
                <a:cubicBezTo>
                  <a:pt x="205" y="71"/>
                  <a:pt x="205" y="71"/>
                  <a:pt x="205" y="71"/>
                </a:cubicBezTo>
                <a:close/>
                <a:moveTo>
                  <a:pt x="205" y="93"/>
                </a:moveTo>
                <a:cubicBezTo>
                  <a:pt x="205" y="103"/>
                  <a:pt x="205" y="103"/>
                  <a:pt x="205" y="103"/>
                </a:cubicBezTo>
                <a:cubicBezTo>
                  <a:pt x="204" y="104"/>
                  <a:pt x="202" y="105"/>
                  <a:pt x="200" y="105"/>
                </a:cubicBezTo>
                <a:cubicBezTo>
                  <a:pt x="200" y="95"/>
                  <a:pt x="200" y="95"/>
                  <a:pt x="200" y="95"/>
                </a:cubicBezTo>
                <a:cubicBezTo>
                  <a:pt x="202" y="95"/>
                  <a:pt x="204" y="94"/>
                  <a:pt x="205" y="93"/>
                </a:cubicBezTo>
                <a:close/>
                <a:moveTo>
                  <a:pt x="205" y="161"/>
                </a:moveTo>
                <a:cubicBezTo>
                  <a:pt x="205" y="173"/>
                  <a:pt x="205" y="173"/>
                  <a:pt x="205" y="173"/>
                </a:cubicBezTo>
                <a:cubicBezTo>
                  <a:pt x="200" y="179"/>
                  <a:pt x="200" y="179"/>
                  <a:pt x="200" y="179"/>
                </a:cubicBezTo>
                <a:cubicBezTo>
                  <a:pt x="200" y="161"/>
                  <a:pt x="200" y="161"/>
                  <a:pt x="200" y="161"/>
                </a:cubicBezTo>
                <a:cubicBezTo>
                  <a:pt x="201" y="162"/>
                  <a:pt x="202" y="163"/>
                  <a:pt x="202" y="164"/>
                </a:cubicBezTo>
                <a:cubicBezTo>
                  <a:pt x="204" y="163"/>
                  <a:pt x="205" y="162"/>
                  <a:pt x="205" y="161"/>
                </a:cubicBezTo>
                <a:close/>
                <a:moveTo>
                  <a:pt x="205" y="179"/>
                </a:moveTo>
                <a:cubicBezTo>
                  <a:pt x="205" y="191"/>
                  <a:pt x="205" y="191"/>
                  <a:pt x="205" y="191"/>
                </a:cubicBezTo>
                <a:cubicBezTo>
                  <a:pt x="203" y="192"/>
                  <a:pt x="202" y="192"/>
                  <a:pt x="201" y="196"/>
                </a:cubicBezTo>
                <a:cubicBezTo>
                  <a:pt x="202" y="195"/>
                  <a:pt x="204" y="195"/>
                  <a:pt x="205" y="194"/>
                </a:cubicBezTo>
                <a:cubicBezTo>
                  <a:pt x="205" y="212"/>
                  <a:pt x="205" y="212"/>
                  <a:pt x="205" y="212"/>
                </a:cubicBezTo>
                <a:cubicBezTo>
                  <a:pt x="204" y="214"/>
                  <a:pt x="202" y="216"/>
                  <a:pt x="200" y="218"/>
                </a:cubicBezTo>
                <a:cubicBezTo>
                  <a:pt x="200" y="182"/>
                  <a:pt x="200" y="182"/>
                  <a:pt x="200" y="182"/>
                </a:cubicBezTo>
                <a:cubicBezTo>
                  <a:pt x="202" y="181"/>
                  <a:pt x="203" y="180"/>
                  <a:pt x="205" y="179"/>
                </a:cubicBezTo>
                <a:close/>
                <a:moveTo>
                  <a:pt x="205" y="220"/>
                </a:moveTo>
                <a:cubicBezTo>
                  <a:pt x="205" y="225"/>
                  <a:pt x="205" y="225"/>
                  <a:pt x="205" y="225"/>
                </a:cubicBezTo>
                <a:cubicBezTo>
                  <a:pt x="205" y="225"/>
                  <a:pt x="204" y="225"/>
                  <a:pt x="203" y="225"/>
                </a:cubicBezTo>
                <a:cubicBezTo>
                  <a:pt x="203" y="223"/>
                  <a:pt x="204" y="221"/>
                  <a:pt x="205" y="220"/>
                </a:cubicBezTo>
                <a:close/>
                <a:moveTo>
                  <a:pt x="205" y="262"/>
                </a:moveTo>
                <a:cubicBezTo>
                  <a:pt x="205" y="271"/>
                  <a:pt x="205" y="271"/>
                  <a:pt x="205" y="271"/>
                </a:cubicBezTo>
                <a:cubicBezTo>
                  <a:pt x="205" y="271"/>
                  <a:pt x="204" y="272"/>
                  <a:pt x="203" y="273"/>
                </a:cubicBezTo>
                <a:cubicBezTo>
                  <a:pt x="204" y="273"/>
                  <a:pt x="205" y="273"/>
                  <a:pt x="205" y="273"/>
                </a:cubicBezTo>
                <a:cubicBezTo>
                  <a:pt x="205" y="279"/>
                  <a:pt x="205" y="279"/>
                  <a:pt x="205" y="279"/>
                </a:cubicBezTo>
                <a:cubicBezTo>
                  <a:pt x="203" y="279"/>
                  <a:pt x="202" y="280"/>
                  <a:pt x="200" y="281"/>
                </a:cubicBezTo>
                <a:cubicBezTo>
                  <a:pt x="200" y="268"/>
                  <a:pt x="200" y="268"/>
                  <a:pt x="200" y="268"/>
                </a:cubicBezTo>
                <a:cubicBezTo>
                  <a:pt x="202" y="266"/>
                  <a:pt x="204" y="264"/>
                  <a:pt x="205" y="262"/>
                </a:cubicBezTo>
                <a:close/>
                <a:moveTo>
                  <a:pt x="205" y="290"/>
                </a:moveTo>
                <a:cubicBezTo>
                  <a:pt x="205" y="296"/>
                  <a:pt x="205" y="296"/>
                  <a:pt x="205" y="296"/>
                </a:cubicBezTo>
                <a:cubicBezTo>
                  <a:pt x="204" y="296"/>
                  <a:pt x="202" y="296"/>
                  <a:pt x="200" y="296"/>
                </a:cubicBezTo>
                <a:cubicBezTo>
                  <a:pt x="200" y="290"/>
                  <a:pt x="200" y="290"/>
                  <a:pt x="200" y="290"/>
                </a:cubicBezTo>
                <a:cubicBezTo>
                  <a:pt x="202" y="290"/>
                  <a:pt x="204" y="290"/>
                  <a:pt x="205" y="290"/>
                </a:cubicBezTo>
                <a:close/>
                <a:moveTo>
                  <a:pt x="205" y="303"/>
                </a:moveTo>
                <a:cubicBezTo>
                  <a:pt x="205" y="315"/>
                  <a:pt x="205" y="315"/>
                  <a:pt x="205" y="315"/>
                </a:cubicBezTo>
                <a:cubicBezTo>
                  <a:pt x="204" y="320"/>
                  <a:pt x="202" y="324"/>
                  <a:pt x="200" y="328"/>
                </a:cubicBezTo>
                <a:cubicBezTo>
                  <a:pt x="200" y="313"/>
                  <a:pt x="200" y="313"/>
                  <a:pt x="200" y="313"/>
                </a:cubicBezTo>
                <a:cubicBezTo>
                  <a:pt x="201" y="313"/>
                  <a:pt x="201" y="313"/>
                  <a:pt x="201" y="312"/>
                </a:cubicBezTo>
                <a:cubicBezTo>
                  <a:pt x="200" y="312"/>
                  <a:pt x="200" y="312"/>
                  <a:pt x="200" y="312"/>
                </a:cubicBezTo>
                <a:cubicBezTo>
                  <a:pt x="200" y="306"/>
                  <a:pt x="200" y="306"/>
                  <a:pt x="200" y="306"/>
                </a:cubicBezTo>
                <a:cubicBezTo>
                  <a:pt x="202" y="305"/>
                  <a:pt x="204" y="304"/>
                  <a:pt x="205" y="303"/>
                </a:cubicBezTo>
                <a:close/>
                <a:moveTo>
                  <a:pt x="205" y="362"/>
                </a:moveTo>
                <a:cubicBezTo>
                  <a:pt x="205" y="364"/>
                  <a:pt x="205" y="364"/>
                  <a:pt x="205" y="364"/>
                </a:cubicBezTo>
                <a:cubicBezTo>
                  <a:pt x="205" y="363"/>
                  <a:pt x="205" y="362"/>
                  <a:pt x="205" y="362"/>
                </a:cubicBezTo>
                <a:cubicBezTo>
                  <a:pt x="205" y="362"/>
                  <a:pt x="205" y="362"/>
                  <a:pt x="205" y="362"/>
                </a:cubicBezTo>
                <a:close/>
                <a:moveTo>
                  <a:pt x="205" y="390"/>
                </a:moveTo>
                <a:cubicBezTo>
                  <a:pt x="205" y="404"/>
                  <a:pt x="205" y="404"/>
                  <a:pt x="205" y="404"/>
                </a:cubicBezTo>
                <a:cubicBezTo>
                  <a:pt x="204" y="397"/>
                  <a:pt x="203" y="396"/>
                  <a:pt x="202" y="394"/>
                </a:cubicBezTo>
                <a:cubicBezTo>
                  <a:pt x="202" y="394"/>
                  <a:pt x="201" y="394"/>
                  <a:pt x="200" y="394"/>
                </a:cubicBezTo>
                <a:cubicBezTo>
                  <a:pt x="200" y="390"/>
                  <a:pt x="200" y="390"/>
                  <a:pt x="200" y="390"/>
                </a:cubicBezTo>
                <a:cubicBezTo>
                  <a:pt x="205" y="390"/>
                  <a:pt x="205" y="390"/>
                  <a:pt x="205" y="390"/>
                </a:cubicBezTo>
                <a:close/>
                <a:moveTo>
                  <a:pt x="205" y="411"/>
                </a:moveTo>
                <a:cubicBezTo>
                  <a:pt x="205" y="415"/>
                  <a:pt x="205" y="415"/>
                  <a:pt x="205" y="415"/>
                </a:cubicBezTo>
                <a:cubicBezTo>
                  <a:pt x="200" y="415"/>
                  <a:pt x="200" y="415"/>
                  <a:pt x="200" y="415"/>
                </a:cubicBezTo>
                <a:cubicBezTo>
                  <a:pt x="200" y="411"/>
                  <a:pt x="200" y="411"/>
                  <a:pt x="200" y="411"/>
                </a:cubicBezTo>
                <a:cubicBezTo>
                  <a:pt x="201" y="411"/>
                  <a:pt x="201" y="411"/>
                  <a:pt x="201" y="411"/>
                </a:cubicBezTo>
                <a:cubicBezTo>
                  <a:pt x="205" y="411"/>
                  <a:pt x="205" y="411"/>
                  <a:pt x="205" y="411"/>
                </a:cubicBezTo>
                <a:close/>
                <a:moveTo>
                  <a:pt x="205" y="459"/>
                </a:moveTo>
                <a:cubicBezTo>
                  <a:pt x="205" y="461"/>
                  <a:pt x="205" y="461"/>
                  <a:pt x="205" y="461"/>
                </a:cubicBezTo>
                <a:cubicBezTo>
                  <a:pt x="205" y="461"/>
                  <a:pt x="205" y="460"/>
                  <a:pt x="205" y="459"/>
                </a:cubicBezTo>
                <a:cubicBezTo>
                  <a:pt x="205" y="459"/>
                  <a:pt x="205" y="459"/>
                  <a:pt x="205" y="459"/>
                </a:cubicBezTo>
                <a:close/>
                <a:moveTo>
                  <a:pt x="205" y="488"/>
                </a:moveTo>
                <a:cubicBezTo>
                  <a:pt x="205" y="500"/>
                  <a:pt x="205" y="500"/>
                  <a:pt x="205" y="500"/>
                </a:cubicBezTo>
                <a:cubicBezTo>
                  <a:pt x="205" y="498"/>
                  <a:pt x="204" y="496"/>
                  <a:pt x="202" y="495"/>
                </a:cubicBezTo>
                <a:cubicBezTo>
                  <a:pt x="200" y="497"/>
                  <a:pt x="200" y="497"/>
                  <a:pt x="200" y="497"/>
                </a:cubicBezTo>
                <a:cubicBezTo>
                  <a:pt x="200" y="476"/>
                  <a:pt x="200" y="476"/>
                  <a:pt x="200" y="476"/>
                </a:cubicBezTo>
                <a:cubicBezTo>
                  <a:pt x="201" y="478"/>
                  <a:pt x="202" y="479"/>
                  <a:pt x="202" y="480"/>
                </a:cubicBezTo>
                <a:cubicBezTo>
                  <a:pt x="203" y="483"/>
                  <a:pt x="204" y="486"/>
                  <a:pt x="205" y="488"/>
                </a:cubicBezTo>
                <a:close/>
                <a:moveTo>
                  <a:pt x="205" y="512"/>
                </a:moveTo>
                <a:cubicBezTo>
                  <a:pt x="205" y="522"/>
                  <a:pt x="205" y="522"/>
                  <a:pt x="205" y="522"/>
                </a:cubicBezTo>
                <a:cubicBezTo>
                  <a:pt x="204" y="526"/>
                  <a:pt x="204" y="529"/>
                  <a:pt x="205" y="532"/>
                </a:cubicBezTo>
                <a:cubicBezTo>
                  <a:pt x="205" y="541"/>
                  <a:pt x="205" y="541"/>
                  <a:pt x="205" y="541"/>
                </a:cubicBezTo>
                <a:cubicBezTo>
                  <a:pt x="204" y="539"/>
                  <a:pt x="202" y="537"/>
                  <a:pt x="200" y="535"/>
                </a:cubicBezTo>
                <a:cubicBezTo>
                  <a:pt x="200" y="519"/>
                  <a:pt x="200" y="519"/>
                  <a:pt x="200" y="519"/>
                </a:cubicBezTo>
                <a:cubicBezTo>
                  <a:pt x="203" y="517"/>
                  <a:pt x="204" y="514"/>
                  <a:pt x="205" y="512"/>
                </a:cubicBezTo>
                <a:close/>
                <a:moveTo>
                  <a:pt x="205" y="599"/>
                </a:moveTo>
                <a:cubicBezTo>
                  <a:pt x="205" y="611"/>
                  <a:pt x="205" y="611"/>
                  <a:pt x="205" y="611"/>
                </a:cubicBezTo>
                <a:cubicBezTo>
                  <a:pt x="204" y="612"/>
                  <a:pt x="202" y="613"/>
                  <a:pt x="200" y="613"/>
                </a:cubicBezTo>
                <a:cubicBezTo>
                  <a:pt x="200" y="602"/>
                  <a:pt x="200" y="602"/>
                  <a:pt x="200" y="602"/>
                </a:cubicBezTo>
                <a:cubicBezTo>
                  <a:pt x="205" y="599"/>
                  <a:pt x="205" y="599"/>
                  <a:pt x="205" y="599"/>
                </a:cubicBezTo>
                <a:close/>
                <a:moveTo>
                  <a:pt x="205" y="612"/>
                </a:moveTo>
                <a:cubicBezTo>
                  <a:pt x="202" y="620"/>
                  <a:pt x="202" y="621"/>
                  <a:pt x="200" y="622"/>
                </a:cubicBezTo>
                <a:cubicBezTo>
                  <a:pt x="200" y="647"/>
                  <a:pt x="200" y="647"/>
                  <a:pt x="200" y="647"/>
                </a:cubicBezTo>
                <a:cubicBezTo>
                  <a:pt x="201" y="648"/>
                  <a:pt x="201" y="648"/>
                  <a:pt x="201" y="648"/>
                </a:cubicBezTo>
                <a:cubicBezTo>
                  <a:pt x="202" y="648"/>
                  <a:pt x="202" y="648"/>
                  <a:pt x="203" y="648"/>
                </a:cubicBezTo>
                <a:cubicBezTo>
                  <a:pt x="205" y="643"/>
                  <a:pt x="205" y="643"/>
                  <a:pt x="205" y="643"/>
                </a:cubicBezTo>
                <a:cubicBezTo>
                  <a:pt x="205" y="612"/>
                  <a:pt x="205" y="612"/>
                  <a:pt x="205" y="612"/>
                </a:cubicBezTo>
                <a:close/>
                <a:moveTo>
                  <a:pt x="205" y="692"/>
                </a:moveTo>
                <a:cubicBezTo>
                  <a:pt x="205" y="701"/>
                  <a:pt x="205" y="701"/>
                  <a:pt x="205" y="701"/>
                </a:cubicBezTo>
                <a:cubicBezTo>
                  <a:pt x="204" y="699"/>
                  <a:pt x="202" y="697"/>
                  <a:pt x="200" y="696"/>
                </a:cubicBezTo>
                <a:cubicBezTo>
                  <a:pt x="200" y="689"/>
                  <a:pt x="200" y="689"/>
                  <a:pt x="200" y="689"/>
                </a:cubicBezTo>
                <a:cubicBezTo>
                  <a:pt x="202" y="690"/>
                  <a:pt x="204" y="690"/>
                  <a:pt x="205" y="692"/>
                </a:cubicBezTo>
                <a:close/>
                <a:moveTo>
                  <a:pt x="196" y="55"/>
                </a:moveTo>
                <a:cubicBezTo>
                  <a:pt x="198" y="54"/>
                  <a:pt x="199" y="53"/>
                  <a:pt x="200" y="53"/>
                </a:cubicBezTo>
                <a:cubicBezTo>
                  <a:pt x="200" y="61"/>
                  <a:pt x="200" y="61"/>
                  <a:pt x="200" y="61"/>
                </a:cubicBezTo>
                <a:cubicBezTo>
                  <a:pt x="199" y="62"/>
                  <a:pt x="198" y="63"/>
                  <a:pt x="196" y="63"/>
                </a:cubicBezTo>
                <a:cubicBezTo>
                  <a:pt x="196" y="55"/>
                  <a:pt x="196" y="55"/>
                  <a:pt x="196" y="55"/>
                </a:cubicBezTo>
                <a:close/>
                <a:moveTo>
                  <a:pt x="200" y="743"/>
                </a:moveTo>
                <a:cubicBezTo>
                  <a:pt x="199" y="742"/>
                  <a:pt x="198" y="741"/>
                  <a:pt x="196" y="740"/>
                </a:cubicBezTo>
                <a:cubicBezTo>
                  <a:pt x="196" y="730"/>
                  <a:pt x="196" y="730"/>
                  <a:pt x="196" y="730"/>
                </a:cubicBezTo>
                <a:cubicBezTo>
                  <a:pt x="197" y="731"/>
                  <a:pt x="199" y="733"/>
                  <a:pt x="200" y="734"/>
                </a:cubicBezTo>
                <a:cubicBezTo>
                  <a:pt x="200" y="743"/>
                  <a:pt x="200" y="743"/>
                  <a:pt x="200" y="743"/>
                </a:cubicBezTo>
                <a:close/>
                <a:moveTo>
                  <a:pt x="200" y="69"/>
                </a:moveTo>
                <a:cubicBezTo>
                  <a:pt x="200" y="79"/>
                  <a:pt x="200" y="79"/>
                  <a:pt x="200" y="79"/>
                </a:cubicBezTo>
                <a:cubicBezTo>
                  <a:pt x="199" y="78"/>
                  <a:pt x="198" y="78"/>
                  <a:pt x="196" y="77"/>
                </a:cubicBezTo>
                <a:cubicBezTo>
                  <a:pt x="196" y="67"/>
                  <a:pt x="196" y="67"/>
                  <a:pt x="196" y="67"/>
                </a:cubicBezTo>
                <a:cubicBezTo>
                  <a:pt x="200" y="69"/>
                  <a:pt x="200" y="69"/>
                  <a:pt x="200" y="69"/>
                </a:cubicBezTo>
                <a:close/>
                <a:moveTo>
                  <a:pt x="200" y="95"/>
                </a:moveTo>
                <a:cubicBezTo>
                  <a:pt x="200" y="105"/>
                  <a:pt x="200" y="105"/>
                  <a:pt x="200" y="105"/>
                </a:cubicBezTo>
                <a:cubicBezTo>
                  <a:pt x="199" y="106"/>
                  <a:pt x="198" y="107"/>
                  <a:pt x="196" y="108"/>
                </a:cubicBezTo>
                <a:cubicBezTo>
                  <a:pt x="196" y="96"/>
                  <a:pt x="196" y="96"/>
                  <a:pt x="196" y="96"/>
                </a:cubicBezTo>
                <a:cubicBezTo>
                  <a:pt x="197" y="97"/>
                  <a:pt x="197" y="97"/>
                  <a:pt x="197" y="97"/>
                </a:cubicBezTo>
                <a:cubicBezTo>
                  <a:pt x="198" y="96"/>
                  <a:pt x="200" y="96"/>
                  <a:pt x="200" y="95"/>
                </a:cubicBezTo>
                <a:close/>
                <a:moveTo>
                  <a:pt x="200" y="161"/>
                </a:moveTo>
                <a:cubicBezTo>
                  <a:pt x="200" y="179"/>
                  <a:pt x="200" y="179"/>
                  <a:pt x="200" y="179"/>
                </a:cubicBezTo>
                <a:cubicBezTo>
                  <a:pt x="196" y="185"/>
                  <a:pt x="196" y="185"/>
                  <a:pt x="196" y="185"/>
                </a:cubicBezTo>
                <a:cubicBezTo>
                  <a:pt x="196" y="156"/>
                  <a:pt x="196" y="156"/>
                  <a:pt x="196" y="156"/>
                </a:cubicBezTo>
                <a:cubicBezTo>
                  <a:pt x="198" y="157"/>
                  <a:pt x="199" y="159"/>
                  <a:pt x="200" y="161"/>
                </a:cubicBezTo>
                <a:close/>
                <a:moveTo>
                  <a:pt x="200" y="182"/>
                </a:moveTo>
                <a:cubicBezTo>
                  <a:pt x="199" y="184"/>
                  <a:pt x="198" y="186"/>
                  <a:pt x="196" y="187"/>
                </a:cubicBezTo>
                <a:cubicBezTo>
                  <a:pt x="196" y="202"/>
                  <a:pt x="196" y="202"/>
                  <a:pt x="196" y="202"/>
                </a:cubicBezTo>
                <a:cubicBezTo>
                  <a:pt x="197" y="201"/>
                  <a:pt x="198" y="200"/>
                  <a:pt x="200" y="199"/>
                </a:cubicBezTo>
                <a:cubicBezTo>
                  <a:pt x="199" y="204"/>
                  <a:pt x="198" y="207"/>
                  <a:pt x="196" y="209"/>
                </a:cubicBezTo>
                <a:cubicBezTo>
                  <a:pt x="196" y="221"/>
                  <a:pt x="196" y="221"/>
                  <a:pt x="196" y="221"/>
                </a:cubicBezTo>
                <a:cubicBezTo>
                  <a:pt x="199" y="221"/>
                  <a:pt x="199" y="221"/>
                  <a:pt x="199" y="221"/>
                </a:cubicBezTo>
                <a:cubicBezTo>
                  <a:pt x="199" y="220"/>
                  <a:pt x="200" y="219"/>
                  <a:pt x="200" y="218"/>
                </a:cubicBezTo>
                <a:cubicBezTo>
                  <a:pt x="200" y="182"/>
                  <a:pt x="200" y="182"/>
                  <a:pt x="200" y="182"/>
                </a:cubicBezTo>
                <a:close/>
                <a:moveTo>
                  <a:pt x="200" y="268"/>
                </a:moveTo>
                <a:cubicBezTo>
                  <a:pt x="200" y="281"/>
                  <a:pt x="200" y="281"/>
                  <a:pt x="200" y="281"/>
                </a:cubicBezTo>
                <a:cubicBezTo>
                  <a:pt x="199" y="282"/>
                  <a:pt x="198" y="283"/>
                  <a:pt x="196" y="286"/>
                </a:cubicBezTo>
                <a:cubicBezTo>
                  <a:pt x="196" y="274"/>
                  <a:pt x="196" y="274"/>
                  <a:pt x="196" y="274"/>
                </a:cubicBezTo>
                <a:cubicBezTo>
                  <a:pt x="198" y="272"/>
                  <a:pt x="199" y="270"/>
                  <a:pt x="200" y="268"/>
                </a:cubicBezTo>
                <a:close/>
                <a:moveTo>
                  <a:pt x="200" y="290"/>
                </a:moveTo>
                <a:cubicBezTo>
                  <a:pt x="200" y="296"/>
                  <a:pt x="200" y="296"/>
                  <a:pt x="200" y="296"/>
                </a:cubicBezTo>
                <a:cubicBezTo>
                  <a:pt x="199" y="296"/>
                  <a:pt x="198" y="296"/>
                  <a:pt x="196" y="296"/>
                </a:cubicBezTo>
                <a:cubicBezTo>
                  <a:pt x="196" y="290"/>
                  <a:pt x="196" y="290"/>
                  <a:pt x="196" y="290"/>
                </a:cubicBezTo>
                <a:cubicBezTo>
                  <a:pt x="198" y="290"/>
                  <a:pt x="199" y="290"/>
                  <a:pt x="200" y="290"/>
                </a:cubicBezTo>
                <a:close/>
                <a:moveTo>
                  <a:pt x="200" y="306"/>
                </a:moveTo>
                <a:cubicBezTo>
                  <a:pt x="200" y="312"/>
                  <a:pt x="200" y="312"/>
                  <a:pt x="200" y="312"/>
                </a:cubicBezTo>
                <a:cubicBezTo>
                  <a:pt x="199" y="313"/>
                  <a:pt x="198" y="313"/>
                  <a:pt x="196" y="313"/>
                </a:cubicBezTo>
                <a:cubicBezTo>
                  <a:pt x="196" y="307"/>
                  <a:pt x="196" y="307"/>
                  <a:pt x="196" y="307"/>
                </a:cubicBezTo>
                <a:cubicBezTo>
                  <a:pt x="198" y="307"/>
                  <a:pt x="199" y="306"/>
                  <a:pt x="200" y="306"/>
                </a:cubicBezTo>
                <a:close/>
                <a:moveTo>
                  <a:pt x="200" y="313"/>
                </a:moveTo>
                <a:cubicBezTo>
                  <a:pt x="200" y="328"/>
                  <a:pt x="200" y="328"/>
                  <a:pt x="200" y="328"/>
                </a:cubicBezTo>
                <a:cubicBezTo>
                  <a:pt x="199" y="333"/>
                  <a:pt x="198" y="337"/>
                  <a:pt x="196" y="341"/>
                </a:cubicBezTo>
                <a:cubicBezTo>
                  <a:pt x="196" y="321"/>
                  <a:pt x="196" y="321"/>
                  <a:pt x="196" y="321"/>
                </a:cubicBezTo>
                <a:cubicBezTo>
                  <a:pt x="198" y="319"/>
                  <a:pt x="199" y="317"/>
                  <a:pt x="200" y="313"/>
                </a:cubicBezTo>
                <a:close/>
                <a:moveTo>
                  <a:pt x="200" y="390"/>
                </a:moveTo>
                <a:cubicBezTo>
                  <a:pt x="200" y="394"/>
                  <a:pt x="200" y="394"/>
                  <a:pt x="200" y="394"/>
                </a:cubicBezTo>
                <a:cubicBezTo>
                  <a:pt x="199" y="394"/>
                  <a:pt x="198" y="394"/>
                  <a:pt x="196" y="393"/>
                </a:cubicBezTo>
                <a:cubicBezTo>
                  <a:pt x="196" y="390"/>
                  <a:pt x="196" y="390"/>
                  <a:pt x="196" y="390"/>
                </a:cubicBezTo>
                <a:cubicBezTo>
                  <a:pt x="200" y="390"/>
                  <a:pt x="200" y="390"/>
                  <a:pt x="200" y="390"/>
                </a:cubicBezTo>
                <a:close/>
                <a:moveTo>
                  <a:pt x="200" y="411"/>
                </a:moveTo>
                <a:cubicBezTo>
                  <a:pt x="200" y="415"/>
                  <a:pt x="200" y="415"/>
                  <a:pt x="200" y="415"/>
                </a:cubicBezTo>
                <a:cubicBezTo>
                  <a:pt x="196" y="415"/>
                  <a:pt x="196" y="415"/>
                  <a:pt x="196" y="415"/>
                </a:cubicBezTo>
                <a:cubicBezTo>
                  <a:pt x="196" y="401"/>
                  <a:pt x="196" y="401"/>
                  <a:pt x="196" y="401"/>
                </a:cubicBezTo>
                <a:cubicBezTo>
                  <a:pt x="197" y="405"/>
                  <a:pt x="198" y="408"/>
                  <a:pt x="200" y="411"/>
                </a:cubicBezTo>
                <a:close/>
                <a:moveTo>
                  <a:pt x="200" y="476"/>
                </a:moveTo>
                <a:cubicBezTo>
                  <a:pt x="200" y="497"/>
                  <a:pt x="200" y="497"/>
                  <a:pt x="200" y="497"/>
                </a:cubicBezTo>
                <a:cubicBezTo>
                  <a:pt x="199" y="500"/>
                  <a:pt x="197" y="502"/>
                  <a:pt x="196" y="505"/>
                </a:cubicBezTo>
                <a:cubicBezTo>
                  <a:pt x="196" y="492"/>
                  <a:pt x="196" y="492"/>
                  <a:pt x="196" y="492"/>
                </a:cubicBezTo>
                <a:cubicBezTo>
                  <a:pt x="198" y="488"/>
                  <a:pt x="198" y="484"/>
                  <a:pt x="196" y="478"/>
                </a:cubicBezTo>
                <a:cubicBezTo>
                  <a:pt x="196" y="465"/>
                  <a:pt x="196" y="465"/>
                  <a:pt x="196" y="465"/>
                </a:cubicBezTo>
                <a:cubicBezTo>
                  <a:pt x="197" y="469"/>
                  <a:pt x="199" y="473"/>
                  <a:pt x="200" y="476"/>
                </a:cubicBezTo>
                <a:close/>
                <a:moveTo>
                  <a:pt x="200" y="519"/>
                </a:moveTo>
                <a:cubicBezTo>
                  <a:pt x="200" y="535"/>
                  <a:pt x="200" y="535"/>
                  <a:pt x="200" y="535"/>
                </a:cubicBezTo>
                <a:cubicBezTo>
                  <a:pt x="199" y="533"/>
                  <a:pt x="198" y="531"/>
                  <a:pt x="196" y="529"/>
                </a:cubicBezTo>
                <a:cubicBezTo>
                  <a:pt x="196" y="519"/>
                  <a:pt x="196" y="519"/>
                  <a:pt x="196" y="519"/>
                </a:cubicBezTo>
                <a:cubicBezTo>
                  <a:pt x="196" y="520"/>
                  <a:pt x="197" y="521"/>
                  <a:pt x="197" y="522"/>
                </a:cubicBezTo>
                <a:cubicBezTo>
                  <a:pt x="198" y="521"/>
                  <a:pt x="200" y="520"/>
                  <a:pt x="200" y="519"/>
                </a:cubicBezTo>
                <a:close/>
                <a:moveTo>
                  <a:pt x="200" y="602"/>
                </a:moveTo>
                <a:cubicBezTo>
                  <a:pt x="200" y="613"/>
                  <a:pt x="200" y="613"/>
                  <a:pt x="200" y="613"/>
                </a:cubicBezTo>
                <a:cubicBezTo>
                  <a:pt x="199" y="614"/>
                  <a:pt x="198" y="615"/>
                  <a:pt x="196" y="615"/>
                </a:cubicBezTo>
                <a:cubicBezTo>
                  <a:pt x="196" y="604"/>
                  <a:pt x="196" y="604"/>
                  <a:pt x="196" y="604"/>
                </a:cubicBezTo>
                <a:cubicBezTo>
                  <a:pt x="200" y="602"/>
                  <a:pt x="200" y="602"/>
                  <a:pt x="200" y="602"/>
                </a:cubicBezTo>
                <a:close/>
                <a:moveTo>
                  <a:pt x="200" y="622"/>
                </a:moveTo>
                <a:cubicBezTo>
                  <a:pt x="200" y="647"/>
                  <a:pt x="200" y="647"/>
                  <a:pt x="200" y="647"/>
                </a:cubicBezTo>
                <a:cubicBezTo>
                  <a:pt x="199" y="645"/>
                  <a:pt x="197" y="644"/>
                  <a:pt x="196" y="642"/>
                </a:cubicBezTo>
                <a:cubicBezTo>
                  <a:pt x="196" y="633"/>
                  <a:pt x="196" y="633"/>
                  <a:pt x="196" y="633"/>
                </a:cubicBezTo>
                <a:cubicBezTo>
                  <a:pt x="196" y="633"/>
                  <a:pt x="196" y="632"/>
                  <a:pt x="197" y="632"/>
                </a:cubicBezTo>
                <a:cubicBezTo>
                  <a:pt x="196" y="631"/>
                  <a:pt x="196" y="631"/>
                  <a:pt x="196" y="631"/>
                </a:cubicBezTo>
                <a:cubicBezTo>
                  <a:pt x="196" y="619"/>
                  <a:pt x="196" y="619"/>
                  <a:pt x="196" y="619"/>
                </a:cubicBezTo>
                <a:cubicBezTo>
                  <a:pt x="197" y="620"/>
                  <a:pt x="198" y="621"/>
                  <a:pt x="200" y="623"/>
                </a:cubicBezTo>
                <a:cubicBezTo>
                  <a:pt x="200" y="623"/>
                  <a:pt x="200" y="622"/>
                  <a:pt x="200" y="622"/>
                </a:cubicBezTo>
                <a:close/>
                <a:moveTo>
                  <a:pt x="200" y="689"/>
                </a:moveTo>
                <a:cubicBezTo>
                  <a:pt x="200" y="696"/>
                  <a:pt x="200" y="696"/>
                  <a:pt x="200" y="696"/>
                </a:cubicBezTo>
                <a:cubicBezTo>
                  <a:pt x="199" y="695"/>
                  <a:pt x="198" y="695"/>
                  <a:pt x="196" y="694"/>
                </a:cubicBezTo>
                <a:cubicBezTo>
                  <a:pt x="196" y="687"/>
                  <a:pt x="196" y="687"/>
                  <a:pt x="196" y="687"/>
                </a:cubicBezTo>
                <a:cubicBezTo>
                  <a:pt x="198" y="687"/>
                  <a:pt x="199" y="688"/>
                  <a:pt x="200" y="689"/>
                </a:cubicBezTo>
                <a:close/>
                <a:moveTo>
                  <a:pt x="192" y="59"/>
                </a:moveTo>
                <a:cubicBezTo>
                  <a:pt x="193" y="57"/>
                  <a:pt x="195" y="56"/>
                  <a:pt x="196" y="55"/>
                </a:cubicBezTo>
                <a:cubicBezTo>
                  <a:pt x="196" y="63"/>
                  <a:pt x="196" y="63"/>
                  <a:pt x="196" y="63"/>
                </a:cubicBezTo>
                <a:cubicBezTo>
                  <a:pt x="195" y="64"/>
                  <a:pt x="195" y="64"/>
                  <a:pt x="195" y="64"/>
                </a:cubicBezTo>
                <a:cubicBezTo>
                  <a:pt x="195" y="65"/>
                  <a:pt x="195" y="65"/>
                  <a:pt x="195" y="66"/>
                </a:cubicBezTo>
                <a:cubicBezTo>
                  <a:pt x="196" y="67"/>
                  <a:pt x="196" y="67"/>
                  <a:pt x="196" y="67"/>
                </a:cubicBezTo>
                <a:cubicBezTo>
                  <a:pt x="196" y="77"/>
                  <a:pt x="196" y="77"/>
                  <a:pt x="196" y="77"/>
                </a:cubicBezTo>
                <a:cubicBezTo>
                  <a:pt x="195" y="77"/>
                  <a:pt x="193" y="76"/>
                  <a:pt x="192" y="76"/>
                </a:cubicBezTo>
                <a:cubicBezTo>
                  <a:pt x="192" y="59"/>
                  <a:pt x="192" y="59"/>
                  <a:pt x="192" y="59"/>
                </a:cubicBezTo>
                <a:close/>
                <a:moveTo>
                  <a:pt x="196" y="740"/>
                </a:moveTo>
                <a:cubicBezTo>
                  <a:pt x="195" y="739"/>
                  <a:pt x="193" y="738"/>
                  <a:pt x="192" y="737"/>
                </a:cubicBezTo>
                <a:cubicBezTo>
                  <a:pt x="192" y="721"/>
                  <a:pt x="192" y="721"/>
                  <a:pt x="192" y="721"/>
                </a:cubicBezTo>
                <a:cubicBezTo>
                  <a:pt x="192" y="724"/>
                  <a:pt x="194" y="727"/>
                  <a:pt x="196" y="730"/>
                </a:cubicBezTo>
                <a:cubicBezTo>
                  <a:pt x="196" y="740"/>
                  <a:pt x="196" y="740"/>
                  <a:pt x="196" y="740"/>
                </a:cubicBezTo>
                <a:close/>
                <a:moveTo>
                  <a:pt x="196" y="96"/>
                </a:moveTo>
                <a:cubicBezTo>
                  <a:pt x="196" y="108"/>
                  <a:pt x="196" y="108"/>
                  <a:pt x="196" y="108"/>
                </a:cubicBezTo>
                <a:cubicBezTo>
                  <a:pt x="195" y="109"/>
                  <a:pt x="193" y="110"/>
                  <a:pt x="192" y="112"/>
                </a:cubicBezTo>
                <a:cubicBezTo>
                  <a:pt x="192" y="95"/>
                  <a:pt x="192" y="95"/>
                  <a:pt x="192" y="95"/>
                </a:cubicBezTo>
                <a:cubicBezTo>
                  <a:pt x="196" y="96"/>
                  <a:pt x="196" y="96"/>
                  <a:pt x="196" y="96"/>
                </a:cubicBezTo>
                <a:close/>
                <a:moveTo>
                  <a:pt x="196" y="156"/>
                </a:moveTo>
                <a:cubicBezTo>
                  <a:pt x="196" y="185"/>
                  <a:pt x="196" y="185"/>
                  <a:pt x="196" y="185"/>
                </a:cubicBezTo>
                <a:cubicBezTo>
                  <a:pt x="192" y="191"/>
                  <a:pt x="192" y="191"/>
                  <a:pt x="192" y="191"/>
                </a:cubicBezTo>
                <a:cubicBezTo>
                  <a:pt x="192" y="175"/>
                  <a:pt x="192" y="175"/>
                  <a:pt x="192" y="175"/>
                </a:cubicBezTo>
                <a:cubicBezTo>
                  <a:pt x="192" y="173"/>
                  <a:pt x="192" y="171"/>
                  <a:pt x="192" y="169"/>
                </a:cubicBezTo>
                <a:cubicBezTo>
                  <a:pt x="192" y="151"/>
                  <a:pt x="192" y="151"/>
                  <a:pt x="192" y="151"/>
                </a:cubicBezTo>
                <a:cubicBezTo>
                  <a:pt x="193" y="152"/>
                  <a:pt x="195" y="154"/>
                  <a:pt x="196" y="156"/>
                </a:cubicBezTo>
                <a:close/>
                <a:moveTo>
                  <a:pt x="196" y="187"/>
                </a:moveTo>
                <a:cubicBezTo>
                  <a:pt x="195" y="189"/>
                  <a:pt x="193" y="192"/>
                  <a:pt x="192" y="194"/>
                </a:cubicBezTo>
                <a:cubicBezTo>
                  <a:pt x="192" y="207"/>
                  <a:pt x="192" y="207"/>
                  <a:pt x="192" y="207"/>
                </a:cubicBezTo>
                <a:cubicBezTo>
                  <a:pt x="192" y="207"/>
                  <a:pt x="192" y="207"/>
                  <a:pt x="193" y="207"/>
                </a:cubicBezTo>
                <a:cubicBezTo>
                  <a:pt x="194" y="204"/>
                  <a:pt x="195" y="203"/>
                  <a:pt x="196" y="202"/>
                </a:cubicBezTo>
                <a:cubicBezTo>
                  <a:pt x="196" y="187"/>
                  <a:pt x="196" y="187"/>
                  <a:pt x="196" y="187"/>
                </a:cubicBezTo>
                <a:close/>
                <a:moveTo>
                  <a:pt x="196" y="209"/>
                </a:moveTo>
                <a:cubicBezTo>
                  <a:pt x="196" y="221"/>
                  <a:pt x="196" y="221"/>
                  <a:pt x="196" y="221"/>
                </a:cubicBezTo>
                <a:cubicBezTo>
                  <a:pt x="195" y="221"/>
                  <a:pt x="193" y="221"/>
                  <a:pt x="192" y="221"/>
                </a:cubicBezTo>
                <a:cubicBezTo>
                  <a:pt x="192" y="214"/>
                  <a:pt x="192" y="214"/>
                  <a:pt x="192" y="214"/>
                </a:cubicBezTo>
                <a:cubicBezTo>
                  <a:pt x="194" y="212"/>
                  <a:pt x="195" y="211"/>
                  <a:pt x="196" y="209"/>
                </a:cubicBezTo>
                <a:close/>
                <a:moveTo>
                  <a:pt x="196" y="274"/>
                </a:moveTo>
                <a:cubicBezTo>
                  <a:pt x="196" y="286"/>
                  <a:pt x="196" y="286"/>
                  <a:pt x="196" y="286"/>
                </a:cubicBezTo>
                <a:cubicBezTo>
                  <a:pt x="195" y="287"/>
                  <a:pt x="195" y="288"/>
                  <a:pt x="194" y="290"/>
                </a:cubicBezTo>
                <a:cubicBezTo>
                  <a:pt x="195" y="290"/>
                  <a:pt x="195" y="290"/>
                  <a:pt x="196" y="290"/>
                </a:cubicBezTo>
                <a:cubicBezTo>
                  <a:pt x="196" y="296"/>
                  <a:pt x="196" y="296"/>
                  <a:pt x="196" y="296"/>
                </a:cubicBezTo>
                <a:cubicBezTo>
                  <a:pt x="194" y="296"/>
                  <a:pt x="193" y="297"/>
                  <a:pt x="192" y="298"/>
                </a:cubicBezTo>
                <a:cubicBezTo>
                  <a:pt x="192" y="282"/>
                  <a:pt x="192" y="282"/>
                  <a:pt x="192" y="282"/>
                </a:cubicBezTo>
                <a:cubicBezTo>
                  <a:pt x="193" y="279"/>
                  <a:pt x="195" y="277"/>
                  <a:pt x="196" y="274"/>
                </a:cubicBezTo>
                <a:close/>
                <a:moveTo>
                  <a:pt x="196" y="307"/>
                </a:moveTo>
                <a:cubicBezTo>
                  <a:pt x="196" y="313"/>
                  <a:pt x="196" y="313"/>
                  <a:pt x="196" y="313"/>
                </a:cubicBezTo>
                <a:cubicBezTo>
                  <a:pt x="194" y="313"/>
                  <a:pt x="193" y="313"/>
                  <a:pt x="192" y="313"/>
                </a:cubicBezTo>
                <a:cubicBezTo>
                  <a:pt x="192" y="308"/>
                  <a:pt x="192" y="308"/>
                  <a:pt x="192" y="308"/>
                </a:cubicBezTo>
                <a:cubicBezTo>
                  <a:pt x="193" y="307"/>
                  <a:pt x="195" y="307"/>
                  <a:pt x="196" y="307"/>
                </a:cubicBezTo>
                <a:close/>
                <a:moveTo>
                  <a:pt x="196" y="321"/>
                </a:moveTo>
                <a:cubicBezTo>
                  <a:pt x="196" y="341"/>
                  <a:pt x="196" y="341"/>
                  <a:pt x="196" y="341"/>
                </a:cubicBezTo>
                <a:cubicBezTo>
                  <a:pt x="194" y="346"/>
                  <a:pt x="193" y="351"/>
                  <a:pt x="192" y="356"/>
                </a:cubicBezTo>
                <a:cubicBezTo>
                  <a:pt x="192" y="336"/>
                  <a:pt x="192" y="336"/>
                  <a:pt x="192" y="336"/>
                </a:cubicBezTo>
                <a:cubicBezTo>
                  <a:pt x="192" y="334"/>
                  <a:pt x="193" y="332"/>
                  <a:pt x="194" y="330"/>
                </a:cubicBezTo>
                <a:cubicBezTo>
                  <a:pt x="192" y="330"/>
                  <a:pt x="192" y="330"/>
                  <a:pt x="192" y="330"/>
                </a:cubicBezTo>
                <a:cubicBezTo>
                  <a:pt x="192" y="324"/>
                  <a:pt x="192" y="324"/>
                  <a:pt x="192" y="324"/>
                </a:cubicBezTo>
                <a:cubicBezTo>
                  <a:pt x="193" y="323"/>
                  <a:pt x="195" y="322"/>
                  <a:pt x="196" y="321"/>
                </a:cubicBezTo>
                <a:close/>
                <a:moveTo>
                  <a:pt x="196" y="390"/>
                </a:moveTo>
                <a:cubicBezTo>
                  <a:pt x="196" y="393"/>
                  <a:pt x="196" y="393"/>
                  <a:pt x="196" y="393"/>
                </a:cubicBezTo>
                <a:cubicBezTo>
                  <a:pt x="195" y="393"/>
                  <a:pt x="195" y="393"/>
                  <a:pt x="195" y="393"/>
                </a:cubicBezTo>
                <a:cubicBezTo>
                  <a:pt x="196" y="396"/>
                  <a:pt x="196" y="398"/>
                  <a:pt x="196" y="401"/>
                </a:cubicBezTo>
                <a:cubicBezTo>
                  <a:pt x="196" y="415"/>
                  <a:pt x="196" y="415"/>
                  <a:pt x="196" y="415"/>
                </a:cubicBezTo>
                <a:cubicBezTo>
                  <a:pt x="192" y="415"/>
                  <a:pt x="192" y="415"/>
                  <a:pt x="192" y="415"/>
                </a:cubicBezTo>
                <a:cubicBezTo>
                  <a:pt x="192" y="410"/>
                  <a:pt x="192" y="410"/>
                  <a:pt x="192" y="410"/>
                </a:cubicBezTo>
                <a:cubicBezTo>
                  <a:pt x="193" y="410"/>
                  <a:pt x="194" y="410"/>
                  <a:pt x="195" y="410"/>
                </a:cubicBezTo>
                <a:cubicBezTo>
                  <a:pt x="193" y="406"/>
                  <a:pt x="193" y="402"/>
                  <a:pt x="192" y="399"/>
                </a:cubicBezTo>
                <a:cubicBezTo>
                  <a:pt x="192" y="390"/>
                  <a:pt x="192" y="390"/>
                  <a:pt x="192" y="390"/>
                </a:cubicBezTo>
                <a:cubicBezTo>
                  <a:pt x="196" y="390"/>
                  <a:pt x="196" y="390"/>
                  <a:pt x="196" y="390"/>
                </a:cubicBezTo>
                <a:close/>
                <a:moveTo>
                  <a:pt x="196" y="465"/>
                </a:moveTo>
                <a:cubicBezTo>
                  <a:pt x="196" y="478"/>
                  <a:pt x="196" y="478"/>
                  <a:pt x="196" y="478"/>
                </a:cubicBezTo>
                <a:cubicBezTo>
                  <a:pt x="196" y="478"/>
                  <a:pt x="196" y="477"/>
                  <a:pt x="196" y="477"/>
                </a:cubicBezTo>
                <a:cubicBezTo>
                  <a:pt x="194" y="478"/>
                  <a:pt x="193" y="480"/>
                  <a:pt x="192" y="481"/>
                </a:cubicBezTo>
                <a:cubicBezTo>
                  <a:pt x="192" y="446"/>
                  <a:pt x="192" y="446"/>
                  <a:pt x="192" y="446"/>
                </a:cubicBezTo>
                <a:cubicBezTo>
                  <a:pt x="193" y="452"/>
                  <a:pt x="194" y="459"/>
                  <a:pt x="196" y="465"/>
                </a:cubicBezTo>
                <a:close/>
                <a:moveTo>
                  <a:pt x="196" y="492"/>
                </a:moveTo>
                <a:cubicBezTo>
                  <a:pt x="196" y="505"/>
                  <a:pt x="196" y="505"/>
                  <a:pt x="196" y="505"/>
                </a:cubicBezTo>
                <a:cubicBezTo>
                  <a:pt x="194" y="509"/>
                  <a:pt x="194" y="513"/>
                  <a:pt x="196" y="519"/>
                </a:cubicBezTo>
                <a:cubicBezTo>
                  <a:pt x="196" y="529"/>
                  <a:pt x="196" y="529"/>
                  <a:pt x="196" y="529"/>
                </a:cubicBezTo>
                <a:cubicBezTo>
                  <a:pt x="194" y="527"/>
                  <a:pt x="193" y="524"/>
                  <a:pt x="192" y="522"/>
                </a:cubicBezTo>
                <a:cubicBezTo>
                  <a:pt x="192" y="500"/>
                  <a:pt x="192" y="500"/>
                  <a:pt x="192" y="500"/>
                </a:cubicBezTo>
                <a:cubicBezTo>
                  <a:pt x="193" y="497"/>
                  <a:pt x="195" y="495"/>
                  <a:pt x="196" y="492"/>
                </a:cubicBezTo>
                <a:close/>
                <a:moveTo>
                  <a:pt x="196" y="604"/>
                </a:moveTo>
                <a:cubicBezTo>
                  <a:pt x="196" y="615"/>
                  <a:pt x="196" y="615"/>
                  <a:pt x="196" y="615"/>
                </a:cubicBezTo>
                <a:cubicBezTo>
                  <a:pt x="195" y="616"/>
                  <a:pt x="195" y="616"/>
                  <a:pt x="195" y="616"/>
                </a:cubicBezTo>
                <a:cubicBezTo>
                  <a:pt x="195" y="617"/>
                  <a:pt x="196" y="618"/>
                  <a:pt x="196" y="619"/>
                </a:cubicBezTo>
                <a:cubicBezTo>
                  <a:pt x="196" y="631"/>
                  <a:pt x="196" y="631"/>
                  <a:pt x="196" y="631"/>
                </a:cubicBezTo>
                <a:cubicBezTo>
                  <a:pt x="192" y="626"/>
                  <a:pt x="192" y="626"/>
                  <a:pt x="192" y="626"/>
                </a:cubicBezTo>
                <a:cubicBezTo>
                  <a:pt x="192" y="606"/>
                  <a:pt x="192" y="606"/>
                  <a:pt x="192" y="606"/>
                </a:cubicBezTo>
                <a:cubicBezTo>
                  <a:pt x="196" y="604"/>
                  <a:pt x="196" y="604"/>
                  <a:pt x="196" y="604"/>
                </a:cubicBezTo>
                <a:close/>
                <a:moveTo>
                  <a:pt x="196" y="633"/>
                </a:moveTo>
                <a:cubicBezTo>
                  <a:pt x="196" y="642"/>
                  <a:pt x="196" y="642"/>
                  <a:pt x="196" y="642"/>
                </a:cubicBezTo>
                <a:cubicBezTo>
                  <a:pt x="194" y="640"/>
                  <a:pt x="194" y="638"/>
                  <a:pt x="196" y="633"/>
                </a:cubicBezTo>
                <a:close/>
                <a:moveTo>
                  <a:pt x="196" y="687"/>
                </a:moveTo>
                <a:cubicBezTo>
                  <a:pt x="196" y="694"/>
                  <a:pt x="196" y="694"/>
                  <a:pt x="196" y="694"/>
                </a:cubicBezTo>
                <a:cubicBezTo>
                  <a:pt x="195" y="694"/>
                  <a:pt x="193" y="694"/>
                  <a:pt x="192" y="694"/>
                </a:cubicBezTo>
                <a:cubicBezTo>
                  <a:pt x="192" y="696"/>
                  <a:pt x="192" y="696"/>
                  <a:pt x="192" y="696"/>
                </a:cubicBezTo>
                <a:cubicBezTo>
                  <a:pt x="192" y="685"/>
                  <a:pt x="192" y="685"/>
                  <a:pt x="192" y="685"/>
                </a:cubicBezTo>
                <a:cubicBezTo>
                  <a:pt x="193" y="686"/>
                  <a:pt x="195" y="686"/>
                  <a:pt x="196" y="687"/>
                </a:cubicBezTo>
                <a:close/>
                <a:moveTo>
                  <a:pt x="192" y="588"/>
                </a:moveTo>
                <a:cubicBezTo>
                  <a:pt x="192" y="580"/>
                  <a:pt x="192" y="580"/>
                  <a:pt x="192" y="580"/>
                </a:cubicBezTo>
                <a:cubicBezTo>
                  <a:pt x="193" y="581"/>
                  <a:pt x="194" y="583"/>
                  <a:pt x="194" y="585"/>
                </a:cubicBezTo>
                <a:cubicBezTo>
                  <a:pt x="194" y="586"/>
                  <a:pt x="192" y="587"/>
                  <a:pt x="192" y="588"/>
                </a:cubicBezTo>
                <a:close/>
                <a:moveTo>
                  <a:pt x="189" y="61"/>
                </a:moveTo>
                <a:cubicBezTo>
                  <a:pt x="190" y="60"/>
                  <a:pt x="191" y="59"/>
                  <a:pt x="192" y="59"/>
                </a:cubicBezTo>
                <a:cubicBezTo>
                  <a:pt x="192" y="76"/>
                  <a:pt x="192" y="76"/>
                  <a:pt x="192" y="76"/>
                </a:cubicBezTo>
                <a:cubicBezTo>
                  <a:pt x="191" y="75"/>
                  <a:pt x="190" y="75"/>
                  <a:pt x="189" y="75"/>
                </a:cubicBezTo>
                <a:cubicBezTo>
                  <a:pt x="189" y="61"/>
                  <a:pt x="189" y="61"/>
                  <a:pt x="189" y="61"/>
                </a:cubicBezTo>
                <a:close/>
                <a:moveTo>
                  <a:pt x="192" y="737"/>
                </a:moveTo>
                <a:cubicBezTo>
                  <a:pt x="191" y="737"/>
                  <a:pt x="190" y="736"/>
                  <a:pt x="189" y="735"/>
                </a:cubicBezTo>
                <a:cubicBezTo>
                  <a:pt x="189" y="684"/>
                  <a:pt x="189" y="684"/>
                  <a:pt x="189" y="684"/>
                </a:cubicBezTo>
                <a:cubicBezTo>
                  <a:pt x="189" y="684"/>
                  <a:pt x="189" y="684"/>
                  <a:pt x="189" y="684"/>
                </a:cubicBezTo>
                <a:cubicBezTo>
                  <a:pt x="190" y="684"/>
                  <a:pt x="191" y="685"/>
                  <a:pt x="192" y="685"/>
                </a:cubicBezTo>
                <a:cubicBezTo>
                  <a:pt x="192" y="696"/>
                  <a:pt x="192" y="696"/>
                  <a:pt x="192" y="696"/>
                </a:cubicBezTo>
                <a:cubicBezTo>
                  <a:pt x="191" y="707"/>
                  <a:pt x="190" y="715"/>
                  <a:pt x="192" y="721"/>
                </a:cubicBezTo>
                <a:cubicBezTo>
                  <a:pt x="192" y="737"/>
                  <a:pt x="192" y="737"/>
                  <a:pt x="192" y="737"/>
                </a:cubicBezTo>
                <a:close/>
                <a:moveTo>
                  <a:pt x="192" y="95"/>
                </a:moveTo>
                <a:cubicBezTo>
                  <a:pt x="192" y="112"/>
                  <a:pt x="192" y="112"/>
                  <a:pt x="192" y="112"/>
                </a:cubicBezTo>
                <a:cubicBezTo>
                  <a:pt x="191" y="112"/>
                  <a:pt x="190" y="113"/>
                  <a:pt x="189" y="114"/>
                </a:cubicBezTo>
                <a:cubicBezTo>
                  <a:pt x="189" y="105"/>
                  <a:pt x="189" y="105"/>
                  <a:pt x="189" y="105"/>
                </a:cubicBezTo>
                <a:cubicBezTo>
                  <a:pt x="189" y="105"/>
                  <a:pt x="189" y="105"/>
                  <a:pt x="189" y="105"/>
                </a:cubicBezTo>
                <a:cubicBezTo>
                  <a:pt x="189" y="104"/>
                  <a:pt x="189" y="104"/>
                  <a:pt x="189" y="104"/>
                </a:cubicBezTo>
                <a:cubicBezTo>
                  <a:pt x="189" y="94"/>
                  <a:pt x="189" y="94"/>
                  <a:pt x="189" y="94"/>
                </a:cubicBezTo>
                <a:cubicBezTo>
                  <a:pt x="192" y="95"/>
                  <a:pt x="192" y="95"/>
                  <a:pt x="192" y="95"/>
                </a:cubicBezTo>
                <a:close/>
                <a:moveTo>
                  <a:pt x="192" y="151"/>
                </a:moveTo>
                <a:cubicBezTo>
                  <a:pt x="192" y="169"/>
                  <a:pt x="192" y="169"/>
                  <a:pt x="192" y="169"/>
                </a:cubicBezTo>
                <a:cubicBezTo>
                  <a:pt x="191" y="168"/>
                  <a:pt x="191" y="167"/>
                  <a:pt x="191" y="166"/>
                </a:cubicBezTo>
                <a:cubicBezTo>
                  <a:pt x="189" y="166"/>
                  <a:pt x="189" y="166"/>
                  <a:pt x="189" y="166"/>
                </a:cubicBezTo>
                <a:cubicBezTo>
                  <a:pt x="189" y="147"/>
                  <a:pt x="189" y="147"/>
                  <a:pt x="189" y="147"/>
                </a:cubicBezTo>
                <a:cubicBezTo>
                  <a:pt x="190" y="148"/>
                  <a:pt x="191" y="150"/>
                  <a:pt x="192" y="151"/>
                </a:cubicBezTo>
                <a:close/>
                <a:moveTo>
                  <a:pt x="192" y="175"/>
                </a:moveTo>
                <a:cubicBezTo>
                  <a:pt x="192" y="191"/>
                  <a:pt x="192" y="191"/>
                  <a:pt x="192" y="191"/>
                </a:cubicBezTo>
                <a:cubicBezTo>
                  <a:pt x="190" y="194"/>
                  <a:pt x="190" y="194"/>
                  <a:pt x="190" y="194"/>
                </a:cubicBezTo>
                <a:cubicBezTo>
                  <a:pt x="190" y="194"/>
                  <a:pt x="191" y="194"/>
                  <a:pt x="192" y="194"/>
                </a:cubicBezTo>
                <a:cubicBezTo>
                  <a:pt x="192" y="194"/>
                  <a:pt x="192" y="194"/>
                  <a:pt x="192" y="194"/>
                </a:cubicBezTo>
                <a:cubicBezTo>
                  <a:pt x="192" y="207"/>
                  <a:pt x="192" y="207"/>
                  <a:pt x="192" y="207"/>
                </a:cubicBezTo>
                <a:cubicBezTo>
                  <a:pt x="191" y="207"/>
                  <a:pt x="190" y="207"/>
                  <a:pt x="189" y="207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90" y="177"/>
                  <a:pt x="191" y="176"/>
                  <a:pt x="192" y="175"/>
                </a:cubicBezTo>
                <a:close/>
                <a:moveTo>
                  <a:pt x="192" y="214"/>
                </a:moveTo>
                <a:cubicBezTo>
                  <a:pt x="192" y="221"/>
                  <a:pt x="192" y="221"/>
                  <a:pt x="192" y="221"/>
                </a:cubicBezTo>
                <a:cubicBezTo>
                  <a:pt x="192" y="221"/>
                  <a:pt x="192" y="221"/>
                  <a:pt x="192" y="221"/>
                </a:cubicBezTo>
                <a:cubicBezTo>
                  <a:pt x="190" y="220"/>
                  <a:pt x="190" y="220"/>
                  <a:pt x="190" y="216"/>
                </a:cubicBezTo>
                <a:cubicBezTo>
                  <a:pt x="190" y="215"/>
                  <a:pt x="191" y="214"/>
                  <a:pt x="192" y="214"/>
                </a:cubicBezTo>
                <a:close/>
                <a:moveTo>
                  <a:pt x="192" y="282"/>
                </a:moveTo>
                <a:cubicBezTo>
                  <a:pt x="192" y="298"/>
                  <a:pt x="192" y="298"/>
                  <a:pt x="192" y="298"/>
                </a:cubicBezTo>
                <a:cubicBezTo>
                  <a:pt x="191" y="298"/>
                  <a:pt x="190" y="299"/>
                  <a:pt x="189" y="300"/>
                </a:cubicBezTo>
                <a:cubicBezTo>
                  <a:pt x="189" y="286"/>
                  <a:pt x="189" y="286"/>
                  <a:pt x="189" y="286"/>
                </a:cubicBezTo>
                <a:cubicBezTo>
                  <a:pt x="190" y="285"/>
                  <a:pt x="191" y="283"/>
                  <a:pt x="192" y="282"/>
                </a:cubicBezTo>
                <a:close/>
                <a:moveTo>
                  <a:pt x="192" y="308"/>
                </a:moveTo>
                <a:cubicBezTo>
                  <a:pt x="192" y="313"/>
                  <a:pt x="192" y="313"/>
                  <a:pt x="192" y="313"/>
                </a:cubicBezTo>
                <a:cubicBezTo>
                  <a:pt x="191" y="313"/>
                  <a:pt x="190" y="314"/>
                  <a:pt x="189" y="314"/>
                </a:cubicBezTo>
                <a:cubicBezTo>
                  <a:pt x="189" y="308"/>
                  <a:pt x="189" y="308"/>
                  <a:pt x="189" y="308"/>
                </a:cubicBezTo>
                <a:cubicBezTo>
                  <a:pt x="192" y="308"/>
                  <a:pt x="192" y="308"/>
                  <a:pt x="192" y="308"/>
                </a:cubicBezTo>
                <a:close/>
                <a:moveTo>
                  <a:pt x="192" y="324"/>
                </a:moveTo>
                <a:cubicBezTo>
                  <a:pt x="192" y="330"/>
                  <a:pt x="192" y="330"/>
                  <a:pt x="192" y="330"/>
                </a:cubicBezTo>
                <a:cubicBezTo>
                  <a:pt x="189" y="331"/>
                  <a:pt x="189" y="331"/>
                  <a:pt x="189" y="331"/>
                </a:cubicBezTo>
                <a:cubicBezTo>
                  <a:pt x="189" y="325"/>
                  <a:pt x="189" y="325"/>
                  <a:pt x="189" y="325"/>
                </a:cubicBezTo>
                <a:cubicBezTo>
                  <a:pt x="190" y="325"/>
                  <a:pt x="191" y="324"/>
                  <a:pt x="192" y="324"/>
                </a:cubicBezTo>
                <a:close/>
                <a:moveTo>
                  <a:pt x="192" y="336"/>
                </a:moveTo>
                <a:cubicBezTo>
                  <a:pt x="192" y="356"/>
                  <a:pt x="192" y="356"/>
                  <a:pt x="192" y="356"/>
                </a:cubicBezTo>
                <a:cubicBezTo>
                  <a:pt x="190" y="360"/>
                  <a:pt x="190" y="364"/>
                  <a:pt x="189" y="369"/>
                </a:cubicBezTo>
                <a:cubicBezTo>
                  <a:pt x="189" y="348"/>
                  <a:pt x="189" y="348"/>
                  <a:pt x="189" y="348"/>
                </a:cubicBezTo>
                <a:cubicBezTo>
                  <a:pt x="189" y="347"/>
                  <a:pt x="189" y="347"/>
                  <a:pt x="189" y="347"/>
                </a:cubicBezTo>
                <a:cubicBezTo>
                  <a:pt x="189" y="348"/>
                  <a:pt x="189" y="348"/>
                  <a:pt x="189" y="348"/>
                </a:cubicBezTo>
                <a:cubicBezTo>
                  <a:pt x="189" y="340"/>
                  <a:pt x="189" y="340"/>
                  <a:pt x="189" y="340"/>
                </a:cubicBezTo>
                <a:cubicBezTo>
                  <a:pt x="190" y="338"/>
                  <a:pt x="191" y="337"/>
                  <a:pt x="192" y="336"/>
                </a:cubicBezTo>
                <a:close/>
                <a:moveTo>
                  <a:pt x="192" y="390"/>
                </a:moveTo>
                <a:cubicBezTo>
                  <a:pt x="192" y="399"/>
                  <a:pt x="192" y="399"/>
                  <a:pt x="192" y="399"/>
                </a:cubicBezTo>
                <a:cubicBezTo>
                  <a:pt x="191" y="397"/>
                  <a:pt x="190" y="396"/>
                  <a:pt x="189" y="394"/>
                </a:cubicBezTo>
                <a:cubicBezTo>
                  <a:pt x="189" y="389"/>
                  <a:pt x="189" y="389"/>
                  <a:pt x="189" y="389"/>
                </a:cubicBezTo>
                <a:cubicBezTo>
                  <a:pt x="189" y="390"/>
                  <a:pt x="189" y="390"/>
                  <a:pt x="189" y="390"/>
                </a:cubicBezTo>
                <a:cubicBezTo>
                  <a:pt x="192" y="390"/>
                  <a:pt x="192" y="390"/>
                  <a:pt x="192" y="390"/>
                </a:cubicBezTo>
                <a:close/>
                <a:moveTo>
                  <a:pt x="192" y="410"/>
                </a:moveTo>
                <a:cubicBezTo>
                  <a:pt x="192" y="415"/>
                  <a:pt x="192" y="415"/>
                  <a:pt x="192" y="415"/>
                </a:cubicBezTo>
                <a:cubicBezTo>
                  <a:pt x="189" y="415"/>
                  <a:pt x="189" y="415"/>
                  <a:pt x="189" y="415"/>
                </a:cubicBezTo>
                <a:cubicBezTo>
                  <a:pt x="189" y="411"/>
                  <a:pt x="189" y="411"/>
                  <a:pt x="189" y="411"/>
                </a:cubicBezTo>
                <a:cubicBezTo>
                  <a:pt x="190" y="411"/>
                  <a:pt x="191" y="411"/>
                  <a:pt x="192" y="410"/>
                </a:cubicBezTo>
                <a:close/>
                <a:moveTo>
                  <a:pt x="192" y="446"/>
                </a:moveTo>
                <a:cubicBezTo>
                  <a:pt x="192" y="481"/>
                  <a:pt x="192" y="481"/>
                  <a:pt x="192" y="481"/>
                </a:cubicBezTo>
                <a:cubicBezTo>
                  <a:pt x="191" y="482"/>
                  <a:pt x="190" y="483"/>
                  <a:pt x="189" y="484"/>
                </a:cubicBezTo>
                <a:cubicBezTo>
                  <a:pt x="189" y="475"/>
                  <a:pt x="189" y="475"/>
                  <a:pt x="189" y="475"/>
                </a:cubicBezTo>
                <a:cubicBezTo>
                  <a:pt x="192" y="471"/>
                  <a:pt x="192" y="467"/>
                  <a:pt x="190" y="459"/>
                </a:cubicBezTo>
                <a:cubicBezTo>
                  <a:pt x="189" y="460"/>
                  <a:pt x="189" y="460"/>
                  <a:pt x="189" y="460"/>
                </a:cubicBezTo>
                <a:cubicBezTo>
                  <a:pt x="189" y="428"/>
                  <a:pt x="189" y="428"/>
                  <a:pt x="189" y="428"/>
                </a:cubicBezTo>
                <a:cubicBezTo>
                  <a:pt x="190" y="434"/>
                  <a:pt x="191" y="440"/>
                  <a:pt x="192" y="446"/>
                </a:cubicBezTo>
                <a:close/>
                <a:moveTo>
                  <a:pt x="192" y="500"/>
                </a:moveTo>
                <a:cubicBezTo>
                  <a:pt x="192" y="522"/>
                  <a:pt x="192" y="522"/>
                  <a:pt x="192" y="522"/>
                </a:cubicBezTo>
                <a:cubicBezTo>
                  <a:pt x="191" y="520"/>
                  <a:pt x="190" y="518"/>
                  <a:pt x="189" y="516"/>
                </a:cubicBezTo>
                <a:cubicBezTo>
                  <a:pt x="189" y="504"/>
                  <a:pt x="189" y="504"/>
                  <a:pt x="189" y="504"/>
                </a:cubicBezTo>
                <a:cubicBezTo>
                  <a:pt x="190" y="502"/>
                  <a:pt x="191" y="501"/>
                  <a:pt x="192" y="500"/>
                </a:cubicBezTo>
                <a:close/>
                <a:moveTo>
                  <a:pt x="192" y="580"/>
                </a:moveTo>
                <a:cubicBezTo>
                  <a:pt x="192" y="588"/>
                  <a:pt x="192" y="588"/>
                  <a:pt x="192" y="588"/>
                </a:cubicBezTo>
                <a:cubicBezTo>
                  <a:pt x="191" y="588"/>
                  <a:pt x="190" y="589"/>
                  <a:pt x="189" y="590"/>
                </a:cubicBezTo>
                <a:cubicBezTo>
                  <a:pt x="189" y="577"/>
                  <a:pt x="189" y="577"/>
                  <a:pt x="189" y="577"/>
                </a:cubicBezTo>
                <a:cubicBezTo>
                  <a:pt x="190" y="578"/>
                  <a:pt x="191" y="579"/>
                  <a:pt x="192" y="580"/>
                </a:cubicBezTo>
                <a:close/>
                <a:moveTo>
                  <a:pt x="192" y="606"/>
                </a:moveTo>
                <a:cubicBezTo>
                  <a:pt x="192" y="626"/>
                  <a:pt x="192" y="626"/>
                  <a:pt x="192" y="626"/>
                </a:cubicBezTo>
                <a:cubicBezTo>
                  <a:pt x="189" y="624"/>
                  <a:pt x="189" y="624"/>
                  <a:pt x="189" y="624"/>
                </a:cubicBezTo>
                <a:cubicBezTo>
                  <a:pt x="189" y="607"/>
                  <a:pt x="189" y="607"/>
                  <a:pt x="189" y="607"/>
                </a:cubicBezTo>
                <a:cubicBezTo>
                  <a:pt x="192" y="606"/>
                  <a:pt x="192" y="606"/>
                  <a:pt x="192" y="606"/>
                </a:cubicBezTo>
                <a:close/>
                <a:moveTo>
                  <a:pt x="189" y="235"/>
                </a:moveTo>
                <a:cubicBezTo>
                  <a:pt x="189" y="229"/>
                  <a:pt x="189" y="229"/>
                  <a:pt x="189" y="229"/>
                </a:cubicBezTo>
                <a:cubicBezTo>
                  <a:pt x="190" y="231"/>
                  <a:pt x="190" y="233"/>
                  <a:pt x="190" y="235"/>
                </a:cubicBezTo>
                <a:cubicBezTo>
                  <a:pt x="190" y="235"/>
                  <a:pt x="189" y="235"/>
                  <a:pt x="189" y="235"/>
                </a:cubicBezTo>
                <a:close/>
                <a:moveTo>
                  <a:pt x="189" y="178"/>
                </a:move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6"/>
                  <a:pt x="189" y="173"/>
                  <a:pt x="189" y="171"/>
                </a:cubicBezTo>
                <a:cubicBezTo>
                  <a:pt x="189" y="171"/>
                  <a:pt x="189" y="171"/>
                  <a:pt x="189" y="171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7" y="62"/>
                </a:moveTo>
                <a:cubicBezTo>
                  <a:pt x="188" y="62"/>
                  <a:pt x="188" y="61"/>
                  <a:pt x="189" y="61"/>
                </a:cubicBezTo>
                <a:cubicBezTo>
                  <a:pt x="189" y="75"/>
                  <a:pt x="189" y="75"/>
                  <a:pt x="189" y="75"/>
                </a:cubicBezTo>
                <a:cubicBezTo>
                  <a:pt x="188" y="75"/>
                  <a:pt x="188" y="75"/>
                  <a:pt x="187" y="74"/>
                </a:cubicBezTo>
                <a:cubicBezTo>
                  <a:pt x="187" y="62"/>
                  <a:pt x="187" y="62"/>
                  <a:pt x="187" y="62"/>
                </a:cubicBezTo>
                <a:close/>
                <a:moveTo>
                  <a:pt x="189" y="735"/>
                </a:moveTo>
                <a:cubicBezTo>
                  <a:pt x="188" y="734"/>
                  <a:pt x="188" y="734"/>
                  <a:pt x="187" y="733"/>
                </a:cubicBezTo>
                <a:cubicBezTo>
                  <a:pt x="187" y="681"/>
                  <a:pt x="187" y="681"/>
                  <a:pt x="187" y="681"/>
                </a:cubicBezTo>
                <a:cubicBezTo>
                  <a:pt x="188" y="682"/>
                  <a:pt x="188" y="683"/>
                  <a:pt x="189" y="684"/>
                </a:cubicBezTo>
                <a:cubicBezTo>
                  <a:pt x="189" y="735"/>
                  <a:pt x="189" y="735"/>
                  <a:pt x="189" y="735"/>
                </a:cubicBezTo>
                <a:close/>
                <a:moveTo>
                  <a:pt x="189" y="94"/>
                </a:moveTo>
                <a:cubicBezTo>
                  <a:pt x="189" y="104"/>
                  <a:pt x="189" y="104"/>
                  <a:pt x="189" y="104"/>
                </a:cubicBezTo>
                <a:cubicBezTo>
                  <a:pt x="189" y="104"/>
                  <a:pt x="188" y="104"/>
                  <a:pt x="187" y="103"/>
                </a:cubicBezTo>
                <a:cubicBezTo>
                  <a:pt x="187" y="93"/>
                  <a:pt x="187" y="93"/>
                  <a:pt x="187" y="93"/>
                </a:cubicBezTo>
                <a:cubicBezTo>
                  <a:pt x="189" y="94"/>
                  <a:pt x="189" y="94"/>
                  <a:pt x="189" y="94"/>
                </a:cubicBezTo>
                <a:close/>
                <a:moveTo>
                  <a:pt x="189" y="105"/>
                </a:moveTo>
                <a:cubicBezTo>
                  <a:pt x="189" y="114"/>
                  <a:pt x="189" y="114"/>
                  <a:pt x="189" y="114"/>
                </a:cubicBezTo>
                <a:cubicBezTo>
                  <a:pt x="188" y="114"/>
                  <a:pt x="188" y="115"/>
                  <a:pt x="187" y="115"/>
                </a:cubicBezTo>
                <a:cubicBezTo>
                  <a:pt x="187" y="106"/>
                  <a:pt x="187" y="106"/>
                  <a:pt x="187" y="106"/>
                </a:cubicBezTo>
                <a:cubicBezTo>
                  <a:pt x="188" y="106"/>
                  <a:pt x="188" y="105"/>
                  <a:pt x="189" y="105"/>
                </a:cubicBezTo>
                <a:close/>
                <a:moveTo>
                  <a:pt x="189" y="147"/>
                </a:moveTo>
                <a:cubicBezTo>
                  <a:pt x="189" y="166"/>
                  <a:pt x="189" y="166"/>
                  <a:pt x="189" y="166"/>
                </a:cubicBezTo>
                <a:cubicBezTo>
                  <a:pt x="188" y="165"/>
                  <a:pt x="188" y="165"/>
                  <a:pt x="187" y="165"/>
                </a:cubicBezTo>
                <a:cubicBezTo>
                  <a:pt x="187" y="145"/>
                  <a:pt x="187" y="145"/>
                  <a:pt x="187" y="145"/>
                </a:cubicBezTo>
                <a:cubicBezTo>
                  <a:pt x="188" y="145"/>
                  <a:pt x="188" y="145"/>
                  <a:pt x="188" y="145"/>
                </a:cubicBezTo>
                <a:cubicBezTo>
                  <a:pt x="188" y="146"/>
                  <a:pt x="189" y="147"/>
                  <a:pt x="189" y="147"/>
                </a:cubicBezTo>
                <a:close/>
                <a:moveTo>
                  <a:pt x="189" y="171"/>
                </a:moveTo>
                <a:cubicBezTo>
                  <a:pt x="189" y="178"/>
                  <a:pt x="189" y="178"/>
                  <a:pt x="189" y="178"/>
                </a:cubicBezTo>
                <a:cubicBezTo>
                  <a:pt x="188" y="178"/>
                  <a:pt x="188" y="178"/>
                  <a:pt x="187" y="178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9" y="171"/>
                  <a:pt x="189" y="171"/>
                  <a:pt x="189" y="171"/>
                </a:cubicBezTo>
                <a:close/>
                <a:moveTo>
                  <a:pt x="189" y="178"/>
                </a:moveTo>
                <a:cubicBezTo>
                  <a:pt x="188" y="178"/>
                  <a:pt x="188" y="178"/>
                  <a:pt x="187" y="178"/>
                </a:cubicBezTo>
                <a:cubicBezTo>
                  <a:pt x="187" y="181"/>
                  <a:pt x="187" y="181"/>
                  <a:pt x="187" y="181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9" y="178"/>
                </a:moveTo>
                <a:cubicBezTo>
                  <a:pt x="187" y="181"/>
                  <a:pt x="187" y="181"/>
                  <a:pt x="187" y="181"/>
                </a:cubicBezTo>
                <a:cubicBezTo>
                  <a:pt x="187" y="207"/>
                  <a:pt x="187" y="207"/>
                  <a:pt x="187" y="207"/>
                </a:cubicBezTo>
                <a:cubicBezTo>
                  <a:pt x="188" y="207"/>
                  <a:pt x="188" y="207"/>
                  <a:pt x="189" y="207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9" y="229"/>
                </a:moveTo>
                <a:cubicBezTo>
                  <a:pt x="189" y="235"/>
                  <a:pt x="189" y="235"/>
                  <a:pt x="189" y="235"/>
                </a:cubicBezTo>
                <a:cubicBezTo>
                  <a:pt x="188" y="236"/>
                  <a:pt x="188" y="236"/>
                  <a:pt x="187" y="236"/>
                </a:cubicBezTo>
                <a:cubicBezTo>
                  <a:pt x="187" y="225"/>
                  <a:pt x="187" y="225"/>
                  <a:pt x="187" y="225"/>
                </a:cubicBezTo>
                <a:cubicBezTo>
                  <a:pt x="188" y="226"/>
                  <a:pt x="188" y="228"/>
                  <a:pt x="189" y="229"/>
                </a:cubicBezTo>
                <a:close/>
                <a:moveTo>
                  <a:pt x="189" y="286"/>
                </a:moveTo>
                <a:cubicBezTo>
                  <a:pt x="189" y="300"/>
                  <a:pt x="189" y="300"/>
                  <a:pt x="189" y="300"/>
                </a:cubicBezTo>
                <a:cubicBezTo>
                  <a:pt x="188" y="300"/>
                  <a:pt x="188" y="301"/>
                  <a:pt x="187" y="303"/>
                </a:cubicBezTo>
                <a:cubicBezTo>
                  <a:pt x="187" y="290"/>
                  <a:pt x="187" y="290"/>
                  <a:pt x="187" y="290"/>
                </a:cubicBezTo>
                <a:cubicBezTo>
                  <a:pt x="188" y="289"/>
                  <a:pt x="188" y="288"/>
                  <a:pt x="189" y="286"/>
                </a:cubicBezTo>
                <a:close/>
                <a:moveTo>
                  <a:pt x="189" y="308"/>
                </a:moveTo>
                <a:cubicBezTo>
                  <a:pt x="189" y="314"/>
                  <a:pt x="189" y="314"/>
                  <a:pt x="189" y="314"/>
                </a:cubicBezTo>
                <a:cubicBezTo>
                  <a:pt x="188" y="314"/>
                  <a:pt x="188" y="314"/>
                  <a:pt x="187" y="314"/>
                </a:cubicBezTo>
                <a:cubicBezTo>
                  <a:pt x="187" y="308"/>
                  <a:pt x="187" y="308"/>
                  <a:pt x="187" y="308"/>
                </a:cubicBezTo>
                <a:cubicBezTo>
                  <a:pt x="188" y="308"/>
                  <a:pt x="188" y="308"/>
                  <a:pt x="189" y="308"/>
                </a:cubicBezTo>
                <a:close/>
                <a:moveTo>
                  <a:pt x="189" y="325"/>
                </a:moveTo>
                <a:cubicBezTo>
                  <a:pt x="189" y="331"/>
                  <a:pt x="189" y="331"/>
                  <a:pt x="189" y="331"/>
                </a:cubicBezTo>
                <a:cubicBezTo>
                  <a:pt x="188" y="331"/>
                  <a:pt x="188" y="331"/>
                  <a:pt x="187" y="331"/>
                </a:cubicBezTo>
                <a:cubicBezTo>
                  <a:pt x="187" y="326"/>
                  <a:pt x="187" y="326"/>
                  <a:pt x="187" y="326"/>
                </a:cubicBezTo>
                <a:cubicBezTo>
                  <a:pt x="188" y="325"/>
                  <a:pt x="188" y="325"/>
                  <a:pt x="189" y="325"/>
                </a:cubicBezTo>
                <a:close/>
                <a:moveTo>
                  <a:pt x="189" y="340"/>
                </a:moveTo>
                <a:cubicBezTo>
                  <a:pt x="189" y="348"/>
                  <a:pt x="189" y="348"/>
                  <a:pt x="189" y="348"/>
                </a:cubicBezTo>
                <a:cubicBezTo>
                  <a:pt x="188" y="348"/>
                  <a:pt x="188" y="348"/>
                  <a:pt x="187" y="348"/>
                </a:cubicBezTo>
                <a:cubicBezTo>
                  <a:pt x="187" y="341"/>
                  <a:pt x="187" y="341"/>
                  <a:pt x="187" y="341"/>
                </a:cubicBezTo>
                <a:cubicBezTo>
                  <a:pt x="188" y="341"/>
                  <a:pt x="188" y="340"/>
                  <a:pt x="189" y="340"/>
                </a:cubicBezTo>
                <a:close/>
                <a:moveTo>
                  <a:pt x="189" y="348"/>
                </a:moveTo>
                <a:cubicBezTo>
                  <a:pt x="188" y="350"/>
                  <a:pt x="188" y="353"/>
                  <a:pt x="187" y="355"/>
                </a:cubicBezTo>
                <a:cubicBezTo>
                  <a:pt x="187" y="396"/>
                  <a:pt x="187" y="396"/>
                  <a:pt x="187" y="396"/>
                </a:cubicBezTo>
                <a:cubicBezTo>
                  <a:pt x="187" y="395"/>
                  <a:pt x="188" y="394"/>
                  <a:pt x="189" y="393"/>
                </a:cubicBezTo>
                <a:cubicBezTo>
                  <a:pt x="189" y="394"/>
                  <a:pt x="189" y="394"/>
                  <a:pt x="189" y="394"/>
                </a:cubicBezTo>
                <a:cubicBezTo>
                  <a:pt x="189" y="389"/>
                  <a:pt x="189" y="389"/>
                  <a:pt x="189" y="389"/>
                </a:cubicBezTo>
                <a:cubicBezTo>
                  <a:pt x="188" y="382"/>
                  <a:pt x="188" y="376"/>
                  <a:pt x="189" y="369"/>
                </a:cubicBezTo>
                <a:cubicBezTo>
                  <a:pt x="189" y="348"/>
                  <a:pt x="189" y="348"/>
                  <a:pt x="189" y="348"/>
                </a:cubicBezTo>
                <a:close/>
                <a:moveTo>
                  <a:pt x="189" y="411"/>
                </a:moveTo>
                <a:cubicBezTo>
                  <a:pt x="189" y="415"/>
                  <a:pt x="189" y="415"/>
                  <a:pt x="189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05"/>
                  <a:pt x="187" y="405"/>
                  <a:pt x="187" y="405"/>
                </a:cubicBezTo>
                <a:cubicBezTo>
                  <a:pt x="187" y="407"/>
                  <a:pt x="188" y="409"/>
                  <a:pt x="188" y="411"/>
                </a:cubicBezTo>
                <a:cubicBezTo>
                  <a:pt x="189" y="411"/>
                  <a:pt x="189" y="411"/>
                  <a:pt x="189" y="411"/>
                </a:cubicBezTo>
                <a:close/>
                <a:moveTo>
                  <a:pt x="189" y="428"/>
                </a:moveTo>
                <a:cubicBezTo>
                  <a:pt x="189" y="460"/>
                  <a:pt x="189" y="460"/>
                  <a:pt x="189" y="460"/>
                </a:cubicBezTo>
                <a:cubicBezTo>
                  <a:pt x="188" y="461"/>
                  <a:pt x="188" y="461"/>
                  <a:pt x="187" y="462"/>
                </a:cubicBezTo>
                <a:cubicBezTo>
                  <a:pt x="187" y="449"/>
                  <a:pt x="187" y="449"/>
                  <a:pt x="187" y="449"/>
                </a:cubicBezTo>
                <a:cubicBezTo>
                  <a:pt x="187" y="448"/>
                  <a:pt x="187" y="447"/>
                  <a:pt x="187" y="446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8" y="419"/>
                  <a:pt x="188" y="424"/>
                  <a:pt x="189" y="428"/>
                </a:cubicBezTo>
                <a:close/>
                <a:moveTo>
                  <a:pt x="189" y="475"/>
                </a:moveTo>
                <a:cubicBezTo>
                  <a:pt x="189" y="484"/>
                  <a:pt x="189" y="484"/>
                  <a:pt x="189" y="484"/>
                </a:cubicBezTo>
                <a:cubicBezTo>
                  <a:pt x="188" y="485"/>
                  <a:pt x="188" y="487"/>
                  <a:pt x="187" y="488"/>
                </a:cubicBezTo>
                <a:cubicBezTo>
                  <a:pt x="187" y="478"/>
                  <a:pt x="187" y="478"/>
                  <a:pt x="187" y="478"/>
                </a:cubicBezTo>
                <a:cubicBezTo>
                  <a:pt x="188" y="477"/>
                  <a:pt x="188" y="476"/>
                  <a:pt x="189" y="475"/>
                </a:cubicBezTo>
                <a:close/>
                <a:moveTo>
                  <a:pt x="189" y="504"/>
                </a:moveTo>
                <a:cubicBezTo>
                  <a:pt x="189" y="516"/>
                  <a:pt x="189" y="516"/>
                  <a:pt x="189" y="516"/>
                </a:cubicBezTo>
                <a:cubicBezTo>
                  <a:pt x="188" y="514"/>
                  <a:pt x="188" y="513"/>
                  <a:pt x="187" y="511"/>
                </a:cubicBezTo>
                <a:cubicBezTo>
                  <a:pt x="187" y="510"/>
                  <a:pt x="187" y="510"/>
                  <a:pt x="187" y="510"/>
                </a:cubicBezTo>
                <a:cubicBezTo>
                  <a:pt x="187" y="502"/>
                  <a:pt x="187" y="502"/>
                  <a:pt x="187" y="502"/>
                </a:cubicBezTo>
                <a:cubicBezTo>
                  <a:pt x="187" y="503"/>
                  <a:pt x="188" y="504"/>
                  <a:pt x="188" y="505"/>
                </a:cubicBezTo>
                <a:cubicBezTo>
                  <a:pt x="188" y="505"/>
                  <a:pt x="189" y="504"/>
                  <a:pt x="189" y="504"/>
                </a:cubicBezTo>
                <a:close/>
                <a:moveTo>
                  <a:pt x="189" y="577"/>
                </a:moveTo>
                <a:cubicBezTo>
                  <a:pt x="189" y="590"/>
                  <a:pt x="189" y="590"/>
                  <a:pt x="189" y="590"/>
                </a:cubicBezTo>
                <a:cubicBezTo>
                  <a:pt x="187" y="592"/>
                  <a:pt x="187" y="592"/>
                  <a:pt x="187" y="592"/>
                </a:cubicBezTo>
                <a:cubicBezTo>
                  <a:pt x="187" y="578"/>
                  <a:pt x="187" y="578"/>
                  <a:pt x="187" y="578"/>
                </a:cubicBezTo>
                <a:cubicBezTo>
                  <a:pt x="189" y="576"/>
                  <a:pt x="189" y="576"/>
                  <a:pt x="189" y="576"/>
                </a:cubicBezTo>
                <a:cubicBezTo>
                  <a:pt x="189" y="577"/>
                  <a:pt x="189" y="577"/>
                  <a:pt x="189" y="577"/>
                </a:cubicBezTo>
                <a:close/>
                <a:moveTo>
                  <a:pt x="189" y="607"/>
                </a:moveTo>
                <a:cubicBezTo>
                  <a:pt x="189" y="624"/>
                  <a:pt x="189" y="624"/>
                  <a:pt x="189" y="624"/>
                </a:cubicBezTo>
                <a:cubicBezTo>
                  <a:pt x="187" y="622"/>
                  <a:pt x="187" y="622"/>
                  <a:pt x="187" y="622"/>
                </a:cubicBezTo>
                <a:cubicBezTo>
                  <a:pt x="187" y="609"/>
                  <a:pt x="187" y="609"/>
                  <a:pt x="187" y="609"/>
                </a:cubicBezTo>
                <a:lnTo>
                  <a:pt x="189" y="607"/>
                </a:lnTo>
                <a:close/>
                <a:moveTo>
                  <a:pt x="185" y="64"/>
                </a:moveTo>
                <a:cubicBezTo>
                  <a:pt x="186" y="64"/>
                  <a:pt x="186" y="63"/>
                  <a:pt x="187" y="62"/>
                </a:cubicBezTo>
                <a:cubicBezTo>
                  <a:pt x="187" y="74"/>
                  <a:pt x="187" y="74"/>
                  <a:pt x="187" y="74"/>
                </a:cubicBezTo>
                <a:cubicBezTo>
                  <a:pt x="186" y="74"/>
                  <a:pt x="185" y="74"/>
                  <a:pt x="185" y="74"/>
                </a:cubicBezTo>
                <a:cubicBezTo>
                  <a:pt x="185" y="64"/>
                  <a:pt x="185" y="64"/>
                  <a:pt x="185" y="64"/>
                </a:cubicBezTo>
                <a:close/>
                <a:moveTo>
                  <a:pt x="187" y="733"/>
                </a:moveTo>
                <a:cubicBezTo>
                  <a:pt x="187" y="733"/>
                  <a:pt x="187" y="733"/>
                  <a:pt x="187" y="733"/>
                </a:cubicBezTo>
                <a:cubicBezTo>
                  <a:pt x="185" y="732"/>
                  <a:pt x="185" y="732"/>
                  <a:pt x="185" y="732"/>
                </a:cubicBezTo>
                <a:cubicBezTo>
                  <a:pt x="185" y="678"/>
                  <a:pt x="185" y="678"/>
                  <a:pt x="185" y="678"/>
                </a:cubicBezTo>
                <a:cubicBezTo>
                  <a:pt x="186" y="679"/>
                  <a:pt x="186" y="680"/>
                  <a:pt x="187" y="681"/>
                </a:cubicBezTo>
                <a:cubicBezTo>
                  <a:pt x="187" y="733"/>
                  <a:pt x="187" y="733"/>
                  <a:pt x="187" y="733"/>
                </a:cubicBezTo>
                <a:close/>
                <a:moveTo>
                  <a:pt x="187" y="93"/>
                </a:moveTo>
                <a:cubicBezTo>
                  <a:pt x="187" y="103"/>
                  <a:pt x="187" y="103"/>
                  <a:pt x="187" y="103"/>
                </a:cubicBezTo>
                <a:cubicBezTo>
                  <a:pt x="186" y="103"/>
                  <a:pt x="186" y="102"/>
                  <a:pt x="185" y="102"/>
                </a:cubicBezTo>
                <a:cubicBezTo>
                  <a:pt x="185" y="92"/>
                  <a:pt x="185" y="92"/>
                  <a:pt x="185" y="92"/>
                </a:cubicBezTo>
                <a:cubicBezTo>
                  <a:pt x="187" y="93"/>
                  <a:pt x="187" y="93"/>
                  <a:pt x="187" y="93"/>
                </a:cubicBezTo>
                <a:close/>
                <a:moveTo>
                  <a:pt x="187" y="106"/>
                </a:moveTo>
                <a:cubicBezTo>
                  <a:pt x="187" y="115"/>
                  <a:pt x="187" y="115"/>
                  <a:pt x="187" y="115"/>
                </a:cubicBezTo>
                <a:cubicBezTo>
                  <a:pt x="186" y="116"/>
                  <a:pt x="186" y="116"/>
                  <a:pt x="185" y="117"/>
                </a:cubicBezTo>
                <a:cubicBezTo>
                  <a:pt x="185" y="108"/>
                  <a:pt x="185" y="108"/>
                  <a:pt x="185" y="108"/>
                </a:cubicBezTo>
                <a:cubicBezTo>
                  <a:pt x="185" y="108"/>
                  <a:pt x="186" y="107"/>
                  <a:pt x="187" y="106"/>
                </a:cubicBezTo>
                <a:close/>
                <a:moveTo>
                  <a:pt x="187" y="145"/>
                </a:moveTo>
                <a:cubicBezTo>
                  <a:pt x="187" y="165"/>
                  <a:pt x="187" y="165"/>
                  <a:pt x="187" y="165"/>
                </a:cubicBezTo>
                <a:cubicBezTo>
                  <a:pt x="186" y="165"/>
                  <a:pt x="185" y="165"/>
                  <a:pt x="185" y="164"/>
                </a:cubicBezTo>
                <a:cubicBezTo>
                  <a:pt x="185" y="145"/>
                  <a:pt x="185" y="145"/>
                  <a:pt x="185" y="145"/>
                </a:cubicBezTo>
                <a:cubicBezTo>
                  <a:pt x="187" y="145"/>
                  <a:pt x="187" y="145"/>
                  <a:pt x="187" y="145"/>
                </a:cubicBezTo>
                <a:close/>
                <a:moveTo>
                  <a:pt x="187" y="171"/>
                </a:moveTo>
                <a:cubicBezTo>
                  <a:pt x="187" y="178"/>
                  <a:pt x="187" y="178"/>
                  <a:pt x="187" y="178"/>
                </a:cubicBezTo>
                <a:cubicBezTo>
                  <a:pt x="186" y="179"/>
                  <a:pt x="186" y="179"/>
                  <a:pt x="185" y="179"/>
                </a:cubicBezTo>
                <a:cubicBezTo>
                  <a:pt x="185" y="171"/>
                  <a:pt x="185" y="171"/>
                  <a:pt x="185" y="171"/>
                </a:cubicBezTo>
                <a:cubicBezTo>
                  <a:pt x="187" y="171"/>
                  <a:pt x="187" y="171"/>
                  <a:pt x="187" y="171"/>
                </a:cubicBezTo>
                <a:close/>
                <a:moveTo>
                  <a:pt x="187" y="178"/>
                </a:moveTo>
                <a:cubicBezTo>
                  <a:pt x="186" y="179"/>
                  <a:pt x="186" y="179"/>
                  <a:pt x="185" y="179"/>
                </a:cubicBezTo>
                <a:cubicBezTo>
                  <a:pt x="185" y="183"/>
                  <a:pt x="185" y="183"/>
                  <a:pt x="185" y="183"/>
                </a:cubicBezTo>
                <a:cubicBezTo>
                  <a:pt x="187" y="181"/>
                  <a:pt x="187" y="181"/>
                  <a:pt x="187" y="181"/>
                </a:cubicBezTo>
                <a:cubicBezTo>
                  <a:pt x="187" y="178"/>
                  <a:pt x="187" y="178"/>
                  <a:pt x="187" y="178"/>
                </a:cubicBezTo>
                <a:close/>
                <a:moveTo>
                  <a:pt x="187" y="181"/>
                </a:moveTo>
                <a:cubicBezTo>
                  <a:pt x="187" y="207"/>
                  <a:pt x="187" y="207"/>
                  <a:pt x="187" y="207"/>
                </a:cubicBezTo>
                <a:cubicBezTo>
                  <a:pt x="186" y="207"/>
                  <a:pt x="186" y="207"/>
                  <a:pt x="186" y="207"/>
                </a:cubicBezTo>
                <a:cubicBezTo>
                  <a:pt x="186" y="205"/>
                  <a:pt x="186" y="202"/>
                  <a:pt x="186" y="199"/>
                </a:cubicBezTo>
                <a:cubicBezTo>
                  <a:pt x="185" y="199"/>
                  <a:pt x="185" y="199"/>
                  <a:pt x="185" y="199"/>
                </a:cubicBezTo>
                <a:cubicBezTo>
                  <a:pt x="185" y="183"/>
                  <a:pt x="185" y="183"/>
                  <a:pt x="185" y="183"/>
                </a:cubicBezTo>
                <a:cubicBezTo>
                  <a:pt x="187" y="181"/>
                  <a:pt x="187" y="181"/>
                  <a:pt x="187" y="181"/>
                </a:cubicBezTo>
                <a:close/>
                <a:moveTo>
                  <a:pt x="187" y="225"/>
                </a:moveTo>
                <a:cubicBezTo>
                  <a:pt x="187" y="236"/>
                  <a:pt x="187" y="236"/>
                  <a:pt x="187" y="236"/>
                </a:cubicBezTo>
                <a:cubicBezTo>
                  <a:pt x="186" y="236"/>
                  <a:pt x="186" y="236"/>
                  <a:pt x="185" y="236"/>
                </a:cubicBezTo>
                <a:cubicBezTo>
                  <a:pt x="185" y="222"/>
                  <a:pt x="185" y="222"/>
                  <a:pt x="185" y="222"/>
                </a:cubicBezTo>
                <a:cubicBezTo>
                  <a:pt x="186" y="223"/>
                  <a:pt x="186" y="224"/>
                  <a:pt x="187" y="225"/>
                </a:cubicBezTo>
                <a:close/>
                <a:moveTo>
                  <a:pt x="187" y="290"/>
                </a:moveTo>
                <a:cubicBezTo>
                  <a:pt x="187" y="303"/>
                  <a:pt x="187" y="303"/>
                  <a:pt x="187" y="303"/>
                </a:cubicBezTo>
                <a:cubicBezTo>
                  <a:pt x="186" y="304"/>
                  <a:pt x="185" y="306"/>
                  <a:pt x="185" y="308"/>
                </a:cubicBezTo>
                <a:cubicBezTo>
                  <a:pt x="185" y="294"/>
                  <a:pt x="185" y="294"/>
                  <a:pt x="185" y="294"/>
                </a:cubicBezTo>
                <a:cubicBezTo>
                  <a:pt x="185" y="293"/>
                  <a:pt x="186" y="292"/>
                  <a:pt x="187" y="290"/>
                </a:cubicBezTo>
                <a:close/>
                <a:moveTo>
                  <a:pt x="187" y="308"/>
                </a:moveTo>
                <a:cubicBezTo>
                  <a:pt x="187" y="314"/>
                  <a:pt x="187" y="314"/>
                  <a:pt x="187" y="314"/>
                </a:cubicBezTo>
                <a:cubicBezTo>
                  <a:pt x="186" y="315"/>
                  <a:pt x="185" y="315"/>
                  <a:pt x="185" y="315"/>
                </a:cubicBezTo>
                <a:cubicBezTo>
                  <a:pt x="185" y="309"/>
                  <a:pt x="185" y="309"/>
                  <a:pt x="185" y="309"/>
                </a:cubicBezTo>
                <a:cubicBezTo>
                  <a:pt x="186" y="309"/>
                  <a:pt x="186" y="308"/>
                  <a:pt x="187" y="308"/>
                </a:cubicBezTo>
                <a:close/>
                <a:moveTo>
                  <a:pt x="187" y="326"/>
                </a:moveTo>
                <a:cubicBezTo>
                  <a:pt x="187" y="331"/>
                  <a:pt x="187" y="331"/>
                  <a:pt x="187" y="331"/>
                </a:cubicBezTo>
                <a:cubicBezTo>
                  <a:pt x="186" y="331"/>
                  <a:pt x="185" y="331"/>
                  <a:pt x="185" y="332"/>
                </a:cubicBezTo>
                <a:cubicBezTo>
                  <a:pt x="185" y="326"/>
                  <a:pt x="185" y="326"/>
                  <a:pt x="185" y="326"/>
                </a:cubicBezTo>
                <a:cubicBezTo>
                  <a:pt x="186" y="326"/>
                  <a:pt x="186" y="326"/>
                  <a:pt x="187" y="326"/>
                </a:cubicBezTo>
                <a:close/>
                <a:moveTo>
                  <a:pt x="187" y="341"/>
                </a:moveTo>
                <a:cubicBezTo>
                  <a:pt x="187" y="348"/>
                  <a:pt x="187" y="348"/>
                  <a:pt x="187" y="348"/>
                </a:cubicBezTo>
                <a:cubicBezTo>
                  <a:pt x="185" y="349"/>
                  <a:pt x="185" y="349"/>
                  <a:pt x="185" y="349"/>
                </a:cubicBezTo>
                <a:cubicBezTo>
                  <a:pt x="185" y="342"/>
                  <a:pt x="185" y="342"/>
                  <a:pt x="185" y="342"/>
                </a:cubicBezTo>
                <a:cubicBezTo>
                  <a:pt x="186" y="342"/>
                  <a:pt x="186" y="342"/>
                  <a:pt x="187" y="341"/>
                </a:cubicBezTo>
                <a:close/>
                <a:moveTo>
                  <a:pt x="187" y="355"/>
                </a:moveTo>
                <a:cubicBezTo>
                  <a:pt x="187" y="396"/>
                  <a:pt x="187" y="396"/>
                  <a:pt x="187" y="396"/>
                </a:cubicBezTo>
                <a:cubicBezTo>
                  <a:pt x="186" y="399"/>
                  <a:pt x="186" y="402"/>
                  <a:pt x="187" y="40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46"/>
                  <a:pt x="187" y="446"/>
                  <a:pt x="187" y="446"/>
                </a:cubicBezTo>
                <a:cubicBezTo>
                  <a:pt x="187" y="444"/>
                  <a:pt x="186" y="442"/>
                  <a:pt x="185" y="441"/>
                </a:cubicBezTo>
                <a:cubicBezTo>
                  <a:pt x="185" y="441"/>
                  <a:pt x="185" y="441"/>
                  <a:pt x="185" y="441"/>
                </a:cubicBezTo>
                <a:cubicBezTo>
                  <a:pt x="185" y="359"/>
                  <a:pt x="185" y="359"/>
                  <a:pt x="185" y="359"/>
                </a:cubicBezTo>
                <a:cubicBezTo>
                  <a:pt x="186" y="358"/>
                  <a:pt x="186" y="358"/>
                  <a:pt x="186" y="358"/>
                </a:cubicBezTo>
                <a:cubicBezTo>
                  <a:pt x="187" y="355"/>
                  <a:pt x="187" y="355"/>
                  <a:pt x="187" y="355"/>
                </a:cubicBezTo>
                <a:close/>
                <a:moveTo>
                  <a:pt x="187" y="449"/>
                </a:moveTo>
                <a:cubicBezTo>
                  <a:pt x="187" y="462"/>
                  <a:pt x="187" y="462"/>
                  <a:pt x="187" y="462"/>
                </a:cubicBezTo>
                <a:cubicBezTo>
                  <a:pt x="186" y="462"/>
                  <a:pt x="185" y="463"/>
                  <a:pt x="185" y="464"/>
                </a:cubicBezTo>
                <a:cubicBezTo>
                  <a:pt x="185" y="454"/>
                  <a:pt x="185" y="454"/>
                  <a:pt x="185" y="454"/>
                </a:cubicBezTo>
                <a:cubicBezTo>
                  <a:pt x="186" y="452"/>
                  <a:pt x="187" y="451"/>
                  <a:pt x="187" y="449"/>
                </a:cubicBezTo>
                <a:close/>
                <a:moveTo>
                  <a:pt x="187" y="478"/>
                </a:moveTo>
                <a:cubicBezTo>
                  <a:pt x="187" y="488"/>
                  <a:pt x="187" y="488"/>
                  <a:pt x="187" y="488"/>
                </a:cubicBezTo>
                <a:cubicBezTo>
                  <a:pt x="185" y="492"/>
                  <a:pt x="185" y="495"/>
                  <a:pt x="187" y="502"/>
                </a:cubicBezTo>
                <a:cubicBezTo>
                  <a:pt x="187" y="510"/>
                  <a:pt x="187" y="510"/>
                  <a:pt x="187" y="510"/>
                </a:cubicBezTo>
                <a:cubicBezTo>
                  <a:pt x="186" y="510"/>
                  <a:pt x="185" y="508"/>
                  <a:pt x="185" y="508"/>
                </a:cubicBezTo>
                <a:cubicBezTo>
                  <a:pt x="185" y="481"/>
                  <a:pt x="185" y="481"/>
                  <a:pt x="185" y="481"/>
                </a:cubicBezTo>
                <a:cubicBezTo>
                  <a:pt x="186" y="480"/>
                  <a:pt x="186" y="479"/>
                  <a:pt x="187" y="478"/>
                </a:cubicBezTo>
                <a:close/>
                <a:moveTo>
                  <a:pt x="187" y="578"/>
                </a:moveTo>
                <a:cubicBezTo>
                  <a:pt x="187" y="592"/>
                  <a:pt x="187" y="592"/>
                  <a:pt x="187" y="592"/>
                </a:cubicBezTo>
                <a:cubicBezTo>
                  <a:pt x="186" y="592"/>
                  <a:pt x="186" y="593"/>
                  <a:pt x="185" y="593"/>
                </a:cubicBezTo>
                <a:cubicBezTo>
                  <a:pt x="185" y="579"/>
                  <a:pt x="185" y="579"/>
                  <a:pt x="185" y="579"/>
                </a:cubicBezTo>
                <a:cubicBezTo>
                  <a:pt x="187" y="578"/>
                  <a:pt x="187" y="578"/>
                  <a:pt x="187" y="578"/>
                </a:cubicBezTo>
                <a:close/>
                <a:moveTo>
                  <a:pt x="187" y="609"/>
                </a:moveTo>
                <a:cubicBezTo>
                  <a:pt x="187" y="622"/>
                  <a:pt x="187" y="622"/>
                  <a:pt x="187" y="622"/>
                </a:cubicBezTo>
                <a:cubicBezTo>
                  <a:pt x="186" y="621"/>
                  <a:pt x="186" y="621"/>
                  <a:pt x="186" y="621"/>
                </a:cubicBezTo>
                <a:cubicBezTo>
                  <a:pt x="185" y="621"/>
                  <a:pt x="185" y="621"/>
                  <a:pt x="185" y="621"/>
                </a:cubicBezTo>
                <a:cubicBezTo>
                  <a:pt x="185" y="610"/>
                  <a:pt x="185" y="610"/>
                  <a:pt x="185" y="610"/>
                </a:cubicBezTo>
                <a:lnTo>
                  <a:pt x="187" y="609"/>
                </a:lnTo>
                <a:close/>
                <a:moveTo>
                  <a:pt x="173" y="69"/>
                </a:moveTo>
                <a:cubicBezTo>
                  <a:pt x="178" y="67"/>
                  <a:pt x="179" y="66"/>
                  <a:pt x="184" y="65"/>
                </a:cubicBezTo>
                <a:cubicBezTo>
                  <a:pt x="185" y="64"/>
                  <a:pt x="185" y="64"/>
                  <a:pt x="185" y="64"/>
                </a:cubicBezTo>
                <a:cubicBezTo>
                  <a:pt x="185" y="74"/>
                  <a:pt x="185" y="74"/>
                  <a:pt x="185" y="74"/>
                </a:cubicBezTo>
                <a:cubicBezTo>
                  <a:pt x="181" y="74"/>
                  <a:pt x="177" y="75"/>
                  <a:pt x="173" y="77"/>
                </a:cubicBezTo>
                <a:cubicBezTo>
                  <a:pt x="173" y="69"/>
                  <a:pt x="173" y="69"/>
                  <a:pt x="173" y="69"/>
                </a:cubicBezTo>
                <a:close/>
                <a:moveTo>
                  <a:pt x="185" y="732"/>
                </a:moveTo>
                <a:cubicBezTo>
                  <a:pt x="181" y="730"/>
                  <a:pt x="177" y="728"/>
                  <a:pt x="173" y="726"/>
                </a:cubicBezTo>
                <a:cubicBezTo>
                  <a:pt x="173" y="716"/>
                  <a:pt x="173" y="716"/>
                  <a:pt x="173" y="716"/>
                </a:cubicBezTo>
                <a:cubicBezTo>
                  <a:pt x="176" y="718"/>
                  <a:pt x="178" y="720"/>
                  <a:pt x="181" y="722"/>
                </a:cubicBezTo>
                <a:cubicBezTo>
                  <a:pt x="182" y="702"/>
                  <a:pt x="187" y="689"/>
                  <a:pt x="173" y="679"/>
                </a:cubicBezTo>
                <a:cubicBezTo>
                  <a:pt x="173" y="669"/>
                  <a:pt x="173" y="669"/>
                  <a:pt x="173" y="669"/>
                </a:cubicBezTo>
                <a:cubicBezTo>
                  <a:pt x="178" y="671"/>
                  <a:pt x="181" y="675"/>
                  <a:pt x="185" y="678"/>
                </a:cubicBezTo>
                <a:cubicBezTo>
                  <a:pt x="185" y="732"/>
                  <a:pt x="185" y="732"/>
                  <a:pt x="185" y="732"/>
                </a:cubicBezTo>
                <a:close/>
                <a:moveTo>
                  <a:pt x="185" y="92"/>
                </a:moveTo>
                <a:cubicBezTo>
                  <a:pt x="185" y="102"/>
                  <a:pt x="185" y="102"/>
                  <a:pt x="185" y="102"/>
                </a:cubicBezTo>
                <a:cubicBezTo>
                  <a:pt x="182" y="101"/>
                  <a:pt x="179" y="100"/>
                  <a:pt x="173" y="97"/>
                </a:cubicBezTo>
                <a:cubicBezTo>
                  <a:pt x="173" y="88"/>
                  <a:pt x="173" y="88"/>
                  <a:pt x="173" y="88"/>
                </a:cubicBezTo>
                <a:cubicBezTo>
                  <a:pt x="185" y="92"/>
                  <a:pt x="185" y="92"/>
                  <a:pt x="185" y="92"/>
                </a:cubicBezTo>
                <a:close/>
                <a:moveTo>
                  <a:pt x="185" y="108"/>
                </a:moveTo>
                <a:cubicBezTo>
                  <a:pt x="185" y="117"/>
                  <a:pt x="185" y="117"/>
                  <a:pt x="185" y="117"/>
                </a:cubicBezTo>
                <a:cubicBezTo>
                  <a:pt x="181" y="119"/>
                  <a:pt x="178" y="122"/>
                  <a:pt x="173" y="124"/>
                </a:cubicBezTo>
                <a:cubicBezTo>
                  <a:pt x="173" y="124"/>
                  <a:pt x="173" y="124"/>
                  <a:pt x="173" y="124"/>
                </a:cubicBezTo>
                <a:cubicBezTo>
                  <a:pt x="173" y="114"/>
                  <a:pt x="173" y="114"/>
                  <a:pt x="173" y="114"/>
                </a:cubicBezTo>
                <a:cubicBezTo>
                  <a:pt x="178" y="113"/>
                  <a:pt x="181" y="111"/>
                  <a:pt x="185" y="108"/>
                </a:cubicBezTo>
                <a:close/>
                <a:moveTo>
                  <a:pt x="185" y="145"/>
                </a:moveTo>
                <a:cubicBezTo>
                  <a:pt x="185" y="164"/>
                  <a:pt x="185" y="164"/>
                  <a:pt x="185" y="164"/>
                </a:cubicBezTo>
                <a:cubicBezTo>
                  <a:pt x="183" y="163"/>
                  <a:pt x="183" y="162"/>
                  <a:pt x="182" y="159"/>
                </a:cubicBezTo>
                <a:cubicBezTo>
                  <a:pt x="171" y="158"/>
                  <a:pt x="174" y="153"/>
                  <a:pt x="179" y="145"/>
                </a:cubicBezTo>
                <a:cubicBezTo>
                  <a:pt x="185" y="145"/>
                  <a:pt x="185" y="145"/>
                  <a:pt x="185" y="145"/>
                </a:cubicBezTo>
                <a:close/>
                <a:moveTo>
                  <a:pt x="185" y="171"/>
                </a:moveTo>
                <a:cubicBezTo>
                  <a:pt x="182" y="171"/>
                  <a:pt x="182" y="171"/>
                  <a:pt x="182" y="171"/>
                </a:cubicBezTo>
                <a:cubicBezTo>
                  <a:pt x="180" y="167"/>
                  <a:pt x="179" y="167"/>
                  <a:pt x="175" y="165"/>
                </a:cubicBezTo>
                <a:cubicBezTo>
                  <a:pt x="174" y="163"/>
                  <a:pt x="174" y="161"/>
                  <a:pt x="174" y="159"/>
                </a:cubicBezTo>
                <a:cubicBezTo>
                  <a:pt x="173" y="159"/>
                  <a:pt x="173" y="159"/>
                  <a:pt x="173" y="159"/>
                </a:cubicBezTo>
                <a:cubicBezTo>
                  <a:pt x="173" y="184"/>
                  <a:pt x="173" y="184"/>
                  <a:pt x="173" y="184"/>
                </a:cubicBezTo>
                <a:cubicBezTo>
                  <a:pt x="174" y="185"/>
                  <a:pt x="175" y="186"/>
                  <a:pt x="176" y="188"/>
                </a:cubicBezTo>
                <a:cubicBezTo>
                  <a:pt x="178" y="187"/>
                  <a:pt x="180" y="187"/>
                  <a:pt x="182" y="186"/>
                </a:cubicBezTo>
                <a:cubicBezTo>
                  <a:pt x="182" y="184"/>
                  <a:pt x="182" y="182"/>
                  <a:pt x="182" y="179"/>
                </a:cubicBezTo>
                <a:cubicBezTo>
                  <a:pt x="185" y="179"/>
                  <a:pt x="185" y="179"/>
                  <a:pt x="185" y="179"/>
                </a:cubicBezTo>
                <a:cubicBezTo>
                  <a:pt x="185" y="171"/>
                  <a:pt x="185" y="171"/>
                  <a:pt x="185" y="171"/>
                </a:cubicBezTo>
                <a:close/>
                <a:moveTo>
                  <a:pt x="185" y="179"/>
                </a:moveTo>
                <a:cubicBezTo>
                  <a:pt x="182" y="179"/>
                  <a:pt x="182" y="179"/>
                  <a:pt x="182" y="179"/>
                </a:cubicBezTo>
                <a:cubicBezTo>
                  <a:pt x="182" y="182"/>
                  <a:pt x="182" y="184"/>
                  <a:pt x="182" y="186"/>
                </a:cubicBezTo>
                <a:cubicBezTo>
                  <a:pt x="183" y="185"/>
                  <a:pt x="184" y="184"/>
                  <a:pt x="185" y="183"/>
                </a:cubicBezTo>
                <a:cubicBezTo>
                  <a:pt x="185" y="199"/>
                  <a:pt x="185" y="199"/>
                  <a:pt x="185" y="199"/>
                </a:cubicBezTo>
                <a:cubicBezTo>
                  <a:pt x="183" y="199"/>
                  <a:pt x="183" y="199"/>
                  <a:pt x="183" y="199"/>
                </a:cubicBezTo>
                <a:cubicBezTo>
                  <a:pt x="179" y="205"/>
                  <a:pt x="174" y="209"/>
                  <a:pt x="175" y="216"/>
                </a:cubicBezTo>
                <a:cubicBezTo>
                  <a:pt x="178" y="218"/>
                  <a:pt x="182" y="220"/>
                  <a:pt x="185" y="222"/>
                </a:cubicBezTo>
                <a:cubicBezTo>
                  <a:pt x="185" y="236"/>
                  <a:pt x="185" y="236"/>
                  <a:pt x="185" y="236"/>
                </a:cubicBezTo>
                <a:cubicBezTo>
                  <a:pt x="184" y="236"/>
                  <a:pt x="183" y="236"/>
                  <a:pt x="183" y="236"/>
                </a:cubicBezTo>
                <a:cubicBezTo>
                  <a:pt x="180" y="231"/>
                  <a:pt x="177" y="228"/>
                  <a:pt x="173" y="226"/>
                </a:cubicBezTo>
                <a:cubicBezTo>
                  <a:pt x="173" y="199"/>
                  <a:pt x="173" y="199"/>
                  <a:pt x="173" y="199"/>
                </a:cubicBezTo>
                <a:cubicBezTo>
                  <a:pt x="181" y="189"/>
                  <a:pt x="181" y="188"/>
                  <a:pt x="182" y="186"/>
                </a:cubicBezTo>
                <a:cubicBezTo>
                  <a:pt x="183" y="185"/>
                  <a:pt x="184" y="184"/>
                  <a:pt x="185" y="183"/>
                </a:cubicBezTo>
                <a:cubicBezTo>
                  <a:pt x="185" y="179"/>
                  <a:pt x="185" y="179"/>
                  <a:pt x="185" y="179"/>
                </a:cubicBezTo>
                <a:close/>
                <a:moveTo>
                  <a:pt x="185" y="294"/>
                </a:moveTo>
                <a:cubicBezTo>
                  <a:pt x="185" y="308"/>
                  <a:pt x="185" y="308"/>
                  <a:pt x="185" y="308"/>
                </a:cubicBezTo>
                <a:cubicBezTo>
                  <a:pt x="184" y="309"/>
                  <a:pt x="184" y="309"/>
                  <a:pt x="184" y="309"/>
                </a:cubicBezTo>
                <a:cubicBezTo>
                  <a:pt x="185" y="309"/>
                  <a:pt x="185" y="309"/>
                  <a:pt x="185" y="309"/>
                </a:cubicBezTo>
                <a:cubicBezTo>
                  <a:pt x="185" y="315"/>
                  <a:pt x="185" y="315"/>
                  <a:pt x="185" y="315"/>
                </a:cubicBezTo>
                <a:cubicBezTo>
                  <a:pt x="181" y="317"/>
                  <a:pt x="179" y="320"/>
                  <a:pt x="177" y="328"/>
                </a:cubicBezTo>
                <a:cubicBezTo>
                  <a:pt x="180" y="327"/>
                  <a:pt x="182" y="326"/>
                  <a:pt x="185" y="326"/>
                </a:cubicBezTo>
                <a:cubicBezTo>
                  <a:pt x="185" y="332"/>
                  <a:pt x="185" y="332"/>
                  <a:pt x="185" y="332"/>
                </a:cubicBezTo>
                <a:cubicBezTo>
                  <a:pt x="179" y="333"/>
                  <a:pt x="176" y="334"/>
                  <a:pt x="173" y="340"/>
                </a:cubicBezTo>
                <a:cubicBezTo>
                  <a:pt x="173" y="321"/>
                  <a:pt x="173" y="321"/>
                  <a:pt x="173" y="321"/>
                </a:cubicBezTo>
                <a:cubicBezTo>
                  <a:pt x="177" y="312"/>
                  <a:pt x="180" y="303"/>
                  <a:pt x="185" y="294"/>
                </a:cubicBezTo>
                <a:close/>
                <a:moveTo>
                  <a:pt x="185" y="342"/>
                </a:moveTo>
                <a:cubicBezTo>
                  <a:pt x="185" y="349"/>
                  <a:pt x="185" y="349"/>
                  <a:pt x="185" y="349"/>
                </a:cubicBezTo>
                <a:cubicBezTo>
                  <a:pt x="180" y="350"/>
                  <a:pt x="176" y="351"/>
                  <a:pt x="173" y="353"/>
                </a:cubicBezTo>
                <a:cubicBezTo>
                  <a:pt x="173" y="346"/>
                  <a:pt x="173" y="346"/>
                  <a:pt x="173" y="346"/>
                </a:cubicBezTo>
                <a:cubicBezTo>
                  <a:pt x="178" y="344"/>
                  <a:pt x="182" y="344"/>
                  <a:pt x="185" y="342"/>
                </a:cubicBezTo>
                <a:close/>
                <a:moveTo>
                  <a:pt x="185" y="359"/>
                </a:moveTo>
                <a:cubicBezTo>
                  <a:pt x="185" y="441"/>
                  <a:pt x="185" y="441"/>
                  <a:pt x="185" y="441"/>
                </a:cubicBezTo>
                <a:cubicBezTo>
                  <a:pt x="180" y="445"/>
                  <a:pt x="175" y="448"/>
                  <a:pt x="173" y="452"/>
                </a:cubicBezTo>
                <a:cubicBezTo>
                  <a:pt x="173" y="443"/>
                  <a:pt x="173" y="443"/>
                  <a:pt x="173" y="443"/>
                </a:cubicBezTo>
                <a:cubicBezTo>
                  <a:pt x="181" y="436"/>
                  <a:pt x="184" y="434"/>
                  <a:pt x="182" y="422"/>
                </a:cubicBezTo>
                <a:cubicBezTo>
                  <a:pt x="178" y="425"/>
                  <a:pt x="175" y="427"/>
                  <a:pt x="173" y="429"/>
                </a:cubicBezTo>
                <a:cubicBezTo>
                  <a:pt x="173" y="422"/>
                  <a:pt x="173" y="422"/>
                  <a:pt x="173" y="422"/>
                </a:cubicBezTo>
                <a:cubicBezTo>
                  <a:pt x="177" y="419"/>
                  <a:pt x="178" y="418"/>
                  <a:pt x="181" y="415"/>
                </a:cubicBezTo>
                <a:cubicBezTo>
                  <a:pt x="181" y="411"/>
                  <a:pt x="181" y="407"/>
                  <a:pt x="181" y="403"/>
                </a:cubicBezTo>
                <a:cubicBezTo>
                  <a:pt x="178" y="405"/>
                  <a:pt x="175" y="407"/>
                  <a:pt x="173" y="408"/>
                </a:cubicBezTo>
                <a:cubicBezTo>
                  <a:pt x="173" y="402"/>
                  <a:pt x="173" y="402"/>
                  <a:pt x="173" y="402"/>
                </a:cubicBezTo>
                <a:cubicBezTo>
                  <a:pt x="180" y="398"/>
                  <a:pt x="186" y="392"/>
                  <a:pt x="181" y="385"/>
                </a:cubicBezTo>
                <a:cubicBezTo>
                  <a:pt x="178" y="387"/>
                  <a:pt x="175" y="388"/>
                  <a:pt x="173" y="389"/>
                </a:cubicBezTo>
                <a:cubicBezTo>
                  <a:pt x="173" y="383"/>
                  <a:pt x="173" y="383"/>
                  <a:pt x="173" y="383"/>
                </a:cubicBezTo>
                <a:cubicBezTo>
                  <a:pt x="181" y="379"/>
                  <a:pt x="184" y="377"/>
                  <a:pt x="183" y="367"/>
                </a:cubicBezTo>
                <a:cubicBezTo>
                  <a:pt x="179" y="368"/>
                  <a:pt x="176" y="369"/>
                  <a:pt x="173" y="370"/>
                </a:cubicBezTo>
                <a:cubicBezTo>
                  <a:pt x="173" y="364"/>
                  <a:pt x="173" y="364"/>
                  <a:pt x="173" y="364"/>
                </a:cubicBezTo>
                <a:cubicBezTo>
                  <a:pt x="177" y="362"/>
                  <a:pt x="181" y="361"/>
                  <a:pt x="185" y="359"/>
                </a:cubicBezTo>
                <a:close/>
                <a:moveTo>
                  <a:pt x="185" y="454"/>
                </a:moveTo>
                <a:cubicBezTo>
                  <a:pt x="185" y="464"/>
                  <a:pt x="185" y="464"/>
                  <a:pt x="185" y="464"/>
                </a:cubicBezTo>
                <a:cubicBezTo>
                  <a:pt x="178" y="470"/>
                  <a:pt x="176" y="475"/>
                  <a:pt x="180" y="487"/>
                </a:cubicBezTo>
                <a:cubicBezTo>
                  <a:pt x="181" y="484"/>
                  <a:pt x="183" y="482"/>
                  <a:pt x="185" y="481"/>
                </a:cubicBezTo>
                <a:cubicBezTo>
                  <a:pt x="185" y="508"/>
                  <a:pt x="185" y="508"/>
                  <a:pt x="185" y="508"/>
                </a:cubicBezTo>
                <a:cubicBezTo>
                  <a:pt x="180" y="501"/>
                  <a:pt x="176" y="493"/>
                  <a:pt x="173" y="484"/>
                </a:cubicBezTo>
                <a:cubicBezTo>
                  <a:pt x="173" y="465"/>
                  <a:pt x="173" y="465"/>
                  <a:pt x="173" y="465"/>
                </a:cubicBezTo>
                <a:cubicBezTo>
                  <a:pt x="173" y="465"/>
                  <a:pt x="174" y="466"/>
                  <a:pt x="174" y="466"/>
                </a:cubicBezTo>
                <a:cubicBezTo>
                  <a:pt x="177" y="463"/>
                  <a:pt x="182" y="459"/>
                  <a:pt x="185" y="454"/>
                </a:cubicBezTo>
                <a:close/>
                <a:moveTo>
                  <a:pt x="185" y="579"/>
                </a:moveTo>
                <a:cubicBezTo>
                  <a:pt x="185" y="593"/>
                  <a:pt x="185" y="593"/>
                  <a:pt x="185" y="593"/>
                </a:cubicBezTo>
                <a:cubicBezTo>
                  <a:pt x="181" y="597"/>
                  <a:pt x="177" y="599"/>
                  <a:pt x="173" y="601"/>
                </a:cubicBezTo>
                <a:cubicBezTo>
                  <a:pt x="173" y="588"/>
                  <a:pt x="173" y="588"/>
                  <a:pt x="173" y="588"/>
                </a:cubicBezTo>
                <a:cubicBezTo>
                  <a:pt x="177" y="585"/>
                  <a:pt x="181" y="582"/>
                  <a:pt x="185" y="579"/>
                </a:cubicBezTo>
                <a:close/>
                <a:moveTo>
                  <a:pt x="185" y="610"/>
                </a:moveTo>
                <a:cubicBezTo>
                  <a:pt x="185" y="621"/>
                  <a:pt x="185" y="621"/>
                  <a:pt x="185" y="621"/>
                </a:cubicBezTo>
                <a:cubicBezTo>
                  <a:pt x="178" y="624"/>
                  <a:pt x="178" y="624"/>
                  <a:pt x="178" y="624"/>
                </a:cubicBezTo>
                <a:cubicBezTo>
                  <a:pt x="173" y="621"/>
                  <a:pt x="173" y="621"/>
                  <a:pt x="173" y="621"/>
                </a:cubicBezTo>
                <a:cubicBezTo>
                  <a:pt x="173" y="616"/>
                  <a:pt x="173" y="616"/>
                  <a:pt x="173" y="616"/>
                </a:cubicBezTo>
                <a:cubicBezTo>
                  <a:pt x="185" y="610"/>
                  <a:pt x="185" y="610"/>
                  <a:pt x="185" y="610"/>
                </a:cubicBezTo>
                <a:close/>
                <a:moveTo>
                  <a:pt x="173" y="571"/>
                </a:moveTo>
                <a:cubicBezTo>
                  <a:pt x="173" y="558"/>
                  <a:pt x="173" y="558"/>
                  <a:pt x="173" y="558"/>
                </a:cubicBezTo>
                <a:cubicBezTo>
                  <a:pt x="174" y="558"/>
                  <a:pt x="174" y="558"/>
                  <a:pt x="174" y="558"/>
                </a:cubicBezTo>
                <a:cubicBezTo>
                  <a:pt x="179" y="564"/>
                  <a:pt x="179" y="564"/>
                  <a:pt x="180" y="567"/>
                </a:cubicBezTo>
                <a:cubicBezTo>
                  <a:pt x="179" y="568"/>
                  <a:pt x="176" y="569"/>
                  <a:pt x="173" y="571"/>
                </a:cubicBezTo>
                <a:close/>
                <a:moveTo>
                  <a:pt x="163" y="77"/>
                </a:moveTo>
                <a:cubicBezTo>
                  <a:pt x="165" y="75"/>
                  <a:pt x="167" y="74"/>
                  <a:pt x="169" y="72"/>
                </a:cubicBezTo>
                <a:cubicBezTo>
                  <a:pt x="171" y="71"/>
                  <a:pt x="172" y="70"/>
                  <a:pt x="173" y="69"/>
                </a:cubicBezTo>
                <a:cubicBezTo>
                  <a:pt x="173" y="77"/>
                  <a:pt x="173" y="77"/>
                  <a:pt x="173" y="77"/>
                </a:cubicBezTo>
                <a:cubicBezTo>
                  <a:pt x="171" y="79"/>
                  <a:pt x="169" y="81"/>
                  <a:pt x="167" y="85"/>
                </a:cubicBezTo>
                <a:cubicBezTo>
                  <a:pt x="173" y="88"/>
                  <a:pt x="173" y="88"/>
                  <a:pt x="173" y="88"/>
                </a:cubicBezTo>
                <a:cubicBezTo>
                  <a:pt x="173" y="97"/>
                  <a:pt x="173" y="97"/>
                  <a:pt x="173" y="97"/>
                </a:cubicBezTo>
                <a:cubicBezTo>
                  <a:pt x="166" y="94"/>
                  <a:pt x="166" y="94"/>
                  <a:pt x="166" y="94"/>
                </a:cubicBezTo>
                <a:cubicBezTo>
                  <a:pt x="164" y="94"/>
                  <a:pt x="164" y="94"/>
                  <a:pt x="163" y="94"/>
                </a:cubicBezTo>
                <a:cubicBezTo>
                  <a:pt x="163" y="77"/>
                  <a:pt x="163" y="77"/>
                  <a:pt x="163" y="77"/>
                </a:cubicBezTo>
                <a:close/>
                <a:moveTo>
                  <a:pt x="173" y="726"/>
                </a:moveTo>
                <a:cubicBezTo>
                  <a:pt x="170" y="723"/>
                  <a:pt x="166" y="721"/>
                  <a:pt x="163" y="717"/>
                </a:cubicBezTo>
                <a:cubicBezTo>
                  <a:pt x="163" y="660"/>
                  <a:pt x="163" y="660"/>
                  <a:pt x="163" y="660"/>
                </a:cubicBezTo>
                <a:cubicBezTo>
                  <a:pt x="164" y="662"/>
                  <a:pt x="165" y="664"/>
                  <a:pt x="167" y="666"/>
                </a:cubicBezTo>
                <a:cubicBezTo>
                  <a:pt x="169" y="667"/>
                  <a:pt x="171" y="668"/>
                  <a:pt x="173" y="669"/>
                </a:cubicBezTo>
                <a:cubicBezTo>
                  <a:pt x="173" y="679"/>
                  <a:pt x="173" y="679"/>
                  <a:pt x="173" y="679"/>
                </a:cubicBezTo>
                <a:cubicBezTo>
                  <a:pt x="171" y="677"/>
                  <a:pt x="169" y="676"/>
                  <a:pt x="167" y="675"/>
                </a:cubicBezTo>
                <a:cubicBezTo>
                  <a:pt x="166" y="687"/>
                  <a:pt x="162" y="698"/>
                  <a:pt x="166" y="710"/>
                </a:cubicBezTo>
                <a:cubicBezTo>
                  <a:pt x="169" y="712"/>
                  <a:pt x="171" y="714"/>
                  <a:pt x="173" y="716"/>
                </a:cubicBezTo>
                <a:cubicBezTo>
                  <a:pt x="173" y="726"/>
                  <a:pt x="173" y="726"/>
                  <a:pt x="173" y="726"/>
                </a:cubicBezTo>
                <a:close/>
                <a:moveTo>
                  <a:pt x="173" y="114"/>
                </a:moveTo>
                <a:cubicBezTo>
                  <a:pt x="173" y="124"/>
                  <a:pt x="173" y="124"/>
                  <a:pt x="173" y="124"/>
                </a:cubicBezTo>
                <a:cubicBezTo>
                  <a:pt x="170" y="129"/>
                  <a:pt x="166" y="132"/>
                  <a:pt x="163" y="135"/>
                </a:cubicBezTo>
                <a:cubicBezTo>
                  <a:pt x="163" y="125"/>
                  <a:pt x="163" y="125"/>
                  <a:pt x="163" y="125"/>
                </a:cubicBezTo>
                <a:cubicBezTo>
                  <a:pt x="163" y="125"/>
                  <a:pt x="164" y="124"/>
                  <a:pt x="164" y="123"/>
                </a:cubicBezTo>
                <a:cubicBezTo>
                  <a:pt x="163" y="123"/>
                  <a:pt x="163" y="123"/>
                  <a:pt x="163" y="123"/>
                </a:cubicBezTo>
                <a:cubicBezTo>
                  <a:pt x="163" y="114"/>
                  <a:pt x="163" y="114"/>
                  <a:pt x="163" y="114"/>
                </a:cubicBezTo>
                <a:cubicBezTo>
                  <a:pt x="166" y="114"/>
                  <a:pt x="166" y="114"/>
                  <a:pt x="166" y="114"/>
                </a:cubicBezTo>
                <a:cubicBezTo>
                  <a:pt x="169" y="114"/>
                  <a:pt x="171" y="114"/>
                  <a:pt x="173" y="114"/>
                </a:cubicBezTo>
                <a:close/>
                <a:moveTo>
                  <a:pt x="173" y="159"/>
                </a:moveTo>
                <a:cubicBezTo>
                  <a:pt x="173" y="184"/>
                  <a:pt x="173" y="184"/>
                  <a:pt x="173" y="184"/>
                </a:cubicBezTo>
                <a:cubicBezTo>
                  <a:pt x="170" y="182"/>
                  <a:pt x="167" y="181"/>
                  <a:pt x="166" y="176"/>
                </a:cubicBezTo>
                <a:cubicBezTo>
                  <a:pt x="165" y="175"/>
                  <a:pt x="164" y="175"/>
                  <a:pt x="163" y="175"/>
                </a:cubicBezTo>
                <a:cubicBezTo>
                  <a:pt x="163" y="167"/>
                  <a:pt x="163" y="167"/>
                  <a:pt x="163" y="167"/>
                </a:cubicBezTo>
                <a:cubicBezTo>
                  <a:pt x="163" y="167"/>
                  <a:pt x="164" y="166"/>
                  <a:pt x="164" y="166"/>
                </a:cubicBezTo>
                <a:cubicBezTo>
                  <a:pt x="165" y="161"/>
                  <a:pt x="165" y="161"/>
                  <a:pt x="166" y="159"/>
                </a:cubicBezTo>
                <a:cubicBezTo>
                  <a:pt x="169" y="159"/>
                  <a:pt x="171" y="159"/>
                  <a:pt x="173" y="159"/>
                </a:cubicBezTo>
                <a:close/>
                <a:moveTo>
                  <a:pt x="173" y="199"/>
                </a:moveTo>
                <a:cubicBezTo>
                  <a:pt x="173" y="226"/>
                  <a:pt x="173" y="226"/>
                  <a:pt x="173" y="226"/>
                </a:cubicBezTo>
                <a:cubicBezTo>
                  <a:pt x="170" y="225"/>
                  <a:pt x="167" y="224"/>
                  <a:pt x="163" y="223"/>
                </a:cubicBezTo>
                <a:cubicBezTo>
                  <a:pt x="163" y="210"/>
                  <a:pt x="163" y="210"/>
                  <a:pt x="163" y="210"/>
                </a:cubicBezTo>
                <a:cubicBezTo>
                  <a:pt x="164" y="209"/>
                  <a:pt x="166" y="207"/>
                  <a:pt x="167" y="205"/>
                </a:cubicBezTo>
                <a:cubicBezTo>
                  <a:pt x="166" y="205"/>
                  <a:pt x="164" y="205"/>
                  <a:pt x="163" y="204"/>
                </a:cubicBezTo>
                <a:cubicBezTo>
                  <a:pt x="163" y="191"/>
                  <a:pt x="163" y="191"/>
                  <a:pt x="163" y="191"/>
                </a:cubicBezTo>
                <a:cubicBezTo>
                  <a:pt x="163" y="192"/>
                  <a:pt x="164" y="192"/>
                  <a:pt x="164" y="192"/>
                </a:cubicBezTo>
                <a:cubicBezTo>
                  <a:pt x="165" y="190"/>
                  <a:pt x="165" y="189"/>
                  <a:pt x="166" y="188"/>
                </a:cubicBezTo>
                <a:cubicBezTo>
                  <a:pt x="167" y="187"/>
                  <a:pt x="169" y="187"/>
                  <a:pt x="171" y="187"/>
                </a:cubicBezTo>
                <a:cubicBezTo>
                  <a:pt x="173" y="191"/>
                  <a:pt x="171" y="197"/>
                  <a:pt x="171" y="202"/>
                </a:cubicBezTo>
                <a:cubicBezTo>
                  <a:pt x="173" y="199"/>
                  <a:pt x="173" y="199"/>
                  <a:pt x="173" y="199"/>
                </a:cubicBezTo>
                <a:close/>
                <a:moveTo>
                  <a:pt x="173" y="321"/>
                </a:moveTo>
                <a:cubicBezTo>
                  <a:pt x="173" y="340"/>
                  <a:pt x="173" y="340"/>
                  <a:pt x="173" y="340"/>
                </a:cubicBezTo>
                <a:cubicBezTo>
                  <a:pt x="173" y="342"/>
                  <a:pt x="172" y="344"/>
                  <a:pt x="171" y="346"/>
                </a:cubicBezTo>
                <a:cubicBezTo>
                  <a:pt x="172" y="346"/>
                  <a:pt x="173" y="346"/>
                  <a:pt x="173" y="346"/>
                </a:cubicBezTo>
                <a:cubicBezTo>
                  <a:pt x="173" y="353"/>
                  <a:pt x="173" y="353"/>
                  <a:pt x="173" y="353"/>
                </a:cubicBezTo>
                <a:cubicBezTo>
                  <a:pt x="170" y="355"/>
                  <a:pt x="169" y="359"/>
                  <a:pt x="168" y="366"/>
                </a:cubicBezTo>
                <a:cubicBezTo>
                  <a:pt x="170" y="366"/>
                  <a:pt x="172" y="365"/>
                  <a:pt x="173" y="364"/>
                </a:cubicBezTo>
                <a:cubicBezTo>
                  <a:pt x="173" y="370"/>
                  <a:pt x="173" y="370"/>
                  <a:pt x="173" y="370"/>
                </a:cubicBezTo>
                <a:cubicBezTo>
                  <a:pt x="168" y="373"/>
                  <a:pt x="166" y="377"/>
                  <a:pt x="166" y="386"/>
                </a:cubicBezTo>
                <a:cubicBezTo>
                  <a:pt x="169" y="385"/>
                  <a:pt x="171" y="384"/>
                  <a:pt x="173" y="383"/>
                </a:cubicBezTo>
                <a:cubicBezTo>
                  <a:pt x="173" y="389"/>
                  <a:pt x="173" y="389"/>
                  <a:pt x="173" y="389"/>
                </a:cubicBezTo>
                <a:cubicBezTo>
                  <a:pt x="166" y="393"/>
                  <a:pt x="165" y="395"/>
                  <a:pt x="164" y="408"/>
                </a:cubicBezTo>
                <a:cubicBezTo>
                  <a:pt x="166" y="406"/>
                  <a:pt x="170" y="404"/>
                  <a:pt x="173" y="402"/>
                </a:cubicBezTo>
                <a:cubicBezTo>
                  <a:pt x="173" y="408"/>
                  <a:pt x="173" y="408"/>
                  <a:pt x="173" y="408"/>
                </a:cubicBezTo>
                <a:cubicBezTo>
                  <a:pt x="167" y="413"/>
                  <a:pt x="165" y="417"/>
                  <a:pt x="166" y="427"/>
                </a:cubicBezTo>
                <a:cubicBezTo>
                  <a:pt x="169" y="425"/>
                  <a:pt x="172" y="423"/>
                  <a:pt x="173" y="422"/>
                </a:cubicBezTo>
                <a:cubicBezTo>
                  <a:pt x="173" y="429"/>
                  <a:pt x="173" y="429"/>
                  <a:pt x="173" y="429"/>
                </a:cubicBezTo>
                <a:cubicBezTo>
                  <a:pt x="170" y="433"/>
                  <a:pt x="169" y="437"/>
                  <a:pt x="169" y="446"/>
                </a:cubicBezTo>
                <a:cubicBezTo>
                  <a:pt x="171" y="445"/>
                  <a:pt x="172" y="444"/>
                  <a:pt x="173" y="443"/>
                </a:cubicBezTo>
                <a:cubicBezTo>
                  <a:pt x="173" y="452"/>
                  <a:pt x="173" y="452"/>
                  <a:pt x="173" y="452"/>
                </a:cubicBezTo>
                <a:cubicBezTo>
                  <a:pt x="172" y="456"/>
                  <a:pt x="171" y="459"/>
                  <a:pt x="173" y="465"/>
                </a:cubicBezTo>
                <a:cubicBezTo>
                  <a:pt x="173" y="484"/>
                  <a:pt x="173" y="484"/>
                  <a:pt x="173" y="484"/>
                </a:cubicBezTo>
                <a:cubicBezTo>
                  <a:pt x="169" y="471"/>
                  <a:pt x="165" y="456"/>
                  <a:pt x="163" y="444"/>
                </a:cubicBezTo>
                <a:cubicBezTo>
                  <a:pt x="163" y="363"/>
                  <a:pt x="163" y="363"/>
                  <a:pt x="163" y="363"/>
                </a:cubicBezTo>
                <a:cubicBezTo>
                  <a:pt x="165" y="349"/>
                  <a:pt x="169" y="335"/>
                  <a:pt x="173" y="321"/>
                </a:cubicBezTo>
                <a:close/>
                <a:moveTo>
                  <a:pt x="173" y="558"/>
                </a:moveTo>
                <a:cubicBezTo>
                  <a:pt x="173" y="571"/>
                  <a:pt x="173" y="571"/>
                  <a:pt x="173" y="571"/>
                </a:cubicBezTo>
                <a:cubicBezTo>
                  <a:pt x="170" y="574"/>
                  <a:pt x="166" y="577"/>
                  <a:pt x="163" y="580"/>
                </a:cubicBezTo>
                <a:cubicBezTo>
                  <a:pt x="163" y="565"/>
                  <a:pt x="163" y="565"/>
                  <a:pt x="163" y="565"/>
                </a:cubicBezTo>
                <a:cubicBezTo>
                  <a:pt x="166" y="562"/>
                  <a:pt x="169" y="560"/>
                  <a:pt x="171" y="558"/>
                </a:cubicBezTo>
                <a:cubicBezTo>
                  <a:pt x="173" y="558"/>
                  <a:pt x="173" y="558"/>
                  <a:pt x="173" y="558"/>
                </a:cubicBezTo>
                <a:close/>
                <a:moveTo>
                  <a:pt x="173" y="588"/>
                </a:moveTo>
                <a:cubicBezTo>
                  <a:pt x="173" y="601"/>
                  <a:pt x="173" y="601"/>
                  <a:pt x="173" y="601"/>
                </a:cubicBezTo>
                <a:cubicBezTo>
                  <a:pt x="170" y="603"/>
                  <a:pt x="167" y="604"/>
                  <a:pt x="163" y="605"/>
                </a:cubicBezTo>
                <a:cubicBezTo>
                  <a:pt x="163" y="593"/>
                  <a:pt x="163" y="593"/>
                  <a:pt x="163" y="593"/>
                </a:cubicBezTo>
                <a:cubicBezTo>
                  <a:pt x="164" y="593"/>
                  <a:pt x="165" y="593"/>
                  <a:pt x="167" y="593"/>
                </a:cubicBezTo>
                <a:cubicBezTo>
                  <a:pt x="169" y="591"/>
                  <a:pt x="171" y="589"/>
                  <a:pt x="173" y="588"/>
                </a:cubicBezTo>
                <a:close/>
                <a:moveTo>
                  <a:pt x="173" y="616"/>
                </a:moveTo>
                <a:cubicBezTo>
                  <a:pt x="173" y="621"/>
                  <a:pt x="173" y="621"/>
                  <a:pt x="173" y="621"/>
                </a:cubicBezTo>
                <a:cubicBezTo>
                  <a:pt x="169" y="618"/>
                  <a:pt x="169" y="618"/>
                  <a:pt x="169" y="618"/>
                </a:cubicBezTo>
                <a:cubicBezTo>
                  <a:pt x="173" y="616"/>
                  <a:pt x="173" y="616"/>
                  <a:pt x="173" y="616"/>
                </a:cubicBezTo>
                <a:close/>
                <a:moveTo>
                  <a:pt x="163" y="549"/>
                </a:moveTo>
                <a:cubicBezTo>
                  <a:pt x="163" y="541"/>
                  <a:pt x="163" y="541"/>
                  <a:pt x="163" y="541"/>
                </a:cubicBezTo>
                <a:cubicBezTo>
                  <a:pt x="164" y="543"/>
                  <a:pt x="165" y="545"/>
                  <a:pt x="166" y="547"/>
                </a:cubicBezTo>
                <a:cubicBezTo>
                  <a:pt x="163" y="549"/>
                  <a:pt x="163" y="549"/>
                  <a:pt x="163" y="549"/>
                </a:cubicBezTo>
                <a:close/>
                <a:moveTo>
                  <a:pt x="163" y="190"/>
                </a:moveTo>
                <a:cubicBezTo>
                  <a:pt x="164" y="188"/>
                  <a:pt x="164" y="187"/>
                  <a:pt x="163" y="184"/>
                </a:cubicBezTo>
                <a:cubicBezTo>
                  <a:pt x="163" y="184"/>
                  <a:pt x="163" y="183"/>
                  <a:pt x="163" y="183"/>
                </a:cubicBezTo>
                <a:lnTo>
                  <a:pt x="163" y="190"/>
                </a:lnTo>
                <a:close/>
                <a:moveTo>
                  <a:pt x="148" y="89"/>
                </a:moveTo>
                <a:cubicBezTo>
                  <a:pt x="153" y="85"/>
                  <a:pt x="158" y="81"/>
                  <a:pt x="163" y="77"/>
                </a:cubicBezTo>
                <a:cubicBezTo>
                  <a:pt x="163" y="94"/>
                  <a:pt x="163" y="94"/>
                  <a:pt x="163" y="94"/>
                </a:cubicBezTo>
                <a:cubicBezTo>
                  <a:pt x="156" y="94"/>
                  <a:pt x="152" y="95"/>
                  <a:pt x="148" y="99"/>
                </a:cubicBezTo>
                <a:cubicBezTo>
                  <a:pt x="148" y="89"/>
                  <a:pt x="148" y="89"/>
                  <a:pt x="148" y="89"/>
                </a:cubicBezTo>
                <a:close/>
                <a:moveTo>
                  <a:pt x="163" y="717"/>
                </a:moveTo>
                <a:cubicBezTo>
                  <a:pt x="161" y="716"/>
                  <a:pt x="159" y="714"/>
                  <a:pt x="158" y="712"/>
                </a:cubicBezTo>
                <a:cubicBezTo>
                  <a:pt x="153" y="710"/>
                  <a:pt x="152" y="709"/>
                  <a:pt x="148" y="706"/>
                </a:cubicBezTo>
                <a:cubicBezTo>
                  <a:pt x="148" y="697"/>
                  <a:pt x="148" y="697"/>
                  <a:pt x="148" y="697"/>
                </a:cubicBezTo>
                <a:cubicBezTo>
                  <a:pt x="150" y="698"/>
                  <a:pt x="152" y="700"/>
                  <a:pt x="154" y="702"/>
                </a:cubicBezTo>
                <a:cubicBezTo>
                  <a:pt x="155" y="695"/>
                  <a:pt x="156" y="689"/>
                  <a:pt x="157" y="683"/>
                </a:cubicBezTo>
                <a:cubicBezTo>
                  <a:pt x="157" y="669"/>
                  <a:pt x="157" y="663"/>
                  <a:pt x="148" y="656"/>
                </a:cubicBezTo>
                <a:cubicBezTo>
                  <a:pt x="148" y="647"/>
                  <a:pt x="148" y="647"/>
                  <a:pt x="148" y="647"/>
                </a:cubicBezTo>
                <a:cubicBezTo>
                  <a:pt x="154" y="651"/>
                  <a:pt x="158" y="655"/>
                  <a:pt x="163" y="660"/>
                </a:cubicBezTo>
                <a:cubicBezTo>
                  <a:pt x="163" y="717"/>
                  <a:pt x="163" y="717"/>
                  <a:pt x="163" y="717"/>
                </a:cubicBezTo>
                <a:close/>
                <a:moveTo>
                  <a:pt x="163" y="114"/>
                </a:moveTo>
                <a:cubicBezTo>
                  <a:pt x="163" y="123"/>
                  <a:pt x="163" y="123"/>
                  <a:pt x="163" y="123"/>
                </a:cubicBezTo>
                <a:cubicBezTo>
                  <a:pt x="157" y="121"/>
                  <a:pt x="152" y="119"/>
                  <a:pt x="148" y="118"/>
                </a:cubicBezTo>
                <a:cubicBezTo>
                  <a:pt x="148" y="108"/>
                  <a:pt x="148" y="108"/>
                  <a:pt x="148" y="108"/>
                </a:cubicBezTo>
                <a:cubicBezTo>
                  <a:pt x="163" y="114"/>
                  <a:pt x="163" y="114"/>
                  <a:pt x="163" y="114"/>
                </a:cubicBezTo>
                <a:close/>
                <a:moveTo>
                  <a:pt x="163" y="125"/>
                </a:moveTo>
                <a:cubicBezTo>
                  <a:pt x="163" y="135"/>
                  <a:pt x="163" y="135"/>
                  <a:pt x="163" y="135"/>
                </a:cubicBezTo>
                <a:cubicBezTo>
                  <a:pt x="159" y="138"/>
                  <a:pt x="156" y="141"/>
                  <a:pt x="151" y="144"/>
                </a:cubicBezTo>
                <a:cubicBezTo>
                  <a:pt x="150" y="145"/>
                  <a:pt x="149" y="147"/>
                  <a:pt x="148" y="148"/>
                </a:cubicBezTo>
                <a:cubicBezTo>
                  <a:pt x="148" y="135"/>
                  <a:pt x="148" y="135"/>
                  <a:pt x="148" y="135"/>
                </a:cubicBezTo>
                <a:cubicBezTo>
                  <a:pt x="154" y="133"/>
                  <a:pt x="158" y="131"/>
                  <a:pt x="163" y="125"/>
                </a:cubicBezTo>
                <a:close/>
                <a:moveTo>
                  <a:pt x="163" y="167"/>
                </a:moveTo>
                <a:cubicBezTo>
                  <a:pt x="163" y="175"/>
                  <a:pt x="163" y="175"/>
                  <a:pt x="163" y="175"/>
                </a:cubicBezTo>
                <a:cubicBezTo>
                  <a:pt x="161" y="175"/>
                  <a:pt x="159" y="174"/>
                  <a:pt x="157" y="173"/>
                </a:cubicBezTo>
                <a:cubicBezTo>
                  <a:pt x="157" y="171"/>
                  <a:pt x="157" y="169"/>
                  <a:pt x="157" y="167"/>
                </a:cubicBezTo>
                <a:cubicBezTo>
                  <a:pt x="159" y="167"/>
                  <a:pt x="161" y="167"/>
                  <a:pt x="163" y="167"/>
                </a:cubicBezTo>
                <a:close/>
                <a:moveTo>
                  <a:pt x="163" y="183"/>
                </a:moveTo>
                <a:cubicBezTo>
                  <a:pt x="163" y="190"/>
                  <a:pt x="163" y="190"/>
                  <a:pt x="163" y="190"/>
                </a:cubicBezTo>
                <a:cubicBezTo>
                  <a:pt x="162" y="191"/>
                  <a:pt x="162" y="191"/>
                  <a:pt x="162" y="191"/>
                </a:cubicBezTo>
                <a:cubicBezTo>
                  <a:pt x="162" y="191"/>
                  <a:pt x="162" y="191"/>
                  <a:pt x="163" y="191"/>
                </a:cubicBezTo>
                <a:cubicBezTo>
                  <a:pt x="163" y="204"/>
                  <a:pt x="163" y="204"/>
                  <a:pt x="163" y="204"/>
                </a:cubicBezTo>
                <a:cubicBezTo>
                  <a:pt x="158" y="203"/>
                  <a:pt x="152" y="199"/>
                  <a:pt x="148" y="196"/>
                </a:cubicBezTo>
                <a:cubicBezTo>
                  <a:pt x="148" y="177"/>
                  <a:pt x="148" y="177"/>
                  <a:pt x="148" y="177"/>
                </a:cubicBezTo>
                <a:cubicBezTo>
                  <a:pt x="150" y="176"/>
                  <a:pt x="151" y="177"/>
                  <a:pt x="154" y="178"/>
                </a:cubicBezTo>
                <a:cubicBezTo>
                  <a:pt x="154" y="180"/>
                  <a:pt x="155" y="182"/>
                  <a:pt x="155" y="184"/>
                </a:cubicBezTo>
                <a:cubicBezTo>
                  <a:pt x="158" y="183"/>
                  <a:pt x="160" y="182"/>
                  <a:pt x="163" y="183"/>
                </a:cubicBezTo>
                <a:close/>
                <a:moveTo>
                  <a:pt x="163" y="210"/>
                </a:moveTo>
                <a:cubicBezTo>
                  <a:pt x="163" y="223"/>
                  <a:pt x="163" y="223"/>
                  <a:pt x="163" y="223"/>
                </a:cubicBezTo>
                <a:cubicBezTo>
                  <a:pt x="161" y="223"/>
                  <a:pt x="160" y="223"/>
                  <a:pt x="158" y="223"/>
                </a:cubicBezTo>
                <a:cubicBezTo>
                  <a:pt x="158" y="220"/>
                  <a:pt x="158" y="217"/>
                  <a:pt x="158" y="215"/>
                </a:cubicBezTo>
                <a:cubicBezTo>
                  <a:pt x="160" y="213"/>
                  <a:pt x="161" y="212"/>
                  <a:pt x="163" y="210"/>
                </a:cubicBezTo>
                <a:close/>
                <a:moveTo>
                  <a:pt x="163" y="363"/>
                </a:moveTo>
                <a:cubicBezTo>
                  <a:pt x="163" y="444"/>
                  <a:pt x="163" y="444"/>
                  <a:pt x="163" y="444"/>
                </a:cubicBezTo>
                <a:cubicBezTo>
                  <a:pt x="162" y="444"/>
                  <a:pt x="162" y="444"/>
                  <a:pt x="162" y="444"/>
                </a:cubicBezTo>
                <a:cubicBezTo>
                  <a:pt x="160" y="425"/>
                  <a:pt x="160" y="412"/>
                  <a:pt x="159" y="405"/>
                </a:cubicBezTo>
                <a:cubicBezTo>
                  <a:pt x="159" y="391"/>
                  <a:pt x="160" y="377"/>
                  <a:pt x="163" y="363"/>
                </a:cubicBezTo>
                <a:close/>
                <a:moveTo>
                  <a:pt x="163" y="541"/>
                </a:moveTo>
                <a:cubicBezTo>
                  <a:pt x="163" y="549"/>
                  <a:pt x="163" y="549"/>
                  <a:pt x="163" y="549"/>
                </a:cubicBezTo>
                <a:cubicBezTo>
                  <a:pt x="158" y="552"/>
                  <a:pt x="153" y="554"/>
                  <a:pt x="148" y="557"/>
                </a:cubicBezTo>
                <a:cubicBezTo>
                  <a:pt x="148" y="544"/>
                  <a:pt x="148" y="544"/>
                  <a:pt x="148" y="544"/>
                </a:cubicBezTo>
                <a:cubicBezTo>
                  <a:pt x="152" y="541"/>
                  <a:pt x="156" y="537"/>
                  <a:pt x="161" y="538"/>
                </a:cubicBezTo>
                <a:cubicBezTo>
                  <a:pt x="162" y="539"/>
                  <a:pt x="162" y="540"/>
                  <a:pt x="163" y="541"/>
                </a:cubicBezTo>
                <a:close/>
                <a:moveTo>
                  <a:pt x="163" y="565"/>
                </a:moveTo>
                <a:cubicBezTo>
                  <a:pt x="163" y="580"/>
                  <a:pt x="163" y="580"/>
                  <a:pt x="163" y="580"/>
                </a:cubicBezTo>
                <a:cubicBezTo>
                  <a:pt x="157" y="586"/>
                  <a:pt x="154" y="591"/>
                  <a:pt x="163" y="593"/>
                </a:cubicBezTo>
                <a:cubicBezTo>
                  <a:pt x="163" y="605"/>
                  <a:pt x="163" y="605"/>
                  <a:pt x="163" y="605"/>
                </a:cubicBezTo>
                <a:cubicBezTo>
                  <a:pt x="162" y="605"/>
                  <a:pt x="162" y="605"/>
                  <a:pt x="161" y="605"/>
                </a:cubicBezTo>
                <a:cubicBezTo>
                  <a:pt x="154" y="600"/>
                  <a:pt x="150" y="595"/>
                  <a:pt x="148" y="591"/>
                </a:cubicBezTo>
                <a:cubicBezTo>
                  <a:pt x="148" y="582"/>
                  <a:pt x="148" y="582"/>
                  <a:pt x="148" y="582"/>
                </a:cubicBezTo>
                <a:cubicBezTo>
                  <a:pt x="150" y="576"/>
                  <a:pt x="156" y="571"/>
                  <a:pt x="163" y="565"/>
                </a:cubicBezTo>
                <a:close/>
                <a:moveTo>
                  <a:pt x="148" y="530"/>
                </a:moveTo>
                <a:cubicBezTo>
                  <a:pt x="148" y="517"/>
                  <a:pt x="148" y="517"/>
                  <a:pt x="148" y="517"/>
                </a:cubicBezTo>
                <a:cubicBezTo>
                  <a:pt x="149" y="517"/>
                  <a:pt x="149" y="517"/>
                  <a:pt x="149" y="517"/>
                </a:cubicBezTo>
                <a:cubicBezTo>
                  <a:pt x="151" y="520"/>
                  <a:pt x="153" y="523"/>
                  <a:pt x="154" y="526"/>
                </a:cubicBezTo>
                <a:cubicBezTo>
                  <a:pt x="151" y="528"/>
                  <a:pt x="150" y="529"/>
                  <a:pt x="148" y="530"/>
                </a:cubicBezTo>
                <a:close/>
                <a:moveTo>
                  <a:pt x="132" y="102"/>
                </a:moveTo>
                <a:cubicBezTo>
                  <a:pt x="137" y="98"/>
                  <a:pt x="143" y="93"/>
                  <a:pt x="148" y="89"/>
                </a:cubicBezTo>
                <a:cubicBezTo>
                  <a:pt x="148" y="99"/>
                  <a:pt x="148" y="99"/>
                  <a:pt x="148" y="99"/>
                </a:cubicBezTo>
                <a:cubicBezTo>
                  <a:pt x="145" y="100"/>
                  <a:pt x="143" y="103"/>
                  <a:pt x="140" y="106"/>
                </a:cubicBezTo>
                <a:cubicBezTo>
                  <a:pt x="148" y="108"/>
                  <a:pt x="148" y="108"/>
                  <a:pt x="148" y="108"/>
                </a:cubicBezTo>
                <a:cubicBezTo>
                  <a:pt x="148" y="118"/>
                  <a:pt x="148" y="118"/>
                  <a:pt x="148" y="118"/>
                </a:cubicBezTo>
                <a:cubicBezTo>
                  <a:pt x="142" y="116"/>
                  <a:pt x="137" y="115"/>
                  <a:pt x="132" y="116"/>
                </a:cubicBezTo>
                <a:cubicBezTo>
                  <a:pt x="132" y="102"/>
                  <a:pt x="132" y="102"/>
                  <a:pt x="132" y="102"/>
                </a:cubicBezTo>
                <a:close/>
                <a:moveTo>
                  <a:pt x="148" y="706"/>
                </a:moveTo>
                <a:cubicBezTo>
                  <a:pt x="145" y="705"/>
                  <a:pt x="142" y="702"/>
                  <a:pt x="136" y="697"/>
                </a:cubicBezTo>
                <a:cubicBezTo>
                  <a:pt x="135" y="696"/>
                  <a:pt x="133" y="694"/>
                  <a:pt x="132" y="693"/>
                </a:cubicBezTo>
                <a:cubicBezTo>
                  <a:pt x="132" y="663"/>
                  <a:pt x="132" y="663"/>
                  <a:pt x="132" y="663"/>
                </a:cubicBezTo>
                <a:cubicBezTo>
                  <a:pt x="134" y="655"/>
                  <a:pt x="135" y="648"/>
                  <a:pt x="132" y="642"/>
                </a:cubicBezTo>
                <a:cubicBezTo>
                  <a:pt x="132" y="628"/>
                  <a:pt x="132" y="628"/>
                  <a:pt x="132" y="628"/>
                </a:cubicBezTo>
                <a:cubicBezTo>
                  <a:pt x="133" y="628"/>
                  <a:pt x="133" y="629"/>
                  <a:pt x="133" y="629"/>
                </a:cubicBezTo>
                <a:cubicBezTo>
                  <a:pt x="137" y="633"/>
                  <a:pt x="140" y="638"/>
                  <a:pt x="143" y="643"/>
                </a:cubicBezTo>
                <a:cubicBezTo>
                  <a:pt x="145" y="644"/>
                  <a:pt x="146" y="645"/>
                  <a:pt x="148" y="647"/>
                </a:cubicBezTo>
                <a:cubicBezTo>
                  <a:pt x="148" y="656"/>
                  <a:pt x="148" y="656"/>
                  <a:pt x="148" y="656"/>
                </a:cubicBezTo>
                <a:cubicBezTo>
                  <a:pt x="147" y="656"/>
                  <a:pt x="145" y="654"/>
                  <a:pt x="143" y="654"/>
                </a:cubicBezTo>
                <a:cubicBezTo>
                  <a:pt x="140" y="674"/>
                  <a:pt x="134" y="684"/>
                  <a:pt x="148" y="697"/>
                </a:cubicBezTo>
                <a:cubicBezTo>
                  <a:pt x="148" y="706"/>
                  <a:pt x="148" y="706"/>
                  <a:pt x="148" y="706"/>
                </a:cubicBezTo>
                <a:close/>
                <a:moveTo>
                  <a:pt x="148" y="135"/>
                </a:moveTo>
                <a:cubicBezTo>
                  <a:pt x="148" y="148"/>
                  <a:pt x="148" y="148"/>
                  <a:pt x="148" y="148"/>
                </a:cubicBezTo>
                <a:cubicBezTo>
                  <a:pt x="143" y="154"/>
                  <a:pt x="139" y="161"/>
                  <a:pt x="132" y="165"/>
                </a:cubicBezTo>
                <a:cubicBezTo>
                  <a:pt x="132" y="154"/>
                  <a:pt x="132" y="154"/>
                  <a:pt x="132" y="154"/>
                </a:cubicBezTo>
                <a:cubicBezTo>
                  <a:pt x="135" y="152"/>
                  <a:pt x="138" y="149"/>
                  <a:pt x="141" y="144"/>
                </a:cubicBezTo>
                <a:cubicBezTo>
                  <a:pt x="138" y="144"/>
                  <a:pt x="135" y="143"/>
                  <a:pt x="132" y="142"/>
                </a:cubicBezTo>
                <a:cubicBezTo>
                  <a:pt x="132" y="133"/>
                  <a:pt x="132" y="133"/>
                  <a:pt x="132" y="133"/>
                </a:cubicBezTo>
                <a:cubicBezTo>
                  <a:pt x="142" y="136"/>
                  <a:pt x="142" y="136"/>
                  <a:pt x="142" y="136"/>
                </a:cubicBezTo>
                <a:cubicBezTo>
                  <a:pt x="144" y="135"/>
                  <a:pt x="146" y="135"/>
                  <a:pt x="148" y="135"/>
                </a:cubicBezTo>
                <a:close/>
                <a:moveTo>
                  <a:pt x="148" y="177"/>
                </a:moveTo>
                <a:cubicBezTo>
                  <a:pt x="148" y="196"/>
                  <a:pt x="148" y="196"/>
                  <a:pt x="148" y="196"/>
                </a:cubicBezTo>
                <a:cubicBezTo>
                  <a:pt x="145" y="194"/>
                  <a:pt x="144" y="192"/>
                  <a:pt x="143" y="190"/>
                </a:cubicBezTo>
                <a:cubicBezTo>
                  <a:pt x="144" y="182"/>
                  <a:pt x="144" y="182"/>
                  <a:pt x="145" y="177"/>
                </a:cubicBezTo>
                <a:cubicBezTo>
                  <a:pt x="147" y="177"/>
                  <a:pt x="147" y="177"/>
                  <a:pt x="148" y="177"/>
                </a:cubicBezTo>
                <a:close/>
                <a:moveTo>
                  <a:pt x="148" y="517"/>
                </a:moveTo>
                <a:cubicBezTo>
                  <a:pt x="148" y="530"/>
                  <a:pt x="148" y="530"/>
                  <a:pt x="148" y="530"/>
                </a:cubicBezTo>
                <a:cubicBezTo>
                  <a:pt x="146" y="531"/>
                  <a:pt x="144" y="532"/>
                  <a:pt x="141" y="534"/>
                </a:cubicBezTo>
                <a:cubicBezTo>
                  <a:pt x="146" y="543"/>
                  <a:pt x="146" y="543"/>
                  <a:pt x="147" y="544"/>
                </a:cubicBezTo>
                <a:cubicBezTo>
                  <a:pt x="148" y="544"/>
                  <a:pt x="148" y="544"/>
                  <a:pt x="148" y="544"/>
                </a:cubicBezTo>
                <a:cubicBezTo>
                  <a:pt x="148" y="557"/>
                  <a:pt x="148" y="557"/>
                  <a:pt x="148" y="557"/>
                </a:cubicBezTo>
                <a:cubicBezTo>
                  <a:pt x="143" y="560"/>
                  <a:pt x="137" y="563"/>
                  <a:pt x="132" y="566"/>
                </a:cubicBezTo>
                <a:cubicBezTo>
                  <a:pt x="132" y="553"/>
                  <a:pt x="132" y="553"/>
                  <a:pt x="132" y="553"/>
                </a:cubicBezTo>
                <a:cubicBezTo>
                  <a:pt x="134" y="552"/>
                  <a:pt x="135" y="551"/>
                  <a:pt x="139" y="550"/>
                </a:cubicBezTo>
                <a:cubicBezTo>
                  <a:pt x="137" y="544"/>
                  <a:pt x="137" y="544"/>
                  <a:pt x="133" y="538"/>
                </a:cubicBezTo>
                <a:cubicBezTo>
                  <a:pt x="132" y="539"/>
                  <a:pt x="132" y="539"/>
                  <a:pt x="132" y="539"/>
                </a:cubicBezTo>
                <a:cubicBezTo>
                  <a:pt x="132" y="525"/>
                  <a:pt x="132" y="525"/>
                  <a:pt x="132" y="525"/>
                </a:cubicBezTo>
                <a:cubicBezTo>
                  <a:pt x="137" y="523"/>
                  <a:pt x="143" y="520"/>
                  <a:pt x="148" y="517"/>
                </a:cubicBezTo>
                <a:close/>
                <a:moveTo>
                  <a:pt x="148" y="582"/>
                </a:moveTo>
                <a:cubicBezTo>
                  <a:pt x="148" y="591"/>
                  <a:pt x="148" y="591"/>
                  <a:pt x="148" y="591"/>
                </a:cubicBezTo>
                <a:cubicBezTo>
                  <a:pt x="147" y="588"/>
                  <a:pt x="147" y="585"/>
                  <a:pt x="148" y="582"/>
                </a:cubicBezTo>
                <a:close/>
                <a:moveTo>
                  <a:pt x="132" y="501"/>
                </a:moveTo>
                <a:cubicBezTo>
                  <a:pt x="132" y="481"/>
                  <a:pt x="132" y="481"/>
                  <a:pt x="132" y="481"/>
                </a:cubicBezTo>
                <a:cubicBezTo>
                  <a:pt x="137" y="486"/>
                  <a:pt x="140" y="494"/>
                  <a:pt x="142" y="505"/>
                </a:cubicBezTo>
                <a:cubicBezTo>
                  <a:pt x="139" y="506"/>
                  <a:pt x="136" y="507"/>
                  <a:pt x="133" y="507"/>
                </a:cubicBezTo>
                <a:cubicBezTo>
                  <a:pt x="133" y="505"/>
                  <a:pt x="133" y="503"/>
                  <a:pt x="132" y="501"/>
                </a:cubicBezTo>
                <a:close/>
                <a:moveTo>
                  <a:pt x="132" y="325"/>
                </a:moveTo>
                <a:cubicBezTo>
                  <a:pt x="132" y="310"/>
                  <a:pt x="132" y="310"/>
                  <a:pt x="132" y="310"/>
                </a:cubicBezTo>
                <a:cubicBezTo>
                  <a:pt x="134" y="310"/>
                  <a:pt x="135" y="311"/>
                  <a:pt x="136" y="311"/>
                </a:cubicBezTo>
                <a:cubicBezTo>
                  <a:pt x="135" y="316"/>
                  <a:pt x="134" y="320"/>
                  <a:pt x="132" y="325"/>
                </a:cubicBezTo>
                <a:close/>
                <a:moveTo>
                  <a:pt x="132" y="273"/>
                </a:moveTo>
                <a:cubicBezTo>
                  <a:pt x="132" y="258"/>
                  <a:pt x="132" y="258"/>
                  <a:pt x="132" y="258"/>
                </a:cubicBezTo>
                <a:cubicBezTo>
                  <a:pt x="139" y="257"/>
                  <a:pt x="143" y="264"/>
                  <a:pt x="137" y="273"/>
                </a:cubicBezTo>
                <a:cubicBezTo>
                  <a:pt x="135" y="273"/>
                  <a:pt x="134" y="273"/>
                  <a:pt x="132" y="273"/>
                </a:cubicBezTo>
                <a:close/>
                <a:moveTo>
                  <a:pt x="125" y="109"/>
                </a:moveTo>
                <a:cubicBezTo>
                  <a:pt x="127" y="107"/>
                  <a:pt x="130" y="104"/>
                  <a:pt x="132" y="102"/>
                </a:cubicBezTo>
                <a:cubicBezTo>
                  <a:pt x="132" y="116"/>
                  <a:pt x="132" y="116"/>
                  <a:pt x="132" y="116"/>
                </a:cubicBezTo>
                <a:cubicBezTo>
                  <a:pt x="130" y="117"/>
                  <a:pt x="127" y="118"/>
                  <a:pt x="125" y="120"/>
                </a:cubicBezTo>
                <a:cubicBezTo>
                  <a:pt x="125" y="109"/>
                  <a:pt x="125" y="109"/>
                  <a:pt x="125" y="109"/>
                </a:cubicBezTo>
                <a:close/>
                <a:moveTo>
                  <a:pt x="132" y="693"/>
                </a:moveTo>
                <a:cubicBezTo>
                  <a:pt x="130" y="690"/>
                  <a:pt x="127" y="688"/>
                  <a:pt x="125" y="685"/>
                </a:cubicBezTo>
                <a:cubicBezTo>
                  <a:pt x="125" y="676"/>
                  <a:pt x="125" y="676"/>
                  <a:pt x="125" y="676"/>
                </a:cubicBezTo>
                <a:cubicBezTo>
                  <a:pt x="126" y="677"/>
                  <a:pt x="127" y="678"/>
                  <a:pt x="128" y="679"/>
                </a:cubicBezTo>
                <a:cubicBezTo>
                  <a:pt x="129" y="673"/>
                  <a:pt x="131" y="668"/>
                  <a:pt x="132" y="663"/>
                </a:cubicBezTo>
                <a:cubicBezTo>
                  <a:pt x="132" y="693"/>
                  <a:pt x="132" y="693"/>
                  <a:pt x="132" y="693"/>
                </a:cubicBezTo>
                <a:close/>
                <a:moveTo>
                  <a:pt x="132" y="133"/>
                </a:moveTo>
                <a:cubicBezTo>
                  <a:pt x="132" y="142"/>
                  <a:pt x="132" y="142"/>
                  <a:pt x="132" y="142"/>
                </a:cubicBezTo>
                <a:cubicBezTo>
                  <a:pt x="130" y="142"/>
                  <a:pt x="127" y="141"/>
                  <a:pt x="125" y="141"/>
                </a:cubicBezTo>
                <a:cubicBezTo>
                  <a:pt x="125" y="131"/>
                  <a:pt x="125" y="131"/>
                  <a:pt x="125" y="131"/>
                </a:cubicBezTo>
                <a:cubicBezTo>
                  <a:pt x="132" y="133"/>
                  <a:pt x="132" y="133"/>
                  <a:pt x="132" y="133"/>
                </a:cubicBezTo>
                <a:close/>
                <a:moveTo>
                  <a:pt x="132" y="154"/>
                </a:moveTo>
                <a:cubicBezTo>
                  <a:pt x="132" y="165"/>
                  <a:pt x="132" y="165"/>
                  <a:pt x="132" y="165"/>
                </a:cubicBezTo>
                <a:cubicBezTo>
                  <a:pt x="132" y="165"/>
                  <a:pt x="131" y="166"/>
                  <a:pt x="130" y="166"/>
                </a:cubicBezTo>
                <a:cubicBezTo>
                  <a:pt x="128" y="169"/>
                  <a:pt x="126" y="172"/>
                  <a:pt x="125" y="175"/>
                </a:cubicBezTo>
                <a:cubicBezTo>
                  <a:pt x="125" y="157"/>
                  <a:pt x="125" y="157"/>
                  <a:pt x="125" y="157"/>
                </a:cubicBezTo>
                <a:cubicBezTo>
                  <a:pt x="128" y="156"/>
                  <a:pt x="130" y="156"/>
                  <a:pt x="132" y="154"/>
                </a:cubicBezTo>
                <a:close/>
                <a:moveTo>
                  <a:pt x="132" y="258"/>
                </a:moveTo>
                <a:cubicBezTo>
                  <a:pt x="132" y="273"/>
                  <a:pt x="132" y="273"/>
                  <a:pt x="132" y="273"/>
                </a:cubicBezTo>
                <a:cubicBezTo>
                  <a:pt x="131" y="273"/>
                  <a:pt x="129" y="273"/>
                  <a:pt x="128" y="273"/>
                </a:cubicBezTo>
                <a:cubicBezTo>
                  <a:pt x="124" y="269"/>
                  <a:pt x="125" y="267"/>
                  <a:pt x="125" y="262"/>
                </a:cubicBezTo>
                <a:cubicBezTo>
                  <a:pt x="128" y="260"/>
                  <a:pt x="130" y="258"/>
                  <a:pt x="132" y="258"/>
                </a:cubicBezTo>
                <a:close/>
                <a:moveTo>
                  <a:pt x="132" y="310"/>
                </a:moveTo>
                <a:cubicBezTo>
                  <a:pt x="132" y="325"/>
                  <a:pt x="132" y="325"/>
                  <a:pt x="132" y="325"/>
                </a:cubicBezTo>
                <a:cubicBezTo>
                  <a:pt x="131" y="331"/>
                  <a:pt x="129" y="336"/>
                  <a:pt x="128" y="342"/>
                </a:cubicBezTo>
                <a:cubicBezTo>
                  <a:pt x="125" y="342"/>
                  <a:pt x="125" y="342"/>
                  <a:pt x="125" y="342"/>
                </a:cubicBezTo>
                <a:cubicBezTo>
                  <a:pt x="125" y="317"/>
                  <a:pt x="125" y="317"/>
                  <a:pt x="125" y="317"/>
                </a:cubicBezTo>
                <a:cubicBezTo>
                  <a:pt x="125" y="317"/>
                  <a:pt x="125" y="317"/>
                  <a:pt x="125" y="317"/>
                </a:cubicBezTo>
                <a:cubicBezTo>
                  <a:pt x="125" y="314"/>
                  <a:pt x="126" y="311"/>
                  <a:pt x="127" y="309"/>
                </a:cubicBezTo>
                <a:cubicBezTo>
                  <a:pt x="128" y="309"/>
                  <a:pt x="130" y="310"/>
                  <a:pt x="132" y="310"/>
                </a:cubicBezTo>
                <a:close/>
                <a:moveTo>
                  <a:pt x="132" y="481"/>
                </a:moveTo>
                <a:cubicBezTo>
                  <a:pt x="132" y="501"/>
                  <a:pt x="132" y="501"/>
                  <a:pt x="132" y="501"/>
                </a:cubicBezTo>
                <a:cubicBezTo>
                  <a:pt x="132" y="499"/>
                  <a:pt x="131" y="496"/>
                  <a:pt x="131" y="493"/>
                </a:cubicBezTo>
                <a:cubicBezTo>
                  <a:pt x="129" y="491"/>
                  <a:pt x="127" y="489"/>
                  <a:pt x="125" y="488"/>
                </a:cubicBezTo>
                <a:cubicBezTo>
                  <a:pt x="125" y="476"/>
                  <a:pt x="125" y="476"/>
                  <a:pt x="125" y="476"/>
                </a:cubicBezTo>
                <a:cubicBezTo>
                  <a:pt x="128" y="477"/>
                  <a:pt x="130" y="479"/>
                  <a:pt x="132" y="481"/>
                </a:cubicBezTo>
                <a:close/>
                <a:moveTo>
                  <a:pt x="132" y="525"/>
                </a:moveTo>
                <a:cubicBezTo>
                  <a:pt x="132" y="539"/>
                  <a:pt x="132" y="539"/>
                  <a:pt x="132" y="539"/>
                </a:cubicBezTo>
                <a:cubicBezTo>
                  <a:pt x="130" y="540"/>
                  <a:pt x="127" y="542"/>
                  <a:pt x="125" y="544"/>
                </a:cubicBezTo>
                <a:cubicBezTo>
                  <a:pt x="125" y="529"/>
                  <a:pt x="125" y="529"/>
                  <a:pt x="125" y="529"/>
                </a:cubicBezTo>
                <a:cubicBezTo>
                  <a:pt x="132" y="525"/>
                  <a:pt x="132" y="525"/>
                  <a:pt x="132" y="525"/>
                </a:cubicBezTo>
                <a:close/>
                <a:moveTo>
                  <a:pt x="132" y="553"/>
                </a:moveTo>
                <a:cubicBezTo>
                  <a:pt x="132" y="566"/>
                  <a:pt x="132" y="566"/>
                  <a:pt x="132" y="566"/>
                </a:cubicBezTo>
                <a:cubicBezTo>
                  <a:pt x="129" y="567"/>
                  <a:pt x="129" y="567"/>
                  <a:pt x="129" y="567"/>
                </a:cubicBezTo>
                <a:cubicBezTo>
                  <a:pt x="128" y="564"/>
                  <a:pt x="126" y="561"/>
                  <a:pt x="125" y="558"/>
                </a:cubicBezTo>
                <a:cubicBezTo>
                  <a:pt x="129" y="555"/>
                  <a:pt x="130" y="554"/>
                  <a:pt x="132" y="553"/>
                </a:cubicBezTo>
                <a:close/>
                <a:moveTo>
                  <a:pt x="132" y="628"/>
                </a:moveTo>
                <a:cubicBezTo>
                  <a:pt x="132" y="642"/>
                  <a:pt x="132" y="642"/>
                  <a:pt x="132" y="642"/>
                </a:cubicBezTo>
                <a:cubicBezTo>
                  <a:pt x="131" y="638"/>
                  <a:pt x="128" y="635"/>
                  <a:pt x="125" y="632"/>
                </a:cubicBezTo>
                <a:cubicBezTo>
                  <a:pt x="125" y="621"/>
                  <a:pt x="125" y="621"/>
                  <a:pt x="125" y="621"/>
                </a:cubicBezTo>
                <a:cubicBezTo>
                  <a:pt x="127" y="623"/>
                  <a:pt x="129" y="626"/>
                  <a:pt x="132" y="628"/>
                </a:cubicBezTo>
                <a:close/>
                <a:moveTo>
                  <a:pt x="125" y="512"/>
                </a:moveTo>
                <a:cubicBezTo>
                  <a:pt x="125" y="505"/>
                  <a:pt x="125" y="505"/>
                  <a:pt x="125" y="505"/>
                </a:cubicBezTo>
                <a:cubicBezTo>
                  <a:pt x="125" y="507"/>
                  <a:pt x="126" y="509"/>
                  <a:pt x="127" y="511"/>
                </a:cubicBezTo>
                <a:cubicBezTo>
                  <a:pt x="125" y="512"/>
                  <a:pt x="125" y="512"/>
                  <a:pt x="125" y="512"/>
                </a:cubicBezTo>
                <a:close/>
                <a:moveTo>
                  <a:pt x="125" y="460"/>
                </a:moveTo>
                <a:cubicBezTo>
                  <a:pt x="125" y="449"/>
                  <a:pt x="125" y="449"/>
                  <a:pt x="125" y="449"/>
                </a:cubicBezTo>
                <a:cubicBezTo>
                  <a:pt x="125" y="449"/>
                  <a:pt x="126" y="449"/>
                  <a:pt x="127" y="450"/>
                </a:cubicBezTo>
                <a:cubicBezTo>
                  <a:pt x="128" y="453"/>
                  <a:pt x="128" y="456"/>
                  <a:pt x="129" y="459"/>
                </a:cubicBezTo>
                <a:cubicBezTo>
                  <a:pt x="125" y="460"/>
                  <a:pt x="125" y="460"/>
                  <a:pt x="125" y="460"/>
                </a:cubicBezTo>
                <a:close/>
                <a:moveTo>
                  <a:pt x="125" y="436"/>
                </a:moveTo>
                <a:cubicBezTo>
                  <a:pt x="125" y="432"/>
                  <a:pt x="125" y="432"/>
                  <a:pt x="125" y="432"/>
                </a:cubicBezTo>
                <a:cubicBezTo>
                  <a:pt x="125" y="435"/>
                  <a:pt x="125" y="435"/>
                  <a:pt x="125" y="435"/>
                </a:cubicBezTo>
                <a:lnTo>
                  <a:pt x="125" y="436"/>
                </a:lnTo>
                <a:close/>
                <a:moveTo>
                  <a:pt x="103" y="132"/>
                </a:moveTo>
                <a:cubicBezTo>
                  <a:pt x="104" y="132"/>
                  <a:pt x="104" y="132"/>
                  <a:pt x="105" y="131"/>
                </a:cubicBezTo>
                <a:cubicBezTo>
                  <a:pt x="111" y="123"/>
                  <a:pt x="118" y="116"/>
                  <a:pt x="125" y="109"/>
                </a:cubicBezTo>
                <a:cubicBezTo>
                  <a:pt x="125" y="120"/>
                  <a:pt x="125" y="120"/>
                  <a:pt x="125" y="120"/>
                </a:cubicBezTo>
                <a:cubicBezTo>
                  <a:pt x="122" y="122"/>
                  <a:pt x="118" y="125"/>
                  <a:pt x="115" y="129"/>
                </a:cubicBezTo>
                <a:cubicBezTo>
                  <a:pt x="118" y="130"/>
                  <a:pt x="121" y="131"/>
                  <a:pt x="125" y="131"/>
                </a:cubicBezTo>
                <a:cubicBezTo>
                  <a:pt x="125" y="141"/>
                  <a:pt x="125" y="141"/>
                  <a:pt x="125" y="141"/>
                </a:cubicBezTo>
                <a:cubicBezTo>
                  <a:pt x="116" y="139"/>
                  <a:pt x="109" y="139"/>
                  <a:pt x="103" y="143"/>
                </a:cubicBezTo>
                <a:cubicBezTo>
                  <a:pt x="103" y="132"/>
                  <a:pt x="103" y="132"/>
                  <a:pt x="103" y="132"/>
                </a:cubicBezTo>
                <a:close/>
                <a:moveTo>
                  <a:pt x="125" y="685"/>
                </a:moveTo>
                <a:cubicBezTo>
                  <a:pt x="118" y="679"/>
                  <a:pt x="111" y="673"/>
                  <a:pt x="106" y="665"/>
                </a:cubicBezTo>
                <a:cubicBezTo>
                  <a:pt x="105" y="664"/>
                  <a:pt x="104" y="664"/>
                  <a:pt x="103" y="663"/>
                </a:cubicBezTo>
                <a:cubicBezTo>
                  <a:pt x="103" y="653"/>
                  <a:pt x="103" y="653"/>
                  <a:pt x="103" y="653"/>
                </a:cubicBezTo>
                <a:cubicBezTo>
                  <a:pt x="104" y="655"/>
                  <a:pt x="104" y="655"/>
                  <a:pt x="104" y="655"/>
                </a:cubicBezTo>
                <a:cubicBezTo>
                  <a:pt x="107" y="646"/>
                  <a:pt x="110" y="637"/>
                  <a:pt x="113" y="629"/>
                </a:cubicBezTo>
                <a:cubicBezTo>
                  <a:pt x="113" y="617"/>
                  <a:pt x="112" y="615"/>
                  <a:pt x="104" y="605"/>
                </a:cubicBezTo>
                <a:cubicBezTo>
                  <a:pt x="104" y="605"/>
                  <a:pt x="103" y="605"/>
                  <a:pt x="103" y="606"/>
                </a:cubicBezTo>
                <a:cubicBezTo>
                  <a:pt x="103" y="592"/>
                  <a:pt x="103" y="592"/>
                  <a:pt x="103" y="592"/>
                </a:cubicBezTo>
                <a:cubicBezTo>
                  <a:pt x="104" y="594"/>
                  <a:pt x="105" y="596"/>
                  <a:pt x="105" y="597"/>
                </a:cubicBezTo>
                <a:cubicBezTo>
                  <a:pt x="114" y="605"/>
                  <a:pt x="118" y="613"/>
                  <a:pt x="125" y="621"/>
                </a:cubicBezTo>
                <a:cubicBezTo>
                  <a:pt x="125" y="632"/>
                  <a:pt x="125" y="632"/>
                  <a:pt x="125" y="632"/>
                </a:cubicBezTo>
                <a:cubicBezTo>
                  <a:pt x="124" y="631"/>
                  <a:pt x="123" y="631"/>
                  <a:pt x="123" y="630"/>
                </a:cubicBezTo>
                <a:cubicBezTo>
                  <a:pt x="115" y="654"/>
                  <a:pt x="110" y="661"/>
                  <a:pt x="125" y="676"/>
                </a:cubicBezTo>
                <a:cubicBezTo>
                  <a:pt x="125" y="685"/>
                  <a:pt x="125" y="685"/>
                  <a:pt x="125" y="685"/>
                </a:cubicBezTo>
                <a:close/>
                <a:moveTo>
                  <a:pt x="125" y="157"/>
                </a:moveTo>
                <a:cubicBezTo>
                  <a:pt x="125" y="175"/>
                  <a:pt x="125" y="175"/>
                  <a:pt x="125" y="175"/>
                </a:cubicBezTo>
                <a:cubicBezTo>
                  <a:pt x="121" y="180"/>
                  <a:pt x="117" y="184"/>
                  <a:pt x="111" y="190"/>
                </a:cubicBezTo>
                <a:cubicBezTo>
                  <a:pt x="108" y="195"/>
                  <a:pt x="106" y="200"/>
                  <a:pt x="103" y="205"/>
                </a:cubicBezTo>
                <a:cubicBezTo>
                  <a:pt x="103" y="182"/>
                  <a:pt x="103" y="182"/>
                  <a:pt x="103" y="182"/>
                </a:cubicBezTo>
                <a:cubicBezTo>
                  <a:pt x="111" y="181"/>
                  <a:pt x="115" y="177"/>
                  <a:pt x="120" y="167"/>
                </a:cubicBezTo>
                <a:cubicBezTo>
                  <a:pt x="111" y="166"/>
                  <a:pt x="107" y="165"/>
                  <a:pt x="103" y="165"/>
                </a:cubicBezTo>
                <a:cubicBezTo>
                  <a:pt x="103" y="156"/>
                  <a:pt x="103" y="156"/>
                  <a:pt x="103" y="156"/>
                </a:cubicBezTo>
                <a:cubicBezTo>
                  <a:pt x="113" y="158"/>
                  <a:pt x="113" y="158"/>
                  <a:pt x="113" y="158"/>
                </a:cubicBezTo>
                <a:cubicBezTo>
                  <a:pt x="118" y="158"/>
                  <a:pt x="121" y="158"/>
                  <a:pt x="125" y="157"/>
                </a:cubicBezTo>
                <a:close/>
                <a:moveTo>
                  <a:pt x="125" y="317"/>
                </a:moveTo>
                <a:cubicBezTo>
                  <a:pt x="125" y="342"/>
                  <a:pt x="125" y="342"/>
                  <a:pt x="125" y="342"/>
                </a:cubicBezTo>
                <a:cubicBezTo>
                  <a:pt x="123" y="342"/>
                  <a:pt x="123" y="342"/>
                  <a:pt x="123" y="342"/>
                </a:cubicBezTo>
                <a:cubicBezTo>
                  <a:pt x="122" y="341"/>
                  <a:pt x="120" y="341"/>
                  <a:pt x="118" y="341"/>
                </a:cubicBezTo>
                <a:cubicBezTo>
                  <a:pt x="119" y="337"/>
                  <a:pt x="120" y="333"/>
                  <a:pt x="121" y="330"/>
                </a:cubicBezTo>
                <a:cubicBezTo>
                  <a:pt x="115" y="328"/>
                  <a:pt x="109" y="327"/>
                  <a:pt x="103" y="325"/>
                </a:cubicBezTo>
                <a:cubicBezTo>
                  <a:pt x="103" y="313"/>
                  <a:pt x="103" y="313"/>
                  <a:pt x="103" y="313"/>
                </a:cubicBezTo>
                <a:cubicBezTo>
                  <a:pt x="110" y="315"/>
                  <a:pt x="118" y="317"/>
                  <a:pt x="125" y="317"/>
                </a:cubicBezTo>
                <a:close/>
                <a:moveTo>
                  <a:pt x="125" y="432"/>
                </a:moveTo>
                <a:cubicBezTo>
                  <a:pt x="125" y="436"/>
                  <a:pt x="125" y="436"/>
                  <a:pt x="125" y="436"/>
                </a:cubicBezTo>
                <a:cubicBezTo>
                  <a:pt x="118" y="440"/>
                  <a:pt x="110" y="446"/>
                  <a:pt x="103" y="451"/>
                </a:cubicBezTo>
                <a:cubicBezTo>
                  <a:pt x="103" y="439"/>
                  <a:pt x="103" y="439"/>
                  <a:pt x="103" y="439"/>
                </a:cubicBezTo>
                <a:cubicBezTo>
                  <a:pt x="105" y="438"/>
                  <a:pt x="107" y="436"/>
                  <a:pt x="109" y="435"/>
                </a:cubicBezTo>
                <a:cubicBezTo>
                  <a:pt x="107" y="435"/>
                  <a:pt x="105" y="436"/>
                  <a:pt x="103" y="436"/>
                </a:cubicBezTo>
                <a:cubicBezTo>
                  <a:pt x="103" y="425"/>
                  <a:pt x="103" y="425"/>
                  <a:pt x="103" y="425"/>
                </a:cubicBezTo>
                <a:cubicBezTo>
                  <a:pt x="123" y="422"/>
                  <a:pt x="123" y="422"/>
                  <a:pt x="123" y="422"/>
                </a:cubicBezTo>
                <a:cubicBezTo>
                  <a:pt x="125" y="432"/>
                  <a:pt x="125" y="432"/>
                  <a:pt x="125" y="432"/>
                </a:cubicBezTo>
                <a:close/>
                <a:moveTo>
                  <a:pt x="125" y="449"/>
                </a:moveTo>
                <a:cubicBezTo>
                  <a:pt x="121" y="449"/>
                  <a:pt x="118" y="450"/>
                  <a:pt x="103" y="452"/>
                </a:cubicBezTo>
                <a:cubicBezTo>
                  <a:pt x="103" y="463"/>
                  <a:pt x="103" y="463"/>
                  <a:pt x="103" y="463"/>
                </a:cubicBezTo>
                <a:cubicBezTo>
                  <a:pt x="110" y="462"/>
                  <a:pt x="118" y="461"/>
                  <a:pt x="125" y="460"/>
                </a:cubicBezTo>
                <a:cubicBezTo>
                  <a:pt x="125" y="449"/>
                  <a:pt x="125" y="449"/>
                  <a:pt x="125" y="449"/>
                </a:cubicBezTo>
                <a:close/>
                <a:moveTo>
                  <a:pt x="125" y="476"/>
                </a:moveTo>
                <a:cubicBezTo>
                  <a:pt x="125" y="488"/>
                  <a:pt x="125" y="488"/>
                  <a:pt x="125" y="488"/>
                </a:cubicBezTo>
                <a:cubicBezTo>
                  <a:pt x="115" y="483"/>
                  <a:pt x="102" y="492"/>
                  <a:pt x="107" y="506"/>
                </a:cubicBezTo>
                <a:cubicBezTo>
                  <a:pt x="110" y="506"/>
                  <a:pt x="110" y="506"/>
                  <a:pt x="114" y="504"/>
                </a:cubicBezTo>
                <a:cubicBezTo>
                  <a:pt x="114" y="502"/>
                  <a:pt x="114" y="500"/>
                  <a:pt x="114" y="498"/>
                </a:cubicBezTo>
                <a:cubicBezTo>
                  <a:pt x="116" y="497"/>
                  <a:pt x="118" y="496"/>
                  <a:pt x="121" y="495"/>
                </a:cubicBezTo>
                <a:cubicBezTo>
                  <a:pt x="122" y="498"/>
                  <a:pt x="123" y="501"/>
                  <a:pt x="125" y="505"/>
                </a:cubicBezTo>
                <a:cubicBezTo>
                  <a:pt x="125" y="512"/>
                  <a:pt x="125" y="512"/>
                  <a:pt x="125" y="512"/>
                </a:cubicBezTo>
                <a:cubicBezTo>
                  <a:pt x="118" y="514"/>
                  <a:pt x="111" y="517"/>
                  <a:pt x="104" y="519"/>
                </a:cubicBezTo>
                <a:cubicBezTo>
                  <a:pt x="103" y="516"/>
                  <a:pt x="103" y="516"/>
                  <a:pt x="103" y="516"/>
                </a:cubicBezTo>
                <a:cubicBezTo>
                  <a:pt x="103" y="480"/>
                  <a:pt x="103" y="480"/>
                  <a:pt x="103" y="480"/>
                </a:cubicBezTo>
                <a:cubicBezTo>
                  <a:pt x="112" y="476"/>
                  <a:pt x="119" y="475"/>
                  <a:pt x="125" y="476"/>
                </a:cubicBezTo>
                <a:close/>
                <a:moveTo>
                  <a:pt x="125" y="529"/>
                </a:moveTo>
                <a:cubicBezTo>
                  <a:pt x="125" y="544"/>
                  <a:pt x="125" y="544"/>
                  <a:pt x="125" y="544"/>
                </a:cubicBezTo>
                <a:cubicBezTo>
                  <a:pt x="122" y="545"/>
                  <a:pt x="120" y="546"/>
                  <a:pt x="117" y="546"/>
                </a:cubicBezTo>
                <a:cubicBezTo>
                  <a:pt x="116" y="543"/>
                  <a:pt x="114" y="539"/>
                  <a:pt x="113" y="536"/>
                </a:cubicBezTo>
                <a:cubicBezTo>
                  <a:pt x="117" y="534"/>
                  <a:pt x="121" y="532"/>
                  <a:pt x="125" y="529"/>
                </a:cubicBezTo>
                <a:close/>
                <a:moveTo>
                  <a:pt x="103" y="409"/>
                </a:moveTo>
                <a:cubicBezTo>
                  <a:pt x="103" y="396"/>
                  <a:pt x="103" y="396"/>
                  <a:pt x="103" y="396"/>
                </a:cubicBezTo>
                <a:cubicBezTo>
                  <a:pt x="109" y="396"/>
                  <a:pt x="116" y="396"/>
                  <a:pt x="122" y="396"/>
                </a:cubicBezTo>
                <a:cubicBezTo>
                  <a:pt x="122" y="400"/>
                  <a:pt x="122" y="404"/>
                  <a:pt x="122" y="409"/>
                </a:cubicBezTo>
                <a:cubicBezTo>
                  <a:pt x="103" y="409"/>
                  <a:pt x="103" y="409"/>
                  <a:pt x="103" y="409"/>
                </a:cubicBezTo>
                <a:close/>
                <a:moveTo>
                  <a:pt x="103" y="378"/>
                </a:moveTo>
                <a:cubicBezTo>
                  <a:pt x="103" y="356"/>
                  <a:pt x="103" y="356"/>
                  <a:pt x="103" y="356"/>
                </a:cubicBezTo>
                <a:cubicBezTo>
                  <a:pt x="106" y="353"/>
                  <a:pt x="109" y="353"/>
                  <a:pt x="116" y="353"/>
                </a:cubicBezTo>
                <a:cubicBezTo>
                  <a:pt x="126" y="360"/>
                  <a:pt x="124" y="371"/>
                  <a:pt x="122" y="382"/>
                </a:cubicBezTo>
                <a:cubicBezTo>
                  <a:pt x="119" y="381"/>
                  <a:pt x="116" y="380"/>
                  <a:pt x="113" y="380"/>
                </a:cubicBezTo>
                <a:cubicBezTo>
                  <a:pt x="115" y="374"/>
                  <a:pt x="114" y="370"/>
                  <a:pt x="114" y="364"/>
                </a:cubicBezTo>
                <a:cubicBezTo>
                  <a:pt x="112" y="364"/>
                  <a:pt x="111" y="364"/>
                  <a:pt x="110" y="365"/>
                </a:cubicBezTo>
                <a:cubicBezTo>
                  <a:pt x="107" y="371"/>
                  <a:pt x="105" y="375"/>
                  <a:pt x="103" y="378"/>
                </a:cubicBezTo>
                <a:close/>
                <a:moveTo>
                  <a:pt x="94" y="141"/>
                </a:moveTo>
                <a:cubicBezTo>
                  <a:pt x="97" y="138"/>
                  <a:pt x="100" y="135"/>
                  <a:pt x="103" y="132"/>
                </a:cubicBezTo>
                <a:cubicBezTo>
                  <a:pt x="103" y="143"/>
                  <a:pt x="103" y="143"/>
                  <a:pt x="103" y="143"/>
                </a:cubicBezTo>
                <a:cubicBezTo>
                  <a:pt x="100" y="146"/>
                  <a:pt x="97" y="149"/>
                  <a:pt x="94" y="154"/>
                </a:cubicBezTo>
                <a:cubicBezTo>
                  <a:pt x="94" y="141"/>
                  <a:pt x="94" y="141"/>
                  <a:pt x="94" y="141"/>
                </a:cubicBezTo>
                <a:close/>
                <a:moveTo>
                  <a:pt x="103" y="663"/>
                </a:moveTo>
                <a:cubicBezTo>
                  <a:pt x="100" y="660"/>
                  <a:pt x="97" y="657"/>
                  <a:pt x="94" y="654"/>
                </a:cubicBezTo>
                <a:cubicBezTo>
                  <a:pt x="94" y="641"/>
                  <a:pt x="94" y="641"/>
                  <a:pt x="94" y="641"/>
                </a:cubicBezTo>
                <a:cubicBezTo>
                  <a:pt x="95" y="644"/>
                  <a:pt x="96" y="645"/>
                  <a:pt x="103" y="653"/>
                </a:cubicBezTo>
                <a:cubicBezTo>
                  <a:pt x="103" y="663"/>
                  <a:pt x="103" y="663"/>
                  <a:pt x="103" y="663"/>
                </a:cubicBezTo>
                <a:close/>
                <a:moveTo>
                  <a:pt x="103" y="156"/>
                </a:moveTo>
                <a:cubicBezTo>
                  <a:pt x="103" y="165"/>
                  <a:pt x="103" y="165"/>
                  <a:pt x="103" y="165"/>
                </a:cubicBezTo>
                <a:cubicBezTo>
                  <a:pt x="100" y="165"/>
                  <a:pt x="97" y="165"/>
                  <a:pt x="94" y="165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103" y="156"/>
                  <a:pt x="103" y="156"/>
                  <a:pt x="103" y="156"/>
                </a:cubicBezTo>
                <a:close/>
                <a:moveTo>
                  <a:pt x="103" y="182"/>
                </a:moveTo>
                <a:cubicBezTo>
                  <a:pt x="103" y="205"/>
                  <a:pt x="103" y="205"/>
                  <a:pt x="103" y="205"/>
                </a:cubicBezTo>
                <a:cubicBezTo>
                  <a:pt x="101" y="209"/>
                  <a:pt x="98" y="212"/>
                  <a:pt x="94" y="215"/>
                </a:cubicBezTo>
                <a:cubicBezTo>
                  <a:pt x="94" y="205"/>
                  <a:pt x="94" y="205"/>
                  <a:pt x="94" y="205"/>
                </a:cubicBezTo>
                <a:cubicBezTo>
                  <a:pt x="96" y="202"/>
                  <a:pt x="98" y="199"/>
                  <a:pt x="101" y="192"/>
                </a:cubicBezTo>
                <a:cubicBezTo>
                  <a:pt x="99" y="192"/>
                  <a:pt x="99" y="193"/>
                  <a:pt x="94" y="192"/>
                </a:cubicBezTo>
                <a:cubicBezTo>
                  <a:pt x="94" y="184"/>
                  <a:pt x="94" y="184"/>
                  <a:pt x="94" y="184"/>
                </a:cubicBezTo>
                <a:cubicBezTo>
                  <a:pt x="95" y="184"/>
                  <a:pt x="95" y="184"/>
                  <a:pt x="95" y="184"/>
                </a:cubicBezTo>
                <a:cubicBezTo>
                  <a:pt x="98" y="184"/>
                  <a:pt x="101" y="183"/>
                  <a:pt x="103" y="182"/>
                </a:cubicBezTo>
                <a:close/>
                <a:moveTo>
                  <a:pt x="103" y="313"/>
                </a:moveTo>
                <a:cubicBezTo>
                  <a:pt x="103" y="325"/>
                  <a:pt x="103" y="325"/>
                  <a:pt x="103" y="325"/>
                </a:cubicBezTo>
                <a:cubicBezTo>
                  <a:pt x="94" y="323"/>
                  <a:pt x="94" y="323"/>
                  <a:pt x="94" y="323"/>
                </a:cubicBezTo>
                <a:cubicBezTo>
                  <a:pt x="94" y="310"/>
                  <a:pt x="94" y="310"/>
                  <a:pt x="94" y="310"/>
                </a:cubicBezTo>
                <a:cubicBezTo>
                  <a:pt x="97" y="311"/>
                  <a:pt x="100" y="312"/>
                  <a:pt x="103" y="313"/>
                </a:cubicBezTo>
                <a:close/>
                <a:moveTo>
                  <a:pt x="103" y="356"/>
                </a:moveTo>
                <a:cubicBezTo>
                  <a:pt x="103" y="378"/>
                  <a:pt x="103" y="378"/>
                  <a:pt x="103" y="378"/>
                </a:cubicBezTo>
                <a:cubicBezTo>
                  <a:pt x="101" y="380"/>
                  <a:pt x="99" y="382"/>
                  <a:pt x="94" y="382"/>
                </a:cubicBezTo>
                <a:cubicBezTo>
                  <a:pt x="94" y="369"/>
                  <a:pt x="94" y="369"/>
                  <a:pt x="94" y="369"/>
                </a:cubicBezTo>
                <a:cubicBezTo>
                  <a:pt x="94" y="369"/>
                  <a:pt x="95" y="369"/>
                  <a:pt x="95" y="369"/>
                </a:cubicBezTo>
                <a:cubicBezTo>
                  <a:pt x="99" y="362"/>
                  <a:pt x="101" y="358"/>
                  <a:pt x="103" y="356"/>
                </a:cubicBezTo>
                <a:close/>
                <a:moveTo>
                  <a:pt x="103" y="396"/>
                </a:moveTo>
                <a:cubicBezTo>
                  <a:pt x="103" y="409"/>
                  <a:pt x="103" y="409"/>
                  <a:pt x="103" y="409"/>
                </a:cubicBezTo>
                <a:cubicBezTo>
                  <a:pt x="94" y="409"/>
                  <a:pt x="94" y="409"/>
                  <a:pt x="94" y="409"/>
                </a:cubicBezTo>
                <a:cubicBezTo>
                  <a:pt x="94" y="397"/>
                  <a:pt x="94" y="397"/>
                  <a:pt x="94" y="397"/>
                </a:cubicBezTo>
                <a:cubicBezTo>
                  <a:pt x="103" y="396"/>
                  <a:pt x="103" y="396"/>
                  <a:pt x="103" y="396"/>
                </a:cubicBezTo>
                <a:close/>
                <a:moveTo>
                  <a:pt x="103" y="425"/>
                </a:moveTo>
                <a:cubicBezTo>
                  <a:pt x="103" y="436"/>
                  <a:pt x="103" y="436"/>
                  <a:pt x="103" y="436"/>
                </a:cubicBezTo>
                <a:cubicBezTo>
                  <a:pt x="100" y="436"/>
                  <a:pt x="97" y="436"/>
                  <a:pt x="94" y="437"/>
                </a:cubicBezTo>
                <a:cubicBezTo>
                  <a:pt x="94" y="426"/>
                  <a:pt x="94" y="426"/>
                  <a:pt x="94" y="426"/>
                </a:cubicBezTo>
                <a:cubicBezTo>
                  <a:pt x="103" y="425"/>
                  <a:pt x="103" y="425"/>
                  <a:pt x="103" y="425"/>
                </a:cubicBezTo>
                <a:close/>
                <a:moveTo>
                  <a:pt x="103" y="439"/>
                </a:moveTo>
                <a:cubicBezTo>
                  <a:pt x="103" y="451"/>
                  <a:pt x="103" y="451"/>
                  <a:pt x="103" y="451"/>
                </a:cubicBezTo>
                <a:cubicBezTo>
                  <a:pt x="102" y="452"/>
                  <a:pt x="102" y="452"/>
                  <a:pt x="102" y="452"/>
                </a:cubicBezTo>
                <a:cubicBezTo>
                  <a:pt x="103" y="452"/>
                  <a:pt x="103" y="452"/>
                  <a:pt x="103" y="452"/>
                </a:cubicBezTo>
                <a:cubicBezTo>
                  <a:pt x="103" y="463"/>
                  <a:pt x="103" y="463"/>
                  <a:pt x="103" y="463"/>
                </a:cubicBezTo>
                <a:cubicBezTo>
                  <a:pt x="100" y="463"/>
                  <a:pt x="97" y="464"/>
                  <a:pt x="94" y="464"/>
                </a:cubicBezTo>
                <a:cubicBezTo>
                  <a:pt x="94" y="446"/>
                  <a:pt x="94" y="446"/>
                  <a:pt x="94" y="446"/>
                </a:cubicBezTo>
                <a:cubicBezTo>
                  <a:pt x="97" y="444"/>
                  <a:pt x="100" y="441"/>
                  <a:pt x="103" y="439"/>
                </a:cubicBezTo>
                <a:close/>
                <a:moveTo>
                  <a:pt x="103" y="480"/>
                </a:moveTo>
                <a:cubicBezTo>
                  <a:pt x="103" y="516"/>
                  <a:pt x="103" y="516"/>
                  <a:pt x="103" y="516"/>
                </a:cubicBezTo>
                <a:cubicBezTo>
                  <a:pt x="97" y="503"/>
                  <a:pt x="94" y="495"/>
                  <a:pt x="101" y="480"/>
                </a:cubicBezTo>
                <a:cubicBezTo>
                  <a:pt x="102" y="480"/>
                  <a:pt x="102" y="480"/>
                  <a:pt x="103" y="480"/>
                </a:cubicBezTo>
                <a:close/>
                <a:moveTo>
                  <a:pt x="103" y="592"/>
                </a:moveTo>
                <a:cubicBezTo>
                  <a:pt x="103" y="606"/>
                  <a:pt x="103" y="606"/>
                  <a:pt x="103" y="606"/>
                </a:cubicBezTo>
                <a:cubicBezTo>
                  <a:pt x="98" y="612"/>
                  <a:pt x="95" y="621"/>
                  <a:pt x="94" y="630"/>
                </a:cubicBezTo>
                <a:cubicBezTo>
                  <a:pt x="94" y="603"/>
                  <a:pt x="94" y="603"/>
                  <a:pt x="94" y="603"/>
                </a:cubicBezTo>
                <a:cubicBezTo>
                  <a:pt x="95" y="598"/>
                  <a:pt x="95" y="595"/>
                  <a:pt x="94" y="592"/>
                </a:cubicBezTo>
                <a:cubicBezTo>
                  <a:pt x="94" y="575"/>
                  <a:pt x="94" y="575"/>
                  <a:pt x="94" y="575"/>
                </a:cubicBezTo>
                <a:cubicBezTo>
                  <a:pt x="98" y="580"/>
                  <a:pt x="101" y="587"/>
                  <a:pt x="103" y="592"/>
                </a:cubicBezTo>
                <a:close/>
                <a:moveTo>
                  <a:pt x="84" y="155"/>
                </a:moveTo>
                <a:cubicBezTo>
                  <a:pt x="87" y="150"/>
                  <a:pt x="90" y="145"/>
                  <a:pt x="94" y="141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65"/>
                  <a:pt x="94" y="165"/>
                  <a:pt x="94" y="165"/>
                </a:cubicBezTo>
                <a:cubicBezTo>
                  <a:pt x="93" y="165"/>
                  <a:pt x="92" y="165"/>
                  <a:pt x="90" y="165"/>
                </a:cubicBezTo>
                <a:cubicBezTo>
                  <a:pt x="88" y="166"/>
                  <a:pt x="86" y="167"/>
                  <a:pt x="84" y="168"/>
                </a:cubicBezTo>
                <a:cubicBezTo>
                  <a:pt x="84" y="155"/>
                  <a:pt x="84" y="155"/>
                  <a:pt x="84" y="155"/>
                </a:cubicBezTo>
                <a:close/>
                <a:moveTo>
                  <a:pt x="94" y="654"/>
                </a:moveTo>
                <a:cubicBezTo>
                  <a:pt x="90" y="650"/>
                  <a:pt x="87" y="646"/>
                  <a:pt x="84" y="642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8" y="616"/>
                  <a:pt x="88" y="616"/>
                  <a:pt x="93" y="606"/>
                </a:cubicBezTo>
                <a:cubicBezTo>
                  <a:pt x="93" y="605"/>
                  <a:pt x="94" y="604"/>
                  <a:pt x="94" y="603"/>
                </a:cubicBezTo>
                <a:cubicBezTo>
                  <a:pt x="94" y="630"/>
                  <a:pt x="94" y="630"/>
                  <a:pt x="94" y="630"/>
                </a:cubicBezTo>
                <a:cubicBezTo>
                  <a:pt x="93" y="634"/>
                  <a:pt x="93" y="637"/>
                  <a:pt x="93" y="639"/>
                </a:cubicBezTo>
                <a:cubicBezTo>
                  <a:pt x="94" y="641"/>
                  <a:pt x="94" y="641"/>
                  <a:pt x="94" y="641"/>
                </a:cubicBezTo>
                <a:cubicBezTo>
                  <a:pt x="94" y="654"/>
                  <a:pt x="94" y="654"/>
                  <a:pt x="94" y="654"/>
                </a:cubicBezTo>
                <a:close/>
                <a:moveTo>
                  <a:pt x="94" y="184"/>
                </a:moveTo>
                <a:cubicBezTo>
                  <a:pt x="94" y="192"/>
                  <a:pt x="94" y="192"/>
                  <a:pt x="94" y="192"/>
                </a:cubicBezTo>
                <a:cubicBezTo>
                  <a:pt x="92" y="192"/>
                  <a:pt x="88" y="192"/>
                  <a:pt x="84" y="192"/>
                </a:cubicBezTo>
                <a:cubicBezTo>
                  <a:pt x="84" y="183"/>
                  <a:pt x="84" y="183"/>
                  <a:pt x="84" y="183"/>
                </a:cubicBezTo>
                <a:cubicBezTo>
                  <a:pt x="87" y="183"/>
                  <a:pt x="91" y="184"/>
                  <a:pt x="94" y="184"/>
                </a:cubicBezTo>
                <a:close/>
                <a:moveTo>
                  <a:pt x="94" y="205"/>
                </a:moveTo>
                <a:cubicBezTo>
                  <a:pt x="94" y="215"/>
                  <a:pt x="94" y="215"/>
                  <a:pt x="94" y="215"/>
                </a:cubicBezTo>
                <a:cubicBezTo>
                  <a:pt x="93" y="215"/>
                  <a:pt x="93" y="216"/>
                  <a:pt x="92" y="216"/>
                </a:cubicBezTo>
                <a:cubicBezTo>
                  <a:pt x="91" y="223"/>
                  <a:pt x="88" y="230"/>
                  <a:pt x="84" y="237"/>
                </a:cubicBezTo>
                <a:cubicBezTo>
                  <a:pt x="84" y="220"/>
                  <a:pt x="84" y="220"/>
                  <a:pt x="84" y="220"/>
                </a:cubicBezTo>
                <a:cubicBezTo>
                  <a:pt x="84" y="219"/>
                  <a:pt x="84" y="219"/>
                  <a:pt x="84" y="219"/>
                </a:cubicBezTo>
                <a:cubicBezTo>
                  <a:pt x="84" y="219"/>
                  <a:pt x="84" y="219"/>
                  <a:pt x="84" y="219"/>
                </a:cubicBezTo>
                <a:cubicBezTo>
                  <a:pt x="84" y="209"/>
                  <a:pt x="84" y="209"/>
                  <a:pt x="84" y="209"/>
                </a:cubicBezTo>
                <a:cubicBezTo>
                  <a:pt x="89" y="208"/>
                  <a:pt x="92" y="207"/>
                  <a:pt x="94" y="205"/>
                </a:cubicBezTo>
                <a:close/>
                <a:moveTo>
                  <a:pt x="94" y="310"/>
                </a:moveTo>
                <a:cubicBezTo>
                  <a:pt x="94" y="323"/>
                  <a:pt x="94" y="323"/>
                  <a:pt x="94" y="323"/>
                </a:cubicBezTo>
                <a:cubicBezTo>
                  <a:pt x="90" y="321"/>
                  <a:pt x="90" y="321"/>
                  <a:pt x="90" y="321"/>
                </a:cubicBezTo>
                <a:cubicBezTo>
                  <a:pt x="91" y="318"/>
                  <a:pt x="92" y="314"/>
                  <a:pt x="92" y="310"/>
                </a:cubicBezTo>
                <a:cubicBezTo>
                  <a:pt x="93" y="310"/>
                  <a:pt x="93" y="310"/>
                  <a:pt x="94" y="310"/>
                </a:cubicBezTo>
                <a:close/>
                <a:moveTo>
                  <a:pt x="94" y="369"/>
                </a:moveTo>
                <a:cubicBezTo>
                  <a:pt x="94" y="382"/>
                  <a:pt x="94" y="382"/>
                  <a:pt x="94" y="382"/>
                </a:cubicBezTo>
                <a:cubicBezTo>
                  <a:pt x="93" y="383"/>
                  <a:pt x="92" y="383"/>
                  <a:pt x="90" y="383"/>
                </a:cubicBezTo>
                <a:cubicBezTo>
                  <a:pt x="88" y="381"/>
                  <a:pt x="86" y="379"/>
                  <a:pt x="84" y="377"/>
                </a:cubicBezTo>
                <a:cubicBezTo>
                  <a:pt x="84" y="351"/>
                  <a:pt x="84" y="351"/>
                  <a:pt x="84" y="351"/>
                </a:cubicBezTo>
                <a:cubicBezTo>
                  <a:pt x="87" y="351"/>
                  <a:pt x="90" y="352"/>
                  <a:pt x="92" y="352"/>
                </a:cubicBezTo>
                <a:cubicBezTo>
                  <a:pt x="90" y="358"/>
                  <a:pt x="89" y="364"/>
                  <a:pt x="90" y="370"/>
                </a:cubicBezTo>
                <a:cubicBezTo>
                  <a:pt x="91" y="370"/>
                  <a:pt x="92" y="369"/>
                  <a:pt x="94" y="369"/>
                </a:cubicBezTo>
                <a:close/>
                <a:moveTo>
                  <a:pt x="94" y="397"/>
                </a:moveTo>
                <a:cubicBezTo>
                  <a:pt x="94" y="409"/>
                  <a:pt x="94" y="409"/>
                  <a:pt x="94" y="409"/>
                </a:cubicBezTo>
                <a:cubicBezTo>
                  <a:pt x="84" y="409"/>
                  <a:pt x="84" y="409"/>
                  <a:pt x="84" y="409"/>
                </a:cubicBezTo>
                <a:cubicBezTo>
                  <a:pt x="84" y="397"/>
                  <a:pt x="84" y="397"/>
                  <a:pt x="84" y="397"/>
                </a:cubicBezTo>
                <a:cubicBezTo>
                  <a:pt x="94" y="397"/>
                  <a:pt x="94" y="397"/>
                  <a:pt x="94" y="397"/>
                </a:cubicBezTo>
                <a:close/>
                <a:moveTo>
                  <a:pt x="94" y="426"/>
                </a:moveTo>
                <a:cubicBezTo>
                  <a:pt x="94" y="437"/>
                  <a:pt x="94" y="437"/>
                  <a:pt x="94" y="437"/>
                </a:cubicBezTo>
                <a:cubicBezTo>
                  <a:pt x="91" y="437"/>
                  <a:pt x="87" y="438"/>
                  <a:pt x="84" y="438"/>
                </a:cubicBezTo>
                <a:cubicBezTo>
                  <a:pt x="84" y="427"/>
                  <a:pt x="84" y="427"/>
                  <a:pt x="84" y="427"/>
                </a:cubicBezTo>
                <a:cubicBezTo>
                  <a:pt x="94" y="426"/>
                  <a:pt x="94" y="426"/>
                  <a:pt x="94" y="426"/>
                </a:cubicBezTo>
                <a:close/>
                <a:moveTo>
                  <a:pt x="94" y="446"/>
                </a:moveTo>
                <a:cubicBezTo>
                  <a:pt x="94" y="464"/>
                  <a:pt x="94" y="464"/>
                  <a:pt x="94" y="464"/>
                </a:cubicBezTo>
                <a:cubicBezTo>
                  <a:pt x="91" y="465"/>
                  <a:pt x="89" y="465"/>
                  <a:pt x="87" y="465"/>
                </a:cubicBezTo>
                <a:cubicBezTo>
                  <a:pt x="86" y="461"/>
                  <a:pt x="86" y="456"/>
                  <a:pt x="86" y="451"/>
                </a:cubicBezTo>
                <a:cubicBezTo>
                  <a:pt x="94" y="446"/>
                  <a:pt x="94" y="446"/>
                  <a:pt x="94" y="446"/>
                </a:cubicBezTo>
                <a:close/>
                <a:moveTo>
                  <a:pt x="94" y="575"/>
                </a:moveTo>
                <a:cubicBezTo>
                  <a:pt x="94" y="592"/>
                  <a:pt x="94" y="592"/>
                  <a:pt x="94" y="592"/>
                </a:cubicBezTo>
                <a:cubicBezTo>
                  <a:pt x="93" y="588"/>
                  <a:pt x="91" y="585"/>
                  <a:pt x="88" y="579"/>
                </a:cubicBezTo>
                <a:cubicBezTo>
                  <a:pt x="87" y="579"/>
                  <a:pt x="86" y="579"/>
                  <a:pt x="86" y="579"/>
                </a:cubicBezTo>
                <a:cubicBezTo>
                  <a:pt x="85" y="581"/>
                  <a:pt x="85" y="582"/>
                  <a:pt x="84" y="583"/>
                </a:cubicBezTo>
                <a:cubicBezTo>
                  <a:pt x="84" y="558"/>
                  <a:pt x="84" y="558"/>
                  <a:pt x="84" y="558"/>
                </a:cubicBezTo>
                <a:cubicBezTo>
                  <a:pt x="86" y="561"/>
                  <a:pt x="87" y="566"/>
                  <a:pt x="88" y="571"/>
                </a:cubicBezTo>
                <a:cubicBezTo>
                  <a:pt x="90" y="572"/>
                  <a:pt x="92" y="573"/>
                  <a:pt x="94" y="575"/>
                </a:cubicBezTo>
                <a:close/>
                <a:moveTo>
                  <a:pt x="76" y="164"/>
                </a:moveTo>
                <a:cubicBezTo>
                  <a:pt x="78" y="162"/>
                  <a:pt x="80" y="160"/>
                  <a:pt x="82" y="158"/>
                </a:cubicBezTo>
                <a:cubicBezTo>
                  <a:pt x="83" y="157"/>
                  <a:pt x="84" y="156"/>
                  <a:pt x="84" y="155"/>
                </a:cubicBezTo>
                <a:cubicBezTo>
                  <a:pt x="84" y="168"/>
                  <a:pt x="84" y="168"/>
                  <a:pt x="84" y="168"/>
                </a:cubicBezTo>
                <a:cubicBezTo>
                  <a:pt x="81" y="170"/>
                  <a:pt x="79" y="172"/>
                  <a:pt x="76" y="176"/>
                </a:cubicBezTo>
                <a:cubicBezTo>
                  <a:pt x="76" y="164"/>
                  <a:pt x="76" y="164"/>
                  <a:pt x="76" y="164"/>
                </a:cubicBezTo>
                <a:close/>
                <a:moveTo>
                  <a:pt x="84" y="642"/>
                </a:moveTo>
                <a:cubicBezTo>
                  <a:pt x="82" y="639"/>
                  <a:pt x="79" y="635"/>
                  <a:pt x="76" y="632"/>
                </a:cubicBezTo>
                <a:cubicBezTo>
                  <a:pt x="76" y="618"/>
                  <a:pt x="76" y="618"/>
                  <a:pt x="76" y="618"/>
                </a:cubicBezTo>
                <a:cubicBezTo>
                  <a:pt x="78" y="621"/>
                  <a:pt x="80" y="624"/>
                  <a:pt x="82" y="628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4" y="642"/>
                  <a:pt x="84" y="642"/>
                  <a:pt x="84" y="642"/>
                </a:cubicBezTo>
                <a:close/>
                <a:moveTo>
                  <a:pt x="84" y="183"/>
                </a:moveTo>
                <a:cubicBezTo>
                  <a:pt x="84" y="192"/>
                  <a:pt x="84" y="192"/>
                  <a:pt x="84" y="192"/>
                </a:cubicBezTo>
                <a:cubicBezTo>
                  <a:pt x="76" y="192"/>
                  <a:pt x="76" y="192"/>
                  <a:pt x="76" y="192"/>
                </a:cubicBezTo>
                <a:cubicBezTo>
                  <a:pt x="76" y="182"/>
                  <a:pt x="76" y="182"/>
                  <a:pt x="76" y="182"/>
                </a:cubicBezTo>
                <a:cubicBezTo>
                  <a:pt x="79" y="182"/>
                  <a:pt x="82" y="183"/>
                  <a:pt x="84" y="183"/>
                </a:cubicBezTo>
                <a:close/>
                <a:moveTo>
                  <a:pt x="84" y="209"/>
                </a:moveTo>
                <a:cubicBezTo>
                  <a:pt x="84" y="219"/>
                  <a:pt x="84" y="219"/>
                  <a:pt x="84" y="219"/>
                </a:cubicBezTo>
                <a:cubicBezTo>
                  <a:pt x="82" y="219"/>
                  <a:pt x="79" y="219"/>
                  <a:pt x="76" y="219"/>
                </a:cubicBezTo>
                <a:cubicBezTo>
                  <a:pt x="76" y="211"/>
                  <a:pt x="76" y="211"/>
                  <a:pt x="76" y="211"/>
                </a:cubicBezTo>
                <a:cubicBezTo>
                  <a:pt x="78" y="210"/>
                  <a:pt x="78" y="210"/>
                  <a:pt x="78" y="210"/>
                </a:cubicBezTo>
                <a:cubicBezTo>
                  <a:pt x="81" y="210"/>
                  <a:pt x="82" y="209"/>
                  <a:pt x="84" y="209"/>
                </a:cubicBezTo>
                <a:close/>
                <a:moveTo>
                  <a:pt x="84" y="220"/>
                </a:moveTo>
                <a:cubicBezTo>
                  <a:pt x="84" y="237"/>
                  <a:pt x="84" y="237"/>
                  <a:pt x="84" y="237"/>
                </a:cubicBezTo>
                <a:cubicBezTo>
                  <a:pt x="83" y="239"/>
                  <a:pt x="81" y="241"/>
                  <a:pt x="79" y="243"/>
                </a:cubicBezTo>
                <a:cubicBezTo>
                  <a:pt x="78" y="247"/>
                  <a:pt x="78" y="250"/>
                  <a:pt x="76" y="254"/>
                </a:cubicBezTo>
                <a:cubicBezTo>
                  <a:pt x="76" y="234"/>
                  <a:pt x="76" y="234"/>
                  <a:pt x="76" y="234"/>
                </a:cubicBezTo>
                <a:cubicBezTo>
                  <a:pt x="77" y="234"/>
                  <a:pt x="78" y="234"/>
                  <a:pt x="78" y="233"/>
                </a:cubicBezTo>
                <a:cubicBezTo>
                  <a:pt x="80" y="229"/>
                  <a:pt x="82" y="224"/>
                  <a:pt x="84" y="220"/>
                </a:cubicBezTo>
                <a:close/>
                <a:moveTo>
                  <a:pt x="84" y="351"/>
                </a:moveTo>
                <a:cubicBezTo>
                  <a:pt x="84" y="377"/>
                  <a:pt x="84" y="377"/>
                  <a:pt x="84" y="377"/>
                </a:cubicBezTo>
                <a:cubicBezTo>
                  <a:pt x="79" y="370"/>
                  <a:pt x="80" y="362"/>
                  <a:pt x="82" y="351"/>
                </a:cubicBezTo>
                <a:cubicBezTo>
                  <a:pt x="83" y="351"/>
                  <a:pt x="84" y="351"/>
                  <a:pt x="84" y="351"/>
                </a:cubicBezTo>
                <a:close/>
                <a:moveTo>
                  <a:pt x="84" y="397"/>
                </a:moveTo>
                <a:cubicBezTo>
                  <a:pt x="84" y="409"/>
                  <a:pt x="84" y="409"/>
                  <a:pt x="84" y="409"/>
                </a:cubicBezTo>
                <a:cubicBezTo>
                  <a:pt x="81" y="409"/>
                  <a:pt x="81" y="409"/>
                  <a:pt x="81" y="409"/>
                </a:cubicBezTo>
                <a:cubicBezTo>
                  <a:pt x="81" y="405"/>
                  <a:pt x="81" y="401"/>
                  <a:pt x="81" y="397"/>
                </a:cubicBezTo>
                <a:cubicBezTo>
                  <a:pt x="84" y="397"/>
                  <a:pt x="84" y="397"/>
                  <a:pt x="84" y="397"/>
                </a:cubicBezTo>
                <a:close/>
                <a:moveTo>
                  <a:pt x="84" y="427"/>
                </a:moveTo>
                <a:cubicBezTo>
                  <a:pt x="84" y="438"/>
                  <a:pt x="84" y="438"/>
                  <a:pt x="84" y="438"/>
                </a:cubicBezTo>
                <a:cubicBezTo>
                  <a:pt x="83" y="438"/>
                  <a:pt x="83" y="438"/>
                  <a:pt x="83" y="438"/>
                </a:cubicBezTo>
                <a:cubicBezTo>
                  <a:pt x="83" y="435"/>
                  <a:pt x="82" y="431"/>
                  <a:pt x="82" y="427"/>
                </a:cubicBezTo>
                <a:cubicBezTo>
                  <a:pt x="84" y="427"/>
                  <a:pt x="84" y="427"/>
                  <a:pt x="84" y="427"/>
                </a:cubicBezTo>
                <a:close/>
                <a:moveTo>
                  <a:pt x="84" y="558"/>
                </a:moveTo>
                <a:cubicBezTo>
                  <a:pt x="84" y="583"/>
                  <a:pt x="84" y="583"/>
                  <a:pt x="84" y="583"/>
                </a:cubicBezTo>
                <a:cubicBezTo>
                  <a:pt x="83" y="585"/>
                  <a:pt x="82" y="588"/>
                  <a:pt x="76" y="597"/>
                </a:cubicBezTo>
                <a:cubicBezTo>
                  <a:pt x="76" y="576"/>
                  <a:pt x="76" y="576"/>
                  <a:pt x="76" y="576"/>
                </a:cubicBezTo>
                <a:cubicBezTo>
                  <a:pt x="79" y="571"/>
                  <a:pt x="79" y="571"/>
                  <a:pt x="79" y="571"/>
                </a:cubicBezTo>
                <a:cubicBezTo>
                  <a:pt x="79" y="567"/>
                  <a:pt x="78" y="563"/>
                  <a:pt x="76" y="560"/>
                </a:cubicBezTo>
                <a:cubicBezTo>
                  <a:pt x="76" y="545"/>
                  <a:pt x="76" y="545"/>
                  <a:pt x="76" y="545"/>
                </a:cubicBezTo>
                <a:cubicBezTo>
                  <a:pt x="80" y="550"/>
                  <a:pt x="82" y="553"/>
                  <a:pt x="84" y="558"/>
                </a:cubicBezTo>
                <a:close/>
                <a:moveTo>
                  <a:pt x="68" y="175"/>
                </a:moveTo>
                <a:cubicBezTo>
                  <a:pt x="71" y="171"/>
                  <a:pt x="73" y="168"/>
                  <a:pt x="76" y="164"/>
                </a:cubicBezTo>
                <a:cubicBezTo>
                  <a:pt x="76" y="176"/>
                  <a:pt x="76" y="176"/>
                  <a:pt x="76" y="176"/>
                </a:cubicBezTo>
                <a:cubicBezTo>
                  <a:pt x="75" y="177"/>
                  <a:pt x="74" y="180"/>
                  <a:pt x="73" y="182"/>
                </a:cubicBezTo>
                <a:cubicBezTo>
                  <a:pt x="76" y="182"/>
                  <a:pt x="76" y="182"/>
                  <a:pt x="76" y="182"/>
                </a:cubicBezTo>
                <a:cubicBezTo>
                  <a:pt x="76" y="192"/>
                  <a:pt x="76" y="192"/>
                  <a:pt x="76" y="192"/>
                </a:cubicBezTo>
                <a:cubicBezTo>
                  <a:pt x="74" y="192"/>
                  <a:pt x="74" y="192"/>
                  <a:pt x="74" y="192"/>
                </a:cubicBezTo>
                <a:cubicBezTo>
                  <a:pt x="72" y="192"/>
                  <a:pt x="70" y="193"/>
                  <a:pt x="68" y="194"/>
                </a:cubicBezTo>
                <a:cubicBezTo>
                  <a:pt x="68" y="175"/>
                  <a:pt x="68" y="175"/>
                  <a:pt x="68" y="175"/>
                </a:cubicBezTo>
                <a:close/>
                <a:moveTo>
                  <a:pt x="76" y="632"/>
                </a:moveTo>
                <a:cubicBezTo>
                  <a:pt x="75" y="630"/>
                  <a:pt x="73" y="627"/>
                  <a:pt x="71" y="625"/>
                </a:cubicBezTo>
                <a:cubicBezTo>
                  <a:pt x="70" y="623"/>
                  <a:pt x="69" y="622"/>
                  <a:pt x="68" y="620"/>
                </a:cubicBezTo>
                <a:cubicBezTo>
                  <a:pt x="68" y="593"/>
                  <a:pt x="68" y="593"/>
                  <a:pt x="68" y="593"/>
                </a:cubicBezTo>
                <a:cubicBezTo>
                  <a:pt x="71" y="587"/>
                  <a:pt x="74" y="582"/>
                  <a:pt x="76" y="576"/>
                </a:cubicBezTo>
                <a:cubicBezTo>
                  <a:pt x="76" y="597"/>
                  <a:pt x="76" y="597"/>
                  <a:pt x="76" y="597"/>
                </a:cubicBezTo>
                <a:cubicBezTo>
                  <a:pt x="74" y="601"/>
                  <a:pt x="74" y="601"/>
                  <a:pt x="74" y="601"/>
                </a:cubicBezTo>
                <a:cubicBezTo>
                  <a:pt x="73" y="609"/>
                  <a:pt x="74" y="614"/>
                  <a:pt x="76" y="618"/>
                </a:cubicBezTo>
                <a:cubicBezTo>
                  <a:pt x="76" y="632"/>
                  <a:pt x="76" y="632"/>
                  <a:pt x="76" y="632"/>
                </a:cubicBezTo>
                <a:close/>
                <a:moveTo>
                  <a:pt x="76" y="211"/>
                </a:moveTo>
                <a:cubicBezTo>
                  <a:pt x="76" y="219"/>
                  <a:pt x="76" y="219"/>
                  <a:pt x="76" y="219"/>
                </a:cubicBezTo>
                <a:cubicBezTo>
                  <a:pt x="73" y="220"/>
                  <a:pt x="71" y="220"/>
                  <a:pt x="68" y="220"/>
                </a:cubicBezTo>
                <a:cubicBezTo>
                  <a:pt x="68" y="211"/>
                  <a:pt x="68" y="211"/>
                  <a:pt x="68" y="211"/>
                </a:cubicBezTo>
                <a:cubicBezTo>
                  <a:pt x="76" y="211"/>
                  <a:pt x="76" y="211"/>
                  <a:pt x="76" y="211"/>
                </a:cubicBezTo>
                <a:close/>
                <a:moveTo>
                  <a:pt x="76" y="234"/>
                </a:moveTo>
                <a:cubicBezTo>
                  <a:pt x="76" y="254"/>
                  <a:pt x="76" y="254"/>
                  <a:pt x="76" y="254"/>
                </a:cubicBezTo>
                <a:cubicBezTo>
                  <a:pt x="75" y="259"/>
                  <a:pt x="72" y="264"/>
                  <a:pt x="68" y="269"/>
                </a:cubicBezTo>
                <a:cubicBezTo>
                  <a:pt x="68" y="253"/>
                  <a:pt x="68" y="253"/>
                  <a:pt x="68" y="253"/>
                </a:cubicBezTo>
                <a:cubicBezTo>
                  <a:pt x="70" y="248"/>
                  <a:pt x="70" y="248"/>
                  <a:pt x="70" y="248"/>
                </a:cubicBezTo>
                <a:cubicBezTo>
                  <a:pt x="68" y="248"/>
                  <a:pt x="68" y="248"/>
                  <a:pt x="68" y="248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71" y="237"/>
                  <a:pt x="74" y="236"/>
                  <a:pt x="76" y="234"/>
                </a:cubicBezTo>
                <a:close/>
                <a:moveTo>
                  <a:pt x="76" y="545"/>
                </a:moveTo>
                <a:cubicBezTo>
                  <a:pt x="76" y="560"/>
                  <a:pt x="76" y="560"/>
                  <a:pt x="76" y="560"/>
                </a:cubicBezTo>
                <a:cubicBezTo>
                  <a:pt x="75" y="557"/>
                  <a:pt x="73" y="554"/>
                  <a:pt x="72" y="551"/>
                </a:cubicBezTo>
                <a:cubicBezTo>
                  <a:pt x="71" y="553"/>
                  <a:pt x="69" y="555"/>
                  <a:pt x="68" y="557"/>
                </a:cubicBezTo>
                <a:cubicBezTo>
                  <a:pt x="68" y="522"/>
                  <a:pt x="68" y="522"/>
                  <a:pt x="68" y="522"/>
                </a:cubicBezTo>
                <a:cubicBezTo>
                  <a:pt x="69" y="524"/>
                  <a:pt x="71" y="527"/>
                  <a:pt x="72" y="530"/>
                </a:cubicBezTo>
                <a:cubicBezTo>
                  <a:pt x="73" y="534"/>
                  <a:pt x="73" y="539"/>
                  <a:pt x="74" y="543"/>
                </a:cubicBezTo>
                <a:cubicBezTo>
                  <a:pt x="75" y="544"/>
                  <a:pt x="76" y="545"/>
                  <a:pt x="76" y="545"/>
                </a:cubicBezTo>
                <a:close/>
                <a:moveTo>
                  <a:pt x="61" y="187"/>
                </a:moveTo>
                <a:cubicBezTo>
                  <a:pt x="63" y="183"/>
                  <a:pt x="66" y="179"/>
                  <a:pt x="68" y="175"/>
                </a:cubicBezTo>
                <a:cubicBezTo>
                  <a:pt x="68" y="194"/>
                  <a:pt x="68" y="194"/>
                  <a:pt x="68" y="194"/>
                </a:cubicBezTo>
                <a:cubicBezTo>
                  <a:pt x="65" y="196"/>
                  <a:pt x="63" y="198"/>
                  <a:pt x="61" y="201"/>
                </a:cubicBezTo>
                <a:cubicBezTo>
                  <a:pt x="61" y="187"/>
                  <a:pt x="61" y="187"/>
                  <a:pt x="61" y="187"/>
                </a:cubicBezTo>
                <a:close/>
                <a:moveTo>
                  <a:pt x="68" y="620"/>
                </a:moveTo>
                <a:cubicBezTo>
                  <a:pt x="66" y="616"/>
                  <a:pt x="65" y="612"/>
                  <a:pt x="63" y="609"/>
                </a:cubicBezTo>
                <a:cubicBezTo>
                  <a:pt x="62" y="608"/>
                  <a:pt x="61" y="607"/>
                  <a:pt x="61" y="607"/>
                </a:cubicBezTo>
                <a:cubicBezTo>
                  <a:pt x="61" y="593"/>
                  <a:pt x="61" y="593"/>
                  <a:pt x="61" y="593"/>
                </a:cubicBezTo>
                <a:cubicBezTo>
                  <a:pt x="62" y="595"/>
                  <a:pt x="63" y="598"/>
                  <a:pt x="64" y="601"/>
                </a:cubicBezTo>
                <a:cubicBezTo>
                  <a:pt x="68" y="593"/>
                  <a:pt x="68" y="593"/>
                  <a:pt x="68" y="593"/>
                </a:cubicBezTo>
                <a:cubicBezTo>
                  <a:pt x="68" y="620"/>
                  <a:pt x="68" y="620"/>
                  <a:pt x="68" y="620"/>
                </a:cubicBezTo>
                <a:close/>
                <a:moveTo>
                  <a:pt x="68" y="211"/>
                </a:moveTo>
                <a:cubicBezTo>
                  <a:pt x="68" y="220"/>
                  <a:pt x="68" y="220"/>
                  <a:pt x="68" y="220"/>
                </a:cubicBezTo>
                <a:cubicBezTo>
                  <a:pt x="65" y="220"/>
                  <a:pt x="63" y="220"/>
                  <a:pt x="61" y="220"/>
                </a:cubicBezTo>
                <a:cubicBezTo>
                  <a:pt x="61" y="211"/>
                  <a:pt x="61" y="211"/>
                  <a:pt x="61" y="211"/>
                </a:cubicBezTo>
                <a:cubicBezTo>
                  <a:pt x="63" y="211"/>
                  <a:pt x="66" y="211"/>
                  <a:pt x="68" y="211"/>
                </a:cubicBezTo>
                <a:close/>
                <a:moveTo>
                  <a:pt x="68" y="238"/>
                </a:moveTo>
                <a:cubicBezTo>
                  <a:pt x="68" y="248"/>
                  <a:pt x="68" y="248"/>
                  <a:pt x="68" y="248"/>
                </a:cubicBezTo>
                <a:cubicBezTo>
                  <a:pt x="65" y="249"/>
                  <a:pt x="63" y="249"/>
                  <a:pt x="61" y="249"/>
                </a:cubicBezTo>
                <a:cubicBezTo>
                  <a:pt x="61" y="239"/>
                  <a:pt x="61" y="239"/>
                  <a:pt x="61" y="239"/>
                </a:cubicBezTo>
                <a:cubicBezTo>
                  <a:pt x="63" y="239"/>
                  <a:pt x="66" y="239"/>
                  <a:pt x="68" y="238"/>
                </a:cubicBezTo>
                <a:close/>
                <a:moveTo>
                  <a:pt x="68" y="253"/>
                </a:moveTo>
                <a:cubicBezTo>
                  <a:pt x="68" y="269"/>
                  <a:pt x="68" y="269"/>
                  <a:pt x="68" y="269"/>
                </a:cubicBezTo>
                <a:cubicBezTo>
                  <a:pt x="68" y="269"/>
                  <a:pt x="67" y="270"/>
                  <a:pt x="67" y="270"/>
                </a:cubicBezTo>
                <a:cubicBezTo>
                  <a:pt x="66" y="278"/>
                  <a:pt x="65" y="288"/>
                  <a:pt x="61" y="295"/>
                </a:cubicBezTo>
                <a:cubicBezTo>
                  <a:pt x="61" y="265"/>
                  <a:pt x="61" y="265"/>
                  <a:pt x="61" y="265"/>
                </a:cubicBezTo>
                <a:cubicBezTo>
                  <a:pt x="61" y="265"/>
                  <a:pt x="62" y="264"/>
                  <a:pt x="62" y="264"/>
                </a:cubicBezTo>
                <a:cubicBezTo>
                  <a:pt x="65" y="261"/>
                  <a:pt x="65" y="260"/>
                  <a:pt x="68" y="253"/>
                </a:cubicBezTo>
                <a:close/>
                <a:moveTo>
                  <a:pt x="68" y="522"/>
                </a:moveTo>
                <a:cubicBezTo>
                  <a:pt x="68" y="557"/>
                  <a:pt x="68" y="557"/>
                  <a:pt x="68" y="557"/>
                </a:cubicBezTo>
                <a:cubicBezTo>
                  <a:pt x="65" y="562"/>
                  <a:pt x="63" y="565"/>
                  <a:pt x="61" y="569"/>
                </a:cubicBezTo>
                <a:cubicBezTo>
                  <a:pt x="61" y="551"/>
                  <a:pt x="61" y="551"/>
                  <a:pt x="61" y="551"/>
                </a:cubicBezTo>
                <a:cubicBezTo>
                  <a:pt x="65" y="543"/>
                  <a:pt x="66" y="535"/>
                  <a:pt x="61" y="523"/>
                </a:cubicBezTo>
                <a:cubicBezTo>
                  <a:pt x="61" y="523"/>
                  <a:pt x="61" y="523"/>
                  <a:pt x="61" y="523"/>
                </a:cubicBezTo>
                <a:cubicBezTo>
                  <a:pt x="61" y="501"/>
                  <a:pt x="61" y="501"/>
                  <a:pt x="61" y="501"/>
                </a:cubicBezTo>
                <a:cubicBezTo>
                  <a:pt x="63" y="508"/>
                  <a:pt x="65" y="515"/>
                  <a:pt x="68" y="522"/>
                </a:cubicBezTo>
                <a:close/>
                <a:moveTo>
                  <a:pt x="53" y="199"/>
                </a:moveTo>
                <a:cubicBezTo>
                  <a:pt x="53" y="198"/>
                  <a:pt x="54" y="197"/>
                  <a:pt x="54" y="196"/>
                </a:cubicBezTo>
                <a:cubicBezTo>
                  <a:pt x="56" y="193"/>
                  <a:pt x="59" y="190"/>
                  <a:pt x="61" y="187"/>
                </a:cubicBezTo>
                <a:cubicBezTo>
                  <a:pt x="61" y="201"/>
                  <a:pt x="61" y="201"/>
                  <a:pt x="61" y="201"/>
                </a:cubicBezTo>
                <a:cubicBezTo>
                  <a:pt x="59" y="204"/>
                  <a:pt x="58" y="207"/>
                  <a:pt x="56" y="211"/>
                </a:cubicBezTo>
                <a:cubicBezTo>
                  <a:pt x="58" y="211"/>
                  <a:pt x="59" y="211"/>
                  <a:pt x="61" y="211"/>
                </a:cubicBezTo>
                <a:cubicBezTo>
                  <a:pt x="61" y="220"/>
                  <a:pt x="61" y="220"/>
                  <a:pt x="61" y="220"/>
                </a:cubicBezTo>
                <a:cubicBezTo>
                  <a:pt x="58" y="221"/>
                  <a:pt x="55" y="222"/>
                  <a:pt x="53" y="223"/>
                </a:cubicBezTo>
                <a:cubicBezTo>
                  <a:pt x="53" y="199"/>
                  <a:pt x="53" y="199"/>
                  <a:pt x="53" y="199"/>
                </a:cubicBezTo>
                <a:close/>
                <a:moveTo>
                  <a:pt x="61" y="607"/>
                </a:moveTo>
                <a:cubicBezTo>
                  <a:pt x="58" y="603"/>
                  <a:pt x="55" y="600"/>
                  <a:pt x="53" y="597"/>
                </a:cubicBezTo>
                <a:cubicBezTo>
                  <a:pt x="53" y="563"/>
                  <a:pt x="53" y="563"/>
                  <a:pt x="53" y="563"/>
                </a:cubicBezTo>
                <a:cubicBezTo>
                  <a:pt x="56" y="558"/>
                  <a:pt x="59" y="554"/>
                  <a:pt x="61" y="551"/>
                </a:cubicBezTo>
                <a:cubicBezTo>
                  <a:pt x="61" y="569"/>
                  <a:pt x="61" y="569"/>
                  <a:pt x="61" y="569"/>
                </a:cubicBezTo>
                <a:cubicBezTo>
                  <a:pt x="56" y="576"/>
                  <a:pt x="56" y="582"/>
                  <a:pt x="61" y="593"/>
                </a:cubicBezTo>
                <a:cubicBezTo>
                  <a:pt x="61" y="607"/>
                  <a:pt x="61" y="607"/>
                  <a:pt x="61" y="607"/>
                </a:cubicBezTo>
                <a:close/>
                <a:moveTo>
                  <a:pt x="61" y="239"/>
                </a:moveTo>
                <a:cubicBezTo>
                  <a:pt x="61" y="249"/>
                  <a:pt x="61" y="249"/>
                  <a:pt x="61" y="249"/>
                </a:cubicBezTo>
                <a:cubicBezTo>
                  <a:pt x="58" y="249"/>
                  <a:pt x="55" y="249"/>
                  <a:pt x="53" y="249"/>
                </a:cubicBezTo>
                <a:cubicBezTo>
                  <a:pt x="53" y="241"/>
                  <a:pt x="53" y="241"/>
                  <a:pt x="53" y="241"/>
                </a:cubicBezTo>
                <a:cubicBezTo>
                  <a:pt x="56" y="240"/>
                  <a:pt x="58" y="240"/>
                  <a:pt x="61" y="239"/>
                </a:cubicBezTo>
                <a:close/>
                <a:moveTo>
                  <a:pt x="61" y="265"/>
                </a:moveTo>
                <a:cubicBezTo>
                  <a:pt x="61" y="295"/>
                  <a:pt x="61" y="295"/>
                  <a:pt x="61" y="295"/>
                </a:cubicBezTo>
                <a:cubicBezTo>
                  <a:pt x="60" y="297"/>
                  <a:pt x="58" y="299"/>
                  <a:pt x="57" y="300"/>
                </a:cubicBezTo>
                <a:cubicBezTo>
                  <a:pt x="56" y="310"/>
                  <a:pt x="56" y="316"/>
                  <a:pt x="53" y="323"/>
                </a:cubicBezTo>
                <a:cubicBezTo>
                  <a:pt x="53" y="290"/>
                  <a:pt x="53" y="290"/>
                  <a:pt x="53" y="290"/>
                </a:cubicBezTo>
                <a:cubicBezTo>
                  <a:pt x="55" y="287"/>
                  <a:pt x="57" y="282"/>
                  <a:pt x="58" y="276"/>
                </a:cubicBezTo>
                <a:cubicBezTo>
                  <a:pt x="56" y="276"/>
                  <a:pt x="55" y="277"/>
                  <a:pt x="53" y="277"/>
                </a:cubicBezTo>
                <a:cubicBezTo>
                  <a:pt x="53" y="268"/>
                  <a:pt x="53" y="268"/>
                  <a:pt x="53" y="268"/>
                </a:cubicBezTo>
                <a:cubicBezTo>
                  <a:pt x="56" y="267"/>
                  <a:pt x="58" y="266"/>
                  <a:pt x="61" y="265"/>
                </a:cubicBezTo>
                <a:close/>
                <a:moveTo>
                  <a:pt x="61" y="501"/>
                </a:moveTo>
                <a:cubicBezTo>
                  <a:pt x="61" y="523"/>
                  <a:pt x="61" y="523"/>
                  <a:pt x="61" y="523"/>
                </a:cubicBezTo>
                <a:cubicBezTo>
                  <a:pt x="60" y="523"/>
                  <a:pt x="59" y="523"/>
                  <a:pt x="58" y="524"/>
                </a:cubicBezTo>
                <a:cubicBezTo>
                  <a:pt x="56" y="526"/>
                  <a:pt x="54" y="528"/>
                  <a:pt x="53" y="530"/>
                </a:cubicBezTo>
                <a:cubicBezTo>
                  <a:pt x="53" y="512"/>
                  <a:pt x="53" y="512"/>
                  <a:pt x="53" y="512"/>
                </a:cubicBezTo>
                <a:cubicBezTo>
                  <a:pt x="53" y="509"/>
                  <a:pt x="53" y="507"/>
                  <a:pt x="53" y="504"/>
                </a:cubicBezTo>
                <a:cubicBezTo>
                  <a:pt x="53" y="469"/>
                  <a:pt x="53" y="469"/>
                  <a:pt x="53" y="469"/>
                </a:cubicBezTo>
                <a:cubicBezTo>
                  <a:pt x="53" y="470"/>
                  <a:pt x="54" y="472"/>
                  <a:pt x="54" y="474"/>
                </a:cubicBezTo>
                <a:cubicBezTo>
                  <a:pt x="54" y="477"/>
                  <a:pt x="54" y="481"/>
                  <a:pt x="54" y="485"/>
                </a:cubicBezTo>
                <a:cubicBezTo>
                  <a:pt x="57" y="491"/>
                  <a:pt x="59" y="496"/>
                  <a:pt x="61" y="501"/>
                </a:cubicBezTo>
                <a:close/>
                <a:moveTo>
                  <a:pt x="44" y="216"/>
                </a:moveTo>
                <a:cubicBezTo>
                  <a:pt x="47" y="210"/>
                  <a:pt x="50" y="204"/>
                  <a:pt x="53" y="199"/>
                </a:cubicBezTo>
                <a:cubicBezTo>
                  <a:pt x="53" y="223"/>
                  <a:pt x="53" y="223"/>
                  <a:pt x="53" y="223"/>
                </a:cubicBezTo>
                <a:cubicBezTo>
                  <a:pt x="50" y="224"/>
                  <a:pt x="47" y="227"/>
                  <a:pt x="44" y="231"/>
                </a:cubicBezTo>
                <a:cubicBezTo>
                  <a:pt x="44" y="216"/>
                  <a:pt x="44" y="216"/>
                  <a:pt x="44" y="216"/>
                </a:cubicBezTo>
                <a:close/>
                <a:moveTo>
                  <a:pt x="53" y="597"/>
                </a:moveTo>
                <a:cubicBezTo>
                  <a:pt x="50" y="592"/>
                  <a:pt x="48" y="586"/>
                  <a:pt x="46" y="580"/>
                </a:cubicBezTo>
                <a:cubicBezTo>
                  <a:pt x="46" y="580"/>
                  <a:pt x="45" y="579"/>
                  <a:pt x="44" y="578"/>
                </a:cubicBezTo>
                <a:cubicBezTo>
                  <a:pt x="44" y="563"/>
                  <a:pt x="44" y="563"/>
                  <a:pt x="44" y="563"/>
                </a:cubicBezTo>
                <a:cubicBezTo>
                  <a:pt x="45" y="565"/>
                  <a:pt x="46" y="567"/>
                  <a:pt x="48" y="570"/>
                </a:cubicBezTo>
                <a:cubicBezTo>
                  <a:pt x="50" y="567"/>
                  <a:pt x="51" y="565"/>
                  <a:pt x="53" y="563"/>
                </a:cubicBezTo>
                <a:cubicBezTo>
                  <a:pt x="53" y="597"/>
                  <a:pt x="53" y="597"/>
                  <a:pt x="53" y="597"/>
                </a:cubicBezTo>
                <a:close/>
                <a:moveTo>
                  <a:pt x="53" y="241"/>
                </a:moveTo>
                <a:cubicBezTo>
                  <a:pt x="53" y="249"/>
                  <a:pt x="53" y="249"/>
                  <a:pt x="53" y="249"/>
                </a:cubicBezTo>
                <a:cubicBezTo>
                  <a:pt x="50" y="249"/>
                  <a:pt x="47" y="250"/>
                  <a:pt x="44" y="251"/>
                </a:cubicBezTo>
                <a:cubicBezTo>
                  <a:pt x="44" y="241"/>
                  <a:pt x="44" y="241"/>
                  <a:pt x="44" y="241"/>
                </a:cubicBezTo>
                <a:cubicBezTo>
                  <a:pt x="47" y="241"/>
                  <a:pt x="50" y="241"/>
                  <a:pt x="53" y="241"/>
                </a:cubicBezTo>
                <a:close/>
                <a:moveTo>
                  <a:pt x="53" y="268"/>
                </a:moveTo>
                <a:cubicBezTo>
                  <a:pt x="53" y="277"/>
                  <a:pt x="53" y="277"/>
                  <a:pt x="53" y="277"/>
                </a:cubicBezTo>
                <a:cubicBezTo>
                  <a:pt x="50" y="278"/>
                  <a:pt x="48" y="278"/>
                  <a:pt x="44" y="279"/>
                </a:cubicBezTo>
                <a:cubicBezTo>
                  <a:pt x="44" y="270"/>
                  <a:pt x="44" y="270"/>
                  <a:pt x="44" y="270"/>
                </a:cubicBezTo>
                <a:cubicBezTo>
                  <a:pt x="47" y="270"/>
                  <a:pt x="50" y="269"/>
                  <a:pt x="53" y="268"/>
                </a:cubicBezTo>
                <a:close/>
                <a:moveTo>
                  <a:pt x="53" y="290"/>
                </a:moveTo>
                <a:cubicBezTo>
                  <a:pt x="53" y="323"/>
                  <a:pt x="53" y="323"/>
                  <a:pt x="53" y="323"/>
                </a:cubicBezTo>
                <a:cubicBezTo>
                  <a:pt x="52" y="325"/>
                  <a:pt x="51" y="327"/>
                  <a:pt x="50" y="330"/>
                </a:cubicBezTo>
                <a:cubicBezTo>
                  <a:pt x="50" y="336"/>
                  <a:pt x="50" y="343"/>
                  <a:pt x="50" y="349"/>
                </a:cubicBezTo>
                <a:cubicBezTo>
                  <a:pt x="45" y="363"/>
                  <a:pt x="47" y="377"/>
                  <a:pt x="44" y="391"/>
                </a:cubicBezTo>
                <a:cubicBezTo>
                  <a:pt x="44" y="323"/>
                  <a:pt x="44" y="323"/>
                  <a:pt x="44" y="323"/>
                </a:cubicBezTo>
                <a:cubicBezTo>
                  <a:pt x="47" y="317"/>
                  <a:pt x="48" y="313"/>
                  <a:pt x="49" y="306"/>
                </a:cubicBezTo>
                <a:cubicBezTo>
                  <a:pt x="48" y="307"/>
                  <a:pt x="46" y="307"/>
                  <a:pt x="44" y="308"/>
                </a:cubicBezTo>
                <a:cubicBezTo>
                  <a:pt x="44" y="298"/>
                  <a:pt x="44" y="298"/>
                  <a:pt x="44" y="298"/>
                </a:cubicBezTo>
                <a:cubicBezTo>
                  <a:pt x="48" y="296"/>
                  <a:pt x="51" y="294"/>
                  <a:pt x="53" y="290"/>
                </a:cubicBezTo>
                <a:close/>
                <a:moveTo>
                  <a:pt x="53" y="469"/>
                </a:moveTo>
                <a:cubicBezTo>
                  <a:pt x="53" y="504"/>
                  <a:pt x="53" y="504"/>
                  <a:pt x="53" y="504"/>
                </a:cubicBezTo>
                <a:cubicBezTo>
                  <a:pt x="52" y="501"/>
                  <a:pt x="51" y="497"/>
                  <a:pt x="50" y="492"/>
                </a:cubicBezTo>
                <a:cubicBezTo>
                  <a:pt x="48" y="495"/>
                  <a:pt x="46" y="496"/>
                  <a:pt x="44" y="498"/>
                </a:cubicBezTo>
                <a:cubicBezTo>
                  <a:pt x="44" y="481"/>
                  <a:pt x="44" y="481"/>
                  <a:pt x="44" y="481"/>
                </a:cubicBezTo>
                <a:cubicBezTo>
                  <a:pt x="45" y="478"/>
                  <a:pt x="46" y="474"/>
                  <a:pt x="44" y="469"/>
                </a:cubicBezTo>
                <a:cubicBezTo>
                  <a:pt x="44" y="398"/>
                  <a:pt x="44" y="398"/>
                  <a:pt x="44" y="398"/>
                </a:cubicBezTo>
                <a:cubicBezTo>
                  <a:pt x="46" y="407"/>
                  <a:pt x="46" y="415"/>
                  <a:pt x="45" y="425"/>
                </a:cubicBezTo>
                <a:cubicBezTo>
                  <a:pt x="49" y="440"/>
                  <a:pt x="49" y="454"/>
                  <a:pt x="53" y="469"/>
                </a:cubicBezTo>
                <a:close/>
                <a:moveTo>
                  <a:pt x="53" y="512"/>
                </a:moveTo>
                <a:cubicBezTo>
                  <a:pt x="53" y="530"/>
                  <a:pt x="53" y="530"/>
                  <a:pt x="53" y="530"/>
                </a:cubicBezTo>
                <a:cubicBezTo>
                  <a:pt x="49" y="535"/>
                  <a:pt x="46" y="538"/>
                  <a:pt x="44" y="542"/>
                </a:cubicBezTo>
                <a:cubicBezTo>
                  <a:pt x="44" y="527"/>
                  <a:pt x="44" y="527"/>
                  <a:pt x="44" y="527"/>
                </a:cubicBezTo>
                <a:cubicBezTo>
                  <a:pt x="49" y="522"/>
                  <a:pt x="52" y="517"/>
                  <a:pt x="53" y="512"/>
                </a:cubicBezTo>
                <a:close/>
                <a:moveTo>
                  <a:pt x="33" y="241"/>
                </a:moveTo>
                <a:cubicBezTo>
                  <a:pt x="36" y="232"/>
                  <a:pt x="40" y="224"/>
                  <a:pt x="44" y="216"/>
                </a:cubicBezTo>
                <a:cubicBezTo>
                  <a:pt x="44" y="231"/>
                  <a:pt x="44" y="231"/>
                  <a:pt x="44" y="231"/>
                </a:cubicBezTo>
                <a:cubicBezTo>
                  <a:pt x="43" y="234"/>
                  <a:pt x="42" y="237"/>
                  <a:pt x="41" y="242"/>
                </a:cubicBezTo>
                <a:cubicBezTo>
                  <a:pt x="42" y="241"/>
                  <a:pt x="43" y="241"/>
                  <a:pt x="44" y="241"/>
                </a:cubicBezTo>
                <a:cubicBezTo>
                  <a:pt x="44" y="251"/>
                  <a:pt x="44" y="251"/>
                  <a:pt x="44" y="251"/>
                </a:cubicBezTo>
                <a:cubicBezTo>
                  <a:pt x="39" y="253"/>
                  <a:pt x="36" y="256"/>
                  <a:pt x="33" y="261"/>
                </a:cubicBezTo>
                <a:cubicBezTo>
                  <a:pt x="33" y="241"/>
                  <a:pt x="33" y="241"/>
                  <a:pt x="33" y="241"/>
                </a:cubicBezTo>
                <a:close/>
                <a:moveTo>
                  <a:pt x="44" y="578"/>
                </a:moveTo>
                <a:cubicBezTo>
                  <a:pt x="40" y="571"/>
                  <a:pt x="36" y="563"/>
                  <a:pt x="33" y="555"/>
                </a:cubicBezTo>
                <a:cubicBezTo>
                  <a:pt x="33" y="537"/>
                  <a:pt x="33" y="537"/>
                  <a:pt x="33" y="537"/>
                </a:cubicBezTo>
                <a:cubicBezTo>
                  <a:pt x="33" y="537"/>
                  <a:pt x="33" y="538"/>
                  <a:pt x="34" y="539"/>
                </a:cubicBezTo>
                <a:cubicBezTo>
                  <a:pt x="38" y="535"/>
                  <a:pt x="42" y="531"/>
                  <a:pt x="44" y="527"/>
                </a:cubicBezTo>
                <a:cubicBezTo>
                  <a:pt x="44" y="542"/>
                  <a:pt x="44" y="542"/>
                  <a:pt x="44" y="542"/>
                </a:cubicBezTo>
                <a:cubicBezTo>
                  <a:pt x="41" y="548"/>
                  <a:pt x="41" y="554"/>
                  <a:pt x="44" y="563"/>
                </a:cubicBezTo>
                <a:cubicBezTo>
                  <a:pt x="44" y="578"/>
                  <a:pt x="44" y="578"/>
                  <a:pt x="44" y="578"/>
                </a:cubicBezTo>
                <a:close/>
                <a:moveTo>
                  <a:pt x="44" y="270"/>
                </a:moveTo>
                <a:cubicBezTo>
                  <a:pt x="44" y="279"/>
                  <a:pt x="44" y="279"/>
                  <a:pt x="44" y="279"/>
                </a:cubicBezTo>
                <a:cubicBezTo>
                  <a:pt x="40" y="280"/>
                  <a:pt x="36" y="281"/>
                  <a:pt x="33" y="282"/>
                </a:cubicBezTo>
                <a:cubicBezTo>
                  <a:pt x="33" y="273"/>
                  <a:pt x="33" y="273"/>
                  <a:pt x="33" y="273"/>
                </a:cubicBezTo>
                <a:cubicBezTo>
                  <a:pt x="37" y="272"/>
                  <a:pt x="41" y="271"/>
                  <a:pt x="44" y="270"/>
                </a:cubicBezTo>
                <a:close/>
                <a:moveTo>
                  <a:pt x="44" y="298"/>
                </a:moveTo>
                <a:cubicBezTo>
                  <a:pt x="44" y="308"/>
                  <a:pt x="44" y="308"/>
                  <a:pt x="44" y="308"/>
                </a:cubicBezTo>
                <a:cubicBezTo>
                  <a:pt x="40" y="309"/>
                  <a:pt x="36" y="310"/>
                  <a:pt x="33" y="311"/>
                </a:cubicBezTo>
                <a:cubicBezTo>
                  <a:pt x="33" y="302"/>
                  <a:pt x="33" y="302"/>
                  <a:pt x="33" y="302"/>
                </a:cubicBezTo>
                <a:cubicBezTo>
                  <a:pt x="37" y="301"/>
                  <a:pt x="41" y="300"/>
                  <a:pt x="44" y="298"/>
                </a:cubicBezTo>
                <a:close/>
                <a:moveTo>
                  <a:pt x="44" y="323"/>
                </a:moveTo>
                <a:cubicBezTo>
                  <a:pt x="44" y="391"/>
                  <a:pt x="44" y="391"/>
                  <a:pt x="44" y="391"/>
                </a:cubicBezTo>
                <a:cubicBezTo>
                  <a:pt x="44" y="392"/>
                  <a:pt x="44" y="393"/>
                  <a:pt x="44" y="395"/>
                </a:cubicBezTo>
                <a:cubicBezTo>
                  <a:pt x="44" y="396"/>
                  <a:pt x="44" y="397"/>
                  <a:pt x="44" y="398"/>
                </a:cubicBezTo>
                <a:cubicBezTo>
                  <a:pt x="44" y="469"/>
                  <a:pt x="44" y="469"/>
                  <a:pt x="44" y="469"/>
                </a:cubicBezTo>
                <a:cubicBezTo>
                  <a:pt x="44" y="467"/>
                  <a:pt x="43" y="465"/>
                  <a:pt x="42" y="462"/>
                </a:cubicBezTo>
                <a:cubicBezTo>
                  <a:pt x="39" y="465"/>
                  <a:pt x="35" y="468"/>
                  <a:pt x="33" y="470"/>
                </a:cubicBezTo>
                <a:cubicBezTo>
                  <a:pt x="33" y="459"/>
                  <a:pt x="33" y="459"/>
                  <a:pt x="33" y="459"/>
                </a:cubicBezTo>
                <a:cubicBezTo>
                  <a:pt x="39" y="452"/>
                  <a:pt x="43" y="445"/>
                  <a:pt x="39" y="432"/>
                </a:cubicBezTo>
                <a:cubicBezTo>
                  <a:pt x="38" y="432"/>
                  <a:pt x="36" y="433"/>
                  <a:pt x="33" y="436"/>
                </a:cubicBezTo>
                <a:cubicBezTo>
                  <a:pt x="33" y="423"/>
                  <a:pt x="33" y="423"/>
                  <a:pt x="33" y="423"/>
                </a:cubicBezTo>
                <a:cubicBezTo>
                  <a:pt x="38" y="417"/>
                  <a:pt x="41" y="409"/>
                  <a:pt x="36" y="400"/>
                </a:cubicBezTo>
                <a:cubicBezTo>
                  <a:pt x="35" y="400"/>
                  <a:pt x="34" y="401"/>
                  <a:pt x="33" y="402"/>
                </a:cubicBezTo>
                <a:cubicBezTo>
                  <a:pt x="33" y="391"/>
                  <a:pt x="33" y="391"/>
                  <a:pt x="33" y="391"/>
                </a:cubicBezTo>
                <a:cubicBezTo>
                  <a:pt x="34" y="390"/>
                  <a:pt x="35" y="389"/>
                  <a:pt x="35" y="389"/>
                </a:cubicBezTo>
                <a:cubicBezTo>
                  <a:pt x="39" y="382"/>
                  <a:pt x="37" y="375"/>
                  <a:pt x="37" y="368"/>
                </a:cubicBezTo>
                <a:cubicBezTo>
                  <a:pt x="36" y="369"/>
                  <a:pt x="34" y="370"/>
                  <a:pt x="33" y="371"/>
                </a:cubicBezTo>
                <a:cubicBezTo>
                  <a:pt x="33" y="360"/>
                  <a:pt x="33" y="360"/>
                  <a:pt x="33" y="360"/>
                </a:cubicBezTo>
                <a:cubicBezTo>
                  <a:pt x="41" y="354"/>
                  <a:pt x="41" y="350"/>
                  <a:pt x="41" y="337"/>
                </a:cubicBezTo>
                <a:cubicBezTo>
                  <a:pt x="39" y="338"/>
                  <a:pt x="36" y="339"/>
                  <a:pt x="33" y="341"/>
                </a:cubicBezTo>
                <a:cubicBezTo>
                  <a:pt x="33" y="330"/>
                  <a:pt x="33" y="330"/>
                  <a:pt x="33" y="330"/>
                </a:cubicBezTo>
                <a:cubicBezTo>
                  <a:pt x="36" y="329"/>
                  <a:pt x="40" y="327"/>
                  <a:pt x="43" y="326"/>
                </a:cubicBezTo>
                <a:cubicBezTo>
                  <a:pt x="44" y="325"/>
                  <a:pt x="44" y="324"/>
                  <a:pt x="44" y="323"/>
                </a:cubicBezTo>
                <a:close/>
                <a:moveTo>
                  <a:pt x="44" y="481"/>
                </a:moveTo>
                <a:cubicBezTo>
                  <a:pt x="44" y="498"/>
                  <a:pt x="44" y="498"/>
                  <a:pt x="44" y="498"/>
                </a:cubicBezTo>
                <a:cubicBezTo>
                  <a:pt x="42" y="500"/>
                  <a:pt x="40" y="503"/>
                  <a:pt x="34" y="508"/>
                </a:cubicBezTo>
                <a:cubicBezTo>
                  <a:pt x="34" y="509"/>
                  <a:pt x="33" y="510"/>
                  <a:pt x="33" y="511"/>
                </a:cubicBezTo>
                <a:cubicBezTo>
                  <a:pt x="33" y="498"/>
                  <a:pt x="33" y="498"/>
                  <a:pt x="33" y="498"/>
                </a:cubicBezTo>
                <a:cubicBezTo>
                  <a:pt x="38" y="492"/>
                  <a:pt x="43" y="487"/>
                  <a:pt x="44" y="481"/>
                </a:cubicBezTo>
                <a:close/>
                <a:moveTo>
                  <a:pt x="0" y="436"/>
                </a:moveTo>
                <a:cubicBezTo>
                  <a:pt x="0" y="410"/>
                  <a:pt x="0" y="384"/>
                  <a:pt x="0" y="357"/>
                </a:cubicBezTo>
                <a:cubicBezTo>
                  <a:pt x="5" y="355"/>
                  <a:pt x="5" y="335"/>
                  <a:pt x="5" y="330"/>
                </a:cubicBezTo>
                <a:cubicBezTo>
                  <a:pt x="10" y="313"/>
                  <a:pt x="10" y="296"/>
                  <a:pt x="19" y="280"/>
                </a:cubicBezTo>
                <a:cubicBezTo>
                  <a:pt x="21" y="269"/>
                  <a:pt x="22" y="257"/>
                  <a:pt x="31" y="249"/>
                </a:cubicBezTo>
                <a:cubicBezTo>
                  <a:pt x="31" y="246"/>
                  <a:pt x="32" y="244"/>
                  <a:pt x="33" y="241"/>
                </a:cubicBezTo>
                <a:cubicBezTo>
                  <a:pt x="33" y="261"/>
                  <a:pt x="33" y="261"/>
                  <a:pt x="33" y="261"/>
                </a:cubicBezTo>
                <a:cubicBezTo>
                  <a:pt x="31" y="264"/>
                  <a:pt x="29" y="269"/>
                  <a:pt x="28" y="273"/>
                </a:cubicBezTo>
                <a:cubicBezTo>
                  <a:pt x="29" y="273"/>
                  <a:pt x="31" y="273"/>
                  <a:pt x="33" y="273"/>
                </a:cubicBezTo>
                <a:cubicBezTo>
                  <a:pt x="33" y="282"/>
                  <a:pt x="33" y="282"/>
                  <a:pt x="33" y="282"/>
                </a:cubicBezTo>
                <a:cubicBezTo>
                  <a:pt x="32" y="282"/>
                  <a:pt x="32" y="282"/>
                  <a:pt x="31" y="282"/>
                </a:cubicBezTo>
                <a:cubicBezTo>
                  <a:pt x="22" y="290"/>
                  <a:pt x="20" y="295"/>
                  <a:pt x="18" y="306"/>
                </a:cubicBezTo>
                <a:cubicBezTo>
                  <a:pt x="24" y="305"/>
                  <a:pt x="28" y="303"/>
                  <a:pt x="33" y="302"/>
                </a:cubicBezTo>
                <a:cubicBezTo>
                  <a:pt x="33" y="311"/>
                  <a:pt x="33" y="311"/>
                  <a:pt x="33" y="311"/>
                </a:cubicBezTo>
                <a:cubicBezTo>
                  <a:pt x="20" y="315"/>
                  <a:pt x="13" y="320"/>
                  <a:pt x="12" y="339"/>
                </a:cubicBezTo>
                <a:cubicBezTo>
                  <a:pt x="19" y="336"/>
                  <a:pt x="26" y="333"/>
                  <a:pt x="33" y="330"/>
                </a:cubicBezTo>
                <a:cubicBezTo>
                  <a:pt x="33" y="341"/>
                  <a:pt x="33" y="341"/>
                  <a:pt x="33" y="341"/>
                </a:cubicBezTo>
                <a:cubicBezTo>
                  <a:pt x="27" y="343"/>
                  <a:pt x="19" y="346"/>
                  <a:pt x="14" y="349"/>
                </a:cubicBezTo>
                <a:cubicBezTo>
                  <a:pt x="10" y="357"/>
                  <a:pt x="8" y="364"/>
                  <a:pt x="9" y="372"/>
                </a:cubicBezTo>
                <a:cubicBezTo>
                  <a:pt x="15" y="369"/>
                  <a:pt x="22" y="366"/>
                  <a:pt x="28" y="363"/>
                </a:cubicBezTo>
                <a:cubicBezTo>
                  <a:pt x="30" y="362"/>
                  <a:pt x="31" y="361"/>
                  <a:pt x="33" y="360"/>
                </a:cubicBezTo>
                <a:cubicBezTo>
                  <a:pt x="33" y="371"/>
                  <a:pt x="33" y="371"/>
                  <a:pt x="33" y="371"/>
                </a:cubicBezTo>
                <a:cubicBezTo>
                  <a:pt x="13" y="383"/>
                  <a:pt x="7" y="381"/>
                  <a:pt x="8" y="408"/>
                </a:cubicBezTo>
                <a:cubicBezTo>
                  <a:pt x="12" y="404"/>
                  <a:pt x="25" y="396"/>
                  <a:pt x="33" y="391"/>
                </a:cubicBezTo>
                <a:cubicBezTo>
                  <a:pt x="33" y="402"/>
                  <a:pt x="33" y="402"/>
                  <a:pt x="33" y="402"/>
                </a:cubicBezTo>
                <a:cubicBezTo>
                  <a:pt x="14" y="413"/>
                  <a:pt x="6" y="417"/>
                  <a:pt x="10" y="440"/>
                </a:cubicBezTo>
                <a:cubicBezTo>
                  <a:pt x="17" y="436"/>
                  <a:pt x="27" y="430"/>
                  <a:pt x="33" y="423"/>
                </a:cubicBezTo>
                <a:cubicBezTo>
                  <a:pt x="33" y="436"/>
                  <a:pt x="33" y="436"/>
                  <a:pt x="33" y="436"/>
                </a:cubicBezTo>
                <a:cubicBezTo>
                  <a:pt x="27" y="440"/>
                  <a:pt x="18" y="446"/>
                  <a:pt x="16" y="449"/>
                </a:cubicBezTo>
                <a:cubicBezTo>
                  <a:pt x="12" y="457"/>
                  <a:pt x="13" y="465"/>
                  <a:pt x="15" y="475"/>
                </a:cubicBezTo>
                <a:cubicBezTo>
                  <a:pt x="21" y="469"/>
                  <a:pt x="28" y="464"/>
                  <a:pt x="33" y="459"/>
                </a:cubicBezTo>
                <a:cubicBezTo>
                  <a:pt x="33" y="470"/>
                  <a:pt x="33" y="470"/>
                  <a:pt x="33" y="470"/>
                </a:cubicBezTo>
                <a:cubicBezTo>
                  <a:pt x="21" y="480"/>
                  <a:pt x="17" y="488"/>
                  <a:pt x="23" y="508"/>
                </a:cubicBezTo>
                <a:cubicBezTo>
                  <a:pt x="27" y="504"/>
                  <a:pt x="30" y="501"/>
                  <a:pt x="33" y="498"/>
                </a:cubicBezTo>
                <a:cubicBezTo>
                  <a:pt x="33" y="511"/>
                  <a:pt x="33" y="511"/>
                  <a:pt x="33" y="511"/>
                </a:cubicBezTo>
                <a:cubicBezTo>
                  <a:pt x="29" y="521"/>
                  <a:pt x="29" y="526"/>
                  <a:pt x="33" y="537"/>
                </a:cubicBezTo>
                <a:cubicBezTo>
                  <a:pt x="33" y="555"/>
                  <a:pt x="33" y="555"/>
                  <a:pt x="33" y="555"/>
                </a:cubicBezTo>
                <a:cubicBezTo>
                  <a:pt x="27" y="542"/>
                  <a:pt x="21" y="527"/>
                  <a:pt x="18" y="513"/>
                </a:cubicBezTo>
                <a:cubicBezTo>
                  <a:pt x="12" y="498"/>
                  <a:pt x="10" y="482"/>
                  <a:pt x="5" y="465"/>
                </a:cubicBezTo>
                <a:cubicBezTo>
                  <a:pt x="5" y="459"/>
                  <a:pt x="6" y="438"/>
                  <a:pt x="0" y="436"/>
                </a:cubicBezTo>
                <a:close/>
              </a:path>
            </a:pathLst>
          </a:custGeom>
          <a:solidFill>
            <a:srgbClr val="2A719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FA5F486-C11F-456E-82E1-FAFFFFD689DA}"/>
              </a:ext>
            </a:extLst>
          </p:cNvPr>
          <p:cNvSpPr/>
          <p:nvPr userDrawn="1"/>
        </p:nvSpPr>
        <p:spPr>
          <a:xfrm>
            <a:off x="479425" y="398589"/>
            <a:ext cx="45719" cy="438743"/>
          </a:xfrm>
          <a:prstGeom prst="rect">
            <a:avLst/>
          </a:prstGeom>
          <a:solidFill>
            <a:srgbClr val="2A71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3617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C8FBFE8-F1B2-422B-ADC4-2CC4B58E44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7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6B04E7B-ACB1-4E25-A5B4-66E9FD221F19}"/>
              </a:ext>
            </a:extLst>
          </p:cNvPr>
          <p:cNvSpPr/>
          <p:nvPr userDrawn="1"/>
        </p:nvSpPr>
        <p:spPr>
          <a:xfrm>
            <a:off x="479425" y="1089025"/>
            <a:ext cx="11233150" cy="5435600"/>
          </a:xfrm>
          <a:prstGeom prst="roundRect">
            <a:avLst>
              <a:gd name="adj" fmla="val 5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272432A-F70E-4263-BD90-860983364B2D}"/>
              </a:ext>
            </a:extLst>
          </p:cNvPr>
          <p:cNvGrpSpPr/>
          <p:nvPr userDrawn="1"/>
        </p:nvGrpSpPr>
        <p:grpSpPr>
          <a:xfrm>
            <a:off x="9672435" y="442358"/>
            <a:ext cx="2032276" cy="348050"/>
            <a:chOff x="1487488" y="2636838"/>
            <a:chExt cx="9213850" cy="1577975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8EE7904F-AC09-4479-926F-25D008DF822A}"/>
                </a:ext>
              </a:extLst>
            </p:cNvPr>
            <p:cNvGrpSpPr/>
            <p:nvPr/>
          </p:nvGrpSpPr>
          <p:grpSpPr>
            <a:xfrm>
              <a:off x="1487488" y="2636838"/>
              <a:ext cx="3154363" cy="1577975"/>
              <a:chOff x="1487488" y="2636838"/>
              <a:chExt cx="3154363" cy="1577975"/>
            </a:xfrm>
            <a:gradFill>
              <a:gsLst>
                <a:gs pos="0">
                  <a:srgbClr val="2A719D"/>
                </a:gs>
                <a:gs pos="100000">
                  <a:srgbClr val="23A09C"/>
                </a:gs>
              </a:gsLst>
              <a:lin ang="0" scaled="0"/>
            </a:gradFill>
          </p:grpSpPr>
          <p:sp>
            <p:nvSpPr>
              <p:cNvPr id="33" name="Freeform 53">
                <a:extLst>
                  <a:ext uri="{FF2B5EF4-FFF2-40B4-BE49-F238E27FC236}">
                    <a16:creationId xmlns:a16="http://schemas.microsoft.com/office/drawing/2014/main" id="{1B7FD247-5E61-4D30-B879-FF69832DB4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7488" y="2636838"/>
                <a:ext cx="1447800" cy="425450"/>
              </a:xfrm>
              <a:custGeom>
                <a:avLst/>
                <a:gdLst>
                  <a:gd name="T0" fmla="*/ 0 w 517"/>
                  <a:gd name="T1" fmla="*/ 0 h 151"/>
                  <a:gd name="T2" fmla="*/ 268 w 517"/>
                  <a:gd name="T3" fmla="*/ 0 h 151"/>
                  <a:gd name="T4" fmla="*/ 517 w 517"/>
                  <a:gd name="T5" fmla="*/ 151 h 151"/>
                  <a:gd name="T6" fmla="*/ 0 w 517"/>
                  <a:gd name="T7" fmla="*/ 151 h 151"/>
                  <a:gd name="T8" fmla="*/ 0 w 517"/>
                  <a:gd name="T9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7" h="151">
                    <a:moveTo>
                      <a:pt x="0" y="0"/>
                    </a:moveTo>
                    <a:cubicBezTo>
                      <a:pt x="268" y="0"/>
                      <a:pt x="268" y="0"/>
                      <a:pt x="268" y="0"/>
                    </a:cubicBezTo>
                    <a:cubicBezTo>
                      <a:pt x="376" y="0"/>
                      <a:pt x="470" y="61"/>
                      <a:pt x="517" y="151"/>
                    </a:cubicBezTo>
                    <a:cubicBezTo>
                      <a:pt x="0" y="151"/>
                      <a:pt x="0" y="151"/>
                      <a:pt x="0" y="15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Freeform 54">
                <a:extLst>
                  <a:ext uri="{FF2B5EF4-FFF2-40B4-BE49-F238E27FC236}">
                    <a16:creationId xmlns:a16="http://schemas.microsoft.com/office/drawing/2014/main" id="{52E112B1-A275-4C6A-8927-A658505916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7488" y="3802063"/>
                <a:ext cx="1439863" cy="412750"/>
              </a:xfrm>
              <a:custGeom>
                <a:avLst/>
                <a:gdLst>
                  <a:gd name="T0" fmla="*/ 268 w 514"/>
                  <a:gd name="T1" fmla="*/ 147 h 147"/>
                  <a:gd name="T2" fmla="*/ 0 w 514"/>
                  <a:gd name="T3" fmla="*/ 147 h 147"/>
                  <a:gd name="T4" fmla="*/ 0 w 514"/>
                  <a:gd name="T5" fmla="*/ 0 h 147"/>
                  <a:gd name="T6" fmla="*/ 514 w 514"/>
                  <a:gd name="T7" fmla="*/ 0 h 147"/>
                  <a:gd name="T8" fmla="*/ 268 w 514"/>
                  <a:gd name="T9" fmla="*/ 147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4" h="147">
                    <a:moveTo>
                      <a:pt x="268" y="147"/>
                    </a:moveTo>
                    <a:cubicBezTo>
                      <a:pt x="0" y="147"/>
                      <a:pt x="0" y="147"/>
                      <a:pt x="0" y="14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14" y="0"/>
                      <a:pt x="514" y="0"/>
                      <a:pt x="514" y="0"/>
                    </a:cubicBezTo>
                    <a:cubicBezTo>
                      <a:pt x="467" y="88"/>
                      <a:pt x="374" y="147"/>
                      <a:pt x="268" y="1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Freeform 55">
                <a:extLst>
                  <a:ext uri="{FF2B5EF4-FFF2-40B4-BE49-F238E27FC236}">
                    <a16:creationId xmlns:a16="http://schemas.microsoft.com/office/drawing/2014/main" id="{1CE2079A-627F-4603-9B9E-59176C88C3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7488" y="3241676"/>
                <a:ext cx="1535113" cy="382588"/>
              </a:xfrm>
              <a:custGeom>
                <a:avLst/>
                <a:gdLst>
                  <a:gd name="T0" fmla="*/ 548 w 548"/>
                  <a:gd name="T1" fmla="*/ 65 h 136"/>
                  <a:gd name="T2" fmla="*/ 539 w 548"/>
                  <a:gd name="T3" fmla="*/ 136 h 136"/>
                  <a:gd name="T4" fmla="*/ 0 w 548"/>
                  <a:gd name="T5" fmla="*/ 136 h 136"/>
                  <a:gd name="T6" fmla="*/ 0 w 548"/>
                  <a:gd name="T7" fmla="*/ 0 h 136"/>
                  <a:gd name="T8" fmla="*/ 540 w 548"/>
                  <a:gd name="T9" fmla="*/ 0 h 136"/>
                  <a:gd name="T10" fmla="*/ 548 w 548"/>
                  <a:gd name="T11" fmla="*/ 65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8" h="136">
                    <a:moveTo>
                      <a:pt x="548" y="65"/>
                    </a:moveTo>
                    <a:cubicBezTo>
                      <a:pt x="548" y="90"/>
                      <a:pt x="545" y="114"/>
                      <a:pt x="539" y="136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40" y="0"/>
                      <a:pt x="540" y="0"/>
                      <a:pt x="540" y="0"/>
                    </a:cubicBezTo>
                    <a:cubicBezTo>
                      <a:pt x="545" y="21"/>
                      <a:pt x="548" y="43"/>
                      <a:pt x="548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Freeform 56">
                <a:extLst>
                  <a:ext uri="{FF2B5EF4-FFF2-40B4-BE49-F238E27FC236}">
                    <a16:creationId xmlns:a16="http://schemas.microsoft.com/office/drawing/2014/main" id="{886FAD01-96EE-4970-8B0E-97A2AA96D4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563" y="3241676"/>
                <a:ext cx="603250" cy="382588"/>
              </a:xfrm>
              <a:custGeom>
                <a:avLst/>
                <a:gdLst>
                  <a:gd name="T0" fmla="*/ 0 w 215"/>
                  <a:gd name="T1" fmla="*/ 65 h 136"/>
                  <a:gd name="T2" fmla="*/ 0 w 215"/>
                  <a:gd name="T3" fmla="*/ 65 h 136"/>
                  <a:gd name="T4" fmla="*/ 8 w 215"/>
                  <a:gd name="T5" fmla="*/ 0 h 136"/>
                  <a:gd name="T6" fmla="*/ 215 w 215"/>
                  <a:gd name="T7" fmla="*/ 0 h 136"/>
                  <a:gd name="T8" fmla="*/ 207 w 215"/>
                  <a:gd name="T9" fmla="*/ 72 h 136"/>
                  <a:gd name="T10" fmla="*/ 213 w 215"/>
                  <a:gd name="T11" fmla="*/ 136 h 136"/>
                  <a:gd name="T12" fmla="*/ 9 w 215"/>
                  <a:gd name="T13" fmla="*/ 136 h 136"/>
                  <a:gd name="T14" fmla="*/ 0 w 215"/>
                  <a:gd name="T15" fmla="*/ 65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5" h="136">
                    <a:moveTo>
                      <a:pt x="0" y="65"/>
                    </a:moveTo>
                    <a:cubicBezTo>
                      <a:pt x="0" y="65"/>
                      <a:pt x="0" y="65"/>
                      <a:pt x="0" y="65"/>
                    </a:cubicBezTo>
                    <a:cubicBezTo>
                      <a:pt x="0" y="43"/>
                      <a:pt x="3" y="21"/>
                      <a:pt x="8" y="0"/>
                    </a:cubicBezTo>
                    <a:cubicBezTo>
                      <a:pt x="215" y="0"/>
                      <a:pt x="215" y="0"/>
                      <a:pt x="215" y="0"/>
                    </a:cubicBezTo>
                    <a:cubicBezTo>
                      <a:pt x="210" y="23"/>
                      <a:pt x="207" y="47"/>
                      <a:pt x="207" y="72"/>
                    </a:cubicBezTo>
                    <a:cubicBezTo>
                      <a:pt x="207" y="94"/>
                      <a:pt x="209" y="116"/>
                      <a:pt x="213" y="136"/>
                    </a:cubicBezTo>
                    <a:cubicBezTo>
                      <a:pt x="9" y="136"/>
                      <a:pt x="9" y="136"/>
                      <a:pt x="9" y="136"/>
                    </a:cubicBezTo>
                    <a:cubicBezTo>
                      <a:pt x="4" y="114"/>
                      <a:pt x="0" y="90"/>
                      <a:pt x="0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Freeform 57">
                <a:extLst>
                  <a:ext uri="{FF2B5EF4-FFF2-40B4-BE49-F238E27FC236}">
                    <a16:creationId xmlns:a16="http://schemas.microsoft.com/office/drawing/2014/main" id="{0DCBEF6E-1766-46E4-8F7E-DAC843A62F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8813" y="3802063"/>
                <a:ext cx="1443038" cy="412750"/>
              </a:xfrm>
              <a:custGeom>
                <a:avLst/>
                <a:gdLst>
                  <a:gd name="T0" fmla="*/ 515 w 515"/>
                  <a:gd name="T1" fmla="*/ 147 h 147"/>
                  <a:gd name="T2" fmla="*/ 247 w 515"/>
                  <a:gd name="T3" fmla="*/ 147 h 147"/>
                  <a:gd name="T4" fmla="*/ 0 w 515"/>
                  <a:gd name="T5" fmla="*/ 0 h 147"/>
                  <a:gd name="T6" fmla="*/ 515 w 515"/>
                  <a:gd name="T7" fmla="*/ 0 h 147"/>
                  <a:gd name="T8" fmla="*/ 515 w 515"/>
                  <a:gd name="T9" fmla="*/ 147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5" h="147">
                    <a:moveTo>
                      <a:pt x="515" y="147"/>
                    </a:moveTo>
                    <a:cubicBezTo>
                      <a:pt x="247" y="147"/>
                      <a:pt x="247" y="147"/>
                      <a:pt x="247" y="147"/>
                    </a:cubicBezTo>
                    <a:cubicBezTo>
                      <a:pt x="141" y="147"/>
                      <a:pt x="48" y="88"/>
                      <a:pt x="0" y="0"/>
                    </a:cubicBezTo>
                    <a:cubicBezTo>
                      <a:pt x="515" y="0"/>
                      <a:pt x="515" y="0"/>
                      <a:pt x="515" y="0"/>
                    </a:cubicBezTo>
                    <a:lnTo>
                      <a:pt x="515" y="1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Freeform 58">
                <a:extLst>
                  <a:ext uri="{FF2B5EF4-FFF2-40B4-BE49-F238E27FC236}">
                    <a16:creationId xmlns:a16="http://schemas.microsoft.com/office/drawing/2014/main" id="{4F8429B0-9FE9-4D38-B022-E04F373307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4051" y="2636838"/>
                <a:ext cx="1447800" cy="425450"/>
              </a:xfrm>
              <a:custGeom>
                <a:avLst/>
                <a:gdLst>
                  <a:gd name="T0" fmla="*/ 0 w 517"/>
                  <a:gd name="T1" fmla="*/ 151 h 151"/>
                  <a:gd name="T2" fmla="*/ 249 w 517"/>
                  <a:gd name="T3" fmla="*/ 0 h 151"/>
                  <a:gd name="T4" fmla="*/ 517 w 517"/>
                  <a:gd name="T5" fmla="*/ 0 h 151"/>
                  <a:gd name="T6" fmla="*/ 517 w 517"/>
                  <a:gd name="T7" fmla="*/ 151 h 151"/>
                  <a:gd name="T8" fmla="*/ 0 w 517"/>
                  <a:gd name="T9" fmla="*/ 151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7" h="151">
                    <a:moveTo>
                      <a:pt x="0" y="151"/>
                    </a:moveTo>
                    <a:cubicBezTo>
                      <a:pt x="47" y="61"/>
                      <a:pt x="141" y="0"/>
                      <a:pt x="249" y="0"/>
                    </a:cubicBezTo>
                    <a:cubicBezTo>
                      <a:pt x="517" y="0"/>
                      <a:pt x="517" y="0"/>
                      <a:pt x="517" y="0"/>
                    </a:cubicBezTo>
                    <a:cubicBezTo>
                      <a:pt x="517" y="151"/>
                      <a:pt x="517" y="151"/>
                      <a:pt x="517" y="151"/>
                    </a:cubicBezTo>
                    <a:lnTo>
                      <a:pt x="0" y="15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" name="Freeform 59">
              <a:extLst>
                <a:ext uri="{FF2B5EF4-FFF2-40B4-BE49-F238E27FC236}">
                  <a16:creationId xmlns:a16="http://schemas.microsoft.com/office/drawing/2014/main" id="{5C20EFAE-73ED-427B-B059-A6044C939F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32388" y="2716213"/>
              <a:ext cx="784225" cy="731838"/>
            </a:xfrm>
            <a:custGeom>
              <a:avLst/>
              <a:gdLst>
                <a:gd name="T0" fmla="*/ 41 w 494"/>
                <a:gd name="T1" fmla="*/ 422 h 461"/>
                <a:gd name="T2" fmla="*/ 41 w 494"/>
                <a:gd name="T3" fmla="*/ 117 h 461"/>
                <a:gd name="T4" fmla="*/ 215 w 494"/>
                <a:gd name="T5" fmla="*/ 117 h 461"/>
                <a:gd name="T6" fmla="*/ 215 w 494"/>
                <a:gd name="T7" fmla="*/ 72 h 461"/>
                <a:gd name="T8" fmla="*/ 9 w 494"/>
                <a:gd name="T9" fmla="*/ 72 h 461"/>
                <a:gd name="T10" fmla="*/ 9 w 494"/>
                <a:gd name="T11" fmla="*/ 35 h 461"/>
                <a:gd name="T12" fmla="*/ 215 w 494"/>
                <a:gd name="T13" fmla="*/ 35 h 461"/>
                <a:gd name="T14" fmla="*/ 215 w 494"/>
                <a:gd name="T15" fmla="*/ 0 h 461"/>
                <a:gd name="T16" fmla="*/ 279 w 494"/>
                <a:gd name="T17" fmla="*/ 0 h 461"/>
                <a:gd name="T18" fmla="*/ 279 w 494"/>
                <a:gd name="T19" fmla="*/ 35 h 461"/>
                <a:gd name="T20" fmla="*/ 485 w 494"/>
                <a:gd name="T21" fmla="*/ 35 h 461"/>
                <a:gd name="T22" fmla="*/ 485 w 494"/>
                <a:gd name="T23" fmla="*/ 72 h 461"/>
                <a:gd name="T24" fmla="*/ 279 w 494"/>
                <a:gd name="T25" fmla="*/ 72 h 461"/>
                <a:gd name="T26" fmla="*/ 279 w 494"/>
                <a:gd name="T27" fmla="*/ 117 h 461"/>
                <a:gd name="T28" fmla="*/ 452 w 494"/>
                <a:gd name="T29" fmla="*/ 117 h 461"/>
                <a:gd name="T30" fmla="*/ 452 w 494"/>
                <a:gd name="T31" fmla="*/ 422 h 461"/>
                <a:gd name="T32" fmla="*/ 494 w 494"/>
                <a:gd name="T33" fmla="*/ 422 h 461"/>
                <a:gd name="T34" fmla="*/ 494 w 494"/>
                <a:gd name="T35" fmla="*/ 461 h 461"/>
                <a:gd name="T36" fmla="*/ 0 w 494"/>
                <a:gd name="T37" fmla="*/ 461 h 461"/>
                <a:gd name="T38" fmla="*/ 0 w 494"/>
                <a:gd name="T39" fmla="*/ 422 h 461"/>
                <a:gd name="T40" fmla="*/ 41 w 494"/>
                <a:gd name="T41" fmla="*/ 422 h 461"/>
                <a:gd name="T42" fmla="*/ 388 w 494"/>
                <a:gd name="T43" fmla="*/ 193 h 461"/>
                <a:gd name="T44" fmla="*/ 388 w 494"/>
                <a:gd name="T45" fmla="*/ 154 h 461"/>
                <a:gd name="T46" fmla="*/ 106 w 494"/>
                <a:gd name="T47" fmla="*/ 154 h 461"/>
                <a:gd name="T48" fmla="*/ 106 w 494"/>
                <a:gd name="T49" fmla="*/ 193 h 461"/>
                <a:gd name="T50" fmla="*/ 388 w 494"/>
                <a:gd name="T51" fmla="*/ 193 h 461"/>
                <a:gd name="T52" fmla="*/ 388 w 494"/>
                <a:gd name="T53" fmla="*/ 269 h 461"/>
                <a:gd name="T54" fmla="*/ 388 w 494"/>
                <a:gd name="T55" fmla="*/ 232 h 461"/>
                <a:gd name="T56" fmla="*/ 106 w 494"/>
                <a:gd name="T57" fmla="*/ 232 h 461"/>
                <a:gd name="T58" fmla="*/ 106 w 494"/>
                <a:gd name="T59" fmla="*/ 269 h 461"/>
                <a:gd name="T60" fmla="*/ 388 w 494"/>
                <a:gd name="T61" fmla="*/ 269 h 461"/>
                <a:gd name="T62" fmla="*/ 388 w 494"/>
                <a:gd name="T63" fmla="*/ 345 h 461"/>
                <a:gd name="T64" fmla="*/ 388 w 494"/>
                <a:gd name="T65" fmla="*/ 306 h 461"/>
                <a:gd name="T66" fmla="*/ 106 w 494"/>
                <a:gd name="T67" fmla="*/ 306 h 461"/>
                <a:gd name="T68" fmla="*/ 106 w 494"/>
                <a:gd name="T69" fmla="*/ 345 h 461"/>
                <a:gd name="T70" fmla="*/ 388 w 494"/>
                <a:gd name="T71" fmla="*/ 345 h 461"/>
                <a:gd name="T72" fmla="*/ 388 w 494"/>
                <a:gd name="T73" fmla="*/ 422 h 461"/>
                <a:gd name="T74" fmla="*/ 388 w 494"/>
                <a:gd name="T75" fmla="*/ 384 h 461"/>
                <a:gd name="T76" fmla="*/ 106 w 494"/>
                <a:gd name="T77" fmla="*/ 384 h 461"/>
                <a:gd name="T78" fmla="*/ 106 w 494"/>
                <a:gd name="T79" fmla="*/ 422 h 461"/>
                <a:gd name="T80" fmla="*/ 388 w 494"/>
                <a:gd name="T81" fmla="*/ 422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94" h="461">
                  <a:moveTo>
                    <a:pt x="41" y="422"/>
                  </a:moveTo>
                  <a:lnTo>
                    <a:pt x="41" y="117"/>
                  </a:lnTo>
                  <a:lnTo>
                    <a:pt x="215" y="117"/>
                  </a:lnTo>
                  <a:lnTo>
                    <a:pt x="215" y="72"/>
                  </a:lnTo>
                  <a:lnTo>
                    <a:pt x="9" y="72"/>
                  </a:lnTo>
                  <a:lnTo>
                    <a:pt x="9" y="35"/>
                  </a:lnTo>
                  <a:lnTo>
                    <a:pt x="215" y="35"/>
                  </a:lnTo>
                  <a:lnTo>
                    <a:pt x="215" y="0"/>
                  </a:lnTo>
                  <a:lnTo>
                    <a:pt x="279" y="0"/>
                  </a:lnTo>
                  <a:lnTo>
                    <a:pt x="279" y="35"/>
                  </a:lnTo>
                  <a:lnTo>
                    <a:pt x="485" y="35"/>
                  </a:lnTo>
                  <a:lnTo>
                    <a:pt x="485" y="72"/>
                  </a:lnTo>
                  <a:lnTo>
                    <a:pt x="279" y="72"/>
                  </a:lnTo>
                  <a:lnTo>
                    <a:pt x="279" y="117"/>
                  </a:lnTo>
                  <a:lnTo>
                    <a:pt x="452" y="117"/>
                  </a:lnTo>
                  <a:lnTo>
                    <a:pt x="452" y="422"/>
                  </a:lnTo>
                  <a:lnTo>
                    <a:pt x="494" y="422"/>
                  </a:lnTo>
                  <a:lnTo>
                    <a:pt x="494" y="461"/>
                  </a:lnTo>
                  <a:lnTo>
                    <a:pt x="0" y="461"/>
                  </a:lnTo>
                  <a:lnTo>
                    <a:pt x="0" y="422"/>
                  </a:lnTo>
                  <a:lnTo>
                    <a:pt x="41" y="422"/>
                  </a:lnTo>
                  <a:close/>
                  <a:moveTo>
                    <a:pt x="388" y="193"/>
                  </a:moveTo>
                  <a:lnTo>
                    <a:pt x="388" y="154"/>
                  </a:lnTo>
                  <a:lnTo>
                    <a:pt x="106" y="154"/>
                  </a:lnTo>
                  <a:lnTo>
                    <a:pt x="106" y="193"/>
                  </a:lnTo>
                  <a:lnTo>
                    <a:pt x="388" y="193"/>
                  </a:lnTo>
                  <a:close/>
                  <a:moveTo>
                    <a:pt x="388" y="269"/>
                  </a:moveTo>
                  <a:lnTo>
                    <a:pt x="388" y="232"/>
                  </a:lnTo>
                  <a:lnTo>
                    <a:pt x="106" y="232"/>
                  </a:lnTo>
                  <a:lnTo>
                    <a:pt x="106" y="269"/>
                  </a:lnTo>
                  <a:lnTo>
                    <a:pt x="388" y="269"/>
                  </a:lnTo>
                  <a:close/>
                  <a:moveTo>
                    <a:pt x="388" y="345"/>
                  </a:moveTo>
                  <a:lnTo>
                    <a:pt x="388" y="306"/>
                  </a:lnTo>
                  <a:lnTo>
                    <a:pt x="106" y="306"/>
                  </a:lnTo>
                  <a:lnTo>
                    <a:pt x="106" y="345"/>
                  </a:lnTo>
                  <a:lnTo>
                    <a:pt x="388" y="345"/>
                  </a:lnTo>
                  <a:close/>
                  <a:moveTo>
                    <a:pt x="388" y="422"/>
                  </a:moveTo>
                  <a:lnTo>
                    <a:pt x="388" y="384"/>
                  </a:lnTo>
                  <a:lnTo>
                    <a:pt x="106" y="384"/>
                  </a:lnTo>
                  <a:lnTo>
                    <a:pt x="106" y="422"/>
                  </a:lnTo>
                  <a:lnTo>
                    <a:pt x="388" y="422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2" name="Freeform 60">
              <a:extLst>
                <a:ext uri="{FF2B5EF4-FFF2-40B4-BE49-F238E27FC236}">
                  <a16:creationId xmlns:a16="http://schemas.microsoft.com/office/drawing/2014/main" id="{2832FBF0-5042-4642-A336-15EE0828C6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5351" y="2706688"/>
              <a:ext cx="812800" cy="771525"/>
            </a:xfrm>
            <a:custGeom>
              <a:avLst/>
              <a:gdLst>
                <a:gd name="T0" fmla="*/ 69 w 290"/>
                <a:gd name="T1" fmla="*/ 107 h 274"/>
                <a:gd name="T2" fmla="*/ 45 w 290"/>
                <a:gd name="T3" fmla="*/ 131 h 274"/>
                <a:gd name="T4" fmla="*/ 0 w 290"/>
                <a:gd name="T5" fmla="*/ 84 h 274"/>
                <a:gd name="T6" fmla="*/ 16 w 290"/>
                <a:gd name="T7" fmla="*/ 72 h 274"/>
                <a:gd name="T8" fmla="*/ 69 w 290"/>
                <a:gd name="T9" fmla="*/ 107 h 274"/>
                <a:gd name="T10" fmla="*/ 40 w 290"/>
                <a:gd name="T11" fmla="*/ 271 h 274"/>
                <a:gd name="T12" fmla="*/ 66 w 290"/>
                <a:gd name="T13" fmla="*/ 159 h 274"/>
                <a:gd name="T14" fmla="*/ 45 w 290"/>
                <a:gd name="T15" fmla="*/ 154 h 274"/>
                <a:gd name="T16" fmla="*/ 2 w 290"/>
                <a:gd name="T17" fmla="*/ 259 h 274"/>
                <a:gd name="T18" fmla="*/ 40 w 290"/>
                <a:gd name="T19" fmla="*/ 271 h 274"/>
                <a:gd name="T20" fmla="*/ 77 w 290"/>
                <a:gd name="T21" fmla="*/ 39 h 274"/>
                <a:gd name="T22" fmla="*/ 52 w 290"/>
                <a:gd name="T23" fmla="*/ 63 h 274"/>
                <a:gd name="T24" fmla="*/ 8 w 290"/>
                <a:gd name="T25" fmla="*/ 16 h 274"/>
                <a:gd name="T26" fmla="*/ 24 w 290"/>
                <a:gd name="T27" fmla="*/ 3 h 274"/>
                <a:gd name="T28" fmla="*/ 77 w 290"/>
                <a:gd name="T29" fmla="*/ 39 h 274"/>
                <a:gd name="T30" fmla="*/ 142 w 290"/>
                <a:gd name="T31" fmla="*/ 162 h 274"/>
                <a:gd name="T32" fmla="*/ 110 w 290"/>
                <a:gd name="T33" fmla="*/ 252 h 274"/>
                <a:gd name="T34" fmla="*/ 78 w 290"/>
                <a:gd name="T35" fmla="*/ 274 h 274"/>
                <a:gd name="T36" fmla="*/ 67 w 290"/>
                <a:gd name="T37" fmla="*/ 258 h 274"/>
                <a:gd name="T38" fmla="*/ 86 w 290"/>
                <a:gd name="T39" fmla="*/ 233 h 274"/>
                <a:gd name="T40" fmla="*/ 106 w 290"/>
                <a:gd name="T41" fmla="*/ 160 h 274"/>
                <a:gd name="T42" fmla="*/ 106 w 290"/>
                <a:gd name="T43" fmla="*/ 145 h 274"/>
                <a:gd name="T44" fmla="*/ 142 w 290"/>
                <a:gd name="T45" fmla="*/ 145 h 274"/>
                <a:gd name="T46" fmla="*/ 142 w 290"/>
                <a:gd name="T47" fmla="*/ 162 h 274"/>
                <a:gd name="T48" fmla="*/ 169 w 290"/>
                <a:gd name="T49" fmla="*/ 32 h 274"/>
                <a:gd name="T50" fmla="*/ 150 w 290"/>
                <a:gd name="T51" fmla="*/ 11 h 274"/>
                <a:gd name="T52" fmla="*/ 166 w 290"/>
                <a:gd name="T53" fmla="*/ 0 h 274"/>
                <a:gd name="T54" fmla="*/ 207 w 290"/>
                <a:gd name="T55" fmla="*/ 22 h 274"/>
                <a:gd name="T56" fmla="*/ 189 w 290"/>
                <a:gd name="T57" fmla="*/ 32 h 274"/>
                <a:gd name="T58" fmla="*/ 278 w 290"/>
                <a:gd name="T59" fmla="*/ 32 h 274"/>
                <a:gd name="T60" fmla="*/ 278 w 290"/>
                <a:gd name="T61" fmla="*/ 54 h 274"/>
                <a:gd name="T62" fmla="*/ 154 w 290"/>
                <a:gd name="T63" fmla="*/ 54 h 274"/>
                <a:gd name="T64" fmla="*/ 175 w 290"/>
                <a:gd name="T65" fmla="*/ 61 h 274"/>
                <a:gd name="T66" fmla="*/ 126 w 290"/>
                <a:gd name="T67" fmla="*/ 107 h 274"/>
                <a:gd name="T68" fmla="*/ 227 w 290"/>
                <a:gd name="T69" fmla="*/ 100 h 274"/>
                <a:gd name="T70" fmla="*/ 208 w 290"/>
                <a:gd name="T71" fmla="*/ 74 h 274"/>
                <a:gd name="T72" fmla="*/ 226 w 290"/>
                <a:gd name="T73" fmla="*/ 62 h 274"/>
                <a:gd name="T74" fmla="*/ 285 w 290"/>
                <a:gd name="T75" fmla="*/ 123 h 274"/>
                <a:gd name="T76" fmla="*/ 254 w 290"/>
                <a:gd name="T77" fmla="*/ 144 h 274"/>
                <a:gd name="T78" fmla="*/ 240 w 290"/>
                <a:gd name="T79" fmla="*/ 119 h 274"/>
                <a:gd name="T80" fmla="*/ 90 w 290"/>
                <a:gd name="T81" fmla="*/ 139 h 274"/>
                <a:gd name="T82" fmla="*/ 79 w 290"/>
                <a:gd name="T83" fmla="*/ 109 h 274"/>
                <a:gd name="T84" fmla="*/ 86 w 290"/>
                <a:gd name="T85" fmla="*/ 109 h 274"/>
                <a:gd name="T86" fmla="*/ 134 w 290"/>
                <a:gd name="T87" fmla="*/ 54 h 274"/>
                <a:gd name="T88" fmla="*/ 78 w 290"/>
                <a:gd name="T89" fmla="*/ 54 h 274"/>
                <a:gd name="T90" fmla="*/ 78 w 290"/>
                <a:gd name="T91" fmla="*/ 32 h 274"/>
                <a:gd name="T92" fmla="*/ 169 w 290"/>
                <a:gd name="T93" fmla="*/ 32 h 274"/>
                <a:gd name="T94" fmla="*/ 160 w 290"/>
                <a:gd name="T95" fmla="*/ 268 h 274"/>
                <a:gd name="T96" fmla="*/ 196 w 290"/>
                <a:gd name="T97" fmla="*/ 268 h 274"/>
                <a:gd name="T98" fmla="*/ 196 w 290"/>
                <a:gd name="T99" fmla="*/ 145 h 274"/>
                <a:gd name="T100" fmla="*/ 160 w 290"/>
                <a:gd name="T101" fmla="*/ 145 h 274"/>
                <a:gd name="T102" fmla="*/ 160 w 290"/>
                <a:gd name="T103" fmla="*/ 268 h 274"/>
                <a:gd name="T104" fmla="*/ 249 w 290"/>
                <a:gd name="T105" fmla="*/ 268 h 274"/>
                <a:gd name="T106" fmla="*/ 222 w 290"/>
                <a:gd name="T107" fmla="*/ 258 h 274"/>
                <a:gd name="T108" fmla="*/ 213 w 290"/>
                <a:gd name="T109" fmla="*/ 232 h 274"/>
                <a:gd name="T110" fmla="*/ 213 w 290"/>
                <a:gd name="T111" fmla="*/ 145 h 274"/>
                <a:gd name="T112" fmla="*/ 250 w 290"/>
                <a:gd name="T113" fmla="*/ 145 h 274"/>
                <a:gd name="T114" fmla="*/ 250 w 290"/>
                <a:gd name="T115" fmla="*/ 223 h 274"/>
                <a:gd name="T116" fmla="*/ 254 w 290"/>
                <a:gd name="T117" fmla="*/ 233 h 274"/>
                <a:gd name="T118" fmla="*/ 264 w 290"/>
                <a:gd name="T119" fmla="*/ 238 h 274"/>
                <a:gd name="T120" fmla="*/ 290 w 290"/>
                <a:gd name="T121" fmla="*/ 238 h 274"/>
                <a:gd name="T122" fmla="*/ 281 w 290"/>
                <a:gd name="T123" fmla="*/ 268 h 274"/>
                <a:gd name="T124" fmla="*/ 249 w 290"/>
                <a:gd name="T125" fmla="*/ 268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0" h="274">
                  <a:moveTo>
                    <a:pt x="69" y="107"/>
                  </a:moveTo>
                  <a:cubicBezTo>
                    <a:pt x="45" y="131"/>
                    <a:pt x="45" y="131"/>
                    <a:pt x="45" y="131"/>
                  </a:cubicBezTo>
                  <a:cubicBezTo>
                    <a:pt x="31" y="115"/>
                    <a:pt x="16" y="99"/>
                    <a:pt x="0" y="84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40" y="82"/>
                    <a:pt x="58" y="93"/>
                    <a:pt x="69" y="107"/>
                  </a:cubicBezTo>
                  <a:close/>
                  <a:moveTo>
                    <a:pt x="40" y="271"/>
                  </a:moveTo>
                  <a:cubicBezTo>
                    <a:pt x="53" y="240"/>
                    <a:pt x="61" y="203"/>
                    <a:pt x="66" y="159"/>
                  </a:cubicBezTo>
                  <a:cubicBezTo>
                    <a:pt x="45" y="154"/>
                    <a:pt x="45" y="154"/>
                    <a:pt x="45" y="154"/>
                  </a:cubicBezTo>
                  <a:cubicBezTo>
                    <a:pt x="32" y="190"/>
                    <a:pt x="18" y="225"/>
                    <a:pt x="2" y="259"/>
                  </a:cubicBezTo>
                  <a:lnTo>
                    <a:pt x="40" y="271"/>
                  </a:lnTo>
                  <a:close/>
                  <a:moveTo>
                    <a:pt x="77" y="39"/>
                  </a:moveTo>
                  <a:cubicBezTo>
                    <a:pt x="52" y="63"/>
                    <a:pt x="52" y="63"/>
                    <a:pt x="52" y="63"/>
                  </a:cubicBezTo>
                  <a:cubicBezTo>
                    <a:pt x="38" y="46"/>
                    <a:pt x="23" y="31"/>
                    <a:pt x="8" y="16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47" y="13"/>
                    <a:pt x="65" y="25"/>
                    <a:pt x="77" y="39"/>
                  </a:cubicBezTo>
                  <a:close/>
                  <a:moveTo>
                    <a:pt x="142" y="162"/>
                  </a:moveTo>
                  <a:cubicBezTo>
                    <a:pt x="142" y="200"/>
                    <a:pt x="132" y="229"/>
                    <a:pt x="110" y="252"/>
                  </a:cubicBezTo>
                  <a:cubicBezTo>
                    <a:pt x="100" y="263"/>
                    <a:pt x="89" y="271"/>
                    <a:pt x="78" y="274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73" y="252"/>
                    <a:pt x="80" y="244"/>
                    <a:pt x="86" y="233"/>
                  </a:cubicBezTo>
                  <a:cubicBezTo>
                    <a:pt x="99" y="212"/>
                    <a:pt x="106" y="188"/>
                    <a:pt x="106" y="160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142" y="145"/>
                    <a:pt x="142" y="145"/>
                    <a:pt x="142" y="145"/>
                  </a:cubicBezTo>
                  <a:lnTo>
                    <a:pt x="142" y="162"/>
                  </a:lnTo>
                  <a:close/>
                  <a:moveTo>
                    <a:pt x="169" y="32"/>
                  </a:moveTo>
                  <a:cubicBezTo>
                    <a:pt x="163" y="25"/>
                    <a:pt x="156" y="18"/>
                    <a:pt x="150" y="11"/>
                  </a:cubicBezTo>
                  <a:cubicBezTo>
                    <a:pt x="166" y="0"/>
                    <a:pt x="166" y="0"/>
                    <a:pt x="166" y="0"/>
                  </a:cubicBezTo>
                  <a:cubicBezTo>
                    <a:pt x="182" y="3"/>
                    <a:pt x="195" y="11"/>
                    <a:pt x="207" y="22"/>
                  </a:cubicBezTo>
                  <a:cubicBezTo>
                    <a:pt x="189" y="32"/>
                    <a:pt x="189" y="32"/>
                    <a:pt x="189" y="32"/>
                  </a:cubicBezTo>
                  <a:cubicBezTo>
                    <a:pt x="278" y="32"/>
                    <a:pt x="278" y="32"/>
                    <a:pt x="278" y="32"/>
                  </a:cubicBezTo>
                  <a:cubicBezTo>
                    <a:pt x="278" y="54"/>
                    <a:pt x="278" y="54"/>
                    <a:pt x="278" y="54"/>
                  </a:cubicBezTo>
                  <a:cubicBezTo>
                    <a:pt x="154" y="54"/>
                    <a:pt x="154" y="54"/>
                    <a:pt x="154" y="54"/>
                  </a:cubicBezTo>
                  <a:cubicBezTo>
                    <a:pt x="175" y="61"/>
                    <a:pt x="175" y="61"/>
                    <a:pt x="175" y="61"/>
                  </a:cubicBezTo>
                  <a:cubicBezTo>
                    <a:pt x="161" y="78"/>
                    <a:pt x="145" y="93"/>
                    <a:pt x="126" y="107"/>
                  </a:cubicBezTo>
                  <a:cubicBezTo>
                    <a:pt x="160" y="105"/>
                    <a:pt x="194" y="103"/>
                    <a:pt x="227" y="100"/>
                  </a:cubicBezTo>
                  <a:cubicBezTo>
                    <a:pt x="221" y="91"/>
                    <a:pt x="215" y="82"/>
                    <a:pt x="208" y="74"/>
                  </a:cubicBezTo>
                  <a:cubicBezTo>
                    <a:pt x="226" y="62"/>
                    <a:pt x="226" y="62"/>
                    <a:pt x="226" y="62"/>
                  </a:cubicBezTo>
                  <a:cubicBezTo>
                    <a:pt x="252" y="82"/>
                    <a:pt x="272" y="103"/>
                    <a:pt x="285" y="123"/>
                  </a:cubicBezTo>
                  <a:cubicBezTo>
                    <a:pt x="254" y="144"/>
                    <a:pt x="254" y="144"/>
                    <a:pt x="254" y="144"/>
                  </a:cubicBezTo>
                  <a:cubicBezTo>
                    <a:pt x="249" y="135"/>
                    <a:pt x="245" y="127"/>
                    <a:pt x="240" y="119"/>
                  </a:cubicBezTo>
                  <a:cubicBezTo>
                    <a:pt x="195" y="130"/>
                    <a:pt x="145" y="137"/>
                    <a:pt x="90" y="139"/>
                  </a:cubicBezTo>
                  <a:cubicBezTo>
                    <a:pt x="79" y="109"/>
                    <a:pt x="79" y="109"/>
                    <a:pt x="79" y="109"/>
                  </a:cubicBezTo>
                  <a:cubicBezTo>
                    <a:pt x="82" y="109"/>
                    <a:pt x="84" y="109"/>
                    <a:pt x="86" y="109"/>
                  </a:cubicBezTo>
                  <a:cubicBezTo>
                    <a:pt x="103" y="93"/>
                    <a:pt x="119" y="74"/>
                    <a:pt x="134" y="54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78" y="32"/>
                    <a:pt x="78" y="32"/>
                    <a:pt x="78" y="32"/>
                  </a:cubicBezTo>
                  <a:lnTo>
                    <a:pt x="169" y="32"/>
                  </a:lnTo>
                  <a:close/>
                  <a:moveTo>
                    <a:pt x="160" y="268"/>
                  </a:moveTo>
                  <a:cubicBezTo>
                    <a:pt x="196" y="268"/>
                    <a:pt x="196" y="268"/>
                    <a:pt x="196" y="268"/>
                  </a:cubicBezTo>
                  <a:cubicBezTo>
                    <a:pt x="196" y="145"/>
                    <a:pt x="196" y="145"/>
                    <a:pt x="196" y="145"/>
                  </a:cubicBezTo>
                  <a:cubicBezTo>
                    <a:pt x="160" y="145"/>
                    <a:pt x="160" y="145"/>
                    <a:pt x="160" y="145"/>
                  </a:cubicBezTo>
                  <a:lnTo>
                    <a:pt x="160" y="268"/>
                  </a:lnTo>
                  <a:close/>
                  <a:moveTo>
                    <a:pt x="249" y="268"/>
                  </a:moveTo>
                  <a:cubicBezTo>
                    <a:pt x="237" y="268"/>
                    <a:pt x="228" y="265"/>
                    <a:pt x="222" y="258"/>
                  </a:cubicBezTo>
                  <a:cubicBezTo>
                    <a:pt x="216" y="251"/>
                    <a:pt x="213" y="243"/>
                    <a:pt x="213" y="232"/>
                  </a:cubicBezTo>
                  <a:cubicBezTo>
                    <a:pt x="213" y="145"/>
                    <a:pt x="213" y="145"/>
                    <a:pt x="213" y="145"/>
                  </a:cubicBezTo>
                  <a:cubicBezTo>
                    <a:pt x="250" y="145"/>
                    <a:pt x="250" y="145"/>
                    <a:pt x="250" y="145"/>
                  </a:cubicBezTo>
                  <a:cubicBezTo>
                    <a:pt x="250" y="223"/>
                    <a:pt x="250" y="223"/>
                    <a:pt x="250" y="223"/>
                  </a:cubicBezTo>
                  <a:cubicBezTo>
                    <a:pt x="250" y="227"/>
                    <a:pt x="251" y="230"/>
                    <a:pt x="254" y="233"/>
                  </a:cubicBezTo>
                  <a:cubicBezTo>
                    <a:pt x="256" y="236"/>
                    <a:pt x="260" y="238"/>
                    <a:pt x="264" y="238"/>
                  </a:cubicBezTo>
                  <a:cubicBezTo>
                    <a:pt x="290" y="238"/>
                    <a:pt x="290" y="238"/>
                    <a:pt x="290" y="238"/>
                  </a:cubicBezTo>
                  <a:cubicBezTo>
                    <a:pt x="281" y="268"/>
                    <a:pt x="281" y="268"/>
                    <a:pt x="281" y="268"/>
                  </a:cubicBezTo>
                  <a:lnTo>
                    <a:pt x="249" y="268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3" name="Freeform 61">
              <a:extLst>
                <a:ext uri="{FF2B5EF4-FFF2-40B4-BE49-F238E27FC236}">
                  <a16:creationId xmlns:a16="http://schemas.microsoft.com/office/drawing/2014/main" id="{1B4DCE46-7F27-4A24-B65C-EF61164ACB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65938" y="2749551"/>
              <a:ext cx="798513" cy="728663"/>
            </a:xfrm>
            <a:custGeom>
              <a:avLst/>
              <a:gdLst>
                <a:gd name="T0" fmla="*/ 23 w 285"/>
                <a:gd name="T1" fmla="*/ 147 h 259"/>
                <a:gd name="T2" fmla="*/ 14 w 285"/>
                <a:gd name="T3" fmla="*/ 158 h 259"/>
                <a:gd name="T4" fmla="*/ 0 w 285"/>
                <a:gd name="T5" fmla="*/ 143 h 259"/>
                <a:gd name="T6" fmla="*/ 33 w 285"/>
                <a:gd name="T7" fmla="*/ 22 h 259"/>
                <a:gd name="T8" fmla="*/ 5 w 285"/>
                <a:gd name="T9" fmla="*/ 22 h 259"/>
                <a:gd name="T10" fmla="*/ 5 w 285"/>
                <a:gd name="T11" fmla="*/ 0 h 259"/>
                <a:gd name="T12" fmla="*/ 110 w 285"/>
                <a:gd name="T13" fmla="*/ 0 h 259"/>
                <a:gd name="T14" fmla="*/ 110 w 285"/>
                <a:gd name="T15" fmla="*/ 22 h 259"/>
                <a:gd name="T16" fmla="*/ 71 w 285"/>
                <a:gd name="T17" fmla="*/ 22 h 259"/>
                <a:gd name="T18" fmla="*/ 54 w 285"/>
                <a:gd name="T19" fmla="*/ 86 h 259"/>
                <a:gd name="T20" fmla="*/ 107 w 285"/>
                <a:gd name="T21" fmla="*/ 86 h 259"/>
                <a:gd name="T22" fmla="*/ 107 w 285"/>
                <a:gd name="T23" fmla="*/ 236 h 259"/>
                <a:gd name="T24" fmla="*/ 23 w 285"/>
                <a:gd name="T25" fmla="*/ 236 h 259"/>
                <a:gd name="T26" fmla="*/ 23 w 285"/>
                <a:gd name="T27" fmla="*/ 147 h 259"/>
                <a:gd name="T28" fmla="*/ 57 w 285"/>
                <a:gd name="T29" fmla="*/ 214 h 259"/>
                <a:gd name="T30" fmla="*/ 73 w 285"/>
                <a:gd name="T31" fmla="*/ 214 h 259"/>
                <a:gd name="T32" fmla="*/ 73 w 285"/>
                <a:gd name="T33" fmla="*/ 107 h 259"/>
                <a:gd name="T34" fmla="*/ 57 w 285"/>
                <a:gd name="T35" fmla="*/ 107 h 259"/>
                <a:gd name="T36" fmla="*/ 57 w 285"/>
                <a:gd name="T37" fmla="*/ 214 h 259"/>
                <a:gd name="T38" fmla="*/ 219 w 285"/>
                <a:gd name="T39" fmla="*/ 133 h 259"/>
                <a:gd name="T40" fmla="*/ 179 w 285"/>
                <a:gd name="T41" fmla="*/ 133 h 259"/>
                <a:gd name="T42" fmla="*/ 144 w 285"/>
                <a:gd name="T43" fmla="*/ 236 h 259"/>
                <a:gd name="T44" fmla="*/ 113 w 285"/>
                <a:gd name="T45" fmla="*/ 259 h 259"/>
                <a:gd name="T46" fmla="*/ 102 w 285"/>
                <a:gd name="T47" fmla="*/ 244 h 259"/>
                <a:gd name="T48" fmla="*/ 143 w 285"/>
                <a:gd name="T49" fmla="*/ 133 h 259"/>
                <a:gd name="T50" fmla="*/ 114 w 285"/>
                <a:gd name="T51" fmla="*/ 133 h 259"/>
                <a:gd name="T52" fmla="*/ 114 w 285"/>
                <a:gd name="T53" fmla="*/ 112 h 259"/>
                <a:gd name="T54" fmla="*/ 143 w 285"/>
                <a:gd name="T55" fmla="*/ 112 h 259"/>
                <a:gd name="T56" fmla="*/ 143 w 285"/>
                <a:gd name="T57" fmla="*/ 22 h 259"/>
                <a:gd name="T58" fmla="*/ 119 w 285"/>
                <a:gd name="T59" fmla="*/ 22 h 259"/>
                <a:gd name="T60" fmla="*/ 119 w 285"/>
                <a:gd name="T61" fmla="*/ 0 h 259"/>
                <a:gd name="T62" fmla="*/ 280 w 285"/>
                <a:gd name="T63" fmla="*/ 0 h 259"/>
                <a:gd name="T64" fmla="*/ 280 w 285"/>
                <a:gd name="T65" fmla="*/ 22 h 259"/>
                <a:gd name="T66" fmla="*/ 256 w 285"/>
                <a:gd name="T67" fmla="*/ 22 h 259"/>
                <a:gd name="T68" fmla="*/ 256 w 285"/>
                <a:gd name="T69" fmla="*/ 112 h 259"/>
                <a:gd name="T70" fmla="*/ 285 w 285"/>
                <a:gd name="T71" fmla="*/ 112 h 259"/>
                <a:gd name="T72" fmla="*/ 285 w 285"/>
                <a:gd name="T73" fmla="*/ 133 h 259"/>
                <a:gd name="T74" fmla="*/ 256 w 285"/>
                <a:gd name="T75" fmla="*/ 133 h 259"/>
                <a:gd name="T76" fmla="*/ 256 w 285"/>
                <a:gd name="T77" fmla="*/ 256 h 259"/>
                <a:gd name="T78" fmla="*/ 219 w 285"/>
                <a:gd name="T79" fmla="*/ 256 h 259"/>
                <a:gd name="T80" fmla="*/ 219 w 285"/>
                <a:gd name="T81" fmla="*/ 133 h 259"/>
                <a:gd name="T82" fmla="*/ 180 w 285"/>
                <a:gd name="T83" fmla="*/ 22 h 259"/>
                <a:gd name="T84" fmla="*/ 180 w 285"/>
                <a:gd name="T85" fmla="*/ 112 h 259"/>
                <a:gd name="T86" fmla="*/ 219 w 285"/>
                <a:gd name="T87" fmla="*/ 112 h 259"/>
                <a:gd name="T88" fmla="*/ 219 w 285"/>
                <a:gd name="T89" fmla="*/ 22 h 259"/>
                <a:gd name="T90" fmla="*/ 180 w 285"/>
                <a:gd name="T91" fmla="*/ 22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5" h="259">
                  <a:moveTo>
                    <a:pt x="23" y="147"/>
                  </a:moveTo>
                  <a:cubicBezTo>
                    <a:pt x="20" y="151"/>
                    <a:pt x="17" y="155"/>
                    <a:pt x="14" y="15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5" y="109"/>
                    <a:pt x="26" y="69"/>
                    <a:pt x="33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69" y="41"/>
                    <a:pt x="63" y="63"/>
                    <a:pt x="54" y="86"/>
                  </a:cubicBezTo>
                  <a:cubicBezTo>
                    <a:pt x="107" y="86"/>
                    <a:pt x="107" y="86"/>
                    <a:pt x="107" y="86"/>
                  </a:cubicBezTo>
                  <a:cubicBezTo>
                    <a:pt x="107" y="236"/>
                    <a:pt x="107" y="236"/>
                    <a:pt x="107" y="236"/>
                  </a:cubicBezTo>
                  <a:cubicBezTo>
                    <a:pt x="23" y="236"/>
                    <a:pt x="23" y="236"/>
                    <a:pt x="23" y="236"/>
                  </a:cubicBezTo>
                  <a:lnTo>
                    <a:pt x="23" y="147"/>
                  </a:lnTo>
                  <a:close/>
                  <a:moveTo>
                    <a:pt x="57" y="214"/>
                  </a:moveTo>
                  <a:cubicBezTo>
                    <a:pt x="73" y="214"/>
                    <a:pt x="73" y="214"/>
                    <a:pt x="73" y="214"/>
                  </a:cubicBezTo>
                  <a:cubicBezTo>
                    <a:pt x="73" y="107"/>
                    <a:pt x="73" y="107"/>
                    <a:pt x="73" y="107"/>
                  </a:cubicBezTo>
                  <a:cubicBezTo>
                    <a:pt x="57" y="107"/>
                    <a:pt x="57" y="107"/>
                    <a:pt x="57" y="107"/>
                  </a:cubicBezTo>
                  <a:lnTo>
                    <a:pt x="57" y="214"/>
                  </a:lnTo>
                  <a:close/>
                  <a:moveTo>
                    <a:pt x="219" y="133"/>
                  </a:moveTo>
                  <a:cubicBezTo>
                    <a:pt x="179" y="133"/>
                    <a:pt x="179" y="133"/>
                    <a:pt x="179" y="133"/>
                  </a:cubicBezTo>
                  <a:cubicBezTo>
                    <a:pt x="177" y="177"/>
                    <a:pt x="165" y="211"/>
                    <a:pt x="144" y="236"/>
                  </a:cubicBezTo>
                  <a:cubicBezTo>
                    <a:pt x="134" y="248"/>
                    <a:pt x="123" y="256"/>
                    <a:pt x="113" y="259"/>
                  </a:cubicBezTo>
                  <a:cubicBezTo>
                    <a:pt x="102" y="244"/>
                    <a:pt x="102" y="244"/>
                    <a:pt x="102" y="244"/>
                  </a:cubicBezTo>
                  <a:cubicBezTo>
                    <a:pt x="125" y="223"/>
                    <a:pt x="139" y="186"/>
                    <a:pt x="143" y="133"/>
                  </a:cubicBezTo>
                  <a:cubicBezTo>
                    <a:pt x="114" y="133"/>
                    <a:pt x="114" y="133"/>
                    <a:pt x="114" y="133"/>
                  </a:cubicBezTo>
                  <a:cubicBezTo>
                    <a:pt x="114" y="112"/>
                    <a:pt x="114" y="112"/>
                    <a:pt x="114" y="112"/>
                  </a:cubicBezTo>
                  <a:cubicBezTo>
                    <a:pt x="143" y="112"/>
                    <a:pt x="143" y="112"/>
                    <a:pt x="143" y="112"/>
                  </a:cubicBezTo>
                  <a:cubicBezTo>
                    <a:pt x="143" y="22"/>
                    <a:pt x="143" y="22"/>
                    <a:pt x="143" y="22"/>
                  </a:cubicBezTo>
                  <a:cubicBezTo>
                    <a:pt x="119" y="22"/>
                    <a:pt x="119" y="22"/>
                    <a:pt x="119" y="22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280" y="0"/>
                    <a:pt x="280" y="0"/>
                    <a:pt x="280" y="0"/>
                  </a:cubicBezTo>
                  <a:cubicBezTo>
                    <a:pt x="280" y="22"/>
                    <a:pt x="280" y="22"/>
                    <a:pt x="280" y="22"/>
                  </a:cubicBezTo>
                  <a:cubicBezTo>
                    <a:pt x="256" y="22"/>
                    <a:pt x="256" y="22"/>
                    <a:pt x="256" y="22"/>
                  </a:cubicBezTo>
                  <a:cubicBezTo>
                    <a:pt x="256" y="112"/>
                    <a:pt x="256" y="112"/>
                    <a:pt x="256" y="112"/>
                  </a:cubicBezTo>
                  <a:cubicBezTo>
                    <a:pt x="285" y="112"/>
                    <a:pt x="285" y="112"/>
                    <a:pt x="285" y="112"/>
                  </a:cubicBezTo>
                  <a:cubicBezTo>
                    <a:pt x="285" y="133"/>
                    <a:pt x="285" y="133"/>
                    <a:pt x="285" y="133"/>
                  </a:cubicBezTo>
                  <a:cubicBezTo>
                    <a:pt x="256" y="133"/>
                    <a:pt x="256" y="133"/>
                    <a:pt x="256" y="133"/>
                  </a:cubicBezTo>
                  <a:cubicBezTo>
                    <a:pt x="256" y="256"/>
                    <a:pt x="256" y="256"/>
                    <a:pt x="256" y="256"/>
                  </a:cubicBezTo>
                  <a:cubicBezTo>
                    <a:pt x="219" y="256"/>
                    <a:pt x="219" y="256"/>
                    <a:pt x="219" y="256"/>
                  </a:cubicBezTo>
                  <a:lnTo>
                    <a:pt x="219" y="133"/>
                  </a:lnTo>
                  <a:close/>
                  <a:moveTo>
                    <a:pt x="180" y="22"/>
                  </a:moveTo>
                  <a:cubicBezTo>
                    <a:pt x="180" y="112"/>
                    <a:pt x="180" y="112"/>
                    <a:pt x="180" y="112"/>
                  </a:cubicBezTo>
                  <a:cubicBezTo>
                    <a:pt x="219" y="112"/>
                    <a:pt x="219" y="112"/>
                    <a:pt x="219" y="112"/>
                  </a:cubicBezTo>
                  <a:cubicBezTo>
                    <a:pt x="219" y="22"/>
                    <a:pt x="219" y="22"/>
                    <a:pt x="219" y="22"/>
                  </a:cubicBezTo>
                  <a:lnTo>
                    <a:pt x="180" y="22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4" name="Freeform 62">
              <a:extLst>
                <a:ext uri="{FF2B5EF4-FFF2-40B4-BE49-F238E27FC236}">
                  <a16:creationId xmlns:a16="http://schemas.microsoft.com/office/drawing/2014/main" id="{05D346D2-03A5-432E-867E-C475F6AE13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37476" y="2706688"/>
              <a:ext cx="798513" cy="771525"/>
            </a:xfrm>
            <a:custGeom>
              <a:avLst/>
              <a:gdLst>
                <a:gd name="T0" fmla="*/ 95 w 285"/>
                <a:gd name="T1" fmla="*/ 142 h 274"/>
                <a:gd name="T2" fmla="*/ 96 w 285"/>
                <a:gd name="T3" fmla="*/ 109 h 274"/>
                <a:gd name="T4" fmla="*/ 133 w 285"/>
                <a:gd name="T5" fmla="*/ 109 h 274"/>
                <a:gd name="T6" fmla="*/ 132 w 285"/>
                <a:gd name="T7" fmla="*/ 142 h 274"/>
                <a:gd name="T8" fmla="*/ 227 w 285"/>
                <a:gd name="T9" fmla="*/ 142 h 274"/>
                <a:gd name="T10" fmla="*/ 227 w 285"/>
                <a:gd name="T11" fmla="*/ 223 h 274"/>
                <a:gd name="T12" fmla="*/ 239 w 285"/>
                <a:gd name="T13" fmla="*/ 238 h 274"/>
                <a:gd name="T14" fmla="*/ 285 w 285"/>
                <a:gd name="T15" fmla="*/ 238 h 274"/>
                <a:gd name="T16" fmla="*/ 277 w 285"/>
                <a:gd name="T17" fmla="*/ 268 h 274"/>
                <a:gd name="T18" fmla="*/ 224 w 285"/>
                <a:gd name="T19" fmla="*/ 268 h 274"/>
                <a:gd name="T20" fmla="*/ 200 w 285"/>
                <a:gd name="T21" fmla="*/ 258 h 274"/>
                <a:gd name="T22" fmla="*/ 191 w 285"/>
                <a:gd name="T23" fmla="*/ 235 h 274"/>
                <a:gd name="T24" fmla="*/ 191 w 285"/>
                <a:gd name="T25" fmla="*/ 163 h 274"/>
                <a:gd name="T26" fmla="*/ 129 w 285"/>
                <a:gd name="T27" fmla="*/ 163 h 274"/>
                <a:gd name="T28" fmla="*/ 108 w 285"/>
                <a:gd name="T29" fmla="*/ 219 h 274"/>
                <a:gd name="T30" fmla="*/ 11 w 285"/>
                <a:gd name="T31" fmla="*/ 274 h 274"/>
                <a:gd name="T32" fmla="*/ 0 w 285"/>
                <a:gd name="T33" fmla="*/ 257 h 274"/>
                <a:gd name="T34" fmla="*/ 74 w 285"/>
                <a:gd name="T35" fmla="*/ 208 h 274"/>
                <a:gd name="T36" fmla="*/ 91 w 285"/>
                <a:gd name="T37" fmla="*/ 163 h 274"/>
                <a:gd name="T38" fmla="*/ 18 w 285"/>
                <a:gd name="T39" fmla="*/ 163 h 274"/>
                <a:gd name="T40" fmla="*/ 18 w 285"/>
                <a:gd name="T41" fmla="*/ 142 h 274"/>
                <a:gd name="T42" fmla="*/ 95 w 285"/>
                <a:gd name="T43" fmla="*/ 142 h 274"/>
                <a:gd name="T44" fmla="*/ 121 w 285"/>
                <a:gd name="T45" fmla="*/ 88 h 274"/>
                <a:gd name="T46" fmla="*/ 11 w 285"/>
                <a:gd name="T47" fmla="*/ 134 h 274"/>
                <a:gd name="T48" fmla="*/ 2 w 285"/>
                <a:gd name="T49" fmla="*/ 118 h 274"/>
                <a:gd name="T50" fmla="*/ 97 w 285"/>
                <a:gd name="T51" fmla="*/ 60 h 274"/>
                <a:gd name="T52" fmla="*/ 121 w 285"/>
                <a:gd name="T53" fmla="*/ 88 h 274"/>
                <a:gd name="T54" fmla="*/ 155 w 285"/>
                <a:gd name="T55" fmla="*/ 32 h 274"/>
                <a:gd name="T56" fmla="*/ 276 w 285"/>
                <a:gd name="T57" fmla="*/ 32 h 274"/>
                <a:gd name="T58" fmla="*/ 276 w 285"/>
                <a:gd name="T59" fmla="*/ 85 h 274"/>
                <a:gd name="T60" fmla="*/ 239 w 285"/>
                <a:gd name="T61" fmla="*/ 85 h 274"/>
                <a:gd name="T62" fmla="*/ 239 w 285"/>
                <a:gd name="T63" fmla="*/ 53 h 274"/>
                <a:gd name="T64" fmla="*/ 41 w 285"/>
                <a:gd name="T65" fmla="*/ 53 h 274"/>
                <a:gd name="T66" fmla="*/ 41 w 285"/>
                <a:gd name="T67" fmla="*/ 85 h 274"/>
                <a:gd name="T68" fmla="*/ 5 w 285"/>
                <a:gd name="T69" fmla="*/ 85 h 274"/>
                <a:gd name="T70" fmla="*/ 5 w 285"/>
                <a:gd name="T71" fmla="*/ 32 h 274"/>
                <a:gd name="T72" fmla="*/ 130 w 285"/>
                <a:gd name="T73" fmla="*/ 32 h 274"/>
                <a:gd name="T74" fmla="*/ 111 w 285"/>
                <a:gd name="T75" fmla="*/ 12 h 274"/>
                <a:gd name="T76" fmla="*/ 129 w 285"/>
                <a:gd name="T77" fmla="*/ 0 h 274"/>
                <a:gd name="T78" fmla="*/ 170 w 285"/>
                <a:gd name="T79" fmla="*/ 22 h 274"/>
                <a:gd name="T80" fmla="*/ 155 w 285"/>
                <a:gd name="T81" fmla="*/ 32 h 274"/>
                <a:gd name="T82" fmla="*/ 278 w 285"/>
                <a:gd name="T83" fmla="*/ 107 h 274"/>
                <a:gd name="T84" fmla="*/ 169 w 285"/>
                <a:gd name="T85" fmla="*/ 66 h 274"/>
                <a:gd name="T86" fmla="*/ 161 w 285"/>
                <a:gd name="T87" fmla="*/ 83 h 274"/>
                <a:gd name="T88" fmla="*/ 257 w 285"/>
                <a:gd name="T89" fmla="*/ 137 h 274"/>
                <a:gd name="T90" fmla="*/ 278 w 285"/>
                <a:gd name="T91" fmla="*/ 107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5" h="274">
                  <a:moveTo>
                    <a:pt x="95" y="142"/>
                  </a:moveTo>
                  <a:cubicBezTo>
                    <a:pt x="96" y="131"/>
                    <a:pt x="96" y="121"/>
                    <a:pt x="96" y="109"/>
                  </a:cubicBezTo>
                  <a:cubicBezTo>
                    <a:pt x="133" y="109"/>
                    <a:pt x="133" y="109"/>
                    <a:pt x="133" y="109"/>
                  </a:cubicBezTo>
                  <a:cubicBezTo>
                    <a:pt x="133" y="121"/>
                    <a:pt x="132" y="131"/>
                    <a:pt x="132" y="142"/>
                  </a:cubicBezTo>
                  <a:cubicBezTo>
                    <a:pt x="227" y="142"/>
                    <a:pt x="227" y="142"/>
                    <a:pt x="227" y="142"/>
                  </a:cubicBezTo>
                  <a:cubicBezTo>
                    <a:pt x="227" y="223"/>
                    <a:pt x="227" y="223"/>
                    <a:pt x="227" y="223"/>
                  </a:cubicBezTo>
                  <a:cubicBezTo>
                    <a:pt x="227" y="233"/>
                    <a:pt x="231" y="238"/>
                    <a:pt x="239" y="238"/>
                  </a:cubicBezTo>
                  <a:cubicBezTo>
                    <a:pt x="285" y="238"/>
                    <a:pt x="285" y="238"/>
                    <a:pt x="285" y="238"/>
                  </a:cubicBezTo>
                  <a:cubicBezTo>
                    <a:pt x="277" y="268"/>
                    <a:pt x="277" y="268"/>
                    <a:pt x="277" y="268"/>
                  </a:cubicBezTo>
                  <a:cubicBezTo>
                    <a:pt x="224" y="268"/>
                    <a:pt x="224" y="268"/>
                    <a:pt x="224" y="268"/>
                  </a:cubicBezTo>
                  <a:cubicBezTo>
                    <a:pt x="214" y="268"/>
                    <a:pt x="206" y="265"/>
                    <a:pt x="200" y="258"/>
                  </a:cubicBezTo>
                  <a:cubicBezTo>
                    <a:pt x="194" y="252"/>
                    <a:pt x="191" y="244"/>
                    <a:pt x="191" y="235"/>
                  </a:cubicBezTo>
                  <a:cubicBezTo>
                    <a:pt x="191" y="163"/>
                    <a:pt x="191" y="163"/>
                    <a:pt x="191" y="163"/>
                  </a:cubicBezTo>
                  <a:cubicBezTo>
                    <a:pt x="129" y="163"/>
                    <a:pt x="129" y="163"/>
                    <a:pt x="129" y="163"/>
                  </a:cubicBezTo>
                  <a:cubicBezTo>
                    <a:pt x="125" y="186"/>
                    <a:pt x="118" y="205"/>
                    <a:pt x="108" y="219"/>
                  </a:cubicBezTo>
                  <a:cubicBezTo>
                    <a:pt x="90" y="246"/>
                    <a:pt x="58" y="265"/>
                    <a:pt x="11" y="274"/>
                  </a:cubicBezTo>
                  <a:cubicBezTo>
                    <a:pt x="0" y="257"/>
                    <a:pt x="0" y="257"/>
                    <a:pt x="0" y="257"/>
                  </a:cubicBezTo>
                  <a:cubicBezTo>
                    <a:pt x="35" y="246"/>
                    <a:pt x="60" y="230"/>
                    <a:pt x="74" y="208"/>
                  </a:cubicBezTo>
                  <a:cubicBezTo>
                    <a:pt x="82" y="196"/>
                    <a:pt x="88" y="181"/>
                    <a:pt x="91" y="163"/>
                  </a:cubicBezTo>
                  <a:cubicBezTo>
                    <a:pt x="18" y="163"/>
                    <a:pt x="18" y="163"/>
                    <a:pt x="18" y="163"/>
                  </a:cubicBezTo>
                  <a:cubicBezTo>
                    <a:pt x="18" y="142"/>
                    <a:pt x="18" y="142"/>
                    <a:pt x="18" y="142"/>
                  </a:cubicBezTo>
                  <a:lnTo>
                    <a:pt x="95" y="142"/>
                  </a:lnTo>
                  <a:close/>
                  <a:moveTo>
                    <a:pt x="121" y="88"/>
                  </a:moveTo>
                  <a:cubicBezTo>
                    <a:pt x="90" y="110"/>
                    <a:pt x="53" y="125"/>
                    <a:pt x="11" y="134"/>
                  </a:cubicBezTo>
                  <a:cubicBezTo>
                    <a:pt x="2" y="118"/>
                    <a:pt x="2" y="118"/>
                    <a:pt x="2" y="118"/>
                  </a:cubicBezTo>
                  <a:cubicBezTo>
                    <a:pt x="35" y="102"/>
                    <a:pt x="67" y="83"/>
                    <a:pt x="97" y="60"/>
                  </a:cubicBezTo>
                  <a:lnTo>
                    <a:pt x="121" y="88"/>
                  </a:lnTo>
                  <a:close/>
                  <a:moveTo>
                    <a:pt x="155" y="32"/>
                  </a:moveTo>
                  <a:cubicBezTo>
                    <a:pt x="276" y="32"/>
                    <a:pt x="276" y="32"/>
                    <a:pt x="276" y="32"/>
                  </a:cubicBezTo>
                  <a:cubicBezTo>
                    <a:pt x="276" y="85"/>
                    <a:pt x="276" y="85"/>
                    <a:pt x="276" y="85"/>
                  </a:cubicBezTo>
                  <a:cubicBezTo>
                    <a:pt x="239" y="85"/>
                    <a:pt x="239" y="85"/>
                    <a:pt x="239" y="85"/>
                  </a:cubicBezTo>
                  <a:cubicBezTo>
                    <a:pt x="239" y="53"/>
                    <a:pt x="239" y="53"/>
                    <a:pt x="239" y="53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5" y="85"/>
                    <a:pt x="5" y="85"/>
                    <a:pt x="5" y="85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24" y="25"/>
                    <a:pt x="118" y="19"/>
                    <a:pt x="111" y="12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44" y="4"/>
                    <a:pt x="158" y="12"/>
                    <a:pt x="170" y="22"/>
                  </a:cubicBezTo>
                  <a:lnTo>
                    <a:pt x="155" y="32"/>
                  </a:lnTo>
                  <a:close/>
                  <a:moveTo>
                    <a:pt x="278" y="107"/>
                  </a:moveTo>
                  <a:cubicBezTo>
                    <a:pt x="246" y="90"/>
                    <a:pt x="209" y="77"/>
                    <a:pt x="169" y="66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193" y="99"/>
                    <a:pt x="225" y="118"/>
                    <a:pt x="257" y="137"/>
                  </a:cubicBezTo>
                  <a:lnTo>
                    <a:pt x="278" y="107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5" name="Freeform 63">
              <a:extLst>
                <a:ext uri="{FF2B5EF4-FFF2-40B4-BE49-F238E27FC236}">
                  <a16:creationId xmlns:a16="http://schemas.microsoft.com/office/drawing/2014/main" id="{BDBCAA36-3712-46FE-95D0-850F20CBCD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4888" y="2716213"/>
              <a:ext cx="725488" cy="754063"/>
            </a:xfrm>
            <a:custGeom>
              <a:avLst/>
              <a:gdLst>
                <a:gd name="T0" fmla="*/ 196 w 457"/>
                <a:gd name="T1" fmla="*/ 340 h 475"/>
                <a:gd name="T2" fmla="*/ 0 w 457"/>
                <a:gd name="T3" fmla="*/ 340 h 475"/>
                <a:gd name="T4" fmla="*/ 0 w 457"/>
                <a:gd name="T5" fmla="*/ 83 h 475"/>
                <a:gd name="T6" fmla="*/ 196 w 457"/>
                <a:gd name="T7" fmla="*/ 83 h 475"/>
                <a:gd name="T8" fmla="*/ 196 w 457"/>
                <a:gd name="T9" fmla="*/ 0 h 475"/>
                <a:gd name="T10" fmla="*/ 262 w 457"/>
                <a:gd name="T11" fmla="*/ 0 h 475"/>
                <a:gd name="T12" fmla="*/ 262 w 457"/>
                <a:gd name="T13" fmla="*/ 83 h 475"/>
                <a:gd name="T14" fmla="*/ 457 w 457"/>
                <a:gd name="T15" fmla="*/ 83 h 475"/>
                <a:gd name="T16" fmla="*/ 457 w 457"/>
                <a:gd name="T17" fmla="*/ 340 h 475"/>
                <a:gd name="T18" fmla="*/ 262 w 457"/>
                <a:gd name="T19" fmla="*/ 340 h 475"/>
                <a:gd name="T20" fmla="*/ 262 w 457"/>
                <a:gd name="T21" fmla="*/ 475 h 475"/>
                <a:gd name="T22" fmla="*/ 196 w 457"/>
                <a:gd name="T23" fmla="*/ 475 h 475"/>
                <a:gd name="T24" fmla="*/ 196 w 457"/>
                <a:gd name="T25" fmla="*/ 340 h 475"/>
                <a:gd name="T26" fmla="*/ 66 w 457"/>
                <a:gd name="T27" fmla="*/ 120 h 475"/>
                <a:gd name="T28" fmla="*/ 66 w 457"/>
                <a:gd name="T29" fmla="*/ 303 h 475"/>
                <a:gd name="T30" fmla="*/ 196 w 457"/>
                <a:gd name="T31" fmla="*/ 303 h 475"/>
                <a:gd name="T32" fmla="*/ 196 w 457"/>
                <a:gd name="T33" fmla="*/ 120 h 475"/>
                <a:gd name="T34" fmla="*/ 66 w 457"/>
                <a:gd name="T35" fmla="*/ 120 h 475"/>
                <a:gd name="T36" fmla="*/ 392 w 457"/>
                <a:gd name="T37" fmla="*/ 303 h 475"/>
                <a:gd name="T38" fmla="*/ 392 w 457"/>
                <a:gd name="T39" fmla="*/ 120 h 475"/>
                <a:gd name="T40" fmla="*/ 262 w 457"/>
                <a:gd name="T41" fmla="*/ 120 h 475"/>
                <a:gd name="T42" fmla="*/ 262 w 457"/>
                <a:gd name="T43" fmla="*/ 303 h 475"/>
                <a:gd name="T44" fmla="*/ 392 w 457"/>
                <a:gd name="T45" fmla="*/ 303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57" h="475">
                  <a:moveTo>
                    <a:pt x="196" y="340"/>
                  </a:moveTo>
                  <a:lnTo>
                    <a:pt x="0" y="340"/>
                  </a:lnTo>
                  <a:lnTo>
                    <a:pt x="0" y="83"/>
                  </a:lnTo>
                  <a:lnTo>
                    <a:pt x="196" y="83"/>
                  </a:lnTo>
                  <a:lnTo>
                    <a:pt x="196" y="0"/>
                  </a:lnTo>
                  <a:lnTo>
                    <a:pt x="262" y="0"/>
                  </a:lnTo>
                  <a:lnTo>
                    <a:pt x="262" y="83"/>
                  </a:lnTo>
                  <a:lnTo>
                    <a:pt x="457" y="83"/>
                  </a:lnTo>
                  <a:lnTo>
                    <a:pt x="457" y="340"/>
                  </a:lnTo>
                  <a:lnTo>
                    <a:pt x="262" y="340"/>
                  </a:lnTo>
                  <a:lnTo>
                    <a:pt x="262" y="475"/>
                  </a:lnTo>
                  <a:lnTo>
                    <a:pt x="196" y="475"/>
                  </a:lnTo>
                  <a:lnTo>
                    <a:pt x="196" y="340"/>
                  </a:lnTo>
                  <a:close/>
                  <a:moveTo>
                    <a:pt x="66" y="120"/>
                  </a:moveTo>
                  <a:lnTo>
                    <a:pt x="66" y="303"/>
                  </a:lnTo>
                  <a:lnTo>
                    <a:pt x="196" y="303"/>
                  </a:lnTo>
                  <a:lnTo>
                    <a:pt x="196" y="120"/>
                  </a:lnTo>
                  <a:lnTo>
                    <a:pt x="66" y="120"/>
                  </a:lnTo>
                  <a:close/>
                  <a:moveTo>
                    <a:pt x="392" y="303"/>
                  </a:moveTo>
                  <a:lnTo>
                    <a:pt x="392" y="120"/>
                  </a:lnTo>
                  <a:lnTo>
                    <a:pt x="262" y="120"/>
                  </a:lnTo>
                  <a:lnTo>
                    <a:pt x="262" y="303"/>
                  </a:lnTo>
                  <a:lnTo>
                    <a:pt x="392" y="303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6" name="Freeform 64">
              <a:extLst>
                <a:ext uri="{FF2B5EF4-FFF2-40B4-BE49-F238E27FC236}">
                  <a16:creationId xmlns:a16="http://schemas.microsoft.com/office/drawing/2014/main" id="{DF7D728C-AF6B-4C77-B0F8-7BF2B04312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40863" y="2706688"/>
              <a:ext cx="812800" cy="754063"/>
            </a:xfrm>
            <a:custGeom>
              <a:avLst/>
              <a:gdLst>
                <a:gd name="T0" fmla="*/ 0 w 290"/>
                <a:gd name="T1" fmla="*/ 229 h 268"/>
                <a:gd name="T2" fmla="*/ 38 w 290"/>
                <a:gd name="T3" fmla="*/ 101 h 268"/>
                <a:gd name="T4" fmla="*/ 60 w 290"/>
                <a:gd name="T5" fmla="*/ 105 h 268"/>
                <a:gd name="T6" fmla="*/ 35 w 290"/>
                <a:gd name="T7" fmla="*/ 238 h 268"/>
                <a:gd name="T8" fmla="*/ 0 w 290"/>
                <a:gd name="T9" fmla="*/ 229 h 268"/>
                <a:gd name="T10" fmla="*/ 243 w 290"/>
                <a:gd name="T11" fmla="*/ 268 h 268"/>
                <a:gd name="T12" fmla="*/ 252 w 290"/>
                <a:gd name="T13" fmla="*/ 238 h 268"/>
                <a:gd name="T14" fmla="*/ 128 w 290"/>
                <a:gd name="T15" fmla="*/ 238 h 268"/>
                <a:gd name="T16" fmla="*/ 118 w 290"/>
                <a:gd name="T17" fmla="*/ 234 h 268"/>
                <a:gd name="T18" fmla="*/ 114 w 290"/>
                <a:gd name="T19" fmla="*/ 223 h 268"/>
                <a:gd name="T20" fmla="*/ 114 w 290"/>
                <a:gd name="T21" fmla="*/ 61 h 268"/>
                <a:gd name="T22" fmla="*/ 77 w 290"/>
                <a:gd name="T23" fmla="*/ 61 h 268"/>
                <a:gd name="T24" fmla="*/ 77 w 290"/>
                <a:gd name="T25" fmla="*/ 235 h 268"/>
                <a:gd name="T26" fmla="*/ 86 w 290"/>
                <a:gd name="T27" fmla="*/ 258 h 268"/>
                <a:gd name="T28" fmla="*/ 110 w 290"/>
                <a:gd name="T29" fmla="*/ 268 h 268"/>
                <a:gd name="T30" fmla="*/ 243 w 290"/>
                <a:gd name="T31" fmla="*/ 268 h 268"/>
                <a:gd name="T32" fmla="*/ 164 w 290"/>
                <a:gd name="T33" fmla="*/ 107 h 268"/>
                <a:gd name="T34" fmla="*/ 107 w 290"/>
                <a:gd name="T35" fmla="*/ 13 h 268"/>
                <a:gd name="T36" fmla="*/ 124 w 290"/>
                <a:gd name="T37" fmla="*/ 0 h 268"/>
                <a:gd name="T38" fmla="*/ 196 w 290"/>
                <a:gd name="T39" fmla="*/ 88 h 268"/>
                <a:gd name="T40" fmla="*/ 164 w 290"/>
                <a:gd name="T41" fmla="*/ 107 h 268"/>
                <a:gd name="T42" fmla="*/ 255 w 290"/>
                <a:gd name="T43" fmla="*/ 195 h 268"/>
                <a:gd name="T44" fmla="*/ 213 w 290"/>
                <a:gd name="T45" fmla="*/ 94 h 268"/>
                <a:gd name="T46" fmla="*/ 232 w 290"/>
                <a:gd name="T47" fmla="*/ 84 h 268"/>
                <a:gd name="T48" fmla="*/ 290 w 290"/>
                <a:gd name="T49" fmla="*/ 181 h 268"/>
                <a:gd name="T50" fmla="*/ 255 w 290"/>
                <a:gd name="T51" fmla="*/ 195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90" h="268">
                  <a:moveTo>
                    <a:pt x="0" y="229"/>
                  </a:moveTo>
                  <a:cubicBezTo>
                    <a:pt x="16" y="185"/>
                    <a:pt x="29" y="142"/>
                    <a:pt x="38" y="101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55" y="158"/>
                    <a:pt x="47" y="202"/>
                    <a:pt x="35" y="238"/>
                  </a:cubicBezTo>
                  <a:lnTo>
                    <a:pt x="0" y="229"/>
                  </a:lnTo>
                  <a:close/>
                  <a:moveTo>
                    <a:pt x="243" y="268"/>
                  </a:moveTo>
                  <a:cubicBezTo>
                    <a:pt x="252" y="238"/>
                    <a:pt x="252" y="238"/>
                    <a:pt x="252" y="238"/>
                  </a:cubicBezTo>
                  <a:cubicBezTo>
                    <a:pt x="128" y="238"/>
                    <a:pt x="128" y="238"/>
                    <a:pt x="128" y="238"/>
                  </a:cubicBezTo>
                  <a:cubicBezTo>
                    <a:pt x="124" y="238"/>
                    <a:pt x="121" y="236"/>
                    <a:pt x="118" y="234"/>
                  </a:cubicBezTo>
                  <a:cubicBezTo>
                    <a:pt x="115" y="231"/>
                    <a:pt x="114" y="227"/>
                    <a:pt x="114" y="223"/>
                  </a:cubicBezTo>
                  <a:cubicBezTo>
                    <a:pt x="114" y="61"/>
                    <a:pt x="114" y="61"/>
                    <a:pt x="114" y="61"/>
                  </a:cubicBezTo>
                  <a:cubicBezTo>
                    <a:pt x="77" y="61"/>
                    <a:pt x="77" y="61"/>
                    <a:pt x="77" y="61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7" y="244"/>
                    <a:pt x="80" y="252"/>
                    <a:pt x="86" y="258"/>
                  </a:cubicBezTo>
                  <a:cubicBezTo>
                    <a:pt x="92" y="265"/>
                    <a:pt x="100" y="268"/>
                    <a:pt x="110" y="268"/>
                  </a:cubicBezTo>
                  <a:lnTo>
                    <a:pt x="243" y="268"/>
                  </a:lnTo>
                  <a:close/>
                  <a:moveTo>
                    <a:pt x="164" y="107"/>
                  </a:moveTo>
                  <a:cubicBezTo>
                    <a:pt x="145" y="72"/>
                    <a:pt x="127" y="41"/>
                    <a:pt x="107" y="13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58" y="33"/>
                    <a:pt x="182" y="62"/>
                    <a:pt x="196" y="88"/>
                  </a:cubicBezTo>
                  <a:lnTo>
                    <a:pt x="164" y="107"/>
                  </a:lnTo>
                  <a:close/>
                  <a:moveTo>
                    <a:pt x="255" y="195"/>
                  </a:moveTo>
                  <a:cubicBezTo>
                    <a:pt x="242" y="158"/>
                    <a:pt x="228" y="124"/>
                    <a:pt x="213" y="94"/>
                  </a:cubicBezTo>
                  <a:cubicBezTo>
                    <a:pt x="232" y="84"/>
                    <a:pt x="232" y="84"/>
                    <a:pt x="232" y="84"/>
                  </a:cubicBezTo>
                  <a:cubicBezTo>
                    <a:pt x="260" y="121"/>
                    <a:pt x="279" y="153"/>
                    <a:pt x="290" y="181"/>
                  </a:cubicBezTo>
                  <a:lnTo>
                    <a:pt x="255" y="19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7" name="Freeform 65">
              <a:extLst>
                <a:ext uri="{FF2B5EF4-FFF2-40B4-BE49-F238E27FC236}">
                  <a16:creationId xmlns:a16="http://schemas.microsoft.com/office/drawing/2014/main" id="{C40CF4EC-A91C-44BF-9E75-8D0DED27EE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76838" y="3765551"/>
              <a:ext cx="347663" cy="393700"/>
            </a:xfrm>
            <a:custGeom>
              <a:avLst/>
              <a:gdLst>
                <a:gd name="T0" fmla="*/ 0 w 124"/>
                <a:gd name="T1" fmla="*/ 0 h 140"/>
                <a:gd name="T2" fmla="*/ 58 w 124"/>
                <a:gd name="T3" fmla="*/ 0 h 140"/>
                <a:gd name="T4" fmla="*/ 107 w 124"/>
                <a:gd name="T5" fmla="*/ 17 h 140"/>
                <a:gd name="T6" fmla="*/ 124 w 124"/>
                <a:gd name="T7" fmla="*/ 70 h 140"/>
                <a:gd name="T8" fmla="*/ 106 w 124"/>
                <a:gd name="T9" fmla="*/ 122 h 140"/>
                <a:gd name="T10" fmla="*/ 54 w 124"/>
                <a:gd name="T11" fmla="*/ 140 h 140"/>
                <a:gd name="T12" fmla="*/ 0 w 124"/>
                <a:gd name="T13" fmla="*/ 140 h 140"/>
                <a:gd name="T14" fmla="*/ 0 w 124"/>
                <a:gd name="T15" fmla="*/ 0 h 140"/>
                <a:gd name="T16" fmla="*/ 25 w 124"/>
                <a:gd name="T17" fmla="*/ 20 h 140"/>
                <a:gd name="T18" fmla="*/ 25 w 124"/>
                <a:gd name="T19" fmla="*/ 119 h 140"/>
                <a:gd name="T20" fmla="*/ 55 w 124"/>
                <a:gd name="T21" fmla="*/ 119 h 140"/>
                <a:gd name="T22" fmla="*/ 88 w 124"/>
                <a:gd name="T23" fmla="*/ 107 h 140"/>
                <a:gd name="T24" fmla="*/ 99 w 124"/>
                <a:gd name="T25" fmla="*/ 68 h 140"/>
                <a:gd name="T26" fmla="*/ 88 w 124"/>
                <a:gd name="T27" fmla="*/ 32 h 140"/>
                <a:gd name="T28" fmla="*/ 57 w 124"/>
                <a:gd name="T29" fmla="*/ 20 h 140"/>
                <a:gd name="T30" fmla="*/ 25 w 124"/>
                <a:gd name="T31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4" h="140">
                  <a:moveTo>
                    <a:pt x="0" y="0"/>
                  </a:moveTo>
                  <a:cubicBezTo>
                    <a:pt x="58" y="0"/>
                    <a:pt x="58" y="0"/>
                    <a:pt x="58" y="0"/>
                  </a:cubicBezTo>
                  <a:cubicBezTo>
                    <a:pt x="80" y="0"/>
                    <a:pt x="96" y="6"/>
                    <a:pt x="107" y="17"/>
                  </a:cubicBezTo>
                  <a:cubicBezTo>
                    <a:pt x="118" y="29"/>
                    <a:pt x="124" y="46"/>
                    <a:pt x="124" y="70"/>
                  </a:cubicBezTo>
                  <a:cubicBezTo>
                    <a:pt x="124" y="92"/>
                    <a:pt x="118" y="109"/>
                    <a:pt x="106" y="122"/>
                  </a:cubicBezTo>
                  <a:cubicBezTo>
                    <a:pt x="94" y="134"/>
                    <a:pt x="77" y="140"/>
                    <a:pt x="54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  <a:moveTo>
                    <a:pt x="25" y="20"/>
                  </a:moveTo>
                  <a:cubicBezTo>
                    <a:pt x="25" y="119"/>
                    <a:pt x="25" y="119"/>
                    <a:pt x="25" y="119"/>
                  </a:cubicBezTo>
                  <a:cubicBezTo>
                    <a:pt x="55" y="119"/>
                    <a:pt x="55" y="119"/>
                    <a:pt x="55" y="119"/>
                  </a:cubicBezTo>
                  <a:cubicBezTo>
                    <a:pt x="70" y="119"/>
                    <a:pt x="81" y="115"/>
                    <a:pt x="88" y="107"/>
                  </a:cubicBezTo>
                  <a:cubicBezTo>
                    <a:pt x="95" y="99"/>
                    <a:pt x="99" y="86"/>
                    <a:pt x="99" y="68"/>
                  </a:cubicBezTo>
                  <a:cubicBezTo>
                    <a:pt x="99" y="52"/>
                    <a:pt x="95" y="40"/>
                    <a:pt x="88" y="32"/>
                  </a:cubicBezTo>
                  <a:cubicBezTo>
                    <a:pt x="81" y="24"/>
                    <a:pt x="71" y="20"/>
                    <a:pt x="57" y="20"/>
                  </a:cubicBezTo>
                  <a:lnTo>
                    <a:pt x="25" y="20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8" name="Freeform 66">
              <a:extLst>
                <a:ext uri="{FF2B5EF4-FFF2-40B4-BE49-F238E27FC236}">
                  <a16:creationId xmlns:a16="http://schemas.microsoft.com/office/drawing/2014/main" id="{E929CB19-DA98-4DA7-BDE1-07DBDDFD5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8476" y="3754438"/>
              <a:ext cx="371475" cy="415925"/>
            </a:xfrm>
            <a:custGeom>
              <a:avLst/>
              <a:gdLst>
                <a:gd name="T0" fmla="*/ 132 w 133"/>
                <a:gd name="T1" fmla="*/ 48 h 148"/>
                <a:gd name="T2" fmla="*/ 108 w 133"/>
                <a:gd name="T3" fmla="*/ 48 h 148"/>
                <a:gd name="T4" fmla="*/ 96 w 133"/>
                <a:gd name="T5" fmla="*/ 28 h 148"/>
                <a:gd name="T6" fmla="*/ 70 w 133"/>
                <a:gd name="T7" fmla="*/ 21 h 148"/>
                <a:gd name="T8" fmla="*/ 37 w 133"/>
                <a:gd name="T9" fmla="*/ 35 h 148"/>
                <a:gd name="T10" fmla="*/ 25 w 133"/>
                <a:gd name="T11" fmla="*/ 73 h 148"/>
                <a:gd name="T12" fmla="*/ 37 w 133"/>
                <a:gd name="T13" fmla="*/ 112 h 148"/>
                <a:gd name="T14" fmla="*/ 69 w 133"/>
                <a:gd name="T15" fmla="*/ 127 h 148"/>
                <a:gd name="T16" fmla="*/ 96 w 133"/>
                <a:gd name="T17" fmla="*/ 118 h 148"/>
                <a:gd name="T18" fmla="*/ 108 w 133"/>
                <a:gd name="T19" fmla="*/ 94 h 148"/>
                <a:gd name="T20" fmla="*/ 133 w 133"/>
                <a:gd name="T21" fmla="*/ 94 h 148"/>
                <a:gd name="T22" fmla="*/ 114 w 133"/>
                <a:gd name="T23" fmla="*/ 133 h 148"/>
                <a:gd name="T24" fmla="*/ 68 w 133"/>
                <a:gd name="T25" fmla="*/ 148 h 148"/>
                <a:gd name="T26" fmla="*/ 18 w 133"/>
                <a:gd name="T27" fmla="*/ 128 h 148"/>
                <a:gd name="T28" fmla="*/ 0 w 133"/>
                <a:gd name="T29" fmla="*/ 74 h 148"/>
                <a:gd name="T30" fmla="*/ 18 w 133"/>
                <a:gd name="T31" fmla="*/ 20 h 148"/>
                <a:gd name="T32" fmla="*/ 70 w 133"/>
                <a:gd name="T33" fmla="*/ 0 h 148"/>
                <a:gd name="T34" fmla="*/ 114 w 133"/>
                <a:gd name="T35" fmla="*/ 13 h 148"/>
                <a:gd name="T36" fmla="*/ 132 w 133"/>
                <a:gd name="T37" fmla="*/ 4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48">
                  <a:moveTo>
                    <a:pt x="132" y="48"/>
                  </a:moveTo>
                  <a:cubicBezTo>
                    <a:pt x="108" y="48"/>
                    <a:pt x="108" y="48"/>
                    <a:pt x="108" y="48"/>
                  </a:cubicBezTo>
                  <a:cubicBezTo>
                    <a:pt x="106" y="39"/>
                    <a:pt x="102" y="33"/>
                    <a:pt x="96" y="28"/>
                  </a:cubicBezTo>
                  <a:cubicBezTo>
                    <a:pt x="89" y="24"/>
                    <a:pt x="80" y="21"/>
                    <a:pt x="70" y="21"/>
                  </a:cubicBezTo>
                  <a:cubicBezTo>
                    <a:pt x="55" y="21"/>
                    <a:pt x="44" y="26"/>
                    <a:pt x="37" y="35"/>
                  </a:cubicBezTo>
                  <a:cubicBezTo>
                    <a:pt x="29" y="44"/>
                    <a:pt x="25" y="57"/>
                    <a:pt x="25" y="73"/>
                  </a:cubicBezTo>
                  <a:cubicBezTo>
                    <a:pt x="25" y="90"/>
                    <a:pt x="29" y="103"/>
                    <a:pt x="37" y="112"/>
                  </a:cubicBezTo>
                  <a:cubicBezTo>
                    <a:pt x="45" y="122"/>
                    <a:pt x="56" y="127"/>
                    <a:pt x="69" y="127"/>
                  </a:cubicBezTo>
                  <a:cubicBezTo>
                    <a:pt x="80" y="127"/>
                    <a:pt x="89" y="124"/>
                    <a:pt x="96" y="118"/>
                  </a:cubicBezTo>
                  <a:cubicBezTo>
                    <a:pt x="104" y="112"/>
                    <a:pt x="108" y="104"/>
                    <a:pt x="108" y="94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2" y="110"/>
                    <a:pt x="126" y="122"/>
                    <a:pt x="114" y="133"/>
                  </a:cubicBezTo>
                  <a:cubicBezTo>
                    <a:pt x="102" y="143"/>
                    <a:pt x="87" y="148"/>
                    <a:pt x="68" y="148"/>
                  </a:cubicBezTo>
                  <a:cubicBezTo>
                    <a:pt x="47" y="148"/>
                    <a:pt x="30" y="141"/>
                    <a:pt x="18" y="128"/>
                  </a:cubicBezTo>
                  <a:cubicBezTo>
                    <a:pt x="6" y="115"/>
                    <a:pt x="0" y="97"/>
                    <a:pt x="0" y="74"/>
                  </a:cubicBezTo>
                  <a:cubicBezTo>
                    <a:pt x="0" y="51"/>
                    <a:pt x="6" y="33"/>
                    <a:pt x="18" y="20"/>
                  </a:cubicBezTo>
                  <a:cubicBezTo>
                    <a:pt x="31" y="7"/>
                    <a:pt x="48" y="0"/>
                    <a:pt x="70" y="0"/>
                  </a:cubicBezTo>
                  <a:cubicBezTo>
                    <a:pt x="88" y="0"/>
                    <a:pt x="103" y="5"/>
                    <a:pt x="114" y="13"/>
                  </a:cubicBezTo>
                  <a:cubicBezTo>
                    <a:pt x="125" y="22"/>
                    <a:pt x="131" y="33"/>
                    <a:pt x="132" y="48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9" name="Freeform 67">
              <a:extLst>
                <a:ext uri="{FF2B5EF4-FFF2-40B4-BE49-F238E27FC236}">
                  <a16:creationId xmlns:a16="http://schemas.microsoft.com/office/drawing/2014/main" id="{A3299C10-FC68-4CEE-B867-FA167E2383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8563" y="3765551"/>
              <a:ext cx="330200" cy="393700"/>
            </a:xfrm>
            <a:custGeom>
              <a:avLst/>
              <a:gdLst>
                <a:gd name="T0" fmla="*/ 0 w 118"/>
                <a:gd name="T1" fmla="*/ 0 h 140"/>
                <a:gd name="T2" fmla="*/ 64 w 118"/>
                <a:gd name="T3" fmla="*/ 0 h 140"/>
                <a:gd name="T4" fmla="*/ 70 w 118"/>
                <a:gd name="T5" fmla="*/ 1 h 140"/>
                <a:gd name="T6" fmla="*/ 72 w 118"/>
                <a:gd name="T7" fmla="*/ 1 h 140"/>
                <a:gd name="T8" fmla="*/ 103 w 118"/>
                <a:gd name="T9" fmla="*/ 11 h 140"/>
                <a:gd name="T10" fmla="*/ 114 w 118"/>
                <a:gd name="T11" fmla="*/ 39 h 140"/>
                <a:gd name="T12" fmla="*/ 108 w 118"/>
                <a:gd name="T13" fmla="*/ 60 h 140"/>
                <a:gd name="T14" fmla="*/ 92 w 118"/>
                <a:gd name="T15" fmla="*/ 72 h 140"/>
                <a:gd name="T16" fmla="*/ 106 w 118"/>
                <a:gd name="T17" fmla="*/ 81 h 140"/>
                <a:gd name="T18" fmla="*/ 110 w 118"/>
                <a:gd name="T19" fmla="*/ 100 h 140"/>
                <a:gd name="T20" fmla="*/ 112 w 118"/>
                <a:gd name="T21" fmla="*/ 120 h 140"/>
                <a:gd name="T22" fmla="*/ 112 w 118"/>
                <a:gd name="T23" fmla="*/ 120 h 140"/>
                <a:gd name="T24" fmla="*/ 118 w 118"/>
                <a:gd name="T25" fmla="*/ 136 h 140"/>
                <a:gd name="T26" fmla="*/ 118 w 118"/>
                <a:gd name="T27" fmla="*/ 140 h 140"/>
                <a:gd name="T28" fmla="*/ 90 w 118"/>
                <a:gd name="T29" fmla="*/ 140 h 140"/>
                <a:gd name="T30" fmla="*/ 88 w 118"/>
                <a:gd name="T31" fmla="*/ 134 h 140"/>
                <a:gd name="T32" fmla="*/ 86 w 118"/>
                <a:gd name="T33" fmla="*/ 122 h 140"/>
                <a:gd name="T34" fmla="*/ 86 w 118"/>
                <a:gd name="T35" fmla="*/ 105 h 140"/>
                <a:gd name="T36" fmla="*/ 79 w 118"/>
                <a:gd name="T37" fmla="*/ 87 h 140"/>
                <a:gd name="T38" fmla="*/ 62 w 118"/>
                <a:gd name="T39" fmla="*/ 83 h 140"/>
                <a:gd name="T40" fmla="*/ 57 w 118"/>
                <a:gd name="T41" fmla="*/ 83 h 140"/>
                <a:gd name="T42" fmla="*/ 24 w 118"/>
                <a:gd name="T43" fmla="*/ 83 h 140"/>
                <a:gd name="T44" fmla="*/ 24 w 118"/>
                <a:gd name="T45" fmla="*/ 140 h 140"/>
                <a:gd name="T46" fmla="*/ 0 w 118"/>
                <a:gd name="T47" fmla="*/ 140 h 140"/>
                <a:gd name="T48" fmla="*/ 0 w 118"/>
                <a:gd name="T49" fmla="*/ 0 h 140"/>
                <a:gd name="T50" fmla="*/ 24 w 118"/>
                <a:gd name="T51" fmla="*/ 20 h 140"/>
                <a:gd name="T52" fmla="*/ 24 w 118"/>
                <a:gd name="T53" fmla="*/ 63 h 140"/>
                <a:gd name="T54" fmla="*/ 60 w 118"/>
                <a:gd name="T55" fmla="*/ 63 h 140"/>
                <a:gd name="T56" fmla="*/ 82 w 118"/>
                <a:gd name="T57" fmla="*/ 58 h 140"/>
                <a:gd name="T58" fmla="*/ 89 w 118"/>
                <a:gd name="T59" fmla="*/ 41 h 140"/>
                <a:gd name="T60" fmla="*/ 82 w 118"/>
                <a:gd name="T61" fmla="*/ 25 h 140"/>
                <a:gd name="T62" fmla="*/ 60 w 118"/>
                <a:gd name="T63" fmla="*/ 20 h 140"/>
                <a:gd name="T64" fmla="*/ 24 w 118"/>
                <a:gd name="T65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8" h="140">
                  <a:moveTo>
                    <a:pt x="0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66" y="0"/>
                    <a:pt x="68" y="0"/>
                    <a:pt x="70" y="1"/>
                  </a:cubicBezTo>
                  <a:cubicBezTo>
                    <a:pt x="71" y="1"/>
                    <a:pt x="72" y="1"/>
                    <a:pt x="72" y="1"/>
                  </a:cubicBezTo>
                  <a:cubicBezTo>
                    <a:pt x="85" y="1"/>
                    <a:pt x="95" y="4"/>
                    <a:pt x="103" y="11"/>
                  </a:cubicBezTo>
                  <a:cubicBezTo>
                    <a:pt x="110" y="18"/>
                    <a:pt x="114" y="27"/>
                    <a:pt x="114" y="39"/>
                  </a:cubicBezTo>
                  <a:cubicBezTo>
                    <a:pt x="114" y="47"/>
                    <a:pt x="112" y="54"/>
                    <a:pt x="108" y="60"/>
                  </a:cubicBezTo>
                  <a:cubicBezTo>
                    <a:pt x="105" y="65"/>
                    <a:pt x="99" y="69"/>
                    <a:pt x="92" y="72"/>
                  </a:cubicBezTo>
                  <a:cubicBezTo>
                    <a:pt x="99" y="74"/>
                    <a:pt x="103" y="77"/>
                    <a:pt x="106" y="81"/>
                  </a:cubicBezTo>
                  <a:cubicBezTo>
                    <a:pt x="108" y="85"/>
                    <a:pt x="110" y="91"/>
                    <a:pt x="110" y="100"/>
                  </a:cubicBezTo>
                  <a:cubicBezTo>
                    <a:pt x="112" y="120"/>
                    <a:pt x="112" y="120"/>
                    <a:pt x="112" y="120"/>
                  </a:cubicBezTo>
                  <a:cubicBezTo>
                    <a:pt x="112" y="120"/>
                    <a:pt x="112" y="120"/>
                    <a:pt x="112" y="120"/>
                  </a:cubicBezTo>
                  <a:cubicBezTo>
                    <a:pt x="112" y="129"/>
                    <a:pt x="114" y="134"/>
                    <a:pt x="118" y="136"/>
                  </a:cubicBezTo>
                  <a:cubicBezTo>
                    <a:pt x="118" y="140"/>
                    <a:pt x="118" y="140"/>
                    <a:pt x="118" y="140"/>
                  </a:cubicBezTo>
                  <a:cubicBezTo>
                    <a:pt x="90" y="140"/>
                    <a:pt x="90" y="140"/>
                    <a:pt x="90" y="140"/>
                  </a:cubicBezTo>
                  <a:cubicBezTo>
                    <a:pt x="89" y="138"/>
                    <a:pt x="88" y="136"/>
                    <a:pt x="88" y="134"/>
                  </a:cubicBezTo>
                  <a:cubicBezTo>
                    <a:pt x="87" y="131"/>
                    <a:pt x="87" y="127"/>
                    <a:pt x="86" y="122"/>
                  </a:cubicBezTo>
                  <a:cubicBezTo>
                    <a:pt x="86" y="105"/>
                    <a:pt x="86" y="105"/>
                    <a:pt x="86" y="105"/>
                  </a:cubicBezTo>
                  <a:cubicBezTo>
                    <a:pt x="85" y="96"/>
                    <a:pt x="83" y="90"/>
                    <a:pt x="79" y="87"/>
                  </a:cubicBezTo>
                  <a:cubicBezTo>
                    <a:pt x="76" y="84"/>
                    <a:pt x="70" y="83"/>
                    <a:pt x="62" y="83"/>
                  </a:cubicBezTo>
                  <a:cubicBezTo>
                    <a:pt x="57" y="83"/>
                    <a:pt x="57" y="83"/>
                    <a:pt x="57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24" y="140"/>
                    <a:pt x="24" y="140"/>
                    <a:pt x="24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  <a:moveTo>
                    <a:pt x="24" y="20"/>
                  </a:moveTo>
                  <a:cubicBezTo>
                    <a:pt x="24" y="63"/>
                    <a:pt x="24" y="63"/>
                    <a:pt x="24" y="63"/>
                  </a:cubicBezTo>
                  <a:cubicBezTo>
                    <a:pt x="60" y="63"/>
                    <a:pt x="60" y="63"/>
                    <a:pt x="60" y="63"/>
                  </a:cubicBezTo>
                  <a:cubicBezTo>
                    <a:pt x="70" y="63"/>
                    <a:pt x="77" y="61"/>
                    <a:pt x="82" y="58"/>
                  </a:cubicBezTo>
                  <a:cubicBezTo>
                    <a:pt x="86" y="54"/>
                    <a:pt x="89" y="49"/>
                    <a:pt x="89" y="41"/>
                  </a:cubicBezTo>
                  <a:cubicBezTo>
                    <a:pt x="89" y="34"/>
                    <a:pt x="87" y="28"/>
                    <a:pt x="82" y="25"/>
                  </a:cubicBezTo>
                  <a:cubicBezTo>
                    <a:pt x="78" y="22"/>
                    <a:pt x="70" y="20"/>
                    <a:pt x="60" y="20"/>
                  </a:cubicBezTo>
                  <a:lnTo>
                    <a:pt x="24" y="20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0" name="Freeform 68">
              <a:extLst>
                <a:ext uri="{FF2B5EF4-FFF2-40B4-BE49-F238E27FC236}">
                  <a16:creationId xmlns:a16="http://schemas.microsoft.com/office/drawing/2014/main" id="{6BB98D78-4251-401A-AF9A-722C9A307E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53213" y="3860801"/>
              <a:ext cx="282575" cy="306388"/>
            </a:xfrm>
            <a:custGeom>
              <a:avLst/>
              <a:gdLst>
                <a:gd name="T0" fmla="*/ 101 w 101"/>
                <a:gd name="T1" fmla="*/ 61 h 109"/>
                <a:gd name="T2" fmla="*/ 24 w 101"/>
                <a:gd name="T3" fmla="*/ 61 h 109"/>
                <a:gd name="T4" fmla="*/ 32 w 101"/>
                <a:gd name="T5" fmla="*/ 83 h 109"/>
                <a:gd name="T6" fmla="*/ 52 w 101"/>
                <a:gd name="T7" fmla="*/ 91 h 109"/>
                <a:gd name="T8" fmla="*/ 68 w 101"/>
                <a:gd name="T9" fmla="*/ 86 h 109"/>
                <a:gd name="T10" fmla="*/ 76 w 101"/>
                <a:gd name="T11" fmla="*/ 74 h 109"/>
                <a:gd name="T12" fmla="*/ 100 w 101"/>
                <a:gd name="T13" fmla="*/ 74 h 109"/>
                <a:gd name="T14" fmla="*/ 83 w 101"/>
                <a:gd name="T15" fmla="*/ 100 h 109"/>
                <a:gd name="T16" fmla="*/ 51 w 101"/>
                <a:gd name="T17" fmla="*/ 109 h 109"/>
                <a:gd name="T18" fmla="*/ 14 w 101"/>
                <a:gd name="T19" fmla="*/ 95 h 109"/>
                <a:gd name="T20" fmla="*/ 0 w 101"/>
                <a:gd name="T21" fmla="*/ 55 h 109"/>
                <a:gd name="T22" fmla="*/ 14 w 101"/>
                <a:gd name="T23" fmla="*/ 15 h 109"/>
                <a:gd name="T24" fmla="*/ 51 w 101"/>
                <a:gd name="T25" fmla="*/ 0 h 109"/>
                <a:gd name="T26" fmla="*/ 88 w 101"/>
                <a:gd name="T27" fmla="*/ 14 h 109"/>
                <a:gd name="T28" fmla="*/ 101 w 101"/>
                <a:gd name="T29" fmla="*/ 53 h 109"/>
                <a:gd name="T30" fmla="*/ 101 w 101"/>
                <a:gd name="T31" fmla="*/ 60 h 109"/>
                <a:gd name="T32" fmla="*/ 101 w 101"/>
                <a:gd name="T33" fmla="*/ 61 h 109"/>
                <a:gd name="T34" fmla="*/ 77 w 101"/>
                <a:gd name="T35" fmla="*/ 45 h 109"/>
                <a:gd name="T36" fmla="*/ 70 w 101"/>
                <a:gd name="T37" fmla="*/ 26 h 109"/>
                <a:gd name="T38" fmla="*/ 51 w 101"/>
                <a:gd name="T39" fmla="*/ 19 h 109"/>
                <a:gd name="T40" fmla="*/ 32 w 101"/>
                <a:gd name="T41" fmla="*/ 26 h 109"/>
                <a:gd name="T42" fmla="*/ 24 w 101"/>
                <a:gd name="T43" fmla="*/ 45 h 109"/>
                <a:gd name="T44" fmla="*/ 77 w 101"/>
                <a:gd name="T45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1" h="109">
                  <a:moveTo>
                    <a:pt x="101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5" y="70"/>
                    <a:pt x="27" y="78"/>
                    <a:pt x="32" y="83"/>
                  </a:cubicBezTo>
                  <a:cubicBezTo>
                    <a:pt x="37" y="88"/>
                    <a:pt x="43" y="91"/>
                    <a:pt x="52" y="91"/>
                  </a:cubicBezTo>
                  <a:cubicBezTo>
                    <a:pt x="58" y="91"/>
                    <a:pt x="64" y="89"/>
                    <a:pt x="68" y="86"/>
                  </a:cubicBezTo>
                  <a:cubicBezTo>
                    <a:pt x="72" y="83"/>
                    <a:pt x="75" y="79"/>
                    <a:pt x="76" y="74"/>
                  </a:cubicBezTo>
                  <a:cubicBezTo>
                    <a:pt x="100" y="74"/>
                    <a:pt x="100" y="74"/>
                    <a:pt x="100" y="74"/>
                  </a:cubicBezTo>
                  <a:cubicBezTo>
                    <a:pt x="97" y="85"/>
                    <a:pt x="92" y="93"/>
                    <a:pt x="83" y="100"/>
                  </a:cubicBezTo>
                  <a:cubicBezTo>
                    <a:pt x="74" y="106"/>
                    <a:pt x="63" y="109"/>
                    <a:pt x="51" y="109"/>
                  </a:cubicBezTo>
                  <a:cubicBezTo>
                    <a:pt x="35" y="109"/>
                    <a:pt x="23" y="105"/>
                    <a:pt x="14" y="95"/>
                  </a:cubicBezTo>
                  <a:cubicBezTo>
                    <a:pt x="5" y="85"/>
                    <a:pt x="0" y="72"/>
                    <a:pt x="0" y="55"/>
                  </a:cubicBezTo>
                  <a:cubicBezTo>
                    <a:pt x="0" y="38"/>
                    <a:pt x="5" y="24"/>
                    <a:pt x="14" y="15"/>
                  </a:cubicBezTo>
                  <a:cubicBezTo>
                    <a:pt x="23" y="5"/>
                    <a:pt x="35" y="0"/>
                    <a:pt x="51" y="0"/>
                  </a:cubicBezTo>
                  <a:cubicBezTo>
                    <a:pt x="67" y="0"/>
                    <a:pt x="79" y="5"/>
                    <a:pt x="88" y="14"/>
                  </a:cubicBezTo>
                  <a:cubicBezTo>
                    <a:pt x="97" y="24"/>
                    <a:pt x="101" y="37"/>
                    <a:pt x="101" y="53"/>
                  </a:cubicBezTo>
                  <a:cubicBezTo>
                    <a:pt x="101" y="55"/>
                    <a:pt x="101" y="57"/>
                    <a:pt x="101" y="60"/>
                  </a:cubicBezTo>
                  <a:cubicBezTo>
                    <a:pt x="101" y="61"/>
                    <a:pt x="101" y="61"/>
                    <a:pt x="101" y="61"/>
                  </a:cubicBezTo>
                  <a:close/>
                  <a:moveTo>
                    <a:pt x="77" y="45"/>
                  </a:moveTo>
                  <a:cubicBezTo>
                    <a:pt x="77" y="37"/>
                    <a:pt x="74" y="30"/>
                    <a:pt x="70" y="26"/>
                  </a:cubicBezTo>
                  <a:cubicBezTo>
                    <a:pt x="65" y="21"/>
                    <a:pt x="59" y="19"/>
                    <a:pt x="51" y="19"/>
                  </a:cubicBezTo>
                  <a:cubicBezTo>
                    <a:pt x="43" y="19"/>
                    <a:pt x="37" y="21"/>
                    <a:pt x="32" y="26"/>
                  </a:cubicBezTo>
                  <a:cubicBezTo>
                    <a:pt x="28" y="30"/>
                    <a:pt x="25" y="37"/>
                    <a:pt x="24" y="45"/>
                  </a:cubicBezTo>
                  <a:lnTo>
                    <a:pt x="77" y="4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1" name="Freeform 69">
              <a:extLst>
                <a:ext uri="{FF2B5EF4-FFF2-40B4-BE49-F238E27FC236}">
                  <a16:creationId xmlns:a16="http://schemas.microsoft.com/office/drawing/2014/main" id="{3337D883-21A6-445F-8DBC-1AF3ACDE8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2301" y="3860801"/>
              <a:ext cx="263525" cy="306388"/>
            </a:xfrm>
            <a:custGeom>
              <a:avLst/>
              <a:gdLst>
                <a:gd name="T0" fmla="*/ 91 w 94"/>
                <a:gd name="T1" fmla="*/ 33 h 109"/>
                <a:gd name="T2" fmla="*/ 68 w 94"/>
                <a:gd name="T3" fmla="*/ 33 h 109"/>
                <a:gd name="T4" fmla="*/ 62 w 94"/>
                <a:gd name="T5" fmla="*/ 22 h 109"/>
                <a:gd name="T6" fmla="*/ 45 w 94"/>
                <a:gd name="T7" fmla="*/ 18 h 109"/>
                <a:gd name="T8" fmla="*/ 32 w 94"/>
                <a:gd name="T9" fmla="*/ 21 h 109"/>
                <a:gd name="T10" fmla="*/ 27 w 94"/>
                <a:gd name="T11" fmla="*/ 29 h 109"/>
                <a:gd name="T12" fmla="*/ 31 w 94"/>
                <a:gd name="T13" fmla="*/ 37 h 109"/>
                <a:gd name="T14" fmla="*/ 45 w 94"/>
                <a:gd name="T15" fmla="*/ 42 h 109"/>
                <a:gd name="T16" fmla="*/ 59 w 94"/>
                <a:gd name="T17" fmla="*/ 45 h 109"/>
                <a:gd name="T18" fmla="*/ 87 w 94"/>
                <a:gd name="T19" fmla="*/ 56 h 109"/>
                <a:gd name="T20" fmla="*/ 94 w 94"/>
                <a:gd name="T21" fmla="*/ 75 h 109"/>
                <a:gd name="T22" fmla="*/ 82 w 94"/>
                <a:gd name="T23" fmla="*/ 100 h 109"/>
                <a:gd name="T24" fmla="*/ 47 w 94"/>
                <a:gd name="T25" fmla="*/ 109 h 109"/>
                <a:gd name="T26" fmla="*/ 12 w 94"/>
                <a:gd name="T27" fmla="*/ 100 h 109"/>
                <a:gd name="T28" fmla="*/ 0 w 94"/>
                <a:gd name="T29" fmla="*/ 73 h 109"/>
                <a:gd name="T30" fmla="*/ 23 w 94"/>
                <a:gd name="T31" fmla="*/ 73 h 109"/>
                <a:gd name="T32" fmla="*/ 30 w 94"/>
                <a:gd name="T33" fmla="*/ 87 h 109"/>
                <a:gd name="T34" fmla="*/ 49 w 94"/>
                <a:gd name="T35" fmla="*/ 91 h 109"/>
                <a:gd name="T36" fmla="*/ 65 w 94"/>
                <a:gd name="T37" fmla="*/ 88 h 109"/>
                <a:gd name="T38" fmla="*/ 71 w 94"/>
                <a:gd name="T39" fmla="*/ 78 h 109"/>
                <a:gd name="T40" fmla="*/ 67 w 94"/>
                <a:gd name="T41" fmla="*/ 71 h 109"/>
                <a:gd name="T42" fmla="*/ 54 w 94"/>
                <a:gd name="T43" fmla="*/ 66 h 109"/>
                <a:gd name="T44" fmla="*/ 37 w 94"/>
                <a:gd name="T45" fmla="*/ 62 h 109"/>
                <a:gd name="T46" fmla="*/ 11 w 94"/>
                <a:gd name="T47" fmla="*/ 51 h 109"/>
                <a:gd name="T48" fmla="*/ 3 w 94"/>
                <a:gd name="T49" fmla="*/ 32 h 109"/>
                <a:gd name="T50" fmla="*/ 15 w 94"/>
                <a:gd name="T51" fmla="*/ 9 h 109"/>
                <a:gd name="T52" fmla="*/ 46 w 94"/>
                <a:gd name="T53" fmla="*/ 0 h 109"/>
                <a:gd name="T54" fmla="*/ 79 w 94"/>
                <a:gd name="T55" fmla="*/ 9 h 109"/>
                <a:gd name="T56" fmla="*/ 91 w 94"/>
                <a:gd name="T57" fmla="*/ 3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4" h="109">
                  <a:moveTo>
                    <a:pt x="91" y="33"/>
                  </a:moveTo>
                  <a:cubicBezTo>
                    <a:pt x="68" y="33"/>
                    <a:pt x="68" y="33"/>
                    <a:pt x="68" y="33"/>
                  </a:cubicBezTo>
                  <a:cubicBezTo>
                    <a:pt x="68" y="28"/>
                    <a:pt x="66" y="25"/>
                    <a:pt x="62" y="22"/>
                  </a:cubicBezTo>
                  <a:cubicBezTo>
                    <a:pt x="58" y="19"/>
                    <a:pt x="52" y="18"/>
                    <a:pt x="45" y="18"/>
                  </a:cubicBezTo>
                  <a:cubicBezTo>
                    <a:pt x="40" y="18"/>
                    <a:pt x="35" y="19"/>
                    <a:pt x="32" y="21"/>
                  </a:cubicBezTo>
                  <a:cubicBezTo>
                    <a:pt x="28" y="23"/>
                    <a:pt x="27" y="26"/>
                    <a:pt x="27" y="29"/>
                  </a:cubicBezTo>
                  <a:cubicBezTo>
                    <a:pt x="27" y="32"/>
                    <a:pt x="28" y="35"/>
                    <a:pt x="31" y="37"/>
                  </a:cubicBezTo>
                  <a:cubicBezTo>
                    <a:pt x="33" y="39"/>
                    <a:pt x="38" y="41"/>
                    <a:pt x="45" y="42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72" y="48"/>
                    <a:pt x="82" y="52"/>
                    <a:pt x="87" y="56"/>
                  </a:cubicBezTo>
                  <a:cubicBezTo>
                    <a:pt x="92" y="61"/>
                    <a:pt x="94" y="67"/>
                    <a:pt x="94" y="75"/>
                  </a:cubicBezTo>
                  <a:cubicBezTo>
                    <a:pt x="94" y="86"/>
                    <a:pt x="90" y="94"/>
                    <a:pt x="82" y="100"/>
                  </a:cubicBezTo>
                  <a:cubicBezTo>
                    <a:pt x="73" y="106"/>
                    <a:pt x="62" y="109"/>
                    <a:pt x="47" y="109"/>
                  </a:cubicBezTo>
                  <a:cubicBezTo>
                    <a:pt x="32" y="109"/>
                    <a:pt x="20" y="106"/>
                    <a:pt x="12" y="100"/>
                  </a:cubicBezTo>
                  <a:cubicBezTo>
                    <a:pt x="4" y="94"/>
                    <a:pt x="0" y="85"/>
                    <a:pt x="0" y="73"/>
                  </a:cubicBezTo>
                  <a:cubicBezTo>
                    <a:pt x="23" y="73"/>
                    <a:pt x="23" y="73"/>
                    <a:pt x="23" y="73"/>
                  </a:cubicBezTo>
                  <a:cubicBezTo>
                    <a:pt x="23" y="79"/>
                    <a:pt x="26" y="84"/>
                    <a:pt x="30" y="87"/>
                  </a:cubicBezTo>
                  <a:cubicBezTo>
                    <a:pt x="34" y="90"/>
                    <a:pt x="41" y="91"/>
                    <a:pt x="49" y="91"/>
                  </a:cubicBezTo>
                  <a:cubicBezTo>
                    <a:pt x="56" y="91"/>
                    <a:pt x="61" y="90"/>
                    <a:pt x="65" y="88"/>
                  </a:cubicBezTo>
                  <a:cubicBezTo>
                    <a:pt x="69" y="85"/>
                    <a:pt x="71" y="82"/>
                    <a:pt x="71" y="78"/>
                  </a:cubicBezTo>
                  <a:cubicBezTo>
                    <a:pt x="71" y="75"/>
                    <a:pt x="70" y="72"/>
                    <a:pt x="67" y="71"/>
                  </a:cubicBezTo>
                  <a:cubicBezTo>
                    <a:pt x="65" y="69"/>
                    <a:pt x="61" y="67"/>
                    <a:pt x="54" y="66"/>
                  </a:cubicBezTo>
                  <a:cubicBezTo>
                    <a:pt x="37" y="62"/>
                    <a:pt x="37" y="62"/>
                    <a:pt x="37" y="62"/>
                  </a:cubicBezTo>
                  <a:cubicBezTo>
                    <a:pt x="25" y="59"/>
                    <a:pt x="16" y="55"/>
                    <a:pt x="11" y="51"/>
                  </a:cubicBezTo>
                  <a:cubicBezTo>
                    <a:pt x="6" y="46"/>
                    <a:pt x="3" y="40"/>
                    <a:pt x="3" y="32"/>
                  </a:cubicBezTo>
                  <a:cubicBezTo>
                    <a:pt x="3" y="23"/>
                    <a:pt x="7" y="15"/>
                    <a:pt x="15" y="9"/>
                  </a:cubicBezTo>
                  <a:cubicBezTo>
                    <a:pt x="23" y="3"/>
                    <a:pt x="33" y="0"/>
                    <a:pt x="46" y="0"/>
                  </a:cubicBezTo>
                  <a:cubicBezTo>
                    <a:pt x="60" y="0"/>
                    <a:pt x="71" y="3"/>
                    <a:pt x="79" y="9"/>
                  </a:cubicBezTo>
                  <a:cubicBezTo>
                    <a:pt x="87" y="15"/>
                    <a:pt x="91" y="23"/>
                    <a:pt x="91" y="33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2" name="Freeform 70">
              <a:extLst>
                <a:ext uri="{FF2B5EF4-FFF2-40B4-BE49-F238E27FC236}">
                  <a16:creationId xmlns:a16="http://schemas.microsoft.com/office/drawing/2014/main" id="{2BCB1A4F-9F6E-45B9-8DB6-E338735C6B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80276" y="3860801"/>
              <a:ext cx="280988" cy="306388"/>
            </a:xfrm>
            <a:custGeom>
              <a:avLst/>
              <a:gdLst>
                <a:gd name="T0" fmla="*/ 100 w 100"/>
                <a:gd name="T1" fmla="*/ 61 h 109"/>
                <a:gd name="T2" fmla="*/ 24 w 100"/>
                <a:gd name="T3" fmla="*/ 61 h 109"/>
                <a:gd name="T4" fmla="*/ 31 w 100"/>
                <a:gd name="T5" fmla="*/ 83 h 109"/>
                <a:gd name="T6" fmla="*/ 51 w 100"/>
                <a:gd name="T7" fmla="*/ 91 h 109"/>
                <a:gd name="T8" fmla="*/ 67 w 100"/>
                <a:gd name="T9" fmla="*/ 86 h 109"/>
                <a:gd name="T10" fmla="*/ 76 w 100"/>
                <a:gd name="T11" fmla="*/ 74 h 109"/>
                <a:gd name="T12" fmla="*/ 99 w 100"/>
                <a:gd name="T13" fmla="*/ 74 h 109"/>
                <a:gd name="T14" fmla="*/ 82 w 100"/>
                <a:gd name="T15" fmla="*/ 100 h 109"/>
                <a:gd name="T16" fmla="*/ 50 w 100"/>
                <a:gd name="T17" fmla="*/ 109 h 109"/>
                <a:gd name="T18" fmla="*/ 13 w 100"/>
                <a:gd name="T19" fmla="*/ 95 h 109"/>
                <a:gd name="T20" fmla="*/ 0 w 100"/>
                <a:gd name="T21" fmla="*/ 55 h 109"/>
                <a:gd name="T22" fmla="*/ 13 w 100"/>
                <a:gd name="T23" fmla="*/ 15 h 109"/>
                <a:gd name="T24" fmla="*/ 51 w 100"/>
                <a:gd name="T25" fmla="*/ 0 h 109"/>
                <a:gd name="T26" fmla="*/ 87 w 100"/>
                <a:gd name="T27" fmla="*/ 14 h 109"/>
                <a:gd name="T28" fmla="*/ 100 w 100"/>
                <a:gd name="T29" fmla="*/ 53 h 109"/>
                <a:gd name="T30" fmla="*/ 100 w 100"/>
                <a:gd name="T31" fmla="*/ 60 h 109"/>
                <a:gd name="T32" fmla="*/ 100 w 100"/>
                <a:gd name="T33" fmla="*/ 61 h 109"/>
                <a:gd name="T34" fmla="*/ 76 w 100"/>
                <a:gd name="T35" fmla="*/ 45 h 109"/>
                <a:gd name="T36" fmla="*/ 69 w 100"/>
                <a:gd name="T37" fmla="*/ 26 h 109"/>
                <a:gd name="T38" fmla="*/ 50 w 100"/>
                <a:gd name="T39" fmla="*/ 19 h 109"/>
                <a:gd name="T40" fmla="*/ 31 w 100"/>
                <a:gd name="T41" fmla="*/ 26 h 109"/>
                <a:gd name="T42" fmla="*/ 24 w 100"/>
                <a:gd name="T43" fmla="*/ 45 h 109"/>
                <a:gd name="T44" fmla="*/ 76 w 100"/>
                <a:gd name="T45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0" h="109">
                  <a:moveTo>
                    <a:pt x="100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4" y="70"/>
                    <a:pt x="26" y="78"/>
                    <a:pt x="31" y="83"/>
                  </a:cubicBezTo>
                  <a:cubicBezTo>
                    <a:pt x="36" y="88"/>
                    <a:pt x="43" y="91"/>
                    <a:pt x="51" y="91"/>
                  </a:cubicBezTo>
                  <a:cubicBezTo>
                    <a:pt x="58" y="91"/>
                    <a:pt x="63" y="89"/>
                    <a:pt x="67" y="86"/>
                  </a:cubicBezTo>
                  <a:cubicBezTo>
                    <a:pt x="71" y="83"/>
                    <a:pt x="74" y="79"/>
                    <a:pt x="76" y="74"/>
                  </a:cubicBezTo>
                  <a:cubicBezTo>
                    <a:pt x="99" y="74"/>
                    <a:pt x="99" y="74"/>
                    <a:pt x="99" y="74"/>
                  </a:cubicBezTo>
                  <a:cubicBezTo>
                    <a:pt x="97" y="85"/>
                    <a:pt x="91" y="93"/>
                    <a:pt x="82" y="100"/>
                  </a:cubicBezTo>
                  <a:cubicBezTo>
                    <a:pt x="73" y="106"/>
                    <a:pt x="62" y="109"/>
                    <a:pt x="50" y="109"/>
                  </a:cubicBezTo>
                  <a:cubicBezTo>
                    <a:pt x="34" y="109"/>
                    <a:pt x="22" y="105"/>
                    <a:pt x="13" y="95"/>
                  </a:cubicBezTo>
                  <a:cubicBezTo>
                    <a:pt x="4" y="85"/>
                    <a:pt x="0" y="72"/>
                    <a:pt x="0" y="55"/>
                  </a:cubicBezTo>
                  <a:cubicBezTo>
                    <a:pt x="0" y="38"/>
                    <a:pt x="4" y="24"/>
                    <a:pt x="13" y="15"/>
                  </a:cubicBezTo>
                  <a:cubicBezTo>
                    <a:pt x="22" y="5"/>
                    <a:pt x="35" y="0"/>
                    <a:pt x="51" y="0"/>
                  </a:cubicBezTo>
                  <a:cubicBezTo>
                    <a:pt x="66" y="0"/>
                    <a:pt x="78" y="5"/>
                    <a:pt x="87" y="14"/>
                  </a:cubicBezTo>
                  <a:cubicBezTo>
                    <a:pt x="96" y="24"/>
                    <a:pt x="100" y="37"/>
                    <a:pt x="100" y="53"/>
                  </a:cubicBezTo>
                  <a:cubicBezTo>
                    <a:pt x="100" y="55"/>
                    <a:pt x="100" y="57"/>
                    <a:pt x="100" y="60"/>
                  </a:cubicBezTo>
                  <a:cubicBezTo>
                    <a:pt x="100" y="61"/>
                    <a:pt x="100" y="61"/>
                    <a:pt x="100" y="61"/>
                  </a:cubicBezTo>
                  <a:close/>
                  <a:moveTo>
                    <a:pt x="76" y="45"/>
                  </a:moveTo>
                  <a:cubicBezTo>
                    <a:pt x="76" y="37"/>
                    <a:pt x="74" y="30"/>
                    <a:pt x="69" y="26"/>
                  </a:cubicBezTo>
                  <a:cubicBezTo>
                    <a:pt x="65" y="21"/>
                    <a:pt x="58" y="19"/>
                    <a:pt x="50" y="19"/>
                  </a:cubicBezTo>
                  <a:cubicBezTo>
                    <a:pt x="42" y="19"/>
                    <a:pt x="36" y="21"/>
                    <a:pt x="31" y="26"/>
                  </a:cubicBezTo>
                  <a:cubicBezTo>
                    <a:pt x="27" y="30"/>
                    <a:pt x="24" y="37"/>
                    <a:pt x="24" y="45"/>
                  </a:cubicBezTo>
                  <a:lnTo>
                    <a:pt x="76" y="4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3" name="Freeform 71">
              <a:extLst>
                <a:ext uri="{FF2B5EF4-FFF2-40B4-BE49-F238E27FC236}">
                  <a16:creationId xmlns:a16="http://schemas.microsoft.com/office/drawing/2014/main" id="{886F3836-1A14-4865-ADCE-FC7E38396F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00951" y="3860801"/>
              <a:ext cx="293688" cy="306388"/>
            </a:xfrm>
            <a:custGeom>
              <a:avLst/>
              <a:gdLst>
                <a:gd name="T0" fmla="*/ 72 w 105"/>
                <a:gd name="T1" fmla="*/ 93 h 109"/>
                <a:gd name="T2" fmla="*/ 56 w 105"/>
                <a:gd name="T3" fmla="*/ 105 h 109"/>
                <a:gd name="T4" fmla="*/ 36 w 105"/>
                <a:gd name="T5" fmla="*/ 109 h 109"/>
                <a:gd name="T6" fmla="*/ 10 w 105"/>
                <a:gd name="T7" fmla="*/ 101 h 109"/>
                <a:gd name="T8" fmla="*/ 0 w 105"/>
                <a:gd name="T9" fmla="*/ 79 h 109"/>
                <a:gd name="T10" fmla="*/ 10 w 105"/>
                <a:gd name="T11" fmla="*/ 56 h 109"/>
                <a:gd name="T12" fmla="*/ 47 w 105"/>
                <a:gd name="T13" fmla="*/ 45 h 109"/>
                <a:gd name="T14" fmla="*/ 49 w 105"/>
                <a:gd name="T15" fmla="*/ 44 h 109"/>
                <a:gd name="T16" fmla="*/ 71 w 105"/>
                <a:gd name="T17" fmla="*/ 33 h 109"/>
                <a:gd name="T18" fmla="*/ 66 w 105"/>
                <a:gd name="T19" fmla="*/ 22 h 109"/>
                <a:gd name="T20" fmla="*/ 49 w 105"/>
                <a:gd name="T21" fmla="*/ 18 h 109"/>
                <a:gd name="T22" fmla="*/ 32 w 105"/>
                <a:gd name="T23" fmla="*/ 22 h 109"/>
                <a:gd name="T24" fmla="*/ 27 w 105"/>
                <a:gd name="T25" fmla="*/ 34 h 109"/>
                <a:gd name="T26" fmla="*/ 27 w 105"/>
                <a:gd name="T27" fmla="*/ 35 h 109"/>
                <a:gd name="T28" fmla="*/ 5 w 105"/>
                <a:gd name="T29" fmla="*/ 35 h 109"/>
                <a:gd name="T30" fmla="*/ 5 w 105"/>
                <a:gd name="T31" fmla="*/ 33 h 109"/>
                <a:gd name="T32" fmla="*/ 17 w 105"/>
                <a:gd name="T33" fmla="*/ 9 h 109"/>
                <a:gd name="T34" fmla="*/ 50 w 105"/>
                <a:gd name="T35" fmla="*/ 0 h 109"/>
                <a:gd name="T36" fmla="*/ 82 w 105"/>
                <a:gd name="T37" fmla="*/ 8 h 109"/>
                <a:gd name="T38" fmla="*/ 94 w 105"/>
                <a:gd name="T39" fmla="*/ 31 h 109"/>
                <a:gd name="T40" fmla="*/ 94 w 105"/>
                <a:gd name="T41" fmla="*/ 81 h 109"/>
                <a:gd name="T42" fmla="*/ 95 w 105"/>
                <a:gd name="T43" fmla="*/ 89 h 109"/>
                <a:gd name="T44" fmla="*/ 100 w 105"/>
                <a:gd name="T45" fmla="*/ 91 h 109"/>
                <a:gd name="T46" fmla="*/ 102 w 105"/>
                <a:gd name="T47" fmla="*/ 91 h 109"/>
                <a:gd name="T48" fmla="*/ 105 w 105"/>
                <a:gd name="T49" fmla="*/ 91 h 109"/>
                <a:gd name="T50" fmla="*/ 105 w 105"/>
                <a:gd name="T51" fmla="*/ 106 h 109"/>
                <a:gd name="T52" fmla="*/ 99 w 105"/>
                <a:gd name="T53" fmla="*/ 108 h 109"/>
                <a:gd name="T54" fmla="*/ 93 w 105"/>
                <a:gd name="T55" fmla="*/ 108 h 109"/>
                <a:gd name="T56" fmla="*/ 77 w 105"/>
                <a:gd name="T57" fmla="*/ 104 h 109"/>
                <a:gd name="T58" fmla="*/ 72 w 105"/>
                <a:gd name="T59" fmla="*/ 93 h 109"/>
                <a:gd name="T60" fmla="*/ 71 w 105"/>
                <a:gd name="T61" fmla="*/ 55 h 109"/>
                <a:gd name="T62" fmla="*/ 48 w 105"/>
                <a:gd name="T63" fmla="*/ 60 h 109"/>
                <a:gd name="T64" fmla="*/ 39 w 105"/>
                <a:gd name="T65" fmla="*/ 62 h 109"/>
                <a:gd name="T66" fmla="*/ 27 w 105"/>
                <a:gd name="T67" fmla="*/ 67 h 109"/>
                <a:gd name="T68" fmla="*/ 23 w 105"/>
                <a:gd name="T69" fmla="*/ 77 h 109"/>
                <a:gd name="T70" fmla="*/ 28 w 105"/>
                <a:gd name="T71" fmla="*/ 88 h 109"/>
                <a:gd name="T72" fmla="*/ 41 w 105"/>
                <a:gd name="T73" fmla="*/ 92 h 109"/>
                <a:gd name="T74" fmla="*/ 62 w 105"/>
                <a:gd name="T75" fmla="*/ 85 h 109"/>
                <a:gd name="T76" fmla="*/ 71 w 105"/>
                <a:gd name="T77" fmla="*/ 68 h 109"/>
                <a:gd name="T78" fmla="*/ 71 w 105"/>
                <a:gd name="T79" fmla="*/ 5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5" h="109">
                  <a:moveTo>
                    <a:pt x="72" y="93"/>
                  </a:moveTo>
                  <a:cubicBezTo>
                    <a:pt x="67" y="98"/>
                    <a:pt x="62" y="102"/>
                    <a:pt x="56" y="105"/>
                  </a:cubicBezTo>
                  <a:cubicBezTo>
                    <a:pt x="50" y="108"/>
                    <a:pt x="43" y="109"/>
                    <a:pt x="36" y="109"/>
                  </a:cubicBezTo>
                  <a:cubicBezTo>
                    <a:pt x="25" y="109"/>
                    <a:pt x="16" y="107"/>
                    <a:pt x="10" y="101"/>
                  </a:cubicBezTo>
                  <a:cubicBezTo>
                    <a:pt x="3" y="96"/>
                    <a:pt x="0" y="89"/>
                    <a:pt x="0" y="79"/>
                  </a:cubicBezTo>
                  <a:cubicBezTo>
                    <a:pt x="0" y="69"/>
                    <a:pt x="4" y="61"/>
                    <a:pt x="10" y="56"/>
                  </a:cubicBezTo>
                  <a:cubicBezTo>
                    <a:pt x="17" y="50"/>
                    <a:pt x="29" y="47"/>
                    <a:pt x="47" y="45"/>
                  </a:cubicBezTo>
                  <a:cubicBezTo>
                    <a:pt x="47" y="45"/>
                    <a:pt x="48" y="45"/>
                    <a:pt x="49" y="44"/>
                  </a:cubicBezTo>
                  <a:cubicBezTo>
                    <a:pt x="64" y="43"/>
                    <a:pt x="71" y="39"/>
                    <a:pt x="71" y="33"/>
                  </a:cubicBezTo>
                  <a:cubicBezTo>
                    <a:pt x="71" y="28"/>
                    <a:pt x="69" y="24"/>
                    <a:pt x="66" y="22"/>
                  </a:cubicBezTo>
                  <a:cubicBezTo>
                    <a:pt x="62" y="19"/>
                    <a:pt x="56" y="18"/>
                    <a:pt x="49" y="18"/>
                  </a:cubicBezTo>
                  <a:cubicBezTo>
                    <a:pt x="42" y="18"/>
                    <a:pt x="36" y="20"/>
                    <a:pt x="32" y="22"/>
                  </a:cubicBezTo>
                  <a:cubicBezTo>
                    <a:pt x="29" y="25"/>
                    <a:pt x="27" y="29"/>
                    <a:pt x="27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5" y="23"/>
                    <a:pt x="9" y="15"/>
                    <a:pt x="17" y="9"/>
                  </a:cubicBezTo>
                  <a:cubicBezTo>
                    <a:pt x="25" y="3"/>
                    <a:pt x="36" y="0"/>
                    <a:pt x="50" y="0"/>
                  </a:cubicBezTo>
                  <a:cubicBezTo>
                    <a:pt x="64" y="0"/>
                    <a:pt x="75" y="3"/>
                    <a:pt x="82" y="8"/>
                  </a:cubicBezTo>
                  <a:cubicBezTo>
                    <a:pt x="90" y="13"/>
                    <a:pt x="94" y="21"/>
                    <a:pt x="94" y="31"/>
                  </a:cubicBezTo>
                  <a:cubicBezTo>
                    <a:pt x="94" y="81"/>
                    <a:pt x="94" y="81"/>
                    <a:pt x="94" y="81"/>
                  </a:cubicBezTo>
                  <a:cubicBezTo>
                    <a:pt x="94" y="85"/>
                    <a:pt x="94" y="88"/>
                    <a:pt x="95" y="89"/>
                  </a:cubicBezTo>
                  <a:cubicBezTo>
                    <a:pt x="96" y="90"/>
                    <a:pt x="98" y="91"/>
                    <a:pt x="100" y="91"/>
                  </a:cubicBezTo>
                  <a:cubicBezTo>
                    <a:pt x="101" y="91"/>
                    <a:pt x="101" y="91"/>
                    <a:pt x="102" y="91"/>
                  </a:cubicBezTo>
                  <a:cubicBezTo>
                    <a:pt x="102" y="91"/>
                    <a:pt x="103" y="91"/>
                    <a:pt x="105" y="91"/>
                  </a:cubicBezTo>
                  <a:cubicBezTo>
                    <a:pt x="105" y="106"/>
                    <a:pt x="105" y="106"/>
                    <a:pt x="105" y="106"/>
                  </a:cubicBezTo>
                  <a:cubicBezTo>
                    <a:pt x="103" y="107"/>
                    <a:pt x="101" y="107"/>
                    <a:pt x="99" y="108"/>
                  </a:cubicBezTo>
                  <a:cubicBezTo>
                    <a:pt x="97" y="108"/>
                    <a:pt x="95" y="108"/>
                    <a:pt x="93" y="108"/>
                  </a:cubicBezTo>
                  <a:cubicBezTo>
                    <a:pt x="86" y="108"/>
                    <a:pt x="81" y="107"/>
                    <a:pt x="77" y="104"/>
                  </a:cubicBezTo>
                  <a:cubicBezTo>
                    <a:pt x="74" y="102"/>
                    <a:pt x="72" y="98"/>
                    <a:pt x="72" y="93"/>
                  </a:cubicBezTo>
                  <a:close/>
                  <a:moveTo>
                    <a:pt x="71" y="55"/>
                  </a:moveTo>
                  <a:cubicBezTo>
                    <a:pt x="66" y="57"/>
                    <a:pt x="58" y="59"/>
                    <a:pt x="48" y="60"/>
                  </a:cubicBezTo>
                  <a:cubicBezTo>
                    <a:pt x="44" y="61"/>
                    <a:pt x="41" y="61"/>
                    <a:pt x="39" y="62"/>
                  </a:cubicBezTo>
                  <a:cubicBezTo>
                    <a:pt x="34" y="63"/>
                    <a:pt x="30" y="65"/>
                    <a:pt x="27" y="67"/>
                  </a:cubicBezTo>
                  <a:cubicBezTo>
                    <a:pt x="24" y="70"/>
                    <a:pt x="23" y="73"/>
                    <a:pt x="23" y="77"/>
                  </a:cubicBezTo>
                  <a:cubicBezTo>
                    <a:pt x="23" y="82"/>
                    <a:pt x="25" y="85"/>
                    <a:pt x="28" y="88"/>
                  </a:cubicBezTo>
                  <a:cubicBezTo>
                    <a:pt x="31" y="91"/>
                    <a:pt x="35" y="92"/>
                    <a:pt x="41" y="92"/>
                  </a:cubicBezTo>
                  <a:cubicBezTo>
                    <a:pt x="50" y="92"/>
                    <a:pt x="57" y="90"/>
                    <a:pt x="62" y="85"/>
                  </a:cubicBezTo>
                  <a:cubicBezTo>
                    <a:pt x="68" y="80"/>
                    <a:pt x="71" y="75"/>
                    <a:pt x="71" y="68"/>
                  </a:cubicBezTo>
                  <a:lnTo>
                    <a:pt x="71" y="5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4" name="Freeform 72">
              <a:extLst>
                <a:ext uri="{FF2B5EF4-FFF2-40B4-BE49-F238E27FC236}">
                  <a16:creationId xmlns:a16="http://schemas.microsoft.com/office/drawing/2014/main" id="{C2B5891D-634A-480E-90E1-F54ACD4C0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9088" y="3863976"/>
              <a:ext cx="160338" cy="295275"/>
            </a:xfrm>
            <a:custGeom>
              <a:avLst/>
              <a:gdLst>
                <a:gd name="T0" fmla="*/ 57 w 57"/>
                <a:gd name="T1" fmla="*/ 1 h 105"/>
                <a:gd name="T2" fmla="*/ 57 w 57"/>
                <a:gd name="T3" fmla="*/ 23 h 105"/>
                <a:gd name="T4" fmla="*/ 51 w 57"/>
                <a:gd name="T5" fmla="*/ 23 h 105"/>
                <a:gd name="T6" fmla="*/ 30 w 57"/>
                <a:gd name="T7" fmla="*/ 30 h 105"/>
                <a:gd name="T8" fmla="*/ 23 w 57"/>
                <a:gd name="T9" fmla="*/ 49 h 105"/>
                <a:gd name="T10" fmla="*/ 23 w 57"/>
                <a:gd name="T11" fmla="*/ 105 h 105"/>
                <a:gd name="T12" fmla="*/ 0 w 57"/>
                <a:gd name="T13" fmla="*/ 105 h 105"/>
                <a:gd name="T14" fmla="*/ 0 w 57"/>
                <a:gd name="T15" fmla="*/ 3 h 105"/>
                <a:gd name="T16" fmla="*/ 22 w 57"/>
                <a:gd name="T17" fmla="*/ 3 h 105"/>
                <a:gd name="T18" fmla="*/ 22 w 57"/>
                <a:gd name="T19" fmla="*/ 21 h 105"/>
                <a:gd name="T20" fmla="*/ 34 w 57"/>
                <a:gd name="T21" fmla="*/ 5 h 105"/>
                <a:gd name="T22" fmla="*/ 52 w 57"/>
                <a:gd name="T23" fmla="*/ 0 h 105"/>
                <a:gd name="T24" fmla="*/ 53 w 57"/>
                <a:gd name="T25" fmla="*/ 0 h 105"/>
                <a:gd name="T26" fmla="*/ 57 w 57"/>
                <a:gd name="T27" fmla="*/ 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" h="105">
                  <a:moveTo>
                    <a:pt x="57" y="1"/>
                  </a:moveTo>
                  <a:cubicBezTo>
                    <a:pt x="57" y="23"/>
                    <a:pt x="57" y="23"/>
                    <a:pt x="57" y="23"/>
                  </a:cubicBezTo>
                  <a:cubicBezTo>
                    <a:pt x="51" y="23"/>
                    <a:pt x="51" y="23"/>
                    <a:pt x="51" y="23"/>
                  </a:cubicBezTo>
                  <a:cubicBezTo>
                    <a:pt x="42" y="23"/>
                    <a:pt x="35" y="25"/>
                    <a:pt x="30" y="30"/>
                  </a:cubicBezTo>
                  <a:cubicBezTo>
                    <a:pt x="25" y="34"/>
                    <a:pt x="23" y="41"/>
                    <a:pt x="23" y="49"/>
                  </a:cubicBezTo>
                  <a:cubicBezTo>
                    <a:pt x="23" y="105"/>
                    <a:pt x="23" y="105"/>
                    <a:pt x="23" y="10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5" y="14"/>
                    <a:pt x="29" y="9"/>
                    <a:pt x="34" y="5"/>
                  </a:cubicBezTo>
                  <a:cubicBezTo>
                    <a:pt x="39" y="2"/>
                    <a:pt x="45" y="0"/>
                    <a:pt x="52" y="0"/>
                  </a:cubicBezTo>
                  <a:cubicBezTo>
                    <a:pt x="52" y="0"/>
                    <a:pt x="52" y="0"/>
                    <a:pt x="53" y="0"/>
                  </a:cubicBezTo>
                  <a:cubicBezTo>
                    <a:pt x="54" y="0"/>
                    <a:pt x="56" y="1"/>
                    <a:pt x="57" y="1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5" name="Freeform 73">
              <a:extLst>
                <a:ext uri="{FF2B5EF4-FFF2-40B4-BE49-F238E27FC236}">
                  <a16:creationId xmlns:a16="http://schemas.microsoft.com/office/drawing/2014/main" id="{9AEC1269-94CE-45AD-92D0-00A565615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9588" y="3860801"/>
              <a:ext cx="274638" cy="306388"/>
            </a:xfrm>
            <a:custGeom>
              <a:avLst/>
              <a:gdLst>
                <a:gd name="T0" fmla="*/ 98 w 98"/>
                <a:gd name="T1" fmla="*/ 39 h 109"/>
                <a:gd name="T2" fmla="*/ 75 w 98"/>
                <a:gd name="T3" fmla="*/ 39 h 109"/>
                <a:gd name="T4" fmla="*/ 68 w 98"/>
                <a:gd name="T5" fmla="*/ 24 h 109"/>
                <a:gd name="T6" fmla="*/ 51 w 98"/>
                <a:gd name="T7" fmla="*/ 19 h 109"/>
                <a:gd name="T8" fmla="*/ 31 w 98"/>
                <a:gd name="T9" fmla="*/ 28 h 109"/>
                <a:gd name="T10" fmla="*/ 24 w 98"/>
                <a:gd name="T11" fmla="*/ 55 h 109"/>
                <a:gd name="T12" fmla="*/ 31 w 98"/>
                <a:gd name="T13" fmla="*/ 81 h 109"/>
                <a:gd name="T14" fmla="*/ 51 w 98"/>
                <a:gd name="T15" fmla="*/ 90 h 109"/>
                <a:gd name="T16" fmla="*/ 68 w 98"/>
                <a:gd name="T17" fmla="*/ 85 h 109"/>
                <a:gd name="T18" fmla="*/ 76 w 98"/>
                <a:gd name="T19" fmla="*/ 69 h 109"/>
                <a:gd name="T20" fmla="*/ 98 w 98"/>
                <a:gd name="T21" fmla="*/ 69 h 109"/>
                <a:gd name="T22" fmla="*/ 83 w 98"/>
                <a:gd name="T23" fmla="*/ 99 h 109"/>
                <a:gd name="T24" fmla="*/ 49 w 98"/>
                <a:gd name="T25" fmla="*/ 109 h 109"/>
                <a:gd name="T26" fmla="*/ 13 w 98"/>
                <a:gd name="T27" fmla="*/ 95 h 109"/>
                <a:gd name="T28" fmla="*/ 0 w 98"/>
                <a:gd name="T29" fmla="*/ 55 h 109"/>
                <a:gd name="T30" fmla="*/ 14 w 98"/>
                <a:gd name="T31" fmla="*/ 15 h 109"/>
                <a:gd name="T32" fmla="*/ 51 w 98"/>
                <a:gd name="T33" fmla="*/ 0 h 109"/>
                <a:gd name="T34" fmla="*/ 84 w 98"/>
                <a:gd name="T35" fmla="*/ 11 h 109"/>
                <a:gd name="T36" fmla="*/ 98 w 98"/>
                <a:gd name="T37" fmla="*/ 3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8" h="109">
                  <a:moveTo>
                    <a:pt x="98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5" y="33"/>
                    <a:pt x="72" y="28"/>
                    <a:pt x="68" y="24"/>
                  </a:cubicBezTo>
                  <a:cubicBezTo>
                    <a:pt x="64" y="21"/>
                    <a:pt x="58" y="19"/>
                    <a:pt x="51" y="19"/>
                  </a:cubicBezTo>
                  <a:cubicBezTo>
                    <a:pt x="42" y="19"/>
                    <a:pt x="36" y="22"/>
                    <a:pt x="31" y="28"/>
                  </a:cubicBezTo>
                  <a:cubicBezTo>
                    <a:pt x="26" y="34"/>
                    <a:pt x="24" y="43"/>
                    <a:pt x="24" y="55"/>
                  </a:cubicBezTo>
                  <a:cubicBezTo>
                    <a:pt x="24" y="66"/>
                    <a:pt x="26" y="75"/>
                    <a:pt x="31" y="81"/>
                  </a:cubicBezTo>
                  <a:cubicBezTo>
                    <a:pt x="35" y="87"/>
                    <a:pt x="42" y="90"/>
                    <a:pt x="51" y="90"/>
                  </a:cubicBezTo>
                  <a:cubicBezTo>
                    <a:pt x="58" y="90"/>
                    <a:pt x="63" y="88"/>
                    <a:pt x="68" y="85"/>
                  </a:cubicBezTo>
                  <a:cubicBezTo>
                    <a:pt x="72" y="81"/>
                    <a:pt x="75" y="76"/>
                    <a:pt x="76" y="69"/>
                  </a:cubicBezTo>
                  <a:cubicBezTo>
                    <a:pt x="98" y="69"/>
                    <a:pt x="98" y="69"/>
                    <a:pt x="98" y="69"/>
                  </a:cubicBezTo>
                  <a:cubicBezTo>
                    <a:pt x="97" y="81"/>
                    <a:pt x="92" y="91"/>
                    <a:pt x="83" y="99"/>
                  </a:cubicBezTo>
                  <a:cubicBezTo>
                    <a:pt x="75" y="106"/>
                    <a:pt x="63" y="109"/>
                    <a:pt x="49" y="109"/>
                  </a:cubicBezTo>
                  <a:cubicBezTo>
                    <a:pt x="34" y="109"/>
                    <a:pt x="22" y="105"/>
                    <a:pt x="13" y="95"/>
                  </a:cubicBezTo>
                  <a:cubicBezTo>
                    <a:pt x="4" y="85"/>
                    <a:pt x="0" y="72"/>
                    <a:pt x="0" y="55"/>
                  </a:cubicBezTo>
                  <a:cubicBezTo>
                    <a:pt x="0" y="38"/>
                    <a:pt x="4" y="25"/>
                    <a:pt x="14" y="15"/>
                  </a:cubicBezTo>
                  <a:cubicBezTo>
                    <a:pt x="23" y="5"/>
                    <a:pt x="35" y="0"/>
                    <a:pt x="51" y="0"/>
                  </a:cubicBezTo>
                  <a:cubicBezTo>
                    <a:pt x="65" y="0"/>
                    <a:pt x="76" y="4"/>
                    <a:pt x="84" y="11"/>
                  </a:cubicBezTo>
                  <a:cubicBezTo>
                    <a:pt x="93" y="17"/>
                    <a:pt x="97" y="27"/>
                    <a:pt x="98" y="39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6" name="Freeform 74">
              <a:extLst>
                <a:ext uri="{FF2B5EF4-FFF2-40B4-BE49-F238E27FC236}">
                  <a16:creationId xmlns:a16="http://schemas.microsoft.com/office/drawing/2014/main" id="{F88701B7-E1CD-448C-B058-BDBA9AD96F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8201" y="3765551"/>
              <a:ext cx="265113" cy="393700"/>
            </a:xfrm>
            <a:custGeom>
              <a:avLst/>
              <a:gdLst>
                <a:gd name="T0" fmla="*/ 0 w 95"/>
                <a:gd name="T1" fmla="*/ 0 h 140"/>
                <a:gd name="T2" fmla="*/ 24 w 95"/>
                <a:gd name="T3" fmla="*/ 0 h 140"/>
                <a:gd name="T4" fmla="*/ 24 w 95"/>
                <a:gd name="T5" fmla="*/ 51 h 140"/>
                <a:gd name="T6" fmla="*/ 37 w 95"/>
                <a:gd name="T7" fmla="*/ 39 h 140"/>
                <a:gd name="T8" fmla="*/ 57 w 95"/>
                <a:gd name="T9" fmla="*/ 35 h 140"/>
                <a:gd name="T10" fmla="*/ 85 w 95"/>
                <a:gd name="T11" fmla="*/ 43 h 140"/>
                <a:gd name="T12" fmla="*/ 94 w 95"/>
                <a:gd name="T13" fmla="*/ 67 h 140"/>
                <a:gd name="T14" fmla="*/ 94 w 95"/>
                <a:gd name="T15" fmla="*/ 71 h 140"/>
                <a:gd name="T16" fmla="*/ 95 w 95"/>
                <a:gd name="T17" fmla="*/ 77 h 140"/>
                <a:gd name="T18" fmla="*/ 95 w 95"/>
                <a:gd name="T19" fmla="*/ 140 h 140"/>
                <a:gd name="T20" fmla="*/ 71 w 95"/>
                <a:gd name="T21" fmla="*/ 140 h 140"/>
                <a:gd name="T22" fmla="*/ 71 w 95"/>
                <a:gd name="T23" fmla="*/ 77 h 140"/>
                <a:gd name="T24" fmla="*/ 66 w 95"/>
                <a:gd name="T25" fmla="*/ 59 h 140"/>
                <a:gd name="T26" fmla="*/ 50 w 95"/>
                <a:gd name="T27" fmla="*/ 54 h 140"/>
                <a:gd name="T28" fmla="*/ 31 w 95"/>
                <a:gd name="T29" fmla="*/ 61 h 140"/>
                <a:gd name="T30" fmla="*/ 24 w 95"/>
                <a:gd name="T31" fmla="*/ 79 h 140"/>
                <a:gd name="T32" fmla="*/ 24 w 95"/>
                <a:gd name="T33" fmla="*/ 140 h 140"/>
                <a:gd name="T34" fmla="*/ 0 w 95"/>
                <a:gd name="T35" fmla="*/ 140 h 140"/>
                <a:gd name="T36" fmla="*/ 0 w 95"/>
                <a:gd name="T37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5" h="140">
                  <a:moveTo>
                    <a:pt x="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7" y="46"/>
                    <a:pt x="32" y="42"/>
                    <a:pt x="37" y="39"/>
                  </a:cubicBezTo>
                  <a:cubicBezTo>
                    <a:pt x="43" y="37"/>
                    <a:pt x="50" y="35"/>
                    <a:pt x="57" y="35"/>
                  </a:cubicBezTo>
                  <a:cubicBezTo>
                    <a:pt x="69" y="35"/>
                    <a:pt x="78" y="38"/>
                    <a:pt x="85" y="43"/>
                  </a:cubicBezTo>
                  <a:cubicBezTo>
                    <a:pt x="91" y="49"/>
                    <a:pt x="94" y="57"/>
                    <a:pt x="94" y="67"/>
                  </a:cubicBezTo>
                  <a:cubicBezTo>
                    <a:pt x="94" y="68"/>
                    <a:pt x="94" y="69"/>
                    <a:pt x="94" y="71"/>
                  </a:cubicBezTo>
                  <a:cubicBezTo>
                    <a:pt x="95" y="73"/>
                    <a:pt x="95" y="75"/>
                    <a:pt x="95" y="77"/>
                  </a:cubicBezTo>
                  <a:cubicBezTo>
                    <a:pt x="95" y="140"/>
                    <a:pt x="95" y="140"/>
                    <a:pt x="95" y="140"/>
                  </a:cubicBezTo>
                  <a:cubicBezTo>
                    <a:pt x="71" y="140"/>
                    <a:pt x="71" y="140"/>
                    <a:pt x="71" y="140"/>
                  </a:cubicBezTo>
                  <a:cubicBezTo>
                    <a:pt x="71" y="77"/>
                    <a:pt x="71" y="77"/>
                    <a:pt x="71" y="77"/>
                  </a:cubicBezTo>
                  <a:cubicBezTo>
                    <a:pt x="71" y="69"/>
                    <a:pt x="70" y="63"/>
                    <a:pt x="66" y="59"/>
                  </a:cubicBezTo>
                  <a:cubicBezTo>
                    <a:pt x="63" y="56"/>
                    <a:pt x="58" y="54"/>
                    <a:pt x="50" y="54"/>
                  </a:cubicBezTo>
                  <a:cubicBezTo>
                    <a:pt x="42" y="54"/>
                    <a:pt x="36" y="56"/>
                    <a:pt x="31" y="61"/>
                  </a:cubicBezTo>
                  <a:cubicBezTo>
                    <a:pt x="26" y="65"/>
                    <a:pt x="24" y="72"/>
                    <a:pt x="24" y="79"/>
                  </a:cubicBezTo>
                  <a:cubicBezTo>
                    <a:pt x="24" y="140"/>
                    <a:pt x="24" y="140"/>
                    <a:pt x="24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7" name="Freeform 75">
              <a:extLst>
                <a:ext uri="{FF2B5EF4-FFF2-40B4-BE49-F238E27FC236}">
                  <a16:creationId xmlns:a16="http://schemas.microsoft.com/office/drawing/2014/main" id="{9F70569D-03CC-4B3C-9819-8EEBF464C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7151" y="3756026"/>
              <a:ext cx="373063" cy="414338"/>
            </a:xfrm>
            <a:custGeom>
              <a:avLst/>
              <a:gdLst>
                <a:gd name="T0" fmla="*/ 132 w 133"/>
                <a:gd name="T1" fmla="*/ 47 h 147"/>
                <a:gd name="T2" fmla="*/ 108 w 133"/>
                <a:gd name="T3" fmla="*/ 47 h 147"/>
                <a:gd name="T4" fmla="*/ 96 w 133"/>
                <a:gd name="T5" fmla="*/ 27 h 147"/>
                <a:gd name="T6" fmla="*/ 70 w 133"/>
                <a:gd name="T7" fmla="*/ 21 h 147"/>
                <a:gd name="T8" fmla="*/ 37 w 133"/>
                <a:gd name="T9" fmla="*/ 34 h 147"/>
                <a:gd name="T10" fmla="*/ 25 w 133"/>
                <a:gd name="T11" fmla="*/ 72 h 147"/>
                <a:gd name="T12" fmla="*/ 37 w 133"/>
                <a:gd name="T13" fmla="*/ 112 h 147"/>
                <a:gd name="T14" fmla="*/ 70 w 133"/>
                <a:gd name="T15" fmla="*/ 126 h 147"/>
                <a:gd name="T16" fmla="*/ 97 w 133"/>
                <a:gd name="T17" fmla="*/ 117 h 147"/>
                <a:gd name="T18" fmla="*/ 109 w 133"/>
                <a:gd name="T19" fmla="*/ 93 h 147"/>
                <a:gd name="T20" fmla="*/ 133 w 133"/>
                <a:gd name="T21" fmla="*/ 93 h 147"/>
                <a:gd name="T22" fmla="*/ 114 w 133"/>
                <a:gd name="T23" fmla="*/ 132 h 147"/>
                <a:gd name="T24" fmla="*/ 69 w 133"/>
                <a:gd name="T25" fmla="*/ 147 h 147"/>
                <a:gd name="T26" fmla="*/ 18 w 133"/>
                <a:gd name="T27" fmla="*/ 127 h 147"/>
                <a:gd name="T28" fmla="*/ 0 w 133"/>
                <a:gd name="T29" fmla="*/ 73 h 147"/>
                <a:gd name="T30" fmla="*/ 18 w 133"/>
                <a:gd name="T31" fmla="*/ 19 h 147"/>
                <a:gd name="T32" fmla="*/ 70 w 133"/>
                <a:gd name="T33" fmla="*/ 0 h 147"/>
                <a:gd name="T34" fmla="*/ 114 w 133"/>
                <a:gd name="T35" fmla="*/ 12 h 147"/>
                <a:gd name="T36" fmla="*/ 132 w 133"/>
                <a:gd name="T37" fmla="*/ 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47">
                  <a:moveTo>
                    <a:pt x="132" y="47"/>
                  </a:moveTo>
                  <a:cubicBezTo>
                    <a:pt x="108" y="47"/>
                    <a:pt x="108" y="47"/>
                    <a:pt x="108" y="47"/>
                  </a:cubicBezTo>
                  <a:cubicBezTo>
                    <a:pt x="106" y="39"/>
                    <a:pt x="102" y="32"/>
                    <a:pt x="96" y="27"/>
                  </a:cubicBezTo>
                  <a:cubicBezTo>
                    <a:pt x="89" y="23"/>
                    <a:pt x="81" y="21"/>
                    <a:pt x="70" y="21"/>
                  </a:cubicBezTo>
                  <a:cubicBezTo>
                    <a:pt x="56" y="21"/>
                    <a:pt x="45" y="25"/>
                    <a:pt x="37" y="34"/>
                  </a:cubicBezTo>
                  <a:cubicBezTo>
                    <a:pt x="29" y="43"/>
                    <a:pt x="25" y="56"/>
                    <a:pt x="25" y="72"/>
                  </a:cubicBezTo>
                  <a:cubicBezTo>
                    <a:pt x="25" y="89"/>
                    <a:pt x="29" y="102"/>
                    <a:pt x="37" y="112"/>
                  </a:cubicBezTo>
                  <a:cubicBezTo>
                    <a:pt x="45" y="121"/>
                    <a:pt x="56" y="126"/>
                    <a:pt x="70" y="126"/>
                  </a:cubicBezTo>
                  <a:cubicBezTo>
                    <a:pt x="81" y="126"/>
                    <a:pt x="90" y="123"/>
                    <a:pt x="97" y="117"/>
                  </a:cubicBezTo>
                  <a:cubicBezTo>
                    <a:pt x="104" y="111"/>
                    <a:pt x="108" y="103"/>
                    <a:pt x="109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2" y="109"/>
                    <a:pt x="126" y="122"/>
                    <a:pt x="114" y="132"/>
                  </a:cubicBezTo>
                  <a:cubicBezTo>
                    <a:pt x="102" y="142"/>
                    <a:pt x="87" y="147"/>
                    <a:pt x="69" y="147"/>
                  </a:cubicBezTo>
                  <a:cubicBezTo>
                    <a:pt x="47" y="147"/>
                    <a:pt x="30" y="140"/>
                    <a:pt x="18" y="127"/>
                  </a:cubicBezTo>
                  <a:cubicBezTo>
                    <a:pt x="6" y="114"/>
                    <a:pt x="0" y="96"/>
                    <a:pt x="0" y="73"/>
                  </a:cubicBezTo>
                  <a:cubicBezTo>
                    <a:pt x="0" y="50"/>
                    <a:pt x="6" y="32"/>
                    <a:pt x="18" y="19"/>
                  </a:cubicBezTo>
                  <a:cubicBezTo>
                    <a:pt x="31" y="6"/>
                    <a:pt x="48" y="0"/>
                    <a:pt x="70" y="0"/>
                  </a:cubicBezTo>
                  <a:cubicBezTo>
                    <a:pt x="88" y="0"/>
                    <a:pt x="103" y="4"/>
                    <a:pt x="114" y="12"/>
                  </a:cubicBezTo>
                  <a:cubicBezTo>
                    <a:pt x="125" y="21"/>
                    <a:pt x="131" y="32"/>
                    <a:pt x="132" y="47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8" name="Freeform 76">
              <a:extLst>
                <a:ext uri="{FF2B5EF4-FFF2-40B4-BE49-F238E27FC236}">
                  <a16:creationId xmlns:a16="http://schemas.microsoft.com/office/drawing/2014/main" id="{BFE66931-87C8-4272-8120-DCDC9FAE3A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64663" y="3860801"/>
              <a:ext cx="282575" cy="306388"/>
            </a:xfrm>
            <a:custGeom>
              <a:avLst/>
              <a:gdLst>
                <a:gd name="T0" fmla="*/ 101 w 101"/>
                <a:gd name="T1" fmla="*/ 61 h 109"/>
                <a:gd name="T2" fmla="*/ 24 w 101"/>
                <a:gd name="T3" fmla="*/ 61 h 109"/>
                <a:gd name="T4" fmla="*/ 32 w 101"/>
                <a:gd name="T5" fmla="*/ 83 h 109"/>
                <a:gd name="T6" fmla="*/ 52 w 101"/>
                <a:gd name="T7" fmla="*/ 91 h 109"/>
                <a:gd name="T8" fmla="*/ 68 w 101"/>
                <a:gd name="T9" fmla="*/ 86 h 109"/>
                <a:gd name="T10" fmla="*/ 76 w 101"/>
                <a:gd name="T11" fmla="*/ 74 h 109"/>
                <a:gd name="T12" fmla="*/ 100 w 101"/>
                <a:gd name="T13" fmla="*/ 74 h 109"/>
                <a:gd name="T14" fmla="*/ 83 w 101"/>
                <a:gd name="T15" fmla="*/ 100 h 109"/>
                <a:gd name="T16" fmla="*/ 51 w 101"/>
                <a:gd name="T17" fmla="*/ 109 h 109"/>
                <a:gd name="T18" fmla="*/ 14 w 101"/>
                <a:gd name="T19" fmla="*/ 95 h 109"/>
                <a:gd name="T20" fmla="*/ 0 w 101"/>
                <a:gd name="T21" fmla="*/ 55 h 109"/>
                <a:gd name="T22" fmla="*/ 14 w 101"/>
                <a:gd name="T23" fmla="*/ 15 h 109"/>
                <a:gd name="T24" fmla="*/ 51 w 101"/>
                <a:gd name="T25" fmla="*/ 0 h 109"/>
                <a:gd name="T26" fmla="*/ 88 w 101"/>
                <a:gd name="T27" fmla="*/ 14 h 109"/>
                <a:gd name="T28" fmla="*/ 101 w 101"/>
                <a:gd name="T29" fmla="*/ 53 h 109"/>
                <a:gd name="T30" fmla="*/ 101 w 101"/>
                <a:gd name="T31" fmla="*/ 60 h 109"/>
                <a:gd name="T32" fmla="*/ 101 w 101"/>
                <a:gd name="T33" fmla="*/ 61 h 109"/>
                <a:gd name="T34" fmla="*/ 77 w 101"/>
                <a:gd name="T35" fmla="*/ 45 h 109"/>
                <a:gd name="T36" fmla="*/ 70 w 101"/>
                <a:gd name="T37" fmla="*/ 26 h 109"/>
                <a:gd name="T38" fmla="*/ 51 w 101"/>
                <a:gd name="T39" fmla="*/ 19 h 109"/>
                <a:gd name="T40" fmla="*/ 32 w 101"/>
                <a:gd name="T41" fmla="*/ 26 h 109"/>
                <a:gd name="T42" fmla="*/ 24 w 101"/>
                <a:gd name="T43" fmla="*/ 45 h 109"/>
                <a:gd name="T44" fmla="*/ 77 w 101"/>
                <a:gd name="T45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1" h="109">
                  <a:moveTo>
                    <a:pt x="101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5" y="70"/>
                    <a:pt x="27" y="78"/>
                    <a:pt x="32" y="83"/>
                  </a:cubicBezTo>
                  <a:cubicBezTo>
                    <a:pt x="37" y="88"/>
                    <a:pt x="44" y="91"/>
                    <a:pt x="52" y="91"/>
                  </a:cubicBezTo>
                  <a:cubicBezTo>
                    <a:pt x="58" y="91"/>
                    <a:pt x="64" y="89"/>
                    <a:pt x="68" y="86"/>
                  </a:cubicBezTo>
                  <a:cubicBezTo>
                    <a:pt x="72" y="83"/>
                    <a:pt x="75" y="79"/>
                    <a:pt x="76" y="74"/>
                  </a:cubicBezTo>
                  <a:cubicBezTo>
                    <a:pt x="100" y="74"/>
                    <a:pt x="100" y="74"/>
                    <a:pt x="100" y="74"/>
                  </a:cubicBezTo>
                  <a:cubicBezTo>
                    <a:pt x="98" y="85"/>
                    <a:pt x="92" y="93"/>
                    <a:pt x="83" y="100"/>
                  </a:cubicBezTo>
                  <a:cubicBezTo>
                    <a:pt x="74" y="106"/>
                    <a:pt x="63" y="109"/>
                    <a:pt x="51" y="109"/>
                  </a:cubicBezTo>
                  <a:cubicBezTo>
                    <a:pt x="35" y="109"/>
                    <a:pt x="23" y="105"/>
                    <a:pt x="14" y="95"/>
                  </a:cubicBezTo>
                  <a:cubicBezTo>
                    <a:pt x="5" y="85"/>
                    <a:pt x="0" y="72"/>
                    <a:pt x="0" y="55"/>
                  </a:cubicBezTo>
                  <a:cubicBezTo>
                    <a:pt x="0" y="38"/>
                    <a:pt x="5" y="24"/>
                    <a:pt x="14" y="15"/>
                  </a:cubicBezTo>
                  <a:cubicBezTo>
                    <a:pt x="23" y="5"/>
                    <a:pt x="35" y="0"/>
                    <a:pt x="51" y="0"/>
                  </a:cubicBezTo>
                  <a:cubicBezTo>
                    <a:pt x="67" y="0"/>
                    <a:pt x="79" y="5"/>
                    <a:pt x="88" y="14"/>
                  </a:cubicBezTo>
                  <a:cubicBezTo>
                    <a:pt x="97" y="24"/>
                    <a:pt x="101" y="37"/>
                    <a:pt x="101" y="53"/>
                  </a:cubicBezTo>
                  <a:cubicBezTo>
                    <a:pt x="101" y="55"/>
                    <a:pt x="101" y="57"/>
                    <a:pt x="101" y="60"/>
                  </a:cubicBezTo>
                  <a:cubicBezTo>
                    <a:pt x="101" y="61"/>
                    <a:pt x="101" y="61"/>
                    <a:pt x="101" y="61"/>
                  </a:cubicBezTo>
                  <a:close/>
                  <a:moveTo>
                    <a:pt x="77" y="45"/>
                  </a:moveTo>
                  <a:cubicBezTo>
                    <a:pt x="77" y="37"/>
                    <a:pt x="75" y="30"/>
                    <a:pt x="70" y="26"/>
                  </a:cubicBezTo>
                  <a:cubicBezTo>
                    <a:pt x="65" y="21"/>
                    <a:pt x="59" y="19"/>
                    <a:pt x="51" y="19"/>
                  </a:cubicBezTo>
                  <a:cubicBezTo>
                    <a:pt x="43" y="19"/>
                    <a:pt x="37" y="21"/>
                    <a:pt x="32" y="26"/>
                  </a:cubicBezTo>
                  <a:cubicBezTo>
                    <a:pt x="28" y="30"/>
                    <a:pt x="25" y="37"/>
                    <a:pt x="24" y="45"/>
                  </a:cubicBezTo>
                  <a:lnTo>
                    <a:pt x="77" y="4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9" name="Freeform 77">
              <a:extLst>
                <a:ext uri="{FF2B5EF4-FFF2-40B4-BE49-F238E27FC236}">
                  <a16:creationId xmlns:a16="http://schemas.microsoft.com/office/drawing/2014/main" id="{CEC7B7E2-3579-4AB7-9CB7-7430DC829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4388" y="3863976"/>
              <a:ext cx="265113" cy="295275"/>
            </a:xfrm>
            <a:custGeom>
              <a:avLst/>
              <a:gdLst>
                <a:gd name="T0" fmla="*/ 95 w 95"/>
                <a:gd name="T1" fmla="*/ 40 h 105"/>
                <a:gd name="T2" fmla="*/ 95 w 95"/>
                <a:gd name="T3" fmla="*/ 105 h 105"/>
                <a:gd name="T4" fmla="*/ 71 w 95"/>
                <a:gd name="T5" fmla="*/ 105 h 105"/>
                <a:gd name="T6" fmla="*/ 71 w 95"/>
                <a:gd name="T7" fmla="*/ 38 h 105"/>
                <a:gd name="T8" fmla="*/ 66 w 95"/>
                <a:gd name="T9" fmla="*/ 24 h 105"/>
                <a:gd name="T10" fmla="*/ 51 w 95"/>
                <a:gd name="T11" fmla="*/ 19 h 105"/>
                <a:gd name="T12" fmla="*/ 31 w 95"/>
                <a:gd name="T13" fmla="*/ 26 h 105"/>
                <a:gd name="T14" fmla="*/ 24 w 95"/>
                <a:gd name="T15" fmla="*/ 46 h 105"/>
                <a:gd name="T16" fmla="*/ 24 w 95"/>
                <a:gd name="T17" fmla="*/ 105 h 105"/>
                <a:gd name="T18" fmla="*/ 0 w 95"/>
                <a:gd name="T19" fmla="*/ 105 h 105"/>
                <a:gd name="T20" fmla="*/ 0 w 95"/>
                <a:gd name="T21" fmla="*/ 3 h 105"/>
                <a:gd name="T22" fmla="*/ 23 w 95"/>
                <a:gd name="T23" fmla="*/ 3 h 105"/>
                <a:gd name="T24" fmla="*/ 23 w 95"/>
                <a:gd name="T25" fmla="*/ 17 h 105"/>
                <a:gd name="T26" fmla="*/ 37 w 95"/>
                <a:gd name="T27" fmla="*/ 4 h 105"/>
                <a:gd name="T28" fmla="*/ 56 w 95"/>
                <a:gd name="T29" fmla="*/ 0 h 105"/>
                <a:gd name="T30" fmla="*/ 86 w 95"/>
                <a:gd name="T31" fmla="*/ 9 h 105"/>
                <a:gd name="T32" fmla="*/ 95 w 95"/>
                <a:gd name="T33" fmla="*/ 4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5" h="105">
                  <a:moveTo>
                    <a:pt x="95" y="40"/>
                  </a:moveTo>
                  <a:cubicBezTo>
                    <a:pt x="95" y="105"/>
                    <a:pt x="95" y="105"/>
                    <a:pt x="95" y="105"/>
                  </a:cubicBezTo>
                  <a:cubicBezTo>
                    <a:pt x="71" y="105"/>
                    <a:pt x="71" y="105"/>
                    <a:pt x="71" y="105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2"/>
                    <a:pt x="70" y="27"/>
                    <a:pt x="66" y="24"/>
                  </a:cubicBezTo>
                  <a:cubicBezTo>
                    <a:pt x="63" y="20"/>
                    <a:pt x="58" y="19"/>
                    <a:pt x="51" y="19"/>
                  </a:cubicBezTo>
                  <a:cubicBezTo>
                    <a:pt x="43" y="19"/>
                    <a:pt x="36" y="21"/>
                    <a:pt x="31" y="26"/>
                  </a:cubicBezTo>
                  <a:cubicBezTo>
                    <a:pt x="26" y="31"/>
                    <a:pt x="24" y="37"/>
                    <a:pt x="24" y="46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7" y="11"/>
                    <a:pt x="31" y="7"/>
                    <a:pt x="37" y="4"/>
                  </a:cubicBezTo>
                  <a:cubicBezTo>
                    <a:pt x="43" y="2"/>
                    <a:pt x="49" y="0"/>
                    <a:pt x="56" y="0"/>
                  </a:cubicBezTo>
                  <a:cubicBezTo>
                    <a:pt x="70" y="0"/>
                    <a:pt x="80" y="3"/>
                    <a:pt x="86" y="9"/>
                  </a:cubicBezTo>
                  <a:cubicBezTo>
                    <a:pt x="92" y="15"/>
                    <a:pt x="95" y="25"/>
                    <a:pt x="95" y="40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30" name="Freeform 78">
              <a:extLst>
                <a:ext uri="{FF2B5EF4-FFF2-40B4-BE49-F238E27FC236}">
                  <a16:creationId xmlns:a16="http://schemas.microsoft.com/office/drawing/2014/main" id="{BA5BBF19-4E01-4876-A9EC-6C10224417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6013" y="3792538"/>
              <a:ext cx="160338" cy="369888"/>
            </a:xfrm>
            <a:custGeom>
              <a:avLst/>
              <a:gdLst>
                <a:gd name="T0" fmla="*/ 16 w 57"/>
                <a:gd name="T1" fmla="*/ 0 h 131"/>
                <a:gd name="T2" fmla="*/ 39 w 57"/>
                <a:gd name="T3" fmla="*/ 0 h 131"/>
                <a:gd name="T4" fmla="*/ 39 w 57"/>
                <a:gd name="T5" fmla="*/ 28 h 131"/>
                <a:gd name="T6" fmla="*/ 57 w 57"/>
                <a:gd name="T7" fmla="*/ 28 h 131"/>
                <a:gd name="T8" fmla="*/ 57 w 57"/>
                <a:gd name="T9" fmla="*/ 44 h 131"/>
                <a:gd name="T10" fmla="*/ 39 w 57"/>
                <a:gd name="T11" fmla="*/ 44 h 131"/>
                <a:gd name="T12" fmla="*/ 39 w 57"/>
                <a:gd name="T13" fmla="*/ 104 h 131"/>
                <a:gd name="T14" fmla="*/ 41 w 57"/>
                <a:gd name="T15" fmla="*/ 112 h 131"/>
                <a:gd name="T16" fmla="*/ 48 w 57"/>
                <a:gd name="T17" fmla="*/ 113 h 131"/>
                <a:gd name="T18" fmla="*/ 50 w 57"/>
                <a:gd name="T19" fmla="*/ 113 h 131"/>
                <a:gd name="T20" fmla="*/ 53 w 57"/>
                <a:gd name="T21" fmla="*/ 113 h 131"/>
                <a:gd name="T22" fmla="*/ 57 w 57"/>
                <a:gd name="T23" fmla="*/ 113 h 131"/>
                <a:gd name="T24" fmla="*/ 57 w 57"/>
                <a:gd name="T25" fmla="*/ 130 h 131"/>
                <a:gd name="T26" fmla="*/ 55 w 57"/>
                <a:gd name="T27" fmla="*/ 130 h 131"/>
                <a:gd name="T28" fmla="*/ 41 w 57"/>
                <a:gd name="T29" fmla="*/ 131 h 131"/>
                <a:gd name="T30" fmla="*/ 22 w 57"/>
                <a:gd name="T31" fmla="*/ 126 h 131"/>
                <a:gd name="T32" fmla="*/ 16 w 57"/>
                <a:gd name="T33" fmla="*/ 107 h 131"/>
                <a:gd name="T34" fmla="*/ 16 w 57"/>
                <a:gd name="T35" fmla="*/ 44 h 131"/>
                <a:gd name="T36" fmla="*/ 0 w 57"/>
                <a:gd name="T37" fmla="*/ 44 h 131"/>
                <a:gd name="T38" fmla="*/ 0 w 57"/>
                <a:gd name="T39" fmla="*/ 28 h 131"/>
                <a:gd name="T40" fmla="*/ 16 w 57"/>
                <a:gd name="T41" fmla="*/ 28 h 131"/>
                <a:gd name="T42" fmla="*/ 16 w 57"/>
                <a:gd name="T43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" h="131">
                  <a:moveTo>
                    <a:pt x="16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39" y="44"/>
                    <a:pt x="39" y="44"/>
                    <a:pt x="39" y="44"/>
                  </a:cubicBezTo>
                  <a:cubicBezTo>
                    <a:pt x="39" y="104"/>
                    <a:pt x="39" y="104"/>
                    <a:pt x="39" y="104"/>
                  </a:cubicBezTo>
                  <a:cubicBezTo>
                    <a:pt x="39" y="108"/>
                    <a:pt x="40" y="110"/>
                    <a:pt x="41" y="112"/>
                  </a:cubicBezTo>
                  <a:cubicBezTo>
                    <a:pt x="42" y="113"/>
                    <a:pt x="45" y="113"/>
                    <a:pt x="48" y="113"/>
                  </a:cubicBezTo>
                  <a:cubicBezTo>
                    <a:pt x="49" y="113"/>
                    <a:pt x="50" y="113"/>
                    <a:pt x="50" y="113"/>
                  </a:cubicBezTo>
                  <a:cubicBezTo>
                    <a:pt x="51" y="113"/>
                    <a:pt x="52" y="113"/>
                    <a:pt x="53" y="113"/>
                  </a:cubicBezTo>
                  <a:cubicBezTo>
                    <a:pt x="57" y="113"/>
                    <a:pt x="57" y="113"/>
                    <a:pt x="57" y="113"/>
                  </a:cubicBezTo>
                  <a:cubicBezTo>
                    <a:pt x="57" y="130"/>
                    <a:pt x="57" y="130"/>
                    <a:pt x="57" y="130"/>
                  </a:cubicBezTo>
                  <a:cubicBezTo>
                    <a:pt x="57" y="130"/>
                    <a:pt x="56" y="130"/>
                    <a:pt x="55" y="130"/>
                  </a:cubicBezTo>
                  <a:cubicBezTo>
                    <a:pt x="48" y="131"/>
                    <a:pt x="44" y="131"/>
                    <a:pt x="41" y="131"/>
                  </a:cubicBezTo>
                  <a:cubicBezTo>
                    <a:pt x="32" y="131"/>
                    <a:pt x="25" y="130"/>
                    <a:pt x="22" y="126"/>
                  </a:cubicBezTo>
                  <a:cubicBezTo>
                    <a:pt x="18" y="122"/>
                    <a:pt x="16" y="116"/>
                    <a:pt x="16" y="107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6" y="28"/>
                    <a:pt x="16" y="28"/>
                    <a:pt x="16" y="28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31" name="Freeform 79">
              <a:extLst>
                <a:ext uri="{FF2B5EF4-FFF2-40B4-BE49-F238E27FC236}">
                  <a16:creationId xmlns:a16="http://schemas.microsoft.com/office/drawing/2014/main" id="{E98DD99F-94A9-4F41-8DC2-AFB2705337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99688" y="3860801"/>
              <a:ext cx="282575" cy="306388"/>
            </a:xfrm>
            <a:custGeom>
              <a:avLst/>
              <a:gdLst>
                <a:gd name="T0" fmla="*/ 101 w 101"/>
                <a:gd name="T1" fmla="*/ 61 h 109"/>
                <a:gd name="T2" fmla="*/ 24 w 101"/>
                <a:gd name="T3" fmla="*/ 61 h 109"/>
                <a:gd name="T4" fmla="*/ 32 w 101"/>
                <a:gd name="T5" fmla="*/ 83 h 109"/>
                <a:gd name="T6" fmla="*/ 52 w 101"/>
                <a:gd name="T7" fmla="*/ 91 h 109"/>
                <a:gd name="T8" fmla="*/ 68 w 101"/>
                <a:gd name="T9" fmla="*/ 86 h 109"/>
                <a:gd name="T10" fmla="*/ 76 w 101"/>
                <a:gd name="T11" fmla="*/ 74 h 109"/>
                <a:gd name="T12" fmla="*/ 100 w 101"/>
                <a:gd name="T13" fmla="*/ 74 h 109"/>
                <a:gd name="T14" fmla="*/ 83 w 101"/>
                <a:gd name="T15" fmla="*/ 100 h 109"/>
                <a:gd name="T16" fmla="*/ 51 w 101"/>
                <a:gd name="T17" fmla="*/ 109 h 109"/>
                <a:gd name="T18" fmla="*/ 14 w 101"/>
                <a:gd name="T19" fmla="*/ 95 h 109"/>
                <a:gd name="T20" fmla="*/ 0 w 101"/>
                <a:gd name="T21" fmla="*/ 55 h 109"/>
                <a:gd name="T22" fmla="*/ 14 w 101"/>
                <a:gd name="T23" fmla="*/ 15 h 109"/>
                <a:gd name="T24" fmla="*/ 51 w 101"/>
                <a:gd name="T25" fmla="*/ 0 h 109"/>
                <a:gd name="T26" fmla="*/ 88 w 101"/>
                <a:gd name="T27" fmla="*/ 14 h 109"/>
                <a:gd name="T28" fmla="*/ 101 w 101"/>
                <a:gd name="T29" fmla="*/ 53 h 109"/>
                <a:gd name="T30" fmla="*/ 101 w 101"/>
                <a:gd name="T31" fmla="*/ 60 h 109"/>
                <a:gd name="T32" fmla="*/ 101 w 101"/>
                <a:gd name="T33" fmla="*/ 61 h 109"/>
                <a:gd name="T34" fmla="*/ 77 w 101"/>
                <a:gd name="T35" fmla="*/ 45 h 109"/>
                <a:gd name="T36" fmla="*/ 70 w 101"/>
                <a:gd name="T37" fmla="*/ 26 h 109"/>
                <a:gd name="T38" fmla="*/ 51 w 101"/>
                <a:gd name="T39" fmla="*/ 19 h 109"/>
                <a:gd name="T40" fmla="*/ 32 w 101"/>
                <a:gd name="T41" fmla="*/ 26 h 109"/>
                <a:gd name="T42" fmla="*/ 24 w 101"/>
                <a:gd name="T43" fmla="*/ 45 h 109"/>
                <a:gd name="T44" fmla="*/ 77 w 101"/>
                <a:gd name="T45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1" h="109">
                  <a:moveTo>
                    <a:pt x="101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5" y="70"/>
                    <a:pt x="27" y="78"/>
                    <a:pt x="32" y="83"/>
                  </a:cubicBezTo>
                  <a:cubicBezTo>
                    <a:pt x="37" y="88"/>
                    <a:pt x="43" y="91"/>
                    <a:pt x="52" y="91"/>
                  </a:cubicBezTo>
                  <a:cubicBezTo>
                    <a:pt x="58" y="91"/>
                    <a:pt x="64" y="89"/>
                    <a:pt x="68" y="86"/>
                  </a:cubicBezTo>
                  <a:cubicBezTo>
                    <a:pt x="72" y="83"/>
                    <a:pt x="75" y="79"/>
                    <a:pt x="76" y="74"/>
                  </a:cubicBezTo>
                  <a:cubicBezTo>
                    <a:pt x="100" y="74"/>
                    <a:pt x="100" y="74"/>
                    <a:pt x="100" y="74"/>
                  </a:cubicBezTo>
                  <a:cubicBezTo>
                    <a:pt x="97" y="85"/>
                    <a:pt x="92" y="93"/>
                    <a:pt x="83" y="100"/>
                  </a:cubicBezTo>
                  <a:cubicBezTo>
                    <a:pt x="74" y="106"/>
                    <a:pt x="63" y="109"/>
                    <a:pt x="51" y="109"/>
                  </a:cubicBezTo>
                  <a:cubicBezTo>
                    <a:pt x="35" y="109"/>
                    <a:pt x="23" y="105"/>
                    <a:pt x="14" y="95"/>
                  </a:cubicBezTo>
                  <a:cubicBezTo>
                    <a:pt x="5" y="85"/>
                    <a:pt x="0" y="72"/>
                    <a:pt x="0" y="55"/>
                  </a:cubicBezTo>
                  <a:cubicBezTo>
                    <a:pt x="0" y="38"/>
                    <a:pt x="5" y="24"/>
                    <a:pt x="14" y="15"/>
                  </a:cubicBezTo>
                  <a:cubicBezTo>
                    <a:pt x="23" y="5"/>
                    <a:pt x="35" y="0"/>
                    <a:pt x="51" y="0"/>
                  </a:cubicBezTo>
                  <a:cubicBezTo>
                    <a:pt x="67" y="0"/>
                    <a:pt x="79" y="5"/>
                    <a:pt x="88" y="14"/>
                  </a:cubicBezTo>
                  <a:cubicBezTo>
                    <a:pt x="97" y="24"/>
                    <a:pt x="101" y="37"/>
                    <a:pt x="101" y="53"/>
                  </a:cubicBezTo>
                  <a:cubicBezTo>
                    <a:pt x="101" y="55"/>
                    <a:pt x="101" y="57"/>
                    <a:pt x="101" y="60"/>
                  </a:cubicBezTo>
                  <a:cubicBezTo>
                    <a:pt x="101" y="61"/>
                    <a:pt x="101" y="61"/>
                    <a:pt x="101" y="61"/>
                  </a:cubicBezTo>
                  <a:close/>
                  <a:moveTo>
                    <a:pt x="77" y="45"/>
                  </a:moveTo>
                  <a:cubicBezTo>
                    <a:pt x="77" y="37"/>
                    <a:pt x="74" y="30"/>
                    <a:pt x="70" y="26"/>
                  </a:cubicBezTo>
                  <a:cubicBezTo>
                    <a:pt x="65" y="21"/>
                    <a:pt x="59" y="19"/>
                    <a:pt x="51" y="19"/>
                  </a:cubicBezTo>
                  <a:cubicBezTo>
                    <a:pt x="43" y="19"/>
                    <a:pt x="37" y="21"/>
                    <a:pt x="32" y="26"/>
                  </a:cubicBezTo>
                  <a:cubicBezTo>
                    <a:pt x="28" y="30"/>
                    <a:pt x="25" y="37"/>
                    <a:pt x="24" y="45"/>
                  </a:cubicBezTo>
                  <a:lnTo>
                    <a:pt x="77" y="4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32" name="Freeform 80">
              <a:extLst>
                <a:ext uri="{FF2B5EF4-FFF2-40B4-BE49-F238E27FC236}">
                  <a16:creationId xmlns:a16="http://schemas.microsoft.com/office/drawing/2014/main" id="{8C844C50-59CC-4C03-9229-26A4408B1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9413" y="3863976"/>
              <a:ext cx="161925" cy="295275"/>
            </a:xfrm>
            <a:custGeom>
              <a:avLst/>
              <a:gdLst>
                <a:gd name="T0" fmla="*/ 58 w 58"/>
                <a:gd name="T1" fmla="*/ 1 h 105"/>
                <a:gd name="T2" fmla="*/ 58 w 58"/>
                <a:gd name="T3" fmla="*/ 23 h 105"/>
                <a:gd name="T4" fmla="*/ 51 w 58"/>
                <a:gd name="T5" fmla="*/ 23 h 105"/>
                <a:gd name="T6" fmla="*/ 30 w 58"/>
                <a:gd name="T7" fmla="*/ 30 h 105"/>
                <a:gd name="T8" fmla="*/ 23 w 58"/>
                <a:gd name="T9" fmla="*/ 49 h 105"/>
                <a:gd name="T10" fmla="*/ 23 w 58"/>
                <a:gd name="T11" fmla="*/ 105 h 105"/>
                <a:gd name="T12" fmla="*/ 0 w 58"/>
                <a:gd name="T13" fmla="*/ 105 h 105"/>
                <a:gd name="T14" fmla="*/ 0 w 58"/>
                <a:gd name="T15" fmla="*/ 3 h 105"/>
                <a:gd name="T16" fmla="*/ 22 w 58"/>
                <a:gd name="T17" fmla="*/ 3 h 105"/>
                <a:gd name="T18" fmla="*/ 22 w 58"/>
                <a:gd name="T19" fmla="*/ 21 h 105"/>
                <a:gd name="T20" fmla="*/ 34 w 58"/>
                <a:gd name="T21" fmla="*/ 5 h 105"/>
                <a:gd name="T22" fmla="*/ 52 w 58"/>
                <a:gd name="T23" fmla="*/ 0 h 105"/>
                <a:gd name="T24" fmla="*/ 53 w 58"/>
                <a:gd name="T25" fmla="*/ 0 h 105"/>
                <a:gd name="T26" fmla="*/ 58 w 58"/>
                <a:gd name="T27" fmla="*/ 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" h="105">
                  <a:moveTo>
                    <a:pt x="58" y="1"/>
                  </a:moveTo>
                  <a:cubicBezTo>
                    <a:pt x="58" y="23"/>
                    <a:pt x="58" y="23"/>
                    <a:pt x="58" y="23"/>
                  </a:cubicBezTo>
                  <a:cubicBezTo>
                    <a:pt x="51" y="23"/>
                    <a:pt x="51" y="23"/>
                    <a:pt x="51" y="23"/>
                  </a:cubicBezTo>
                  <a:cubicBezTo>
                    <a:pt x="42" y="23"/>
                    <a:pt x="35" y="25"/>
                    <a:pt x="30" y="30"/>
                  </a:cubicBezTo>
                  <a:cubicBezTo>
                    <a:pt x="26" y="34"/>
                    <a:pt x="23" y="41"/>
                    <a:pt x="23" y="49"/>
                  </a:cubicBezTo>
                  <a:cubicBezTo>
                    <a:pt x="23" y="105"/>
                    <a:pt x="23" y="105"/>
                    <a:pt x="23" y="10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5" y="14"/>
                    <a:pt x="29" y="9"/>
                    <a:pt x="34" y="5"/>
                  </a:cubicBezTo>
                  <a:cubicBezTo>
                    <a:pt x="40" y="2"/>
                    <a:pt x="46" y="0"/>
                    <a:pt x="52" y="0"/>
                  </a:cubicBezTo>
                  <a:cubicBezTo>
                    <a:pt x="52" y="0"/>
                    <a:pt x="53" y="0"/>
                    <a:pt x="53" y="0"/>
                  </a:cubicBezTo>
                  <a:cubicBezTo>
                    <a:pt x="55" y="0"/>
                    <a:pt x="56" y="1"/>
                    <a:pt x="58" y="1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Freeform 5">
            <a:extLst>
              <a:ext uri="{FF2B5EF4-FFF2-40B4-BE49-F238E27FC236}">
                <a16:creationId xmlns:a16="http://schemas.microsoft.com/office/drawing/2014/main" id="{2050DAFF-0130-4EB8-AA88-92974521C900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067800" y="356568"/>
            <a:ext cx="519630" cy="519630"/>
          </a:xfrm>
          <a:custGeom>
            <a:avLst/>
            <a:gdLst>
              <a:gd name="T0" fmla="*/ 743 w 795"/>
              <a:gd name="T1" fmla="*/ 555 h 794"/>
              <a:gd name="T2" fmla="*/ 700 w 795"/>
              <a:gd name="T3" fmla="*/ 141 h 794"/>
              <a:gd name="T4" fmla="*/ 677 w 795"/>
              <a:gd name="T5" fmla="*/ 400 h 794"/>
              <a:gd name="T6" fmla="*/ 629 w 795"/>
              <a:gd name="T7" fmla="*/ 566 h 794"/>
              <a:gd name="T8" fmla="*/ 611 w 795"/>
              <a:gd name="T9" fmla="*/ 685 h 794"/>
              <a:gd name="T10" fmla="*/ 603 w 795"/>
              <a:gd name="T11" fmla="*/ 683 h 794"/>
              <a:gd name="T12" fmla="*/ 589 w 795"/>
              <a:gd name="T13" fmla="*/ 745 h 794"/>
              <a:gd name="T14" fmla="*/ 575 w 795"/>
              <a:gd name="T15" fmla="*/ 158 h 794"/>
              <a:gd name="T16" fmla="*/ 569 w 795"/>
              <a:gd name="T17" fmla="*/ 555 h 794"/>
              <a:gd name="T18" fmla="*/ 559 w 795"/>
              <a:gd name="T19" fmla="*/ 535 h 794"/>
              <a:gd name="T20" fmla="*/ 540 w 795"/>
              <a:gd name="T21" fmla="*/ 405 h 794"/>
              <a:gd name="T22" fmla="*/ 535 w 795"/>
              <a:gd name="T23" fmla="*/ 302 h 794"/>
              <a:gd name="T24" fmla="*/ 522 w 795"/>
              <a:gd name="T25" fmla="*/ 774 h 794"/>
              <a:gd name="T26" fmla="*/ 509 w 795"/>
              <a:gd name="T27" fmla="*/ 132 h 794"/>
              <a:gd name="T28" fmla="*/ 499 w 795"/>
              <a:gd name="T29" fmla="*/ 668 h 794"/>
              <a:gd name="T30" fmla="*/ 496 w 795"/>
              <a:gd name="T31" fmla="*/ 319 h 794"/>
              <a:gd name="T32" fmla="*/ 491 w 795"/>
              <a:gd name="T33" fmla="*/ 598 h 794"/>
              <a:gd name="T34" fmla="*/ 486 w 795"/>
              <a:gd name="T35" fmla="*/ 329 h 794"/>
              <a:gd name="T36" fmla="*/ 486 w 795"/>
              <a:gd name="T37" fmla="*/ 751 h 794"/>
              <a:gd name="T38" fmla="*/ 484 w 795"/>
              <a:gd name="T39" fmla="*/ 344 h 794"/>
              <a:gd name="T40" fmla="*/ 476 w 795"/>
              <a:gd name="T41" fmla="*/ 626 h 794"/>
              <a:gd name="T42" fmla="*/ 468 w 795"/>
              <a:gd name="T43" fmla="*/ 218 h 794"/>
              <a:gd name="T44" fmla="*/ 468 w 795"/>
              <a:gd name="T45" fmla="*/ 622 h 794"/>
              <a:gd name="T46" fmla="*/ 456 w 795"/>
              <a:gd name="T47" fmla="*/ 234 h 794"/>
              <a:gd name="T48" fmla="*/ 452 w 795"/>
              <a:gd name="T49" fmla="*/ 563 h 794"/>
              <a:gd name="T50" fmla="*/ 446 w 795"/>
              <a:gd name="T51" fmla="*/ 127 h 794"/>
              <a:gd name="T52" fmla="*/ 437 w 795"/>
              <a:gd name="T53" fmla="*/ 613 h 794"/>
              <a:gd name="T54" fmla="*/ 427 w 795"/>
              <a:gd name="T55" fmla="*/ 495 h 794"/>
              <a:gd name="T56" fmla="*/ 419 w 795"/>
              <a:gd name="T57" fmla="*/ 712 h 794"/>
              <a:gd name="T58" fmla="*/ 404 w 795"/>
              <a:gd name="T59" fmla="*/ 563 h 794"/>
              <a:gd name="T60" fmla="*/ 402 w 795"/>
              <a:gd name="T61" fmla="*/ 185 h 794"/>
              <a:gd name="T62" fmla="*/ 402 w 795"/>
              <a:gd name="T63" fmla="*/ 342 h 794"/>
              <a:gd name="T64" fmla="*/ 393 w 795"/>
              <a:gd name="T65" fmla="*/ 591 h 794"/>
              <a:gd name="T66" fmla="*/ 391 w 795"/>
              <a:gd name="T67" fmla="*/ 188 h 794"/>
              <a:gd name="T68" fmla="*/ 379 w 795"/>
              <a:gd name="T69" fmla="*/ 299 h 794"/>
              <a:gd name="T70" fmla="*/ 373 w 795"/>
              <a:gd name="T71" fmla="*/ 680 h 794"/>
              <a:gd name="T72" fmla="*/ 370 w 795"/>
              <a:gd name="T73" fmla="*/ 543 h 794"/>
              <a:gd name="T74" fmla="*/ 354 w 795"/>
              <a:gd name="T75" fmla="*/ 378 h 794"/>
              <a:gd name="T76" fmla="*/ 349 w 795"/>
              <a:gd name="T77" fmla="*/ 283 h 794"/>
              <a:gd name="T78" fmla="*/ 337 w 795"/>
              <a:gd name="T79" fmla="*/ 14 h 794"/>
              <a:gd name="T80" fmla="*/ 328 w 795"/>
              <a:gd name="T81" fmla="*/ 336 h 794"/>
              <a:gd name="T82" fmla="*/ 311 w 795"/>
              <a:gd name="T83" fmla="*/ 23 h 794"/>
              <a:gd name="T84" fmla="*/ 311 w 795"/>
              <a:gd name="T85" fmla="*/ 494 h 794"/>
              <a:gd name="T86" fmla="*/ 307 w 795"/>
              <a:gd name="T87" fmla="*/ 356 h 794"/>
              <a:gd name="T88" fmla="*/ 301 w 795"/>
              <a:gd name="T89" fmla="*/ 81 h 794"/>
              <a:gd name="T90" fmla="*/ 301 w 795"/>
              <a:gd name="T91" fmla="*/ 422 h 794"/>
              <a:gd name="T92" fmla="*/ 295 w 795"/>
              <a:gd name="T93" fmla="*/ 187 h 794"/>
              <a:gd name="T94" fmla="*/ 293 w 795"/>
              <a:gd name="T95" fmla="*/ 616 h 794"/>
              <a:gd name="T96" fmla="*/ 291 w 795"/>
              <a:gd name="T97" fmla="*/ 469 h 794"/>
              <a:gd name="T98" fmla="*/ 280 w 795"/>
              <a:gd name="T99" fmla="*/ 298 h 794"/>
              <a:gd name="T100" fmla="*/ 272 w 795"/>
              <a:gd name="T101" fmla="*/ 442 h 794"/>
              <a:gd name="T102" fmla="*/ 262 w 795"/>
              <a:gd name="T103" fmla="*/ 381 h 794"/>
              <a:gd name="T104" fmla="*/ 251 w 795"/>
              <a:gd name="T105" fmla="*/ 66 h 794"/>
              <a:gd name="T106" fmla="*/ 248 w 795"/>
              <a:gd name="T107" fmla="*/ 534 h 794"/>
              <a:gd name="T108" fmla="*/ 222 w 795"/>
              <a:gd name="T109" fmla="*/ 217 h 794"/>
              <a:gd name="T110" fmla="*/ 210 w 795"/>
              <a:gd name="T111" fmla="*/ 598 h 794"/>
              <a:gd name="T112" fmla="*/ 200 w 795"/>
              <a:gd name="T113" fmla="*/ 622 h 794"/>
              <a:gd name="T114" fmla="*/ 192 w 795"/>
              <a:gd name="T115" fmla="*/ 59 h 794"/>
              <a:gd name="T116" fmla="*/ 189 w 795"/>
              <a:gd name="T117" fmla="*/ 576 h 794"/>
              <a:gd name="T118" fmla="*/ 173 w 795"/>
              <a:gd name="T119" fmla="*/ 588 h 794"/>
              <a:gd name="T120" fmla="*/ 148 w 795"/>
              <a:gd name="T121" fmla="*/ 196 h 794"/>
              <a:gd name="T122" fmla="*/ 103 w 795"/>
              <a:gd name="T123" fmla="*/ 313 h 794"/>
              <a:gd name="T124" fmla="*/ 68 w 795"/>
              <a:gd name="T125" fmla="*/ 211 h 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95" h="794">
                <a:moveTo>
                  <a:pt x="770" y="265"/>
                </a:moveTo>
                <a:cubicBezTo>
                  <a:pt x="775" y="277"/>
                  <a:pt x="779" y="289"/>
                  <a:pt x="783" y="302"/>
                </a:cubicBezTo>
                <a:cubicBezTo>
                  <a:pt x="783" y="304"/>
                  <a:pt x="783" y="306"/>
                  <a:pt x="783" y="309"/>
                </a:cubicBezTo>
                <a:cubicBezTo>
                  <a:pt x="789" y="331"/>
                  <a:pt x="795" y="357"/>
                  <a:pt x="792" y="381"/>
                </a:cubicBezTo>
                <a:cubicBezTo>
                  <a:pt x="795" y="400"/>
                  <a:pt x="792" y="420"/>
                  <a:pt x="792" y="439"/>
                </a:cubicBezTo>
                <a:cubicBezTo>
                  <a:pt x="787" y="453"/>
                  <a:pt x="791" y="467"/>
                  <a:pt x="784" y="480"/>
                </a:cubicBezTo>
                <a:cubicBezTo>
                  <a:pt x="782" y="498"/>
                  <a:pt x="775" y="512"/>
                  <a:pt x="772" y="529"/>
                </a:cubicBezTo>
                <a:cubicBezTo>
                  <a:pt x="772" y="530"/>
                  <a:pt x="771" y="532"/>
                  <a:pt x="770" y="534"/>
                </a:cubicBezTo>
                <a:cubicBezTo>
                  <a:pt x="770" y="506"/>
                  <a:pt x="770" y="506"/>
                  <a:pt x="770" y="506"/>
                </a:cubicBezTo>
                <a:cubicBezTo>
                  <a:pt x="773" y="502"/>
                  <a:pt x="775" y="496"/>
                  <a:pt x="774" y="489"/>
                </a:cubicBezTo>
                <a:cubicBezTo>
                  <a:pt x="773" y="490"/>
                  <a:pt x="772" y="491"/>
                  <a:pt x="770" y="491"/>
                </a:cubicBezTo>
                <a:cubicBezTo>
                  <a:pt x="770" y="480"/>
                  <a:pt x="770" y="480"/>
                  <a:pt x="770" y="480"/>
                </a:cubicBezTo>
                <a:cubicBezTo>
                  <a:pt x="777" y="476"/>
                  <a:pt x="781" y="470"/>
                  <a:pt x="780" y="456"/>
                </a:cubicBezTo>
                <a:cubicBezTo>
                  <a:pt x="776" y="457"/>
                  <a:pt x="773" y="459"/>
                  <a:pt x="770" y="460"/>
                </a:cubicBezTo>
                <a:cubicBezTo>
                  <a:pt x="770" y="451"/>
                  <a:pt x="770" y="451"/>
                  <a:pt x="770" y="451"/>
                </a:cubicBezTo>
                <a:cubicBezTo>
                  <a:pt x="781" y="446"/>
                  <a:pt x="785" y="441"/>
                  <a:pt x="786" y="423"/>
                </a:cubicBezTo>
                <a:cubicBezTo>
                  <a:pt x="781" y="423"/>
                  <a:pt x="775" y="426"/>
                  <a:pt x="770" y="429"/>
                </a:cubicBezTo>
                <a:cubicBezTo>
                  <a:pt x="770" y="420"/>
                  <a:pt x="770" y="420"/>
                  <a:pt x="770" y="420"/>
                </a:cubicBezTo>
                <a:cubicBezTo>
                  <a:pt x="783" y="414"/>
                  <a:pt x="787" y="410"/>
                  <a:pt x="786" y="389"/>
                </a:cubicBezTo>
                <a:cubicBezTo>
                  <a:pt x="781" y="390"/>
                  <a:pt x="775" y="393"/>
                  <a:pt x="770" y="397"/>
                </a:cubicBezTo>
                <a:cubicBezTo>
                  <a:pt x="770" y="388"/>
                  <a:pt x="770" y="388"/>
                  <a:pt x="770" y="388"/>
                </a:cubicBezTo>
                <a:cubicBezTo>
                  <a:pt x="782" y="381"/>
                  <a:pt x="787" y="374"/>
                  <a:pt x="784" y="355"/>
                </a:cubicBezTo>
                <a:cubicBezTo>
                  <a:pt x="779" y="357"/>
                  <a:pt x="775" y="360"/>
                  <a:pt x="770" y="363"/>
                </a:cubicBezTo>
                <a:cubicBezTo>
                  <a:pt x="770" y="354"/>
                  <a:pt x="770" y="354"/>
                  <a:pt x="770" y="354"/>
                </a:cubicBezTo>
                <a:cubicBezTo>
                  <a:pt x="777" y="348"/>
                  <a:pt x="781" y="342"/>
                  <a:pt x="781" y="328"/>
                </a:cubicBezTo>
                <a:cubicBezTo>
                  <a:pt x="780" y="325"/>
                  <a:pt x="778" y="323"/>
                  <a:pt x="778" y="321"/>
                </a:cubicBezTo>
                <a:cubicBezTo>
                  <a:pt x="775" y="323"/>
                  <a:pt x="772" y="326"/>
                  <a:pt x="770" y="328"/>
                </a:cubicBezTo>
                <a:cubicBezTo>
                  <a:pt x="770" y="314"/>
                  <a:pt x="770" y="314"/>
                  <a:pt x="770" y="314"/>
                </a:cubicBezTo>
                <a:cubicBezTo>
                  <a:pt x="774" y="308"/>
                  <a:pt x="775" y="300"/>
                  <a:pt x="770" y="288"/>
                </a:cubicBezTo>
                <a:lnTo>
                  <a:pt x="770" y="265"/>
                </a:lnTo>
                <a:close/>
                <a:moveTo>
                  <a:pt x="755" y="228"/>
                </a:moveTo>
                <a:cubicBezTo>
                  <a:pt x="761" y="240"/>
                  <a:pt x="766" y="252"/>
                  <a:pt x="770" y="265"/>
                </a:cubicBezTo>
                <a:cubicBezTo>
                  <a:pt x="770" y="288"/>
                  <a:pt x="770" y="288"/>
                  <a:pt x="770" y="288"/>
                </a:cubicBezTo>
                <a:cubicBezTo>
                  <a:pt x="770" y="288"/>
                  <a:pt x="770" y="288"/>
                  <a:pt x="770" y="288"/>
                </a:cubicBezTo>
                <a:cubicBezTo>
                  <a:pt x="769" y="290"/>
                  <a:pt x="769" y="290"/>
                  <a:pt x="755" y="303"/>
                </a:cubicBezTo>
                <a:cubicBezTo>
                  <a:pt x="755" y="290"/>
                  <a:pt x="755" y="290"/>
                  <a:pt x="755" y="290"/>
                </a:cubicBezTo>
                <a:cubicBezTo>
                  <a:pt x="764" y="281"/>
                  <a:pt x="767" y="274"/>
                  <a:pt x="759" y="256"/>
                </a:cubicBezTo>
                <a:cubicBezTo>
                  <a:pt x="757" y="258"/>
                  <a:pt x="756" y="260"/>
                  <a:pt x="755" y="261"/>
                </a:cubicBezTo>
                <a:cubicBezTo>
                  <a:pt x="755" y="228"/>
                  <a:pt x="755" y="228"/>
                  <a:pt x="755" y="228"/>
                </a:cubicBezTo>
                <a:close/>
                <a:moveTo>
                  <a:pt x="770" y="534"/>
                </a:moveTo>
                <a:cubicBezTo>
                  <a:pt x="766" y="545"/>
                  <a:pt x="760" y="556"/>
                  <a:pt x="755" y="567"/>
                </a:cubicBezTo>
                <a:cubicBezTo>
                  <a:pt x="755" y="540"/>
                  <a:pt x="755" y="540"/>
                  <a:pt x="755" y="540"/>
                </a:cubicBezTo>
                <a:cubicBezTo>
                  <a:pt x="759" y="537"/>
                  <a:pt x="763" y="531"/>
                  <a:pt x="766" y="522"/>
                </a:cubicBezTo>
                <a:cubicBezTo>
                  <a:pt x="762" y="523"/>
                  <a:pt x="759" y="523"/>
                  <a:pt x="755" y="524"/>
                </a:cubicBezTo>
                <a:cubicBezTo>
                  <a:pt x="755" y="514"/>
                  <a:pt x="755" y="514"/>
                  <a:pt x="755" y="514"/>
                </a:cubicBezTo>
                <a:cubicBezTo>
                  <a:pt x="762" y="513"/>
                  <a:pt x="767" y="510"/>
                  <a:pt x="770" y="506"/>
                </a:cubicBezTo>
                <a:cubicBezTo>
                  <a:pt x="770" y="534"/>
                  <a:pt x="770" y="534"/>
                  <a:pt x="770" y="534"/>
                </a:cubicBezTo>
                <a:close/>
                <a:moveTo>
                  <a:pt x="770" y="314"/>
                </a:moveTo>
                <a:cubicBezTo>
                  <a:pt x="770" y="328"/>
                  <a:pt x="770" y="328"/>
                  <a:pt x="770" y="328"/>
                </a:cubicBezTo>
                <a:cubicBezTo>
                  <a:pt x="763" y="333"/>
                  <a:pt x="758" y="338"/>
                  <a:pt x="755" y="344"/>
                </a:cubicBezTo>
                <a:cubicBezTo>
                  <a:pt x="755" y="329"/>
                  <a:pt x="755" y="329"/>
                  <a:pt x="755" y="329"/>
                </a:cubicBezTo>
                <a:cubicBezTo>
                  <a:pt x="762" y="324"/>
                  <a:pt x="767" y="319"/>
                  <a:pt x="770" y="314"/>
                </a:cubicBezTo>
                <a:close/>
                <a:moveTo>
                  <a:pt x="770" y="354"/>
                </a:moveTo>
                <a:cubicBezTo>
                  <a:pt x="770" y="363"/>
                  <a:pt x="770" y="363"/>
                  <a:pt x="770" y="363"/>
                </a:cubicBezTo>
                <a:cubicBezTo>
                  <a:pt x="764" y="368"/>
                  <a:pt x="758" y="374"/>
                  <a:pt x="756" y="381"/>
                </a:cubicBezTo>
                <a:cubicBezTo>
                  <a:pt x="756" y="386"/>
                  <a:pt x="756" y="391"/>
                  <a:pt x="756" y="396"/>
                </a:cubicBezTo>
                <a:cubicBezTo>
                  <a:pt x="762" y="393"/>
                  <a:pt x="766" y="390"/>
                  <a:pt x="770" y="388"/>
                </a:cubicBezTo>
                <a:cubicBezTo>
                  <a:pt x="770" y="397"/>
                  <a:pt x="770" y="397"/>
                  <a:pt x="770" y="397"/>
                </a:cubicBezTo>
                <a:cubicBezTo>
                  <a:pt x="764" y="401"/>
                  <a:pt x="758" y="406"/>
                  <a:pt x="756" y="412"/>
                </a:cubicBezTo>
                <a:cubicBezTo>
                  <a:pt x="755" y="416"/>
                  <a:pt x="755" y="420"/>
                  <a:pt x="755" y="424"/>
                </a:cubicBezTo>
                <a:cubicBezTo>
                  <a:pt x="755" y="364"/>
                  <a:pt x="755" y="364"/>
                  <a:pt x="755" y="364"/>
                </a:cubicBezTo>
                <a:cubicBezTo>
                  <a:pt x="762" y="360"/>
                  <a:pt x="766" y="357"/>
                  <a:pt x="770" y="354"/>
                </a:cubicBezTo>
                <a:close/>
                <a:moveTo>
                  <a:pt x="770" y="420"/>
                </a:moveTo>
                <a:cubicBezTo>
                  <a:pt x="766" y="422"/>
                  <a:pt x="761" y="424"/>
                  <a:pt x="755" y="427"/>
                </a:cubicBezTo>
                <a:cubicBezTo>
                  <a:pt x="755" y="440"/>
                  <a:pt x="755" y="440"/>
                  <a:pt x="755" y="440"/>
                </a:cubicBezTo>
                <a:cubicBezTo>
                  <a:pt x="755" y="439"/>
                  <a:pt x="756" y="438"/>
                  <a:pt x="756" y="438"/>
                </a:cubicBezTo>
                <a:cubicBezTo>
                  <a:pt x="760" y="435"/>
                  <a:pt x="765" y="432"/>
                  <a:pt x="770" y="429"/>
                </a:cubicBezTo>
                <a:cubicBezTo>
                  <a:pt x="770" y="420"/>
                  <a:pt x="770" y="420"/>
                  <a:pt x="770" y="420"/>
                </a:cubicBezTo>
                <a:close/>
                <a:moveTo>
                  <a:pt x="770" y="451"/>
                </a:moveTo>
                <a:cubicBezTo>
                  <a:pt x="770" y="460"/>
                  <a:pt x="770" y="460"/>
                  <a:pt x="770" y="460"/>
                </a:cubicBezTo>
                <a:cubicBezTo>
                  <a:pt x="764" y="463"/>
                  <a:pt x="759" y="464"/>
                  <a:pt x="755" y="467"/>
                </a:cubicBezTo>
                <a:cubicBezTo>
                  <a:pt x="755" y="457"/>
                  <a:pt x="755" y="457"/>
                  <a:pt x="755" y="457"/>
                </a:cubicBezTo>
                <a:cubicBezTo>
                  <a:pt x="761" y="455"/>
                  <a:pt x="766" y="453"/>
                  <a:pt x="770" y="451"/>
                </a:cubicBezTo>
                <a:close/>
                <a:moveTo>
                  <a:pt x="770" y="480"/>
                </a:moveTo>
                <a:cubicBezTo>
                  <a:pt x="770" y="491"/>
                  <a:pt x="770" y="491"/>
                  <a:pt x="770" y="491"/>
                </a:cubicBezTo>
                <a:cubicBezTo>
                  <a:pt x="764" y="494"/>
                  <a:pt x="759" y="495"/>
                  <a:pt x="755" y="497"/>
                </a:cubicBezTo>
                <a:cubicBezTo>
                  <a:pt x="755" y="486"/>
                  <a:pt x="755" y="486"/>
                  <a:pt x="755" y="486"/>
                </a:cubicBezTo>
                <a:cubicBezTo>
                  <a:pt x="761" y="484"/>
                  <a:pt x="766" y="483"/>
                  <a:pt x="770" y="480"/>
                </a:cubicBezTo>
                <a:close/>
                <a:moveTo>
                  <a:pt x="749" y="214"/>
                </a:moveTo>
                <a:cubicBezTo>
                  <a:pt x="751" y="219"/>
                  <a:pt x="753" y="224"/>
                  <a:pt x="755" y="228"/>
                </a:cubicBezTo>
                <a:cubicBezTo>
                  <a:pt x="755" y="261"/>
                  <a:pt x="755" y="261"/>
                  <a:pt x="755" y="261"/>
                </a:cubicBezTo>
                <a:cubicBezTo>
                  <a:pt x="753" y="264"/>
                  <a:pt x="752" y="266"/>
                  <a:pt x="749" y="269"/>
                </a:cubicBezTo>
                <a:cubicBezTo>
                  <a:pt x="749" y="253"/>
                  <a:pt x="749" y="253"/>
                  <a:pt x="749" y="253"/>
                </a:cubicBezTo>
                <a:cubicBezTo>
                  <a:pt x="753" y="246"/>
                  <a:pt x="755" y="238"/>
                  <a:pt x="749" y="230"/>
                </a:cubicBezTo>
                <a:cubicBezTo>
                  <a:pt x="749" y="214"/>
                  <a:pt x="749" y="214"/>
                  <a:pt x="749" y="214"/>
                </a:cubicBezTo>
                <a:close/>
                <a:moveTo>
                  <a:pt x="755" y="567"/>
                </a:moveTo>
                <a:cubicBezTo>
                  <a:pt x="753" y="571"/>
                  <a:pt x="751" y="576"/>
                  <a:pt x="749" y="580"/>
                </a:cubicBezTo>
                <a:cubicBezTo>
                  <a:pt x="749" y="564"/>
                  <a:pt x="749" y="564"/>
                  <a:pt x="749" y="564"/>
                </a:cubicBezTo>
                <a:cubicBezTo>
                  <a:pt x="751" y="561"/>
                  <a:pt x="752" y="558"/>
                  <a:pt x="753" y="553"/>
                </a:cubicBezTo>
                <a:cubicBezTo>
                  <a:pt x="749" y="554"/>
                  <a:pt x="749" y="554"/>
                  <a:pt x="749" y="554"/>
                </a:cubicBezTo>
                <a:cubicBezTo>
                  <a:pt x="749" y="544"/>
                  <a:pt x="749" y="544"/>
                  <a:pt x="749" y="544"/>
                </a:cubicBezTo>
                <a:cubicBezTo>
                  <a:pt x="751" y="543"/>
                  <a:pt x="753" y="542"/>
                  <a:pt x="755" y="540"/>
                </a:cubicBezTo>
                <a:cubicBezTo>
                  <a:pt x="755" y="567"/>
                  <a:pt x="755" y="567"/>
                  <a:pt x="755" y="567"/>
                </a:cubicBezTo>
                <a:close/>
                <a:moveTo>
                  <a:pt x="755" y="290"/>
                </a:moveTo>
                <a:cubicBezTo>
                  <a:pt x="755" y="303"/>
                  <a:pt x="755" y="303"/>
                  <a:pt x="755" y="303"/>
                </a:cubicBezTo>
                <a:cubicBezTo>
                  <a:pt x="753" y="305"/>
                  <a:pt x="753" y="305"/>
                  <a:pt x="753" y="305"/>
                </a:cubicBezTo>
                <a:cubicBezTo>
                  <a:pt x="751" y="309"/>
                  <a:pt x="750" y="311"/>
                  <a:pt x="749" y="314"/>
                </a:cubicBezTo>
                <a:cubicBezTo>
                  <a:pt x="749" y="297"/>
                  <a:pt x="749" y="297"/>
                  <a:pt x="749" y="297"/>
                </a:cubicBezTo>
                <a:cubicBezTo>
                  <a:pt x="751" y="294"/>
                  <a:pt x="753" y="292"/>
                  <a:pt x="755" y="290"/>
                </a:cubicBezTo>
                <a:close/>
                <a:moveTo>
                  <a:pt x="755" y="329"/>
                </a:moveTo>
                <a:cubicBezTo>
                  <a:pt x="755" y="344"/>
                  <a:pt x="755" y="344"/>
                  <a:pt x="755" y="344"/>
                </a:cubicBezTo>
                <a:cubicBezTo>
                  <a:pt x="753" y="349"/>
                  <a:pt x="753" y="355"/>
                  <a:pt x="755" y="364"/>
                </a:cubicBezTo>
                <a:cubicBezTo>
                  <a:pt x="755" y="364"/>
                  <a:pt x="755" y="364"/>
                  <a:pt x="755" y="364"/>
                </a:cubicBezTo>
                <a:cubicBezTo>
                  <a:pt x="755" y="424"/>
                  <a:pt x="755" y="424"/>
                  <a:pt x="755" y="424"/>
                </a:cubicBezTo>
                <a:cubicBezTo>
                  <a:pt x="755" y="427"/>
                  <a:pt x="755" y="427"/>
                  <a:pt x="755" y="427"/>
                </a:cubicBezTo>
                <a:cubicBezTo>
                  <a:pt x="755" y="427"/>
                  <a:pt x="755" y="427"/>
                  <a:pt x="755" y="427"/>
                </a:cubicBezTo>
                <a:cubicBezTo>
                  <a:pt x="755" y="440"/>
                  <a:pt x="755" y="440"/>
                  <a:pt x="755" y="440"/>
                </a:cubicBezTo>
                <a:cubicBezTo>
                  <a:pt x="753" y="446"/>
                  <a:pt x="752" y="451"/>
                  <a:pt x="752" y="458"/>
                </a:cubicBezTo>
                <a:cubicBezTo>
                  <a:pt x="753" y="458"/>
                  <a:pt x="754" y="457"/>
                  <a:pt x="755" y="457"/>
                </a:cubicBezTo>
                <a:cubicBezTo>
                  <a:pt x="755" y="467"/>
                  <a:pt x="755" y="467"/>
                  <a:pt x="755" y="467"/>
                </a:cubicBezTo>
                <a:cubicBezTo>
                  <a:pt x="753" y="469"/>
                  <a:pt x="751" y="472"/>
                  <a:pt x="749" y="475"/>
                </a:cubicBezTo>
                <a:cubicBezTo>
                  <a:pt x="749" y="408"/>
                  <a:pt x="749" y="408"/>
                  <a:pt x="749" y="408"/>
                </a:cubicBezTo>
                <a:cubicBezTo>
                  <a:pt x="749" y="407"/>
                  <a:pt x="749" y="406"/>
                  <a:pt x="750" y="405"/>
                </a:cubicBezTo>
                <a:cubicBezTo>
                  <a:pt x="749" y="400"/>
                  <a:pt x="749" y="395"/>
                  <a:pt x="749" y="390"/>
                </a:cubicBezTo>
                <a:cubicBezTo>
                  <a:pt x="749" y="328"/>
                  <a:pt x="749" y="328"/>
                  <a:pt x="749" y="328"/>
                </a:cubicBezTo>
                <a:cubicBezTo>
                  <a:pt x="749" y="330"/>
                  <a:pt x="750" y="331"/>
                  <a:pt x="751" y="333"/>
                </a:cubicBezTo>
                <a:cubicBezTo>
                  <a:pt x="752" y="332"/>
                  <a:pt x="754" y="331"/>
                  <a:pt x="755" y="329"/>
                </a:cubicBezTo>
                <a:close/>
                <a:moveTo>
                  <a:pt x="755" y="486"/>
                </a:moveTo>
                <a:cubicBezTo>
                  <a:pt x="755" y="497"/>
                  <a:pt x="755" y="497"/>
                  <a:pt x="755" y="497"/>
                </a:cubicBezTo>
                <a:cubicBezTo>
                  <a:pt x="753" y="497"/>
                  <a:pt x="751" y="498"/>
                  <a:pt x="749" y="498"/>
                </a:cubicBezTo>
                <a:cubicBezTo>
                  <a:pt x="749" y="488"/>
                  <a:pt x="749" y="488"/>
                  <a:pt x="749" y="488"/>
                </a:cubicBezTo>
                <a:cubicBezTo>
                  <a:pt x="751" y="487"/>
                  <a:pt x="753" y="487"/>
                  <a:pt x="755" y="486"/>
                </a:cubicBezTo>
                <a:close/>
                <a:moveTo>
                  <a:pt x="755" y="514"/>
                </a:moveTo>
                <a:cubicBezTo>
                  <a:pt x="755" y="524"/>
                  <a:pt x="755" y="524"/>
                  <a:pt x="755" y="524"/>
                </a:cubicBezTo>
                <a:cubicBezTo>
                  <a:pt x="753" y="524"/>
                  <a:pt x="751" y="525"/>
                  <a:pt x="749" y="525"/>
                </a:cubicBezTo>
                <a:cubicBezTo>
                  <a:pt x="749" y="516"/>
                  <a:pt x="749" y="516"/>
                  <a:pt x="749" y="516"/>
                </a:cubicBezTo>
                <a:cubicBezTo>
                  <a:pt x="751" y="516"/>
                  <a:pt x="753" y="515"/>
                  <a:pt x="755" y="514"/>
                </a:cubicBezTo>
                <a:close/>
                <a:moveTo>
                  <a:pt x="747" y="211"/>
                </a:moveTo>
                <a:cubicBezTo>
                  <a:pt x="748" y="212"/>
                  <a:pt x="748" y="213"/>
                  <a:pt x="749" y="214"/>
                </a:cubicBezTo>
                <a:cubicBezTo>
                  <a:pt x="749" y="230"/>
                  <a:pt x="749" y="230"/>
                  <a:pt x="749" y="230"/>
                </a:cubicBezTo>
                <a:cubicBezTo>
                  <a:pt x="748" y="229"/>
                  <a:pt x="748" y="228"/>
                  <a:pt x="747" y="227"/>
                </a:cubicBezTo>
                <a:cubicBezTo>
                  <a:pt x="747" y="211"/>
                  <a:pt x="747" y="211"/>
                  <a:pt x="747" y="211"/>
                </a:cubicBezTo>
                <a:close/>
                <a:moveTo>
                  <a:pt x="749" y="580"/>
                </a:moveTo>
                <a:cubicBezTo>
                  <a:pt x="747" y="584"/>
                  <a:pt x="747" y="584"/>
                  <a:pt x="747" y="584"/>
                </a:cubicBezTo>
                <a:cubicBezTo>
                  <a:pt x="747" y="567"/>
                  <a:pt x="747" y="567"/>
                  <a:pt x="747" y="567"/>
                </a:cubicBezTo>
                <a:cubicBezTo>
                  <a:pt x="748" y="566"/>
                  <a:pt x="748" y="565"/>
                  <a:pt x="749" y="564"/>
                </a:cubicBezTo>
                <a:cubicBezTo>
                  <a:pt x="749" y="580"/>
                  <a:pt x="749" y="580"/>
                  <a:pt x="749" y="580"/>
                </a:cubicBezTo>
                <a:close/>
                <a:moveTo>
                  <a:pt x="749" y="253"/>
                </a:moveTo>
                <a:cubicBezTo>
                  <a:pt x="749" y="269"/>
                  <a:pt x="749" y="269"/>
                  <a:pt x="749" y="269"/>
                </a:cubicBezTo>
                <a:cubicBezTo>
                  <a:pt x="747" y="271"/>
                  <a:pt x="747" y="271"/>
                  <a:pt x="747" y="271"/>
                </a:cubicBezTo>
                <a:cubicBezTo>
                  <a:pt x="747" y="256"/>
                  <a:pt x="747" y="256"/>
                  <a:pt x="747" y="256"/>
                </a:cubicBezTo>
                <a:cubicBezTo>
                  <a:pt x="748" y="255"/>
                  <a:pt x="748" y="254"/>
                  <a:pt x="749" y="253"/>
                </a:cubicBezTo>
                <a:close/>
                <a:moveTo>
                  <a:pt x="749" y="297"/>
                </a:moveTo>
                <a:cubicBezTo>
                  <a:pt x="749" y="314"/>
                  <a:pt x="749" y="314"/>
                  <a:pt x="749" y="314"/>
                </a:cubicBezTo>
                <a:cubicBezTo>
                  <a:pt x="747" y="318"/>
                  <a:pt x="748" y="322"/>
                  <a:pt x="749" y="328"/>
                </a:cubicBezTo>
                <a:cubicBezTo>
                  <a:pt x="749" y="390"/>
                  <a:pt x="749" y="390"/>
                  <a:pt x="749" y="390"/>
                </a:cubicBezTo>
                <a:cubicBezTo>
                  <a:pt x="749" y="382"/>
                  <a:pt x="749" y="374"/>
                  <a:pt x="747" y="366"/>
                </a:cubicBezTo>
                <a:cubicBezTo>
                  <a:pt x="747" y="298"/>
                  <a:pt x="747" y="298"/>
                  <a:pt x="747" y="298"/>
                </a:cubicBezTo>
                <a:cubicBezTo>
                  <a:pt x="748" y="298"/>
                  <a:pt x="748" y="297"/>
                  <a:pt x="749" y="297"/>
                </a:cubicBezTo>
                <a:close/>
                <a:moveTo>
                  <a:pt x="749" y="408"/>
                </a:moveTo>
                <a:cubicBezTo>
                  <a:pt x="749" y="475"/>
                  <a:pt x="749" y="475"/>
                  <a:pt x="749" y="475"/>
                </a:cubicBezTo>
                <a:cubicBezTo>
                  <a:pt x="748" y="476"/>
                  <a:pt x="748" y="477"/>
                  <a:pt x="747" y="478"/>
                </a:cubicBezTo>
                <a:cubicBezTo>
                  <a:pt x="747" y="437"/>
                  <a:pt x="747" y="437"/>
                  <a:pt x="747" y="437"/>
                </a:cubicBezTo>
                <a:cubicBezTo>
                  <a:pt x="748" y="436"/>
                  <a:pt x="748" y="436"/>
                  <a:pt x="749" y="435"/>
                </a:cubicBezTo>
                <a:cubicBezTo>
                  <a:pt x="748" y="425"/>
                  <a:pt x="747" y="417"/>
                  <a:pt x="749" y="408"/>
                </a:cubicBezTo>
                <a:close/>
                <a:moveTo>
                  <a:pt x="749" y="488"/>
                </a:moveTo>
                <a:cubicBezTo>
                  <a:pt x="749" y="498"/>
                  <a:pt x="749" y="498"/>
                  <a:pt x="749" y="498"/>
                </a:cubicBezTo>
                <a:cubicBezTo>
                  <a:pt x="748" y="499"/>
                  <a:pt x="748" y="499"/>
                  <a:pt x="747" y="499"/>
                </a:cubicBezTo>
                <a:cubicBezTo>
                  <a:pt x="747" y="488"/>
                  <a:pt x="747" y="488"/>
                  <a:pt x="747" y="488"/>
                </a:cubicBezTo>
                <a:cubicBezTo>
                  <a:pt x="749" y="488"/>
                  <a:pt x="749" y="488"/>
                  <a:pt x="749" y="488"/>
                </a:cubicBezTo>
                <a:close/>
                <a:moveTo>
                  <a:pt x="749" y="516"/>
                </a:moveTo>
                <a:cubicBezTo>
                  <a:pt x="749" y="525"/>
                  <a:pt x="749" y="525"/>
                  <a:pt x="749" y="525"/>
                </a:cubicBezTo>
                <a:cubicBezTo>
                  <a:pt x="748" y="525"/>
                  <a:pt x="748" y="525"/>
                  <a:pt x="747" y="525"/>
                </a:cubicBezTo>
                <a:cubicBezTo>
                  <a:pt x="747" y="516"/>
                  <a:pt x="747" y="516"/>
                  <a:pt x="747" y="516"/>
                </a:cubicBezTo>
                <a:cubicBezTo>
                  <a:pt x="748" y="516"/>
                  <a:pt x="748" y="516"/>
                  <a:pt x="749" y="516"/>
                </a:cubicBezTo>
                <a:close/>
                <a:moveTo>
                  <a:pt x="749" y="544"/>
                </a:moveTo>
                <a:cubicBezTo>
                  <a:pt x="749" y="554"/>
                  <a:pt x="749" y="554"/>
                  <a:pt x="749" y="554"/>
                </a:cubicBezTo>
                <a:cubicBezTo>
                  <a:pt x="747" y="554"/>
                  <a:pt x="747" y="554"/>
                  <a:pt x="747" y="554"/>
                </a:cubicBezTo>
                <a:cubicBezTo>
                  <a:pt x="747" y="545"/>
                  <a:pt x="747" y="545"/>
                  <a:pt x="747" y="545"/>
                </a:cubicBezTo>
                <a:cubicBezTo>
                  <a:pt x="748" y="544"/>
                  <a:pt x="748" y="544"/>
                  <a:pt x="749" y="544"/>
                </a:cubicBezTo>
                <a:close/>
                <a:moveTo>
                  <a:pt x="743" y="202"/>
                </a:moveTo>
                <a:cubicBezTo>
                  <a:pt x="745" y="205"/>
                  <a:pt x="746" y="208"/>
                  <a:pt x="747" y="211"/>
                </a:cubicBezTo>
                <a:cubicBezTo>
                  <a:pt x="747" y="227"/>
                  <a:pt x="747" y="227"/>
                  <a:pt x="747" y="227"/>
                </a:cubicBezTo>
                <a:cubicBezTo>
                  <a:pt x="747" y="227"/>
                  <a:pt x="746" y="226"/>
                  <a:pt x="745" y="225"/>
                </a:cubicBezTo>
                <a:cubicBezTo>
                  <a:pt x="745" y="226"/>
                  <a:pt x="744" y="227"/>
                  <a:pt x="743" y="228"/>
                </a:cubicBezTo>
                <a:cubicBezTo>
                  <a:pt x="743" y="202"/>
                  <a:pt x="743" y="202"/>
                  <a:pt x="743" y="202"/>
                </a:cubicBezTo>
                <a:close/>
                <a:moveTo>
                  <a:pt x="747" y="584"/>
                </a:moveTo>
                <a:cubicBezTo>
                  <a:pt x="746" y="586"/>
                  <a:pt x="745" y="589"/>
                  <a:pt x="743" y="592"/>
                </a:cubicBezTo>
                <a:cubicBezTo>
                  <a:pt x="743" y="571"/>
                  <a:pt x="743" y="571"/>
                  <a:pt x="743" y="571"/>
                </a:cubicBezTo>
                <a:cubicBezTo>
                  <a:pt x="745" y="569"/>
                  <a:pt x="746" y="568"/>
                  <a:pt x="747" y="567"/>
                </a:cubicBezTo>
                <a:cubicBezTo>
                  <a:pt x="747" y="584"/>
                  <a:pt x="747" y="584"/>
                  <a:pt x="747" y="584"/>
                </a:cubicBezTo>
                <a:close/>
                <a:moveTo>
                  <a:pt x="747" y="256"/>
                </a:moveTo>
                <a:cubicBezTo>
                  <a:pt x="747" y="271"/>
                  <a:pt x="747" y="271"/>
                  <a:pt x="747" y="271"/>
                </a:cubicBezTo>
                <a:cubicBezTo>
                  <a:pt x="744" y="275"/>
                  <a:pt x="744" y="275"/>
                  <a:pt x="744" y="275"/>
                </a:cubicBezTo>
                <a:cubicBezTo>
                  <a:pt x="744" y="275"/>
                  <a:pt x="743" y="276"/>
                  <a:pt x="743" y="276"/>
                </a:cubicBezTo>
                <a:cubicBezTo>
                  <a:pt x="743" y="261"/>
                  <a:pt x="743" y="261"/>
                  <a:pt x="743" y="261"/>
                </a:cubicBezTo>
                <a:cubicBezTo>
                  <a:pt x="745" y="259"/>
                  <a:pt x="746" y="258"/>
                  <a:pt x="747" y="256"/>
                </a:cubicBezTo>
                <a:close/>
                <a:moveTo>
                  <a:pt x="747" y="298"/>
                </a:moveTo>
                <a:cubicBezTo>
                  <a:pt x="747" y="366"/>
                  <a:pt x="747" y="366"/>
                  <a:pt x="747" y="366"/>
                </a:cubicBezTo>
                <a:cubicBezTo>
                  <a:pt x="747" y="362"/>
                  <a:pt x="746" y="359"/>
                  <a:pt x="745" y="356"/>
                </a:cubicBezTo>
                <a:cubicBezTo>
                  <a:pt x="745" y="350"/>
                  <a:pt x="745" y="345"/>
                  <a:pt x="745" y="339"/>
                </a:cubicBezTo>
                <a:cubicBezTo>
                  <a:pt x="744" y="337"/>
                  <a:pt x="744" y="336"/>
                  <a:pt x="743" y="334"/>
                </a:cubicBezTo>
                <a:cubicBezTo>
                  <a:pt x="743" y="302"/>
                  <a:pt x="743" y="302"/>
                  <a:pt x="743" y="302"/>
                </a:cubicBezTo>
                <a:cubicBezTo>
                  <a:pt x="743" y="303"/>
                  <a:pt x="743" y="303"/>
                  <a:pt x="743" y="303"/>
                </a:cubicBezTo>
                <a:cubicBezTo>
                  <a:pt x="745" y="301"/>
                  <a:pt x="746" y="300"/>
                  <a:pt x="747" y="298"/>
                </a:cubicBezTo>
                <a:close/>
                <a:moveTo>
                  <a:pt x="747" y="437"/>
                </a:moveTo>
                <a:cubicBezTo>
                  <a:pt x="747" y="478"/>
                  <a:pt x="747" y="478"/>
                  <a:pt x="747" y="478"/>
                </a:cubicBezTo>
                <a:cubicBezTo>
                  <a:pt x="746" y="481"/>
                  <a:pt x="745" y="485"/>
                  <a:pt x="745" y="489"/>
                </a:cubicBezTo>
                <a:cubicBezTo>
                  <a:pt x="745" y="489"/>
                  <a:pt x="746" y="488"/>
                  <a:pt x="747" y="488"/>
                </a:cubicBezTo>
                <a:cubicBezTo>
                  <a:pt x="747" y="499"/>
                  <a:pt x="747" y="499"/>
                  <a:pt x="747" y="499"/>
                </a:cubicBezTo>
                <a:cubicBezTo>
                  <a:pt x="746" y="500"/>
                  <a:pt x="744" y="500"/>
                  <a:pt x="743" y="502"/>
                </a:cubicBezTo>
                <a:cubicBezTo>
                  <a:pt x="743" y="467"/>
                  <a:pt x="743" y="467"/>
                  <a:pt x="743" y="467"/>
                </a:cubicBezTo>
                <a:cubicBezTo>
                  <a:pt x="743" y="466"/>
                  <a:pt x="744" y="466"/>
                  <a:pt x="744" y="465"/>
                </a:cubicBezTo>
                <a:cubicBezTo>
                  <a:pt x="744" y="456"/>
                  <a:pt x="743" y="446"/>
                  <a:pt x="747" y="437"/>
                </a:cubicBezTo>
                <a:close/>
                <a:moveTo>
                  <a:pt x="747" y="516"/>
                </a:moveTo>
                <a:cubicBezTo>
                  <a:pt x="747" y="525"/>
                  <a:pt x="747" y="525"/>
                  <a:pt x="747" y="525"/>
                </a:cubicBezTo>
                <a:cubicBezTo>
                  <a:pt x="746" y="526"/>
                  <a:pt x="745" y="526"/>
                  <a:pt x="743" y="527"/>
                </a:cubicBezTo>
                <a:cubicBezTo>
                  <a:pt x="743" y="517"/>
                  <a:pt x="743" y="517"/>
                  <a:pt x="743" y="517"/>
                </a:cubicBezTo>
                <a:cubicBezTo>
                  <a:pt x="745" y="517"/>
                  <a:pt x="746" y="517"/>
                  <a:pt x="747" y="516"/>
                </a:cubicBezTo>
                <a:close/>
                <a:moveTo>
                  <a:pt x="747" y="545"/>
                </a:moveTo>
                <a:cubicBezTo>
                  <a:pt x="747" y="554"/>
                  <a:pt x="747" y="554"/>
                  <a:pt x="747" y="554"/>
                </a:cubicBezTo>
                <a:cubicBezTo>
                  <a:pt x="743" y="555"/>
                  <a:pt x="743" y="555"/>
                  <a:pt x="743" y="555"/>
                </a:cubicBezTo>
                <a:cubicBezTo>
                  <a:pt x="743" y="546"/>
                  <a:pt x="743" y="546"/>
                  <a:pt x="743" y="546"/>
                </a:cubicBezTo>
                <a:cubicBezTo>
                  <a:pt x="745" y="545"/>
                  <a:pt x="746" y="545"/>
                  <a:pt x="747" y="545"/>
                </a:cubicBezTo>
                <a:close/>
                <a:moveTo>
                  <a:pt x="731" y="184"/>
                </a:moveTo>
                <a:cubicBezTo>
                  <a:pt x="734" y="188"/>
                  <a:pt x="737" y="192"/>
                  <a:pt x="740" y="197"/>
                </a:cubicBezTo>
                <a:cubicBezTo>
                  <a:pt x="741" y="199"/>
                  <a:pt x="742" y="201"/>
                  <a:pt x="743" y="202"/>
                </a:cubicBezTo>
                <a:cubicBezTo>
                  <a:pt x="743" y="228"/>
                  <a:pt x="743" y="228"/>
                  <a:pt x="743" y="228"/>
                </a:cubicBezTo>
                <a:cubicBezTo>
                  <a:pt x="739" y="235"/>
                  <a:pt x="735" y="241"/>
                  <a:pt x="731" y="248"/>
                </a:cubicBezTo>
                <a:cubicBezTo>
                  <a:pt x="731" y="231"/>
                  <a:pt x="731" y="231"/>
                  <a:pt x="731" y="231"/>
                </a:cubicBezTo>
                <a:cubicBezTo>
                  <a:pt x="738" y="220"/>
                  <a:pt x="740" y="211"/>
                  <a:pt x="731" y="198"/>
                </a:cubicBezTo>
                <a:cubicBezTo>
                  <a:pt x="731" y="184"/>
                  <a:pt x="731" y="184"/>
                  <a:pt x="731" y="184"/>
                </a:cubicBezTo>
                <a:close/>
                <a:moveTo>
                  <a:pt x="743" y="592"/>
                </a:moveTo>
                <a:cubicBezTo>
                  <a:pt x="742" y="594"/>
                  <a:pt x="741" y="596"/>
                  <a:pt x="740" y="598"/>
                </a:cubicBezTo>
                <a:cubicBezTo>
                  <a:pt x="737" y="602"/>
                  <a:pt x="734" y="606"/>
                  <a:pt x="731" y="611"/>
                </a:cubicBezTo>
                <a:cubicBezTo>
                  <a:pt x="731" y="596"/>
                  <a:pt x="731" y="596"/>
                  <a:pt x="731" y="596"/>
                </a:cubicBezTo>
                <a:cubicBezTo>
                  <a:pt x="733" y="594"/>
                  <a:pt x="736" y="590"/>
                  <a:pt x="738" y="585"/>
                </a:cubicBezTo>
                <a:cubicBezTo>
                  <a:pt x="736" y="585"/>
                  <a:pt x="734" y="585"/>
                  <a:pt x="731" y="585"/>
                </a:cubicBezTo>
                <a:cubicBezTo>
                  <a:pt x="731" y="575"/>
                  <a:pt x="731" y="575"/>
                  <a:pt x="731" y="575"/>
                </a:cubicBezTo>
                <a:cubicBezTo>
                  <a:pt x="736" y="574"/>
                  <a:pt x="740" y="573"/>
                  <a:pt x="743" y="571"/>
                </a:cubicBezTo>
                <a:cubicBezTo>
                  <a:pt x="743" y="592"/>
                  <a:pt x="743" y="592"/>
                  <a:pt x="743" y="592"/>
                </a:cubicBezTo>
                <a:close/>
                <a:moveTo>
                  <a:pt x="743" y="261"/>
                </a:moveTo>
                <a:cubicBezTo>
                  <a:pt x="743" y="276"/>
                  <a:pt x="743" y="276"/>
                  <a:pt x="743" y="276"/>
                </a:cubicBezTo>
                <a:cubicBezTo>
                  <a:pt x="738" y="287"/>
                  <a:pt x="739" y="290"/>
                  <a:pt x="743" y="302"/>
                </a:cubicBezTo>
                <a:cubicBezTo>
                  <a:pt x="743" y="334"/>
                  <a:pt x="743" y="334"/>
                  <a:pt x="743" y="334"/>
                </a:cubicBezTo>
                <a:cubicBezTo>
                  <a:pt x="740" y="326"/>
                  <a:pt x="739" y="319"/>
                  <a:pt x="739" y="310"/>
                </a:cubicBezTo>
                <a:cubicBezTo>
                  <a:pt x="734" y="302"/>
                  <a:pt x="731" y="293"/>
                  <a:pt x="731" y="284"/>
                </a:cubicBezTo>
                <a:cubicBezTo>
                  <a:pt x="731" y="266"/>
                  <a:pt x="731" y="266"/>
                  <a:pt x="731" y="266"/>
                </a:cubicBezTo>
                <a:cubicBezTo>
                  <a:pt x="732" y="268"/>
                  <a:pt x="733" y="271"/>
                  <a:pt x="734" y="273"/>
                </a:cubicBezTo>
                <a:cubicBezTo>
                  <a:pt x="736" y="269"/>
                  <a:pt x="740" y="265"/>
                  <a:pt x="743" y="261"/>
                </a:cubicBezTo>
                <a:close/>
                <a:moveTo>
                  <a:pt x="743" y="467"/>
                </a:moveTo>
                <a:cubicBezTo>
                  <a:pt x="743" y="502"/>
                  <a:pt x="743" y="502"/>
                  <a:pt x="743" y="502"/>
                </a:cubicBezTo>
                <a:cubicBezTo>
                  <a:pt x="740" y="504"/>
                  <a:pt x="738" y="509"/>
                  <a:pt x="736" y="518"/>
                </a:cubicBezTo>
                <a:cubicBezTo>
                  <a:pt x="738" y="518"/>
                  <a:pt x="741" y="517"/>
                  <a:pt x="743" y="517"/>
                </a:cubicBezTo>
                <a:cubicBezTo>
                  <a:pt x="743" y="527"/>
                  <a:pt x="743" y="527"/>
                  <a:pt x="743" y="527"/>
                </a:cubicBezTo>
                <a:cubicBezTo>
                  <a:pt x="739" y="528"/>
                  <a:pt x="734" y="529"/>
                  <a:pt x="731" y="531"/>
                </a:cubicBezTo>
                <a:cubicBezTo>
                  <a:pt x="731" y="506"/>
                  <a:pt x="731" y="506"/>
                  <a:pt x="731" y="506"/>
                </a:cubicBezTo>
                <a:cubicBezTo>
                  <a:pt x="732" y="503"/>
                  <a:pt x="734" y="499"/>
                  <a:pt x="737" y="495"/>
                </a:cubicBezTo>
                <a:cubicBezTo>
                  <a:pt x="738" y="483"/>
                  <a:pt x="738" y="477"/>
                  <a:pt x="743" y="467"/>
                </a:cubicBezTo>
                <a:close/>
                <a:moveTo>
                  <a:pt x="743" y="546"/>
                </a:moveTo>
                <a:cubicBezTo>
                  <a:pt x="743" y="555"/>
                  <a:pt x="743" y="555"/>
                  <a:pt x="743" y="555"/>
                </a:cubicBezTo>
                <a:cubicBezTo>
                  <a:pt x="737" y="555"/>
                  <a:pt x="734" y="556"/>
                  <a:pt x="731" y="556"/>
                </a:cubicBezTo>
                <a:cubicBezTo>
                  <a:pt x="731" y="547"/>
                  <a:pt x="731" y="547"/>
                  <a:pt x="731" y="547"/>
                </a:cubicBezTo>
                <a:cubicBezTo>
                  <a:pt x="736" y="547"/>
                  <a:pt x="740" y="546"/>
                  <a:pt x="743" y="546"/>
                </a:cubicBezTo>
                <a:close/>
                <a:moveTo>
                  <a:pt x="718" y="165"/>
                </a:moveTo>
                <a:cubicBezTo>
                  <a:pt x="723" y="171"/>
                  <a:pt x="727" y="177"/>
                  <a:pt x="731" y="184"/>
                </a:cubicBezTo>
                <a:cubicBezTo>
                  <a:pt x="731" y="198"/>
                  <a:pt x="731" y="198"/>
                  <a:pt x="731" y="198"/>
                </a:cubicBezTo>
                <a:cubicBezTo>
                  <a:pt x="730" y="197"/>
                  <a:pt x="730" y="196"/>
                  <a:pt x="729" y="194"/>
                </a:cubicBezTo>
                <a:cubicBezTo>
                  <a:pt x="725" y="203"/>
                  <a:pt x="721" y="209"/>
                  <a:pt x="718" y="215"/>
                </a:cubicBezTo>
                <a:cubicBezTo>
                  <a:pt x="718" y="195"/>
                  <a:pt x="718" y="195"/>
                  <a:pt x="718" y="195"/>
                </a:cubicBezTo>
                <a:cubicBezTo>
                  <a:pt x="721" y="188"/>
                  <a:pt x="722" y="181"/>
                  <a:pt x="718" y="175"/>
                </a:cubicBezTo>
                <a:cubicBezTo>
                  <a:pt x="718" y="165"/>
                  <a:pt x="718" y="165"/>
                  <a:pt x="718" y="165"/>
                </a:cubicBezTo>
                <a:close/>
                <a:moveTo>
                  <a:pt x="731" y="611"/>
                </a:moveTo>
                <a:cubicBezTo>
                  <a:pt x="727" y="617"/>
                  <a:pt x="723" y="624"/>
                  <a:pt x="718" y="630"/>
                </a:cubicBezTo>
                <a:cubicBezTo>
                  <a:pt x="718" y="617"/>
                  <a:pt x="718" y="617"/>
                  <a:pt x="718" y="617"/>
                </a:cubicBezTo>
                <a:cubicBezTo>
                  <a:pt x="719" y="616"/>
                  <a:pt x="720" y="615"/>
                  <a:pt x="721" y="613"/>
                </a:cubicBezTo>
                <a:cubicBezTo>
                  <a:pt x="720" y="613"/>
                  <a:pt x="719" y="613"/>
                  <a:pt x="718" y="613"/>
                </a:cubicBezTo>
                <a:cubicBezTo>
                  <a:pt x="718" y="603"/>
                  <a:pt x="718" y="603"/>
                  <a:pt x="718" y="603"/>
                </a:cubicBezTo>
                <a:cubicBezTo>
                  <a:pt x="724" y="602"/>
                  <a:pt x="728" y="600"/>
                  <a:pt x="731" y="596"/>
                </a:cubicBezTo>
                <a:cubicBezTo>
                  <a:pt x="731" y="611"/>
                  <a:pt x="731" y="611"/>
                  <a:pt x="731" y="611"/>
                </a:cubicBezTo>
                <a:close/>
                <a:moveTo>
                  <a:pt x="731" y="231"/>
                </a:moveTo>
                <a:cubicBezTo>
                  <a:pt x="731" y="248"/>
                  <a:pt x="731" y="248"/>
                  <a:pt x="731" y="248"/>
                </a:cubicBezTo>
                <a:cubicBezTo>
                  <a:pt x="730" y="249"/>
                  <a:pt x="730" y="251"/>
                  <a:pt x="729" y="252"/>
                </a:cubicBezTo>
                <a:cubicBezTo>
                  <a:pt x="729" y="258"/>
                  <a:pt x="730" y="262"/>
                  <a:pt x="731" y="266"/>
                </a:cubicBezTo>
                <a:cubicBezTo>
                  <a:pt x="731" y="284"/>
                  <a:pt x="731" y="284"/>
                  <a:pt x="731" y="284"/>
                </a:cubicBezTo>
                <a:cubicBezTo>
                  <a:pt x="731" y="283"/>
                  <a:pt x="731" y="283"/>
                  <a:pt x="731" y="282"/>
                </a:cubicBezTo>
                <a:cubicBezTo>
                  <a:pt x="725" y="271"/>
                  <a:pt x="721" y="264"/>
                  <a:pt x="719" y="252"/>
                </a:cubicBezTo>
                <a:cubicBezTo>
                  <a:pt x="719" y="252"/>
                  <a:pt x="719" y="251"/>
                  <a:pt x="718" y="251"/>
                </a:cubicBezTo>
                <a:cubicBezTo>
                  <a:pt x="718" y="237"/>
                  <a:pt x="718" y="237"/>
                  <a:pt x="718" y="237"/>
                </a:cubicBezTo>
                <a:cubicBezTo>
                  <a:pt x="719" y="239"/>
                  <a:pt x="720" y="241"/>
                  <a:pt x="721" y="243"/>
                </a:cubicBezTo>
                <a:cubicBezTo>
                  <a:pt x="722" y="243"/>
                  <a:pt x="723" y="243"/>
                  <a:pt x="723" y="243"/>
                </a:cubicBezTo>
                <a:cubicBezTo>
                  <a:pt x="726" y="239"/>
                  <a:pt x="729" y="235"/>
                  <a:pt x="731" y="231"/>
                </a:cubicBezTo>
                <a:close/>
                <a:moveTo>
                  <a:pt x="731" y="506"/>
                </a:moveTo>
                <a:cubicBezTo>
                  <a:pt x="731" y="531"/>
                  <a:pt x="731" y="531"/>
                  <a:pt x="731" y="531"/>
                </a:cubicBezTo>
                <a:cubicBezTo>
                  <a:pt x="731" y="532"/>
                  <a:pt x="730" y="532"/>
                  <a:pt x="730" y="532"/>
                </a:cubicBezTo>
                <a:cubicBezTo>
                  <a:pt x="728" y="537"/>
                  <a:pt x="726" y="542"/>
                  <a:pt x="723" y="548"/>
                </a:cubicBezTo>
                <a:cubicBezTo>
                  <a:pt x="726" y="547"/>
                  <a:pt x="729" y="547"/>
                  <a:pt x="731" y="547"/>
                </a:cubicBezTo>
                <a:cubicBezTo>
                  <a:pt x="731" y="556"/>
                  <a:pt x="731" y="556"/>
                  <a:pt x="731" y="556"/>
                </a:cubicBezTo>
                <a:cubicBezTo>
                  <a:pt x="727" y="557"/>
                  <a:pt x="724" y="558"/>
                  <a:pt x="719" y="559"/>
                </a:cubicBezTo>
                <a:cubicBezTo>
                  <a:pt x="719" y="560"/>
                  <a:pt x="719" y="560"/>
                  <a:pt x="718" y="561"/>
                </a:cubicBezTo>
                <a:cubicBezTo>
                  <a:pt x="718" y="541"/>
                  <a:pt x="718" y="541"/>
                  <a:pt x="718" y="541"/>
                </a:cubicBezTo>
                <a:cubicBezTo>
                  <a:pt x="720" y="535"/>
                  <a:pt x="722" y="529"/>
                  <a:pt x="728" y="524"/>
                </a:cubicBezTo>
                <a:cubicBezTo>
                  <a:pt x="728" y="517"/>
                  <a:pt x="729" y="512"/>
                  <a:pt x="731" y="506"/>
                </a:cubicBezTo>
                <a:close/>
                <a:moveTo>
                  <a:pt x="731" y="575"/>
                </a:moveTo>
                <a:cubicBezTo>
                  <a:pt x="731" y="585"/>
                  <a:pt x="731" y="585"/>
                  <a:pt x="731" y="585"/>
                </a:cubicBezTo>
                <a:cubicBezTo>
                  <a:pt x="727" y="584"/>
                  <a:pt x="722" y="584"/>
                  <a:pt x="718" y="585"/>
                </a:cubicBezTo>
                <a:cubicBezTo>
                  <a:pt x="718" y="576"/>
                  <a:pt x="718" y="576"/>
                  <a:pt x="718" y="576"/>
                </a:cubicBezTo>
                <a:cubicBezTo>
                  <a:pt x="723" y="576"/>
                  <a:pt x="727" y="576"/>
                  <a:pt x="731" y="575"/>
                </a:cubicBezTo>
                <a:close/>
                <a:moveTo>
                  <a:pt x="710" y="156"/>
                </a:moveTo>
                <a:cubicBezTo>
                  <a:pt x="713" y="159"/>
                  <a:pt x="716" y="162"/>
                  <a:pt x="718" y="165"/>
                </a:cubicBezTo>
                <a:cubicBezTo>
                  <a:pt x="718" y="175"/>
                  <a:pt x="718" y="175"/>
                  <a:pt x="718" y="175"/>
                </a:cubicBezTo>
                <a:cubicBezTo>
                  <a:pt x="716" y="172"/>
                  <a:pt x="714" y="170"/>
                  <a:pt x="710" y="168"/>
                </a:cubicBezTo>
                <a:cubicBezTo>
                  <a:pt x="710" y="156"/>
                  <a:pt x="710" y="156"/>
                  <a:pt x="710" y="156"/>
                </a:cubicBezTo>
                <a:close/>
                <a:moveTo>
                  <a:pt x="718" y="630"/>
                </a:moveTo>
                <a:cubicBezTo>
                  <a:pt x="716" y="633"/>
                  <a:pt x="714" y="635"/>
                  <a:pt x="712" y="637"/>
                </a:cubicBezTo>
                <a:cubicBezTo>
                  <a:pt x="710" y="640"/>
                  <a:pt x="710" y="640"/>
                  <a:pt x="710" y="640"/>
                </a:cubicBezTo>
                <a:cubicBezTo>
                  <a:pt x="710" y="627"/>
                  <a:pt x="710" y="627"/>
                  <a:pt x="710" y="627"/>
                </a:cubicBezTo>
                <a:cubicBezTo>
                  <a:pt x="713" y="625"/>
                  <a:pt x="715" y="622"/>
                  <a:pt x="718" y="617"/>
                </a:cubicBezTo>
                <a:cubicBezTo>
                  <a:pt x="718" y="630"/>
                  <a:pt x="718" y="630"/>
                  <a:pt x="718" y="630"/>
                </a:cubicBezTo>
                <a:close/>
                <a:moveTo>
                  <a:pt x="718" y="195"/>
                </a:moveTo>
                <a:cubicBezTo>
                  <a:pt x="718" y="215"/>
                  <a:pt x="718" y="215"/>
                  <a:pt x="718" y="215"/>
                </a:cubicBezTo>
                <a:cubicBezTo>
                  <a:pt x="715" y="222"/>
                  <a:pt x="714" y="228"/>
                  <a:pt x="718" y="237"/>
                </a:cubicBezTo>
                <a:cubicBezTo>
                  <a:pt x="718" y="251"/>
                  <a:pt x="718" y="251"/>
                  <a:pt x="718" y="251"/>
                </a:cubicBezTo>
                <a:cubicBezTo>
                  <a:pt x="715" y="246"/>
                  <a:pt x="712" y="241"/>
                  <a:pt x="710" y="237"/>
                </a:cubicBezTo>
                <a:cubicBezTo>
                  <a:pt x="710" y="211"/>
                  <a:pt x="710" y="211"/>
                  <a:pt x="710" y="211"/>
                </a:cubicBezTo>
                <a:cubicBezTo>
                  <a:pt x="713" y="206"/>
                  <a:pt x="716" y="201"/>
                  <a:pt x="718" y="195"/>
                </a:cubicBezTo>
                <a:close/>
                <a:moveTo>
                  <a:pt x="718" y="541"/>
                </a:moveTo>
                <a:cubicBezTo>
                  <a:pt x="718" y="561"/>
                  <a:pt x="718" y="561"/>
                  <a:pt x="718" y="561"/>
                </a:cubicBezTo>
                <a:cubicBezTo>
                  <a:pt x="715" y="565"/>
                  <a:pt x="712" y="569"/>
                  <a:pt x="710" y="574"/>
                </a:cubicBezTo>
                <a:cubicBezTo>
                  <a:pt x="710" y="558"/>
                  <a:pt x="710" y="558"/>
                  <a:pt x="710" y="558"/>
                </a:cubicBezTo>
                <a:cubicBezTo>
                  <a:pt x="711" y="557"/>
                  <a:pt x="712" y="555"/>
                  <a:pt x="713" y="553"/>
                </a:cubicBezTo>
                <a:cubicBezTo>
                  <a:pt x="715" y="549"/>
                  <a:pt x="717" y="545"/>
                  <a:pt x="718" y="541"/>
                </a:cubicBezTo>
                <a:close/>
                <a:moveTo>
                  <a:pt x="718" y="576"/>
                </a:moveTo>
                <a:cubicBezTo>
                  <a:pt x="718" y="585"/>
                  <a:pt x="718" y="585"/>
                  <a:pt x="718" y="585"/>
                </a:cubicBezTo>
                <a:cubicBezTo>
                  <a:pt x="715" y="585"/>
                  <a:pt x="713" y="585"/>
                  <a:pt x="710" y="586"/>
                </a:cubicBezTo>
                <a:cubicBezTo>
                  <a:pt x="710" y="576"/>
                  <a:pt x="710" y="576"/>
                  <a:pt x="710" y="576"/>
                </a:cubicBezTo>
                <a:cubicBezTo>
                  <a:pt x="713" y="576"/>
                  <a:pt x="715" y="576"/>
                  <a:pt x="718" y="576"/>
                </a:cubicBezTo>
                <a:close/>
                <a:moveTo>
                  <a:pt x="718" y="603"/>
                </a:moveTo>
                <a:cubicBezTo>
                  <a:pt x="718" y="613"/>
                  <a:pt x="718" y="613"/>
                  <a:pt x="718" y="613"/>
                </a:cubicBezTo>
                <a:cubicBezTo>
                  <a:pt x="715" y="613"/>
                  <a:pt x="713" y="612"/>
                  <a:pt x="710" y="612"/>
                </a:cubicBezTo>
                <a:cubicBezTo>
                  <a:pt x="710" y="604"/>
                  <a:pt x="710" y="604"/>
                  <a:pt x="710" y="604"/>
                </a:cubicBezTo>
                <a:cubicBezTo>
                  <a:pt x="713" y="604"/>
                  <a:pt x="716" y="603"/>
                  <a:pt x="718" y="603"/>
                </a:cubicBezTo>
                <a:close/>
                <a:moveTo>
                  <a:pt x="710" y="450"/>
                </a:moveTo>
                <a:cubicBezTo>
                  <a:pt x="710" y="448"/>
                  <a:pt x="710" y="448"/>
                  <a:pt x="710" y="448"/>
                </a:cubicBezTo>
                <a:cubicBezTo>
                  <a:pt x="710" y="448"/>
                  <a:pt x="710" y="448"/>
                  <a:pt x="710" y="448"/>
                </a:cubicBezTo>
                <a:cubicBezTo>
                  <a:pt x="710" y="450"/>
                  <a:pt x="710" y="450"/>
                  <a:pt x="710" y="450"/>
                </a:cubicBezTo>
                <a:close/>
                <a:moveTo>
                  <a:pt x="710" y="436"/>
                </a:moveTo>
                <a:cubicBezTo>
                  <a:pt x="710" y="411"/>
                  <a:pt x="710" y="411"/>
                  <a:pt x="710" y="411"/>
                </a:cubicBezTo>
                <a:cubicBezTo>
                  <a:pt x="715" y="416"/>
                  <a:pt x="716" y="425"/>
                  <a:pt x="712" y="437"/>
                </a:cubicBezTo>
                <a:cubicBezTo>
                  <a:pt x="711" y="436"/>
                  <a:pt x="711" y="436"/>
                  <a:pt x="710" y="436"/>
                </a:cubicBezTo>
                <a:close/>
                <a:moveTo>
                  <a:pt x="710" y="400"/>
                </a:moveTo>
                <a:cubicBezTo>
                  <a:pt x="710" y="389"/>
                  <a:pt x="710" y="389"/>
                  <a:pt x="710" y="389"/>
                </a:cubicBezTo>
                <a:cubicBezTo>
                  <a:pt x="713" y="389"/>
                  <a:pt x="713" y="389"/>
                  <a:pt x="713" y="389"/>
                </a:cubicBezTo>
                <a:cubicBezTo>
                  <a:pt x="713" y="393"/>
                  <a:pt x="713" y="396"/>
                  <a:pt x="713" y="400"/>
                </a:cubicBezTo>
                <a:cubicBezTo>
                  <a:pt x="710" y="400"/>
                  <a:pt x="710" y="400"/>
                  <a:pt x="710" y="400"/>
                </a:cubicBezTo>
                <a:close/>
                <a:moveTo>
                  <a:pt x="710" y="369"/>
                </a:moveTo>
                <a:cubicBezTo>
                  <a:pt x="710" y="358"/>
                  <a:pt x="710" y="358"/>
                  <a:pt x="710" y="358"/>
                </a:cubicBezTo>
                <a:cubicBezTo>
                  <a:pt x="711" y="358"/>
                  <a:pt x="711" y="358"/>
                  <a:pt x="711" y="358"/>
                </a:cubicBezTo>
                <a:cubicBezTo>
                  <a:pt x="711" y="362"/>
                  <a:pt x="711" y="365"/>
                  <a:pt x="712" y="369"/>
                </a:cubicBezTo>
                <a:lnTo>
                  <a:pt x="710" y="369"/>
                </a:lnTo>
                <a:close/>
                <a:moveTo>
                  <a:pt x="700" y="141"/>
                </a:moveTo>
                <a:cubicBezTo>
                  <a:pt x="704" y="145"/>
                  <a:pt x="706" y="150"/>
                  <a:pt x="710" y="156"/>
                </a:cubicBezTo>
                <a:cubicBezTo>
                  <a:pt x="710" y="156"/>
                  <a:pt x="710" y="156"/>
                  <a:pt x="710" y="156"/>
                </a:cubicBezTo>
                <a:cubicBezTo>
                  <a:pt x="710" y="168"/>
                  <a:pt x="710" y="168"/>
                  <a:pt x="710" y="168"/>
                </a:cubicBezTo>
                <a:cubicBezTo>
                  <a:pt x="710" y="168"/>
                  <a:pt x="709" y="168"/>
                  <a:pt x="709" y="167"/>
                </a:cubicBezTo>
                <a:cubicBezTo>
                  <a:pt x="709" y="171"/>
                  <a:pt x="709" y="171"/>
                  <a:pt x="700" y="192"/>
                </a:cubicBezTo>
                <a:cubicBezTo>
                  <a:pt x="700" y="169"/>
                  <a:pt x="700" y="169"/>
                  <a:pt x="700" y="169"/>
                </a:cubicBezTo>
                <a:cubicBezTo>
                  <a:pt x="700" y="167"/>
                  <a:pt x="700" y="167"/>
                  <a:pt x="700" y="167"/>
                </a:cubicBezTo>
                <a:cubicBezTo>
                  <a:pt x="700" y="163"/>
                  <a:pt x="700" y="159"/>
                  <a:pt x="700" y="156"/>
                </a:cubicBezTo>
                <a:cubicBezTo>
                  <a:pt x="700" y="141"/>
                  <a:pt x="700" y="141"/>
                  <a:pt x="700" y="141"/>
                </a:cubicBezTo>
                <a:close/>
                <a:moveTo>
                  <a:pt x="710" y="640"/>
                </a:moveTo>
                <a:cubicBezTo>
                  <a:pt x="706" y="645"/>
                  <a:pt x="703" y="649"/>
                  <a:pt x="700" y="654"/>
                </a:cubicBezTo>
                <a:cubicBezTo>
                  <a:pt x="700" y="643"/>
                  <a:pt x="700" y="643"/>
                  <a:pt x="700" y="643"/>
                </a:cubicBezTo>
                <a:cubicBezTo>
                  <a:pt x="701" y="641"/>
                  <a:pt x="701" y="641"/>
                  <a:pt x="701" y="641"/>
                </a:cubicBezTo>
                <a:cubicBezTo>
                  <a:pt x="700" y="641"/>
                  <a:pt x="700" y="641"/>
                  <a:pt x="700" y="641"/>
                </a:cubicBezTo>
                <a:cubicBezTo>
                  <a:pt x="700" y="631"/>
                  <a:pt x="700" y="631"/>
                  <a:pt x="700" y="631"/>
                </a:cubicBezTo>
                <a:cubicBezTo>
                  <a:pt x="704" y="630"/>
                  <a:pt x="707" y="629"/>
                  <a:pt x="710" y="627"/>
                </a:cubicBezTo>
                <a:cubicBezTo>
                  <a:pt x="710" y="640"/>
                  <a:pt x="710" y="640"/>
                  <a:pt x="710" y="640"/>
                </a:cubicBezTo>
                <a:close/>
                <a:moveTo>
                  <a:pt x="710" y="211"/>
                </a:moveTo>
                <a:cubicBezTo>
                  <a:pt x="710" y="237"/>
                  <a:pt x="710" y="237"/>
                  <a:pt x="710" y="237"/>
                </a:cubicBezTo>
                <a:cubicBezTo>
                  <a:pt x="707" y="230"/>
                  <a:pt x="704" y="225"/>
                  <a:pt x="700" y="219"/>
                </a:cubicBezTo>
                <a:cubicBezTo>
                  <a:pt x="700" y="201"/>
                  <a:pt x="700" y="201"/>
                  <a:pt x="700" y="201"/>
                </a:cubicBezTo>
                <a:cubicBezTo>
                  <a:pt x="701" y="206"/>
                  <a:pt x="703" y="209"/>
                  <a:pt x="707" y="216"/>
                </a:cubicBezTo>
                <a:cubicBezTo>
                  <a:pt x="708" y="214"/>
                  <a:pt x="709" y="213"/>
                  <a:pt x="710" y="211"/>
                </a:cubicBezTo>
                <a:close/>
                <a:moveTo>
                  <a:pt x="710" y="358"/>
                </a:moveTo>
                <a:cubicBezTo>
                  <a:pt x="710" y="369"/>
                  <a:pt x="710" y="369"/>
                  <a:pt x="710" y="369"/>
                </a:cubicBezTo>
                <a:cubicBezTo>
                  <a:pt x="706" y="369"/>
                  <a:pt x="703" y="370"/>
                  <a:pt x="700" y="370"/>
                </a:cubicBezTo>
                <a:cubicBezTo>
                  <a:pt x="700" y="358"/>
                  <a:pt x="700" y="358"/>
                  <a:pt x="700" y="358"/>
                </a:cubicBezTo>
                <a:cubicBezTo>
                  <a:pt x="704" y="357"/>
                  <a:pt x="706" y="358"/>
                  <a:pt x="710" y="358"/>
                </a:cubicBezTo>
                <a:close/>
                <a:moveTo>
                  <a:pt x="710" y="389"/>
                </a:moveTo>
                <a:cubicBezTo>
                  <a:pt x="710" y="400"/>
                  <a:pt x="710" y="400"/>
                  <a:pt x="710" y="400"/>
                </a:cubicBezTo>
                <a:cubicBezTo>
                  <a:pt x="700" y="400"/>
                  <a:pt x="700" y="400"/>
                  <a:pt x="700" y="400"/>
                </a:cubicBezTo>
                <a:cubicBezTo>
                  <a:pt x="700" y="389"/>
                  <a:pt x="700" y="389"/>
                  <a:pt x="700" y="389"/>
                </a:cubicBezTo>
                <a:cubicBezTo>
                  <a:pt x="710" y="389"/>
                  <a:pt x="710" y="389"/>
                  <a:pt x="710" y="389"/>
                </a:cubicBezTo>
                <a:close/>
                <a:moveTo>
                  <a:pt x="710" y="411"/>
                </a:moveTo>
                <a:cubicBezTo>
                  <a:pt x="710" y="436"/>
                  <a:pt x="710" y="436"/>
                  <a:pt x="710" y="436"/>
                </a:cubicBezTo>
                <a:cubicBezTo>
                  <a:pt x="707" y="436"/>
                  <a:pt x="705" y="436"/>
                  <a:pt x="702" y="436"/>
                </a:cubicBezTo>
                <a:cubicBezTo>
                  <a:pt x="704" y="429"/>
                  <a:pt x="704" y="425"/>
                  <a:pt x="703" y="418"/>
                </a:cubicBezTo>
                <a:cubicBezTo>
                  <a:pt x="700" y="418"/>
                  <a:pt x="700" y="418"/>
                  <a:pt x="700" y="418"/>
                </a:cubicBezTo>
                <a:cubicBezTo>
                  <a:pt x="700" y="407"/>
                  <a:pt x="700" y="407"/>
                  <a:pt x="700" y="407"/>
                </a:cubicBezTo>
                <a:cubicBezTo>
                  <a:pt x="704" y="407"/>
                  <a:pt x="707" y="408"/>
                  <a:pt x="710" y="411"/>
                </a:cubicBezTo>
                <a:close/>
                <a:moveTo>
                  <a:pt x="710" y="448"/>
                </a:moveTo>
                <a:cubicBezTo>
                  <a:pt x="710" y="450"/>
                  <a:pt x="710" y="450"/>
                  <a:pt x="710" y="450"/>
                </a:cubicBezTo>
                <a:cubicBezTo>
                  <a:pt x="709" y="453"/>
                  <a:pt x="709" y="456"/>
                  <a:pt x="708" y="459"/>
                </a:cubicBezTo>
                <a:cubicBezTo>
                  <a:pt x="700" y="460"/>
                  <a:pt x="700" y="460"/>
                  <a:pt x="700" y="460"/>
                </a:cubicBezTo>
                <a:cubicBezTo>
                  <a:pt x="700" y="449"/>
                  <a:pt x="700" y="449"/>
                  <a:pt x="700" y="449"/>
                </a:cubicBezTo>
                <a:cubicBezTo>
                  <a:pt x="703" y="448"/>
                  <a:pt x="705" y="448"/>
                  <a:pt x="710" y="448"/>
                </a:cubicBezTo>
                <a:close/>
                <a:moveTo>
                  <a:pt x="710" y="558"/>
                </a:moveTo>
                <a:cubicBezTo>
                  <a:pt x="710" y="574"/>
                  <a:pt x="710" y="574"/>
                  <a:pt x="710" y="574"/>
                </a:cubicBezTo>
                <a:cubicBezTo>
                  <a:pt x="709" y="576"/>
                  <a:pt x="709" y="576"/>
                  <a:pt x="709" y="576"/>
                </a:cubicBezTo>
                <a:cubicBezTo>
                  <a:pt x="710" y="576"/>
                  <a:pt x="710" y="576"/>
                  <a:pt x="710" y="576"/>
                </a:cubicBezTo>
                <a:cubicBezTo>
                  <a:pt x="710" y="586"/>
                  <a:pt x="710" y="586"/>
                  <a:pt x="710" y="586"/>
                </a:cubicBezTo>
                <a:cubicBezTo>
                  <a:pt x="706" y="586"/>
                  <a:pt x="703" y="587"/>
                  <a:pt x="700" y="589"/>
                </a:cubicBezTo>
                <a:cubicBezTo>
                  <a:pt x="700" y="580"/>
                  <a:pt x="700" y="580"/>
                  <a:pt x="700" y="580"/>
                </a:cubicBezTo>
                <a:cubicBezTo>
                  <a:pt x="700" y="580"/>
                  <a:pt x="700" y="580"/>
                  <a:pt x="700" y="580"/>
                </a:cubicBezTo>
                <a:cubicBezTo>
                  <a:pt x="703" y="571"/>
                  <a:pt x="705" y="565"/>
                  <a:pt x="710" y="558"/>
                </a:cubicBezTo>
                <a:close/>
                <a:moveTo>
                  <a:pt x="710" y="604"/>
                </a:moveTo>
                <a:cubicBezTo>
                  <a:pt x="710" y="612"/>
                  <a:pt x="710" y="612"/>
                  <a:pt x="710" y="612"/>
                </a:cubicBezTo>
                <a:cubicBezTo>
                  <a:pt x="706" y="612"/>
                  <a:pt x="703" y="612"/>
                  <a:pt x="700" y="612"/>
                </a:cubicBezTo>
                <a:cubicBezTo>
                  <a:pt x="700" y="603"/>
                  <a:pt x="700" y="603"/>
                  <a:pt x="700" y="603"/>
                </a:cubicBezTo>
                <a:cubicBezTo>
                  <a:pt x="702" y="603"/>
                  <a:pt x="704" y="603"/>
                  <a:pt x="709" y="604"/>
                </a:cubicBezTo>
                <a:cubicBezTo>
                  <a:pt x="710" y="604"/>
                  <a:pt x="710" y="604"/>
                  <a:pt x="710" y="604"/>
                </a:cubicBezTo>
                <a:close/>
                <a:moveTo>
                  <a:pt x="700" y="482"/>
                </a:moveTo>
                <a:cubicBezTo>
                  <a:pt x="700" y="469"/>
                  <a:pt x="700" y="469"/>
                  <a:pt x="700" y="469"/>
                </a:cubicBezTo>
                <a:cubicBezTo>
                  <a:pt x="701" y="469"/>
                  <a:pt x="702" y="470"/>
                  <a:pt x="704" y="470"/>
                </a:cubicBezTo>
                <a:cubicBezTo>
                  <a:pt x="704" y="474"/>
                  <a:pt x="703" y="478"/>
                  <a:pt x="702" y="482"/>
                </a:cubicBezTo>
                <a:cubicBezTo>
                  <a:pt x="701" y="482"/>
                  <a:pt x="700" y="482"/>
                  <a:pt x="700" y="482"/>
                </a:cubicBezTo>
                <a:close/>
                <a:moveTo>
                  <a:pt x="700" y="325"/>
                </a:moveTo>
                <a:cubicBezTo>
                  <a:pt x="700" y="313"/>
                  <a:pt x="700" y="313"/>
                  <a:pt x="700" y="313"/>
                </a:cubicBezTo>
                <a:cubicBezTo>
                  <a:pt x="700" y="313"/>
                  <a:pt x="701" y="312"/>
                  <a:pt x="702" y="312"/>
                </a:cubicBezTo>
                <a:cubicBezTo>
                  <a:pt x="703" y="316"/>
                  <a:pt x="704" y="320"/>
                  <a:pt x="704" y="324"/>
                </a:cubicBezTo>
                <a:lnTo>
                  <a:pt x="700" y="325"/>
                </a:lnTo>
                <a:close/>
                <a:moveTo>
                  <a:pt x="697" y="138"/>
                </a:moveTo>
                <a:cubicBezTo>
                  <a:pt x="698" y="139"/>
                  <a:pt x="699" y="140"/>
                  <a:pt x="700" y="141"/>
                </a:cubicBezTo>
                <a:cubicBezTo>
                  <a:pt x="700" y="156"/>
                  <a:pt x="700" y="156"/>
                  <a:pt x="700" y="156"/>
                </a:cubicBezTo>
                <a:cubicBezTo>
                  <a:pt x="699" y="153"/>
                  <a:pt x="698" y="151"/>
                  <a:pt x="697" y="149"/>
                </a:cubicBezTo>
                <a:cubicBezTo>
                  <a:pt x="697" y="138"/>
                  <a:pt x="697" y="138"/>
                  <a:pt x="697" y="138"/>
                </a:cubicBezTo>
                <a:close/>
                <a:moveTo>
                  <a:pt x="700" y="654"/>
                </a:moveTo>
                <a:cubicBezTo>
                  <a:pt x="697" y="657"/>
                  <a:pt x="697" y="657"/>
                  <a:pt x="697" y="657"/>
                </a:cubicBezTo>
                <a:cubicBezTo>
                  <a:pt x="697" y="646"/>
                  <a:pt x="697" y="646"/>
                  <a:pt x="697" y="646"/>
                </a:cubicBezTo>
                <a:cubicBezTo>
                  <a:pt x="698" y="645"/>
                  <a:pt x="699" y="644"/>
                  <a:pt x="700" y="643"/>
                </a:cubicBezTo>
                <a:cubicBezTo>
                  <a:pt x="700" y="654"/>
                  <a:pt x="700" y="654"/>
                  <a:pt x="700" y="654"/>
                </a:cubicBezTo>
                <a:close/>
                <a:moveTo>
                  <a:pt x="700" y="169"/>
                </a:moveTo>
                <a:cubicBezTo>
                  <a:pt x="700" y="192"/>
                  <a:pt x="700" y="192"/>
                  <a:pt x="700" y="192"/>
                </a:cubicBezTo>
                <a:cubicBezTo>
                  <a:pt x="699" y="193"/>
                  <a:pt x="699" y="193"/>
                  <a:pt x="699" y="193"/>
                </a:cubicBezTo>
                <a:cubicBezTo>
                  <a:pt x="699" y="197"/>
                  <a:pt x="699" y="199"/>
                  <a:pt x="700" y="201"/>
                </a:cubicBezTo>
                <a:cubicBezTo>
                  <a:pt x="700" y="219"/>
                  <a:pt x="700" y="219"/>
                  <a:pt x="700" y="219"/>
                </a:cubicBezTo>
                <a:cubicBezTo>
                  <a:pt x="699" y="218"/>
                  <a:pt x="698" y="217"/>
                  <a:pt x="697" y="216"/>
                </a:cubicBezTo>
                <a:cubicBezTo>
                  <a:pt x="697" y="174"/>
                  <a:pt x="697" y="174"/>
                  <a:pt x="697" y="174"/>
                </a:cubicBezTo>
                <a:cubicBezTo>
                  <a:pt x="700" y="169"/>
                  <a:pt x="700" y="169"/>
                  <a:pt x="700" y="169"/>
                </a:cubicBezTo>
                <a:close/>
                <a:moveTo>
                  <a:pt x="700" y="313"/>
                </a:moveTo>
                <a:cubicBezTo>
                  <a:pt x="700" y="325"/>
                  <a:pt x="700" y="325"/>
                  <a:pt x="700" y="325"/>
                </a:cubicBezTo>
                <a:cubicBezTo>
                  <a:pt x="697" y="326"/>
                  <a:pt x="697" y="326"/>
                  <a:pt x="697" y="326"/>
                </a:cubicBezTo>
                <a:cubicBezTo>
                  <a:pt x="697" y="313"/>
                  <a:pt x="697" y="313"/>
                  <a:pt x="697" y="313"/>
                </a:cubicBezTo>
                <a:cubicBezTo>
                  <a:pt x="698" y="313"/>
                  <a:pt x="699" y="313"/>
                  <a:pt x="700" y="313"/>
                </a:cubicBezTo>
                <a:close/>
                <a:moveTo>
                  <a:pt x="700" y="358"/>
                </a:moveTo>
                <a:cubicBezTo>
                  <a:pt x="700" y="370"/>
                  <a:pt x="700" y="370"/>
                  <a:pt x="700" y="370"/>
                </a:cubicBezTo>
                <a:cubicBezTo>
                  <a:pt x="697" y="370"/>
                  <a:pt x="697" y="370"/>
                  <a:pt x="697" y="370"/>
                </a:cubicBezTo>
                <a:cubicBezTo>
                  <a:pt x="697" y="358"/>
                  <a:pt x="697" y="358"/>
                  <a:pt x="697" y="358"/>
                </a:cubicBezTo>
                <a:cubicBezTo>
                  <a:pt x="698" y="358"/>
                  <a:pt x="699" y="358"/>
                  <a:pt x="700" y="358"/>
                </a:cubicBezTo>
                <a:close/>
                <a:moveTo>
                  <a:pt x="700" y="389"/>
                </a:moveTo>
                <a:cubicBezTo>
                  <a:pt x="700" y="400"/>
                  <a:pt x="700" y="400"/>
                  <a:pt x="700" y="400"/>
                </a:cubicBezTo>
                <a:cubicBezTo>
                  <a:pt x="697" y="400"/>
                  <a:pt x="697" y="400"/>
                  <a:pt x="697" y="400"/>
                </a:cubicBezTo>
                <a:cubicBezTo>
                  <a:pt x="697" y="389"/>
                  <a:pt x="697" y="389"/>
                  <a:pt x="697" y="389"/>
                </a:cubicBezTo>
                <a:cubicBezTo>
                  <a:pt x="700" y="389"/>
                  <a:pt x="700" y="389"/>
                  <a:pt x="700" y="389"/>
                </a:cubicBezTo>
                <a:close/>
                <a:moveTo>
                  <a:pt x="700" y="407"/>
                </a:moveTo>
                <a:cubicBezTo>
                  <a:pt x="700" y="418"/>
                  <a:pt x="700" y="418"/>
                  <a:pt x="700" y="418"/>
                </a:cubicBezTo>
                <a:cubicBezTo>
                  <a:pt x="699" y="418"/>
                  <a:pt x="699" y="418"/>
                  <a:pt x="699" y="418"/>
                </a:cubicBezTo>
                <a:cubicBezTo>
                  <a:pt x="698" y="420"/>
                  <a:pt x="698" y="421"/>
                  <a:pt x="697" y="422"/>
                </a:cubicBezTo>
                <a:cubicBezTo>
                  <a:pt x="697" y="407"/>
                  <a:pt x="697" y="407"/>
                  <a:pt x="697" y="407"/>
                </a:cubicBezTo>
                <a:cubicBezTo>
                  <a:pt x="698" y="407"/>
                  <a:pt x="699" y="407"/>
                  <a:pt x="700" y="407"/>
                </a:cubicBezTo>
                <a:close/>
                <a:moveTo>
                  <a:pt x="700" y="449"/>
                </a:moveTo>
                <a:cubicBezTo>
                  <a:pt x="700" y="460"/>
                  <a:pt x="700" y="460"/>
                  <a:pt x="700" y="460"/>
                </a:cubicBezTo>
                <a:cubicBezTo>
                  <a:pt x="697" y="461"/>
                  <a:pt x="697" y="461"/>
                  <a:pt x="697" y="461"/>
                </a:cubicBezTo>
                <a:cubicBezTo>
                  <a:pt x="697" y="449"/>
                  <a:pt x="697" y="449"/>
                  <a:pt x="697" y="449"/>
                </a:cubicBezTo>
                <a:cubicBezTo>
                  <a:pt x="698" y="449"/>
                  <a:pt x="699" y="449"/>
                  <a:pt x="700" y="449"/>
                </a:cubicBezTo>
                <a:close/>
                <a:moveTo>
                  <a:pt x="700" y="469"/>
                </a:moveTo>
                <a:cubicBezTo>
                  <a:pt x="700" y="482"/>
                  <a:pt x="700" y="482"/>
                  <a:pt x="700" y="482"/>
                </a:cubicBezTo>
                <a:cubicBezTo>
                  <a:pt x="697" y="481"/>
                  <a:pt x="697" y="481"/>
                  <a:pt x="697" y="481"/>
                </a:cubicBezTo>
                <a:cubicBezTo>
                  <a:pt x="697" y="468"/>
                  <a:pt x="697" y="468"/>
                  <a:pt x="697" y="468"/>
                </a:cubicBezTo>
                <a:cubicBezTo>
                  <a:pt x="698" y="468"/>
                  <a:pt x="699" y="469"/>
                  <a:pt x="700" y="469"/>
                </a:cubicBezTo>
                <a:close/>
                <a:moveTo>
                  <a:pt x="700" y="580"/>
                </a:moveTo>
                <a:cubicBezTo>
                  <a:pt x="700" y="589"/>
                  <a:pt x="700" y="589"/>
                  <a:pt x="700" y="589"/>
                </a:cubicBezTo>
                <a:cubicBezTo>
                  <a:pt x="700" y="590"/>
                  <a:pt x="699" y="591"/>
                  <a:pt x="697" y="594"/>
                </a:cubicBezTo>
                <a:cubicBezTo>
                  <a:pt x="697" y="582"/>
                  <a:pt x="697" y="582"/>
                  <a:pt x="697" y="582"/>
                </a:cubicBezTo>
                <a:cubicBezTo>
                  <a:pt x="698" y="581"/>
                  <a:pt x="699" y="580"/>
                  <a:pt x="700" y="580"/>
                </a:cubicBezTo>
                <a:close/>
                <a:moveTo>
                  <a:pt x="700" y="603"/>
                </a:moveTo>
                <a:cubicBezTo>
                  <a:pt x="700" y="612"/>
                  <a:pt x="700" y="612"/>
                  <a:pt x="700" y="612"/>
                </a:cubicBezTo>
                <a:cubicBezTo>
                  <a:pt x="699" y="612"/>
                  <a:pt x="698" y="612"/>
                  <a:pt x="697" y="612"/>
                </a:cubicBezTo>
                <a:cubicBezTo>
                  <a:pt x="697" y="603"/>
                  <a:pt x="697" y="603"/>
                  <a:pt x="697" y="603"/>
                </a:cubicBezTo>
                <a:cubicBezTo>
                  <a:pt x="698" y="603"/>
                  <a:pt x="699" y="603"/>
                  <a:pt x="700" y="603"/>
                </a:cubicBezTo>
                <a:close/>
                <a:moveTo>
                  <a:pt x="700" y="631"/>
                </a:moveTo>
                <a:cubicBezTo>
                  <a:pt x="700" y="641"/>
                  <a:pt x="700" y="641"/>
                  <a:pt x="700" y="641"/>
                </a:cubicBezTo>
                <a:cubicBezTo>
                  <a:pt x="699" y="641"/>
                  <a:pt x="698" y="641"/>
                  <a:pt x="697" y="640"/>
                </a:cubicBezTo>
                <a:cubicBezTo>
                  <a:pt x="697" y="631"/>
                  <a:pt x="697" y="631"/>
                  <a:pt x="697" y="631"/>
                </a:cubicBezTo>
                <a:cubicBezTo>
                  <a:pt x="698" y="631"/>
                  <a:pt x="699" y="631"/>
                  <a:pt x="700" y="631"/>
                </a:cubicBezTo>
                <a:close/>
                <a:moveTo>
                  <a:pt x="697" y="496"/>
                </a:moveTo>
                <a:cubicBezTo>
                  <a:pt x="697" y="492"/>
                  <a:pt x="697" y="492"/>
                  <a:pt x="697" y="492"/>
                </a:cubicBezTo>
                <a:cubicBezTo>
                  <a:pt x="698" y="492"/>
                  <a:pt x="698" y="492"/>
                  <a:pt x="699" y="492"/>
                </a:cubicBezTo>
                <a:lnTo>
                  <a:pt x="697" y="496"/>
                </a:lnTo>
                <a:close/>
                <a:moveTo>
                  <a:pt x="677" y="118"/>
                </a:moveTo>
                <a:cubicBezTo>
                  <a:pt x="681" y="122"/>
                  <a:pt x="685" y="125"/>
                  <a:pt x="688" y="130"/>
                </a:cubicBezTo>
                <a:cubicBezTo>
                  <a:pt x="692" y="133"/>
                  <a:pt x="694" y="136"/>
                  <a:pt x="697" y="138"/>
                </a:cubicBezTo>
                <a:cubicBezTo>
                  <a:pt x="697" y="149"/>
                  <a:pt x="697" y="149"/>
                  <a:pt x="697" y="149"/>
                </a:cubicBezTo>
                <a:cubicBezTo>
                  <a:pt x="696" y="146"/>
                  <a:pt x="693" y="144"/>
                  <a:pt x="689" y="140"/>
                </a:cubicBezTo>
                <a:cubicBezTo>
                  <a:pt x="682" y="163"/>
                  <a:pt x="675" y="172"/>
                  <a:pt x="689" y="190"/>
                </a:cubicBezTo>
                <a:cubicBezTo>
                  <a:pt x="691" y="189"/>
                  <a:pt x="691" y="189"/>
                  <a:pt x="697" y="174"/>
                </a:cubicBezTo>
                <a:cubicBezTo>
                  <a:pt x="697" y="216"/>
                  <a:pt x="697" y="216"/>
                  <a:pt x="697" y="216"/>
                </a:cubicBezTo>
                <a:cubicBezTo>
                  <a:pt x="696" y="214"/>
                  <a:pt x="696" y="213"/>
                  <a:pt x="694" y="212"/>
                </a:cubicBezTo>
                <a:cubicBezTo>
                  <a:pt x="693" y="208"/>
                  <a:pt x="691" y="203"/>
                  <a:pt x="690" y="199"/>
                </a:cubicBezTo>
                <a:cubicBezTo>
                  <a:pt x="684" y="194"/>
                  <a:pt x="681" y="190"/>
                  <a:pt x="677" y="186"/>
                </a:cubicBezTo>
                <a:cubicBezTo>
                  <a:pt x="677" y="146"/>
                  <a:pt x="677" y="146"/>
                  <a:pt x="677" y="146"/>
                </a:cubicBezTo>
                <a:cubicBezTo>
                  <a:pt x="679" y="140"/>
                  <a:pt x="679" y="135"/>
                  <a:pt x="677" y="131"/>
                </a:cubicBezTo>
                <a:cubicBezTo>
                  <a:pt x="677" y="118"/>
                  <a:pt x="677" y="118"/>
                  <a:pt x="677" y="118"/>
                </a:cubicBezTo>
                <a:close/>
                <a:moveTo>
                  <a:pt x="697" y="657"/>
                </a:moveTo>
                <a:cubicBezTo>
                  <a:pt x="696" y="659"/>
                  <a:pt x="696" y="659"/>
                  <a:pt x="696" y="659"/>
                </a:cubicBezTo>
                <a:cubicBezTo>
                  <a:pt x="688" y="664"/>
                  <a:pt x="683" y="671"/>
                  <a:pt x="677" y="678"/>
                </a:cubicBezTo>
                <a:cubicBezTo>
                  <a:pt x="677" y="667"/>
                  <a:pt x="677" y="667"/>
                  <a:pt x="677" y="667"/>
                </a:cubicBezTo>
                <a:cubicBezTo>
                  <a:pt x="678" y="667"/>
                  <a:pt x="678" y="667"/>
                  <a:pt x="678" y="666"/>
                </a:cubicBezTo>
                <a:cubicBezTo>
                  <a:pt x="677" y="666"/>
                  <a:pt x="677" y="666"/>
                  <a:pt x="677" y="666"/>
                </a:cubicBezTo>
                <a:cubicBezTo>
                  <a:pt x="677" y="657"/>
                  <a:pt x="677" y="657"/>
                  <a:pt x="677" y="657"/>
                </a:cubicBezTo>
                <a:cubicBezTo>
                  <a:pt x="688" y="654"/>
                  <a:pt x="691" y="653"/>
                  <a:pt x="697" y="646"/>
                </a:cubicBezTo>
                <a:cubicBezTo>
                  <a:pt x="697" y="657"/>
                  <a:pt x="697" y="657"/>
                  <a:pt x="697" y="657"/>
                </a:cubicBezTo>
                <a:close/>
                <a:moveTo>
                  <a:pt x="697" y="313"/>
                </a:moveTo>
                <a:cubicBezTo>
                  <a:pt x="697" y="326"/>
                  <a:pt x="697" y="326"/>
                  <a:pt x="697" y="326"/>
                </a:cubicBezTo>
                <a:cubicBezTo>
                  <a:pt x="689" y="328"/>
                  <a:pt x="689" y="328"/>
                  <a:pt x="689" y="328"/>
                </a:cubicBezTo>
                <a:cubicBezTo>
                  <a:pt x="685" y="332"/>
                  <a:pt x="681" y="335"/>
                  <a:pt x="677" y="339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13"/>
                  <a:pt x="677" y="313"/>
                  <a:pt x="677" y="313"/>
                </a:cubicBezTo>
                <a:cubicBezTo>
                  <a:pt x="684" y="315"/>
                  <a:pt x="690" y="315"/>
                  <a:pt x="697" y="313"/>
                </a:cubicBezTo>
                <a:close/>
                <a:moveTo>
                  <a:pt x="697" y="358"/>
                </a:moveTo>
                <a:cubicBezTo>
                  <a:pt x="697" y="370"/>
                  <a:pt x="697" y="370"/>
                  <a:pt x="697" y="370"/>
                </a:cubicBezTo>
                <a:cubicBezTo>
                  <a:pt x="692" y="371"/>
                  <a:pt x="685" y="372"/>
                  <a:pt x="680" y="372"/>
                </a:cubicBezTo>
                <a:cubicBezTo>
                  <a:pt x="680" y="375"/>
                  <a:pt x="680" y="379"/>
                  <a:pt x="680" y="382"/>
                </a:cubicBezTo>
                <a:cubicBezTo>
                  <a:pt x="679" y="382"/>
                  <a:pt x="678" y="382"/>
                  <a:pt x="677" y="382"/>
                </a:cubicBezTo>
                <a:cubicBezTo>
                  <a:pt x="677" y="350"/>
                  <a:pt x="677" y="350"/>
                  <a:pt x="677" y="350"/>
                </a:cubicBezTo>
                <a:cubicBezTo>
                  <a:pt x="677" y="350"/>
                  <a:pt x="677" y="350"/>
                  <a:pt x="677" y="350"/>
                </a:cubicBezTo>
                <a:cubicBezTo>
                  <a:pt x="678" y="358"/>
                  <a:pt x="678" y="358"/>
                  <a:pt x="679" y="360"/>
                </a:cubicBezTo>
                <a:cubicBezTo>
                  <a:pt x="688" y="359"/>
                  <a:pt x="694" y="359"/>
                  <a:pt x="697" y="358"/>
                </a:cubicBezTo>
                <a:close/>
                <a:moveTo>
                  <a:pt x="697" y="389"/>
                </a:moveTo>
                <a:cubicBezTo>
                  <a:pt x="697" y="400"/>
                  <a:pt x="697" y="400"/>
                  <a:pt x="697" y="400"/>
                </a:cubicBezTo>
                <a:cubicBezTo>
                  <a:pt x="677" y="400"/>
                  <a:pt x="677" y="400"/>
                  <a:pt x="677" y="400"/>
                </a:cubicBezTo>
                <a:cubicBezTo>
                  <a:pt x="677" y="389"/>
                  <a:pt x="677" y="389"/>
                  <a:pt x="677" y="389"/>
                </a:cubicBezTo>
                <a:cubicBezTo>
                  <a:pt x="697" y="389"/>
                  <a:pt x="697" y="389"/>
                  <a:pt x="697" y="389"/>
                </a:cubicBezTo>
                <a:close/>
                <a:moveTo>
                  <a:pt x="697" y="407"/>
                </a:moveTo>
                <a:cubicBezTo>
                  <a:pt x="697" y="422"/>
                  <a:pt x="697" y="422"/>
                  <a:pt x="697" y="422"/>
                </a:cubicBezTo>
                <a:cubicBezTo>
                  <a:pt x="694" y="431"/>
                  <a:pt x="692" y="435"/>
                  <a:pt x="682" y="438"/>
                </a:cubicBezTo>
                <a:cubicBezTo>
                  <a:pt x="680" y="437"/>
                  <a:pt x="679" y="436"/>
                  <a:pt x="677" y="436"/>
                </a:cubicBezTo>
                <a:cubicBezTo>
                  <a:pt x="677" y="409"/>
                  <a:pt x="677" y="409"/>
                  <a:pt x="677" y="409"/>
                </a:cubicBezTo>
                <a:cubicBezTo>
                  <a:pt x="679" y="409"/>
                  <a:pt x="679" y="409"/>
                  <a:pt x="681" y="410"/>
                </a:cubicBezTo>
                <a:cubicBezTo>
                  <a:pt x="679" y="415"/>
                  <a:pt x="679" y="419"/>
                  <a:pt x="680" y="425"/>
                </a:cubicBezTo>
                <a:cubicBezTo>
                  <a:pt x="681" y="425"/>
                  <a:pt x="683" y="425"/>
                  <a:pt x="685" y="425"/>
                </a:cubicBezTo>
                <a:cubicBezTo>
                  <a:pt x="686" y="420"/>
                  <a:pt x="688" y="414"/>
                  <a:pt x="690" y="409"/>
                </a:cubicBezTo>
                <a:cubicBezTo>
                  <a:pt x="693" y="408"/>
                  <a:pt x="695" y="407"/>
                  <a:pt x="697" y="407"/>
                </a:cubicBezTo>
                <a:close/>
                <a:moveTo>
                  <a:pt x="697" y="449"/>
                </a:moveTo>
                <a:cubicBezTo>
                  <a:pt x="697" y="461"/>
                  <a:pt x="697" y="461"/>
                  <a:pt x="697" y="461"/>
                </a:cubicBezTo>
                <a:cubicBezTo>
                  <a:pt x="691" y="461"/>
                  <a:pt x="691" y="461"/>
                  <a:pt x="691" y="461"/>
                </a:cubicBezTo>
                <a:cubicBezTo>
                  <a:pt x="691" y="463"/>
                  <a:pt x="690" y="464"/>
                  <a:pt x="690" y="465"/>
                </a:cubicBezTo>
                <a:cubicBezTo>
                  <a:pt x="693" y="467"/>
                  <a:pt x="695" y="468"/>
                  <a:pt x="697" y="468"/>
                </a:cubicBezTo>
                <a:cubicBezTo>
                  <a:pt x="697" y="481"/>
                  <a:pt x="697" y="481"/>
                  <a:pt x="697" y="481"/>
                </a:cubicBezTo>
                <a:cubicBezTo>
                  <a:pt x="689" y="479"/>
                  <a:pt x="682" y="477"/>
                  <a:pt x="677" y="476"/>
                </a:cubicBezTo>
                <a:cubicBezTo>
                  <a:pt x="677" y="464"/>
                  <a:pt x="677" y="464"/>
                  <a:pt x="677" y="464"/>
                </a:cubicBezTo>
                <a:cubicBezTo>
                  <a:pt x="677" y="464"/>
                  <a:pt x="677" y="464"/>
                  <a:pt x="677" y="464"/>
                </a:cubicBezTo>
                <a:cubicBezTo>
                  <a:pt x="679" y="464"/>
                  <a:pt x="681" y="464"/>
                  <a:pt x="682" y="464"/>
                </a:cubicBezTo>
                <a:cubicBezTo>
                  <a:pt x="682" y="461"/>
                  <a:pt x="682" y="458"/>
                  <a:pt x="682" y="455"/>
                </a:cubicBezTo>
                <a:cubicBezTo>
                  <a:pt x="681" y="455"/>
                  <a:pt x="679" y="455"/>
                  <a:pt x="677" y="454"/>
                </a:cubicBezTo>
                <a:cubicBezTo>
                  <a:pt x="677" y="442"/>
                  <a:pt x="677" y="442"/>
                  <a:pt x="677" y="442"/>
                </a:cubicBezTo>
                <a:cubicBezTo>
                  <a:pt x="679" y="443"/>
                  <a:pt x="682" y="443"/>
                  <a:pt x="685" y="444"/>
                </a:cubicBezTo>
                <a:cubicBezTo>
                  <a:pt x="686" y="446"/>
                  <a:pt x="687" y="449"/>
                  <a:pt x="689" y="451"/>
                </a:cubicBezTo>
                <a:cubicBezTo>
                  <a:pt x="693" y="450"/>
                  <a:pt x="695" y="449"/>
                  <a:pt x="697" y="449"/>
                </a:cubicBezTo>
                <a:close/>
                <a:moveTo>
                  <a:pt x="697" y="492"/>
                </a:moveTo>
                <a:cubicBezTo>
                  <a:pt x="697" y="496"/>
                  <a:pt x="697" y="496"/>
                  <a:pt x="697" y="496"/>
                </a:cubicBezTo>
                <a:cubicBezTo>
                  <a:pt x="694" y="504"/>
                  <a:pt x="692" y="512"/>
                  <a:pt x="689" y="521"/>
                </a:cubicBezTo>
                <a:cubicBezTo>
                  <a:pt x="688" y="521"/>
                  <a:pt x="687" y="521"/>
                  <a:pt x="686" y="521"/>
                </a:cubicBezTo>
                <a:cubicBezTo>
                  <a:pt x="684" y="520"/>
                  <a:pt x="681" y="518"/>
                  <a:pt x="677" y="517"/>
                </a:cubicBezTo>
                <a:cubicBezTo>
                  <a:pt x="677" y="504"/>
                  <a:pt x="677" y="504"/>
                  <a:pt x="677" y="504"/>
                </a:cubicBezTo>
                <a:cubicBezTo>
                  <a:pt x="680" y="504"/>
                  <a:pt x="682" y="505"/>
                  <a:pt x="684" y="506"/>
                </a:cubicBezTo>
                <a:cubicBezTo>
                  <a:pt x="686" y="500"/>
                  <a:pt x="688" y="495"/>
                  <a:pt x="690" y="490"/>
                </a:cubicBezTo>
                <a:cubicBezTo>
                  <a:pt x="693" y="491"/>
                  <a:pt x="695" y="491"/>
                  <a:pt x="697" y="492"/>
                </a:cubicBezTo>
                <a:close/>
                <a:moveTo>
                  <a:pt x="697" y="582"/>
                </a:moveTo>
                <a:cubicBezTo>
                  <a:pt x="697" y="594"/>
                  <a:pt x="697" y="594"/>
                  <a:pt x="697" y="594"/>
                </a:cubicBezTo>
                <a:cubicBezTo>
                  <a:pt x="696" y="596"/>
                  <a:pt x="695" y="599"/>
                  <a:pt x="693" y="603"/>
                </a:cubicBezTo>
                <a:cubicBezTo>
                  <a:pt x="695" y="603"/>
                  <a:pt x="696" y="603"/>
                  <a:pt x="697" y="603"/>
                </a:cubicBezTo>
                <a:cubicBezTo>
                  <a:pt x="697" y="612"/>
                  <a:pt x="697" y="612"/>
                  <a:pt x="697" y="612"/>
                </a:cubicBezTo>
                <a:cubicBezTo>
                  <a:pt x="692" y="612"/>
                  <a:pt x="687" y="612"/>
                  <a:pt x="683" y="614"/>
                </a:cubicBezTo>
                <a:cubicBezTo>
                  <a:pt x="680" y="618"/>
                  <a:pt x="679" y="620"/>
                  <a:pt x="677" y="622"/>
                </a:cubicBezTo>
                <a:cubicBezTo>
                  <a:pt x="677" y="610"/>
                  <a:pt x="677" y="610"/>
                  <a:pt x="677" y="610"/>
                </a:cubicBezTo>
                <a:cubicBezTo>
                  <a:pt x="679" y="608"/>
                  <a:pt x="681" y="606"/>
                  <a:pt x="684" y="604"/>
                </a:cubicBezTo>
                <a:cubicBezTo>
                  <a:pt x="688" y="595"/>
                  <a:pt x="690" y="588"/>
                  <a:pt x="697" y="582"/>
                </a:cubicBezTo>
                <a:close/>
                <a:moveTo>
                  <a:pt x="697" y="631"/>
                </a:moveTo>
                <a:cubicBezTo>
                  <a:pt x="697" y="640"/>
                  <a:pt x="697" y="640"/>
                  <a:pt x="697" y="640"/>
                </a:cubicBezTo>
                <a:cubicBezTo>
                  <a:pt x="690" y="639"/>
                  <a:pt x="683" y="637"/>
                  <a:pt x="677" y="637"/>
                </a:cubicBezTo>
                <a:cubicBezTo>
                  <a:pt x="677" y="628"/>
                  <a:pt x="677" y="628"/>
                  <a:pt x="677" y="628"/>
                </a:cubicBezTo>
                <a:cubicBezTo>
                  <a:pt x="687" y="629"/>
                  <a:pt x="687" y="630"/>
                  <a:pt x="693" y="631"/>
                </a:cubicBezTo>
                <a:cubicBezTo>
                  <a:pt x="694" y="631"/>
                  <a:pt x="696" y="631"/>
                  <a:pt x="697" y="631"/>
                </a:cubicBezTo>
                <a:close/>
                <a:moveTo>
                  <a:pt x="677" y="542"/>
                </a:moveTo>
                <a:cubicBezTo>
                  <a:pt x="677" y="540"/>
                  <a:pt x="677" y="540"/>
                  <a:pt x="677" y="540"/>
                </a:cubicBezTo>
                <a:cubicBezTo>
                  <a:pt x="678" y="541"/>
                  <a:pt x="678" y="541"/>
                  <a:pt x="678" y="541"/>
                </a:cubicBezTo>
                <a:cubicBezTo>
                  <a:pt x="677" y="542"/>
                  <a:pt x="677" y="542"/>
                  <a:pt x="677" y="542"/>
                </a:cubicBezTo>
                <a:close/>
                <a:moveTo>
                  <a:pt x="677" y="501"/>
                </a:moveTo>
                <a:cubicBezTo>
                  <a:pt x="679" y="496"/>
                  <a:pt x="681" y="492"/>
                  <a:pt x="682" y="487"/>
                </a:cubicBezTo>
                <a:cubicBezTo>
                  <a:pt x="681" y="487"/>
                  <a:pt x="679" y="487"/>
                  <a:pt x="677" y="486"/>
                </a:cubicBezTo>
                <a:lnTo>
                  <a:pt x="677" y="501"/>
                </a:lnTo>
                <a:close/>
                <a:moveTo>
                  <a:pt x="654" y="95"/>
                </a:moveTo>
                <a:cubicBezTo>
                  <a:pt x="656" y="97"/>
                  <a:pt x="658" y="99"/>
                  <a:pt x="660" y="100"/>
                </a:cubicBezTo>
                <a:cubicBezTo>
                  <a:pt x="664" y="108"/>
                  <a:pt x="671" y="112"/>
                  <a:pt x="677" y="118"/>
                </a:cubicBezTo>
                <a:cubicBezTo>
                  <a:pt x="677" y="131"/>
                  <a:pt x="677" y="131"/>
                  <a:pt x="677" y="131"/>
                </a:cubicBezTo>
                <a:cubicBezTo>
                  <a:pt x="676" y="126"/>
                  <a:pt x="672" y="121"/>
                  <a:pt x="665" y="116"/>
                </a:cubicBezTo>
                <a:cubicBezTo>
                  <a:pt x="664" y="123"/>
                  <a:pt x="662" y="130"/>
                  <a:pt x="660" y="137"/>
                </a:cubicBezTo>
                <a:cubicBezTo>
                  <a:pt x="659" y="153"/>
                  <a:pt x="660" y="154"/>
                  <a:pt x="670" y="165"/>
                </a:cubicBezTo>
                <a:cubicBezTo>
                  <a:pt x="673" y="158"/>
                  <a:pt x="676" y="151"/>
                  <a:pt x="677" y="146"/>
                </a:cubicBezTo>
                <a:cubicBezTo>
                  <a:pt x="677" y="186"/>
                  <a:pt x="677" y="186"/>
                  <a:pt x="677" y="186"/>
                </a:cubicBezTo>
                <a:cubicBezTo>
                  <a:pt x="675" y="182"/>
                  <a:pt x="672" y="178"/>
                  <a:pt x="669" y="173"/>
                </a:cubicBezTo>
                <a:cubicBezTo>
                  <a:pt x="662" y="168"/>
                  <a:pt x="657" y="163"/>
                  <a:pt x="654" y="156"/>
                </a:cubicBezTo>
                <a:cubicBezTo>
                  <a:pt x="654" y="125"/>
                  <a:pt x="654" y="125"/>
                  <a:pt x="654" y="125"/>
                </a:cubicBezTo>
                <a:cubicBezTo>
                  <a:pt x="655" y="118"/>
                  <a:pt x="656" y="111"/>
                  <a:pt x="654" y="106"/>
                </a:cubicBezTo>
                <a:cubicBezTo>
                  <a:pt x="654" y="95"/>
                  <a:pt x="654" y="95"/>
                  <a:pt x="654" y="95"/>
                </a:cubicBezTo>
                <a:close/>
                <a:moveTo>
                  <a:pt x="677" y="678"/>
                </a:moveTo>
                <a:cubicBezTo>
                  <a:pt x="674" y="681"/>
                  <a:pt x="670" y="685"/>
                  <a:pt x="664" y="688"/>
                </a:cubicBezTo>
                <a:cubicBezTo>
                  <a:pt x="663" y="691"/>
                  <a:pt x="663" y="691"/>
                  <a:pt x="654" y="701"/>
                </a:cubicBezTo>
                <a:cubicBezTo>
                  <a:pt x="654" y="690"/>
                  <a:pt x="654" y="690"/>
                  <a:pt x="654" y="690"/>
                </a:cubicBezTo>
                <a:cubicBezTo>
                  <a:pt x="654" y="689"/>
                  <a:pt x="654" y="689"/>
                  <a:pt x="654" y="689"/>
                </a:cubicBezTo>
                <a:cubicBezTo>
                  <a:pt x="654" y="689"/>
                  <a:pt x="654" y="689"/>
                  <a:pt x="654" y="689"/>
                </a:cubicBezTo>
                <a:cubicBezTo>
                  <a:pt x="654" y="680"/>
                  <a:pt x="654" y="680"/>
                  <a:pt x="654" y="680"/>
                </a:cubicBezTo>
                <a:cubicBezTo>
                  <a:pt x="655" y="681"/>
                  <a:pt x="655" y="681"/>
                  <a:pt x="655" y="681"/>
                </a:cubicBezTo>
                <a:cubicBezTo>
                  <a:pt x="666" y="678"/>
                  <a:pt x="670" y="676"/>
                  <a:pt x="677" y="667"/>
                </a:cubicBezTo>
                <a:cubicBezTo>
                  <a:pt x="677" y="678"/>
                  <a:pt x="677" y="678"/>
                  <a:pt x="677" y="678"/>
                </a:cubicBezTo>
                <a:close/>
                <a:moveTo>
                  <a:pt x="677" y="313"/>
                </a:moveTo>
                <a:cubicBezTo>
                  <a:pt x="677" y="325"/>
                  <a:pt x="677" y="325"/>
                  <a:pt x="677" y="325"/>
                </a:cubicBezTo>
                <a:cubicBezTo>
                  <a:pt x="672" y="323"/>
                  <a:pt x="666" y="322"/>
                  <a:pt x="660" y="320"/>
                </a:cubicBezTo>
                <a:cubicBezTo>
                  <a:pt x="659" y="316"/>
                  <a:pt x="658" y="313"/>
                  <a:pt x="657" y="309"/>
                </a:cubicBezTo>
                <a:cubicBezTo>
                  <a:pt x="665" y="311"/>
                  <a:pt x="672" y="313"/>
                  <a:pt x="677" y="313"/>
                </a:cubicBezTo>
                <a:close/>
                <a:moveTo>
                  <a:pt x="677" y="325"/>
                </a:moveTo>
                <a:cubicBezTo>
                  <a:pt x="677" y="339"/>
                  <a:pt x="677" y="339"/>
                  <a:pt x="677" y="339"/>
                </a:cubicBezTo>
                <a:cubicBezTo>
                  <a:pt x="674" y="342"/>
                  <a:pt x="670" y="345"/>
                  <a:pt x="667" y="349"/>
                </a:cubicBezTo>
                <a:cubicBezTo>
                  <a:pt x="666" y="345"/>
                  <a:pt x="666" y="340"/>
                  <a:pt x="665" y="336"/>
                </a:cubicBezTo>
                <a:cubicBezTo>
                  <a:pt x="669" y="332"/>
                  <a:pt x="673" y="328"/>
                  <a:pt x="677" y="325"/>
                </a:cubicBezTo>
                <a:close/>
                <a:moveTo>
                  <a:pt x="677" y="350"/>
                </a:moveTo>
                <a:cubicBezTo>
                  <a:pt x="677" y="382"/>
                  <a:pt x="677" y="382"/>
                  <a:pt x="677" y="382"/>
                </a:cubicBezTo>
                <a:cubicBezTo>
                  <a:pt x="675" y="382"/>
                  <a:pt x="673" y="383"/>
                  <a:pt x="672" y="383"/>
                </a:cubicBezTo>
                <a:cubicBezTo>
                  <a:pt x="670" y="372"/>
                  <a:pt x="669" y="362"/>
                  <a:pt x="668" y="351"/>
                </a:cubicBezTo>
                <a:cubicBezTo>
                  <a:pt x="671" y="351"/>
                  <a:pt x="674" y="350"/>
                  <a:pt x="677" y="350"/>
                </a:cubicBezTo>
                <a:close/>
                <a:moveTo>
                  <a:pt x="677" y="389"/>
                </a:moveTo>
                <a:cubicBezTo>
                  <a:pt x="677" y="400"/>
                  <a:pt x="677" y="400"/>
                  <a:pt x="677" y="400"/>
                </a:cubicBezTo>
                <a:cubicBezTo>
                  <a:pt x="672" y="400"/>
                  <a:pt x="672" y="400"/>
                  <a:pt x="672" y="400"/>
                </a:cubicBezTo>
                <a:cubicBezTo>
                  <a:pt x="672" y="397"/>
                  <a:pt x="672" y="393"/>
                  <a:pt x="672" y="389"/>
                </a:cubicBezTo>
                <a:cubicBezTo>
                  <a:pt x="677" y="389"/>
                  <a:pt x="677" y="389"/>
                  <a:pt x="677" y="389"/>
                </a:cubicBezTo>
                <a:close/>
                <a:moveTo>
                  <a:pt x="677" y="409"/>
                </a:moveTo>
                <a:cubicBezTo>
                  <a:pt x="677" y="436"/>
                  <a:pt x="677" y="436"/>
                  <a:pt x="677" y="436"/>
                </a:cubicBezTo>
                <a:cubicBezTo>
                  <a:pt x="668" y="430"/>
                  <a:pt x="671" y="422"/>
                  <a:pt x="670" y="409"/>
                </a:cubicBezTo>
                <a:cubicBezTo>
                  <a:pt x="673" y="409"/>
                  <a:pt x="675" y="409"/>
                  <a:pt x="677" y="409"/>
                </a:cubicBezTo>
                <a:close/>
                <a:moveTo>
                  <a:pt x="677" y="442"/>
                </a:moveTo>
                <a:cubicBezTo>
                  <a:pt x="677" y="454"/>
                  <a:pt x="677" y="454"/>
                  <a:pt x="677" y="454"/>
                </a:cubicBezTo>
                <a:cubicBezTo>
                  <a:pt x="676" y="454"/>
                  <a:pt x="676" y="454"/>
                  <a:pt x="676" y="454"/>
                </a:cubicBezTo>
                <a:cubicBezTo>
                  <a:pt x="675" y="456"/>
                  <a:pt x="675" y="456"/>
                  <a:pt x="673" y="463"/>
                </a:cubicBezTo>
                <a:cubicBezTo>
                  <a:pt x="674" y="463"/>
                  <a:pt x="676" y="463"/>
                  <a:pt x="677" y="464"/>
                </a:cubicBezTo>
                <a:cubicBezTo>
                  <a:pt x="677" y="476"/>
                  <a:pt x="677" y="476"/>
                  <a:pt x="677" y="476"/>
                </a:cubicBezTo>
                <a:cubicBezTo>
                  <a:pt x="664" y="473"/>
                  <a:pt x="664" y="472"/>
                  <a:pt x="661" y="471"/>
                </a:cubicBezTo>
                <a:cubicBezTo>
                  <a:pt x="665" y="460"/>
                  <a:pt x="666" y="442"/>
                  <a:pt x="677" y="442"/>
                </a:cubicBezTo>
                <a:close/>
                <a:moveTo>
                  <a:pt x="677" y="486"/>
                </a:moveTo>
                <a:cubicBezTo>
                  <a:pt x="677" y="501"/>
                  <a:pt x="677" y="501"/>
                  <a:pt x="677" y="501"/>
                </a:cubicBezTo>
                <a:cubicBezTo>
                  <a:pt x="677" y="503"/>
                  <a:pt x="677" y="503"/>
                  <a:pt x="677" y="503"/>
                </a:cubicBezTo>
                <a:cubicBezTo>
                  <a:pt x="677" y="504"/>
                  <a:pt x="677" y="504"/>
                  <a:pt x="677" y="504"/>
                </a:cubicBezTo>
                <a:cubicBezTo>
                  <a:pt x="677" y="517"/>
                  <a:pt x="677" y="517"/>
                  <a:pt x="677" y="517"/>
                </a:cubicBezTo>
                <a:cubicBezTo>
                  <a:pt x="670" y="514"/>
                  <a:pt x="660" y="510"/>
                  <a:pt x="654" y="508"/>
                </a:cubicBezTo>
                <a:cubicBezTo>
                  <a:pt x="654" y="494"/>
                  <a:pt x="654" y="494"/>
                  <a:pt x="654" y="494"/>
                </a:cubicBezTo>
                <a:cubicBezTo>
                  <a:pt x="659" y="479"/>
                  <a:pt x="660" y="479"/>
                  <a:pt x="661" y="478"/>
                </a:cubicBezTo>
                <a:cubicBezTo>
                  <a:pt x="667" y="481"/>
                  <a:pt x="667" y="481"/>
                  <a:pt x="668" y="482"/>
                </a:cubicBezTo>
                <a:cubicBezTo>
                  <a:pt x="666" y="488"/>
                  <a:pt x="664" y="493"/>
                  <a:pt x="662" y="498"/>
                </a:cubicBezTo>
                <a:cubicBezTo>
                  <a:pt x="664" y="499"/>
                  <a:pt x="667" y="500"/>
                  <a:pt x="669" y="500"/>
                </a:cubicBezTo>
                <a:cubicBezTo>
                  <a:pt x="671" y="495"/>
                  <a:pt x="672" y="490"/>
                  <a:pt x="674" y="485"/>
                </a:cubicBezTo>
                <a:cubicBezTo>
                  <a:pt x="677" y="486"/>
                  <a:pt x="677" y="486"/>
                  <a:pt x="677" y="486"/>
                </a:cubicBezTo>
                <a:close/>
                <a:moveTo>
                  <a:pt x="677" y="540"/>
                </a:moveTo>
                <a:cubicBezTo>
                  <a:pt x="670" y="532"/>
                  <a:pt x="662" y="523"/>
                  <a:pt x="654" y="514"/>
                </a:cubicBezTo>
                <a:cubicBezTo>
                  <a:pt x="654" y="531"/>
                  <a:pt x="654" y="531"/>
                  <a:pt x="654" y="531"/>
                </a:cubicBezTo>
                <a:cubicBezTo>
                  <a:pt x="657" y="534"/>
                  <a:pt x="661" y="537"/>
                  <a:pt x="664" y="541"/>
                </a:cubicBezTo>
                <a:cubicBezTo>
                  <a:pt x="661" y="540"/>
                  <a:pt x="657" y="540"/>
                  <a:pt x="654" y="539"/>
                </a:cubicBezTo>
                <a:cubicBezTo>
                  <a:pt x="654" y="551"/>
                  <a:pt x="654" y="551"/>
                  <a:pt x="654" y="551"/>
                </a:cubicBezTo>
                <a:cubicBezTo>
                  <a:pt x="658" y="552"/>
                  <a:pt x="662" y="552"/>
                  <a:pt x="666" y="553"/>
                </a:cubicBezTo>
                <a:cubicBezTo>
                  <a:pt x="668" y="553"/>
                  <a:pt x="670" y="553"/>
                  <a:pt x="673" y="553"/>
                </a:cubicBezTo>
                <a:cubicBezTo>
                  <a:pt x="674" y="550"/>
                  <a:pt x="676" y="546"/>
                  <a:pt x="677" y="542"/>
                </a:cubicBezTo>
                <a:cubicBezTo>
                  <a:pt x="677" y="540"/>
                  <a:pt x="677" y="540"/>
                  <a:pt x="677" y="540"/>
                </a:cubicBezTo>
                <a:close/>
                <a:moveTo>
                  <a:pt x="677" y="610"/>
                </a:moveTo>
                <a:cubicBezTo>
                  <a:pt x="677" y="622"/>
                  <a:pt x="677" y="622"/>
                  <a:pt x="677" y="622"/>
                </a:cubicBezTo>
                <a:cubicBezTo>
                  <a:pt x="677" y="623"/>
                  <a:pt x="676" y="625"/>
                  <a:pt x="674" y="628"/>
                </a:cubicBezTo>
                <a:cubicBezTo>
                  <a:pt x="677" y="628"/>
                  <a:pt x="677" y="628"/>
                  <a:pt x="677" y="628"/>
                </a:cubicBezTo>
                <a:cubicBezTo>
                  <a:pt x="677" y="637"/>
                  <a:pt x="677" y="637"/>
                  <a:pt x="677" y="637"/>
                </a:cubicBezTo>
                <a:cubicBezTo>
                  <a:pt x="668" y="637"/>
                  <a:pt x="660" y="639"/>
                  <a:pt x="654" y="650"/>
                </a:cubicBezTo>
                <a:cubicBezTo>
                  <a:pt x="654" y="637"/>
                  <a:pt x="654" y="637"/>
                  <a:pt x="654" y="637"/>
                </a:cubicBezTo>
                <a:cubicBezTo>
                  <a:pt x="657" y="633"/>
                  <a:pt x="661" y="631"/>
                  <a:pt x="665" y="628"/>
                </a:cubicBezTo>
                <a:cubicBezTo>
                  <a:pt x="669" y="620"/>
                  <a:pt x="673" y="615"/>
                  <a:pt x="677" y="610"/>
                </a:cubicBezTo>
                <a:close/>
                <a:moveTo>
                  <a:pt x="677" y="657"/>
                </a:moveTo>
                <a:cubicBezTo>
                  <a:pt x="677" y="666"/>
                  <a:pt x="677" y="666"/>
                  <a:pt x="677" y="666"/>
                </a:cubicBezTo>
                <a:cubicBezTo>
                  <a:pt x="667" y="663"/>
                  <a:pt x="660" y="661"/>
                  <a:pt x="654" y="660"/>
                </a:cubicBezTo>
                <a:cubicBezTo>
                  <a:pt x="654" y="651"/>
                  <a:pt x="654" y="651"/>
                  <a:pt x="654" y="651"/>
                </a:cubicBezTo>
                <a:cubicBezTo>
                  <a:pt x="663" y="653"/>
                  <a:pt x="664" y="653"/>
                  <a:pt x="676" y="657"/>
                </a:cubicBezTo>
                <a:cubicBezTo>
                  <a:pt x="677" y="657"/>
                  <a:pt x="677" y="657"/>
                  <a:pt x="677" y="657"/>
                </a:cubicBezTo>
                <a:close/>
                <a:moveTo>
                  <a:pt x="654" y="581"/>
                </a:moveTo>
                <a:cubicBezTo>
                  <a:pt x="654" y="568"/>
                  <a:pt x="654" y="568"/>
                  <a:pt x="654" y="568"/>
                </a:cubicBezTo>
                <a:cubicBezTo>
                  <a:pt x="656" y="569"/>
                  <a:pt x="658" y="571"/>
                  <a:pt x="661" y="573"/>
                </a:cubicBezTo>
                <a:cubicBezTo>
                  <a:pt x="658" y="576"/>
                  <a:pt x="656" y="578"/>
                  <a:pt x="654" y="581"/>
                </a:cubicBezTo>
                <a:close/>
                <a:moveTo>
                  <a:pt x="654" y="270"/>
                </a:moveTo>
                <a:cubicBezTo>
                  <a:pt x="654" y="263"/>
                  <a:pt x="654" y="263"/>
                  <a:pt x="654" y="263"/>
                </a:cubicBezTo>
                <a:cubicBezTo>
                  <a:pt x="656" y="259"/>
                  <a:pt x="661" y="256"/>
                  <a:pt x="668" y="261"/>
                </a:cubicBezTo>
                <a:cubicBezTo>
                  <a:pt x="668" y="264"/>
                  <a:pt x="668" y="267"/>
                  <a:pt x="668" y="270"/>
                </a:cubicBezTo>
                <a:cubicBezTo>
                  <a:pt x="665" y="273"/>
                  <a:pt x="662" y="273"/>
                  <a:pt x="657" y="273"/>
                </a:cubicBezTo>
                <a:cubicBezTo>
                  <a:pt x="656" y="273"/>
                  <a:pt x="654" y="271"/>
                  <a:pt x="654" y="270"/>
                </a:cubicBezTo>
                <a:close/>
                <a:moveTo>
                  <a:pt x="629" y="76"/>
                </a:moveTo>
                <a:cubicBezTo>
                  <a:pt x="638" y="82"/>
                  <a:pt x="646" y="88"/>
                  <a:pt x="654" y="95"/>
                </a:cubicBezTo>
                <a:cubicBezTo>
                  <a:pt x="654" y="106"/>
                  <a:pt x="654" y="106"/>
                  <a:pt x="654" y="106"/>
                </a:cubicBezTo>
                <a:cubicBezTo>
                  <a:pt x="652" y="101"/>
                  <a:pt x="648" y="97"/>
                  <a:pt x="640" y="95"/>
                </a:cubicBezTo>
                <a:cubicBezTo>
                  <a:pt x="638" y="107"/>
                  <a:pt x="633" y="122"/>
                  <a:pt x="639" y="134"/>
                </a:cubicBezTo>
                <a:cubicBezTo>
                  <a:pt x="646" y="139"/>
                  <a:pt x="646" y="139"/>
                  <a:pt x="648" y="141"/>
                </a:cubicBezTo>
                <a:cubicBezTo>
                  <a:pt x="649" y="141"/>
                  <a:pt x="649" y="141"/>
                  <a:pt x="650" y="141"/>
                </a:cubicBezTo>
                <a:cubicBezTo>
                  <a:pt x="651" y="136"/>
                  <a:pt x="653" y="130"/>
                  <a:pt x="654" y="125"/>
                </a:cubicBezTo>
                <a:cubicBezTo>
                  <a:pt x="654" y="156"/>
                  <a:pt x="654" y="156"/>
                  <a:pt x="654" y="156"/>
                </a:cubicBezTo>
                <a:cubicBezTo>
                  <a:pt x="653" y="155"/>
                  <a:pt x="652" y="153"/>
                  <a:pt x="651" y="151"/>
                </a:cubicBezTo>
                <a:cubicBezTo>
                  <a:pt x="643" y="148"/>
                  <a:pt x="630" y="139"/>
                  <a:pt x="629" y="130"/>
                </a:cubicBezTo>
                <a:cubicBezTo>
                  <a:pt x="629" y="106"/>
                  <a:pt x="629" y="106"/>
                  <a:pt x="629" y="106"/>
                </a:cubicBezTo>
                <a:cubicBezTo>
                  <a:pt x="630" y="103"/>
                  <a:pt x="630" y="103"/>
                  <a:pt x="630" y="103"/>
                </a:cubicBezTo>
                <a:cubicBezTo>
                  <a:pt x="630" y="99"/>
                  <a:pt x="630" y="95"/>
                  <a:pt x="629" y="93"/>
                </a:cubicBezTo>
                <a:cubicBezTo>
                  <a:pt x="629" y="76"/>
                  <a:pt x="629" y="76"/>
                  <a:pt x="629" y="76"/>
                </a:cubicBezTo>
                <a:close/>
                <a:moveTo>
                  <a:pt x="654" y="701"/>
                </a:moveTo>
                <a:cubicBezTo>
                  <a:pt x="653" y="702"/>
                  <a:pt x="653" y="702"/>
                  <a:pt x="653" y="702"/>
                </a:cubicBezTo>
                <a:cubicBezTo>
                  <a:pt x="644" y="707"/>
                  <a:pt x="637" y="713"/>
                  <a:pt x="629" y="719"/>
                </a:cubicBezTo>
                <a:cubicBezTo>
                  <a:pt x="629" y="702"/>
                  <a:pt x="629" y="702"/>
                  <a:pt x="629" y="702"/>
                </a:cubicBezTo>
                <a:cubicBezTo>
                  <a:pt x="641" y="701"/>
                  <a:pt x="646" y="700"/>
                  <a:pt x="654" y="690"/>
                </a:cubicBezTo>
                <a:cubicBezTo>
                  <a:pt x="654" y="701"/>
                  <a:pt x="654" y="701"/>
                  <a:pt x="654" y="701"/>
                </a:cubicBezTo>
                <a:close/>
                <a:moveTo>
                  <a:pt x="654" y="263"/>
                </a:moveTo>
                <a:cubicBezTo>
                  <a:pt x="654" y="270"/>
                  <a:pt x="654" y="270"/>
                  <a:pt x="654" y="270"/>
                </a:cubicBezTo>
                <a:cubicBezTo>
                  <a:pt x="653" y="268"/>
                  <a:pt x="653" y="265"/>
                  <a:pt x="654" y="263"/>
                </a:cubicBezTo>
                <a:close/>
                <a:moveTo>
                  <a:pt x="654" y="494"/>
                </a:moveTo>
                <a:cubicBezTo>
                  <a:pt x="654" y="508"/>
                  <a:pt x="654" y="508"/>
                  <a:pt x="654" y="508"/>
                </a:cubicBezTo>
                <a:cubicBezTo>
                  <a:pt x="651" y="506"/>
                  <a:pt x="650" y="506"/>
                  <a:pt x="649" y="506"/>
                </a:cubicBezTo>
                <a:cubicBezTo>
                  <a:pt x="651" y="501"/>
                  <a:pt x="653" y="497"/>
                  <a:pt x="654" y="494"/>
                </a:cubicBezTo>
                <a:close/>
                <a:moveTo>
                  <a:pt x="654" y="514"/>
                </a:moveTo>
                <a:cubicBezTo>
                  <a:pt x="654" y="531"/>
                  <a:pt x="654" y="531"/>
                  <a:pt x="654" y="531"/>
                </a:cubicBezTo>
                <a:cubicBezTo>
                  <a:pt x="650" y="527"/>
                  <a:pt x="646" y="523"/>
                  <a:pt x="642" y="520"/>
                </a:cubicBezTo>
                <a:cubicBezTo>
                  <a:pt x="644" y="516"/>
                  <a:pt x="646" y="512"/>
                  <a:pt x="649" y="509"/>
                </a:cubicBezTo>
                <a:cubicBezTo>
                  <a:pt x="654" y="514"/>
                  <a:pt x="654" y="514"/>
                  <a:pt x="654" y="514"/>
                </a:cubicBezTo>
                <a:close/>
                <a:moveTo>
                  <a:pt x="654" y="539"/>
                </a:moveTo>
                <a:cubicBezTo>
                  <a:pt x="654" y="551"/>
                  <a:pt x="654" y="551"/>
                  <a:pt x="654" y="551"/>
                </a:cubicBezTo>
                <a:cubicBezTo>
                  <a:pt x="645" y="549"/>
                  <a:pt x="637" y="547"/>
                  <a:pt x="629" y="546"/>
                </a:cubicBezTo>
                <a:cubicBezTo>
                  <a:pt x="629" y="544"/>
                  <a:pt x="629" y="544"/>
                  <a:pt x="629" y="544"/>
                </a:cubicBezTo>
                <a:cubicBezTo>
                  <a:pt x="631" y="541"/>
                  <a:pt x="633" y="538"/>
                  <a:pt x="635" y="535"/>
                </a:cubicBezTo>
                <a:cubicBezTo>
                  <a:pt x="641" y="536"/>
                  <a:pt x="647" y="537"/>
                  <a:pt x="654" y="539"/>
                </a:cubicBezTo>
                <a:close/>
                <a:moveTo>
                  <a:pt x="654" y="568"/>
                </a:moveTo>
                <a:cubicBezTo>
                  <a:pt x="645" y="562"/>
                  <a:pt x="637" y="556"/>
                  <a:pt x="629" y="550"/>
                </a:cubicBezTo>
                <a:cubicBezTo>
                  <a:pt x="629" y="566"/>
                  <a:pt x="629" y="566"/>
                  <a:pt x="629" y="566"/>
                </a:cubicBezTo>
                <a:cubicBezTo>
                  <a:pt x="637" y="571"/>
                  <a:pt x="645" y="576"/>
                  <a:pt x="653" y="582"/>
                </a:cubicBezTo>
                <a:cubicBezTo>
                  <a:pt x="654" y="581"/>
                  <a:pt x="654" y="581"/>
                  <a:pt x="654" y="581"/>
                </a:cubicBezTo>
                <a:cubicBezTo>
                  <a:pt x="654" y="568"/>
                  <a:pt x="654" y="568"/>
                  <a:pt x="654" y="568"/>
                </a:cubicBezTo>
                <a:close/>
                <a:moveTo>
                  <a:pt x="654" y="637"/>
                </a:moveTo>
                <a:cubicBezTo>
                  <a:pt x="654" y="650"/>
                  <a:pt x="654" y="650"/>
                  <a:pt x="654" y="650"/>
                </a:cubicBezTo>
                <a:cubicBezTo>
                  <a:pt x="654" y="650"/>
                  <a:pt x="653" y="651"/>
                  <a:pt x="653" y="651"/>
                </a:cubicBezTo>
                <a:cubicBezTo>
                  <a:pt x="654" y="651"/>
                  <a:pt x="654" y="651"/>
                  <a:pt x="654" y="651"/>
                </a:cubicBezTo>
                <a:cubicBezTo>
                  <a:pt x="654" y="660"/>
                  <a:pt x="654" y="660"/>
                  <a:pt x="654" y="660"/>
                </a:cubicBezTo>
                <a:cubicBezTo>
                  <a:pt x="645" y="659"/>
                  <a:pt x="639" y="662"/>
                  <a:pt x="629" y="672"/>
                </a:cubicBezTo>
                <a:cubicBezTo>
                  <a:pt x="629" y="661"/>
                  <a:pt x="629" y="661"/>
                  <a:pt x="629" y="661"/>
                </a:cubicBezTo>
                <a:cubicBezTo>
                  <a:pt x="634" y="656"/>
                  <a:pt x="639" y="653"/>
                  <a:pt x="645" y="649"/>
                </a:cubicBezTo>
                <a:cubicBezTo>
                  <a:pt x="647" y="644"/>
                  <a:pt x="650" y="640"/>
                  <a:pt x="654" y="637"/>
                </a:cubicBezTo>
                <a:close/>
                <a:moveTo>
                  <a:pt x="654" y="680"/>
                </a:moveTo>
                <a:cubicBezTo>
                  <a:pt x="645" y="677"/>
                  <a:pt x="637" y="674"/>
                  <a:pt x="629" y="672"/>
                </a:cubicBezTo>
                <a:cubicBezTo>
                  <a:pt x="629" y="681"/>
                  <a:pt x="629" y="681"/>
                  <a:pt x="629" y="681"/>
                </a:cubicBezTo>
                <a:cubicBezTo>
                  <a:pt x="637" y="684"/>
                  <a:pt x="645" y="687"/>
                  <a:pt x="654" y="689"/>
                </a:cubicBezTo>
                <a:cubicBezTo>
                  <a:pt x="654" y="680"/>
                  <a:pt x="654" y="680"/>
                  <a:pt x="654" y="680"/>
                </a:cubicBezTo>
                <a:close/>
                <a:moveTo>
                  <a:pt x="629" y="600"/>
                </a:moveTo>
                <a:cubicBezTo>
                  <a:pt x="629" y="576"/>
                  <a:pt x="629" y="576"/>
                  <a:pt x="629" y="576"/>
                </a:cubicBezTo>
                <a:cubicBezTo>
                  <a:pt x="635" y="581"/>
                  <a:pt x="641" y="586"/>
                  <a:pt x="646" y="592"/>
                </a:cubicBezTo>
                <a:cubicBezTo>
                  <a:pt x="643" y="596"/>
                  <a:pt x="641" y="599"/>
                  <a:pt x="638" y="603"/>
                </a:cubicBezTo>
                <a:cubicBezTo>
                  <a:pt x="629" y="600"/>
                  <a:pt x="629" y="600"/>
                  <a:pt x="629" y="600"/>
                </a:cubicBezTo>
                <a:close/>
                <a:moveTo>
                  <a:pt x="629" y="457"/>
                </a:moveTo>
                <a:cubicBezTo>
                  <a:pt x="629" y="362"/>
                  <a:pt x="629" y="362"/>
                  <a:pt x="629" y="362"/>
                </a:cubicBezTo>
                <a:cubicBezTo>
                  <a:pt x="635" y="393"/>
                  <a:pt x="639" y="427"/>
                  <a:pt x="629" y="457"/>
                </a:cubicBezTo>
                <a:close/>
                <a:moveTo>
                  <a:pt x="629" y="215"/>
                </a:moveTo>
                <a:cubicBezTo>
                  <a:pt x="629" y="162"/>
                  <a:pt x="629" y="162"/>
                  <a:pt x="629" y="162"/>
                </a:cubicBezTo>
                <a:cubicBezTo>
                  <a:pt x="631" y="162"/>
                  <a:pt x="633" y="162"/>
                  <a:pt x="637" y="163"/>
                </a:cubicBezTo>
                <a:cubicBezTo>
                  <a:pt x="639" y="174"/>
                  <a:pt x="642" y="177"/>
                  <a:pt x="651" y="185"/>
                </a:cubicBezTo>
                <a:cubicBezTo>
                  <a:pt x="651" y="187"/>
                  <a:pt x="651" y="188"/>
                  <a:pt x="651" y="190"/>
                </a:cubicBezTo>
                <a:cubicBezTo>
                  <a:pt x="648" y="192"/>
                  <a:pt x="648" y="192"/>
                  <a:pt x="642" y="192"/>
                </a:cubicBezTo>
                <a:cubicBezTo>
                  <a:pt x="642" y="191"/>
                  <a:pt x="641" y="190"/>
                  <a:pt x="641" y="190"/>
                </a:cubicBezTo>
                <a:cubicBezTo>
                  <a:pt x="640" y="192"/>
                  <a:pt x="639" y="195"/>
                  <a:pt x="639" y="197"/>
                </a:cubicBezTo>
                <a:cubicBezTo>
                  <a:pt x="637" y="198"/>
                  <a:pt x="634" y="198"/>
                  <a:pt x="632" y="199"/>
                </a:cubicBezTo>
                <a:cubicBezTo>
                  <a:pt x="637" y="205"/>
                  <a:pt x="641" y="210"/>
                  <a:pt x="648" y="213"/>
                </a:cubicBezTo>
                <a:cubicBezTo>
                  <a:pt x="648" y="218"/>
                  <a:pt x="648" y="220"/>
                  <a:pt x="646" y="224"/>
                </a:cubicBezTo>
                <a:cubicBezTo>
                  <a:pt x="641" y="224"/>
                  <a:pt x="639" y="224"/>
                  <a:pt x="635" y="222"/>
                </a:cubicBezTo>
                <a:cubicBezTo>
                  <a:pt x="633" y="219"/>
                  <a:pt x="631" y="217"/>
                  <a:pt x="629" y="215"/>
                </a:cubicBezTo>
                <a:close/>
                <a:moveTo>
                  <a:pt x="616" y="67"/>
                </a:moveTo>
                <a:cubicBezTo>
                  <a:pt x="620" y="70"/>
                  <a:pt x="625" y="73"/>
                  <a:pt x="629" y="76"/>
                </a:cubicBezTo>
                <a:cubicBezTo>
                  <a:pt x="629" y="93"/>
                  <a:pt x="629" y="93"/>
                  <a:pt x="629" y="93"/>
                </a:cubicBezTo>
                <a:cubicBezTo>
                  <a:pt x="628" y="85"/>
                  <a:pt x="624" y="81"/>
                  <a:pt x="616" y="76"/>
                </a:cubicBezTo>
                <a:cubicBezTo>
                  <a:pt x="616" y="67"/>
                  <a:pt x="616" y="67"/>
                  <a:pt x="616" y="67"/>
                </a:cubicBezTo>
                <a:close/>
                <a:moveTo>
                  <a:pt x="629" y="719"/>
                </a:moveTo>
                <a:cubicBezTo>
                  <a:pt x="625" y="722"/>
                  <a:pt x="621" y="725"/>
                  <a:pt x="616" y="728"/>
                </a:cubicBezTo>
                <a:cubicBezTo>
                  <a:pt x="616" y="719"/>
                  <a:pt x="616" y="719"/>
                  <a:pt x="616" y="719"/>
                </a:cubicBezTo>
                <a:cubicBezTo>
                  <a:pt x="620" y="717"/>
                  <a:pt x="623" y="715"/>
                  <a:pt x="628" y="711"/>
                </a:cubicBezTo>
                <a:cubicBezTo>
                  <a:pt x="624" y="709"/>
                  <a:pt x="620" y="707"/>
                  <a:pt x="616" y="705"/>
                </a:cubicBezTo>
                <a:cubicBezTo>
                  <a:pt x="616" y="696"/>
                  <a:pt x="616" y="696"/>
                  <a:pt x="616" y="696"/>
                </a:cubicBezTo>
                <a:cubicBezTo>
                  <a:pt x="620" y="698"/>
                  <a:pt x="624" y="700"/>
                  <a:pt x="628" y="702"/>
                </a:cubicBezTo>
                <a:cubicBezTo>
                  <a:pt x="629" y="702"/>
                  <a:pt x="629" y="702"/>
                  <a:pt x="629" y="702"/>
                </a:cubicBezTo>
                <a:cubicBezTo>
                  <a:pt x="629" y="719"/>
                  <a:pt x="629" y="719"/>
                  <a:pt x="629" y="719"/>
                </a:cubicBezTo>
                <a:close/>
                <a:moveTo>
                  <a:pt x="629" y="106"/>
                </a:moveTo>
                <a:cubicBezTo>
                  <a:pt x="629" y="130"/>
                  <a:pt x="629" y="130"/>
                  <a:pt x="629" y="130"/>
                </a:cubicBezTo>
                <a:cubicBezTo>
                  <a:pt x="624" y="127"/>
                  <a:pt x="620" y="125"/>
                  <a:pt x="616" y="122"/>
                </a:cubicBezTo>
                <a:cubicBezTo>
                  <a:pt x="616" y="114"/>
                  <a:pt x="616" y="114"/>
                  <a:pt x="616" y="114"/>
                </a:cubicBezTo>
                <a:cubicBezTo>
                  <a:pt x="618" y="115"/>
                  <a:pt x="620" y="117"/>
                  <a:pt x="624" y="120"/>
                </a:cubicBezTo>
                <a:cubicBezTo>
                  <a:pt x="625" y="120"/>
                  <a:pt x="626" y="120"/>
                  <a:pt x="627" y="120"/>
                </a:cubicBezTo>
                <a:cubicBezTo>
                  <a:pt x="628" y="116"/>
                  <a:pt x="628" y="111"/>
                  <a:pt x="629" y="106"/>
                </a:cubicBezTo>
                <a:close/>
                <a:moveTo>
                  <a:pt x="629" y="162"/>
                </a:moveTo>
                <a:cubicBezTo>
                  <a:pt x="629" y="215"/>
                  <a:pt x="629" y="215"/>
                  <a:pt x="629" y="215"/>
                </a:cubicBezTo>
                <a:cubicBezTo>
                  <a:pt x="623" y="208"/>
                  <a:pt x="620" y="210"/>
                  <a:pt x="616" y="214"/>
                </a:cubicBezTo>
                <a:cubicBezTo>
                  <a:pt x="616" y="199"/>
                  <a:pt x="616" y="199"/>
                  <a:pt x="616" y="199"/>
                </a:cubicBezTo>
                <a:cubicBezTo>
                  <a:pt x="616" y="198"/>
                  <a:pt x="616" y="198"/>
                  <a:pt x="616" y="198"/>
                </a:cubicBezTo>
                <a:cubicBezTo>
                  <a:pt x="617" y="198"/>
                  <a:pt x="617" y="197"/>
                  <a:pt x="616" y="196"/>
                </a:cubicBezTo>
                <a:cubicBezTo>
                  <a:pt x="616" y="171"/>
                  <a:pt x="616" y="171"/>
                  <a:pt x="616" y="171"/>
                </a:cubicBezTo>
                <a:cubicBezTo>
                  <a:pt x="617" y="172"/>
                  <a:pt x="618" y="173"/>
                  <a:pt x="619" y="173"/>
                </a:cubicBezTo>
                <a:cubicBezTo>
                  <a:pt x="620" y="173"/>
                  <a:pt x="621" y="173"/>
                  <a:pt x="622" y="173"/>
                </a:cubicBezTo>
                <a:cubicBezTo>
                  <a:pt x="622" y="172"/>
                  <a:pt x="622" y="171"/>
                  <a:pt x="621" y="171"/>
                </a:cubicBezTo>
                <a:cubicBezTo>
                  <a:pt x="620" y="170"/>
                  <a:pt x="618" y="169"/>
                  <a:pt x="616" y="168"/>
                </a:cubicBezTo>
                <a:cubicBezTo>
                  <a:pt x="616" y="154"/>
                  <a:pt x="616" y="154"/>
                  <a:pt x="616" y="154"/>
                </a:cubicBezTo>
                <a:cubicBezTo>
                  <a:pt x="618" y="154"/>
                  <a:pt x="619" y="154"/>
                  <a:pt x="620" y="154"/>
                </a:cubicBezTo>
                <a:cubicBezTo>
                  <a:pt x="623" y="160"/>
                  <a:pt x="625" y="162"/>
                  <a:pt x="629" y="162"/>
                </a:cubicBezTo>
                <a:close/>
                <a:moveTo>
                  <a:pt x="629" y="362"/>
                </a:moveTo>
                <a:cubicBezTo>
                  <a:pt x="629" y="457"/>
                  <a:pt x="629" y="457"/>
                  <a:pt x="629" y="457"/>
                </a:cubicBezTo>
                <a:cubicBezTo>
                  <a:pt x="628" y="461"/>
                  <a:pt x="626" y="466"/>
                  <a:pt x="624" y="470"/>
                </a:cubicBezTo>
                <a:cubicBezTo>
                  <a:pt x="622" y="477"/>
                  <a:pt x="620" y="485"/>
                  <a:pt x="616" y="493"/>
                </a:cubicBezTo>
                <a:cubicBezTo>
                  <a:pt x="616" y="470"/>
                  <a:pt x="616" y="470"/>
                  <a:pt x="616" y="470"/>
                </a:cubicBezTo>
                <a:cubicBezTo>
                  <a:pt x="620" y="467"/>
                  <a:pt x="622" y="463"/>
                  <a:pt x="621" y="457"/>
                </a:cubicBezTo>
                <a:cubicBezTo>
                  <a:pt x="620" y="458"/>
                  <a:pt x="618" y="458"/>
                  <a:pt x="616" y="459"/>
                </a:cubicBezTo>
                <a:cubicBezTo>
                  <a:pt x="616" y="453"/>
                  <a:pt x="616" y="453"/>
                  <a:pt x="616" y="453"/>
                </a:cubicBezTo>
                <a:cubicBezTo>
                  <a:pt x="622" y="451"/>
                  <a:pt x="627" y="447"/>
                  <a:pt x="626" y="437"/>
                </a:cubicBezTo>
                <a:cubicBezTo>
                  <a:pt x="622" y="439"/>
                  <a:pt x="619" y="440"/>
                  <a:pt x="616" y="441"/>
                </a:cubicBezTo>
                <a:cubicBezTo>
                  <a:pt x="616" y="435"/>
                  <a:pt x="616" y="435"/>
                  <a:pt x="616" y="435"/>
                </a:cubicBezTo>
                <a:cubicBezTo>
                  <a:pt x="625" y="432"/>
                  <a:pt x="629" y="429"/>
                  <a:pt x="628" y="417"/>
                </a:cubicBezTo>
                <a:cubicBezTo>
                  <a:pt x="623" y="420"/>
                  <a:pt x="619" y="421"/>
                  <a:pt x="616" y="423"/>
                </a:cubicBezTo>
                <a:cubicBezTo>
                  <a:pt x="616" y="417"/>
                  <a:pt x="616" y="417"/>
                  <a:pt x="616" y="417"/>
                </a:cubicBezTo>
                <a:cubicBezTo>
                  <a:pt x="626" y="411"/>
                  <a:pt x="628" y="411"/>
                  <a:pt x="628" y="397"/>
                </a:cubicBezTo>
                <a:cubicBezTo>
                  <a:pt x="624" y="400"/>
                  <a:pt x="620" y="403"/>
                  <a:pt x="616" y="406"/>
                </a:cubicBezTo>
                <a:cubicBezTo>
                  <a:pt x="616" y="398"/>
                  <a:pt x="616" y="398"/>
                  <a:pt x="616" y="398"/>
                </a:cubicBezTo>
                <a:cubicBezTo>
                  <a:pt x="624" y="393"/>
                  <a:pt x="632" y="387"/>
                  <a:pt x="627" y="377"/>
                </a:cubicBezTo>
                <a:cubicBezTo>
                  <a:pt x="622" y="381"/>
                  <a:pt x="618" y="383"/>
                  <a:pt x="616" y="385"/>
                </a:cubicBezTo>
                <a:cubicBezTo>
                  <a:pt x="616" y="378"/>
                  <a:pt x="616" y="378"/>
                  <a:pt x="616" y="378"/>
                </a:cubicBezTo>
                <a:cubicBezTo>
                  <a:pt x="624" y="373"/>
                  <a:pt x="629" y="368"/>
                  <a:pt x="625" y="358"/>
                </a:cubicBezTo>
                <a:cubicBezTo>
                  <a:pt x="621" y="359"/>
                  <a:pt x="618" y="361"/>
                  <a:pt x="616" y="363"/>
                </a:cubicBezTo>
                <a:cubicBezTo>
                  <a:pt x="616" y="357"/>
                  <a:pt x="616" y="357"/>
                  <a:pt x="616" y="357"/>
                </a:cubicBezTo>
                <a:cubicBezTo>
                  <a:pt x="622" y="352"/>
                  <a:pt x="624" y="347"/>
                  <a:pt x="619" y="337"/>
                </a:cubicBezTo>
                <a:cubicBezTo>
                  <a:pt x="618" y="338"/>
                  <a:pt x="617" y="339"/>
                  <a:pt x="616" y="341"/>
                </a:cubicBezTo>
                <a:cubicBezTo>
                  <a:pt x="616" y="312"/>
                  <a:pt x="616" y="312"/>
                  <a:pt x="616" y="312"/>
                </a:cubicBezTo>
                <a:cubicBezTo>
                  <a:pt x="617" y="314"/>
                  <a:pt x="618" y="316"/>
                  <a:pt x="620" y="320"/>
                </a:cubicBezTo>
                <a:cubicBezTo>
                  <a:pt x="623" y="333"/>
                  <a:pt x="626" y="347"/>
                  <a:pt x="629" y="362"/>
                </a:cubicBezTo>
                <a:close/>
                <a:moveTo>
                  <a:pt x="629" y="544"/>
                </a:moveTo>
                <a:cubicBezTo>
                  <a:pt x="629" y="546"/>
                  <a:pt x="629" y="546"/>
                  <a:pt x="629" y="546"/>
                </a:cubicBezTo>
                <a:cubicBezTo>
                  <a:pt x="628" y="546"/>
                  <a:pt x="628" y="546"/>
                  <a:pt x="628" y="546"/>
                </a:cubicBezTo>
                <a:cubicBezTo>
                  <a:pt x="629" y="544"/>
                  <a:pt x="629" y="544"/>
                  <a:pt x="629" y="544"/>
                </a:cubicBezTo>
                <a:close/>
                <a:moveTo>
                  <a:pt x="629" y="550"/>
                </a:moveTo>
                <a:cubicBezTo>
                  <a:pt x="629" y="566"/>
                  <a:pt x="629" y="566"/>
                  <a:pt x="629" y="566"/>
                </a:cubicBezTo>
                <a:cubicBezTo>
                  <a:pt x="626" y="564"/>
                  <a:pt x="623" y="561"/>
                  <a:pt x="620" y="559"/>
                </a:cubicBezTo>
                <a:cubicBezTo>
                  <a:pt x="622" y="554"/>
                  <a:pt x="623" y="551"/>
                  <a:pt x="628" y="549"/>
                </a:cubicBezTo>
                <a:cubicBezTo>
                  <a:pt x="629" y="550"/>
                  <a:pt x="629" y="550"/>
                  <a:pt x="629" y="550"/>
                </a:cubicBezTo>
                <a:close/>
                <a:moveTo>
                  <a:pt x="629" y="576"/>
                </a:moveTo>
                <a:cubicBezTo>
                  <a:pt x="625" y="572"/>
                  <a:pt x="621" y="568"/>
                  <a:pt x="616" y="565"/>
                </a:cubicBezTo>
                <a:cubicBezTo>
                  <a:pt x="616" y="578"/>
                  <a:pt x="616" y="578"/>
                  <a:pt x="616" y="578"/>
                </a:cubicBezTo>
                <a:cubicBezTo>
                  <a:pt x="620" y="582"/>
                  <a:pt x="623" y="585"/>
                  <a:pt x="627" y="588"/>
                </a:cubicBezTo>
                <a:cubicBezTo>
                  <a:pt x="624" y="588"/>
                  <a:pt x="620" y="587"/>
                  <a:pt x="616" y="586"/>
                </a:cubicBezTo>
                <a:cubicBezTo>
                  <a:pt x="616" y="596"/>
                  <a:pt x="616" y="596"/>
                  <a:pt x="616" y="596"/>
                </a:cubicBezTo>
                <a:cubicBezTo>
                  <a:pt x="619" y="597"/>
                  <a:pt x="623" y="598"/>
                  <a:pt x="629" y="600"/>
                </a:cubicBezTo>
                <a:cubicBezTo>
                  <a:pt x="629" y="576"/>
                  <a:pt x="629" y="576"/>
                  <a:pt x="629" y="576"/>
                </a:cubicBezTo>
                <a:close/>
                <a:moveTo>
                  <a:pt x="629" y="661"/>
                </a:moveTo>
                <a:cubicBezTo>
                  <a:pt x="629" y="672"/>
                  <a:pt x="629" y="672"/>
                  <a:pt x="629" y="672"/>
                </a:cubicBezTo>
                <a:cubicBezTo>
                  <a:pt x="629" y="681"/>
                  <a:pt x="629" y="681"/>
                  <a:pt x="629" y="681"/>
                </a:cubicBezTo>
                <a:cubicBezTo>
                  <a:pt x="628" y="681"/>
                  <a:pt x="628" y="681"/>
                  <a:pt x="628" y="681"/>
                </a:cubicBezTo>
                <a:cubicBezTo>
                  <a:pt x="622" y="681"/>
                  <a:pt x="619" y="681"/>
                  <a:pt x="616" y="682"/>
                </a:cubicBezTo>
                <a:cubicBezTo>
                  <a:pt x="616" y="674"/>
                  <a:pt x="616" y="674"/>
                  <a:pt x="616" y="674"/>
                </a:cubicBezTo>
                <a:cubicBezTo>
                  <a:pt x="618" y="673"/>
                  <a:pt x="619" y="673"/>
                  <a:pt x="621" y="672"/>
                </a:cubicBezTo>
                <a:cubicBezTo>
                  <a:pt x="623" y="668"/>
                  <a:pt x="626" y="664"/>
                  <a:pt x="629" y="661"/>
                </a:cubicBezTo>
                <a:close/>
                <a:moveTo>
                  <a:pt x="616" y="616"/>
                </a:moveTo>
                <a:cubicBezTo>
                  <a:pt x="616" y="601"/>
                  <a:pt x="616" y="601"/>
                  <a:pt x="616" y="601"/>
                </a:cubicBezTo>
                <a:cubicBezTo>
                  <a:pt x="620" y="605"/>
                  <a:pt x="625" y="608"/>
                  <a:pt x="629" y="612"/>
                </a:cubicBezTo>
                <a:cubicBezTo>
                  <a:pt x="626" y="615"/>
                  <a:pt x="624" y="618"/>
                  <a:pt x="621" y="620"/>
                </a:cubicBezTo>
                <a:lnTo>
                  <a:pt x="616" y="616"/>
                </a:lnTo>
                <a:close/>
                <a:moveTo>
                  <a:pt x="611" y="64"/>
                </a:moveTo>
                <a:cubicBezTo>
                  <a:pt x="613" y="65"/>
                  <a:pt x="615" y="66"/>
                  <a:pt x="616" y="67"/>
                </a:cubicBezTo>
                <a:cubicBezTo>
                  <a:pt x="616" y="76"/>
                  <a:pt x="616" y="76"/>
                  <a:pt x="616" y="76"/>
                </a:cubicBezTo>
                <a:cubicBezTo>
                  <a:pt x="615" y="75"/>
                  <a:pt x="614" y="74"/>
                  <a:pt x="612" y="74"/>
                </a:cubicBezTo>
                <a:cubicBezTo>
                  <a:pt x="612" y="85"/>
                  <a:pt x="612" y="97"/>
                  <a:pt x="612" y="109"/>
                </a:cubicBezTo>
                <a:cubicBezTo>
                  <a:pt x="614" y="111"/>
                  <a:pt x="615" y="112"/>
                  <a:pt x="616" y="114"/>
                </a:cubicBezTo>
                <a:cubicBezTo>
                  <a:pt x="616" y="122"/>
                  <a:pt x="616" y="122"/>
                  <a:pt x="616" y="122"/>
                </a:cubicBezTo>
                <a:cubicBezTo>
                  <a:pt x="615" y="121"/>
                  <a:pt x="613" y="120"/>
                  <a:pt x="611" y="118"/>
                </a:cubicBezTo>
                <a:cubicBezTo>
                  <a:pt x="611" y="64"/>
                  <a:pt x="611" y="64"/>
                  <a:pt x="611" y="64"/>
                </a:cubicBezTo>
                <a:close/>
                <a:moveTo>
                  <a:pt x="616" y="728"/>
                </a:moveTo>
                <a:cubicBezTo>
                  <a:pt x="615" y="728"/>
                  <a:pt x="613" y="729"/>
                  <a:pt x="611" y="730"/>
                </a:cubicBezTo>
                <a:cubicBezTo>
                  <a:pt x="611" y="720"/>
                  <a:pt x="611" y="720"/>
                  <a:pt x="611" y="720"/>
                </a:cubicBezTo>
                <a:cubicBezTo>
                  <a:pt x="613" y="720"/>
                  <a:pt x="615" y="719"/>
                  <a:pt x="616" y="719"/>
                </a:cubicBezTo>
                <a:cubicBezTo>
                  <a:pt x="616" y="728"/>
                  <a:pt x="616" y="728"/>
                  <a:pt x="616" y="728"/>
                </a:cubicBezTo>
                <a:close/>
                <a:moveTo>
                  <a:pt x="616" y="154"/>
                </a:moveTo>
                <a:cubicBezTo>
                  <a:pt x="616" y="168"/>
                  <a:pt x="616" y="168"/>
                  <a:pt x="616" y="168"/>
                </a:cubicBezTo>
                <a:cubicBezTo>
                  <a:pt x="615" y="167"/>
                  <a:pt x="614" y="167"/>
                  <a:pt x="613" y="166"/>
                </a:cubicBezTo>
                <a:cubicBezTo>
                  <a:pt x="613" y="169"/>
                  <a:pt x="613" y="169"/>
                  <a:pt x="616" y="171"/>
                </a:cubicBezTo>
                <a:cubicBezTo>
                  <a:pt x="616" y="196"/>
                  <a:pt x="616" y="196"/>
                  <a:pt x="616" y="196"/>
                </a:cubicBezTo>
                <a:cubicBezTo>
                  <a:pt x="615" y="194"/>
                  <a:pt x="613" y="192"/>
                  <a:pt x="611" y="190"/>
                </a:cubicBezTo>
                <a:cubicBezTo>
                  <a:pt x="611" y="153"/>
                  <a:pt x="611" y="153"/>
                  <a:pt x="611" y="153"/>
                </a:cubicBezTo>
                <a:cubicBezTo>
                  <a:pt x="613" y="154"/>
                  <a:pt x="615" y="154"/>
                  <a:pt x="616" y="154"/>
                </a:cubicBezTo>
                <a:close/>
                <a:moveTo>
                  <a:pt x="616" y="199"/>
                </a:moveTo>
                <a:cubicBezTo>
                  <a:pt x="616" y="214"/>
                  <a:pt x="616" y="214"/>
                  <a:pt x="616" y="214"/>
                </a:cubicBezTo>
                <a:cubicBezTo>
                  <a:pt x="615" y="217"/>
                  <a:pt x="613" y="219"/>
                  <a:pt x="611" y="222"/>
                </a:cubicBezTo>
                <a:cubicBezTo>
                  <a:pt x="611" y="196"/>
                  <a:pt x="611" y="196"/>
                  <a:pt x="611" y="196"/>
                </a:cubicBezTo>
                <a:cubicBezTo>
                  <a:pt x="612" y="197"/>
                  <a:pt x="612" y="198"/>
                  <a:pt x="613" y="199"/>
                </a:cubicBezTo>
                <a:cubicBezTo>
                  <a:pt x="614" y="199"/>
                  <a:pt x="615" y="199"/>
                  <a:pt x="616" y="199"/>
                </a:cubicBezTo>
                <a:close/>
                <a:moveTo>
                  <a:pt x="616" y="312"/>
                </a:moveTo>
                <a:cubicBezTo>
                  <a:pt x="616" y="341"/>
                  <a:pt x="616" y="341"/>
                  <a:pt x="616" y="341"/>
                </a:cubicBezTo>
                <a:cubicBezTo>
                  <a:pt x="615" y="343"/>
                  <a:pt x="613" y="344"/>
                  <a:pt x="611" y="346"/>
                </a:cubicBezTo>
                <a:cubicBezTo>
                  <a:pt x="611" y="338"/>
                  <a:pt x="611" y="338"/>
                  <a:pt x="611" y="338"/>
                </a:cubicBezTo>
                <a:cubicBezTo>
                  <a:pt x="616" y="333"/>
                  <a:pt x="616" y="325"/>
                  <a:pt x="613" y="317"/>
                </a:cubicBezTo>
                <a:cubicBezTo>
                  <a:pt x="613" y="318"/>
                  <a:pt x="612" y="319"/>
                  <a:pt x="611" y="320"/>
                </a:cubicBezTo>
                <a:cubicBezTo>
                  <a:pt x="611" y="300"/>
                  <a:pt x="611" y="300"/>
                  <a:pt x="611" y="300"/>
                </a:cubicBezTo>
                <a:cubicBezTo>
                  <a:pt x="613" y="303"/>
                  <a:pt x="613" y="303"/>
                  <a:pt x="613" y="303"/>
                </a:cubicBezTo>
                <a:cubicBezTo>
                  <a:pt x="615" y="307"/>
                  <a:pt x="615" y="309"/>
                  <a:pt x="616" y="312"/>
                </a:cubicBezTo>
                <a:close/>
                <a:moveTo>
                  <a:pt x="616" y="357"/>
                </a:moveTo>
                <a:cubicBezTo>
                  <a:pt x="616" y="363"/>
                  <a:pt x="616" y="363"/>
                  <a:pt x="616" y="363"/>
                </a:cubicBezTo>
                <a:cubicBezTo>
                  <a:pt x="613" y="366"/>
                  <a:pt x="612" y="368"/>
                  <a:pt x="611" y="372"/>
                </a:cubicBezTo>
                <a:cubicBezTo>
                  <a:pt x="611" y="360"/>
                  <a:pt x="611" y="360"/>
                  <a:pt x="611" y="360"/>
                </a:cubicBezTo>
                <a:cubicBezTo>
                  <a:pt x="613" y="359"/>
                  <a:pt x="615" y="358"/>
                  <a:pt x="616" y="357"/>
                </a:cubicBezTo>
                <a:close/>
                <a:moveTo>
                  <a:pt x="616" y="378"/>
                </a:moveTo>
                <a:cubicBezTo>
                  <a:pt x="616" y="385"/>
                  <a:pt x="616" y="385"/>
                  <a:pt x="616" y="385"/>
                </a:cubicBezTo>
                <a:cubicBezTo>
                  <a:pt x="613" y="388"/>
                  <a:pt x="612" y="392"/>
                  <a:pt x="611" y="400"/>
                </a:cubicBezTo>
                <a:cubicBezTo>
                  <a:pt x="613" y="400"/>
                  <a:pt x="615" y="399"/>
                  <a:pt x="616" y="398"/>
                </a:cubicBezTo>
                <a:cubicBezTo>
                  <a:pt x="616" y="406"/>
                  <a:pt x="616" y="406"/>
                  <a:pt x="616" y="406"/>
                </a:cubicBezTo>
                <a:cubicBezTo>
                  <a:pt x="615" y="407"/>
                  <a:pt x="613" y="408"/>
                  <a:pt x="612" y="409"/>
                </a:cubicBezTo>
                <a:cubicBezTo>
                  <a:pt x="612" y="412"/>
                  <a:pt x="612" y="416"/>
                  <a:pt x="611" y="419"/>
                </a:cubicBezTo>
                <a:cubicBezTo>
                  <a:pt x="613" y="418"/>
                  <a:pt x="615" y="417"/>
                  <a:pt x="616" y="417"/>
                </a:cubicBezTo>
                <a:cubicBezTo>
                  <a:pt x="616" y="423"/>
                  <a:pt x="616" y="423"/>
                  <a:pt x="616" y="423"/>
                </a:cubicBezTo>
                <a:cubicBezTo>
                  <a:pt x="614" y="425"/>
                  <a:pt x="613" y="426"/>
                  <a:pt x="611" y="429"/>
                </a:cubicBezTo>
                <a:cubicBezTo>
                  <a:pt x="611" y="381"/>
                  <a:pt x="611" y="381"/>
                  <a:pt x="611" y="381"/>
                </a:cubicBezTo>
                <a:cubicBezTo>
                  <a:pt x="613" y="380"/>
                  <a:pt x="615" y="379"/>
                  <a:pt x="616" y="378"/>
                </a:cubicBezTo>
                <a:close/>
                <a:moveTo>
                  <a:pt x="616" y="435"/>
                </a:moveTo>
                <a:cubicBezTo>
                  <a:pt x="616" y="441"/>
                  <a:pt x="616" y="441"/>
                  <a:pt x="616" y="441"/>
                </a:cubicBezTo>
                <a:cubicBezTo>
                  <a:pt x="614" y="442"/>
                  <a:pt x="613" y="443"/>
                  <a:pt x="611" y="444"/>
                </a:cubicBezTo>
                <a:cubicBezTo>
                  <a:pt x="611" y="436"/>
                  <a:pt x="611" y="436"/>
                  <a:pt x="611" y="436"/>
                </a:cubicBezTo>
                <a:cubicBezTo>
                  <a:pt x="613" y="436"/>
                  <a:pt x="615" y="435"/>
                  <a:pt x="616" y="435"/>
                </a:cubicBezTo>
                <a:close/>
                <a:moveTo>
                  <a:pt x="616" y="453"/>
                </a:moveTo>
                <a:cubicBezTo>
                  <a:pt x="616" y="459"/>
                  <a:pt x="616" y="459"/>
                  <a:pt x="616" y="459"/>
                </a:cubicBezTo>
                <a:cubicBezTo>
                  <a:pt x="615" y="459"/>
                  <a:pt x="613" y="460"/>
                  <a:pt x="611" y="460"/>
                </a:cubicBezTo>
                <a:cubicBezTo>
                  <a:pt x="611" y="454"/>
                  <a:pt x="611" y="454"/>
                  <a:pt x="611" y="454"/>
                </a:cubicBezTo>
                <a:cubicBezTo>
                  <a:pt x="613" y="454"/>
                  <a:pt x="615" y="453"/>
                  <a:pt x="616" y="453"/>
                </a:cubicBezTo>
                <a:close/>
                <a:moveTo>
                  <a:pt x="616" y="470"/>
                </a:moveTo>
                <a:cubicBezTo>
                  <a:pt x="616" y="493"/>
                  <a:pt x="616" y="493"/>
                  <a:pt x="616" y="493"/>
                </a:cubicBezTo>
                <a:cubicBezTo>
                  <a:pt x="615" y="497"/>
                  <a:pt x="613" y="500"/>
                  <a:pt x="611" y="504"/>
                </a:cubicBezTo>
                <a:cubicBezTo>
                  <a:pt x="611" y="487"/>
                  <a:pt x="611" y="487"/>
                  <a:pt x="611" y="487"/>
                </a:cubicBezTo>
                <a:cubicBezTo>
                  <a:pt x="613" y="485"/>
                  <a:pt x="615" y="482"/>
                  <a:pt x="616" y="477"/>
                </a:cubicBezTo>
                <a:cubicBezTo>
                  <a:pt x="614" y="477"/>
                  <a:pt x="613" y="478"/>
                  <a:pt x="611" y="478"/>
                </a:cubicBezTo>
                <a:cubicBezTo>
                  <a:pt x="611" y="472"/>
                  <a:pt x="611" y="472"/>
                  <a:pt x="611" y="472"/>
                </a:cubicBezTo>
                <a:cubicBezTo>
                  <a:pt x="613" y="471"/>
                  <a:pt x="615" y="470"/>
                  <a:pt x="616" y="470"/>
                </a:cubicBezTo>
                <a:close/>
                <a:moveTo>
                  <a:pt x="616" y="565"/>
                </a:moveTo>
                <a:cubicBezTo>
                  <a:pt x="616" y="578"/>
                  <a:pt x="616" y="578"/>
                  <a:pt x="616" y="578"/>
                </a:cubicBezTo>
                <a:cubicBezTo>
                  <a:pt x="611" y="574"/>
                  <a:pt x="611" y="574"/>
                  <a:pt x="611" y="574"/>
                </a:cubicBezTo>
                <a:cubicBezTo>
                  <a:pt x="611" y="569"/>
                  <a:pt x="611" y="569"/>
                  <a:pt x="611" y="569"/>
                </a:cubicBezTo>
                <a:cubicBezTo>
                  <a:pt x="613" y="567"/>
                  <a:pt x="614" y="566"/>
                  <a:pt x="616" y="564"/>
                </a:cubicBezTo>
                <a:cubicBezTo>
                  <a:pt x="616" y="565"/>
                  <a:pt x="616" y="565"/>
                  <a:pt x="616" y="565"/>
                </a:cubicBezTo>
                <a:close/>
                <a:moveTo>
                  <a:pt x="616" y="586"/>
                </a:moveTo>
                <a:cubicBezTo>
                  <a:pt x="616" y="596"/>
                  <a:pt x="616" y="596"/>
                  <a:pt x="616" y="596"/>
                </a:cubicBezTo>
                <a:cubicBezTo>
                  <a:pt x="614" y="596"/>
                  <a:pt x="612" y="595"/>
                  <a:pt x="611" y="595"/>
                </a:cubicBezTo>
                <a:cubicBezTo>
                  <a:pt x="611" y="585"/>
                  <a:pt x="611" y="585"/>
                  <a:pt x="611" y="585"/>
                </a:cubicBezTo>
                <a:cubicBezTo>
                  <a:pt x="613" y="585"/>
                  <a:pt x="615" y="586"/>
                  <a:pt x="616" y="586"/>
                </a:cubicBezTo>
                <a:close/>
                <a:moveTo>
                  <a:pt x="616" y="601"/>
                </a:moveTo>
                <a:cubicBezTo>
                  <a:pt x="616" y="616"/>
                  <a:pt x="616" y="616"/>
                  <a:pt x="616" y="616"/>
                </a:cubicBezTo>
                <a:cubicBezTo>
                  <a:pt x="614" y="614"/>
                  <a:pt x="613" y="613"/>
                  <a:pt x="611" y="611"/>
                </a:cubicBezTo>
                <a:cubicBezTo>
                  <a:pt x="611" y="597"/>
                  <a:pt x="611" y="597"/>
                  <a:pt x="611" y="597"/>
                </a:cubicBezTo>
                <a:cubicBezTo>
                  <a:pt x="613" y="598"/>
                  <a:pt x="615" y="600"/>
                  <a:pt x="616" y="601"/>
                </a:cubicBezTo>
                <a:close/>
                <a:moveTo>
                  <a:pt x="616" y="674"/>
                </a:moveTo>
                <a:cubicBezTo>
                  <a:pt x="616" y="682"/>
                  <a:pt x="616" y="682"/>
                  <a:pt x="616" y="682"/>
                </a:cubicBezTo>
                <a:cubicBezTo>
                  <a:pt x="615" y="683"/>
                  <a:pt x="613" y="684"/>
                  <a:pt x="611" y="685"/>
                </a:cubicBezTo>
                <a:cubicBezTo>
                  <a:pt x="611" y="676"/>
                  <a:pt x="611" y="676"/>
                  <a:pt x="611" y="676"/>
                </a:cubicBezTo>
                <a:cubicBezTo>
                  <a:pt x="613" y="675"/>
                  <a:pt x="614" y="675"/>
                  <a:pt x="616" y="674"/>
                </a:cubicBezTo>
                <a:close/>
                <a:moveTo>
                  <a:pt x="616" y="696"/>
                </a:moveTo>
                <a:cubicBezTo>
                  <a:pt x="616" y="705"/>
                  <a:pt x="616" y="705"/>
                  <a:pt x="616" y="705"/>
                </a:cubicBezTo>
                <a:cubicBezTo>
                  <a:pt x="615" y="705"/>
                  <a:pt x="613" y="704"/>
                  <a:pt x="611" y="703"/>
                </a:cubicBezTo>
                <a:cubicBezTo>
                  <a:pt x="611" y="694"/>
                  <a:pt x="611" y="694"/>
                  <a:pt x="611" y="694"/>
                </a:cubicBezTo>
                <a:lnTo>
                  <a:pt x="616" y="696"/>
                </a:lnTo>
                <a:close/>
                <a:moveTo>
                  <a:pt x="606" y="60"/>
                </a:moveTo>
                <a:cubicBezTo>
                  <a:pt x="607" y="61"/>
                  <a:pt x="609" y="62"/>
                  <a:pt x="611" y="64"/>
                </a:cubicBezTo>
                <a:cubicBezTo>
                  <a:pt x="611" y="118"/>
                  <a:pt x="611" y="118"/>
                  <a:pt x="611" y="118"/>
                </a:cubicBezTo>
                <a:cubicBezTo>
                  <a:pt x="609" y="117"/>
                  <a:pt x="608" y="115"/>
                  <a:pt x="606" y="113"/>
                </a:cubicBezTo>
                <a:cubicBezTo>
                  <a:pt x="606" y="60"/>
                  <a:pt x="606" y="60"/>
                  <a:pt x="606" y="60"/>
                </a:cubicBezTo>
                <a:close/>
                <a:moveTo>
                  <a:pt x="611" y="730"/>
                </a:moveTo>
                <a:cubicBezTo>
                  <a:pt x="610" y="730"/>
                  <a:pt x="610" y="730"/>
                  <a:pt x="610" y="730"/>
                </a:cubicBezTo>
                <a:cubicBezTo>
                  <a:pt x="609" y="732"/>
                  <a:pt x="607" y="733"/>
                  <a:pt x="606" y="734"/>
                </a:cubicBezTo>
                <a:cubicBezTo>
                  <a:pt x="606" y="722"/>
                  <a:pt x="606" y="722"/>
                  <a:pt x="606" y="722"/>
                </a:cubicBezTo>
                <a:cubicBezTo>
                  <a:pt x="608" y="721"/>
                  <a:pt x="610" y="721"/>
                  <a:pt x="611" y="720"/>
                </a:cubicBezTo>
                <a:cubicBezTo>
                  <a:pt x="611" y="730"/>
                  <a:pt x="611" y="730"/>
                  <a:pt x="611" y="730"/>
                </a:cubicBezTo>
                <a:close/>
                <a:moveTo>
                  <a:pt x="611" y="153"/>
                </a:moveTo>
                <a:cubicBezTo>
                  <a:pt x="611" y="190"/>
                  <a:pt x="611" y="190"/>
                  <a:pt x="611" y="190"/>
                </a:cubicBezTo>
                <a:cubicBezTo>
                  <a:pt x="609" y="189"/>
                  <a:pt x="607" y="187"/>
                  <a:pt x="606" y="186"/>
                </a:cubicBezTo>
                <a:cubicBezTo>
                  <a:pt x="606" y="164"/>
                  <a:pt x="606" y="164"/>
                  <a:pt x="606" y="164"/>
                </a:cubicBezTo>
                <a:cubicBezTo>
                  <a:pt x="607" y="163"/>
                  <a:pt x="609" y="163"/>
                  <a:pt x="610" y="162"/>
                </a:cubicBezTo>
                <a:cubicBezTo>
                  <a:pt x="610" y="159"/>
                  <a:pt x="610" y="156"/>
                  <a:pt x="610" y="153"/>
                </a:cubicBezTo>
                <a:cubicBezTo>
                  <a:pt x="611" y="153"/>
                  <a:pt x="611" y="153"/>
                  <a:pt x="611" y="153"/>
                </a:cubicBezTo>
                <a:close/>
                <a:moveTo>
                  <a:pt x="611" y="196"/>
                </a:moveTo>
                <a:cubicBezTo>
                  <a:pt x="611" y="222"/>
                  <a:pt x="611" y="222"/>
                  <a:pt x="611" y="222"/>
                </a:cubicBezTo>
                <a:cubicBezTo>
                  <a:pt x="610" y="225"/>
                  <a:pt x="608" y="228"/>
                  <a:pt x="606" y="230"/>
                </a:cubicBezTo>
                <a:cubicBezTo>
                  <a:pt x="606" y="213"/>
                  <a:pt x="606" y="213"/>
                  <a:pt x="606" y="213"/>
                </a:cubicBezTo>
                <a:cubicBezTo>
                  <a:pt x="607" y="212"/>
                  <a:pt x="607" y="211"/>
                  <a:pt x="609" y="211"/>
                </a:cubicBezTo>
                <a:cubicBezTo>
                  <a:pt x="608" y="206"/>
                  <a:pt x="608" y="206"/>
                  <a:pt x="607" y="205"/>
                </a:cubicBezTo>
                <a:cubicBezTo>
                  <a:pt x="606" y="205"/>
                  <a:pt x="606" y="205"/>
                  <a:pt x="606" y="205"/>
                </a:cubicBezTo>
                <a:cubicBezTo>
                  <a:pt x="606" y="192"/>
                  <a:pt x="606" y="192"/>
                  <a:pt x="606" y="192"/>
                </a:cubicBezTo>
                <a:cubicBezTo>
                  <a:pt x="608" y="193"/>
                  <a:pt x="610" y="194"/>
                  <a:pt x="611" y="196"/>
                </a:cubicBezTo>
                <a:close/>
                <a:moveTo>
                  <a:pt x="611" y="300"/>
                </a:moveTo>
                <a:cubicBezTo>
                  <a:pt x="611" y="320"/>
                  <a:pt x="611" y="320"/>
                  <a:pt x="611" y="320"/>
                </a:cubicBezTo>
                <a:cubicBezTo>
                  <a:pt x="609" y="323"/>
                  <a:pt x="607" y="325"/>
                  <a:pt x="606" y="328"/>
                </a:cubicBezTo>
                <a:cubicBezTo>
                  <a:pt x="606" y="317"/>
                  <a:pt x="606" y="317"/>
                  <a:pt x="606" y="317"/>
                </a:cubicBezTo>
                <a:cubicBezTo>
                  <a:pt x="609" y="312"/>
                  <a:pt x="610" y="308"/>
                  <a:pt x="606" y="300"/>
                </a:cubicBezTo>
                <a:cubicBezTo>
                  <a:pt x="606" y="289"/>
                  <a:pt x="606" y="289"/>
                  <a:pt x="606" y="289"/>
                </a:cubicBezTo>
                <a:cubicBezTo>
                  <a:pt x="607" y="292"/>
                  <a:pt x="608" y="294"/>
                  <a:pt x="611" y="300"/>
                </a:cubicBezTo>
                <a:close/>
                <a:moveTo>
                  <a:pt x="611" y="338"/>
                </a:moveTo>
                <a:cubicBezTo>
                  <a:pt x="611" y="346"/>
                  <a:pt x="611" y="346"/>
                  <a:pt x="611" y="346"/>
                </a:cubicBezTo>
                <a:cubicBezTo>
                  <a:pt x="610" y="348"/>
                  <a:pt x="609" y="349"/>
                  <a:pt x="607" y="351"/>
                </a:cubicBezTo>
                <a:cubicBezTo>
                  <a:pt x="607" y="355"/>
                  <a:pt x="608" y="359"/>
                  <a:pt x="608" y="363"/>
                </a:cubicBezTo>
                <a:cubicBezTo>
                  <a:pt x="609" y="362"/>
                  <a:pt x="610" y="361"/>
                  <a:pt x="611" y="360"/>
                </a:cubicBezTo>
                <a:cubicBezTo>
                  <a:pt x="611" y="372"/>
                  <a:pt x="611" y="372"/>
                  <a:pt x="611" y="372"/>
                </a:cubicBezTo>
                <a:cubicBezTo>
                  <a:pt x="611" y="375"/>
                  <a:pt x="611" y="378"/>
                  <a:pt x="610" y="382"/>
                </a:cubicBezTo>
                <a:cubicBezTo>
                  <a:pt x="611" y="381"/>
                  <a:pt x="611" y="381"/>
                  <a:pt x="611" y="381"/>
                </a:cubicBezTo>
                <a:cubicBezTo>
                  <a:pt x="611" y="429"/>
                  <a:pt x="611" y="429"/>
                  <a:pt x="611" y="429"/>
                </a:cubicBezTo>
                <a:cubicBezTo>
                  <a:pt x="610" y="431"/>
                  <a:pt x="609" y="433"/>
                  <a:pt x="609" y="437"/>
                </a:cubicBezTo>
                <a:cubicBezTo>
                  <a:pt x="610" y="437"/>
                  <a:pt x="611" y="436"/>
                  <a:pt x="611" y="436"/>
                </a:cubicBezTo>
                <a:cubicBezTo>
                  <a:pt x="611" y="444"/>
                  <a:pt x="611" y="444"/>
                  <a:pt x="611" y="444"/>
                </a:cubicBezTo>
                <a:cubicBezTo>
                  <a:pt x="608" y="446"/>
                  <a:pt x="606" y="449"/>
                  <a:pt x="606" y="455"/>
                </a:cubicBezTo>
                <a:cubicBezTo>
                  <a:pt x="606" y="421"/>
                  <a:pt x="606" y="421"/>
                  <a:pt x="606" y="421"/>
                </a:cubicBezTo>
                <a:cubicBezTo>
                  <a:pt x="606" y="419"/>
                  <a:pt x="606" y="417"/>
                  <a:pt x="606" y="415"/>
                </a:cubicBezTo>
                <a:cubicBezTo>
                  <a:pt x="606" y="410"/>
                  <a:pt x="606" y="410"/>
                  <a:pt x="606" y="410"/>
                </a:cubicBezTo>
                <a:cubicBezTo>
                  <a:pt x="607" y="410"/>
                  <a:pt x="607" y="410"/>
                  <a:pt x="607" y="410"/>
                </a:cubicBezTo>
                <a:cubicBezTo>
                  <a:pt x="607" y="404"/>
                  <a:pt x="607" y="399"/>
                  <a:pt x="606" y="393"/>
                </a:cubicBezTo>
                <a:cubicBezTo>
                  <a:pt x="606" y="389"/>
                  <a:pt x="606" y="389"/>
                  <a:pt x="606" y="389"/>
                </a:cubicBezTo>
                <a:cubicBezTo>
                  <a:pt x="606" y="389"/>
                  <a:pt x="606" y="389"/>
                  <a:pt x="606" y="389"/>
                </a:cubicBezTo>
                <a:cubicBezTo>
                  <a:pt x="606" y="389"/>
                  <a:pt x="607" y="388"/>
                  <a:pt x="607" y="387"/>
                </a:cubicBezTo>
                <a:cubicBezTo>
                  <a:pt x="607" y="385"/>
                  <a:pt x="606" y="383"/>
                  <a:pt x="606" y="381"/>
                </a:cubicBezTo>
                <a:cubicBezTo>
                  <a:pt x="606" y="343"/>
                  <a:pt x="606" y="343"/>
                  <a:pt x="606" y="343"/>
                </a:cubicBezTo>
                <a:cubicBezTo>
                  <a:pt x="608" y="342"/>
                  <a:pt x="610" y="340"/>
                  <a:pt x="611" y="338"/>
                </a:cubicBezTo>
                <a:close/>
                <a:moveTo>
                  <a:pt x="611" y="454"/>
                </a:moveTo>
                <a:cubicBezTo>
                  <a:pt x="609" y="455"/>
                  <a:pt x="607" y="455"/>
                  <a:pt x="606" y="456"/>
                </a:cubicBezTo>
                <a:cubicBezTo>
                  <a:pt x="606" y="462"/>
                  <a:pt x="606" y="462"/>
                  <a:pt x="606" y="462"/>
                </a:cubicBezTo>
                <a:cubicBezTo>
                  <a:pt x="607" y="461"/>
                  <a:pt x="609" y="461"/>
                  <a:pt x="611" y="460"/>
                </a:cubicBezTo>
                <a:cubicBezTo>
                  <a:pt x="611" y="454"/>
                  <a:pt x="611" y="454"/>
                  <a:pt x="611" y="454"/>
                </a:cubicBezTo>
                <a:close/>
                <a:moveTo>
                  <a:pt x="611" y="472"/>
                </a:moveTo>
                <a:cubicBezTo>
                  <a:pt x="611" y="478"/>
                  <a:pt x="611" y="478"/>
                  <a:pt x="611" y="478"/>
                </a:cubicBezTo>
                <a:cubicBezTo>
                  <a:pt x="609" y="478"/>
                  <a:pt x="607" y="478"/>
                  <a:pt x="606" y="479"/>
                </a:cubicBezTo>
                <a:cubicBezTo>
                  <a:pt x="606" y="473"/>
                  <a:pt x="606" y="473"/>
                  <a:pt x="606" y="473"/>
                </a:cubicBezTo>
                <a:cubicBezTo>
                  <a:pt x="608" y="472"/>
                  <a:pt x="609" y="472"/>
                  <a:pt x="611" y="472"/>
                </a:cubicBezTo>
                <a:close/>
                <a:moveTo>
                  <a:pt x="611" y="487"/>
                </a:moveTo>
                <a:cubicBezTo>
                  <a:pt x="611" y="504"/>
                  <a:pt x="611" y="504"/>
                  <a:pt x="611" y="504"/>
                </a:cubicBezTo>
                <a:cubicBezTo>
                  <a:pt x="609" y="508"/>
                  <a:pt x="608" y="512"/>
                  <a:pt x="606" y="516"/>
                </a:cubicBezTo>
                <a:cubicBezTo>
                  <a:pt x="606" y="503"/>
                  <a:pt x="606" y="503"/>
                  <a:pt x="606" y="503"/>
                </a:cubicBezTo>
                <a:cubicBezTo>
                  <a:pt x="607" y="501"/>
                  <a:pt x="608" y="499"/>
                  <a:pt x="609" y="496"/>
                </a:cubicBezTo>
                <a:cubicBezTo>
                  <a:pt x="608" y="496"/>
                  <a:pt x="607" y="496"/>
                  <a:pt x="606" y="496"/>
                </a:cubicBezTo>
                <a:cubicBezTo>
                  <a:pt x="606" y="490"/>
                  <a:pt x="606" y="490"/>
                  <a:pt x="606" y="490"/>
                </a:cubicBezTo>
                <a:cubicBezTo>
                  <a:pt x="608" y="489"/>
                  <a:pt x="610" y="488"/>
                  <a:pt x="611" y="487"/>
                </a:cubicBezTo>
                <a:close/>
                <a:moveTo>
                  <a:pt x="611" y="569"/>
                </a:moveTo>
                <a:cubicBezTo>
                  <a:pt x="611" y="574"/>
                  <a:pt x="611" y="574"/>
                  <a:pt x="611" y="574"/>
                </a:cubicBezTo>
                <a:cubicBezTo>
                  <a:pt x="609" y="572"/>
                  <a:pt x="609" y="572"/>
                  <a:pt x="609" y="572"/>
                </a:cubicBezTo>
                <a:cubicBezTo>
                  <a:pt x="611" y="569"/>
                  <a:pt x="611" y="569"/>
                  <a:pt x="611" y="569"/>
                </a:cubicBezTo>
                <a:close/>
                <a:moveTo>
                  <a:pt x="611" y="585"/>
                </a:moveTo>
                <a:cubicBezTo>
                  <a:pt x="611" y="595"/>
                  <a:pt x="611" y="595"/>
                  <a:pt x="611" y="595"/>
                </a:cubicBezTo>
                <a:cubicBezTo>
                  <a:pt x="611" y="595"/>
                  <a:pt x="610" y="595"/>
                  <a:pt x="609" y="595"/>
                </a:cubicBezTo>
                <a:cubicBezTo>
                  <a:pt x="611" y="597"/>
                  <a:pt x="611" y="597"/>
                  <a:pt x="611" y="597"/>
                </a:cubicBezTo>
                <a:cubicBezTo>
                  <a:pt x="611" y="611"/>
                  <a:pt x="611" y="611"/>
                  <a:pt x="611" y="611"/>
                </a:cubicBezTo>
                <a:cubicBezTo>
                  <a:pt x="609" y="609"/>
                  <a:pt x="607" y="608"/>
                  <a:pt x="606" y="606"/>
                </a:cubicBezTo>
                <a:cubicBezTo>
                  <a:pt x="606" y="584"/>
                  <a:pt x="606" y="584"/>
                  <a:pt x="606" y="584"/>
                </a:cubicBezTo>
                <a:cubicBezTo>
                  <a:pt x="607" y="584"/>
                  <a:pt x="609" y="584"/>
                  <a:pt x="611" y="585"/>
                </a:cubicBezTo>
                <a:close/>
                <a:moveTo>
                  <a:pt x="611" y="676"/>
                </a:moveTo>
                <a:cubicBezTo>
                  <a:pt x="611" y="685"/>
                  <a:pt x="611" y="685"/>
                  <a:pt x="611" y="685"/>
                </a:cubicBezTo>
                <a:cubicBezTo>
                  <a:pt x="610" y="686"/>
                  <a:pt x="608" y="688"/>
                  <a:pt x="606" y="690"/>
                </a:cubicBezTo>
                <a:cubicBezTo>
                  <a:pt x="606" y="681"/>
                  <a:pt x="606" y="681"/>
                  <a:pt x="606" y="681"/>
                </a:cubicBezTo>
                <a:cubicBezTo>
                  <a:pt x="607" y="679"/>
                  <a:pt x="609" y="677"/>
                  <a:pt x="611" y="676"/>
                </a:cubicBezTo>
                <a:close/>
                <a:moveTo>
                  <a:pt x="611" y="694"/>
                </a:moveTo>
                <a:cubicBezTo>
                  <a:pt x="611" y="703"/>
                  <a:pt x="611" y="703"/>
                  <a:pt x="611" y="703"/>
                </a:cubicBezTo>
                <a:cubicBezTo>
                  <a:pt x="609" y="703"/>
                  <a:pt x="607" y="702"/>
                  <a:pt x="606" y="701"/>
                </a:cubicBezTo>
                <a:cubicBezTo>
                  <a:pt x="606" y="691"/>
                  <a:pt x="606" y="691"/>
                  <a:pt x="606" y="691"/>
                </a:cubicBezTo>
                <a:cubicBezTo>
                  <a:pt x="611" y="694"/>
                  <a:pt x="611" y="694"/>
                  <a:pt x="611" y="694"/>
                </a:cubicBezTo>
                <a:close/>
                <a:moveTo>
                  <a:pt x="606" y="632"/>
                </a:moveTo>
                <a:cubicBezTo>
                  <a:pt x="606" y="623"/>
                  <a:pt x="606" y="623"/>
                  <a:pt x="606" y="623"/>
                </a:cubicBezTo>
                <a:cubicBezTo>
                  <a:pt x="606" y="626"/>
                  <a:pt x="606" y="629"/>
                  <a:pt x="606" y="632"/>
                </a:cubicBezTo>
                <a:close/>
                <a:moveTo>
                  <a:pt x="603" y="58"/>
                </a:moveTo>
                <a:cubicBezTo>
                  <a:pt x="606" y="60"/>
                  <a:pt x="606" y="60"/>
                  <a:pt x="606" y="60"/>
                </a:cubicBezTo>
                <a:cubicBezTo>
                  <a:pt x="606" y="113"/>
                  <a:pt x="606" y="113"/>
                  <a:pt x="606" y="113"/>
                </a:cubicBezTo>
                <a:cubicBezTo>
                  <a:pt x="605" y="112"/>
                  <a:pt x="604" y="111"/>
                  <a:pt x="603" y="110"/>
                </a:cubicBezTo>
                <a:cubicBezTo>
                  <a:pt x="603" y="110"/>
                  <a:pt x="603" y="110"/>
                  <a:pt x="603" y="110"/>
                </a:cubicBezTo>
                <a:cubicBezTo>
                  <a:pt x="603" y="58"/>
                  <a:pt x="603" y="58"/>
                  <a:pt x="603" y="58"/>
                </a:cubicBezTo>
                <a:close/>
                <a:moveTo>
                  <a:pt x="606" y="734"/>
                </a:moveTo>
                <a:cubicBezTo>
                  <a:pt x="605" y="735"/>
                  <a:pt x="604" y="735"/>
                  <a:pt x="603" y="736"/>
                </a:cubicBezTo>
                <a:cubicBezTo>
                  <a:pt x="603" y="721"/>
                  <a:pt x="603" y="721"/>
                  <a:pt x="603" y="721"/>
                </a:cubicBezTo>
                <a:cubicBezTo>
                  <a:pt x="604" y="722"/>
                  <a:pt x="604" y="722"/>
                  <a:pt x="604" y="722"/>
                </a:cubicBezTo>
                <a:cubicBezTo>
                  <a:pt x="606" y="722"/>
                  <a:pt x="606" y="722"/>
                  <a:pt x="606" y="722"/>
                </a:cubicBezTo>
                <a:cubicBezTo>
                  <a:pt x="606" y="734"/>
                  <a:pt x="606" y="734"/>
                  <a:pt x="606" y="734"/>
                </a:cubicBezTo>
                <a:close/>
                <a:moveTo>
                  <a:pt x="606" y="164"/>
                </a:moveTo>
                <a:cubicBezTo>
                  <a:pt x="606" y="186"/>
                  <a:pt x="606" y="186"/>
                  <a:pt x="606" y="186"/>
                </a:cubicBezTo>
                <a:cubicBezTo>
                  <a:pt x="605" y="186"/>
                  <a:pt x="604" y="186"/>
                  <a:pt x="603" y="185"/>
                </a:cubicBezTo>
                <a:cubicBezTo>
                  <a:pt x="603" y="174"/>
                  <a:pt x="603" y="174"/>
                  <a:pt x="603" y="174"/>
                </a:cubicBezTo>
                <a:cubicBezTo>
                  <a:pt x="604" y="174"/>
                  <a:pt x="604" y="174"/>
                  <a:pt x="604" y="174"/>
                </a:cubicBezTo>
                <a:cubicBezTo>
                  <a:pt x="604" y="173"/>
                  <a:pt x="603" y="171"/>
                  <a:pt x="603" y="170"/>
                </a:cubicBezTo>
                <a:cubicBezTo>
                  <a:pt x="603" y="165"/>
                  <a:pt x="603" y="165"/>
                  <a:pt x="603" y="165"/>
                </a:cubicBezTo>
                <a:cubicBezTo>
                  <a:pt x="604" y="164"/>
                  <a:pt x="605" y="164"/>
                  <a:pt x="606" y="164"/>
                </a:cubicBezTo>
                <a:close/>
                <a:moveTo>
                  <a:pt x="606" y="192"/>
                </a:moveTo>
                <a:cubicBezTo>
                  <a:pt x="606" y="205"/>
                  <a:pt x="606" y="205"/>
                  <a:pt x="606" y="205"/>
                </a:cubicBezTo>
                <a:cubicBezTo>
                  <a:pt x="603" y="205"/>
                  <a:pt x="603" y="205"/>
                  <a:pt x="603" y="205"/>
                </a:cubicBezTo>
                <a:cubicBezTo>
                  <a:pt x="603" y="190"/>
                  <a:pt x="603" y="190"/>
                  <a:pt x="603" y="190"/>
                </a:cubicBezTo>
                <a:cubicBezTo>
                  <a:pt x="604" y="191"/>
                  <a:pt x="605" y="191"/>
                  <a:pt x="606" y="192"/>
                </a:cubicBezTo>
                <a:close/>
                <a:moveTo>
                  <a:pt x="606" y="213"/>
                </a:moveTo>
                <a:cubicBezTo>
                  <a:pt x="606" y="230"/>
                  <a:pt x="606" y="230"/>
                  <a:pt x="606" y="230"/>
                </a:cubicBezTo>
                <a:cubicBezTo>
                  <a:pt x="605" y="231"/>
                  <a:pt x="604" y="232"/>
                  <a:pt x="603" y="233"/>
                </a:cubicBezTo>
                <a:cubicBezTo>
                  <a:pt x="603" y="212"/>
                  <a:pt x="603" y="212"/>
                  <a:pt x="603" y="212"/>
                </a:cubicBezTo>
                <a:cubicBezTo>
                  <a:pt x="604" y="212"/>
                  <a:pt x="604" y="213"/>
                  <a:pt x="604" y="213"/>
                </a:cubicBezTo>
                <a:cubicBezTo>
                  <a:pt x="606" y="213"/>
                  <a:pt x="606" y="213"/>
                  <a:pt x="606" y="213"/>
                </a:cubicBezTo>
                <a:close/>
                <a:moveTo>
                  <a:pt x="606" y="289"/>
                </a:moveTo>
                <a:cubicBezTo>
                  <a:pt x="606" y="300"/>
                  <a:pt x="606" y="300"/>
                  <a:pt x="606" y="300"/>
                </a:cubicBezTo>
                <a:cubicBezTo>
                  <a:pt x="605" y="300"/>
                  <a:pt x="605" y="300"/>
                  <a:pt x="605" y="299"/>
                </a:cubicBezTo>
                <a:cubicBezTo>
                  <a:pt x="604" y="300"/>
                  <a:pt x="604" y="301"/>
                  <a:pt x="603" y="302"/>
                </a:cubicBezTo>
                <a:cubicBezTo>
                  <a:pt x="603" y="283"/>
                  <a:pt x="603" y="283"/>
                  <a:pt x="603" y="283"/>
                </a:cubicBezTo>
                <a:cubicBezTo>
                  <a:pt x="604" y="284"/>
                  <a:pt x="604" y="284"/>
                  <a:pt x="604" y="284"/>
                </a:cubicBezTo>
                <a:cubicBezTo>
                  <a:pt x="605" y="286"/>
                  <a:pt x="605" y="288"/>
                  <a:pt x="606" y="289"/>
                </a:cubicBezTo>
                <a:close/>
                <a:moveTo>
                  <a:pt x="606" y="317"/>
                </a:moveTo>
                <a:cubicBezTo>
                  <a:pt x="606" y="328"/>
                  <a:pt x="606" y="328"/>
                  <a:pt x="606" y="328"/>
                </a:cubicBezTo>
                <a:cubicBezTo>
                  <a:pt x="605" y="329"/>
                  <a:pt x="604" y="330"/>
                  <a:pt x="603" y="331"/>
                </a:cubicBezTo>
                <a:cubicBezTo>
                  <a:pt x="603" y="320"/>
                  <a:pt x="603" y="320"/>
                  <a:pt x="603" y="320"/>
                </a:cubicBezTo>
                <a:cubicBezTo>
                  <a:pt x="604" y="319"/>
                  <a:pt x="605" y="318"/>
                  <a:pt x="606" y="317"/>
                </a:cubicBezTo>
                <a:close/>
                <a:moveTo>
                  <a:pt x="606" y="343"/>
                </a:moveTo>
                <a:cubicBezTo>
                  <a:pt x="606" y="381"/>
                  <a:pt x="606" y="381"/>
                  <a:pt x="606" y="381"/>
                </a:cubicBezTo>
                <a:cubicBezTo>
                  <a:pt x="605" y="375"/>
                  <a:pt x="604" y="370"/>
                  <a:pt x="603" y="365"/>
                </a:cubicBezTo>
                <a:cubicBezTo>
                  <a:pt x="603" y="343"/>
                  <a:pt x="603" y="343"/>
                  <a:pt x="603" y="343"/>
                </a:cubicBezTo>
                <a:cubicBezTo>
                  <a:pt x="603" y="344"/>
                  <a:pt x="603" y="344"/>
                  <a:pt x="603" y="344"/>
                </a:cubicBezTo>
                <a:cubicBezTo>
                  <a:pt x="604" y="344"/>
                  <a:pt x="605" y="343"/>
                  <a:pt x="606" y="343"/>
                </a:cubicBezTo>
                <a:close/>
                <a:moveTo>
                  <a:pt x="606" y="389"/>
                </a:moveTo>
                <a:cubicBezTo>
                  <a:pt x="606" y="393"/>
                  <a:pt x="606" y="393"/>
                  <a:pt x="606" y="393"/>
                </a:cubicBezTo>
                <a:cubicBezTo>
                  <a:pt x="606" y="393"/>
                  <a:pt x="606" y="393"/>
                  <a:pt x="606" y="393"/>
                </a:cubicBezTo>
                <a:cubicBezTo>
                  <a:pt x="603" y="393"/>
                  <a:pt x="603" y="393"/>
                  <a:pt x="603" y="393"/>
                </a:cubicBezTo>
                <a:cubicBezTo>
                  <a:pt x="603" y="389"/>
                  <a:pt x="603" y="389"/>
                  <a:pt x="603" y="389"/>
                </a:cubicBezTo>
                <a:cubicBezTo>
                  <a:pt x="606" y="389"/>
                  <a:pt x="606" y="389"/>
                  <a:pt x="606" y="389"/>
                </a:cubicBezTo>
                <a:close/>
                <a:moveTo>
                  <a:pt x="606" y="410"/>
                </a:moveTo>
                <a:cubicBezTo>
                  <a:pt x="606" y="415"/>
                  <a:pt x="606" y="415"/>
                  <a:pt x="606" y="415"/>
                </a:cubicBezTo>
                <a:cubicBezTo>
                  <a:pt x="606" y="415"/>
                  <a:pt x="606" y="415"/>
                  <a:pt x="606" y="415"/>
                </a:cubicBezTo>
                <a:cubicBezTo>
                  <a:pt x="603" y="415"/>
                  <a:pt x="603" y="415"/>
                  <a:pt x="603" y="415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6" y="410"/>
                  <a:pt x="606" y="410"/>
                  <a:pt x="606" y="410"/>
                </a:cubicBezTo>
                <a:close/>
                <a:moveTo>
                  <a:pt x="606" y="421"/>
                </a:moveTo>
                <a:cubicBezTo>
                  <a:pt x="606" y="455"/>
                  <a:pt x="606" y="455"/>
                  <a:pt x="606" y="455"/>
                </a:cubicBezTo>
                <a:cubicBezTo>
                  <a:pt x="606" y="456"/>
                  <a:pt x="606" y="456"/>
                  <a:pt x="606" y="456"/>
                </a:cubicBezTo>
                <a:cubicBezTo>
                  <a:pt x="606" y="456"/>
                  <a:pt x="606" y="456"/>
                  <a:pt x="606" y="456"/>
                </a:cubicBezTo>
                <a:cubicBezTo>
                  <a:pt x="606" y="462"/>
                  <a:pt x="606" y="462"/>
                  <a:pt x="606" y="462"/>
                </a:cubicBezTo>
                <a:cubicBezTo>
                  <a:pt x="603" y="463"/>
                  <a:pt x="603" y="463"/>
                  <a:pt x="603" y="463"/>
                </a:cubicBezTo>
                <a:cubicBezTo>
                  <a:pt x="603" y="463"/>
                  <a:pt x="603" y="463"/>
                  <a:pt x="603" y="463"/>
                </a:cubicBezTo>
                <a:cubicBezTo>
                  <a:pt x="603" y="440"/>
                  <a:pt x="603" y="440"/>
                  <a:pt x="603" y="440"/>
                </a:cubicBezTo>
                <a:cubicBezTo>
                  <a:pt x="605" y="434"/>
                  <a:pt x="605" y="428"/>
                  <a:pt x="606" y="421"/>
                </a:cubicBezTo>
                <a:close/>
                <a:moveTo>
                  <a:pt x="606" y="473"/>
                </a:moveTo>
                <a:cubicBezTo>
                  <a:pt x="606" y="479"/>
                  <a:pt x="606" y="479"/>
                  <a:pt x="606" y="479"/>
                </a:cubicBezTo>
                <a:cubicBezTo>
                  <a:pt x="605" y="479"/>
                  <a:pt x="604" y="479"/>
                  <a:pt x="603" y="479"/>
                </a:cubicBezTo>
                <a:cubicBezTo>
                  <a:pt x="603" y="473"/>
                  <a:pt x="603" y="473"/>
                  <a:pt x="603" y="473"/>
                </a:cubicBezTo>
                <a:cubicBezTo>
                  <a:pt x="604" y="473"/>
                  <a:pt x="605" y="473"/>
                  <a:pt x="606" y="473"/>
                </a:cubicBezTo>
                <a:close/>
                <a:moveTo>
                  <a:pt x="606" y="490"/>
                </a:moveTo>
                <a:cubicBezTo>
                  <a:pt x="606" y="496"/>
                  <a:pt x="606" y="496"/>
                  <a:pt x="606" y="496"/>
                </a:cubicBezTo>
                <a:cubicBezTo>
                  <a:pt x="605" y="496"/>
                  <a:pt x="604" y="496"/>
                  <a:pt x="603" y="496"/>
                </a:cubicBezTo>
                <a:cubicBezTo>
                  <a:pt x="603" y="490"/>
                  <a:pt x="603" y="490"/>
                  <a:pt x="603" y="490"/>
                </a:cubicBezTo>
                <a:cubicBezTo>
                  <a:pt x="604" y="490"/>
                  <a:pt x="605" y="490"/>
                  <a:pt x="606" y="490"/>
                </a:cubicBezTo>
                <a:close/>
                <a:moveTo>
                  <a:pt x="606" y="503"/>
                </a:moveTo>
                <a:cubicBezTo>
                  <a:pt x="606" y="516"/>
                  <a:pt x="606" y="516"/>
                  <a:pt x="606" y="516"/>
                </a:cubicBezTo>
                <a:cubicBezTo>
                  <a:pt x="605" y="517"/>
                  <a:pt x="604" y="519"/>
                  <a:pt x="603" y="521"/>
                </a:cubicBezTo>
                <a:cubicBezTo>
                  <a:pt x="603" y="505"/>
                  <a:pt x="603" y="505"/>
                  <a:pt x="603" y="505"/>
                </a:cubicBezTo>
                <a:cubicBezTo>
                  <a:pt x="604" y="505"/>
                  <a:pt x="605" y="504"/>
                  <a:pt x="606" y="503"/>
                </a:cubicBezTo>
                <a:close/>
                <a:moveTo>
                  <a:pt x="606" y="584"/>
                </a:moveTo>
                <a:cubicBezTo>
                  <a:pt x="606" y="606"/>
                  <a:pt x="606" y="606"/>
                  <a:pt x="606" y="606"/>
                </a:cubicBezTo>
                <a:cubicBezTo>
                  <a:pt x="605" y="605"/>
                  <a:pt x="604" y="605"/>
                  <a:pt x="603" y="604"/>
                </a:cubicBezTo>
                <a:cubicBezTo>
                  <a:pt x="603" y="583"/>
                  <a:pt x="603" y="583"/>
                  <a:pt x="603" y="583"/>
                </a:cubicBezTo>
                <a:cubicBezTo>
                  <a:pt x="604" y="583"/>
                  <a:pt x="605" y="583"/>
                  <a:pt x="606" y="584"/>
                </a:cubicBezTo>
                <a:close/>
                <a:moveTo>
                  <a:pt x="606" y="623"/>
                </a:moveTo>
                <a:cubicBezTo>
                  <a:pt x="606" y="632"/>
                  <a:pt x="606" y="632"/>
                  <a:pt x="606" y="632"/>
                </a:cubicBezTo>
                <a:cubicBezTo>
                  <a:pt x="605" y="634"/>
                  <a:pt x="605" y="635"/>
                  <a:pt x="604" y="637"/>
                </a:cubicBezTo>
                <a:cubicBezTo>
                  <a:pt x="603" y="637"/>
                  <a:pt x="603" y="637"/>
                  <a:pt x="603" y="637"/>
                </a:cubicBezTo>
                <a:cubicBezTo>
                  <a:pt x="603" y="618"/>
                  <a:pt x="603" y="618"/>
                  <a:pt x="603" y="618"/>
                </a:cubicBezTo>
                <a:cubicBezTo>
                  <a:pt x="604" y="620"/>
                  <a:pt x="605" y="621"/>
                  <a:pt x="606" y="623"/>
                </a:cubicBezTo>
                <a:close/>
                <a:moveTo>
                  <a:pt x="606" y="681"/>
                </a:moveTo>
                <a:cubicBezTo>
                  <a:pt x="606" y="690"/>
                  <a:pt x="606" y="690"/>
                  <a:pt x="606" y="690"/>
                </a:cubicBezTo>
                <a:cubicBezTo>
                  <a:pt x="604" y="690"/>
                  <a:pt x="604" y="690"/>
                  <a:pt x="604" y="690"/>
                </a:cubicBezTo>
                <a:cubicBezTo>
                  <a:pt x="606" y="691"/>
                  <a:pt x="606" y="691"/>
                  <a:pt x="606" y="691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5" y="701"/>
                  <a:pt x="604" y="701"/>
                  <a:pt x="603" y="701"/>
                </a:cubicBezTo>
                <a:cubicBezTo>
                  <a:pt x="603" y="683"/>
                  <a:pt x="603" y="683"/>
                  <a:pt x="603" y="683"/>
                </a:cubicBezTo>
                <a:cubicBezTo>
                  <a:pt x="604" y="682"/>
                  <a:pt x="605" y="681"/>
                  <a:pt x="606" y="681"/>
                </a:cubicBezTo>
                <a:close/>
                <a:moveTo>
                  <a:pt x="598" y="55"/>
                </a:moveTo>
                <a:cubicBezTo>
                  <a:pt x="603" y="58"/>
                  <a:pt x="603" y="58"/>
                  <a:pt x="603" y="58"/>
                </a:cubicBezTo>
                <a:cubicBezTo>
                  <a:pt x="603" y="110"/>
                  <a:pt x="603" y="110"/>
                  <a:pt x="603" y="110"/>
                </a:cubicBezTo>
                <a:cubicBezTo>
                  <a:pt x="601" y="110"/>
                  <a:pt x="600" y="109"/>
                  <a:pt x="598" y="108"/>
                </a:cubicBezTo>
                <a:cubicBezTo>
                  <a:pt x="598" y="101"/>
                  <a:pt x="598" y="101"/>
                  <a:pt x="598" y="101"/>
                </a:cubicBezTo>
                <a:cubicBezTo>
                  <a:pt x="598" y="101"/>
                  <a:pt x="599" y="101"/>
                  <a:pt x="600" y="101"/>
                </a:cubicBezTo>
                <a:cubicBezTo>
                  <a:pt x="601" y="101"/>
                  <a:pt x="601" y="101"/>
                  <a:pt x="602" y="101"/>
                </a:cubicBezTo>
                <a:cubicBezTo>
                  <a:pt x="602" y="92"/>
                  <a:pt x="603" y="83"/>
                  <a:pt x="603" y="73"/>
                </a:cubicBezTo>
                <a:cubicBezTo>
                  <a:pt x="601" y="70"/>
                  <a:pt x="599" y="67"/>
                  <a:pt x="598" y="65"/>
                </a:cubicBezTo>
                <a:cubicBezTo>
                  <a:pt x="598" y="55"/>
                  <a:pt x="598" y="55"/>
                  <a:pt x="598" y="55"/>
                </a:cubicBezTo>
                <a:close/>
                <a:moveTo>
                  <a:pt x="603" y="736"/>
                </a:moveTo>
                <a:cubicBezTo>
                  <a:pt x="601" y="737"/>
                  <a:pt x="600" y="739"/>
                  <a:pt x="598" y="740"/>
                </a:cubicBezTo>
                <a:cubicBezTo>
                  <a:pt x="598" y="731"/>
                  <a:pt x="598" y="731"/>
                  <a:pt x="598" y="731"/>
                </a:cubicBezTo>
                <a:cubicBezTo>
                  <a:pt x="598" y="730"/>
                  <a:pt x="599" y="730"/>
                  <a:pt x="600" y="729"/>
                </a:cubicBezTo>
                <a:cubicBezTo>
                  <a:pt x="598" y="728"/>
                  <a:pt x="598" y="728"/>
                  <a:pt x="598" y="728"/>
                </a:cubicBezTo>
                <a:cubicBezTo>
                  <a:pt x="598" y="719"/>
                  <a:pt x="598" y="719"/>
                  <a:pt x="598" y="719"/>
                </a:cubicBezTo>
                <a:cubicBezTo>
                  <a:pt x="600" y="720"/>
                  <a:pt x="601" y="720"/>
                  <a:pt x="603" y="721"/>
                </a:cubicBezTo>
                <a:cubicBezTo>
                  <a:pt x="603" y="736"/>
                  <a:pt x="603" y="736"/>
                  <a:pt x="603" y="736"/>
                </a:cubicBezTo>
                <a:close/>
                <a:moveTo>
                  <a:pt x="603" y="165"/>
                </a:moveTo>
                <a:cubicBezTo>
                  <a:pt x="603" y="170"/>
                  <a:pt x="603" y="170"/>
                  <a:pt x="603" y="170"/>
                </a:cubicBezTo>
                <a:cubicBezTo>
                  <a:pt x="603" y="168"/>
                  <a:pt x="603" y="167"/>
                  <a:pt x="603" y="165"/>
                </a:cubicBezTo>
                <a:cubicBezTo>
                  <a:pt x="603" y="165"/>
                  <a:pt x="603" y="165"/>
                  <a:pt x="603" y="165"/>
                </a:cubicBezTo>
                <a:close/>
                <a:moveTo>
                  <a:pt x="603" y="174"/>
                </a:moveTo>
                <a:cubicBezTo>
                  <a:pt x="603" y="185"/>
                  <a:pt x="603" y="185"/>
                  <a:pt x="603" y="185"/>
                </a:cubicBezTo>
                <a:cubicBezTo>
                  <a:pt x="603" y="185"/>
                  <a:pt x="603" y="185"/>
                  <a:pt x="602" y="185"/>
                </a:cubicBezTo>
                <a:cubicBezTo>
                  <a:pt x="602" y="187"/>
                  <a:pt x="603" y="188"/>
                  <a:pt x="603" y="190"/>
                </a:cubicBezTo>
                <a:cubicBezTo>
                  <a:pt x="603" y="190"/>
                  <a:pt x="603" y="190"/>
                  <a:pt x="603" y="190"/>
                </a:cubicBezTo>
                <a:cubicBezTo>
                  <a:pt x="603" y="205"/>
                  <a:pt x="603" y="205"/>
                  <a:pt x="603" y="205"/>
                </a:cubicBezTo>
                <a:cubicBezTo>
                  <a:pt x="602" y="205"/>
                  <a:pt x="602" y="205"/>
                  <a:pt x="602" y="205"/>
                </a:cubicBezTo>
                <a:cubicBezTo>
                  <a:pt x="602" y="209"/>
                  <a:pt x="602" y="210"/>
                  <a:pt x="603" y="212"/>
                </a:cubicBezTo>
                <a:cubicBezTo>
                  <a:pt x="603" y="233"/>
                  <a:pt x="603" y="233"/>
                  <a:pt x="603" y="233"/>
                </a:cubicBezTo>
                <a:cubicBezTo>
                  <a:pt x="602" y="234"/>
                  <a:pt x="600" y="235"/>
                  <a:pt x="598" y="236"/>
                </a:cubicBezTo>
                <a:cubicBezTo>
                  <a:pt x="598" y="170"/>
                  <a:pt x="598" y="170"/>
                  <a:pt x="598" y="170"/>
                </a:cubicBezTo>
                <a:cubicBezTo>
                  <a:pt x="600" y="171"/>
                  <a:pt x="602" y="173"/>
                  <a:pt x="603" y="174"/>
                </a:cubicBezTo>
                <a:close/>
                <a:moveTo>
                  <a:pt x="603" y="283"/>
                </a:moveTo>
                <a:cubicBezTo>
                  <a:pt x="603" y="302"/>
                  <a:pt x="603" y="302"/>
                  <a:pt x="603" y="302"/>
                </a:cubicBezTo>
                <a:cubicBezTo>
                  <a:pt x="601" y="305"/>
                  <a:pt x="599" y="308"/>
                  <a:pt x="598" y="311"/>
                </a:cubicBezTo>
                <a:cubicBezTo>
                  <a:pt x="598" y="300"/>
                  <a:pt x="598" y="300"/>
                  <a:pt x="598" y="300"/>
                </a:cubicBezTo>
                <a:cubicBezTo>
                  <a:pt x="600" y="296"/>
                  <a:pt x="600" y="292"/>
                  <a:pt x="598" y="286"/>
                </a:cubicBezTo>
                <a:cubicBezTo>
                  <a:pt x="598" y="277"/>
                  <a:pt x="598" y="277"/>
                  <a:pt x="598" y="277"/>
                </a:cubicBezTo>
                <a:cubicBezTo>
                  <a:pt x="599" y="279"/>
                  <a:pt x="601" y="281"/>
                  <a:pt x="603" y="283"/>
                </a:cubicBezTo>
                <a:close/>
                <a:moveTo>
                  <a:pt x="603" y="320"/>
                </a:moveTo>
                <a:cubicBezTo>
                  <a:pt x="603" y="331"/>
                  <a:pt x="603" y="331"/>
                  <a:pt x="603" y="331"/>
                </a:cubicBezTo>
                <a:cubicBezTo>
                  <a:pt x="603" y="332"/>
                  <a:pt x="603" y="332"/>
                  <a:pt x="603" y="332"/>
                </a:cubicBezTo>
                <a:cubicBezTo>
                  <a:pt x="603" y="336"/>
                  <a:pt x="603" y="340"/>
                  <a:pt x="603" y="343"/>
                </a:cubicBezTo>
                <a:cubicBezTo>
                  <a:pt x="603" y="365"/>
                  <a:pt x="603" y="365"/>
                  <a:pt x="603" y="365"/>
                </a:cubicBezTo>
                <a:cubicBezTo>
                  <a:pt x="602" y="357"/>
                  <a:pt x="601" y="350"/>
                  <a:pt x="598" y="343"/>
                </a:cubicBezTo>
                <a:cubicBezTo>
                  <a:pt x="598" y="342"/>
                  <a:pt x="598" y="342"/>
                  <a:pt x="598" y="342"/>
                </a:cubicBezTo>
                <a:cubicBezTo>
                  <a:pt x="598" y="326"/>
                  <a:pt x="598" y="326"/>
                  <a:pt x="598" y="326"/>
                </a:cubicBezTo>
                <a:cubicBezTo>
                  <a:pt x="600" y="326"/>
                  <a:pt x="600" y="326"/>
                  <a:pt x="600" y="326"/>
                </a:cubicBezTo>
                <a:cubicBezTo>
                  <a:pt x="601" y="324"/>
                  <a:pt x="602" y="322"/>
                  <a:pt x="603" y="320"/>
                </a:cubicBezTo>
                <a:close/>
                <a:moveTo>
                  <a:pt x="603" y="389"/>
                </a:moveTo>
                <a:cubicBezTo>
                  <a:pt x="603" y="393"/>
                  <a:pt x="603" y="393"/>
                  <a:pt x="603" y="393"/>
                </a:cubicBezTo>
                <a:cubicBezTo>
                  <a:pt x="600" y="393"/>
                  <a:pt x="600" y="393"/>
                  <a:pt x="600" y="393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3" y="415"/>
                  <a:pt x="603" y="415"/>
                  <a:pt x="603" y="415"/>
                </a:cubicBezTo>
                <a:cubicBezTo>
                  <a:pt x="598" y="415"/>
                  <a:pt x="598" y="415"/>
                  <a:pt x="598" y="415"/>
                </a:cubicBezTo>
                <a:cubicBezTo>
                  <a:pt x="598" y="410"/>
                  <a:pt x="598" y="410"/>
                  <a:pt x="598" y="410"/>
                </a:cubicBezTo>
                <a:cubicBezTo>
                  <a:pt x="598" y="410"/>
                  <a:pt x="599" y="410"/>
                  <a:pt x="599" y="410"/>
                </a:cubicBezTo>
                <a:cubicBezTo>
                  <a:pt x="599" y="408"/>
                  <a:pt x="598" y="405"/>
                  <a:pt x="598" y="403"/>
                </a:cubicBezTo>
                <a:cubicBezTo>
                  <a:pt x="598" y="389"/>
                  <a:pt x="598" y="389"/>
                  <a:pt x="598" y="389"/>
                </a:cubicBezTo>
                <a:cubicBezTo>
                  <a:pt x="603" y="389"/>
                  <a:pt x="603" y="389"/>
                  <a:pt x="603" y="389"/>
                </a:cubicBezTo>
                <a:close/>
                <a:moveTo>
                  <a:pt x="603" y="440"/>
                </a:moveTo>
                <a:cubicBezTo>
                  <a:pt x="603" y="463"/>
                  <a:pt x="603" y="463"/>
                  <a:pt x="603" y="463"/>
                </a:cubicBezTo>
                <a:cubicBezTo>
                  <a:pt x="602" y="466"/>
                  <a:pt x="601" y="470"/>
                  <a:pt x="600" y="474"/>
                </a:cubicBezTo>
                <a:cubicBezTo>
                  <a:pt x="603" y="473"/>
                  <a:pt x="603" y="473"/>
                  <a:pt x="603" y="473"/>
                </a:cubicBezTo>
                <a:cubicBezTo>
                  <a:pt x="603" y="479"/>
                  <a:pt x="603" y="479"/>
                  <a:pt x="603" y="479"/>
                </a:cubicBezTo>
                <a:cubicBezTo>
                  <a:pt x="601" y="480"/>
                  <a:pt x="599" y="481"/>
                  <a:pt x="598" y="482"/>
                </a:cubicBezTo>
                <a:cubicBezTo>
                  <a:pt x="598" y="462"/>
                  <a:pt x="598" y="462"/>
                  <a:pt x="598" y="462"/>
                </a:cubicBezTo>
                <a:cubicBezTo>
                  <a:pt x="598" y="462"/>
                  <a:pt x="599" y="461"/>
                  <a:pt x="599" y="461"/>
                </a:cubicBezTo>
                <a:cubicBezTo>
                  <a:pt x="601" y="453"/>
                  <a:pt x="602" y="447"/>
                  <a:pt x="603" y="440"/>
                </a:cubicBezTo>
                <a:close/>
                <a:moveTo>
                  <a:pt x="603" y="490"/>
                </a:moveTo>
                <a:cubicBezTo>
                  <a:pt x="603" y="496"/>
                  <a:pt x="603" y="496"/>
                  <a:pt x="603" y="496"/>
                </a:cubicBezTo>
                <a:cubicBezTo>
                  <a:pt x="601" y="496"/>
                  <a:pt x="599" y="497"/>
                  <a:pt x="598" y="497"/>
                </a:cubicBezTo>
                <a:cubicBezTo>
                  <a:pt x="598" y="491"/>
                  <a:pt x="598" y="491"/>
                  <a:pt x="598" y="491"/>
                </a:cubicBezTo>
                <a:cubicBezTo>
                  <a:pt x="600" y="490"/>
                  <a:pt x="602" y="490"/>
                  <a:pt x="603" y="490"/>
                </a:cubicBezTo>
                <a:close/>
                <a:moveTo>
                  <a:pt x="603" y="505"/>
                </a:moveTo>
                <a:cubicBezTo>
                  <a:pt x="603" y="521"/>
                  <a:pt x="603" y="521"/>
                  <a:pt x="603" y="521"/>
                </a:cubicBezTo>
                <a:cubicBezTo>
                  <a:pt x="601" y="524"/>
                  <a:pt x="600" y="527"/>
                  <a:pt x="598" y="530"/>
                </a:cubicBezTo>
                <a:cubicBezTo>
                  <a:pt x="598" y="518"/>
                  <a:pt x="598" y="518"/>
                  <a:pt x="598" y="518"/>
                </a:cubicBezTo>
                <a:cubicBezTo>
                  <a:pt x="599" y="517"/>
                  <a:pt x="600" y="516"/>
                  <a:pt x="601" y="514"/>
                </a:cubicBezTo>
                <a:cubicBezTo>
                  <a:pt x="600" y="514"/>
                  <a:pt x="599" y="514"/>
                  <a:pt x="598" y="514"/>
                </a:cubicBezTo>
                <a:cubicBezTo>
                  <a:pt x="598" y="507"/>
                  <a:pt x="598" y="507"/>
                  <a:pt x="598" y="507"/>
                </a:cubicBezTo>
                <a:cubicBezTo>
                  <a:pt x="600" y="507"/>
                  <a:pt x="602" y="506"/>
                  <a:pt x="603" y="505"/>
                </a:cubicBezTo>
                <a:close/>
                <a:moveTo>
                  <a:pt x="603" y="583"/>
                </a:moveTo>
                <a:cubicBezTo>
                  <a:pt x="603" y="604"/>
                  <a:pt x="603" y="604"/>
                  <a:pt x="603" y="604"/>
                </a:cubicBezTo>
                <a:cubicBezTo>
                  <a:pt x="602" y="603"/>
                  <a:pt x="600" y="601"/>
                  <a:pt x="598" y="599"/>
                </a:cubicBezTo>
                <a:cubicBezTo>
                  <a:pt x="598" y="584"/>
                  <a:pt x="598" y="584"/>
                  <a:pt x="598" y="584"/>
                </a:cubicBezTo>
                <a:cubicBezTo>
                  <a:pt x="599" y="582"/>
                  <a:pt x="599" y="582"/>
                  <a:pt x="599" y="582"/>
                </a:cubicBezTo>
                <a:cubicBezTo>
                  <a:pt x="600" y="582"/>
                  <a:pt x="601" y="583"/>
                  <a:pt x="603" y="583"/>
                </a:cubicBezTo>
                <a:close/>
                <a:moveTo>
                  <a:pt x="603" y="618"/>
                </a:moveTo>
                <a:cubicBezTo>
                  <a:pt x="603" y="637"/>
                  <a:pt x="603" y="637"/>
                  <a:pt x="603" y="637"/>
                </a:cubicBezTo>
                <a:cubicBezTo>
                  <a:pt x="601" y="639"/>
                  <a:pt x="599" y="640"/>
                  <a:pt x="598" y="641"/>
                </a:cubicBezTo>
                <a:cubicBezTo>
                  <a:pt x="598" y="610"/>
                  <a:pt x="598" y="610"/>
                  <a:pt x="598" y="610"/>
                </a:cubicBezTo>
                <a:cubicBezTo>
                  <a:pt x="600" y="612"/>
                  <a:pt x="602" y="615"/>
                  <a:pt x="603" y="618"/>
                </a:cubicBezTo>
                <a:close/>
                <a:moveTo>
                  <a:pt x="603" y="683"/>
                </a:moveTo>
                <a:cubicBezTo>
                  <a:pt x="603" y="701"/>
                  <a:pt x="603" y="701"/>
                  <a:pt x="603" y="701"/>
                </a:cubicBezTo>
                <a:cubicBezTo>
                  <a:pt x="601" y="700"/>
                  <a:pt x="600" y="700"/>
                  <a:pt x="598" y="700"/>
                </a:cubicBezTo>
                <a:cubicBezTo>
                  <a:pt x="598" y="688"/>
                  <a:pt x="598" y="688"/>
                  <a:pt x="598" y="688"/>
                </a:cubicBezTo>
                <a:cubicBezTo>
                  <a:pt x="600" y="686"/>
                  <a:pt x="602" y="684"/>
                  <a:pt x="603" y="683"/>
                </a:cubicBezTo>
                <a:close/>
                <a:moveTo>
                  <a:pt x="592" y="52"/>
                </a:moveTo>
                <a:cubicBezTo>
                  <a:pt x="593" y="52"/>
                  <a:pt x="594" y="52"/>
                  <a:pt x="595" y="53"/>
                </a:cubicBezTo>
                <a:cubicBezTo>
                  <a:pt x="598" y="55"/>
                  <a:pt x="598" y="55"/>
                  <a:pt x="598" y="55"/>
                </a:cubicBezTo>
                <a:cubicBezTo>
                  <a:pt x="598" y="65"/>
                  <a:pt x="598" y="65"/>
                  <a:pt x="598" y="65"/>
                </a:cubicBezTo>
                <a:cubicBezTo>
                  <a:pt x="596" y="63"/>
                  <a:pt x="594" y="62"/>
                  <a:pt x="592" y="61"/>
                </a:cubicBezTo>
                <a:cubicBezTo>
                  <a:pt x="592" y="52"/>
                  <a:pt x="592" y="52"/>
                  <a:pt x="592" y="52"/>
                </a:cubicBezTo>
                <a:close/>
                <a:moveTo>
                  <a:pt x="598" y="740"/>
                </a:moveTo>
                <a:cubicBezTo>
                  <a:pt x="596" y="741"/>
                  <a:pt x="594" y="742"/>
                  <a:pt x="592" y="743"/>
                </a:cubicBezTo>
                <a:cubicBezTo>
                  <a:pt x="592" y="734"/>
                  <a:pt x="592" y="734"/>
                  <a:pt x="592" y="734"/>
                </a:cubicBezTo>
                <a:cubicBezTo>
                  <a:pt x="594" y="734"/>
                  <a:pt x="596" y="732"/>
                  <a:pt x="598" y="731"/>
                </a:cubicBezTo>
                <a:cubicBezTo>
                  <a:pt x="598" y="740"/>
                  <a:pt x="598" y="740"/>
                  <a:pt x="598" y="740"/>
                </a:cubicBezTo>
                <a:close/>
                <a:moveTo>
                  <a:pt x="598" y="101"/>
                </a:moveTo>
                <a:cubicBezTo>
                  <a:pt x="598" y="108"/>
                  <a:pt x="598" y="108"/>
                  <a:pt x="598" y="108"/>
                </a:cubicBezTo>
                <a:cubicBezTo>
                  <a:pt x="596" y="107"/>
                  <a:pt x="594" y="106"/>
                  <a:pt x="592" y="105"/>
                </a:cubicBezTo>
                <a:cubicBezTo>
                  <a:pt x="592" y="97"/>
                  <a:pt x="592" y="97"/>
                  <a:pt x="592" y="97"/>
                </a:cubicBezTo>
                <a:cubicBezTo>
                  <a:pt x="594" y="98"/>
                  <a:pt x="596" y="99"/>
                  <a:pt x="598" y="101"/>
                </a:cubicBezTo>
                <a:close/>
                <a:moveTo>
                  <a:pt x="598" y="170"/>
                </a:moveTo>
                <a:cubicBezTo>
                  <a:pt x="598" y="236"/>
                  <a:pt x="598" y="236"/>
                  <a:pt x="598" y="236"/>
                </a:cubicBezTo>
                <a:cubicBezTo>
                  <a:pt x="597" y="237"/>
                  <a:pt x="597" y="237"/>
                  <a:pt x="596" y="237"/>
                </a:cubicBezTo>
                <a:cubicBezTo>
                  <a:pt x="591" y="228"/>
                  <a:pt x="596" y="228"/>
                  <a:pt x="596" y="219"/>
                </a:cubicBezTo>
                <a:cubicBezTo>
                  <a:pt x="594" y="218"/>
                  <a:pt x="593" y="216"/>
                  <a:pt x="592" y="215"/>
                </a:cubicBezTo>
                <a:cubicBezTo>
                  <a:pt x="592" y="200"/>
                  <a:pt x="592" y="200"/>
                  <a:pt x="592" y="200"/>
                </a:cubicBezTo>
                <a:cubicBezTo>
                  <a:pt x="593" y="200"/>
                  <a:pt x="594" y="199"/>
                  <a:pt x="595" y="198"/>
                </a:cubicBezTo>
                <a:cubicBezTo>
                  <a:pt x="595" y="197"/>
                  <a:pt x="595" y="196"/>
                  <a:pt x="595" y="195"/>
                </a:cubicBezTo>
                <a:cubicBezTo>
                  <a:pt x="594" y="195"/>
                  <a:pt x="593" y="195"/>
                  <a:pt x="592" y="196"/>
                </a:cubicBezTo>
                <a:cubicBezTo>
                  <a:pt x="592" y="183"/>
                  <a:pt x="592" y="183"/>
                  <a:pt x="592" y="183"/>
                </a:cubicBezTo>
                <a:cubicBezTo>
                  <a:pt x="593" y="183"/>
                  <a:pt x="593" y="183"/>
                  <a:pt x="594" y="182"/>
                </a:cubicBezTo>
                <a:cubicBezTo>
                  <a:pt x="593" y="182"/>
                  <a:pt x="593" y="181"/>
                  <a:pt x="592" y="181"/>
                </a:cubicBezTo>
                <a:cubicBezTo>
                  <a:pt x="592" y="167"/>
                  <a:pt x="592" y="167"/>
                  <a:pt x="592" y="167"/>
                </a:cubicBezTo>
                <a:cubicBezTo>
                  <a:pt x="594" y="167"/>
                  <a:pt x="596" y="169"/>
                  <a:pt x="598" y="170"/>
                </a:cubicBezTo>
                <a:close/>
                <a:moveTo>
                  <a:pt x="598" y="277"/>
                </a:moveTo>
                <a:cubicBezTo>
                  <a:pt x="598" y="286"/>
                  <a:pt x="598" y="286"/>
                  <a:pt x="598" y="286"/>
                </a:cubicBezTo>
                <a:cubicBezTo>
                  <a:pt x="597" y="285"/>
                  <a:pt x="596" y="283"/>
                  <a:pt x="596" y="282"/>
                </a:cubicBezTo>
                <a:cubicBezTo>
                  <a:pt x="594" y="284"/>
                  <a:pt x="593" y="286"/>
                  <a:pt x="592" y="288"/>
                </a:cubicBezTo>
                <a:cubicBezTo>
                  <a:pt x="592" y="266"/>
                  <a:pt x="592" y="266"/>
                  <a:pt x="592" y="266"/>
                </a:cubicBezTo>
                <a:cubicBezTo>
                  <a:pt x="593" y="268"/>
                  <a:pt x="594" y="269"/>
                  <a:pt x="594" y="270"/>
                </a:cubicBezTo>
                <a:cubicBezTo>
                  <a:pt x="595" y="273"/>
                  <a:pt x="596" y="275"/>
                  <a:pt x="598" y="277"/>
                </a:cubicBezTo>
                <a:close/>
                <a:moveTo>
                  <a:pt x="598" y="300"/>
                </a:moveTo>
                <a:cubicBezTo>
                  <a:pt x="598" y="311"/>
                  <a:pt x="598" y="311"/>
                  <a:pt x="598" y="311"/>
                </a:cubicBezTo>
                <a:cubicBezTo>
                  <a:pt x="596" y="315"/>
                  <a:pt x="595" y="319"/>
                  <a:pt x="597" y="326"/>
                </a:cubicBezTo>
                <a:cubicBezTo>
                  <a:pt x="598" y="326"/>
                  <a:pt x="598" y="326"/>
                  <a:pt x="598" y="326"/>
                </a:cubicBezTo>
                <a:cubicBezTo>
                  <a:pt x="598" y="342"/>
                  <a:pt x="598" y="342"/>
                  <a:pt x="598" y="342"/>
                </a:cubicBezTo>
                <a:cubicBezTo>
                  <a:pt x="596" y="336"/>
                  <a:pt x="595" y="330"/>
                  <a:pt x="592" y="324"/>
                </a:cubicBezTo>
                <a:cubicBezTo>
                  <a:pt x="592" y="308"/>
                  <a:pt x="592" y="308"/>
                  <a:pt x="592" y="308"/>
                </a:cubicBezTo>
                <a:cubicBezTo>
                  <a:pt x="595" y="305"/>
                  <a:pt x="596" y="302"/>
                  <a:pt x="598" y="300"/>
                </a:cubicBezTo>
                <a:close/>
                <a:moveTo>
                  <a:pt x="598" y="389"/>
                </a:moveTo>
                <a:cubicBezTo>
                  <a:pt x="598" y="403"/>
                  <a:pt x="598" y="403"/>
                  <a:pt x="598" y="403"/>
                </a:cubicBezTo>
                <a:cubicBezTo>
                  <a:pt x="597" y="400"/>
                  <a:pt x="597" y="397"/>
                  <a:pt x="596" y="395"/>
                </a:cubicBezTo>
                <a:cubicBezTo>
                  <a:pt x="595" y="394"/>
                  <a:pt x="594" y="394"/>
                  <a:pt x="592" y="394"/>
                </a:cubicBezTo>
                <a:cubicBezTo>
                  <a:pt x="592" y="390"/>
                  <a:pt x="592" y="390"/>
                  <a:pt x="592" y="390"/>
                </a:cubicBezTo>
                <a:cubicBezTo>
                  <a:pt x="598" y="389"/>
                  <a:pt x="598" y="389"/>
                  <a:pt x="598" y="389"/>
                </a:cubicBezTo>
                <a:close/>
                <a:moveTo>
                  <a:pt x="598" y="410"/>
                </a:moveTo>
                <a:cubicBezTo>
                  <a:pt x="598" y="415"/>
                  <a:pt x="598" y="415"/>
                  <a:pt x="598" y="415"/>
                </a:cubicBezTo>
                <a:cubicBezTo>
                  <a:pt x="592" y="415"/>
                  <a:pt x="592" y="415"/>
                  <a:pt x="592" y="415"/>
                </a:cubicBezTo>
                <a:cubicBezTo>
                  <a:pt x="592" y="410"/>
                  <a:pt x="592" y="410"/>
                  <a:pt x="592" y="410"/>
                </a:cubicBezTo>
                <a:cubicBezTo>
                  <a:pt x="592" y="410"/>
                  <a:pt x="592" y="411"/>
                  <a:pt x="593" y="411"/>
                </a:cubicBezTo>
                <a:cubicBezTo>
                  <a:pt x="594" y="411"/>
                  <a:pt x="596" y="410"/>
                  <a:pt x="598" y="410"/>
                </a:cubicBezTo>
                <a:close/>
                <a:moveTo>
                  <a:pt x="598" y="462"/>
                </a:moveTo>
                <a:cubicBezTo>
                  <a:pt x="598" y="482"/>
                  <a:pt x="598" y="482"/>
                  <a:pt x="598" y="482"/>
                </a:cubicBezTo>
                <a:cubicBezTo>
                  <a:pt x="596" y="484"/>
                  <a:pt x="594" y="487"/>
                  <a:pt x="593" y="491"/>
                </a:cubicBezTo>
                <a:cubicBezTo>
                  <a:pt x="594" y="491"/>
                  <a:pt x="596" y="491"/>
                  <a:pt x="598" y="491"/>
                </a:cubicBezTo>
                <a:cubicBezTo>
                  <a:pt x="598" y="497"/>
                  <a:pt x="598" y="497"/>
                  <a:pt x="598" y="497"/>
                </a:cubicBezTo>
                <a:cubicBezTo>
                  <a:pt x="596" y="497"/>
                  <a:pt x="594" y="497"/>
                  <a:pt x="592" y="498"/>
                </a:cubicBezTo>
                <a:cubicBezTo>
                  <a:pt x="592" y="479"/>
                  <a:pt x="592" y="479"/>
                  <a:pt x="592" y="479"/>
                </a:cubicBezTo>
                <a:cubicBezTo>
                  <a:pt x="594" y="474"/>
                  <a:pt x="596" y="469"/>
                  <a:pt x="597" y="464"/>
                </a:cubicBezTo>
                <a:cubicBezTo>
                  <a:pt x="597" y="463"/>
                  <a:pt x="597" y="463"/>
                  <a:pt x="598" y="462"/>
                </a:cubicBezTo>
                <a:close/>
                <a:moveTo>
                  <a:pt x="598" y="507"/>
                </a:moveTo>
                <a:cubicBezTo>
                  <a:pt x="598" y="514"/>
                  <a:pt x="598" y="514"/>
                  <a:pt x="598" y="514"/>
                </a:cubicBezTo>
                <a:cubicBezTo>
                  <a:pt x="596" y="514"/>
                  <a:pt x="594" y="514"/>
                  <a:pt x="592" y="514"/>
                </a:cubicBezTo>
                <a:cubicBezTo>
                  <a:pt x="592" y="507"/>
                  <a:pt x="592" y="507"/>
                  <a:pt x="592" y="507"/>
                </a:cubicBezTo>
                <a:cubicBezTo>
                  <a:pt x="594" y="507"/>
                  <a:pt x="596" y="507"/>
                  <a:pt x="598" y="507"/>
                </a:cubicBezTo>
                <a:close/>
                <a:moveTo>
                  <a:pt x="598" y="518"/>
                </a:moveTo>
                <a:cubicBezTo>
                  <a:pt x="598" y="530"/>
                  <a:pt x="598" y="530"/>
                  <a:pt x="598" y="530"/>
                </a:cubicBezTo>
                <a:cubicBezTo>
                  <a:pt x="596" y="533"/>
                  <a:pt x="594" y="535"/>
                  <a:pt x="592" y="538"/>
                </a:cubicBezTo>
                <a:cubicBezTo>
                  <a:pt x="592" y="523"/>
                  <a:pt x="592" y="523"/>
                  <a:pt x="592" y="523"/>
                </a:cubicBezTo>
                <a:cubicBezTo>
                  <a:pt x="594" y="522"/>
                  <a:pt x="596" y="521"/>
                  <a:pt x="598" y="518"/>
                </a:cubicBezTo>
                <a:close/>
                <a:moveTo>
                  <a:pt x="598" y="584"/>
                </a:moveTo>
                <a:cubicBezTo>
                  <a:pt x="598" y="599"/>
                  <a:pt x="598" y="599"/>
                  <a:pt x="598" y="599"/>
                </a:cubicBezTo>
                <a:cubicBezTo>
                  <a:pt x="596" y="598"/>
                  <a:pt x="594" y="596"/>
                  <a:pt x="592" y="595"/>
                </a:cubicBezTo>
                <a:cubicBezTo>
                  <a:pt x="592" y="591"/>
                  <a:pt x="592" y="591"/>
                  <a:pt x="592" y="591"/>
                </a:cubicBezTo>
                <a:cubicBezTo>
                  <a:pt x="594" y="588"/>
                  <a:pt x="596" y="586"/>
                  <a:pt x="598" y="584"/>
                </a:cubicBezTo>
                <a:close/>
                <a:moveTo>
                  <a:pt x="598" y="610"/>
                </a:moveTo>
                <a:cubicBezTo>
                  <a:pt x="598" y="641"/>
                  <a:pt x="598" y="641"/>
                  <a:pt x="598" y="641"/>
                </a:cubicBezTo>
                <a:cubicBezTo>
                  <a:pt x="596" y="643"/>
                  <a:pt x="594" y="643"/>
                  <a:pt x="592" y="644"/>
                </a:cubicBezTo>
                <a:cubicBezTo>
                  <a:pt x="592" y="634"/>
                  <a:pt x="592" y="634"/>
                  <a:pt x="592" y="634"/>
                </a:cubicBezTo>
                <a:cubicBezTo>
                  <a:pt x="597" y="631"/>
                  <a:pt x="596" y="626"/>
                  <a:pt x="592" y="621"/>
                </a:cubicBezTo>
                <a:cubicBezTo>
                  <a:pt x="592" y="603"/>
                  <a:pt x="592" y="603"/>
                  <a:pt x="592" y="603"/>
                </a:cubicBezTo>
                <a:cubicBezTo>
                  <a:pt x="594" y="605"/>
                  <a:pt x="596" y="608"/>
                  <a:pt x="598" y="610"/>
                </a:cubicBezTo>
                <a:close/>
                <a:moveTo>
                  <a:pt x="598" y="688"/>
                </a:moveTo>
                <a:cubicBezTo>
                  <a:pt x="598" y="700"/>
                  <a:pt x="598" y="700"/>
                  <a:pt x="598" y="700"/>
                </a:cubicBezTo>
                <a:cubicBezTo>
                  <a:pt x="596" y="700"/>
                  <a:pt x="594" y="700"/>
                  <a:pt x="592" y="700"/>
                </a:cubicBezTo>
                <a:cubicBezTo>
                  <a:pt x="592" y="691"/>
                  <a:pt x="592" y="691"/>
                  <a:pt x="592" y="691"/>
                </a:cubicBezTo>
                <a:cubicBezTo>
                  <a:pt x="593" y="691"/>
                  <a:pt x="593" y="691"/>
                  <a:pt x="594" y="690"/>
                </a:cubicBezTo>
                <a:cubicBezTo>
                  <a:pt x="595" y="690"/>
                  <a:pt x="596" y="688"/>
                  <a:pt x="598" y="688"/>
                </a:cubicBezTo>
                <a:close/>
                <a:moveTo>
                  <a:pt x="598" y="719"/>
                </a:moveTo>
                <a:cubicBezTo>
                  <a:pt x="598" y="728"/>
                  <a:pt x="598" y="728"/>
                  <a:pt x="598" y="728"/>
                </a:cubicBezTo>
                <a:cubicBezTo>
                  <a:pt x="595" y="728"/>
                  <a:pt x="594" y="727"/>
                  <a:pt x="592" y="726"/>
                </a:cubicBezTo>
                <a:cubicBezTo>
                  <a:pt x="592" y="715"/>
                  <a:pt x="592" y="715"/>
                  <a:pt x="592" y="715"/>
                </a:cubicBezTo>
                <a:cubicBezTo>
                  <a:pt x="594" y="717"/>
                  <a:pt x="596" y="717"/>
                  <a:pt x="598" y="719"/>
                </a:cubicBezTo>
                <a:close/>
                <a:moveTo>
                  <a:pt x="592" y="147"/>
                </a:moveTo>
                <a:cubicBezTo>
                  <a:pt x="592" y="134"/>
                  <a:pt x="592" y="134"/>
                  <a:pt x="592" y="134"/>
                </a:cubicBezTo>
                <a:cubicBezTo>
                  <a:pt x="594" y="135"/>
                  <a:pt x="595" y="136"/>
                  <a:pt x="596" y="137"/>
                </a:cubicBezTo>
                <a:cubicBezTo>
                  <a:pt x="596" y="139"/>
                  <a:pt x="596" y="141"/>
                  <a:pt x="597" y="144"/>
                </a:cubicBezTo>
                <a:cubicBezTo>
                  <a:pt x="595" y="146"/>
                  <a:pt x="594" y="146"/>
                  <a:pt x="592" y="147"/>
                </a:cubicBezTo>
                <a:close/>
                <a:moveTo>
                  <a:pt x="589" y="50"/>
                </a:moveTo>
                <a:cubicBezTo>
                  <a:pt x="590" y="51"/>
                  <a:pt x="591" y="51"/>
                  <a:pt x="592" y="52"/>
                </a:cubicBezTo>
                <a:cubicBezTo>
                  <a:pt x="592" y="61"/>
                  <a:pt x="592" y="61"/>
                  <a:pt x="592" y="61"/>
                </a:cubicBezTo>
                <a:cubicBezTo>
                  <a:pt x="591" y="60"/>
                  <a:pt x="590" y="60"/>
                  <a:pt x="589" y="59"/>
                </a:cubicBezTo>
                <a:cubicBezTo>
                  <a:pt x="589" y="50"/>
                  <a:pt x="589" y="50"/>
                  <a:pt x="589" y="50"/>
                </a:cubicBezTo>
                <a:close/>
                <a:moveTo>
                  <a:pt x="592" y="743"/>
                </a:moveTo>
                <a:cubicBezTo>
                  <a:pt x="591" y="744"/>
                  <a:pt x="590" y="744"/>
                  <a:pt x="589" y="745"/>
                </a:cubicBezTo>
                <a:cubicBezTo>
                  <a:pt x="589" y="736"/>
                  <a:pt x="589" y="736"/>
                  <a:pt x="589" y="736"/>
                </a:cubicBezTo>
                <a:cubicBezTo>
                  <a:pt x="590" y="735"/>
                  <a:pt x="591" y="735"/>
                  <a:pt x="592" y="734"/>
                </a:cubicBezTo>
                <a:cubicBezTo>
                  <a:pt x="592" y="743"/>
                  <a:pt x="592" y="743"/>
                  <a:pt x="592" y="743"/>
                </a:cubicBezTo>
                <a:close/>
                <a:moveTo>
                  <a:pt x="592" y="97"/>
                </a:moveTo>
                <a:cubicBezTo>
                  <a:pt x="592" y="105"/>
                  <a:pt x="592" y="105"/>
                  <a:pt x="592" y="105"/>
                </a:cubicBezTo>
                <a:cubicBezTo>
                  <a:pt x="591" y="105"/>
                  <a:pt x="590" y="104"/>
                  <a:pt x="589" y="104"/>
                </a:cubicBezTo>
                <a:cubicBezTo>
                  <a:pt x="589" y="94"/>
                  <a:pt x="589" y="94"/>
                  <a:pt x="589" y="94"/>
                </a:cubicBezTo>
                <a:cubicBezTo>
                  <a:pt x="590" y="95"/>
                  <a:pt x="591" y="96"/>
                  <a:pt x="592" y="97"/>
                </a:cubicBezTo>
                <a:close/>
                <a:moveTo>
                  <a:pt x="592" y="134"/>
                </a:moveTo>
                <a:cubicBezTo>
                  <a:pt x="592" y="147"/>
                  <a:pt x="592" y="147"/>
                  <a:pt x="592" y="147"/>
                </a:cubicBezTo>
                <a:cubicBezTo>
                  <a:pt x="591" y="147"/>
                  <a:pt x="590" y="147"/>
                  <a:pt x="589" y="147"/>
                </a:cubicBezTo>
                <a:cubicBezTo>
                  <a:pt x="589" y="133"/>
                  <a:pt x="589" y="133"/>
                  <a:pt x="589" y="133"/>
                </a:cubicBezTo>
                <a:cubicBezTo>
                  <a:pt x="590" y="133"/>
                  <a:pt x="591" y="134"/>
                  <a:pt x="592" y="134"/>
                </a:cubicBezTo>
                <a:close/>
                <a:moveTo>
                  <a:pt x="592" y="167"/>
                </a:moveTo>
                <a:cubicBezTo>
                  <a:pt x="592" y="181"/>
                  <a:pt x="592" y="181"/>
                  <a:pt x="592" y="181"/>
                </a:cubicBezTo>
                <a:cubicBezTo>
                  <a:pt x="591" y="180"/>
                  <a:pt x="590" y="179"/>
                  <a:pt x="589" y="178"/>
                </a:cubicBezTo>
                <a:cubicBezTo>
                  <a:pt x="589" y="166"/>
                  <a:pt x="589" y="166"/>
                  <a:pt x="589" y="166"/>
                </a:cubicBezTo>
                <a:cubicBezTo>
                  <a:pt x="590" y="166"/>
                  <a:pt x="591" y="166"/>
                  <a:pt x="592" y="167"/>
                </a:cubicBezTo>
                <a:close/>
                <a:moveTo>
                  <a:pt x="592" y="183"/>
                </a:moveTo>
                <a:cubicBezTo>
                  <a:pt x="592" y="196"/>
                  <a:pt x="592" y="196"/>
                  <a:pt x="592" y="196"/>
                </a:cubicBezTo>
                <a:cubicBezTo>
                  <a:pt x="591" y="196"/>
                  <a:pt x="590" y="196"/>
                  <a:pt x="589" y="196"/>
                </a:cubicBezTo>
                <a:cubicBezTo>
                  <a:pt x="589" y="185"/>
                  <a:pt x="589" y="185"/>
                  <a:pt x="589" y="185"/>
                </a:cubicBezTo>
                <a:cubicBezTo>
                  <a:pt x="590" y="184"/>
                  <a:pt x="591" y="184"/>
                  <a:pt x="592" y="183"/>
                </a:cubicBezTo>
                <a:close/>
                <a:moveTo>
                  <a:pt x="592" y="200"/>
                </a:moveTo>
                <a:cubicBezTo>
                  <a:pt x="592" y="215"/>
                  <a:pt x="592" y="215"/>
                  <a:pt x="592" y="215"/>
                </a:cubicBezTo>
                <a:cubicBezTo>
                  <a:pt x="589" y="211"/>
                  <a:pt x="589" y="211"/>
                  <a:pt x="589" y="211"/>
                </a:cubicBezTo>
                <a:cubicBezTo>
                  <a:pt x="589" y="201"/>
                  <a:pt x="589" y="201"/>
                  <a:pt x="589" y="201"/>
                </a:cubicBezTo>
                <a:cubicBezTo>
                  <a:pt x="591" y="200"/>
                  <a:pt x="592" y="200"/>
                  <a:pt x="592" y="200"/>
                </a:cubicBezTo>
                <a:close/>
                <a:moveTo>
                  <a:pt x="592" y="266"/>
                </a:moveTo>
                <a:cubicBezTo>
                  <a:pt x="592" y="288"/>
                  <a:pt x="592" y="288"/>
                  <a:pt x="592" y="288"/>
                </a:cubicBezTo>
                <a:cubicBezTo>
                  <a:pt x="591" y="290"/>
                  <a:pt x="590" y="292"/>
                  <a:pt x="589" y="294"/>
                </a:cubicBezTo>
                <a:cubicBezTo>
                  <a:pt x="589" y="278"/>
                  <a:pt x="589" y="278"/>
                  <a:pt x="589" y="278"/>
                </a:cubicBezTo>
                <a:cubicBezTo>
                  <a:pt x="590" y="275"/>
                  <a:pt x="590" y="273"/>
                  <a:pt x="589" y="270"/>
                </a:cubicBezTo>
                <a:cubicBezTo>
                  <a:pt x="589" y="262"/>
                  <a:pt x="589" y="262"/>
                  <a:pt x="589" y="262"/>
                </a:cubicBezTo>
                <a:cubicBezTo>
                  <a:pt x="590" y="264"/>
                  <a:pt x="591" y="265"/>
                  <a:pt x="592" y="266"/>
                </a:cubicBezTo>
                <a:close/>
                <a:moveTo>
                  <a:pt x="592" y="308"/>
                </a:moveTo>
                <a:cubicBezTo>
                  <a:pt x="592" y="324"/>
                  <a:pt x="592" y="324"/>
                  <a:pt x="592" y="324"/>
                </a:cubicBezTo>
                <a:cubicBezTo>
                  <a:pt x="591" y="321"/>
                  <a:pt x="590" y="318"/>
                  <a:pt x="589" y="316"/>
                </a:cubicBezTo>
                <a:cubicBezTo>
                  <a:pt x="589" y="307"/>
                  <a:pt x="589" y="307"/>
                  <a:pt x="589" y="307"/>
                </a:cubicBezTo>
                <a:cubicBezTo>
                  <a:pt x="590" y="308"/>
                  <a:pt x="590" y="309"/>
                  <a:pt x="590" y="310"/>
                </a:cubicBezTo>
                <a:cubicBezTo>
                  <a:pt x="592" y="308"/>
                  <a:pt x="592" y="308"/>
                  <a:pt x="592" y="308"/>
                </a:cubicBezTo>
                <a:close/>
                <a:moveTo>
                  <a:pt x="592" y="390"/>
                </a:moveTo>
                <a:cubicBezTo>
                  <a:pt x="592" y="394"/>
                  <a:pt x="592" y="394"/>
                  <a:pt x="592" y="394"/>
                </a:cubicBezTo>
                <a:cubicBezTo>
                  <a:pt x="591" y="394"/>
                  <a:pt x="590" y="394"/>
                  <a:pt x="589" y="394"/>
                </a:cubicBezTo>
                <a:cubicBezTo>
                  <a:pt x="589" y="390"/>
                  <a:pt x="589" y="390"/>
                  <a:pt x="589" y="390"/>
                </a:cubicBezTo>
                <a:cubicBezTo>
                  <a:pt x="592" y="390"/>
                  <a:pt x="592" y="390"/>
                  <a:pt x="592" y="390"/>
                </a:cubicBezTo>
                <a:close/>
                <a:moveTo>
                  <a:pt x="592" y="410"/>
                </a:moveTo>
                <a:cubicBezTo>
                  <a:pt x="592" y="415"/>
                  <a:pt x="592" y="415"/>
                  <a:pt x="592" y="415"/>
                </a:cubicBezTo>
                <a:cubicBezTo>
                  <a:pt x="589" y="415"/>
                  <a:pt x="589" y="415"/>
                  <a:pt x="589" y="415"/>
                </a:cubicBezTo>
                <a:cubicBezTo>
                  <a:pt x="589" y="402"/>
                  <a:pt x="589" y="402"/>
                  <a:pt x="589" y="402"/>
                </a:cubicBezTo>
                <a:cubicBezTo>
                  <a:pt x="591" y="408"/>
                  <a:pt x="591" y="409"/>
                  <a:pt x="592" y="410"/>
                </a:cubicBezTo>
                <a:close/>
                <a:moveTo>
                  <a:pt x="592" y="479"/>
                </a:moveTo>
                <a:cubicBezTo>
                  <a:pt x="592" y="498"/>
                  <a:pt x="592" y="498"/>
                  <a:pt x="592" y="498"/>
                </a:cubicBezTo>
                <a:cubicBezTo>
                  <a:pt x="591" y="499"/>
                  <a:pt x="590" y="499"/>
                  <a:pt x="589" y="500"/>
                </a:cubicBezTo>
                <a:cubicBezTo>
                  <a:pt x="589" y="487"/>
                  <a:pt x="589" y="487"/>
                  <a:pt x="589" y="487"/>
                </a:cubicBezTo>
                <a:cubicBezTo>
                  <a:pt x="590" y="484"/>
                  <a:pt x="591" y="482"/>
                  <a:pt x="592" y="479"/>
                </a:cubicBezTo>
                <a:close/>
                <a:moveTo>
                  <a:pt x="592" y="507"/>
                </a:moveTo>
                <a:cubicBezTo>
                  <a:pt x="592" y="514"/>
                  <a:pt x="592" y="514"/>
                  <a:pt x="592" y="514"/>
                </a:cubicBezTo>
                <a:cubicBezTo>
                  <a:pt x="591" y="514"/>
                  <a:pt x="590" y="514"/>
                  <a:pt x="589" y="514"/>
                </a:cubicBezTo>
                <a:cubicBezTo>
                  <a:pt x="589" y="508"/>
                  <a:pt x="589" y="508"/>
                  <a:pt x="589" y="508"/>
                </a:cubicBezTo>
                <a:cubicBezTo>
                  <a:pt x="590" y="508"/>
                  <a:pt x="591" y="508"/>
                  <a:pt x="592" y="507"/>
                </a:cubicBezTo>
                <a:close/>
                <a:moveTo>
                  <a:pt x="592" y="523"/>
                </a:moveTo>
                <a:cubicBezTo>
                  <a:pt x="592" y="538"/>
                  <a:pt x="592" y="538"/>
                  <a:pt x="592" y="538"/>
                </a:cubicBezTo>
                <a:cubicBezTo>
                  <a:pt x="591" y="540"/>
                  <a:pt x="590" y="541"/>
                  <a:pt x="589" y="542"/>
                </a:cubicBezTo>
                <a:cubicBezTo>
                  <a:pt x="589" y="531"/>
                  <a:pt x="589" y="531"/>
                  <a:pt x="589" y="531"/>
                </a:cubicBezTo>
                <a:cubicBezTo>
                  <a:pt x="589" y="524"/>
                  <a:pt x="589" y="524"/>
                  <a:pt x="589" y="524"/>
                </a:cubicBezTo>
                <a:cubicBezTo>
                  <a:pt x="590" y="524"/>
                  <a:pt x="591" y="524"/>
                  <a:pt x="592" y="523"/>
                </a:cubicBezTo>
                <a:close/>
                <a:moveTo>
                  <a:pt x="592" y="591"/>
                </a:moveTo>
                <a:cubicBezTo>
                  <a:pt x="592" y="595"/>
                  <a:pt x="592" y="595"/>
                  <a:pt x="592" y="595"/>
                </a:cubicBezTo>
                <a:cubicBezTo>
                  <a:pt x="590" y="593"/>
                  <a:pt x="590" y="593"/>
                  <a:pt x="590" y="593"/>
                </a:cubicBezTo>
                <a:cubicBezTo>
                  <a:pt x="592" y="591"/>
                  <a:pt x="592" y="591"/>
                  <a:pt x="592" y="591"/>
                </a:cubicBezTo>
                <a:close/>
                <a:moveTo>
                  <a:pt x="592" y="603"/>
                </a:moveTo>
                <a:cubicBezTo>
                  <a:pt x="592" y="621"/>
                  <a:pt x="592" y="621"/>
                  <a:pt x="592" y="621"/>
                </a:cubicBezTo>
                <a:cubicBezTo>
                  <a:pt x="591" y="619"/>
                  <a:pt x="590" y="618"/>
                  <a:pt x="589" y="617"/>
                </a:cubicBezTo>
                <a:cubicBezTo>
                  <a:pt x="589" y="600"/>
                  <a:pt x="589" y="600"/>
                  <a:pt x="589" y="600"/>
                </a:cubicBezTo>
                <a:cubicBezTo>
                  <a:pt x="590" y="601"/>
                  <a:pt x="591" y="602"/>
                  <a:pt x="592" y="603"/>
                </a:cubicBezTo>
                <a:close/>
                <a:moveTo>
                  <a:pt x="592" y="634"/>
                </a:moveTo>
                <a:cubicBezTo>
                  <a:pt x="592" y="644"/>
                  <a:pt x="592" y="644"/>
                  <a:pt x="592" y="644"/>
                </a:cubicBezTo>
                <a:cubicBezTo>
                  <a:pt x="591" y="645"/>
                  <a:pt x="590" y="645"/>
                  <a:pt x="589" y="645"/>
                </a:cubicBezTo>
                <a:cubicBezTo>
                  <a:pt x="589" y="635"/>
                  <a:pt x="589" y="635"/>
                  <a:pt x="589" y="635"/>
                </a:cubicBezTo>
                <a:cubicBezTo>
                  <a:pt x="590" y="635"/>
                  <a:pt x="591" y="635"/>
                  <a:pt x="592" y="634"/>
                </a:cubicBezTo>
                <a:close/>
                <a:moveTo>
                  <a:pt x="592" y="691"/>
                </a:moveTo>
                <a:cubicBezTo>
                  <a:pt x="592" y="700"/>
                  <a:pt x="592" y="700"/>
                  <a:pt x="592" y="700"/>
                </a:cubicBezTo>
                <a:cubicBezTo>
                  <a:pt x="591" y="701"/>
                  <a:pt x="590" y="701"/>
                  <a:pt x="589" y="701"/>
                </a:cubicBezTo>
                <a:cubicBezTo>
                  <a:pt x="589" y="692"/>
                  <a:pt x="589" y="692"/>
                  <a:pt x="589" y="692"/>
                </a:cubicBezTo>
                <a:cubicBezTo>
                  <a:pt x="590" y="692"/>
                  <a:pt x="591" y="692"/>
                  <a:pt x="592" y="691"/>
                </a:cubicBezTo>
                <a:close/>
                <a:moveTo>
                  <a:pt x="592" y="715"/>
                </a:moveTo>
                <a:cubicBezTo>
                  <a:pt x="592" y="726"/>
                  <a:pt x="592" y="726"/>
                  <a:pt x="592" y="726"/>
                </a:cubicBezTo>
                <a:cubicBezTo>
                  <a:pt x="591" y="725"/>
                  <a:pt x="590" y="725"/>
                  <a:pt x="589" y="724"/>
                </a:cubicBezTo>
                <a:cubicBezTo>
                  <a:pt x="589" y="714"/>
                  <a:pt x="589" y="714"/>
                  <a:pt x="589" y="714"/>
                </a:cubicBezTo>
                <a:lnTo>
                  <a:pt x="592" y="715"/>
                </a:lnTo>
                <a:close/>
                <a:moveTo>
                  <a:pt x="585" y="48"/>
                </a:moveTo>
                <a:cubicBezTo>
                  <a:pt x="586" y="49"/>
                  <a:pt x="588" y="50"/>
                  <a:pt x="589" y="50"/>
                </a:cubicBezTo>
                <a:cubicBezTo>
                  <a:pt x="589" y="59"/>
                  <a:pt x="589" y="59"/>
                  <a:pt x="589" y="59"/>
                </a:cubicBezTo>
                <a:cubicBezTo>
                  <a:pt x="588" y="59"/>
                  <a:pt x="586" y="58"/>
                  <a:pt x="585" y="57"/>
                </a:cubicBezTo>
                <a:cubicBezTo>
                  <a:pt x="585" y="48"/>
                  <a:pt x="585" y="48"/>
                  <a:pt x="585" y="48"/>
                </a:cubicBezTo>
                <a:close/>
                <a:moveTo>
                  <a:pt x="589" y="745"/>
                </a:moveTo>
                <a:cubicBezTo>
                  <a:pt x="588" y="746"/>
                  <a:pt x="586" y="747"/>
                  <a:pt x="585" y="747"/>
                </a:cubicBezTo>
                <a:cubicBezTo>
                  <a:pt x="585" y="737"/>
                  <a:pt x="585" y="737"/>
                  <a:pt x="585" y="737"/>
                </a:cubicBezTo>
                <a:cubicBezTo>
                  <a:pt x="586" y="737"/>
                  <a:pt x="588" y="736"/>
                  <a:pt x="589" y="736"/>
                </a:cubicBezTo>
                <a:cubicBezTo>
                  <a:pt x="589" y="745"/>
                  <a:pt x="589" y="745"/>
                  <a:pt x="589" y="745"/>
                </a:cubicBezTo>
                <a:close/>
                <a:moveTo>
                  <a:pt x="589" y="94"/>
                </a:moveTo>
                <a:cubicBezTo>
                  <a:pt x="589" y="104"/>
                  <a:pt x="589" y="104"/>
                  <a:pt x="589" y="104"/>
                </a:cubicBezTo>
                <a:cubicBezTo>
                  <a:pt x="588" y="103"/>
                  <a:pt x="586" y="102"/>
                  <a:pt x="585" y="100"/>
                </a:cubicBezTo>
                <a:cubicBezTo>
                  <a:pt x="585" y="82"/>
                  <a:pt x="585" y="82"/>
                  <a:pt x="585" y="82"/>
                </a:cubicBezTo>
                <a:cubicBezTo>
                  <a:pt x="585" y="87"/>
                  <a:pt x="585" y="87"/>
                  <a:pt x="585" y="87"/>
                </a:cubicBezTo>
                <a:cubicBezTo>
                  <a:pt x="586" y="91"/>
                  <a:pt x="588" y="93"/>
                  <a:pt x="589" y="94"/>
                </a:cubicBezTo>
                <a:close/>
                <a:moveTo>
                  <a:pt x="589" y="133"/>
                </a:moveTo>
                <a:cubicBezTo>
                  <a:pt x="589" y="147"/>
                  <a:pt x="589" y="147"/>
                  <a:pt x="589" y="147"/>
                </a:cubicBezTo>
                <a:cubicBezTo>
                  <a:pt x="588" y="147"/>
                  <a:pt x="588" y="147"/>
                  <a:pt x="587" y="148"/>
                </a:cubicBezTo>
                <a:cubicBezTo>
                  <a:pt x="586" y="147"/>
                  <a:pt x="585" y="146"/>
                  <a:pt x="585" y="146"/>
                </a:cubicBezTo>
                <a:cubicBezTo>
                  <a:pt x="585" y="131"/>
                  <a:pt x="585" y="131"/>
                  <a:pt x="585" y="131"/>
                </a:cubicBezTo>
                <a:cubicBezTo>
                  <a:pt x="586" y="131"/>
                  <a:pt x="588" y="132"/>
                  <a:pt x="589" y="133"/>
                </a:cubicBezTo>
                <a:close/>
                <a:moveTo>
                  <a:pt x="589" y="166"/>
                </a:moveTo>
                <a:cubicBezTo>
                  <a:pt x="589" y="178"/>
                  <a:pt x="589" y="178"/>
                  <a:pt x="589" y="178"/>
                </a:cubicBezTo>
                <a:cubicBezTo>
                  <a:pt x="586" y="176"/>
                  <a:pt x="585" y="175"/>
                  <a:pt x="585" y="167"/>
                </a:cubicBezTo>
                <a:cubicBezTo>
                  <a:pt x="586" y="166"/>
                  <a:pt x="588" y="166"/>
                  <a:pt x="589" y="166"/>
                </a:cubicBezTo>
                <a:close/>
                <a:moveTo>
                  <a:pt x="589" y="185"/>
                </a:moveTo>
                <a:cubicBezTo>
                  <a:pt x="589" y="196"/>
                  <a:pt x="589" y="196"/>
                  <a:pt x="589" y="196"/>
                </a:cubicBezTo>
                <a:cubicBezTo>
                  <a:pt x="589" y="197"/>
                  <a:pt x="589" y="199"/>
                  <a:pt x="589" y="201"/>
                </a:cubicBezTo>
                <a:cubicBezTo>
                  <a:pt x="589" y="211"/>
                  <a:pt x="589" y="211"/>
                  <a:pt x="589" y="211"/>
                </a:cubicBezTo>
                <a:cubicBezTo>
                  <a:pt x="588" y="210"/>
                  <a:pt x="587" y="209"/>
                  <a:pt x="586" y="207"/>
                </a:cubicBezTo>
                <a:cubicBezTo>
                  <a:pt x="586" y="207"/>
                  <a:pt x="585" y="207"/>
                  <a:pt x="585" y="207"/>
                </a:cubicBezTo>
                <a:cubicBezTo>
                  <a:pt x="585" y="186"/>
                  <a:pt x="585" y="186"/>
                  <a:pt x="585" y="186"/>
                </a:cubicBezTo>
                <a:cubicBezTo>
                  <a:pt x="586" y="186"/>
                  <a:pt x="588" y="186"/>
                  <a:pt x="589" y="185"/>
                </a:cubicBezTo>
                <a:close/>
                <a:moveTo>
                  <a:pt x="589" y="262"/>
                </a:moveTo>
                <a:cubicBezTo>
                  <a:pt x="589" y="270"/>
                  <a:pt x="589" y="270"/>
                  <a:pt x="589" y="270"/>
                </a:cubicBezTo>
                <a:cubicBezTo>
                  <a:pt x="588" y="268"/>
                  <a:pt x="587" y="267"/>
                  <a:pt x="585" y="266"/>
                </a:cubicBezTo>
                <a:cubicBezTo>
                  <a:pt x="585" y="256"/>
                  <a:pt x="585" y="256"/>
                  <a:pt x="585" y="256"/>
                </a:cubicBezTo>
                <a:cubicBezTo>
                  <a:pt x="586" y="258"/>
                  <a:pt x="588" y="260"/>
                  <a:pt x="589" y="262"/>
                </a:cubicBezTo>
                <a:close/>
                <a:moveTo>
                  <a:pt x="589" y="278"/>
                </a:moveTo>
                <a:cubicBezTo>
                  <a:pt x="589" y="294"/>
                  <a:pt x="589" y="294"/>
                  <a:pt x="589" y="294"/>
                </a:cubicBezTo>
                <a:cubicBezTo>
                  <a:pt x="588" y="298"/>
                  <a:pt x="587" y="301"/>
                  <a:pt x="589" y="307"/>
                </a:cubicBezTo>
                <a:cubicBezTo>
                  <a:pt x="589" y="316"/>
                  <a:pt x="589" y="316"/>
                  <a:pt x="589" y="316"/>
                </a:cubicBezTo>
                <a:cubicBezTo>
                  <a:pt x="588" y="313"/>
                  <a:pt x="586" y="309"/>
                  <a:pt x="585" y="306"/>
                </a:cubicBezTo>
                <a:cubicBezTo>
                  <a:pt x="585" y="289"/>
                  <a:pt x="585" y="289"/>
                  <a:pt x="585" y="289"/>
                </a:cubicBezTo>
                <a:cubicBezTo>
                  <a:pt x="586" y="286"/>
                  <a:pt x="588" y="282"/>
                  <a:pt x="589" y="278"/>
                </a:cubicBezTo>
                <a:close/>
                <a:moveTo>
                  <a:pt x="589" y="390"/>
                </a:moveTo>
                <a:cubicBezTo>
                  <a:pt x="589" y="394"/>
                  <a:pt x="589" y="394"/>
                  <a:pt x="589" y="394"/>
                </a:cubicBezTo>
                <a:cubicBezTo>
                  <a:pt x="587" y="394"/>
                  <a:pt x="587" y="394"/>
                  <a:pt x="587" y="394"/>
                </a:cubicBezTo>
                <a:cubicBezTo>
                  <a:pt x="588" y="398"/>
                  <a:pt x="589" y="400"/>
                  <a:pt x="589" y="402"/>
                </a:cubicBezTo>
                <a:cubicBezTo>
                  <a:pt x="589" y="415"/>
                  <a:pt x="589" y="415"/>
                  <a:pt x="589" y="415"/>
                </a:cubicBezTo>
                <a:cubicBezTo>
                  <a:pt x="585" y="415"/>
                  <a:pt x="585" y="415"/>
                  <a:pt x="585" y="415"/>
                </a:cubicBezTo>
                <a:cubicBezTo>
                  <a:pt x="585" y="411"/>
                  <a:pt x="585" y="411"/>
                  <a:pt x="585" y="411"/>
                </a:cubicBezTo>
                <a:cubicBezTo>
                  <a:pt x="587" y="411"/>
                  <a:pt x="587" y="411"/>
                  <a:pt x="587" y="411"/>
                </a:cubicBezTo>
                <a:cubicBezTo>
                  <a:pt x="586" y="406"/>
                  <a:pt x="586" y="402"/>
                  <a:pt x="585" y="399"/>
                </a:cubicBezTo>
                <a:cubicBezTo>
                  <a:pt x="585" y="390"/>
                  <a:pt x="585" y="390"/>
                  <a:pt x="585" y="390"/>
                </a:cubicBezTo>
                <a:cubicBezTo>
                  <a:pt x="589" y="390"/>
                  <a:pt x="589" y="390"/>
                  <a:pt x="589" y="390"/>
                </a:cubicBezTo>
                <a:close/>
                <a:moveTo>
                  <a:pt x="589" y="487"/>
                </a:moveTo>
                <a:cubicBezTo>
                  <a:pt x="589" y="500"/>
                  <a:pt x="589" y="500"/>
                  <a:pt x="589" y="500"/>
                </a:cubicBezTo>
                <a:cubicBezTo>
                  <a:pt x="588" y="502"/>
                  <a:pt x="586" y="504"/>
                  <a:pt x="585" y="507"/>
                </a:cubicBezTo>
                <a:cubicBezTo>
                  <a:pt x="585" y="497"/>
                  <a:pt x="585" y="497"/>
                  <a:pt x="585" y="497"/>
                </a:cubicBezTo>
                <a:cubicBezTo>
                  <a:pt x="586" y="493"/>
                  <a:pt x="588" y="490"/>
                  <a:pt x="589" y="487"/>
                </a:cubicBezTo>
                <a:close/>
                <a:moveTo>
                  <a:pt x="589" y="508"/>
                </a:moveTo>
                <a:cubicBezTo>
                  <a:pt x="589" y="514"/>
                  <a:pt x="589" y="514"/>
                  <a:pt x="589" y="514"/>
                </a:cubicBezTo>
                <a:cubicBezTo>
                  <a:pt x="588" y="514"/>
                  <a:pt x="586" y="514"/>
                  <a:pt x="585" y="514"/>
                </a:cubicBezTo>
                <a:cubicBezTo>
                  <a:pt x="585" y="508"/>
                  <a:pt x="585" y="508"/>
                  <a:pt x="585" y="508"/>
                </a:cubicBezTo>
                <a:cubicBezTo>
                  <a:pt x="586" y="508"/>
                  <a:pt x="588" y="508"/>
                  <a:pt x="589" y="508"/>
                </a:cubicBezTo>
                <a:close/>
                <a:moveTo>
                  <a:pt x="589" y="524"/>
                </a:moveTo>
                <a:cubicBezTo>
                  <a:pt x="589" y="531"/>
                  <a:pt x="589" y="531"/>
                  <a:pt x="589" y="531"/>
                </a:cubicBezTo>
                <a:cubicBezTo>
                  <a:pt x="588" y="535"/>
                  <a:pt x="586" y="536"/>
                  <a:pt x="585" y="538"/>
                </a:cubicBezTo>
                <a:cubicBezTo>
                  <a:pt x="585" y="548"/>
                  <a:pt x="585" y="548"/>
                  <a:pt x="585" y="548"/>
                </a:cubicBezTo>
                <a:cubicBezTo>
                  <a:pt x="586" y="546"/>
                  <a:pt x="588" y="544"/>
                  <a:pt x="589" y="542"/>
                </a:cubicBezTo>
                <a:cubicBezTo>
                  <a:pt x="589" y="531"/>
                  <a:pt x="589" y="531"/>
                  <a:pt x="589" y="531"/>
                </a:cubicBezTo>
                <a:cubicBezTo>
                  <a:pt x="588" y="531"/>
                  <a:pt x="586" y="531"/>
                  <a:pt x="585" y="531"/>
                </a:cubicBezTo>
                <a:cubicBezTo>
                  <a:pt x="585" y="525"/>
                  <a:pt x="585" y="525"/>
                  <a:pt x="585" y="525"/>
                </a:cubicBezTo>
                <a:cubicBezTo>
                  <a:pt x="586" y="525"/>
                  <a:pt x="588" y="525"/>
                  <a:pt x="589" y="524"/>
                </a:cubicBezTo>
                <a:close/>
                <a:moveTo>
                  <a:pt x="589" y="600"/>
                </a:moveTo>
                <a:cubicBezTo>
                  <a:pt x="589" y="617"/>
                  <a:pt x="589" y="617"/>
                  <a:pt x="589" y="617"/>
                </a:cubicBezTo>
                <a:cubicBezTo>
                  <a:pt x="588" y="615"/>
                  <a:pt x="586" y="613"/>
                  <a:pt x="585" y="612"/>
                </a:cubicBezTo>
                <a:cubicBezTo>
                  <a:pt x="585" y="598"/>
                  <a:pt x="585" y="598"/>
                  <a:pt x="585" y="598"/>
                </a:cubicBezTo>
                <a:cubicBezTo>
                  <a:pt x="585" y="598"/>
                  <a:pt x="586" y="598"/>
                  <a:pt x="587" y="598"/>
                </a:cubicBezTo>
                <a:cubicBezTo>
                  <a:pt x="588" y="599"/>
                  <a:pt x="588" y="599"/>
                  <a:pt x="589" y="600"/>
                </a:cubicBezTo>
                <a:close/>
                <a:moveTo>
                  <a:pt x="589" y="635"/>
                </a:moveTo>
                <a:cubicBezTo>
                  <a:pt x="589" y="645"/>
                  <a:pt x="589" y="645"/>
                  <a:pt x="589" y="645"/>
                </a:cubicBezTo>
                <a:cubicBezTo>
                  <a:pt x="588" y="646"/>
                  <a:pt x="587" y="646"/>
                  <a:pt x="586" y="646"/>
                </a:cubicBezTo>
                <a:cubicBezTo>
                  <a:pt x="585" y="646"/>
                  <a:pt x="585" y="646"/>
                  <a:pt x="585" y="646"/>
                </a:cubicBezTo>
                <a:cubicBezTo>
                  <a:pt x="585" y="631"/>
                  <a:pt x="585" y="631"/>
                  <a:pt x="585" y="631"/>
                </a:cubicBezTo>
                <a:cubicBezTo>
                  <a:pt x="586" y="633"/>
                  <a:pt x="588" y="634"/>
                  <a:pt x="589" y="635"/>
                </a:cubicBezTo>
                <a:close/>
                <a:moveTo>
                  <a:pt x="589" y="692"/>
                </a:moveTo>
                <a:cubicBezTo>
                  <a:pt x="589" y="701"/>
                  <a:pt x="589" y="701"/>
                  <a:pt x="589" y="701"/>
                </a:cubicBezTo>
                <a:cubicBezTo>
                  <a:pt x="588" y="702"/>
                  <a:pt x="586" y="703"/>
                  <a:pt x="585" y="703"/>
                </a:cubicBezTo>
                <a:cubicBezTo>
                  <a:pt x="585" y="695"/>
                  <a:pt x="585" y="695"/>
                  <a:pt x="585" y="695"/>
                </a:cubicBezTo>
                <a:cubicBezTo>
                  <a:pt x="586" y="694"/>
                  <a:pt x="588" y="693"/>
                  <a:pt x="589" y="692"/>
                </a:cubicBezTo>
                <a:close/>
                <a:moveTo>
                  <a:pt x="589" y="714"/>
                </a:moveTo>
                <a:cubicBezTo>
                  <a:pt x="589" y="724"/>
                  <a:pt x="589" y="724"/>
                  <a:pt x="589" y="724"/>
                </a:cubicBezTo>
                <a:cubicBezTo>
                  <a:pt x="588" y="724"/>
                  <a:pt x="586" y="723"/>
                  <a:pt x="585" y="722"/>
                </a:cubicBezTo>
                <a:cubicBezTo>
                  <a:pt x="585" y="711"/>
                  <a:pt x="585" y="711"/>
                  <a:pt x="585" y="711"/>
                </a:cubicBezTo>
                <a:cubicBezTo>
                  <a:pt x="586" y="712"/>
                  <a:pt x="588" y="713"/>
                  <a:pt x="589" y="714"/>
                </a:cubicBezTo>
                <a:close/>
                <a:moveTo>
                  <a:pt x="585" y="454"/>
                </a:moveTo>
                <a:cubicBezTo>
                  <a:pt x="585" y="442"/>
                  <a:pt x="585" y="442"/>
                  <a:pt x="585" y="442"/>
                </a:cubicBezTo>
                <a:cubicBezTo>
                  <a:pt x="586" y="446"/>
                  <a:pt x="585" y="449"/>
                  <a:pt x="585" y="454"/>
                </a:cubicBezTo>
                <a:close/>
                <a:moveTo>
                  <a:pt x="585" y="358"/>
                </a:moveTo>
                <a:cubicBezTo>
                  <a:pt x="585" y="341"/>
                  <a:pt x="585" y="341"/>
                  <a:pt x="585" y="341"/>
                </a:cubicBezTo>
                <a:cubicBezTo>
                  <a:pt x="587" y="347"/>
                  <a:pt x="588" y="350"/>
                  <a:pt x="589" y="356"/>
                </a:cubicBezTo>
                <a:cubicBezTo>
                  <a:pt x="588" y="357"/>
                  <a:pt x="586" y="357"/>
                  <a:pt x="585" y="358"/>
                </a:cubicBezTo>
                <a:close/>
                <a:moveTo>
                  <a:pt x="575" y="44"/>
                </a:moveTo>
                <a:cubicBezTo>
                  <a:pt x="578" y="45"/>
                  <a:pt x="582" y="47"/>
                  <a:pt x="585" y="48"/>
                </a:cubicBezTo>
                <a:cubicBezTo>
                  <a:pt x="585" y="57"/>
                  <a:pt x="585" y="57"/>
                  <a:pt x="585" y="57"/>
                </a:cubicBezTo>
                <a:cubicBezTo>
                  <a:pt x="583" y="57"/>
                  <a:pt x="583" y="57"/>
                  <a:pt x="583" y="57"/>
                </a:cubicBezTo>
                <a:cubicBezTo>
                  <a:pt x="585" y="82"/>
                  <a:pt x="585" y="82"/>
                  <a:pt x="585" y="82"/>
                </a:cubicBezTo>
                <a:cubicBezTo>
                  <a:pt x="585" y="100"/>
                  <a:pt x="585" y="100"/>
                  <a:pt x="585" y="100"/>
                </a:cubicBezTo>
                <a:cubicBezTo>
                  <a:pt x="583" y="99"/>
                  <a:pt x="581" y="97"/>
                  <a:pt x="579" y="94"/>
                </a:cubicBezTo>
                <a:cubicBezTo>
                  <a:pt x="575" y="93"/>
                  <a:pt x="575" y="93"/>
                  <a:pt x="575" y="93"/>
                </a:cubicBezTo>
                <a:cubicBezTo>
                  <a:pt x="575" y="44"/>
                  <a:pt x="575" y="44"/>
                  <a:pt x="575" y="44"/>
                </a:cubicBezTo>
                <a:close/>
                <a:moveTo>
                  <a:pt x="585" y="747"/>
                </a:moveTo>
                <a:cubicBezTo>
                  <a:pt x="582" y="749"/>
                  <a:pt x="578" y="751"/>
                  <a:pt x="575" y="752"/>
                </a:cubicBezTo>
                <a:cubicBezTo>
                  <a:pt x="575" y="738"/>
                  <a:pt x="575" y="738"/>
                  <a:pt x="575" y="738"/>
                </a:cubicBezTo>
                <a:cubicBezTo>
                  <a:pt x="579" y="738"/>
                  <a:pt x="582" y="738"/>
                  <a:pt x="585" y="737"/>
                </a:cubicBezTo>
                <a:cubicBezTo>
                  <a:pt x="585" y="747"/>
                  <a:pt x="585" y="747"/>
                  <a:pt x="585" y="747"/>
                </a:cubicBezTo>
                <a:close/>
                <a:moveTo>
                  <a:pt x="585" y="131"/>
                </a:moveTo>
                <a:cubicBezTo>
                  <a:pt x="585" y="146"/>
                  <a:pt x="585" y="146"/>
                  <a:pt x="585" y="146"/>
                </a:cubicBezTo>
                <a:cubicBezTo>
                  <a:pt x="582" y="144"/>
                  <a:pt x="579" y="144"/>
                  <a:pt x="575" y="143"/>
                </a:cubicBezTo>
                <a:cubicBezTo>
                  <a:pt x="575" y="131"/>
                  <a:pt x="575" y="131"/>
                  <a:pt x="575" y="131"/>
                </a:cubicBezTo>
                <a:cubicBezTo>
                  <a:pt x="579" y="130"/>
                  <a:pt x="582" y="130"/>
                  <a:pt x="585" y="131"/>
                </a:cubicBezTo>
                <a:close/>
                <a:moveTo>
                  <a:pt x="585" y="186"/>
                </a:moveTo>
                <a:cubicBezTo>
                  <a:pt x="585" y="207"/>
                  <a:pt x="585" y="207"/>
                  <a:pt x="585" y="207"/>
                </a:cubicBezTo>
                <a:cubicBezTo>
                  <a:pt x="582" y="205"/>
                  <a:pt x="578" y="204"/>
                  <a:pt x="575" y="204"/>
                </a:cubicBezTo>
                <a:cubicBezTo>
                  <a:pt x="575" y="188"/>
                  <a:pt x="575" y="188"/>
                  <a:pt x="575" y="188"/>
                </a:cubicBezTo>
                <a:cubicBezTo>
                  <a:pt x="578" y="188"/>
                  <a:pt x="582" y="188"/>
                  <a:pt x="585" y="186"/>
                </a:cubicBezTo>
                <a:close/>
                <a:moveTo>
                  <a:pt x="585" y="256"/>
                </a:moveTo>
                <a:cubicBezTo>
                  <a:pt x="585" y="266"/>
                  <a:pt x="585" y="266"/>
                  <a:pt x="585" y="266"/>
                </a:cubicBezTo>
                <a:cubicBezTo>
                  <a:pt x="584" y="265"/>
                  <a:pt x="584" y="265"/>
                  <a:pt x="583" y="265"/>
                </a:cubicBezTo>
                <a:cubicBezTo>
                  <a:pt x="581" y="278"/>
                  <a:pt x="575" y="280"/>
                  <a:pt x="581" y="292"/>
                </a:cubicBezTo>
                <a:cubicBezTo>
                  <a:pt x="582" y="292"/>
                  <a:pt x="582" y="292"/>
                  <a:pt x="583" y="292"/>
                </a:cubicBezTo>
                <a:cubicBezTo>
                  <a:pt x="584" y="291"/>
                  <a:pt x="584" y="290"/>
                  <a:pt x="585" y="289"/>
                </a:cubicBezTo>
                <a:cubicBezTo>
                  <a:pt x="585" y="306"/>
                  <a:pt x="585" y="306"/>
                  <a:pt x="585" y="306"/>
                </a:cubicBezTo>
                <a:cubicBezTo>
                  <a:pt x="582" y="300"/>
                  <a:pt x="579" y="294"/>
                  <a:pt x="575" y="289"/>
                </a:cubicBezTo>
                <a:cubicBezTo>
                  <a:pt x="575" y="271"/>
                  <a:pt x="575" y="271"/>
                  <a:pt x="575" y="271"/>
                </a:cubicBezTo>
                <a:cubicBezTo>
                  <a:pt x="578" y="264"/>
                  <a:pt x="579" y="260"/>
                  <a:pt x="575" y="253"/>
                </a:cubicBezTo>
                <a:cubicBezTo>
                  <a:pt x="575" y="245"/>
                  <a:pt x="575" y="245"/>
                  <a:pt x="575" y="245"/>
                </a:cubicBezTo>
                <a:cubicBezTo>
                  <a:pt x="578" y="248"/>
                  <a:pt x="582" y="252"/>
                  <a:pt x="585" y="256"/>
                </a:cubicBezTo>
                <a:close/>
                <a:moveTo>
                  <a:pt x="585" y="341"/>
                </a:moveTo>
                <a:cubicBezTo>
                  <a:pt x="585" y="358"/>
                  <a:pt x="585" y="358"/>
                  <a:pt x="585" y="358"/>
                </a:cubicBezTo>
                <a:cubicBezTo>
                  <a:pt x="581" y="359"/>
                  <a:pt x="578" y="359"/>
                  <a:pt x="575" y="357"/>
                </a:cubicBezTo>
                <a:cubicBezTo>
                  <a:pt x="575" y="349"/>
                  <a:pt x="575" y="349"/>
                  <a:pt x="575" y="349"/>
                </a:cubicBezTo>
                <a:cubicBezTo>
                  <a:pt x="580" y="349"/>
                  <a:pt x="580" y="349"/>
                  <a:pt x="580" y="349"/>
                </a:cubicBezTo>
                <a:cubicBezTo>
                  <a:pt x="579" y="343"/>
                  <a:pt x="579" y="337"/>
                  <a:pt x="575" y="335"/>
                </a:cubicBezTo>
                <a:cubicBezTo>
                  <a:pt x="575" y="322"/>
                  <a:pt x="575" y="322"/>
                  <a:pt x="575" y="322"/>
                </a:cubicBezTo>
                <a:cubicBezTo>
                  <a:pt x="577" y="321"/>
                  <a:pt x="577" y="321"/>
                  <a:pt x="577" y="321"/>
                </a:cubicBezTo>
                <a:cubicBezTo>
                  <a:pt x="581" y="332"/>
                  <a:pt x="583" y="337"/>
                  <a:pt x="585" y="341"/>
                </a:cubicBezTo>
                <a:close/>
                <a:moveTo>
                  <a:pt x="585" y="390"/>
                </a:moveTo>
                <a:cubicBezTo>
                  <a:pt x="585" y="399"/>
                  <a:pt x="585" y="399"/>
                  <a:pt x="585" y="399"/>
                </a:cubicBezTo>
                <a:cubicBezTo>
                  <a:pt x="584" y="396"/>
                  <a:pt x="582" y="394"/>
                  <a:pt x="575" y="393"/>
                </a:cubicBezTo>
                <a:cubicBezTo>
                  <a:pt x="575" y="390"/>
                  <a:pt x="575" y="390"/>
                  <a:pt x="575" y="390"/>
                </a:cubicBezTo>
                <a:cubicBezTo>
                  <a:pt x="585" y="390"/>
                  <a:pt x="585" y="390"/>
                  <a:pt x="585" y="390"/>
                </a:cubicBezTo>
                <a:close/>
                <a:moveTo>
                  <a:pt x="585" y="411"/>
                </a:moveTo>
                <a:cubicBezTo>
                  <a:pt x="581" y="411"/>
                  <a:pt x="581" y="411"/>
                  <a:pt x="581" y="411"/>
                </a:cubicBezTo>
                <a:cubicBezTo>
                  <a:pt x="580" y="411"/>
                  <a:pt x="579" y="410"/>
                  <a:pt x="579" y="410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415"/>
                  <a:pt x="575" y="415"/>
                  <a:pt x="575" y="415"/>
                </a:cubicBezTo>
                <a:cubicBezTo>
                  <a:pt x="585" y="415"/>
                  <a:pt x="585" y="415"/>
                  <a:pt x="585" y="415"/>
                </a:cubicBezTo>
                <a:cubicBezTo>
                  <a:pt x="585" y="411"/>
                  <a:pt x="585" y="411"/>
                  <a:pt x="585" y="411"/>
                </a:cubicBezTo>
                <a:close/>
                <a:moveTo>
                  <a:pt x="585" y="442"/>
                </a:moveTo>
                <a:cubicBezTo>
                  <a:pt x="585" y="454"/>
                  <a:pt x="585" y="454"/>
                  <a:pt x="585" y="454"/>
                </a:cubicBezTo>
                <a:cubicBezTo>
                  <a:pt x="583" y="462"/>
                  <a:pt x="579" y="472"/>
                  <a:pt x="575" y="481"/>
                </a:cubicBezTo>
                <a:cubicBezTo>
                  <a:pt x="575" y="448"/>
                  <a:pt x="575" y="448"/>
                  <a:pt x="575" y="448"/>
                </a:cubicBezTo>
                <a:cubicBezTo>
                  <a:pt x="576" y="445"/>
                  <a:pt x="576" y="442"/>
                  <a:pt x="576" y="438"/>
                </a:cubicBezTo>
                <a:cubicBezTo>
                  <a:pt x="578" y="438"/>
                  <a:pt x="580" y="438"/>
                  <a:pt x="582" y="438"/>
                </a:cubicBezTo>
                <a:cubicBezTo>
                  <a:pt x="583" y="439"/>
                  <a:pt x="584" y="440"/>
                  <a:pt x="585" y="442"/>
                </a:cubicBezTo>
                <a:close/>
                <a:moveTo>
                  <a:pt x="585" y="497"/>
                </a:moveTo>
                <a:cubicBezTo>
                  <a:pt x="585" y="507"/>
                  <a:pt x="585" y="507"/>
                  <a:pt x="585" y="507"/>
                </a:cubicBezTo>
                <a:cubicBezTo>
                  <a:pt x="584" y="508"/>
                  <a:pt x="584" y="508"/>
                  <a:pt x="584" y="508"/>
                </a:cubicBezTo>
                <a:cubicBezTo>
                  <a:pt x="585" y="508"/>
                  <a:pt x="585" y="508"/>
                  <a:pt x="585" y="508"/>
                </a:cubicBezTo>
                <a:cubicBezTo>
                  <a:pt x="585" y="514"/>
                  <a:pt x="585" y="514"/>
                  <a:pt x="585" y="514"/>
                </a:cubicBezTo>
                <a:cubicBezTo>
                  <a:pt x="581" y="515"/>
                  <a:pt x="578" y="517"/>
                  <a:pt x="575" y="521"/>
                </a:cubicBezTo>
                <a:cubicBezTo>
                  <a:pt x="575" y="513"/>
                  <a:pt x="575" y="513"/>
                  <a:pt x="575" y="513"/>
                </a:cubicBezTo>
                <a:cubicBezTo>
                  <a:pt x="579" y="508"/>
                  <a:pt x="582" y="502"/>
                  <a:pt x="585" y="497"/>
                </a:cubicBezTo>
                <a:close/>
                <a:moveTo>
                  <a:pt x="585" y="525"/>
                </a:moveTo>
                <a:cubicBezTo>
                  <a:pt x="585" y="531"/>
                  <a:pt x="585" y="531"/>
                  <a:pt x="585" y="531"/>
                </a:cubicBezTo>
                <a:cubicBezTo>
                  <a:pt x="581" y="531"/>
                  <a:pt x="578" y="530"/>
                  <a:pt x="575" y="530"/>
                </a:cubicBezTo>
                <a:cubicBezTo>
                  <a:pt x="575" y="523"/>
                  <a:pt x="575" y="523"/>
                  <a:pt x="575" y="523"/>
                </a:cubicBezTo>
                <a:cubicBezTo>
                  <a:pt x="577" y="524"/>
                  <a:pt x="580" y="525"/>
                  <a:pt x="582" y="525"/>
                </a:cubicBezTo>
                <a:cubicBezTo>
                  <a:pt x="583" y="525"/>
                  <a:pt x="584" y="525"/>
                  <a:pt x="585" y="525"/>
                </a:cubicBezTo>
                <a:close/>
                <a:moveTo>
                  <a:pt x="585" y="538"/>
                </a:moveTo>
                <a:cubicBezTo>
                  <a:pt x="585" y="548"/>
                  <a:pt x="585" y="548"/>
                  <a:pt x="585" y="548"/>
                </a:cubicBezTo>
                <a:cubicBezTo>
                  <a:pt x="582" y="552"/>
                  <a:pt x="578" y="555"/>
                  <a:pt x="575" y="558"/>
                </a:cubicBezTo>
                <a:cubicBezTo>
                  <a:pt x="575" y="551"/>
                  <a:pt x="575" y="551"/>
                  <a:pt x="575" y="551"/>
                </a:cubicBezTo>
                <a:cubicBezTo>
                  <a:pt x="576" y="550"/>
                  <a:pt x="576" y="549"/>
                  <a:pt x="577" y="548"/>
                </a:cubicBezTo>
                <a:cubicBezTo>
                  <a:pt x="577" y="548"/>
                  <a:pt x="576" y="547"/>
                  <a:pt x="576" y="547"/>
                </a:cubicBezTo>
                <a:cubicBezTo>
                  <a:pt x="575" y="547"/>
                  <a:pt x="575" y="547"/>
                  <a:pt x="575" y="547"/>
                </a:cubicBezTo>
                <a:cubicBezTo>
                  <a:pt x="575" y="542"/>
                  <a:pt x="575" y="542"/>
                  <a:pt x="575" y="542"/>
                </a:cubicBezTo>
                <a:cubicBezTo>
                  <a:pt x="579" y="540"/>
                  <a:pt x="582" y="540"/>
                  <a:pt x="585" y="538"/>
                </a:cubicBezTo>
                <a:close/>
                <a:moveTo>
                  <a:pt x="585" y="598"/>
                </a:moveTo>
                <a:cubicBezTo>
                  <a:pt x="585" y="612"/>
                  <a:pt x="585" y="612"/>
                  <a:pt x="585" y="612"/>
                </a:cubicBezTo>
                <a:cubicBezTo>
                  <a:pt x="582" y="608"/>
                  <a:pt x="579" y="605"/>
                  <a:pt x="577" y="604"/>
                </a:cubicBezTo>
                <a:cubicBezTo>
                  <a:pt x="580" y="601"/>
                  <a:pt x="582" y="599"/>
                  <a:pt x="585" y="598"/>
                </a:cubicBezTo>
                <a:close/>
                <a:moveTo>
                  <a:pt x="585" y="631"/>
                </a:moveTo>
                <a:cubicBezTo>
                  <a:pt x="585" y="646"/>
                  <a:pt x="585" y="646"/>
                  <a:pt x="585" y="646"/>
                </a:cubicBezTo>
                <a:cubicBezTo>
                  <a:pt x="581" y="643"/>
                  <a:pt x="578" y="641"/>
                  <a:pt x="575" y="638"/>
                </a:cubicBezTo>
                <a:cubicBezTo>
                  <a:pt x="575" y="621"/>
                  <a:pt x="575" y="621"/>
                  <a:pt x="575" y="621"/>
                </a:cubicBezTo>
                <a:cubicBezTo>
                  <a:pt x="578" y="624"/>
                  <a:pt x="582" y="628"/>
                  <a:pt x="585" y="631"/>
                </a:cubicBezTo>
                <a:close/>
                <a:moveTo>
                  <a:pt x="585" y="695"/>
                </a:moveTo>
                <a:cubicBezTo>
                  <a:pt x="585" y="703"/>
                  <a:pt x="585" y="703"/>
                  <a:pt x="585" y="703"/>
                </a:cubicBezTo>
                <a:cubicBezTo>
                  <a:pt x="583" y="705"/>
                  <a:pt x="581" y="706"/>
                  <a:pt x="579" y="708"/>
                </a:cubicBezTo>
                <a:cubicBezTo>
                  <a:pt x="581" y="709"/>
                  <a:pt x="583" y="710"/>
                  <a:pt x="585" y="711"/>
                </a:cubicBezTo>
                <a:cubicBezTo>
                  <a:pt x="585" y="722"/>
                  <a:pt x="585" y="722"/>
                  <a:pt x="585" y="722"/>
                </a:cubicBezTo>
                <a:cubicBezTo>
                  <a:pt x="584" y="721"/>
                  <a:pt x="583" y="721"/>
                  <a:pt x="582" y="720"/>
                </a:cubicBezTo>
                <a:cubicBezTo>
                  <a:pt x="579" y="719"/>
                  <a:pt x="577" y="718"/>
                  <a:pt x="575" y="717"/>
                </a:cubicBezTo>
                <a:cubicBezTo>
                  <a:pt x="575" y="702"/>
                  <a:pt x="575" y="702"/>
                  <a:pt x="575" y="702"/>
                </a:cubicBezTo>
                <a:cubicBezTo>
                  <a:pt x="578" y="699"/>
                  <a:pt x="581" y="697"/>
                  <a:pt x="585" y="695"/>
                </a:cubicBezTo>
                <a:close/>
                <a:moveTo>
                  <a:pt x="575" y="158"/>
                </a:moveTo>
                <a:cubicBezTo>
                  <a:pt x="575" y="147"/>
                  <a:pt x="575" y="147"/>
                  <a:pt x="575" y="147"/>
                </a:cubicBezTo>
                <a:cubicBezTo>
                  <a:pt x="578" y="148"/>
                  <a:pt x="581" y="149"/>
                  <a:pt x="584" y="150"/>
                </a:cubicBezTo>
                <a:cubicBezTo>
                  <a:pt x="585" y="153"/>
                  <a:pt x="585" y="154"/>
                  <a:pt x="584" y="157"/>
                </a:cubicBezTo>
                <a:cubicBezTo>
                  <a:pt x="582" y="157"/>
                  <a:pt x="580" y="158"/>
                  <a:pt x="579" y="158"/>
                </a:cubicBezTo>
                <a:cubicBezTo>
                  <a:pt x="579" y="161"/>
                  <a:pt x="579" y="161"/>
                  <a:pt x="577" y="161"/>
                </a:cubicBezTo>
                <a:cubicBezTo>
                  <a:pt x="577" y="159"/>
                  <a:pt x="577" y="158"/>
                  <a:pt x="576" y="158"/>
                </a:cubicBezTo>
                <a:cubicBezTo>
                  <a:pt x="576" y="158"/>
                  <a:pt x="575" y="158"/>
                  <a:pt x="575" y="158"/>
                </a:cubicBezTo>
                <a:close/>
                <a:moveTo>
                  <a:pt x="569" y="40"/>
                </a:moveTo>
                <a:cubicBezTo>
                  <a:pt x="571" y="41"/>
                  <a:pt x="573" y="42"/>
                  <a:pt x="575" y="44"/>
                </a:cubicBezTo>
                <a:cubicBezTo>
                  <a:pt x="575" y="93"/>
                  <a:pt x="575" y="93"/>
                  <a:pt x="575" y="93"/>
                </a:cubicBezTo>
                <a:cubicBezTo>
                  <a:pt x="573" y="92"/>
                  <a:pt x="571" y="91"/>
                  <a:pt x="569" y="91"/>
                </a:cubicBezTo>
                <a:cubicBezTo>
                  <a:pt x="569" y="82"/>
                  <a:pt x="569" y="82"/>
                  <a:pt x="569" y="82"/>
                </a:cubicBezTo>
                <a:cubicBezTo>
                  <a:pt x="570" y="83"/>
                  <a:pt x="571" y="84"/>
                  <a:pt x="573" y="85"/>
                </a:cubicBezTo>
                <a:cubicBezTo>
                  <a:pt x="573" y="85"/>
                  <a:pt x="574" y="85"/>
                  <a:pt x="575" y="85"/>
                </a:cubicBezTo>
                <a:cubicBezTo>
                  <a:pt x="575" y="70"/>
                  <a:pt x="576" y="57"/>
                  <a:pt x="569" y="49"/>
                </a:cubicBezTo>
                <a:cubicBezTo>
                  <a:pt x="569" y="40"/>
                  <a:pt x="569" y="40"/>
                  <a:pt x="569" y="40"/>
                </a:cubicBezTo>
                <a:close/>
                <a:moveTo>
                  <a:pt x="575" y="752"/>
                </a:moveTo>
                <a:cubicBezTo>
                  <a:pt x="573" y="753"/>
                  <a:pt x="571" y="754"/>
                  <a:pt x="569" y="756"/>
                </a:cubicBezTo>
                <a:cubicBezTo>
                  <a:pt x="569" y="746"/>
                  <a:pt x="569" y="746"/>
                  <a:pt x="569" y="746"/>
                </a:cubicBezTo>
                <a:cubicBezTo>
                  <a:pt x="569" y="746"/>
                  <a:pt x="569" y="746"/>
                  <a:pt x="569" y="745"/>
                </a:cubicBezTo>
                <a:cubicBezTo>
                  <a:pt x="569" y="745"/>
                  <a:pt x="569" y="745"/>
                  <a:pt x="569" y="745"/>
                </a:cubicBezTo>
                <a:cubicBezTo>
                  <a:pt x="569" y="734"/>
                  <a:pt x="569" y="734"/>
                  <a:pt x="569" y="734"/>
                </a:cubicBezTo>
                <a:cubicBezTo>
                  <a:pt x="574" y="738"/>
                  <a:pt x="574" y="738"/>
                  <a:pt x="574" y="738"/>
                </a:cubicBezTo>
                <a:cubicBezTo>
                  <a:pt x="575" y="738"/>
                  <a:pt x="575" y="738"/>
                  <a:pt x="575" y="738"/>
                </a:cubicBezTo>
                <a:cubicBezTo>
                  <a:pt x="575" y="752"/>
                  <a:pt x="575" y="752"/>
                  <a:pt x="575" y="752"/>
                </a:cubicBezTo>
                <a:close/>
                <a:moveTo>
                  <a:pt x="575" y="131"/>
                </a:moveTo>
                <a:cubicBezTo>
                  <a:pt x="575" y="143"/>
                  <a:pt x="575" y="143"/>
                  <a:pt x="575" y="143"/>
                </a:cubicBezTo>
                <a:cubicBezTo>
                  <a:pt x="575" y="143"/>
                  <a:pt x="575" y="143"/>
                  <a:pt x="575" y="143"/>
                </a:cubicBezTo>
                <a:cubicBezTo>
                  <a:pt x="575" y="139"/>
                  <a:pt x="575" y="135"/>
                  <a:pt x="575" y="131"/>
                </a:cubicBezTo>
                <a:cubicBezTo>
                  <a:pt x="575" y="131"/>
                  <a:pt x="575" y="131"/>
                  <a:pt x="575" y="131"/>
                </a:cubicBezTo>
                <a:close/>
                <a:moveTo>
                  <a:pt x="575" y="147"/>
                </a:moveTo>
                <a:cubicBezTo>
                  <a:pt x="575" y="158"/>
                  <a:pt x="575" y="158"/>
                  <a:pt x="575" y="158"/>
                </a:cubicBezTo>
                <a:cubicBezTo>
                  <a:pt x="572" y="158"/>
                  <a:pt x="570" y="158"/>
                  <a:pt x="569" y="158"/>
                </a:cubicBezTo>
                <a:cubicBezTo>
                  <a:pt x="569" y="145"/>
                  <a:pt x="569" y="145"/>
                  <a:pt x="569" y="145"/>
                </a:cubicBezTo>
                <a:cubicBezTo>
                  <a:pt x="571" y="146"/>
                  <a:pt x="573" y="146"/>
                  <a:pt x="575" y="147"/>
                </a:cubicBezTo>
                <a:close/>
                <a:moveTo>
                  <a:pt x="575" y="188"/>
                </a:moveTo>
                <a:cubicBezTo>
                  <a:pt x="575" y="204"/>
                  <a:pt x="575" y="204"/>
                  <a:pt x="575" y="204"/>
                </a:cubicBezTo>
                <a:cubicBezTo>
                  <a:pt x="573" y="204"/>
                  <a:pt x="571" y="203"/>
                  <a:pt x="569" y="203"/>
                </a:cubicBezTo>
                <a:cubicBezTo>
                  <a:pt x="569" y="188"/>
                  <a:pt x="569" y="188"/>
                  <a:pt x="569" y="188"/>
                </a:cubicBezTo>
                <a:cubicBezTo>
                  <a:pt x="570" y="189"/>
                  <a:pt x="570" y="189"/>
                  <a:pt x="570" y="189"/>
                </a:cubicBezTo>
                <a:cubicBezTo>
                  <a:pt x="572" y="189"/>
                  <a:pt x="573" y="189"/>
                  <a:pt x="575" y="188"/>
                </a:cubicBezTo>
                <a:close/>
                <a:moveTo>
                  <a:pt x="575" y="245"/>
                </a:moveTo>
                <a:cubicBezTo>
                  <a:pt x="575" y="253"/>
                  <a:pt x="575" y="253"/>
                  <a:pt x="575" y="253"/>
                </a:cubicBezTo>
                <a:cubicBezTo>
                  <a:pt x="574" y="252"/>
                  <a:pt x="573" y="250"/>
                  <a:pt x="572" y="249"/>
                </a:cubicBezTo>
                <a:cubicBezTo>
                  <a:pt x="571" y="253"/>
                  <a:pt x="569" y="256"/>
                  <a:pt x="569" y="259"/>
                </a:cubicBezTo>
                <a:cubicBezTo>
                  <a:pt x="569" y="238"/>
                  <a:pt x="569" y="238"/>
                  <a:pt x="569" y="238"/>
                </a:cubicBezTo>
                <a:cubicBezTo>
                  <a:pt x="571" y="240"/>
                  <a:pt x="573" y="242"/>
                  <a:pt x="575" y="245"/>
                </a:cubicBezTo>
                <a:close/>
                <a:moveTo>
                  <a:pt x="575" y="271"/>
                </a:moveTo>
                <a:cubicBezTo>
                  <a:pt x="575" y="289"/>
                  <a:pt x="575" y="289"/>
                  <a:pt x="575" y="289"/>
                </a:cubicBezTo>
                <a:cubicBezTo>
                  <a:pt x="573" y="285"/>
                  <a:pt x="571" y="282"/>
                  <a:pt x="569" y="279"/>
                </a:cubicBezTo>
                <a:cubicBezTo>
                  <a:pt x="569" y="272"/>
                  <a:pt x="569" y="272"/>
                  <a:pt x="569" y="272"/>
                </a:cubicBezTo>
                <a:cubicBezTo>
                  <a:pt x="569" y="273"/>
                  <a:pt x="570" y="275"/>
                  <a:pt x="571" y="277"/>
                </a:cubicBezTo>
                <a:cubicBezTo>
                  <a:pt x="573" y="275"/>
                  <a:pt x="574" y="272"/>
                  <a:pt x="575" y="271"/>
                </a:cubicBezTo>
                <a:close/>
                <a:moveTo>
                  <a:pt x="575" y="322"/>
                </a:moveTo>
                <a:cubicBezTo>
                  <a:pt x="575" y="335"/>
                  <a:pt x="575" y="335"/>
                  <a:pt x="575" y="335"/>
                </a:cubicBezTo>
                <a:cubicBezTo>
                  <a:pt x="574" y="334"/>
                  <a:pt x="572" y="334"/>
                  <a:pt x="570" y="334"/>
                </a:cubicBezTo>
                <a:cubicBezTo>
                  <a:pt x="569" y="335"/>
                  <a:pt x="569" y="336"/>
                  <a:pt x="569" y="337"/>
                </a:cubicBezTo>
                <a:cubicBezTo>
                  <a:pt x="569" y="322"/>
                  <a:pt x="569" y="322"/>
                  <a:pt x="569" y="322"/>
                </a:cubicBezTo>
                <a:cubicBezTo>
                  <a:pt x="571" y="322"/>
                  <a:pt x="573" y="322"/>
                  <a:pt x="575" y="322"/>
                </a:cubicBezTo>
                <a:close/>
                <a:moveTo>
                  <a:pt x="575" y="349"/>
                </a:moveTo>
                <a:cubicBezTo>
                  <a:pt x="575" y="357"/>
                  <a:pt x="575" y="357"/>
                  <a:pt x="575" y="357"/>
                </a:cubicBezTo>
                <a:cubicBezTo>
                  <a:pt x="573" y="357"/>
                  <a:pt x="571" y="355"/>
                  <a:pt x="569" y="353"/>
                </a:cubicBezTo>
                <a:cubicBezTo>
                  <a:pt x="569" y="341"/>
                  <a:pt x="569" y="341"/>
                  <a:pt x="569" y="341"/>
                </a:cubicBezTo>
                <a:cubicBezTo>
                  <a:pt x="571" y="343"/>
                  <a:pt x="572" y="346"/>
                  <a:pt x="574" y="349"/>
                </a:cubicBezTo>
                <a:cubicBezTo>
                  <a:pt x="575" y="349"/>
                  <a:pt x="575" y="349"/>
                  <a:pt x="575" y="349"/>
                </a:cubicBezTo>
                <a:close/>
                <a:moveTo>
                  <a:pt x="575" y="390"/>
                </a:moveTo>
                <a:cubicBezTo>
                  <a:pt x="575" y="393"/>
                  <a:pt x="575" y="393"/>
                  <a:pt x="575" y="393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415"/>
                  <a:pt x="575" y="415"/>
                  <a:pt x="575" y="415"/>
                </a:cubicBezTo>
                <a:cubicBezTo>
                  <a:pt x="569" y="415"/>
                  <a:pt x="569" y="415"/>
                  <a:pt x="569" y="415"/>
                </a:cubicBezTo>
                <a:cubicBezTo>
                  <a:pt x="569" y="411"/>
                  <a:pt x="569" y="411"/>
                  <a:pt x="569" y="411"/>
                </a:cubicBezTo>
                <a:cubicBezTo>
                  <a:pt x="571" y="411"/>
                  <a:pt x="573" y="410"/>
                  <a:pt x="575" y="410"/>
                </a:cubicBezTo>
                <a:cubicBezTo>
                  <a:pt x="573" y="404"/>
                  <a:pt x="573" y="399"/>
                  <a:pt x="569" y="394"/>
                </a:cubicBezTo>
                <a:cubicBezTo>
                  <a:pt x="569" y="394"/>
                  <a:pt x="569" y="394"/>
                  <a:pt x="569" y="394"/>
                </a:cubicBezTo>
                <a:cubicBezTo>
                  <a:pt x="569" y="390"/>
                  <a:pt x="569" y="390"/>
                  <a:pt x="569" y="390"/>
                </a:cubicBezTo>
                <a:cubicBezTo>
                  <a:pt x="575" y="390"/>
                  <a:pt x="575" y="390"/>
                  <a:pt x="575" y="390"/>
                </a:cubicBezTo>
                <a:close/>
                <a:moveTo>
                  <a:pt x="575" y="448"/>
                </a:moveTo>
                <a:cubicBezTo>
                  <a:pt x="575" y="481"/>
                  <a:pt x="575" y="481"/>
                  <a:pt x="575" y="481"/>
                </a:cubicBezTo>
                <a:cubicBezTo>
                  <a:pt x="573" y="486"/>
                  <a:pt x="571" y="490"/>
                  <a:pt x="569" y="494"/>
                </a:cubicBezTo>
                <a:cubicBezTo>
                  <a:pt x="569" y="468"/>
                  <a:pt x="569" y="468"/>
                  <a:pt x="569" y="468"/>
                </a:cubicBezTo>
                <a:cubicBezTo>
                  <a:pt x="571" y="462"/>
                  <a:pt x="574" y="455"/>
                  <a:pt x="575" y="448"/>
                </a:cubicBezTo>
                <a:close/>
                <a:moveTo>
                  <a:pt x="575" y="513"/>
                </a:moveTo>
                <a:cubicBezTo>
                  <a:pt x="575" y="521"/>
                  <a:pt x="575" y="521"/>
                  <a:pt x="575" y="521"/>
                </a:cubicBezTo>
                <a:cubicBezTo>
                  <a:pt x="575" y="522"/>
                  <a:pt x="574" y="523"/>
                  <a:pt x="574" y="523"/>
                </a:cubicBezTo>
                <a:cubicBezTo>
                  <a:pt x="575" y="523"/>
                  <a:pt x="575" y="523"/>
                  <a:pt x="575" y="523"/>
                </a:cubicBezTo>
                <a:cubicBezTo>
                  <a:pt x="575" y="530"/>
                  <a:pt x="575" y="530"/>
                  <a:pt x="575" y="530"/>
                </a:cubicBezTo>
                <a:cubicBezTo>
                  <a:pt x="573" y="531"/>
                  <a:pt x="570" y="531"/>
                  <a:pt x="569" y="532"/>
                </a:cubicBezTo>
                <a:cubicBezTo>
                  <a:pt x="569" y="524"/>
                  <a:pt x="569" y="524"/>
                  <a:pt x="569" y="524"/>
                </a:cubicBezTo>
                <a:cubicBezTo>
                  <a:pt x="570" y="522"/>
                  <a:pt x="571" y="519"/>
                  <a:pt x="572" y="517"/>
                </a:cubicBezTo>
                <a:cubicBezTo>
                  <a:pt x="573" y="516"/>
                  <a:pt x="574" y="514"/>
                  <a:pt x="575" y="513"/>
                </a:cubicBezTo>
                <a:close/>
                <a:moveTo>
                  <a:pt x="575" y="542"/>
                </a:moveTo>
                <a:cubicBezTo>
                  <a:pt x="575" y="547"/>
                  <a:pt x="575" y="547"/>
                  <a:pt x="575" y="547"/>
                </a:cubicBezTo>
                <a:cubicBezTo>
                  <a:pt x="573" y="546"/>
                  <a:pt x="571" y="546"/>
                  <a:pt x="569" y="546"/>
                </a:cubicBezTo>
                <a:cubicBezTo>
                  <a:pt x="569" y="540"/>
                  <a:pt x="569" y="540"/>
                  <a:pt x="569" y="540"/>
                </a:cubicBezTo>
                <a:cubicBezTo>
                  <a:pt x="570" y="540"/>
                  <a:pt x="572" y="541"/>
                  <a:pt x="575" y="542"/>
                </a:cubicBezTo>
                <a:cubicBezTo>
                  <a:pt x="575" y="542"/>
                  <a:pt x="575" y="542"/>
                  <a:pt x="575" y="542"/>
                </a:cubicBezTo>
                <a:close/>
                <a:moveTo>
                  <a:pt x="575" y="551"/>
                </a:moveTo>
                <a:cubicBezTo>
                  <a:pt x="575" y="558"/>
                  <a:pt x="575" y="558"/>
                  <a:pt x="575" y="558"/>
                </a:cubicBezTo>
                <a:cubicBezTo>
                  <a:pt x="574" y="559"/>
                  <a:pt x="573" y="560"/>
                  <a:pt x="571" y="561"/>
                </a:cubicBezTo>
                <a:cubicBezTo>
                  <a:pt x="571" y="562"/>
                  <a:pt x="569" y="564"/>
                  <a:pt x="569" y="566"/>
                </a:cubicBezTo>
                <a:cubicBezTo>
                  <a:pt x="569" y="555"/>
                  <a:pt x="569" y="555"/>
                  <a:pt x="569" y="555"/>
                </a:cubicBezTo>
                <a:cubicBezTo>
                  <a:pt x="571" y="554"/>
                  <a:pt x="573" y="553"/>
                  <a:pt x="575" y="551"/>
                </a:cubicBezTo>
                <a:close/>
                <a:moveTo>
                  <a:pt x="575" y="621"/>
                </a:moveTo>
                <a:cubicBezTo>
                  <a:pt x="575" y="638"/>
                  <a:pt x="575" y="638"/>
                  <a:pt x="575" y="638"/>
                </a:cubicBezTo>
                <a:cubicBezTo>
                  <a:pt x="573" y="636"/>
                  <a:pt x="571" y="633"/>
                  <a:pt x="569" y="631"/>
                </a:cubicBezTo>
                <a:cubicBezTo>
                  <a:pt x="569" y="614"/>
                  <a:pt x="569" y="614"/>
                  <a:pt x="569" y="614"/>
                </a:cubicBezTo>
                <a:cubicBezTo>
                  <a:pt x="570" y="616"/>
                  <a:pt x="573" y="618"/>
                  <a:pt x="575" y="621"/>
                </a:cubicBezTo>
                <a:close/>
                <a:moveTo>
                  <a:pt x="575" y="702"/>
                </a:moveTo>
                <a:cubicBezTo>
                  <a:pt x="575" y="717"/>
                  <a:pt x="575" y="717"/>
                  <a:pt x="575" y="717"/>
                </a:cubicBezTo>
                <a:cubicBezTo>
                  <a:pt x="573" y="716"/>
                  <a:pt x="570" y="716"/>
                  <a:pt x="569" y="716"/>
                </a:cubicBezTo>
                <a:cubicBezTo>
                  <a:pt x="569" y="706"/>
                  <a:pt x="569" y="706"/>
                  <a:pt x="569" y="706"/>
                </a:cubicBezTo>
                <a:cubicBezTo>
                  <a:pt x="569" y="706"/>
                  <a:pt x="570" y="706"/>
                  <a:pt x="570" y="706"/>
                </a:cubicBezTo>
                <a:cubicBezTo>
                  <a:pt x="572" y="704"/>
                  <a:pt x="573" y="703"/>
                  <a:pt x="575" y="702"/>
                </a:cubicBezTo>
                <a:close/>
                <a:moveTo>
                  <a:pt x="569" y="449"/>
                </a:moveTo>
                <a:cubicBezTo>
                  <a:pt x="569" y="449"/>
                  <a:pt x="570" y="449"/>
                  <a:pt x="570" y="449"/>
                </a:cubicBezTo>
                <a:cubicBezTo>
                  <a:pt x="571" y="444"/>
                  <a:pt x="570" y="443"/>
                  <a:pt x="569" y="440"/>
                </a:cubicBezTo>
                <a:cubicBezTo>
                  <a:pt x="569" y="449"/>
                  <a:pt x="569" y="449"/>
                  <a:pt x="569" y="449"/>
                </a:cubicBezTo>
                <a:close/>
                <a:moveTo>
                  <a:pt x="569" y="171"/>
                </a:moveTo>
                <a:cubicBezTo>
                  <a:pt x="569" y="163"/>
                  <a:pt x="569" y="163"/>
                  <a:pt x="569" y="163"/>
                </a:cubicBezTo>
                <a:cubicBezTo>
                  <a:pt x="570" y="164"/>
                  <a:pt x="572" y="164"/>
                  <a:pt x="574" y="165"/>
                </a:cubicBezTo>
                <a:cubicBezTo>
                  <a:pt x="574" y="167"/>
                  <a:pt x="574" y="167"/>
                  <a:pt x="573" y="171"/>
                </a:cubicBezTo>
                <a:cubicBezTo>
                  <a:pt x="571" y="171"/>
                  <a:pt x="570" y="171"/>
                  <a:pt x="569" y="171"/>
                </a:cubicBezTo>
                <a:close/>
                <a:moveTo>
                  <a:pt x="560" y="36"/>
                </a:moveTo>
                <a:cubicBezTo>
                  <a:pt x="563" y="38"/>
                  <a:pt x="566" y="39"/>
                  <a:pt x="569" y="40"/>
                </a:cubicBezTo>
                <a:cubicBezTo>
                  <a:pt x="569" y="49"/>
                  <a:pt x="569" y="49"/>
                  <a:pt x="569" y="49"/>
                </a:cubicBezTo>
                <a:cubicBezTo>
                  <a:pt x="566" y="47"/>
                  <a:pt x="563" y="45"/>
                  <a:pt x="560" y="44"/>
                </a:cubicBezTo>
                <a:cubicBezTo>
                  <a:pt x="560" y="36"/>
                  <a:pt x="560" y="36"/>
                  <a:pt x="560" y="36"/>
                </a:cubicBezTo>
                <a:close/>
                <a:moveTo>
                  <a:pt x="569" y="756"/>
                </a:moveTo>
                <a:cubicBezTo>
                  <a:pt x="566" y="757"/>
                  <a:pt x="563" y="758"/>
                  <a:pt x="560" y="759"/>
                </a:cubicBezTo>
                <a:cubicBezTo>
                  <a:pt x="560" y="751"/>
                  <a:pt x="560" y="751"/>
                  <a:pt x="560" y="751"/>
                </a:cubicBezTo>
                <a:cubicBezTo>
                  <a:pt x="563" y="750"/>
                  <a:pt x="566" y="748"/>
                  <a:pt x="569" y="746"/>
                </a:cubicBezTo>
                <a:cubicBezTo>
                  <a:pt x="569" y="756"/>
                  <a:pt x="569" y="756"/>
                  <a:pt x="569" y="756"/>
                </a:cubicBezTo>
                <a:close/>
                <a:moveTo>
                  <a:pt x="569" y="82"/>
                </a:moveTo>
                <a:cubicBezTo>
                  <a:pt x="569" y="91"/>
                  <a:pt x="569" y="91"/>
                  <a:pt x="569" y="91"/>
                </a:cubicBezTo>
                <a:cubicBezTo>
                  <a:pt x="565" y="89"/>
                  <a:pt x="562" y="88"/>
                  <a:pt x="560" y="86"/>
                </a:cubicBezTo>
                <a:cubicBezTo>
                  <a:pt x="560" y="74"/>
                  <a:pt x="560" y="74"/>
                  <a:pt x="560" y="74"/>
                </a:cubicBezTo>
                <a:cubicBezTo>
                  <a:pt x="562" y="77"/>
                  <a:pt x="565" y="80"/>
                  <a:pt x="569" y="82"/>
                </a:cubicBezTo>
                <a:close/>
                <a:moveTo>
                  <a:pt x="569" y="145"/>
                </a:moveTo>
                <a:cubicBezTo>
                  <a:pt x="569" y="158"/>
                  <a:pt x="569" y="158"/>
                  <a:pt x="569" y="158"/>
                </a:cubicBezTo>
                <a:cubicBezTo>
                  <a:pt x="567" y="158"/>
                  <a:pt x="565" y="157"/>
                  <a:pt x="563" y="156"/>
                </a:cubicBezTo>
                <a:cubicBezTo>
                  <a:pt x="563" y="152"/>
                  <a:pt x="563" y="148"/>
                  <a:pt x="563" y="144"/>
                </a:cubicBezTo>
                <a:cubicBezTo>
                  <a:pt x="565" y="144"/>
                  <a:pt x="567" y="144"/>
                  <a:pt x="569" y="145"/>
                </a:cubicBezTo>
                <a:close/>
                <a:moveTo>
                  <a:pt x="569" y="163"/>
                </a:moveTo>
                <a:cubicBezTo>
                  <a:pt x="569" y="171"/>
                  <a:pt x="569" y="171"/>
                  <a:pt x="569" y="171"/>
                </a:cubicBezTo>
                <a:cubicBezTo>
                  <a:pt x="565" y="172"/>
                  <a:pt x="562" y="173"/>
                  <a:pt x="560" y="173"/>
                </a:cubicBezTo>
                <a:cubicBezTo>
                  <a:pt x="560" y="160"/>
                  <a:pt x="560" y="160"/>
                  <a:pt x="560" y="160"/>
                </a:cubicBezTo>
                <a:cubicBezTo>
                  <a:pt x="562" y="162"/>
                  <a:pt x="565" y="163"/>
                  <a:pt x="569" y="163"/>
                </a:cubicBezTo>
                <a:close/>
                <a:moveTo>
                  <a:pt x="569" y="188"/>
                </a:moveTo>
                <a:cubicBezTo>
                  <a:pt x="569" y="203"/>
                  <a:pt x="569" y="203"/>
                  <a:pt x="569" y="203"/>
                </a:cubicBezTo>
                <a:cubicBezTo>
                  <a:pt x="565" y="203"/>
                  <a:pt x="562" y="202"/>
                  <a:pt x="560" y="199"/>
                </a:cubicBezTo>
                <a:cubicBezTo>
                  <a:pt x="560" y="188"/>
                  <a:pt x="560" y="188"/>
                  <a:pt x="560" y="188"/>
                </a:cubicBezTo>
                <a:cubicBezTo>
                  <a:pt x="563" y="187"/>
                  <a:pt x="565" y="187"/>
                  <a:pt x="569" y="188"/>
                </a:cubicBezTo>
                <a:close/>
                <a:moveTo>
                  <a:pt x="569" y="238"/>
                </a:moveTo>
                <a:cubicBezTo>
                  <a:pt x="569" y="259"/>
                  <a:pt x="569" y="259"/>
                  <a:pt x="569" y="259"/>
                </a:cubicBezTo>
                <a:cubicBezTo>
                  <a:pt x="567" y="263"/>
                  <a:pt x="566" y="267"/>
                  <a:pt x="569" y="272"/>
                </a:cubicBezTo>
                <a:cubicBezTo>
                  <a:pt x="569" y="279"/>
                  <a:pt x="569" y="279"/>
                  <a:pt x="569" y="279"/>
                </a:cubicBezTo>
                <a:cubicBezTo>
                  <a:pt x="566" y="275"/>
                  <a:pt x="563" y="272"/>
                  <a:pt x="560" y="269"/>
                </a:cubicBezTo>
                <a:cubicBezTo>
                  <a:pt x="560" y="263"/>
                  <a:pt x="560" y="263"/>
                  <a:pt x="560" y="263"/>
                </a:cubicBezTo>
                <a:cubicBezTo>
                  <a:pt x="564" y="253"/>
                  <a:pt x="569" y="243"/>
                  <a:pt x="560" y="236"/>
                </a:cubicBezTo>
                <a:cubicBezTo>
                  <a:pt x="560" y="229"/>
                  <a:pt x="560" y="229"/>
                  <a:pt x="560" y="229"/>
                </a:cubicBezTo>
                <a:cubicBezTo>
                  <a:pt x="563" y="232"/>
                  <a:pt x="566" y="235"/>
                  <a:pt x="569" y="238"/>
                </a:cubicBezTo>
                <a:close/>
                <a:moveTo>
                  <a:pt x="569" y="322"/>
                </a:moveTo>
                <a:cubicBezTo>
                  <a:pt x="569" y="337"/>
                  <a:pt x="569" y="337"/>
                  <a:pt x="569" y="337"/>
                </a:cubicBezTo>
                <a:cubicBezTo>
                  <a:pt x="568" y="338"/>
                  <a:pt x="567" y="339"/>
                  <a:pt x="567" y="341"/>
                </a:cubicBezTo>
                <a:cubicBezTo>
                  <a:pt x="567" y="341"/>
                  <a:pt x="568" y="341"/>
                  <a:pt x="569" y="341"/>
                </a:cubicBezTo>
                <a:cubicBezTo>
                  <a:pt x="569" y="353"/>
                  <a:pt x="569" y="353"/>
                  <a:pt x="569" y="353"/>
                </a:cubicBezTo>
                <a:cubicBezTo>
                  <a:pt x="568" y="353"/>
                  <a:pt x="567" y="352"/>
                  <a:pt x="567" y="352"/>
                </a:cubicBezTo>
                <a:cubicBezTo>
                  <a:pt x="566" y="352"/>
                  <a:pt x="565" y="352"/>
                  <a:pt x="564" y="352"/>
                </a:cubicBezTo>
                <a:cubicBezTo>
                  <a:pt x="562" y="362"/>
                  <a:pt x="571" y="366"/>
                  <a:pt x="567" y="376"/>
                </a:cubicBezTo>
                <a:cubicBezTo>
                  <a:pt x="564" y="377"/>
                  <a:pt x="562" y="377"/>
                  <a:pt x="560" y="378"/>
                </a:cubicBezTo>
                <a:cubicBezTo>
                  <a:pt x="560" y="345"/>
                  <a:pt x="560" y="345"/>
                  <a:pt x="560" y="345"/>
                </a:cubicBezTo>
                <a:cubicBezTo>
                  <a:pt x="560" y="345"/>
                  <a:pt x="560" y="345"/>
                  <a:pt x="561" y="345"/>
                </a:cubicBezTo>
                <a:cubicBezTo>
                  <a:pt x="560" y="343"/>
                  <a:pt x="560" y="340"/>
                  <a:pt x="560" y="337"/>
                </a:cubicBezTo>
                <a:cubicBezTo>
                  <a:pt x="560" y="331"/>
                  <a:pt x="560" y="331"/>
                  <a:pt x="560" y="331"/>
                </a:cubicBezTo>
                <a:cubicBezTo>
                  <a:pt x="563" y="329"/>
                  <a:pt x="564" y="326"/>
                  <a:pt x="567" y="322"/>
                </a:cubicBezTo>
                <a:cubicBezTo>
                  <a:pt x="567" y="322"/>
                  <a:pt x="568" y="322"/>
                  <a:pt x="569" y="322"/>
                </a:cubicBezTo>
                <a:close/>
                <a:moveTo>
                  <a:pt x="569" y="390"/>
                </a:moveTo>
                <a:cubicBezTo>
                  <a:pt x="569" y="394"/>
                  <a:pt x="569" y="394"/>
                  <a:pt x="569" y="394"/>
                </a:cubicBezTo>
                <a:cubicBezTo>
                  <a:pt x="562" y="394"/>
                  <a:pt x="562" y="394"/>
                  <a:pt x="562" y="394"/>
                </a:cubicBezTo>
                <a:cubicBezTo>
                  <a:pt x="563" y="399"/>
                  <a:pt x="565" y="405"/>
                  <a:pt x="566" y="410"/>
                </a:cubicBezTo>
                <a:cubicBezTo>
                  <a:pt x="566" y="410"/>
                  <a:pt x="567" y="411"/>
                  <a:pt x="568" y="411"/>
                </a:cubicBezTo>
                <a:cubicBezTo>
                  <a:pt x="569" y="411"/>
                  <a:pt x="569" y="411"/>
                  <a:pt x="569" y="411"/>
                </a:cubicBezTo>
                <a:cubicBezTo>
                  <a:pt x="569" y="415"/>
                  <a:pt x="569" y="415"/>
                  <a:pt x="569" y="415"/>
                </a:cubicBezTo>
                <a:cubicBezTo>
                  <a:pt x="560" y="415"/>
                  <a:pt x="560" y="415"/>
                  <a:pt x="560" y="415"/>
                </a:cubicBezTo>
                <a:cubicBezTo>
                  <a:pt x="560" y="411"/>
                  <a:pt x="560" y="411"/>
                  <a:pt x="560" y="411"/>
                </a:cubicBezTo>
                <a:cubicBezTo>
                  <a:pt x="562" y="411"/>
                  <a:pt x="562" y="411"/>
                  <a:pt x="562" y="411"/>
                </a:cubicBezTo>
                <a:cubicBezTo>
                  <a:pt x="561" y="406"/>
                  <a:pt x="560" y="402"/>
                  <a:pt x="560" y="400"/>
                </a:cubicBezTo>
                <a:cubicBezTo>
                  <a:pt x="560" y="390"/>
                  <a:pt x="560" y="390"/>
                  <a:pt x="560" y="390"/>
                </a:cubicBezTo>
                <a:cubicBezTo>
                  <a:pt x="569" y="390"/>
                  <a:pt x="569" y="390"/>
                  <a:pt x="569" y="390"/>
                </a:cubicBezTo>
                <a:close/>
                <a:moveTo>
                  <a:pt x="569" y="440"/>
                </a:moveTo>
                <a:cubicBezTo>
                  <a:pt x="569" y="449"/>
                  <a:pt x="569" y="449"/>
                  <a:pt x="569" y="449"/>
                </a:cubicBezTo>
                <a:cubicBezTo>
                  <a:pt x="565" y="451"/>
                  <a:pt x="563" y="453"/>
                  <a:pt x="560" y="453"/>
                </a:cubicBezTo>
                <a:cubicBezTo>
                  <a:pt x="560" y="444"/>
                  <a:pt x="560" y="444"/>
                  <a:pt x="560" y="444"/>
                </a:cubicBezTo>
                <a:cubicBezTo>
                  <a:pt x="560" y="443"/>
                  <a:pt x="562" y="441"/>
                  <a:pt x="563" y="439"/>
                </a:cubicBezTo>
                <a:cubicBezTo>
                  <a:pt x="565" y="439"/>
                  <a:pt x="566" y="439"/>
                  <a:pt x="568" y="439"/>
                </a:cubicBezTo>
                <a:cubicBezTo>
                  <a:pt x="569" y="440"/>
                  <a:pt x="569" y="440"/>
                  <a:pt x="569" y="440"/>
                </a:cubicBezTo>
                <a:close/>
                <a:moveTo>
                  <a:pt x="569" y="468"/>
                </a:moveTo>
                <a:cubicBezTo>
                  <a:pt x="569" y="494"/>
                  <a:pt x="569" y="494"/>
                  <a:pt x="569" y="494"/>
                </a:cubicBezTo>
                <a:cubicBezTo>
                  <a:pt x="565" y="499"/>
                  <a:pt x="562" y="504"/>
                  <a:pt x="560" y="507"/>
                </a:cubicBezTo>
                <a:cubicBezTo>
                  <a:pt x="560" y="486"/>
                  <a:pt x="560" y="486"/>
                  <a:pt x="560" y="486"/>
                </a:cubicBezTo>
                <a:cubicBezTo>
                  <a:pt x="563" y="480"/>
                  <a:pt x="566" y="474"/>
                  <a:pt x="569" y="468"/>
                </a:cubicBezTo>
                <a:close/>
                <a:moveTo>
                  <a:pt x="569" y="524"/>
                </a:moveTo>
                <a:cubicBezTo>
                  <a:pt x="569" y="532"/>
                  <a:pt x="569" y="532"/>
                  <a:pt x="569" y="532"/>
                </a:cubicBezTo>
                <a:cubicBezTo>
                  <a:pt x="566" y="533"/>
                  <a:pt x="565" y="536"/>
                  <a:pt x="563" y="539"/>
                </a:cubicBezTo>
                <a:cubicBezTo>
                  <a:pt x="566" y="540"/>
                  <a:pt x="567" y="540"/>
                  <a:pt x="569" y="540"/>
                </a:cubicBezTo>
                <a:cubicBezTo>
                  <a:pt x="569" y="546"/>
                  <a:pt x="569" y="546"/>
                  <a:pt x="569" y="546"/>
                </a:cubicBezTo>
                <a:cubicBezTo>
                  <a:pt x="565" y="546"/>
                  <a:pt x="562" y="545"/>
                  <a:pt x="560" y="546"/>
                </a:cubicBezTo>
                <a:cubicBezTo>
                  <a:pt x="560" y="535"/>
                  <a:pt x="560" y="535"/>
                  <a:pt x="560" y="535"/>
                </a:cubicBezTo>
                <a:cubicBezTo>
                  <a:pt x="563" y="531"/>
                  <a:pt x="566" y="527"/>
                  <a:pt x="569" y="524"/>
                </a:cubicBezTo>
                <a:close/>
                <a:moveTo>
                  <a:pt x="569" y="555"/>
                </a:moveTo>
                <a:cubicBezTo>
                  <a:pt x="569" y="566"/>
                  <a:pt x="569" y="566"/>
                  <a:pt x="569" y="566"/>
                </a:cubicBezTo>
                <a:cubicBezTo>
                  <a:pt x="567" y="567"/>
                  <a:pt x="567" y="567"/>
                  <a:pt x="567" y="567"/>
                </a:cubicBezTo>
                <a:cubicBezTo>
                  <a:pt x="565" y="570"/>
                  <a:pt x="562" y="572"/>
                  <a:pt x="560" y="574"/>
                </a:cubicBezTo>
                <a:cubicBezTo>
                  <a:pt x="560" y="567"/>
                  <a:pt x="560" y="567"/>
                  <a:pt x="560" y="567"/>
                </a:cubicBezTo>
                <a:cubicBezTo>
                  <a:pt x="562" y="566"/>
                  <a:pt x="563" y="565"/>
                  <a:pt x="565" y="562"/>
                </a:cubicBezTo>
                <a:cubicBezTo>
                  <a:pt x="563" y="561"/>
                  <a:pt x="561" y="561"/>
                  <a:pt x="560" y="561"/>
                </a:cubicBezTo>
                <a:cubicBezTo>
                  <a:pt x="560" y="556"/>
                  <a:pt x="560" y="556"/>
                  <a:pt x="560" y="556"/>
                </a:cubicBezTo>
                <a:cubicBezTo>
                  <a:pt x="563" y="556"/>
                  <a:pt x="566" y="556"/>
                  <a:pt x="569" y="555"/>
                </a:cubicBezTo>
                <a:close/>
                <a:moveTo>
                  <a:pt x="569" y="614"/>
                </a:moveTo>
                <a:cubicBezTo>
                  <a:pt x="569" y="631"/>
                  <a:pt x="569" y="631"/>
                  <a:pt x="569" y="631"/>
                </a:cubicBezTo>
                <a:cubicBezTo>
                  <a:pt x="566" y="628"/>
                  <a:pt x="563" y="624"/>
                  <a:pt x="560" y="621"/>
                </a:cubicBezTo>
                <a:cubicBezTo>
                  <a:pt x="560" y="619"/>
                  <a:pt x="560" y="619"/>
                  <a:pt x="560" y="619"/>
                </a:cubicBezTo>
                <a:cubicBezTo>
                  <a:pt x="561" y="617"/>
                  <a:pt x="562" y="617"/>
                  <a:pt x="567" y="613"/>
                </a:cubicBezTo>
                <a:cubicBezTo>
                  <a:pt x="568" y="613"/>
                  <a:pt x="568" y="614"/>
                  <a:pt x="569" y="614"/>
                </a:cubicBezTo>
                <a:close/>
                <a:moveTo>
                  <a:pt x="569" y="706"/>
                </a:moveTo>
                <a:cubicBezTo>
                  <a:pt x="569" y="716"/>
                  <a:pt x="569" y="716"/>
                  <a:pt x="569" y="716"/>
                </a:cubicBezTo>
                <a:cubicBezTo>
                  <a:pt x="566" y="716"/>
                  <a:pt x="563" y="716"/>
                  <a:pt x="560" y="718"/>
                </a:cubicBezTo>
                <a:cubicBezTo>
                  <a:pt x="560" y="709"/>
                  <a:pt x="560" y="709"/>
                  <a:pt x="560" y="709"/>
                </a:cubicBezTo>
                <a:cubicBezTo>
                  <a:pt x="562" y="708"/>
                  <a:pt x="565" y="707"/>
                  <a:pt x="569" y="706"/>
                </a:cubicBezTo>
                <a:close/>
                <a:moveTo>
                  <a:pt x="569" y="734"/>
                </a:moveTo>
                <a:cubicBezTo>
                  <a:pt x="569" y="745"/>
                  <a:pt x="569" y="745"/>
                  <a:pt x="569" y="745"/>
                </a:cubicBezTo>
                <a:cubicBezTo>
                  <a:pt x="566" y="743"/>
                  <a:pt x="563" y="741"/>
                  <a:pt x="560" y="739"/>
                </a:cubicBezTo>
                <a:cubicBezTo>
                  <a:pt x="560" y="729"/>
                  <a:pt x="560" y="729"/>
                  <a:pt x="560" y="729"/>
                </a:cubicBezTo>
                <a:cubicBezTo>
                  <a:pt x="569" y="734"/>
                  <a:pt x="569" y="734"/>
                  <a:pt x="569" y="734"/>
                </a:cubicBezTo>
                <a:close/>
                <a:moveTo>
                  <a:pt x="560" y="317"/>
                </a:moveTo>
                <a:cubicBezTo>
                  <a:pt x="560" y="304"/>
                  <a:pt x="560" y="304"/>
                  <a:pt x="560" y="304"/>
                </a:cubicBezTo>
                <a:cubicBezTo>
                  <a:pt x="561" y="307"/>
                  <a:pt x="562" y="311"/>
                  <a:pt x="562" y="316"/>
                </a:cubicBezTo>
                <a:cubicBezTo>
                  <a:pt x="561" y="316"/>
                  <a:pt x="560" y="316"/>
                  <a:pt x="560" y="317"/>
                </a:cubicBezTo>
                <a:close/>
                <a:moveTo>
                  <a:pt x="559" y="36"/>
                </a:moveTo>
                <a:cubicBezTo>
                  <a:pt x="560" y="36"/>
                  <a:pt x="560" y="36"/>
                  <a:pt x="560" y="36"/>
                </a:cubicBezTo>
                <a:cubicBezTo>
                  <a:pt x="560" y="44"/>
                  <a:pt x="560" y="44"/>
                  <a:pt x="560" y="44"/>
                </a:cubicBezTo>
                <a:cubicBezTo>
                  <a:pt x="560" y="44"/>
                  <a:pt x="559" y="44"/>
                  <a:pt x="559" y="43"/>
                </a:cubicBezTo>
                <a:cubicBezTo>
                  <a:pt x="559" y="36"/>
                  <a:pt x="559" y="36"/>
                  <a:pt x="559" y="36"/>
                </a:cubicBezTo>
                <a:close/>
                <a:moveTo>
                  <a:pt x="560" y="759"/>
                </a:moveTo>
                <a:cubicBezTo>
                  <a:pt x="559" y="759"/>
                  <a:pt x="559" y="759"/>
                  <a:pt x="559" y="759"/>
                </a:cubicBezTo>
                <a:cubicBezTo>
                  <a:pt x="559" y="751"/>
                  <a:pt x="559" y="751"/>
                  <a:pt x="559" y="751"/>
                </a:cubicBezTo>
                <a:cubicBezTo>
                  <a:pt x="560" y="751"/>
                  <a:pt x="560" y="751"/>
                  <a:pt x="560" y="751"/>
                </a:cubicBezTo>
                <a:cubicBezTo>
                  <a:pt x="560" y="759"/>
                  <a:pt x="560" y="759"/>
                  <a:pt x="560" y="759"/>
                </a:cubicBezTo>
                <a:close/>
                <a:moveTo>
                  <a:pt x="560" y="74"/>
                </a:moveTo>
                <a:cubicBezTo>
                  <a:pt x="560" y="86"/>
                  <a:pt x="560" y="86"/>
                  <a:pt x="560" y="86"/>
                </a:cubicBezTo>
                <a:cubicBezTo>
                  <a:pt x="559" y="86"/>
                  <a:pt x="559" y="86"/>
                  <a:pt x="559" y="86"/>
                </a:cubicBezTo>
                <a:cubicBezTo>
                  <a:pt x="559" y="74"/>
                  <a:pt x="559" y="74"/>
                  <a:pt x="559" y="74"/>
                </a:cubicBezTo>
                <a:cubicBezTo>
                  <a:pt x="559" y="74"/>
                  <a:pt x="560" y="74"/>
                  <a:pt x="560" y="74"/>
                </a:cubicBezTo>
                <a:close/>
                <a:moveTo>
                  <a:pt x="560" y="160"/>
                </a:moveTo>
                <a:cubicBezTo>
                  <a:pt x="560" y="173"/>
                  <a:pt x="560" y="173"/>
                  <a:pt x="560" y="173"/>
                </a:cubicBezTo>
                <a:cubicBezTo>
                  <a:pt x="559" y="173"/>
                  <a:pt x="559" y="173"/>
                  <a:pt x="559" y="173"/>
                </a:cubicBezTo>
                <a:cubicBezTo>
                  <a:pt x="559" y="159"/>
                  <a:pt x="559" y="159"/>
                  <a:pt x="559" y="159"/>
                </a:cubicBezTo>
                <a:cubicBezTo>
                  <a:pt x="559" y="159"/>
                  <a:pt x="560" y="159"/>
                  <a:pt x="560" y="160"/>
                </a:cubicBezTo>
                <a:close/>
                <a:moveTo>
                  <a:pt x="560" y="188"/>
                </a:moveTo>
                <a:cubicBezTo>
                  <a:pt x="560" y="199"/>
                  <a:pt x="560" y="199"/>
                  <a:pt x="560" y="199"/>
                </a:cubicBezTo>
                <a:cubicBezTo>
                  <a:pt x="560" y="199"/>
                  <a:pt x="559" y="199"/>
                  <a:pt x="559" y="199"/>
                </a:cubicBezTo>
                <a:cubicBezTo>
                  <a:pt x="559" y="188"/>
                  <a:pt x="559" y="188"/>
                  <a:pt x="559" y="188"/>
                </a:cubicBezTo>
                <a:cubicBezTo>
                  <a:pt x="559" y="188"/>
                  <a:pt x="560" y="188"/>
                  <a:pt x="560" y="188"/>
                </a:cubicBezTo>
                <a:close/>
                <a:moveTo>
                  <a:pt x="560" y="229"/>
                </a:moveTo>
                <a:cubicBezTo>
                  <a:pt x="560" y="236"/>
                  <a:pt x="560" y="236"/>
                  <a:pt x="560" y="236"/>
                </a:cubicBezTo>
                <a:cubicBezTo>
                  <a:pt x="560" y="236"/>
                  <a:pt x="559" y="236"/>
                  <a:pt x="559" y="235"/>
                </a:cubicBezTo>
                <a:cubicBezTo>
                  <a:pt x="559" y="228"/>
                  <a:pt x="559" y="228"/>
                  <a:pt x="559" y="228"/>
                </a:cubicBezTo>
                <a:cubicBezTo>
                  <a:pt x="560" y="229"/>
                  <a:pt x="560" y="229"/>
                  <a:pt x="560" y="229"/>
                </a:cubicBezTo>
                <a:close/>
                <a:moveTo>
                  <a:pt x="560" y="263"/>
                </a:moveTo>
                <a:cubicBezTo>
                  <a:pt x="560" y="269"/>
                  <a:pt x="560" y="269"/>
                  <a:pt x="560" y="269"/>
                </a:cubicBezTo>
                <a:cubicBezTo>
                  <a:pt x="559" y="268"/>
                  <a:pt x="559" y="268"/>
                  <a:pt x="559" y="268"/>
                </a:cubicBezTo>
                <a:cubicBezTo>
                  <a:pt x="559" y="262"/>
                  <a:pt x="559" y="262"/>
                  <a:pt x="559" y="262"/>
                </a:cubicBezTo>
                <a:cubicBezTo>
                  <a:pt x="559" y="262"/>
                  <a:pt x="560" y="262"/>
                  <a:pt x="560" y="263"/>
                </a:cubicBezTo>
                <a:cubicBezTo>
                  <a:pt x="560" y="263"/>
                  <a:pt x="560" y="263"/>
                  <a:pt x="560" y="263"/>
                </a:cubicBezTo>
                <a:close/>
                <a:moveTo>
                  <a:pt x="560" y="304"/>
                </a:moveTo>
                <a:cubicBezTo>
                  <a:pt x="560" y="317"/>
                  <a:pt x="560" y="317"/>
                  <a:pt x="560" y="317"/>
                </a:cubicBezTo>
                <a:cubicBezTo>
                  <a:pt x="559" y="317"/>
                  <a:pt x="559" y="317"/>
                  <a:pt x="559" y="317"/>
                </a:cubicBezTo>
                <a:cubicBezTo>
                  <a:pt x="559" y="302"/>
                  <a:pt x="559" y="302"/>
                  <a:pt x="559" y="302"/>
                </a:cubicBezTo>
                <a:cubicBezTo>
                  <a:pt x="559" y="303"/>
                  <a:pt x="560" y="303"/>
                  <a:pt x="560" y="304"/>
                </a:cubicBezTo>
                <a:close/>
                <a:moveTo>
                  <a:pt x="560" y="331"/>
                </a:moveTo>
                <a:cubicBezTo>
                  <a:pt x="560" y="337"/>
                  <a:pt x="560" y="337"/>
                  <a:pt x="560" y="337"/>
                </a:cubicBezTo>
                <a:cubicBezTo>
                  <a:pt x="560" y="337"/>
                  <a:pt x="560" y="337"/>
                  <a:pt x="560" y="337"/>
                </a:cubicBezTo>
                <a:cubicBezTo>
                  <a:pt x="559" y="337"/>
                  <a:pt x="559" y="337"/>
                  <a:pt x="559" y="337"/>
                </a:cubicBezTo>
                <a:cubicBezTo>
                  <a:pt x="559" y="332"/>
                  <a:pt x="559" y="332"/>
                  <a:pt x="559" y="332"/>
                </a:cubicBezTo>
                <a:cubicBezTo>
                  <a:pt x="559" y="331"/>
                  <a:pt x="560" y="331"/>
                  <a:pt x="560" y="331"/>
                </a:cubicBezTo>
                <a:close/>
                <a:moveTo>
                  <a:pt x="560" y="345"/>
                </a:moveTo>
                <a:cubicBezTo>
                  <a:pt x="560" y="378"/>
                  <a:pt x="560" y="378"/>
                  <a:pt x="560" y="378"/>
                </a:cubicBezTo>
                <a:cubicBezTo>
                  <a:pt x="559" y="378"/>
                  <a:pt x="559" y="378"/>
                  <a:pt x="559" y="378"/>
                </a:cubicBezTo>
                <a:cubicBezTo>
                  <a:pt x="559" y="345"/>
                  <a:pt x="559" y="345"/>
                  <a:pt x="559" y="345"/>
                </a:cubicBezTo>
                <a:cubicBezTo>
                  <a:pt x="559" y="345"/>
                  <a:pt x="560" y="345"/>
                  <a:pt x="560" y="345"/>
                </a:cubicBezTo>
                <a:close/>
                <a:moveTo>
                  <a:pt x="560" y="390"/>
                </a:moveTo>
                <a:cubicBezTo>
                  <a:pt x="560" y="400"/>
                  <a:pt x="560" y="400"/>
                  <a:pt x="560" y="400"/>
                </a:cubicBezTo>
                <a:cubicBezTo>
                  <a:pt x="559" y="399"/>
                  <a:pt x="559" y="398"/>
                  <a:pt x="559" y="398"/>
                </a:cubicBezTo>
                <a:cubicBezTo>
                  <a:pt x="559" y="390"/>
                  <a:pt x="559" y="390"/>
                  <a:pt x="559" y="390"/>
                </a:cubicBezTo>
                <a:cubicBezTo>
                  <a:pt x="560" y="390"/>
                  <a:pt x="560" y="390"/>
                  <a:pt x="560" y="390"/>
                </a:cubicBezTo>
                <a:close/>
                <a:moveTo>
                  <a:pt x="560" y="411"/>
                </a:moveTo>
                <a:cubicBezTo>
                  <a:pt x="560" y="415"/>
                  <a:pt x="560" y="415"/>
                  <a:pt x="560" y="415"/>
                </a:cubicBezTo>
                <a:cubicBezTo>
                  <a:pt x="559" y="415"/>
                  <a:pt x="559" y="415"/>
                  <a:pt x="559" y="415"/>
                </a:cubicBezTo>
                <a:cubicBezTo>
                  <a:pt x="559" y="411"/>
                  <a:pt x="559" y="411"/>
                  <a:pt x="559" y="411"/>
                </a:cubicBezTo>
                <a:cubicBezTo>
                  <a:pt x="560" y="411"/>
                  <a:pt x="560" y="411"/>
                  <a:pt x="560" y="411"/>
                </a:cubicBezTo>
                <a:close/>
                <a:moveTo>
                  <a:pt x="560" y="444"/>
                </a:moveTo>
                <a:cubicBezTo>
                  <a:pt x="560" y="453"/>
                  <a:pt x="560" y="453"/>
                  <a:pt x="560" y="453"/>
                </a:cubicBezTo>
                <a:cubicBezTo>
                  <a:pt x="560" y="453"/>
                  <a:pt x="559" y="453"/>
                  <a:pt x="559" y="453"/>
                </a:cubicBezTo>
                <a:cubicBezTo>
                  <a:pt x="559" y="446"/>
                  <a:pt x="559" y="446"/>
                  <a:pt x="559" y="446"/>
                </a:cubicBezTo>
                <a:cubicBezTo>
                  <a:pt x="559" y="446"/>
                  <a:pt x="559" y="445"/>
                  <a:pt x="560" y="444"/>
                </a:cubicBezTo>
                <a:close/>
                <a:moveTo>
                  <a:pt x="560" y="486"/>
                </a:moveTo>
                <a:cubicBezTo>
                  <a:pt x="560" y="507"/>
                  <a:pt x="560" y="507"/>
                  <a:pt x="560" y="507"/>
                </a:cubicBezTo>
                <a:cubicBezTo>
                  <a:pt x="559" y="508"/>
                  <a:pt x="559" y="508"/>
                  <a:pt x="559" y="508"/>
                </a:cubicBezTo>
                <a:cubicBezTo>
                  <a:pt x="559" y="487"/>
                  <a:pt x="559" y="487"/>
                  <a:pt x="559" y="487"/>
                </a:cubicBezTo>
                <a:cubicBezTo>
                  <a:pt x="560" y="486"/>
                  <a:pt x="560" y="486"/>
                  <a:pt x="560" y="486"/>
                </a:cubicBezTo>
                <a:close/>
                <a:moveTo>
                  <a:pt x="560" y="535"/>
                </a:moveTo>
                <a:cubicBezTo>
                  <a:pt x="560" y="546"/>
                  <a:pt x="560" y="546"/>
                  <a:pt x="560" y="546"/>
                </a:cubicBezTo>
                <a:cubicBezTo>
                  <a:pt x="560" y="546"/>
                  <a:pt x="559" y="546"/>
                  <a:pt x="559" y="546"/>
                </a:cubicBezTo>
                <a:cubicBezTo>
                  <a:pt x="559" y="535"/>
                  <a:pt x="559" y="535"/>
                  <a:pt x="559" y="535"/>
                </a:cubicBezTo>
                <a:cubicBezTo>
                  <a:pt x="560" y="535"/>
                  <a:pt x="560" y="535"/>
                  <a:pt x="560" y="535"/>
                </a:cubicBezTo>
                <a:close/>
                <a:moveTo>
                  <a:pt x="560" y="556"/>
                </a:moveTo>
                <a:cubicBezTo>
                  <a:pt x="560" y="561"/>
                  <a:pt x="560" y="561"/>
                  <a:pt x="560" y="561"/>
                </a:cubicBezTo>
                <a:cubicBezTo>
                  <a:pt x="559" y="561"/>
                  <a:pt x="559" y="561"/>
                  <a:pt x="559" y="561"/>
                </a:cubicBezTo>
                <a:cubicBezTo>
                  <a:pt x="559" y="556"/>
                  <a:pt x="559" y="556"/>
                  <a:pt x="559" y="556"/>
                </a:cubicBezTo>
                <a:cubicBezTo>
                  <a:pt x="560" y="556"/>
                  <a:pt x="560" y="556"/>
                  <a:pt x="560" y="556"/>
                </a:cubicBezTo>
                <a:close/>
                <a:moveTo>
                  <a:pt x="560" y="567"/>
                </a:moveTo>
                <a:cubicBezTo>
                  <a:pt x="560" y="574"/>
                  <a:pt x="560" y="574"/>
                  <a:pt x="560" y="574"/>
                </a:cubicBezTo>
                <a:cubicBezTo>
                  <a:pt x="559" y="575"/>
                  <a:pt x="559" y="575"/>
                  <a:pt x="559" y="575"/>
                </a:cubicBezTo>
                <a:cubicBezTo>
                  <a:pt x="559" y="568"/>
                  <a:pt x="559" y="568"/>
                  <a:pt x="559" y="568"/>
                </a:cubicBezTo>
                <a:cubicBezTo>
                  <a:pt x="559" y="568"/>
                  <a:pt x="560" y="567"/>
                  <a:pt x="560" y="567"/>
                </a:cubicBezTo>
                <a:close/>
                <a:moveTo>
                  <a:pt x="560" y="619"/>
                </a:moveTo>
                <a:cubicBezTo>
                  <a:pt x="560" y="621"/>
                  <a:pt x="560" y="621"/>
                  <a:pt x="560" y="621"/>
                </a:cubicBezTo>
                <a:cubicBezTo>
                  <a:pt x="559" y="620"/>
                  <a:pt x="559" y="620"/>
                  <a:pt x="559" y="620"/>
                </a:cubicBezTo>
                <a:cubicBezTo>
                  <a:pt x="560" y="619"/>
                  <a:pt x="560" y="619"/>
                  <a:pt x="560" y="619"/>
                </a:cubicBezTo>
                <a:close/>
                <a:moveTo>
                  <a:pt x="560" y="709"/>
                </a:moveTo>
                <a:cubicBezTo>
                  <a:pt x="560" y="718"/>
                  <a:pt x="560" y="718"/>
                  <a:pt x="560" y="718"/>
                </a:cubicBezTo>
                <a:cubicBezTo>
                  <a:pt x="559" y="718"/>
                  <a:pt x="559" y="718"/>
                  <a:pt x="559" y="718"/>
                </a:cubicBezTo>
                <a:cubicBezTo>
                  <a:pt x="559" y="709"/>
                  <a:pt x="559" y="709"/>
                  <a:pt x="559" y="709"/>
                </a:cubicBezTo>
                <a:cubicBezTo>
                  <a:pt x="560" y="709"/>
                  <a:pt x="560" y="709"/>
                  <a:pt x="560" y="709"/>
                </a:cubicBezTo>
                <a:close/>
                <a:moveTo>
                  <a:pt x="560" y="729"/>
                </a:moveTo>
                <a:cubicBezTo>
                  <a:pt x="560" y="739"/>
                  <a:pt x="560" y="739"/>
                  <a:pt x="560" y="739"/>
                </a:cubicBezTo>
                <a:cubicBezTo>
                  <a:pt x="559" y="739"/>
                  <a:pt x="559" y="739"/>
                  <a:pt x="559" y="739"/>
                </a:cubicBezTo>
                <a:cubicBezTo>
                  <a:pt x="559" y="728"/>
                  <a:pt x="559" y="728"/>
                  <a:pt x="559" y="728"/>
                </a:cubicBezTo>
                <a:cubicBezTo>
                  <a:pt x="560" y="729"/>
                  <a:pt x="560" y="729"/>
                  <a:pt x="560" y="729"/>
                </a:cubicBezTo>
                <a:close/>
                <a:moveTo>
                  <a:pt x="559" y="469"/>
                </a:moveTo>
                <a:cubicBezTo>
                  <a:pt x="559" y="464"/>
                  <a:pt x="559" y="464"/>
                  <a:pt x="559" y="464"/>
                </a:cubicBezTo>
                <a:cubicBezTo>
                  <a:pt x="560" y="464"/>
                  <a:pt x="560" y="464"/>
                  <a:pt x="560" y="464"/>
                </a:cubicBezTo>
                <a:cubicBezTo>
                  <a:pt x="559" y="467"/>
                  <a:pt x="559" y="468"/>
                  <a:pt x="559" y="469"/>
                </a:cubicBezTo>
                <a:close/>
                <a:moveTo>
                  <a:pt x="556" y="35"/>
                </a:moveTo>
                <a:cubicBezTo>
                  <a:pt x="557" y="35"/>
                  <a:pt x="558" y="36"/>
                  <a:pt x="559" y="36"/>
                </a:cubicBezTo>
                <a:cubicBezTo>
                  <a:pt x="559" y="43"/>
                  <a:pt x="559" y="43"/>
                  <a:pt x="559" y="43"/>
                </a:cubicBezTo>
                <a:cubicBezTo>
                  <a:pt x="558" y="43"/>
                  <a:pt x="557" y="43"/>
                  <a:pt x="556" y="43"/>
                </a:cubicBezTo>
                <a:cubicBezTo>
                  <a:pt x="556" y="35"/>
                  <a:pt x="556" y="35"/>
                  <a:pt x="556" y="35"/>
                </a:cubicBezTo>
                <a:close/>
                <a:moveTo>
                  <a:pt x="559" y="759"/>
                </a:moveTo>
                <a:cubicBezTo>
                  <a:pt x="558" y="760"/>
                  <a:pt x="557" y="760"/>
                  <a:pt x="556" y="760"/>
                </a:cubicBezTo>
                <a:cubicBezTo>
                  <a:pt x="556" y="752"/>
                  <a:pt x="556" y="752"/>
                  <a:pt x="556" y="752"/>
                </a:cubicBezTo>
                <a:cubicBezTo>
                  <a:pt x="557" y="751"/>
                  <a:pt x="558" y="751"/>
                  <a:pt x="559" y="751"/>
                </a:cubicBezTo>
                <a:cubicBezTo>
                  <a:pt x="559" y="759"/>
                  <a:pt x="559" y="759"/>
                  <a:pt x="559" y="759"/>
                </a:cubicBezTo>
                <a:close/>
                <a:moveTo>
                  <a:pt x="559" y="74"/>
                </a:moveTo>
                <a:cubicBezTo>
                  <a:pt x="559" y="86"/>
                  <a:pt x="559" y="86"/>
                  <a:pt x="559" y="86"/>
                </a:cubicBezTo>
                <a:cubicBezTo>
                  <a:pt x="558" y="85"/>
                  <a:pt x="557" y="85"/>
                  <a:pt x="556" y="84"/>
                </a:cubicBezTo>
                <a:cubicBezTo>
                  <a:pt x="556" y="68"/>
                  <a:pt x="556" y="68"/>
                  <a:pt x="556" y="68"/>
                </a:cubicBezTo>
                <a:cubicBezTo>
                  <a:pt x="557" y="70"/>
                  <a:pt x="558" y="72"/>
                  <a:pt x="559" y="74"/>
                </a:cubicBezTo>
                <a:close/>
                <a:moveTo>
                  <a:pt x="559" y="159"/>
                </a:moveTo>
                <a:cubicBezTo>
                  <a:pt x="559" y="173"/>
                  <a:pt x="559" y="173"/>
                  <a:pt x="559" y="173"/>
                </a:cubicBezTo>
                <a:cubicBezTo>
                  <a:pt x="558" y="174"/>
                  <a:pt x="557" y="174"/>
                  <a:pt x="556" y="174"/>
                </a:cubicBezTo>
                <a:cubicBezTo>
                  <a:pt x="556" y="159"/>
                  <a:pt x="556" y="159"/>
                  <a:pt x="556" y="159"/>
                </a:cubicBezTo>
                <a:cubicBezTo>
                  <a:pt x="557" y="159"/>
                  <a:pt x="558" y="158"/>
                  <a:pt x="558" y="158"/>
                </a:cubicBezTo>
                <a:cubicBezTo>
                  <a:pt x="559" y="159"/>
                  <a:pt x="559" y="159"/>
                  <a:pt x="559" y="159"/>
                </a:cubicBezTo>
                <a:close/>
                <a:moveTo>
                  <a:pt x="559" y="188"/>
                </a:moveTo>
                <a:cubicBezTo>
                  <a:pt x="559" y="199"/>
                  <a:pt x="559" y="199"/>
                  <a:pt x="559" y="199"/>
                </a:cubicBezTo>
                <a:cubicBezTo>
                  <a:pt x="558" y="197"/>
                  <a:pt x="557" y="194"/>
                  <a:pt x="557" y="190"/>
                </a:cubicBezTo>
                <a:cubicBezTo>
                  <a:pt x="558" y="189"/>
                  <a:pt x="558" y="189"/>
                  <a:pt x="559" y="188"/>
                </a:cubicBezTo>
                <a:close/>
                <a:moveTo>
                  <a:pt x="559" y="228"/>
                </a:moveTo>
                <a:cubicBezTo>
                  <a:pt x="559" y="235"/>
                  <a:pt x="559" y="235"/>
                  <a:pt x="559" y="235"/>
                </a:cubicBezTo>
                <a:cubicBezTo>
                  <a:pt x="559" y="235"/>
                  <a:pt x="558" y="235"/>
                  <a:pt x="558" y="235"/>
                </a:cubicBezTo>
                <a:cubicBezTo>
                  <a:pt x="558" y="237"/>
                  <a:pt x="557" y="239"/>
                  <a:pt x="556" y="240"/>
                </a:cubicBezTo>
                <a:cubicBezTo>
                  <a:pt x="556" y="226"/>
                  <a:pt x="556" y="226"/>
                  <a:pt x="556" y="226"/>
                </a:cubicBezTo>
                <a:cubicBezTo>
                  <a:pt x="557" y="227"/>
                  <a:pt x="558" y="228"/>
                  <a:pt x="559" y="228"/>
                </a:cubicBezTo>
                <a:close/>
                <a:moveTo>
                  <a:pt x="559" y="262"/>
                </a:moveTo>
                <a:cubicBezTo>
                  <a:pt x="559" y="268"/>
                  <a:pt x="559" y="268"/>
                  <a:pt x="559" y="268"/>
                </a:cubicBezTo>
                <a:cubicBezTo>
                  <a:pt x="558" y="267"/>
                  <a:pt x="557" y="266"/>
                  <a:pt x="556" y="266"/>
                </a:cubicBezTo>
                <a:cubicBezTo>
                  <a:pt x="556" y="258"/>
                  <a:pt x="556" y="258"/>
                  <a:pt x="556" y="258"/>
                </a:cubicBezTo>
                <a:cubicBezTo>
                  <a:pt x="557" y="259"/>
                  <a:pt x="558" y="260"/>
                  <a:pt x="559" y="262"/>
                </a:cubicBezTo>
                <a:close/>
                <a:moveTo>
                  <a:pt x="559" y="302"/>
                </a:moveTo>
                <a:cubicBezTo>
                  <a:pt x="559" y="317"/>
                  <a:pt x="559" y="317"/>
                  <a:pt x="559" y="317"/>
                </a:cubicBezTo>
                <a:cubicBezTo>
                  <a:pt x="558" y="317"/>
                  <a:pt x="557" y="317"/>
                  <a:pt x="556" y="318"/>
                </a:cubicBezTo>
                <a:cubicBezTo>
                  <a:pt x="556" y="298"/>
                  <a:pt x="556" y="298"/>
                  <a:pt x="556" y="298"/>
                </a:cubicBezTo>
                <a:cubicBezTo>
                  <a:pt x="557" y="300"/>
                  <a:pt x="558" y="301"/>
                  <a:pt x="559" y="302"/>
                </a:cubicBezTo>
                <a:close/>
                <a:moveTo>
                  <a:pt x="559" y="332"/>
                </a:moveTo>
                <a:cubicBezTo>
                  <a:pt x="559" y="337"/>
                  <a:pt x="559" y="337"/>
                  <a:pt x="559" y="337"/>
                </a:cubicBezTo>
                <a:cubicBezTo>
                  <a:pt x="557" y="337"/>
                  <a:pt x="557" y="337"/>
                  <a:pt x="557" y="337"/>
                </a:cubicBezTo>
                <a:cubicBezTo>
                  <a:pt x="558" y="335"/>
                  <a:pt x="558" y="334"/>
                  <a:pt x="558" y="332"/>
                </a:cubicBezTo>
                <a:cubicBezTo>
                  <a:pt x="558" y="332"/>
                  <a:pt x="559" y="332"/>
                  <a:pt x="559" y="332"/>
                </a:cubicBezTo>
                <a:close/>
                <a:moveTo>
                  <a:pt x="559" y="345"/>
                </a:moveTo>
                <a:cubicBezTo>
                  <a:pt x="559" y="378"/>
                  <a:pt x="559" y="378"/>
                  <a:pt x="559" y="378"/>
                </a:cubicBezTo>
                <a:cubicBezTo>
                  <a:pt x="558" y="378"/>
                  <a:pt x="557" y="378"/>
                  <a:pt x="556" y="378"/>
                </a:cubicBezTo>
                <a:cubicBezTo>
                  <a:pt x="556" y="370"/>
                  <a:pt x="556" y="370"/>
                  <a:pt x="556" y="370"/>
                </a:cubicBezTo>
                <a:cubicBezTo>
                  <a:pt x="557" y="370"/>
                  <a:pt x="558" y="370"/>
                  <a:pt x="559" y="370"/>
                </a:cubicBezTo>
                <a:cubicBezTo>
                  <a:pt x="559" y="364"/>
                  <a:pt x="559" y="362"/>
                  <a:pt x="556" y="358"/>
                </a:cubicBezTo>
                <a:cubicBezTo>
                  <a:pt x="556" y="343"/>
                  <a:pt x="556" y="343"/>
                  <a:pt x="556" y="343"/>
                </a:cubicBezTo>
                <a:cubicBezTo>
                  <a:pt x="557" y="344"/>
                  <a:pt x="558" y="344"/>
                  <a:pt x="559" y="345"/>
                </a:cubicBezTo>
                <a:close/>
                <a:moveTo>
                  <a:pt x="559" y="390"/>
                </a:moveTo>
                <a:cubicBezTo>
                  <a:pt x="559" y="398"/>
                  <a:pt x="559" y="398"/>
                  <a:pt x="559" y="398"/>
                </a:cubicBezTo>
                <a:cubicBezTo>
                  <a:pt x="559" y="396"/>
                  <a:pt x="558" y="396"/>
                  <a:pt x="558" y="394"/>
                </a:cubicBezTo>
                <a:cubicBezTo>
                  <a:pt x="556" y="394"/>
                  <a:pt x="556" y="394"/>
                  <a:pt x="556" y="394"/>
                </a:cubicBezTo>
                <a:cubicBezTo>
                  <a:pt x="556" y="390"/>
                  <a:pt x="556" y="390"/>
                  <a:pt x="556" y="390"/>
                </a:cubicBezTo>
                <a:cubicBezTo>
                  <a:pt x="559" y="390"/>
                  <a:pt x="559" y="390"/>
                  <a:pt x="559" y="390"/>
                </a:cubicBezTo>
                <a:close/>
                <a:moveTo>
                  <a:pt x="559" y="411"/>
                </a:moveTo>
                <a:cubicBezTo>
                  <a:pt x="559" y="415"/>
                  <a:pt x="559" y="415"/>
                  <a:pt x="559" y="415"/>
                </a:cubicBezTo>
                <a:cubicBezTo>
                  <a:pt x="556" y="415"/>
                  <a:pt x="556" y="415"/>
                  <a:pt x="556" y="415"/>
                </a:cubicBezTo>
                <a:cubicBezTo>
                  <a:pt x="556" y="411"/>
                  <a:pt x="556" y="411"/>
                  <a:pt x="556" y="411"/>
                </a:cubicBezTo>
                <a:cubicBezTo>
                  <a:pt x="559" y="411"/>
                  <a:pt x="559" y="411"/>
                  <a:pt x="559" y="411"/>
                </a:cubicBezTo>
                <a:close/>
                <a:moveTo>
                  <a:pt x="559" y="446"/>
                </a:moveTo>
                <a:cubicBezTo>
                  <a:pt x="559" y="453"/>
                  <a:pt x="559" y="453"/>
                  <a:pt x="559" y="453"/>
                </a:cubicBezTo>
                <a:cubicBezTo>
                  <a:pt x="558" y="453"/>
                  <a:pt x="558" y="453"/>
                  <a:pt x="558" y="453"/>
                </a:cubicBezTo>
                <a:cubicBezTo>
                  <a:pt x="558" y="450"/>
                  <a:pt x="558" y="448"/>
                  <a:pt x="559" y="446"/>
                </a:cubicBezTo>
                <a:close/>
                <a:moveTo>
                  <a:pt x="559" y="464"/>
                </a:moveTo>
                <a:cubicBezTo>
                  <a:pt x="559" y="469"/>
                  <a:pt x="559" y="469"/>
                  <a:pt x="559" y="469"/>
                </a:cubicBezTo>
                <a:cubicBezTo>
                  <a:pt x="559" y="470"/>
                  <a:pt x="558" y="471"/>
                  <a:pt x="558" y="471"/>
                </a:cubicBezTo>
                <a:cubicBezTo>
                  <a:pt x="556" y="472"/>
                  <a:pt x="556" y="472"/>
                  <a:pt x="556" y="472"/>
                </a:cubicBezTo>
                <a:cubicBezTo>
                  <a:pt x="556" y="461"/>
                  <a:pt x="556" y="461"/>
                  <a:pt x="556" y="461"/>
                </a:cubicBezTo>
                <a:cubicBezTo>
                  <a:pt x="557" y="462"/>
                  <a:pt x="557" y="463"/>
                  <a:pt x="557" y="463"/>
                </a:cubicBezTo>
                <a:cubicBezTo>
                  <a:pt x="558" y="463"/>
                  <a:pt x="558" y="463"/>
                  <a:pt x="559" y="464"/>
                </a:cubicBezTo>
                <a:close/>
                <a:moveTo>
                  <a:pt x="559" y="487"/>
                </a:moveTo>
                <a:cubicBezTo>
                  <a:pt x="559" y="508"/>
                  <a:pt x="559" y="508"/>
                  <a:pt x="559" y="508"/>
                </a:cubicBezTo>
                <a:cubicBezTo>
                  <a:pt x="558" y="509"/>
                  <a:pt x="558" y="509"/>
                  <a:pt x="557" y="510"/>
                </a:cubicBezTo>
                <a:cubicBezTo>
                  <a:pt x="557" y="509"/>
                  <a:pt x="557" y="509"/>
                  <a:pt x="556" y="508"/>
                </a:cubicBezTo>
                <a:cubicBezTo>
                  <a:pt x="556" y="492"/>
                  <a:pt x="556" y="492"/>
                  <a:pt x="556" y="492"/>
                </a:cubicBezTo>
                <a:cubicBezTo>
                  <a:pt x="557" y="491"/>
                  <a:pt x="558" y="489"/>
                  <a:pt x="559" y="487"/>
                </a:cubicBezTo>
                <a:close/>
                <a:moveTo>
                  <a:pt x="559" y="535"/>
                </a:moveTo>
                <a:cubicBezTo>
                  <a:pt x="559" y="546"/>
                  <a:pt x="559" y="546"/>
                  <a:pt x="559" y="546"/>
                </a:cubicBezTo>
                <a:cubicBezTo>
                  <a:pt x="558" y="546"/>
                  <a:pt x="557" y="546"/>
                  <a:pt x="556" y="547"/>
                </a:cubicBezTo>
                <a:cubicBezTo>
                  <a:pt x="556" y="540"/>
                  <a:pt x="556" y="540"/>
                  <a:pt x="556" y="540"/>
                </a:cubicBezTo>
                <a:cubicBezTo>
                  <a:pt x="557" y="538"/>
                  <a:pt x="558" y="537"/>
                  <a:pt x="559" y="535"/>
                </a:cubicBezTo>
                <a:close/>
                <a:moveTo>
                  <a:pt x="559" y="556"/>
                </a:moveTo>
                <a:cubicBezTo>
                  <a:pt x="559" y="561"/>
                  <a:pt x="559" y="561"/>
                  <a:pt x="559" y="561"/>
                </a:cubicBezTo>
                <a:cubicBezTo>
                  <a:pt x="558" y="561"/>
                  <a:pt x="557" y="560"/>
                  <a:pt x="556" y="560"/>
                </a:cubicBezTo>
                <a:cubicBezTo>
                  <a:pt x="556" y="555"/>
                  <a:pt x="556" y="555"/>
                  <a:pt x="556" y="555"/>
                </a:cubicBezTo>
                <a:cubicBezTo>
                  <a:pt x="557" y="555"/>
                  <a:pt x="558" y="555"/>
                  <a:pt x="558" y="556"/>
                </a:cubicBezTo>
                <a:cubicBezTo>
                  <a:pt x="559" y="556"/>
                  <a:pt x="559" y="556"/>
                  <a:pt x="559" y="556"/>
                </a:cubicBezTo>
                <a:close/>
                <a:moveTo>
                  <a:pt x="559" y="568"/>
                </a:moveTo>
                <a:cubicBezTo>
                  <a:pt x="559" y="575"/>
                  <a:pt x="559" y="575"/>
                  <a:pt x="559" y="575"/>
                </a:cubicBezTo>
                <a:cubicBezTo>
                  <a:pt x="556" y="577"/>
                  <a:pt x="556" y="577"/>
                  <a:pt x="556" y="577"/>
                </a:cubicBezTo>
                <a:cubicBezTo>
                  <a:pt x="556" y="569"/>
                  <a:pt x="556" y="569"/>
                  <a:pt x="556" y="569"/>
                </a:cubicBezTo>
                <a:cubicBezTo>
                  <a:pt x="557" y="569"/>
                  <a:pt x="558" y="568"/>
                  <a:pt x="559" y="568"/>
                </a:cubicBezTo>
                <a:close/>
                <a:moveTo>
                  <a:pt x="559" y="709"/>
                </a:moveTo>
                <a:cubicBezTo>
                  <a:pt x="559" y="718"/>
                  <a:pt x="559" y="718"/>
                  <a:pt x="559" y="718"/>
                </a:cubicBezTo>
                <a:cubicBezTo>
                  <a:pt x="558" y="718"/>
                  <a:pt x="557" y="719"/>
                  <a:pt x="556" y="719"/>
                </a:cubicBezTo>
                <a:cubicBezTo>
                  <a:pt x="556" y="710"/>
                  <a:pt x="556" y="710"/>
                  <a:pt x="556" y="710"/>
                </a:cubicBezTo>
                <a:cubicBezTo>
                  <a:pt x="557" y="710"/>
                  <a:pt x="558" y="709"/>
                  <a:pt x="559" y="709"/>
                </a:cubicBezTo>
                <a:close/>
                <a:moveTo>
                  <a:pt x="559" y="728"/>
                </a:moveTo>
                <a:cubicBezTo>
                  <a:pt x="559" y="739"/>
                  <a:pt x="559" y="739"/>
                  <a:pt x="559" y="739"/>
                </a:cubicBezTo>
                <a:cubicBezTo>
                  <a:pt x="558" y="738"/>
                  <a:pt x="557" y="738"/>
                  <a:pt x="556" y="737"/>
                </a:cubicBezTo>
                <a:cubicBezTo>
                  <a:pt x="556" y="726"/>
                  <a:pt x="556" y="726"/>
                  <a:pt x="556" y="726"/>
                </a:cubicBezTo>
                <a:lnTo>
                  <a:pt x="559" y="728"/>
                </a:lnTo>
                <a:close/>
                <a:moveTo>
                  <a:pt x="546" y="31"/>
                </a:moveTo>
                <a:cubicBezTo>
                  <a:pt x="547" y="31"/>
                  <a:pt x="547" y="31"/>
                  <a:pt x="547" y="31"/>
                </a:cubicBezTo>
                <a:cubicBezTo>
                  <a:pt x="550" y="33"/>
                  <a:pt x="553" y="34"/>
                  <a:pt x="556" y="35"/>
                </a:cubicBezTo>
                <a:cubicBezTo>
                  <a:pt x="556" y="43"/>
                  <a:pt x="556" y="43"/>
                  <a:pt x="556" y="43"/>
                </a:cubicBezTo>
                <a:cubicBezTo>
                  <a:pt x="555" y="42"/>
                  <a:pt x="554" y="42"/>
                  <a:pt x="553" y="42"/>
                </a:cubicBezTo>
                <a:cubicBezTo>
                  <a:pt x="554" y="53"/>
                  <a:pt x="554" y="61"/>
                  <a:pt x="556" y="68"/>
                </a:cubicBezTo>
                <a:cubicBezTo>
                  <a:pt x="556" y="84"/>
                  <a:pt x="556" y="84"/>
                  <a:pt x="556" y="84"/>
                </a:cubicBezTo>
                <a:cubicBezTo>
                  <a:pt x="555" y="83"/>
                  <a:pt x="553" y="81"/>
                  <a:pt x="552" y="80"/>
                </a:cubicBezTo>
                <a:cubicBezTo>
                  <a:pt x="550" y="79"/>
                  <a:pt x="548" y="79"/>
                  <a:pt x="546" y="78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31"/>
                  <a:pt x="546" y="31"/>
                  <a:pt x="546" y="31"/>
                </a:cubicBezTo>
                <a:close/>
                <a:moveTo>
                  <a:pt x="556" y="760"/>
                </a:moveTo>
                <a:cubicBezTo>
                  <a:pt x="553" y="761"/>
                  <a:pt x="550" y="762"/>
                  <a:pt x="547" y="763"/>
                </a:cubicBezTo>
                <a:cubicBezTo>
                  <a:pt x="546" y="764"/>
                  <a:pt x="546" y="764"/>
                  <a:pt x="546" y="764"/>
                </a:cubicBezTo>
                <a:cubicBezTo>
                  <a:pt x="546" y="752"/>
                  <a:pt x="546" y="752"/>
                  <a:pt x="546" y="752"/>
                </a:cubicBezTo>
                <a:cubicBezTo>
                  <a:pt x="546" y="752"/>
                  <a:pt x="547" y="753"/>
                  <a:pt x="548" y="753"/>
                </a:cubicBezTo>
                <a:cubicBezTo>
                  <a:pt x="551" y="753"/>
                  <a:pt x="554" y="753"/>
                  <a:pt x="556" y="752"/>
                </a:cubicBezTo>
                <a:cubicBezTo>
                  <a:pt x="556" y="760"/>
                  <a:pt x="556" y="760"/>
                  <a:pt x="556" y="760"/>
                </a:cubicBezTo>
                <a:close/>
                <a:moveTo>
                  <a:pt x="556" y="159"/>
                </a:moveTo>
                <a:cubicBezTo>
                  <a:pt x="556" y="174"/>
                  <a:pt x="556" y="174"/>
                  <a:pt x="556" y="174"/>
                </a:cubicBezTo>
                <a:cubicBezTo>
                  <a:pt x="554" y="175"/>
                  <a:pt x="551" y="175"/>
                  <a:pt x="548" y="176"/>
                </a:cubicBezTo>
                <a:cubicBezTo>
                  <a:pt x="547" y="174"/>
                  <a:pt x="546" y="173"/>
                  <a:pt x="546" y="172"/>
                </a:cubicBezTo>
                <a:cubicBezTo>
                  <a:pt x="546" y="165"/>
                  <a:pt x="546" y="165"/>
                  <a:pt x="546" y="165"/>
                </a:cubicBezTo>
                <a:cubicBezTo>
                  <a:pt x="547" y="162"/>
                  <a:pt x="551" y="159"/>
                  <a:pt x="556" y="159"/>
                </a:cubicBezTo>
                <a:close/>
                <a:moveTo>
                  <a:pt x="556" y="226"/>
                </a:moveTo>
                <a:cubicBezTo>
                  <a:pt x="556" y="240"/>
                  <a:pt x="556" y="240"/>
                  <a:pt x="556" y="240"/>
                </a:cubicBezTo>
                <a:cubicBezTo>
                  <a:pt x="554" y="247"/>
                  <a:pt x="554" y="252"/>
                  <a:pt x="556" y="258"/>
                </a:cubicBezTo>
                <a:cubicBezTo>
                  <a:pt x="556" y="266"/>
                  <a:pt x="556" y="266"/>
                  <a:pt x="556" y="266"/>
                </a:cubicBezTo>
                <a:cubicBezTo>
                  <a:pt x="555" y="265"/>
                  <a:pt x="554" y="264"/>
                  <a:pt x="553" y="263"/>
                </a:cubicBezTo>
                <a:cubicBezTo>
                  <a:pt x="551" y="265"/>
                  <a:pt x="549" y="268"/>
                  <a:pt x="547" y="270"/>
                </a:cubicBezTo>
                <a:cubicBezTo>
                  <a:pt x="547" y="271"/>
                  <a:pt x="546" y="271"/>
                  <a:pt x="546" y="271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0"/>
                  <a:pt x="546" y="260"/>
                  <a:pt x="546" y="260"/>
                </a:cubicBezTo>
                <a:cubicBezTo>
                  <a:pt x="550" y="260"/>
                  <a:pt x="550" y="260"/>
                  <a:pt x="550" y="260"/>
                </a:cubicBezTo>
                <a:cubicBezTo>
                  <a:pt x="550" y="258"/>
                  <a:pt x="550" y="256"/>
                  <a:pt x="549" y="254"/>
                </a:cubicBezTo>
                <a:cubicBezTo>
                  <a:pt x="548" y="254"/>
                  <a:pt x="547" y="254"/>
                  <a:pt x="546" y="253"/>
                </a:cubicBezTo>
                <a:cubicBezTo>
                  <a:pt x="546" y="247"/>
                  <a:pt x="546" y="247"/>
                  <a:pt x="546" y="247"/>
                </a:cubicBezTo>
                <a:cubicBezTo>
                  <a:pt x="546" y="248"/>
                  <a:pt x="546" y="248"/>
                  <a:pt x="547" y="249"/>
                </a:cubicBezTo>
                <a:cubicBezTo>
                  <a:pt x="550" y="238"/>
                  <a:pt x="554" y="230"/>
                  <a:pt x="546" y="223"/>
                </a:cubicBezTo>
                <a:cubicBezTo>
                  <a:pt x="546" y="217"/>
                  <a:pt x="546" y="217"/>
                  <a:pt x="546" y="217"/>
                </a:cubicBezTo>
                <a:cubicBezTo>
                  <a:pt x="549" y="220"/>
                  <a:pt x="553" y="223"/>
                  <a:pt x="556" y="226"/>
                </a:cubicBezTo>
                <a:close/>
                <a:moveTo>
                  <a:pt x="556" y="298"/>
                </a:moveTo>
                <a:cubicBezTo>
                  <a:pt x="556" y="318"/>
                  <a:pt x="556" y="318"/>
                  <a:pt x="556" y="318"/>
                </a:cubicBezTo>
                <a:cubicBezTo>
                  <a:pt x="553" y="319"/>
                  <a:pt x="550" y="321"/>
                  <a:pt x="546" y="321"/>
                </a:cubicBezTo>
                <a:cubicBezTo>
                  <a:pt x="546" y="309"/>
                  <a:pt x="546" y="309"/>
                  <a:pt x="546" y="309"/>
                </a:cubicBezTo>
                <a:cubicBezTo>
                  <a:pt x="548" y="310"/>
                  <a:pt x="550" y="311"/>
                  <a:pt x="554" y="311"/>
                </a:cubicBezTo>
                <a:cubicBezTo>
                  <a:pt x="554" y="309"/>
                  <a:pt x="554" y="308"/>
                  <a:pt x="554" y="306"/>
                </a:cubicBezTo>
                <a:cubicBezTo>
                  <a:pt x="548" y="305"/>
                  <a:pt x="548" y="299"/>
                  <a:pt x="547" y="295"/>
                </a:cubicBezTo>
                <a:cubicBezTo>
                  <a:pt x="549" y="292"/>
                  <a:pt x="551" y="293"/>
                  <a:pt x="554" y="293"/>
                </a:cubicBezTo>
                <a:cubicBezTo>
                  <a:pt x="555" y="295"/>
                  <a:pt x="556" y="297"/>
                  <a:pt x="556" y="298"/>
                </a:cubicBezTo>
                <a:close/>
                <a:moveTo>
                  <a:pt x="556" y="343"/>
                </a:moveTo>
                <a:cubicBezTo>
                  <a:pt x="556" y="358"/>
                  <a:pt x="556" y="358"/>
                  <a:pt x="556" y="358"/>
                </a:cubicBezTo>
                <a:cubicBezTo>
                  <a:pt x="556" y="357"/>
                  <a:pt x="556" y="357"/>
                  <a:pt x="555" y="356"/>
                </a:cubicBezTo>
                <a:cubicBezTo>
                  <a:pt x="553" y="356"/>
                  <a:pt x="550" y="356"/>
                  <a:pt x="548" y="356"/>
                </a:cubicBezTo>
                <a:cubicBezTo>
                  <a:pt x="547" y="362"/>
                  <a:pt x="551" y="365"/>
                  <a:pt x="554" y="371"/>
                </a:cubicBezTo>
                <a:cubicBezTo>
                  <a:pt x="555" y="371"/>
                  <a:pt x="556" y="371"/>
                  <a:pt x="556" y="370"/>
                </a:cubicBezTo>
                <a:cubicBezTo>
                  <a:pt x="556" y="378"/>
                  <a:pt x="556" y="378"/>
                  <a:pt x="556" y="378"/>
                </a:cubicBezTo>
                <a:cubicBezTo>
                  <a:pt x="550" y="378"/>
                  <a:pt x="548" y="375"/>
                  <a:pt x="546" y="369"/>
                </a:cubicBezTo>
                <a:cubicBezTo>
                  <a:pt x="546" y="349"/>
                  <a:pt x="546" y="349"/>
                  <a:pt x="546" y="349"/>
                </a:cubicBezTo>
                <a:cubicBezTo>
                  <a:pt x="546" y="348"/>
                  <a:pt x="547" y="348"/>
                  <a:pt x="548" y="348"/>
                </a:cubicBezTo>
                <a:cubicBezTo>
                  <a:pt x="548" y="346"/>
                  <a:pt x="548" y="345"/>
                  <a:pt x="548" y="344"/>
                </a:cubicBezTo>
                <a:cubicBezTo>
                  <a:pt x="546" y="344"/>
                  <a:pt x="546" y="344"/>
                  <a:pt x="546" y="344"/>
                </a:cubicBezTo>
                <a:cubicBezTo>
                  <a:pt x="546" y="328"/>
                  <a:pt x="546" y="328"/>
                  <a:pt x="546" y="328"/>
                </a:cubicBezTo>
                <a:cubicBezTo>
                  <a:pt x="548" y="328"/>
                  <a:pt x="548" y="328"/>
                  <a:pt x="551" y="330"/>
                </a:cubicBezTo>
                <a:cubicBezTo>
                  <a:pt x="552" y="335"/>
                  <a:pt x="552" y="341"/>
                  <a:pt x="556" y="343"/>
                </a:cubicBezTo>
                <a:close/>
                <a:moveTo>
                  <a:pt x="556" y="390"/>
                </a:moveTo>
                <a:cubicBezTo>
                  <a:pt x="556" y="394"/>
                  <a:pt x="556" y="394"/>
                  <a:pt x="556" y="394"/>
                </a:cubicBezTo>
                <a:cubicBezTo>
                  <a:pt x="554" y="394"/>
                  <a:pt x="552" y="393"/>
                  <a:pt x="550" y="393"/>
                </a:cubicBezTo>
                <a:cubicBezTo>
                  <a:pt x="552" y="400"/>
                  <a:pt x="551" y="407"/>
                  <a:pt x="556" y="411"/>
                </a:cubicBezTo>
                <a:cubicBezTo>
                  <a:pt x="556" y="411"/>
                  <a:pt x="556" y="411"/>
                  <a:pt x="556" y="411"/>
                </a:cubicBezTo>
                <a:cubicBezTo>
                  <a:pt x="556" y="415"/>
                  <a:pt x="556" y="415"/>
                  <a:pt x="556" y="415"/>
                </a:cubicBezTo>
                <a:cubicBezTo>
                  <a:pt x="546" y="415"/>
                  <a:pt x="546" y="415"/>
                  <a:pt x="546" y="415"/>
                </a:cubicBezTo>
                <a:cubicBezTo>
                  <a:pt x="546" y="411"/>
                  <a:pt x="546" y="411"/>
                  <a:pt x="546" y="411"/>
                </a:cubicBezTo>
                <a:cubicBezTo>
                  <a:pt x="547" y="410"/>
                  <a:pt x="548" y="410"/>
                  <a:pt x="550" y="410"/>
                </a:cubicBezTo>
                <a:cubicBezTo>
                  <a:pt x="548" y="401"/>
                  <a:pt x="548" y="400"/>
                  <a:pt x="546" y="396"/>
                </a:cubicBezTo>
                <a:cubicBezTo>
                  <a:pt x="546" y="390"/>
                  <a:pt x="546" y="390"/>
                  <a:pt x="546" y="390"/>
                </a:cubicBezTo>
                <a:cubicBezTo>
                  <a:pt x="556" y="390"/>
                  <a:pt x="556" y="390"/>
                  <a:pt x="556" y="390"/>
                </a:cubicBezTo>
                <a:close/>
                <a:moveTo>
                  <a:pt x="556" y="461"/>
                </a:moveTo>
                <a:cubicBezTo>
                  <a:pt x="556" y="472"/>
                  <a:pt x="556" y="472"/>
                  <a:pt x="556" y="472"/>
                </a:cubicBezTo>
                <a:cubicBezTo>
                  <a:pt x="553" y="472"/>
                  <a:pt x="549" y="473"/>
                  <a:pt x="546" y="474"/>
                </a:cubicBezTo>
                <a:cubicBezTo>
                  <a:pt x="546" y="449"/>
                  <a:pt x="546" y="449"/>
                  <a:pt x="546" y="449"/>
                </a:cubicBezTo>
                <a:cubicBezTo>
                  <a:pt x="548" y="454"/>
                  <a:pt x="551" y="458"/>
                  <a:pt x="556" y="461"/>
                </a:cubicBezTo>
                <a:cubicBezTo>
                  <a:pt x="556" y="461"/>
                  <a:pt x="556" y="461"/>
                  <a:pt x="556" y="461"/>
                </a:cubicBezTo>
                <a:close/>
                <a:moveTo>
                  <a:pt x="556" y="492"/>
                </a:moveTo>
                <a:cubicBezTo>
                  <a:pt x="556" y="508"/>
                  <a:pt x="556" y="508"/>
                  <a:pt x="556" y="508"/>
                </a:cubicBezTo>
                <a:cubicBezTo>
                  <a:pt x="555" y="505"/>
                  <a:pt x="553" y="503"/>
                  <a:pt x="553" y="499"/>
                </a:cubicBezTo>
                <a:cubicBezTo>
                  <a:pt x="554" y="497"/>
                  <a:pt x="555" y="495"/>
                  <a:pt x="556" y="492"/>
                </a:cubicBezTo>
                <a:close/>
                <a:moveTo>
                  <a:pt x="556" y="540"/>
                </a:moveTo>
                <a:cubicBezTo>
                  <a:pt x="556" y="547"/>
                  <a:pt x="556" y="547"/>
                  <a:pt x="556" y="547"/>
                </a:cubicBezTo>
                <a:cubicBezTo>
                  <a:pt x="554" y="548"/>
                  <a:pt x="552" y="550"/>
                  <a:pt x="550" y="553"/>
                </a:cubicBezTo>
                <a:cubicBezTo>
                  <a:pt x="554" y="554"/>
                  <a:pt x="555" y="554"/>
                  <a:pt x="556" y="555"/>
                </a:cubicBezTo>
                <a:cubicBezTo>
                  <a:pt x="556" y="560"/>
                  <a:pt x="556" y="560"/>
                  <a:pt x="556" y="560"/>
                </a:cubicBezTo>
                <a:cubicBezTo>
                  <a:pt x="552" y="559"/>
                  <a:pt x="549" y="559"/>
                  <a:pt x="546" y="560"/>
                </a:cubicBezTo>
                <a:cubicBezTo>
                  <a:pt x="546" y="550"/>
                  <a:pt x="546" y="550"/>
                  <a:pt x="546" y="550"/>
                </a:cubicBezTo>
                <a:cubicBezTo>
                  <a:pt x="550" y="546"/>
                  <a:pt x="552" y="541"/>
                  <a:pt x="546" y="539"/>
                </a:cubicBezTo>
                <a:cubicBezTo>
                  <a:pt x="546" y="539"/>
                  <a:pt x="546" y="539"/>
                  <a:pt x="546" y="539"/>
                </a:cubicBezTo>
                <a:cubicBezTo>
                  <a:pt x="546" y="533"/>
                  <a:pt x="546" y="533"/>
                  <a:pt x="546" y="533"/>
                </a:cubicBezTo>
                <a:cubicBezTo>
                  <a:pt x="553" y="540"/>
                  <a:pt x="553" y="540"/>
                  <a:pt x="553" y="540"/>
                </a:cubicBezTo>
                <a:cubicBezTo>
                  <a:pt x="554" y="540"/>
                  <a:pt x="555" y="540"/>
                  <a:pt x="556" y="540"/>
                </a:cubicBezTo>
                <a:cubicBezTo>
                  <a:pt x="556" y="540"/>
                  <a:pt x="556" y="540"/>
                  <a:pt x="556" y="540"/>
                </a:cubicBezTo>
                <a:close/>
                <a:moveTo>
                  <a:pt x="556" y="569"/>
                </a:moveTo>
                <a:cubicBezTo>
                  <a:pt x="556" y="577"/>
                  <a:pt x="556" y="577"/>
                  <a:pt x="556" y="577"/>
                </a:cubicBezTo>
                <a:cubicBezTo>
                  <a:pt x="553" y="580"/>
                  <a:pt x="549" y="584"/>
                  <a:pt x="546" y="587"/>
                </a:cubicBezTo>
                <a:cubicBezTo>
                  <a:pt x="546" y="580"/>
                  <a:pt x="546" y="580"/>
                  <a:pt x="546" y="580"/>
                </a:cubicBezTo>
                <a:cubicBezTo>
                  <a:pt x="547" y="579"/>
                  <a:pt x="549" y="578"/>
                  <a:pt x="550" y="576"/>
                </a:cubicBezTo>
                <a:cubicBezTo>
                  <a:pt x="549" y="576"/>
                  <a:pt x="547" y="575"/>
                  <a:pt x="546" y="575"/>
                </a:cubicBezTo>
                <a:cubicBezTo>
                  <a:pt x="546" y="569"/>
                  <a:pt x="546" y="569"/>
                  <a:pt x="546" y="569"/>
                </a:cubicBezTo>
                <a:cubicBezTo>
                  <a:pt x="552" y="571"/>
                  <a:pt x="552" y="571"/>
                  <a:pt x="552" y="571"/>
                </a:cubicBezTo>
                <a:cubicBezTo>
                  <a:pt x="553" y="570"/>
                  <a:pt x="555" y="570"/>
                  <a:pt x="556" y="569"/>
                </a:cubicBezTo>
                <a:close/>
                <a:moveTo>
                  <a:pt x="556" y="710"/>
                </a:moveTo>
                <a:cubicBezTo>
                  <a:pt x="556" y="719"/>
                  <a:pt x="556" y="719"/>
                  <a:pt x="556" y="719"/>
                </a:cubicBezTo>
                <a:cubicBezTo>
                  <a:pt x="555" y="720"/>
                  <a:pt x="553" y="721"/>
                  <a:pt x="550" y="722"/>
                </a:cubicBezTo>
                <a:cubicBezTo>
                  <a:pt x="552" y="724"/>
                  <a:pt x="554" y="725"/>
                  <a:pt x="556" y="726"/>
                </a:cubicBezTo>
                <a:cubicBezTo>
                  <a:pt x="556" y="737"/>
                  <a:pt x="556" y="737"/>
                  <a:pt x="556" y="737"/>
                </a:cubicBezTo>
                <a:cubicBezTo>
                  <a:pt x="553" y="735"/>
                  <a:pt x="549" y="733"/>
                  <a:pt x="546" y="731"/>
                </a:cubicBezTo>
                <a:cubicBezTo>
                  <a:pt x="546" y="717"/>
                  <a:pt x="546" y="717"/>
                  <a:pt x="546" y="717"/>
                </a:cubicBezTo>
                <a:cubicBezTo>
                  <a:pt x="549" y="714"/>
                  <a:pt x="553" y="712"/>
                  <a:pt x="556" y="710"/>
                </a:cubicBezTo>
                <a:close/>
                <a:moveTo>
                  <a:pt x="546" y="496"/>
                </a:moveTo>
                <a:cubicBezTo>
                  <a:pt x="546" y="483"/>
                  <a:pt x="546" y="483"/>
                  <a:pt x="546" y="483"/>
                </a:cubicBezTo>
                <a:cubicBezTo>
                  <a:pt x="549" y="485"/>
                  <a:pt x="547" y="490"/>
                  <a:pt x="547" y="495"/>
                </a:cubicBezTo>
                <a:lnTo>
                  <a:pt x="546" y="496"/>
                </a:lnTo>
                <a:close/>
                <a:moveTo>
                  <a:pt x="540" y="27"/>
                </a:moveTo>
                <a:cubicBezTo>
                  <a:pt x="542" y="29"/>
                  <a:pt x="544" y="30"/>
                  <a:pt x="546" y="3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5" y="56"/>
                  <a:pt x="546" y="46"/>
                  <a:pt x="540" y="38"/>
                </a:cubicBezTo>
                <a:cubicBezTo>
                  <a:pt x="540" y="27"/>
                  <a:pt x="540" y="27"/>
                  <a:pt x="540" y="27"/>
                </a:cubicBezTo>
                <a:close/>
                <a:moveTo>
                  <a:pt x="546" y="764"/>
                </a:moveTo>
                <a:cubicBezTo>
                  <a:pt x="544" y="765"/>
                  <a:pt x="542" y="766"/>
                  <a:pt x="540" y="767"/>
                </a:cubicBezTo>
                <a:cubicBezTo>
                  <a:pt x="540" y="749"/>
                  <a:pt x="540" y="749"/>
                  <a:pt x="540" y="749"/>
                </a:cubicBezTo>
                <a:cubicBezTo>
                  <a:pt x="542" y="750"/>
                  <a:pt x="543" y="751"/>
                  <a:pt x="546" y="752"/>
                </a:cubicBezTo>
                <a:cubicBezTo>
                  <a:pt x="546" y="764"/>
                  <a:pt x="546" y="764"/>
                  <a:pt x="546" y="764"/>
                </a:cubicBezTo>
                <a:close/>
                <a:moveTo>
                  <a:pt x="546" y="71"/>
                </a:moveTo>
                <a:cubicBezTo>
                  <a:pt x="543" y="70"/>
                  <a:pt x="541" y="69"/>
                  <a:pt x="540" y="68"/>
                </a:cubicBezTo>
                <a:cubicBezTo>
                  <a:pt x="540" y="76"/>
                  <a:pt x="540" y="76"/>
                  <a:pt x="540" y="76"/>
                </a:cubicBezTo>
                <a:cubicBezTo>
                  <a:pt x="542" y="77"/>
                  <a:pt x="543" y="78"/>
                  <a:pt x="546" y="78"/>
                </a:cubicBezTo>
                <a:cubicBezTo>
                  <a:pt x="546" y="71"/>
                  <a:pt x="546" y="71"/>
                  <a:pt x="546" y="71"/>
                </a:cubicBezTo>
                <a:close/>
                <a:moveTo>
                  <a:pt x="546" y="165"/>
                </a:moveTo>
                <a:cubicBezTo>
                  <a:pt x="546" y="172"/>
                  <a:pt x="546" y="172"/>
                  <a:pt x="546" y="172"/>
                </a:cubicBezTo>
                <a:cubicBezTo>
                  <a:pt x="545" y="169"/>
                  <a:pt x="545" y="167"/>
                  <a:pt x="546" y="165"/>
                </a:cubicBezTo>
                <a:close/>
                <a:moveTo>
                  <a:pt x="546" y="217"/>
                </a:moveTo>
                <a:cubicBezTo>
                  <a:pt x="546" y="223"/>
                  <a:pt x="546" y="223"/>
                  <a:pt x="546" y="223"/>
                </a:cubicBezTo>
                <a:cubicBezTo>
                  <a:pt x="545" y="222"/>
                  <a:pt x="544" y="221"/>
                  <a:pt x="543" y="220"/>
                </a:cubicBezTo>
                <a:cubicBezTo>
                  <a:pt x="541" y="231"/>
                  <a:pt x="537" y="240"/>
                  <a:pt x="546" y="247"/>
                </a:cubicBezTo>
                <a:cubicBezTo>
                  <a:pt x="546" y="253"/>
                  <a:pt x="546" y="253"/>
                  <a:pt x="546" y="253"/>
                </a:cubicBezTo>
                <a:cubicBezTo>
                  <a:pt x="543" y="252"/>
                  <a:pt x="542" y="251"/>
                  <a:pt x="540" y="250"/>
                </a:cubicBezTo>
                <a:cubicBezTo>
                  <a:pt x="540" y="212"/>
                  <a:pt x="540" y="212"/>
                  <a:pt x="540" y="212"/>
                </a:cubicBezTo>
                <a:cubicBezTo>
                  <a:pt x="542" y="214"/>
                  <a:pt x="544" y="215"/>
                  <a:pt x="546" y="217"/>
                </a:cubicBezTo>
                <a:close/>
                <a:moveTo>
                  <a:pt x="546" y="260"/>
                </a:moveTo>
                <a:cubicBezTo>
                  <a:pt x="546" y="264"/>
                  <a:pt x="546" y="264"/>
                  <a:pt x="546" y="264"/>
                </a:cubicBezTo>
                <a:cubicBezTo>
                  <a:pt x="545" y="264"/>
                  <a:pt x="542" y="262"/>
                  <a:pt x="540" y="261"/>
                </a:cubicBezTo>
                <a:cubicBezTo>
                  <a:pt x="540" y="257"/>
                  <a:pt x="540" y="257"/>
                  <a:pt x="540" y="257"/>
                </a:cubicBezTo>
                <a:cubicBezTo>
                  <a:pt x="541" y="258"/>
                  <a:pt x="543" y="259"/>
                  <a:pt x="544" y="260"/>
                </a:cubicBezTo>
                <a:cubicBezTo>
                  <a:pt x="546" y="260"/>
                  <a:pt x="546" y="260"/>
                  <a:pt x="546" y="260"/>
                </a:cubicBezTo>
                <a:close/>
                <a:moveTo>
                  <a:pt x="546" y="264"/>
                </a:moveTo>
                <a:cubicBezTo>
                  <a:pt x="546" y="271"/>
                  <a:pt x="546" y="271"/>
                  <a:pt x="546" y="271"/>
                </a:cubicBezTo>
                <a:cubicBezTo>
                  <a:pt x="543" y="272"/>
                  <a:pt x="542" y="274"/>
                  <a:pt x="540" y="275"/>
                </a:cubicBezTo>
                <a:cubicBezTo>
                  <a:pt x="540" y="269"/>
                  <a:pt x="540" y="269"/>
                  <a:pt x="540" y="269"/>
                </a:cubicBezTo>
                <a:cubicBezTo>
                  <a:pt x="543" y="269"/>
                  <a:pt x="545" y="267"/>
                  <a:pt x="546" y="264"/>
                </a:cubicBezTo>
                <a:close/>
                <a:moveTo>
                  <a:pt x="546" y="309"/>
                </a:moveTo>
                <a:cubicBezTo>
                  <a:pt x="546" y="321"/>
                  <a:pt x="546" y="321"/>
                  <a:pt x="546" y="321"/>
                </a:cubicBezTo>
                <a:cubicBezTo>
                  <a:pt x="545" y="321"/>
                  <a:pt x="545" y="320"/>
                  <a:pt x="544" y="320"/>
                </a:cubicBezTo>
                <a:cubicBezTo>
                  <a:pt x="543" y="318"/>
                  <a:pt x="541" y="316"/>
                  <a:pt x="540" y="314"/>
                </a:cubicBezTo>
                <a:cubicBezTo>
                  <a:pt x="540" y="314"/>
                  <a:pt x="540" y="314"/>
                  <a:pt x="540" y="314"/>
                </a:cubicBezTo>
                <a:cubicBezTo>
                  <a:pt x="540" y="304"/>
                  <a:pt x="540" y="304"/>
                  <a:pt x="540" y="304"/>
                </a:cubicBezTo>
                <a:cubicBezTo>
                  <a:pt x="542" y="307"/>
                  <a:pt x="543" y="308"/>
                  <a:pt x="546" y="309"/>
                </a:cubicBezTo>
                <a:close/>
                <a:moveTo>
                  <a:pt x="546" y="328"/>
                </a:moveTo>
                <a:cubicBezTo>
                  <a:pt x="546" y="344"/>
                  <a:pt x="546" y="344"/>
                  <a:pt x="546" y="344"/>
                </a:cubicBezTo>
                <a:cubicBezTo>
                  <a:pt x="544" y="344"/>
                  <a:pt x="542" y="344"/>
                  <a:pt x="541" y="344"/>
                </a:cubicBezTo>
                <a:cubicBezTo>
                  <a:pt x="541" y="346"/>
                  <a:pt x="541" y="348"/>
                  <a:pt x="542" y="350"/>
                </a:cubicBezTo>
                <a:cubicBezTo>
                  <a:pt x="546" y="349"/>
                  <a:pt x="546" y="349"/>
                  <a:pt x="546" y="349"/>
                </a:cubicBezTo>
                <a:cubicBezTo>
                  <a:pt x="546" y="369"/>
                  <a:pt x="546" y="369"/>
                  <a:pt x="546" y="369"/>
                </a:cubicBezTo>
                <a:cubicBezTo>
                  <a:pt x="545" y="367"/>
                  <a:pt x="544" y="365"/>
                  <a:pt x="543" y="363"/>
                </a:cubicBezTo>
                <a:cubicBezTo>
                  <a:pt x="542" y="363"/>
                  <a:pt x="541" y="363"/>
                  <a:pt x="541" y="364"/>
                </a:cubicBezTo>
                <a:cubicBezTo>
                  <a:pt x="540" y="364"/>
                  <a:pt x="540" y="365"/>
                  <a:pt x="540" y="366"/>
                </a:cubicBezTo>
                <a:cubicBezTo>
                  <a:pt x="540" y="334"/>
                  <a:pt x="540" y="334"/>
                  <a:pt x="540" y="334"/>
                </a:cubicBezTo>
                <a:cubicBezTo>
                  <a:pt x="543" y="331"/>
                  <a:pt x="543" y="330"/>
                  <a:pt x="544" y="328"/>
                </a:cubicBezTo>
                <a:cubicBezTo>
                  <a:pt x="545" y="328"/>
                  <a:pt x="545" y="328"/>
                  <a:pt x="546" y="328"/>
                </a:cubicBezTo>
                <a:close/>
                <a:moveTo>
                  <a:pt x="546" y="390"/>
                </a:moveTo>
                <a:cubicBezTo>
                  <a:pt x="546" y="396"/>
                  <a:pt x="546" y="396"/>
                  <a:pt x="546" y="396"/>
                </a:cubicBezTo>
                <a:cubicBezTo>
                  <a:pt x="545" y="396"/>
                  <a:pt x="545" y="395"/>
                  <a:pt x="544" y="394"/>
                </a:cubicBezTo>
                <a:cubicBezTo>
                  <a:pt x="540" y="394"/>
                  <a:pt x="540" y="394"/>
                  <a:pt x="540" y="394"/>
                </a:cubicBezTo>
                <a:cubicBezTo>
                  <a:pt x="540" y="390"/>
                  <a:pt x="540" y="390"/>
                  <a:pt x="540" y="390"/>
                </a:cubicBezTo>
                <a:cubicBezTo>
                  <a:pt x="546" y="390"/>
                  <a:pt x="546" y="390"/>
                  <a:pt x="546" y="390"/>
                </a:cubicBezTo>
                <a:close/>
                <a:moveTo>
                  <a:pt x="546" y="411"/>
                </a:moveTo>
                <a:cubicBezTo>
                  <a:pt x="546" y="415"/>
                  <a:pt x="546" y="415"/>
                  <a:pt x="546" y="415"/>
                </a:cubicBezTo>
                <a:cubicBezTo>
                  <a:pt x="540" y="415"/>
                  <a:pt x="540" y="415"/>
                  <a:pt x="540" y="415"/>
                </a:cubicBezTo>
                <a:cubicBezTo>
                  <a:pt x="540" y="405"/>
                  <a:pt x="540" y="405"/>
                  <a:pt x="540" y="405"/>
                </a:cubicBezTo>
                <a:cubicBezTo>
                  <a:pt x="541" y="410"/>
                  <a:pt x="541" y="410"/>
                  <a:pt x="541" y="410"/>
                </a:cubicBezTo>
                <a:cubicBezTo>
                  <a:pt x="541" y="410"/>
                  <a:pt x="542" y="411"/>
                  <a:pt x="543" y="411"/>
                </a:cubicBezTo>
                <a:cubicBezTo>
                  <a:pt x="544" y="411"/>
                  <a:pt x="545" y="411"/>
                  <a:pt x="546" y="411"/>
                </a:cubicBezTo>
                <a:close/>
                <a:moveTo>
                  <a:pt x="546" y="449"/>
                </a:moveTo>
                <a:cubicBezTo>
                  <a:pt x="546" y="474"/>
                  <a:pt x="546" y="474"/>
                  <a:pt x="546" y="474"/>
                </a:cubicBezTo>
                <a:cubicBezTo>
                  <a:pt x="543" y="474"/>
                  <a:pt x="542" y="474"/>
                  <a:pt x="540" y="475"/>
                </a:cubicBezTo>
                <a:cubicBezTo>
                  <a:pt x="540" y="467"/>
                  <a:pt x="540" y="467"/>
                  <a:pt x="540" y="467"/>
                </a:cubicBezTo>
                <a:cubicBezTo>
                  <a:pt x="540" y="467"/>
                  <a:pt x="541" y="467"/>
                  <a:pt x="541" y="467"/>
                </a:cubicBezTo>
                <a:cubicBezTo>
                  <a:pt x="541" y="465"/>
                  <a:pt x="541" y="463"/>
                  <a:pt x="541" y="461"/>
                </a:cubicBezTo>
                <a:cubicBezTo>
                  <a:pt x="540" y="461"/>
                  <a:pt x="540" y="461"/>
                  <a:pt x="540" y="461"/>
                </a:cubicBezTo>
                <a:cubicBezTo>
                  <a:pt x="540" y="423"/>
                  <a:pt x="540" y="423"/>
                  <a:pt x="540" y="423"/>
                </a:cubicBezTo>
                <a:cubicBezTo>
                  <a:pt x="541" y="430"/>
                  <a:pt x="542" y="441"/>
                  <a:pt x="546" y="449"/>
                </a:cubicBezTo>
                <a:close/>
                <a:moveTo>
                  <a:pt x="546" y="483"/>
                </a:moveTo>
                <a:cubicBezTo>
                  <a:pt x="546" y="496"/>
                  <a:pt x="546" y="496"/>
                  <a:pt x="546" y="496"/>
                </a:cubicBezTo>
                <a:cubicBezTo>
                  <a:pt x="545" y="496"/>
                  <a:pt x="544" y="497"/>
                  <a:pt x="543" y="497"/>
                </a:cubicBezTo>
                <a:cubicBezTo>
                  <a:pt x="539" y="491"/>
                  <a:pt x="541" y="489"/>
                  <a:pt x="542" y="482"/>
                </a:cubicBezTo>
                <a:cubicBezTo>
                  <a:pt x="543" y="482"/>
                  <a:pt x="545" y="482"/>
                  <a:pt x="546" y="483"/>
                </a:cubicBezTo>
                <a:close/>
                <a:moveTo>
                  <a:pt x="546" y="533"/>
                </a:moveTo>
                <a:cubicBezTo>
                  <a:pt x="546" y="539"/>
                  <a:pt x="546" y="539"/>
                  <a:pt x="546" y="539"/>
                </a:cubicBezTo>
                <a:cubicBezTo>
                  <a:pt x="544" y="543"/>
                  <a:pt x="541" y="546"/>
                  <a:pt x="540" y="549"/>
                </a:cubicBezTo>
                <a:cubicBezTo>
                  <a:pt x="540" y="544"/>
                  <a:pt x="540" y="544"/>
                  <a:pt x="540" y="544"/>
                </a:cubicBezTo>
                <a:cubicBezTo>
                  <a:pt x="542" y="541"/>
                  <a:pt x="542" y="537"/>
                  <a:pt x="540" y="533"/>
                </a:cubicBezTo>
                <a:cubicBezTo>
                  <a:pt x="540" y="527"/>
                  <a:pt x="540" y="527"/>
                  <a:pt x="540" y="527"/>
                </a:cubicBezTo>
                <a:cubicBezTo>
                  <a:pt x="546" y="533"/>
                  <a:pt x="546" y="533"/>
                  <a:pt x="546" y="533"/>
                </a:cubicBezTo>
                <a:close/>
                <a:moveTo>
                  <a:pt x="546" y="550"/>
                </a:moveTo>
                <a:cubicBezTo>
                  <a:pt x="546" y="560"/>
                  <a:pt x="546" y="560"/>
                  <a:pt x="546" y="560"/>
                </a:cubicBezTo>
                <a:cubicBezTo>
                  <a:pt x="544" y="560"/>
                  <a:pt x="542" y="561"/>
                  <a:pt x="540" y="563"/>
                </a:cubicBezTo>
                <a:cubicBezTo>
                  <a:pt x="540" y="555"/>
                  <a:pt x="540" y="555"/>
                  <a:pt x="540" y="555"/>
                </a:cubicBezTo>
                <a:cubicBezTo>
                  <a:pt x="541" y="554"/>
                  <a:pt x="544" y="552"/>
                  <a:pt x="546" y="550"/>
                </a:cubicBezTo>
                <a:close/>
                <a:moveTo>
                  <a:pt x="546" y="569"/>
                </a:moveTo>
                <a:cubicBezTo>
                  <a:pt x="546" y="575"/>
                  <a:pt x="546" y="575"/>
                  <a:pt x="546" y="575"/>
                </a:cubicBezTo>
                <a:cubicBezTo>
                  <a:pt x="544" y="574"/>
                  <a:pt x="542" y="573"/>
                  <a:pt x="540" y="573"/>
                </a:cubicBezTo>
                <a:cubicBezTo>
                  <a:pt x="540" y="567"/>
                  <a:pt x="540" y="567"/>
                  <a:pt x="540" y="567"/>
                </a:cubicBezTo>
                <a:cubicBezTo>
                  <a:pt x="546" y="569"/>
                  <a:pt x="546" y="569"/>
                  <a:pt x="546" y="569"/>
                </a:cubicBezTo>
                <a:close/>
                <a:moveTo>
                  <a:pt x="546" y="580"/>
                </a:moveTo>
                <a:cubicBezTo>
                  <a:pt x="546" y="587"/>
                  <a:pt x="546" y="587"/>
                  <a:pt x="546" y="587"/>
                </a:cubicBezTo>
                <a:cubicBezTo>
                  <a:pt x="544" y="588"/>
                  <a:pt x="542" y="590"/>
                  <a:pt x="540" y="592"/>
                </a:cubicBezTo>
                <a:cubicBezTo>
                  <a:pt x="540" y="583"/>
                  <a:pt x="540" y="583"/>
                  <a:pt x="540" y="583"/>
                </a:cubicBezTo>
                <a:cubicBezTo>
                  <a:pt x="542" y="582"/>
                  <a:pt x="544" y="582"/>
                  <a:pt x="546" y="580"/>
                </a:cubicBezTo>
                <a:close/>
                <a:moveTo>
                  <a:pt x="546" y="717"/>
                </a:moveTo>
                <a:cubicBezTo>
                  <a:pt x="546" y="731"/>
                  <a:pt x="546" y="731"/>
                  <a:pt x="546" y="731"/>
                </a:cubicBezTo>
                <a:cubicBezTo>
                  <a:pt x="544" y="730"/>
                  <a:pt x="542" y="730"/>
                  <a:pt x="540" y="730"/>
                </a:cubicBezTo>
                <a:cubicBezTo>
                  <a:pt x="540" y="720"/>
                  <a:pt x="540" y="720"/>
                  <a:pt x="540" y="720"/>
                </a:cubicBezTo>
                <a:cubicBezTo>
                  <a:pt x="541" y="720"/>
                  <a:pt x="541" y="720"/>
                  <a:pt x="542" y="720"/>
                </a:cubicBezTo>
                <a:cubicBezTo>
                  <a:pt x="543" y="719"/>
                  <a:pt x="544" y="718"/>
                  <a:pt x="546" y="717"/>
                </a:cubicBezTo>
                <a:close/>
                <a:moveTo>
                  <a:pt x="535" y="25"/>
                </a:moveTo>
                <a:cubicBezTo>
                  <a:pt x="535" y="25"/>
                  <a:pt x="535" y="25"/>
                  <a:pt x="535" y="25"/>
                </a:cubicBezTo>
                <a:cubicBezTo>
                  <a:pt x="537" y="25"/>
                  <a:pt x="538" y="26"/>
                  <a:pt x="540" y="27"/>
                </a:cubicBezTo>
                <a:cubicBezTo>
                  <a:pt x="540" y="38"/>
                  <a:pt x="540" y="38"/>
                  <a:pt x="540" y="38"/>
                </a:cubicBezTo>
                <a:cubicBezTo>
                  <a:pt x="539" y="37"/>
                  <a:pt x="537" y="36"/>
                  <a:pt x="535" y="34"/>
                </a:cubicBezTo>
                <a:cubicBezTo>
                  <a:pt x="535" y="25"/>
                  <a:pt x="535" y="25"/>
                  <a:pt x="535" y="25"/>
                </a:cubicBezTo>
                <a:close/>
                <a:moveTo>
                  <a:pt x="540" y="767"/>
                </a:moveTo>
                <a:cubicBezTo>
                  <a:pt x="538" y="768"/>
                  <a:pt x="536" y="769"/>
                  <a:pt x="535" y="770"/>
                </a:cubicBezTo>
                <a:cubicBezTo>
                  <a:pt x="535" y="761"/>
                  <a:pt x="535" y="761"/>
                  <a:pt x="535" y="761"/>
                </a:cubicBezTo>
                <a:cubicBezTo>
                  <a:pt x="536" y="761"/>
                  <a:pt x="537" y="760"/>
                  <a:pt x="539" y="760"/>
                </a:cubicBezTo>
                <a:cubicBezTo>
                  <a:pt x="537" y="759"/>
                  <a:pt x="536" y="758"/>
                  <a:pt x="535" y="756"/>
                </a:cubicBezTo>
                <a:cubicBezTo>
                  <a:pt x="535" y="745"/>
                  <a:pt x="535" y="745"/>
                  <a:pt x="535" y="745"/>
                </a:cubicBezTo>
                <a:cubicBezTo>
                  <a:pt x="536" y="746"/>
                  <a:pt x="538" y="747"/>
                  <a:pt x="540" y="749"/>
                </a:cubicBezTo>
                <a:cubicBezTo>
                  <a:pt x="540" y="767"/>
                  <a:pt x="540" y="767"/>
                  <a:pt x="540" y="767"/>
                </a:cubicBezTo>
                <a:close/>
                <a:moveTo>
                  <a:pt x="540" y="68"/>
                </a:moveTo>
                <a:cubicBezTo>
                  <a:pt x="540" y="76"/>
                  <a:pt x="540" y="76"/>
                  <a:pt x="540" y="76"/>
                </a:cubicBezTo>
                <a:cubicBezTo>
                  <a:pt x="538" y="75"/>
                  <a:pt x="536" y="75"/>
                  <a:pt x="535" y="74"/>
                </a:cubicBezTo>
                <a:cubicBezTo>
                  <a:pt x="535" y="66"/>
                  <a:pt x="535" y="66"/>
                  <a:pt x="535" y="66"/>
                </a:cubicBezTo>
                <a:cubicBezTo>
                  <a:pt x="536" y="67"/>
                  <a:pt x="538" y="67"/>
                  <a:pt x="540" y="68"/>
                </a:cubicBezTo>
                <a:close/>
                <a:moveTo>
                  <a:pt x="540" y="212"/>
                </a:moveTo>
                <a:cubicBezTo>
                  <a:pt x="540" y="250"/>
                  <a:pt x="540" y="250"/>
                  <a:pt x="540" y="250"/>
                </a:cubicBezTo>
                <a:cubicBezTo>
                  <a:pt x="539" y="249"/>
                  <a:pt x="537" y="249"/>
                  <a:pt x="536" y="249"/>
                </a:cubicBezTo>
                <a:cubicBezTo>
                  <a:pt x="535" y="250"/>
                  <a:pt x="535" y="251"/>
                  <a:pt x="535" y="252"/>
                </a:cubicBezTo>
                <a:cubicBezTo>
                  <a:pt x="535" y="245"/>
                  <a:pt x="535" y="245"/>
                  <a:pt x="535" y="245"/>
                </a:cubicBezTo>
                <a:cubicBezTo>
                  <a:pt x="535" y="245"/>
                  <a:pt x="535" y="245"/>
                  <a:pt x="535" y="245"/>
                </a:cubicBezTo>
                <a:cubicBezTo>
                  <a:pt x="535" y="243"/>
                  <a:pt x="535" y="243"/>
                  <a:pt x="535" y="242"/>
                </a:cubicBezTo>
                <a:cubicBezTo>
                  <a:pt x="535" y="241"/>
                  <a:pt x="535" y="241"/>
                  <a:pt x="535" y="241"/>
                </a:cubicBezTo>
                <a:cubicBezTo>
                  <a:pt x="535" y="229"/>
                  <a:pt x="535" y="229"/>
                  <a:pt x="535" y="229"/>
                </a:cubicBezTo>
                <a:cubicBezTo>
                  <a:pt x="536" y="224"/>
                  <a:pt x="536" y="220"/>
                  <a:pt x="535" y="217"/>
                </a:cubicBezTo>
                <a:cubicBezTo>
                  <a:pt x="535" y="209"/>
                  <a:pt x="535" y="209"/>
                  <a:pt x="535" y="209"/>
                </a:cubicBezTo>
                <a:cubicBezTo>
                  <a:pt x="536" y="210"/>
                  <a:pt x="538" y="211"/>
                  <a:pt x="540" y="212"/>
                </a:cubicBezTo>
                <a:close/>
                <a:moveTo>
                  <a:pt x="540" y="257"/>
                </a:moveTo>
                <a:cubicBezTo>
                  <a:pt x="540" y="261"/>
                  <a:pt x="540" y="261"/>
                  <a:pt x="540" y="261"/>
                </a:cubicBezTo>
                <a:cubicBezTo>
                  <a:pt x="538" y="260"/>
                  <a:pt x="536" y="259"/>
                  <a:pt x="535" y="258"/>
                </a:cubicBezTo>
                <a:cubicBezTo>
                  <a:pt x="535" y="254"/>
                  <a:pt x="535" y="254"/>
                  <a:pt x="535" y="254"/>
                </a:cubicBezTo>
                <a:cubicBezTo>
                  <a:pt x="537" y="255"/>
                  <a:pt x="538" y="256"/>
                  <a:pt x="540" y="257"/>
                </a:cubicBezTo>
                <a:close/>
                <a:moveTo>
                  <a:pt x="540" y="269"/>
                </a:moveTo>
                <a:cubicBezTo>
                  <a:pt x="540" y="275"/>
                  <a:pt x="540" y="275"/>
                  <a:pt x="540" y="275"/>
                </a:cubicBezTo>
                <a:cubicBezTo>
                  <a:pt x="538" y="277"/>
                  <a:pt x="536" y="279"/>
                  <a:pt x="535" y="281"/>
                </a:cubicBezTo>
                <a:cubicBezTo>
                  <a:pt x="535" y="276"/>
                  <a:pt x="535" y="276"/>
                  <a:pt x="535" y="276"/>
                </a:cubicBezTo>
                <a:cubicBezTo>
                  <a:pt x="535" y="275"/>
                  <a:pt x="536" y="275"/>
                  <a:pt x="537" y="274"/>
                </a:cubicBezTo>
                <a:cubicBezTo>
                  <a:pt x="537" y="273"/>
                  <a:pt x="536" y="273"/>
                  <a:pt x="535" y="272"/>
                </a:cubicBezTo>
                <a:cubicBezTo>
                  <a:pt x="535" y="268"/>
                  <a:pt x="535" y="268"/>
                  <a:pt x="535" y="268"/>
                </a:cubicBezTo>
                <a:cubicBezTo>
                  <a:pt x="535" y="269"/>
                  <a:pt x="537" y="269"/>
                  <a:pt x="537" y="270"/>
                </a:cubicBezTo>
                <a:cubicBezTo>
                  <a:pt x="538" y="270"/>
                  <a:pt x="539" y="270"/>
                  <a:pt x="540" y="269"/>
                </a:cubicBezTo>
                <a:close/>
                <a:moveTo>
                  <a:pt x="540" y="304"/>
                </a:moveTo>
                <a:cubicBezTo>
                  <a:pt x="540" y="314"/>
                  <a:pt x="540" y="314"/>
                  <a:pt x="540" y="314"/>
                </a:cubicBezTo>
                <a:cubicBezTo>
                  <a:pt x="535" y="314"/>
                  <a:pt x="535" y="314"/>
                  <a:pt x="535" y="314"/>
                </a:cubicBezTo>
                <a:cubicBezTo>
                  <a:pt x="535" y="302"/>
                  <a:pt x="535" y="302"/>
                  <a:pt x="535" y="302"/>
                </a:cubicBezTo>
                <a:cubicBezTo>
                  <a:pt x="535" y="301"/>
                  <a:pt x="537" y="301"/>
                  <a:pt x="537" y="301"/>
                </a:cubicBezTo>
                <a:cubicBezTo>
                  <a:pt x="538" y="302"/>
                  <a:pt x="539" y="303"/>
                  <a:pt x="540" y="304"/>
                </a:cubicBezTo>
                <a:close/>
                <a:moveTo>
                  <a:pt x="540" y="334"/>
                </a:moveTo>
                <a:cubicBezTo>
                  <a:pt x="540" y="366"/>
                  <a:pt x="540" y="366"/>
                  <a:pt x="540" y="366"/>
                </a:cubicBezTo>
                <a:cubicBezTo>
                  <a:pt x="539" y="369"/>
                  <a:pt x="537" y="372"/>
                  <a:pt x="535" y="374"/>
                </a:cubicBezTo>
                <a:cubicBezTo>
                  <a:pt x="535" y="361"/>
                  <a:pt x="535" y="361"/>
                  <a:pt x="535" y="361"/>
                </a:cubicBezTo>
                <a:cubicBezTo>
                  <a:pt x="535" y="361"/>
                  <a:pt x="536" y="360"/>
                  <a:pt x="536" y="360"/>
                </a:cubicBezTo>
                <a:cubicBezTo>
                  <a:pt x="535" y="360"/>
                  <a:pt x="535" y="360"/>
                  <a:pt x="535" y="360"/>
                </a:cubicBezTo>
                <a:cubicBezTo>
                  <a:pt x="535" y="340"/>
                  <a:pt x="535" y="340"/>
                  <a:pt x="535" y="340"/>
                </a:cubicBezTo>
                <a:cubicBezTo>
                  <a:pt x="537" y="337"/>
                  <a:pt x="539" y="336"/>
                  <a:pt x="540" y="334"/>
                </a:cubicBezTo>
                <a:close/>
                <a:moveTo>
                  <a:pt x="540" y="390"/>
                </a:moveTo>
                <a:cubicBezTo>
                  <a:pt x="540" y="394"/>
                  <a:pt x="540" y="394"/>
                  <a:pt x="540" y="394"/>
                </a:cubicBezTo>
                <a:cubicBezTo>
                  <a:pt x="538" y="394"/>
                  <a:pt x="538" y="394"/>
                  <a:pt x="538" y="394"/>
                </a:cubicBezTo>
                <a:cubicBezTo>
                  <a:pt x="538" y="398"/>
                  <a:pt x="539" y="402"/>
                  <a:pt x="540" y="405"/>
                </a:cubicBezTo>
                <a:cubicBezTo>
                  <a:pt x="540" y="415"/>
                  <a:pt x="540" y="415"/>
                  <a:pt x="540" y="415"/>
                </a:cubicBezTo>
                <a:cubicBezTo>
                  <a:pt x="535" y="415"/>
                  <a:pt x="535" y="415"/>
                  <a:pt x="535" y="415"/>
                </a:cubicBezTo>
                <a:cubicBezTo>
                  <a:pt x="535" y="411"/>
                  <a:pt x="535" y="411"/>
                  <a:pt x="535" y="411"/>
                </a:cubicBezTo>
                <a:cubicBezTo>
                  <a:pt x="537" y="411"/>
                  <a:pt x="537" y="411"/>
                  <a:pt x="537" y="411"/>
                </a:cubicBezTo>
                <a:cubicBezTo>
                  <a:pt x="536" y="404"/>
                  <a:pt x="535" y="401"/>
                  <a:pt x="535" y="399"/>
                </a:cubicBezTo>
                <a:cubicBezTo>
                  <a:pt x="535" y="390"/>
                  <a:pt x="535" y="390"/>
                  <a:pt x="535" y="390"/>
                </a:cubicBezTo>
                <a:cubicBezTo>
                  <a:pt x="540" y="390"/>
                  <a:pt x="540" y="390"/>
                  <a:pt x="540" y="390"/>
                </a:cubicBezTo>
                <a:close/>
                <a:moveTo>
                  <a:pt x="540" y="423"/>
                </a:moveTo>
                <a:cubicBezTo>
                  <a:pt x="540" y="461"/>
                  <a:pt x="540" y="461"/>
                  <a:pt x="540" y="461"/>
                </a:cubicBezTo>
                <a:cubicBezTo>
                  <a:pt x="538" y="461"/>
                  <a:pt x="537" y="461"/>
                  <a:pt x="535" y="461"/>
                </a:cubicBezTo>
                <a:cubicBezTo>
                  <a:pt x="535" y="452"/>
                  <a:pt x="535" y="452"/>
                  <a:pt x="535" y="452"/>
                </a:cubicBezTo>
                <a:cubicBezTo>
                  <a:pt x="536" y="452"/>
                  <a:pt x="538" y="452"/>
                  <a:pt x="540" y="452"/>
                </a:cubicBezTo>
                <a:cubicBezTo>
                  <a:pt x="539" y="447"/>
                  <a:pt x="537" y="444"/>
                  <a:pt x="535" y="440"/>
                </a:cubicBezTo>
                <a:cubicBezTo>
                  <a:pt x="535" y="421"/>
                  <a:pt x="535" y="421"/>
                  <a:pt x="535" y="421"/>
                </a:cubicBezTo>
                <a:cubicBezTo>
                  <a:pt x="536" y="421"/>
                  <a:pt x="537" y="421"/>
                  <a:pt x="540" y="422"/>
                </a:cubicBezTo>
                <a:cubicBezTo>
                  <a:pt x="540" y="423"/>
                  <a:pt x="540" y="423"/>
                  <a:pt x="540" y="423"/>
                </a:cubicBezTo>
                <a:close/>
                <a:moveTo>
                  <a:pt x="540" y="467"/>
                </a:moveTo>
                <a:cubicBezTo>
                  <a:pt x="540" y="475"/>
                  <a:pt x="540" y="475"/>
                  <a:pt x="540" y="475"/>
                </a:cubicBezTo>
                <a:cubicBezTo>
                  <a:pt x="538" y="475"/>
                  <a:pt x="536" y="476"/>
                  <a:pt x="535" y="476"/>
                </a:cubicBezTo>
                <a:cubicBezTo>
                  <a:pt x="535" y="466"/>
                  <a:pt x="535" y="466"/>
                  <a:pt x="535" y="466"/>
                </a:cubicBezTo>
                <a:cubicBezTo>
                  <a:pt x="535" y="466"/>
                  <a:pt x="536" y="466"/>
                  <a:pt x="537" y="466"/>
                </a:cubicBezTo>
                <a:cubicBezTo>
                  <a:pt x="538" y="467"/>
                  <a:pt x="539" y="467"/>
                  <a:pt x="540" y="467"/>
                </a:cubicBezTo>
                <a:close/>
                <a:moveTo>
                  <a:pt x="540" y="527"/>
                </a:moveTo>
                <a:cubicBezTo>
                  <a:pt x="540" y="533"/>
                  <a:pt x="540" y="533"/>
                  <a:pt x="540" y="533"/>
                </a:cubicBezTo>
                <a:cubicBezTo>
                  <a:pt x="539" y="532"/>
                  <a:pt x="539" y="531"/>
                  <a:pt x="538" y="530"/>
                </a:cubicBezTo>
                <a:cubicBezTo>
                  <a:pt x="537" y="531"/>
                  <a:pt x="536" y="533"/>
                  <a:pt x="535" y="534"/>
                </a:cubicBezTo>
                <a:cubicBezTo>
                  <a:pt x="535" y="522"/>
                  <a:pt x="535" y="522"/>
                  <a:pt x="535" y="522"/>
                </a:cubicBezTo>
                <a:cubicBezTo>
                  <a:pt x="540" y="527"/>
                  <a:pt x="540" y="527"/>
                  <a:pt x="540" y="527"/>
                </a:cubicBezTo>
                <a:close/>
                <a:moveTo>
                  <a:pt x="540" y="544"/>
                </a:moveTo>
                <a:cubicBezTo>
                  <a:pt x="540" y="549"/>
                  <a:pt x="540" y="549"/>
                  <a:pt x="540" y="549"/>
                </a:cubicBezTo>
                <a:cubicBezTo>
                  <a:pt x="539" y="551"/>
                  <a:pt x="538" y="553"/>
                  <a:pt x="539" y="556"/>
                </a:cubicBezTo>
                <a:cubicBezTo>
                  <a:pt x="539" y="556"/>
                  <a:pt x="539" y="555"/>
                  <a:pt x="540" y="555"/>
                </a:cubicBezTo>
                <a:cubicBezTo>
                  <a:pt x="540" y="563"/>
                  <a:pt x="540" y="563"/>
                  <a:pt x="540" y="563"/>
                </a:cubicBezTo>
                <a:cubicBezTo>
                  <a:pt x="539" y="563"/>
                  <a:pt x="537" y="565"/>
                  <a:pt x="536" y="566"/>
                </a:cubicBezTo>
                <a:cubicBezTo>
                  <a:pt x="540" y="567"/>
                  <a:pt x="540" y="567"/>
                  <a:pt x="540" y="567"/>
                </a:cubicBezTo>
                <a:cubicBezTo>
                  <a:pt x="540" y="573"/>
                  <a:pt x="540" y="573"/>
                  <a:pt x="540" y="573"/>
                </a:cubicBezTo>
                <a:cubicBezTo>
                  <a:pt x="538" y="572"/>
                  <a:pt x="536" y="572"/>
                  <a:pt x="535" y="572"/>
                </a:cubicBezTo>
                <a:cubicBezTo>
                  <a:pt x="535" y="560"/>
                  <a:pt x="535" y="560"/>
                  <a:pt x="535" y="560"/>
                </a:cubicBezTo>
                <a:cubicBezTo>
                  <a:pt x="536" y="559"/>
                  <a:pt x="536" y="559"/>
                  <a:pt x="536" y="559"/>
                </a:cubicBezTo>
                <a:cubicBezTo>
                  <a:pt x="535" y="557"/>
                  <a:pt x="535" y="557"/>
                  <a:pt x="535" y="557"/>
                </a:cubicBezTo>
                <a:cubicBezTo>
                  <a:pt x="535" y="550"/>
                  <a:pt x="535" y="550"/>
                  <a:pt x="535" y="550"/>
                </a:cubicBezTo>
                <a:cubicBezTo>
                  <a:pt x="537" y="548"/>
                  <a:pt x="539" y="546"/>
                  <a:pt x="540" y="544"/>
                </a:cubicBezTo>
                <a:close/>
                <a:moveTo>
                  <a:pt x="540" y="583"/>
                </a:moveTo>
                <a:cubicBezTo>
                  <a:pt x="540" y="592"/>
                  <a:pt x="540" y="592"/>
                  <a:pt x="540" y="592"/>
                </a:cubicBezTo>
                <a:cubicBezTo>
                  <a:pt x="538" y="593"/>
                  <a:pt x="536" y="595"/>
                  <a:pt x="535" y="596"/>
                </a:cubicBezTo>
                <a:cubicBezTo>
                  <a:pt x="535" y="583"/>
                  <a:pt x="535" y="583"/>
                  <a:pt x="535" y="583"/>
                </a:cubicBezTo>
                <a:cubicBezTo>
                  <a:pt x="537" y="584"/>
                  <a:pt x="537" y="584"/>
                  <a:pt x="537" y="584"/>
                </a:cubicBezTo>
                <a:cubicBezTo>
                  <a:pt x="538" y="584"/>
                  <a:pt x="539" y="583"/>
                  <a:pt x="540" y="583"/>
                </a:cubicBezTo>
                <a:close/>
                <a:moveTo>
                  <a:pt x="540" y="720"/>
                </a:moveTo>
                <a:cubicBezTo>
                  <a:pt x="540" y="730"/>
                  <a:pt x="540" y="730"/>
                  <a:pt x="540" y="730"/>
                </a:cubicBezTo>
                <a:cubicBezTo>
                  <a:pt x="538" y="729"/>
                  <a:pt x="536" y="729"/>
                  <a:pt x="535" y="729"/>
                </a:cubicBezTo>
                <a:cubicBezTo>
                  <a:pt x="535" y="722"/>
                  <a:pt x="535" y="722"/>
                  <a:pt x="535" y="722"/>
                </a:cubicBezTo>
                <a:cubicBezTo>
                  <a:pt x="536" y="721"/>
                  <a:pt x="538" y="721"/>
                  <a:pt x="540" y="720"/>
                </a:cubicBezTo>
                <a:close/>
                <a:moveTo>
                  <a:pt x="530" y="23"/>
                </a:moveTo>
                <a:cubicBezTo>
                  <a:pt x="532" y="24"/>
                  <a:pt x="533" y="24"/>
                  <a:pt x="535" y="25"/>
                </a:cubicBezTo>
                <a:cubicBezTo>
                  <a:pt x="535" y="34"/>
                  <a:pt x="535" y="34"/>
                  <a:pt x="535" y="34"/>
                </a:cubicBezTo>
                <a:cubicBezTo>
                  <a:pt x="533" y="33"/>
                  <a:pt x="532" y="33"/>
                  <a:pt x="530" y="32"/>
                </a:cubicBezTo>
                <a:cubicBezTo>
                  <a:pt x="530" y="23"/>
                  <a:pt x="530" y="23"/>
                  <a:pt x="530" y="23"/>
                </a:cubicBezTo>
                <a:close/>
                <a:moveTo>
                  <a:pt x="535" y="770"/>
                </a:moveTo>
                <a:cubicBezTo>
                  <a:pt x="533" y="770"/>
                  <a:pt x="532" y="771"/>
                  <a:pt x="530" y="771"/>
                </a:cubicBezTo>
                <a:cubicBezTo>
                  <a:pt x="530" y="763"/>
                  <a:pt x="530" y="763"/>
                  <a:pt x="530" y="763"/>
                </a:cubicBezTo>
                <a:cubicBezTo>
                  <a:pt x="532" y="762"/>
                  <a:pt x="533" y="762"/>
                  <a:pt x="535" y="761"/>
                </a:cubicBezTo>
                <a:cubicBezTo>
                  <a:pt x="535" y="770"/>
                  <a:pt x="535" y="770"/>
                  <a:pt x="535" y="770"/>
                </a:cubicBezTo>
                <a:close/>
                <a:moveTo>
                  <a:pt x="535" y="66"/>
                </a:moveTo>
                <a:cubicBezTo>
                  <a:pt x="535" y="74"/>
                  <a:pt x="535" y="74"/>
                  <a:pt x="535" y="74"/>
                </a:cubicBezTo>
                <a:cubicBezTo>
                  <a:pt x="533" y="73"/>
                  <a:pt x="532" y="73"/>
                  <a:pt x="530" y="72"/>
                </a:cubicBezTo>
                <a:cubicBezTo>
                  <a:pt x="530" y="62"/>
                  <a:pt x="530" y="62"/>
                  <a:pt x="530" y="62"/>
                </a:cubicBezTo>
                <a:cubicBezTo>
                  <a:pt x="531" y="63"/>
                  <a:pt x="533" y="65"/>
                  <a:pt x="535" y="66"/>
                </a:cubicBezTo>
                <a:close/>
                <a:moveTo>
                  <a:pt x="535" y="209"/>
                </a:moveTo>
                <a:cubicBezTo>
                  <a:pt x="535" y="217"/>
                  <a:pt x="535" y="217"/>
                  <a:pt x="535" y="217"/>
                </a:cubicBezTo>
                <a:cubicBezTo>
                  <a:pt x="534" y="215"/>
                  <a:pt x="533" y="213"/>
                  <a:pt x="530" y="211"/>
                </a:cubicBezTo>
                <a:cubicBezTo>
                  <a:pt x="530" y="205"/>
                  <a:pt x="530" y="205"/>
                  <a:pt x="530" y="205"/>
                </a:cubicBezTo>
                <a:cubicBezTo>
                  <a:pt x="532" y="207"/>
                  <a:pt x="533" y="207"/>
                  <a:pt x="535" y="209"/>
                </a:cubicBezTo>
                <a:close/>
                <a:moveTo>
                  <a:pt x="535" y="229"/>
                </a:moveTo>
                <a:cubicBezTo>
                  <a:pt x="535" y="241"/>
                  <a:pt x="535" y="241"/>
                  <a:pt x="535" y="241"/>
                </a:cubicBezTo>
                <a:cubicBezTo>
                  <a:pt x="533" y="241"/>
                  <a:pt x="532" y="241"/>
                  <a:pt x="530" y="240"/>
                </a:cubicBezTo>
                <a:cubicBezTo>
                  <a:pt x="530" y="234"/>
                  <a:pt x="530" y="234"/>
                  <a:pt x="530" y="234"/>
                </a:cubicBezTo>
                <a:cubicBezTo>
                  <a:pt x="531" y="234"/>
                  <a:pt x="532" y="235"/>
                  <a:pt x="533" y="236"/>
                </a:cubicBezTo>
                <a:cubicBezTo>
                  <a:pt x="533" y="233"/>
                  <a:pt x="534" y="231"/>
                  <a:pt x="535" y="229"/>
                </a:cubicBezTo>
                <a:close/>
                <a:moveTo>
                  <a:pt x="535" y="245"/>
                </a:moveTo>
                <a:cubicBezTo>
                  <a:pt x="535" y="252"/>
                  <a:pt x="535" y="252"/>
                  <a:pt x="535" y="252"/>
                </a:cubicBezTo>
                <a:cubicBezTo>
                  <a:pt x="534" y="252"/>
                  <a:pt x="534" y="253"/>
                  <a:pt x="534" y="254"/>
                </a:cubicBezTo>
                <a:cubicBezTo>
                  <a:pt x="534" y="254"/>
                  <a:pt x="534" y="254"/>
                  <a:pt x="535" y="254"/>
                </a:cubicBezTo>
                <a:cubicBezTo>
                  <a:pt x="535" y="258"/>
                  <a:pt x="535" y="258"/>
                  <a:pt x="535" y="258"/>
                </a:cubicBezTo>
                <a:cubicBezTo>
                  <a:pt x="533" y="258"/>
                  <a:pt x="532" y="257"/>
                  <a:pt x="530" y="257"/>
                </a:cubicBezTo>
                <a:cubicBezTo>
                  <a:pt x="530" y="250"/>
                  <a:pt x="530" y="250"/>
                  <a:pt x="530" y="250"/>
                </a:cubicBezTo>
                <a:cubicBezTo>
                  <a:pt x="532" y="249"/>
                  <a:pt x="533" y="247"/>
                  <a:pt x="535" y="245"/>
                </a:cubicBezTo>
                <a:close/>
                <a:moveTo>
                  <a:pt x="535" y="268"/>
                </a:moveTo>
                <a:cubicBezTo>
                  <a:pt x="535" y="272"/>
                  <a:pt x="535" y="272"/>
                  <a:pt x="535" y="272"/>
                </a:cubicBezTo>
                <a:cubicBezTo>
                  <a:pt x="533" y="271"/>
                  <a:pt x="532" y="270"/>
                  <a:pt x="530" y="269"/>
                </a:cubicBezTo>
                <a:cubicBezTo>
                  <a:pt x="530" y="265"/>
                  <a:pt x="530" y="265"/>
                  <a:pt x="530" y="265"/>
                </a:cubicBezTo>
                <a:cubicBezTo>
                  <a:pt x="532" y="266"/>
                  <a:pt x="533" y="267"/>
                  <a:pt x="535" y="268"/>
                </a:cubicBezTo>
                <a:close/>
                <a:moveTo>
                  <a:pt x="535" y="276"/>
                </a:moveTo>
                <a:cubicBezTo>
                  <a:pt x="535" y="281"/>
                  <a:pt x="535" y="281"/>
                  <a:pt x="535" y="281"/>
                </a:cubicBezTo>
                <a:cubicBezTo>
                  <a:pt x="533" y="282"/>
                  <a:pt x="532" y="284"/>
                  <a:pt x="530" y="286"/>
                </a:cubicBezTo>
                <a:cubicBezTo>
                  <a:pt x="530" y="277"/>
                  <a:pt x="530" y="277"/>
                  <a:pt x="530" y="277"/>
                </a:cubicBezTo>
                <a:cubicBezTo>
                  <a:pt x="532" y="277"/>
                  <a:pt x="533" y="277"/>
                  <a:pt x="535" y="276"/>
                </a:cubicBezTo>
                <a:close/>
                <a:moveTo>
                  <a:pt x="535" y="302"/>
                </a:moveTo>
                <a:cubicBezTo>
                  <a:pt x="535" y="314"/>
                  <a:pt x="535" y="314"/>
                  <a:pt x="535" y="314"/>
                </a:cubicBezTo>
                <a:cubicBezTo>
                  <a:pt x="533" y="314"/>
                  <a:pt x="533" y="314"/>
                  <a:pt x="533" y="314"/>
                </a:cubicBezTo>
                <a:cubicBezTo>
                  <a:pt x="533" y="329"/>
                  <a:pt x="533" y="329"/>
                  <a:pt x="532" y="334"/>
                </a:cubicBezTo>
                <a:cubicBezTo>
                  <a:pt x="530" y="334"/>
                  <a:pt x="530" y="334"/>
                  <a:pt x="530" y="334"/>
                </a:cubicBezTo>
                <a:cubicBezTo>
                  <a:pt x="530" y="304"/>
                  <a:pt x="530" y="304"/>
                  <a:pt x="530" y="304"/>
                </a:cubicBezTo>
                <a:cubicBezTo>
                  <a:pt x="532" y="303"/>
                  <a:pt x="533" y="302"/>
                  <a:pt x="535" y="302"/>
                </a:cubicBezTo>
                <a:close/>
                <a:moveTo>
                  <a:pt x="535" y="340"/>
                </a:moveTo>
                <a:cubicBezTo>
                  <a:pt x="535" y="360"/>
                  <a:pt x="535" y="360"/>
                  <a:pt x="535" y="360"/>
                </a:cubicBezTo>
                <a:cubicBezTo>
                  <a:pt x="530" y="360"/>
                  <a:pt x="530" y="360"/>
                  <a:pt x="530" y="360"/>
                </a:cubicBezTo>
                <a:cubicBezTo>
                  <a:pt x="530" y="351"/>
                  <a:pt x="530" y="351"/>
                  <a:pt x="530" y="351"/>
                </a:cubicBezTo>
                <a:cubicBezTo>
                  <a:pt x="531" y="351"/>
                  <a:pt x="531" y="351"/>
                  <a:pt x="532" y="351"/>
                </a:cubicBezTo>
                <a:cubicBezTo>
                  <a:pt x="532" y="348"/>
                  <a:pt x="533" y="345"/>
                  <a:pt x="533" y="342"/>
                </a:cubicBezTo>
                <a:cubicBezTo>
                  <a:pt x="535" y="340"/>
                  <a:pt x="535" y="340"/>
                  <a:pt x="535" y="340"/>
                </a:cubicBezTo>
                <a:close/>
                <a:moveTo>
                  <a:pt x="535" y="361"/>
                </a:moveTo>
                <a:cubicBezTo>
                  <a:pt x="535" y="374"/>
                  <a:pt x="535" y="374"/>
                  <a:pt x="535" y="374"/>
                </a:cubicBezTo>
                <a:cubicBezTo>
                  <a:pt x="533" y="377"/>
                  <a:pt x="532" y="379"/>
                  <a:pt x="531" y="381"/>
                </a:cubicBezTo>
                <a:cubicBezTo>
                  <a:pt x="530" y="381"/>
                  <a:pt x="530" y="381"/>
                  <a:pt x="530" y="381"/>
                </a:cubicBezTo>
                <a:cubicBezTo>
                  <a:pt x="530" y="364"/>
                  <a:pt x="530" y="364"/>
                  <a:pt x="530" y="364"/>
                </a:cubicBezTo>
                <a:cubicBezTo>
                  <a:pt x="532" y="364"/>
                  <a:pt x="533" y="363"/>
                  <a:pt x="535" y="361"/>
                </a:cubicBezTo>
                <a:close/>
                <a:moveTo>
                  <a:pt x="535" y="390"/>
                </a:moveTo>
                <a:cubicBezTo>
                  <a:pt x="535" y="399"/>
                  <a:pt x="535" y="399"/>
                  <a:pt x="535" y="399"/>
                </a:cubicBezTo>
                <a:cubicBezTo>
                  <a:pt x="534" y="396"/>
                  <a:pt x="534" y="396"/>
                  <a:pt x="533" y="394"/>
                </a:cubicBezTo>
                <a:cubicBezTo>
                  <a:pt x="532" y="394"/>
                  <a:pt x="531" y="394"/>
                  <a:pt x="530" y="394"/>
                </a:cubicBezTo>
                <a:cubicBezTo>
                  <a:pt x="530" y="390"/>
                  <a:pt x="530" y="390"/>
                  <a:pt x="530" y="390"/>
                </a:cubicBezTo>
                <a:cubicBezTo>
                  <a:pt x="535" y="390"/>
                  <a:pt x="535" y="390"/>
                  <a:pt x="535" y="390"/>
                </a:cubicBezTo>
                <a:close/>
                <a:moveTo>
                  <a:pt x="535" y="411"/>
                </a:moveTo>
                <a:cubicBezTo>
                  <a:pt x="535" y="415"/>
                  <a:pt x="535" y="415"/>
                  <a:pt x="535" y="415"/>
                </a:cubicBezTo>
                <a:cubicBezTo>
                  <a:pt x="530" y="415"/>
                  <a:pt x="530" y="415"/>
                  <a:pt x="530" y="415"/>
                </a:cubicBezTo>
                <a:cubicBezTo>
                  <a:pt x="530" y="410"/>
                  <a:pt x="530" y="410"/>
                  <a:pt x="530" y="410"/>
                </a:cubicBezTo>
                <a:cubicBezTo>
                  <a:pt x="531" y="410"/>
                  <a:pt x="531" y="411"/>
                  <a:pt x="531" y="411"/>
                </a:cubicBezTo>
                <a:cubicBezTo>
                  <a:pt x="535" y="411"/>
                  <a:pt x="535" y="411"/>
                  <a:pt x="535" y="411"/>
                </a:cubicBezTo>
                <a:close/>
                <a:moveTo>
                  <a:pt x="535" y="421"/>
                </a:moveTo>
                <a:cubicBezTo>
                  <a:pt x="535" y="440"/>
                  <a:pt x="535" y="440"/>
                  <a:pt x="535" y="440"/>
                </a:cubicBezTo>
                <a:cubicBezTo>
                  <a:pt x="533" y="438"/>
                  <a:pt x="532" y="436"/>
                  <a:pt x="531" y="435"/>
                </a:cubicBezTo>
                <a:cubicBezTo>
                  <a:pt x="531" y="430"/>
                  <a:pt x="531" y="427"/>
                  <a:pt x="531" y="423"/>
                </a:cubicBezTo>
                <a:cubicBezTo>
                  <a:pt x="533" y="422"/>
                  <a:pt x="534" y="422"/>
                  <a:pt x="535" y="421"/>
                </a:cubicBezTo>
                <a:close/>
                <a:moveTo>
                  <a:pt x="535" y="452"/>
                </a:moveTo>
                <a:cubicBezTo>
                  <a:pt x="535" y="461"/>
                  <a:pt x="535" y="461"/>
                  <a:pt x="535" y="461"/>
                </a:cubicBezTo>
                <a:cubicBezTo>
                  <a:pt x="533" y="461"/>
                  <a:pt x="532" y="461"/>
                  <a:pt x="530" y="461"/>
                </a:cubicBezTo>
                <a:cubicBezTo>
                  <a:pt x="530" y="451"/>
                  <a:pt x="530" y="451"/>
                  <a:pt x="530" y="451"/>
                </a:cubicBezTo>
                <a:cubicBezTo>
                  <a:pt x="531" y="451"/>
                  <a:pt x="531" y="451"/>
                  <a:pt x="531" y="452"/>
                </a:cubicBezTo>
                <a:cubicBezTo>
                  <a:pt x="535" y="452"/>
                  <a:pt x="535" y="452"/>
                  <a:pt x="535" y="452"/>
                </a:cubicBezTo>
                <a:close/>
                <a:moveTo>
                  <a:pt x="535" y="466"/>
                </a:moveTo>
                <a:cubicBezTo>
                  <a:pt x="535" y="476"/>
                  <a:pt x="535" y="476"/>
                  <a:pt x="535" y="476"/>
                </a:cubicBezTo>
                <a:cubicBezTo>
                  <a:pt x="533" y="476"/>
                  <a:pt x="532" y="477"/>
                  <a:pt x="530" y="477"/>
                </a:cubicBezTo>
                <a:cubicBezTo>
                  <a:pt x="530" y="467"/>
                  <a:pt x="530" y="467"/>
                  <a:pt x="530" y="467"/>
                </a:cubicBezTo>
                <a:cubicBezTo>
                  <a:pt x="532" y="467"/>
                  <a:pt x="533" y="466"/>
                  <a:pt x="535" y="466"/>
                </a:cubicBezTo>
                <a:close/>
                <a:moveTo>
                  <a:pt x="535" y="522"/>
                </a:moveTo>
                <a:cubicBezTo>
                  <a:pt x="535" y="534"/>
                  <a:pt x="535" y="534"/>
                  <a:pt x="535" y="534"/>
                </a:cubicBezTo>
                <a:cubicBezTo>
                  <a:pt x="533" y="537"/>
                  <a:pt x="531" y="539"/>
                  <a:pt x="530" y="541"/>
                </a:cubicBezTo>
                <a:cubicBezTo>
                  <a:pt x="530" y="533"/>
                  <a:pt x="530" y="533"/>
                  <a:pt x="530" y="533"/>
                </a:cubicBezTo>
                <a:cubicBezTo>
                  <a:pt x="531" y="531"/>
                  <a:pt x="532" y="530"/>
                  <a:pt x="533" y="528"/>
                </a:cubicBezTo>
                <a:cubicBezTo>
                  <a:pt x="532" y="526"/>
                  <a:pt x="532" y="524"/>
                  <a:pt x="530" y="523"/>
                </a:cubicBezTo>
                <a:cubicBezTo>
                  <a:pt x="530" y="518"/>
                  <a:pt x="530" y="518"/>
                  <a:pt x="530" y="518"/>
                </a:cubicBezTo>
                <a:cubicBezTo>
                  <a:pt x="535" y="522"/>
                  <a:pt x="535" y="522"/>
                  <a:pt x="535" y="522"/>
                </a:cubicBezTo>
                <a:close/>
                <a:moveTo>
                  <a:pt x="535" y="550"/>
                </a:moveTo>
                <a:cubicBezTo>
                  <a:pt x="535" y="557"/>
                  <a:pt x="535" y="557"/>
                  <a:pt x="535" y="557"/>
                </a:cubicBezTo>
                <a:cubicBezTo>
                  <a:pt x="530" y="553"/>
                  <a:pt x="530" y="553"/>
                  <a:pt x="530" y="553"/>
                </a:cubicBezTo>
                <a:cubicBezTo>
                  <a:pt x="530" y="547"/>
                  <a:pt x="530" y="547"/>
                  <a:pt x="530" y="547"/>
                </a:cubicBezTo>
                <a:cubicBezTo>
                  <a:pt x="531" y="548"/>
                  <a:pt x="531" y="550"/>
                  <a:pt x="533" y="551"/>
                </a:cubicBezTo>
                <a:cubicBezTo>
                  <a:pt x="533" y="550"/>
                  <a:pt x="534" y="550"/>
                  <a:pt x="535" y="550"/>
                </a:cubicBezTo>
                <a:close/>
                <a:moveTo>
                  <a:pt x="535" y="560"/>
                </a:moveTo>
                <a:cubicBezTo>
                  <a:pt x="535" y="572"/>
                  <a:pt x="535" y="572"/>
                  <a:pt x="535" y="572"/>
                </a:cubicBezTo>
                <a:cubicBezTo>
                  <a:pt x="533" y="571"/>
                  <a:pt x="532" y="571"/>
                  <a:pt x="530" y="572"/>
                </a:cubicBezTo>
                <a:cubicBezTo>
                  <a:pt x="530" y="566"/>
                  <a:pt x="530" y="566"/>
                  <a:pt x="530" y="566"/>
                </a:cubicBezTo>
                <a:cubicBezTo>
                  <a:pt x="531" y="565"/>
                  <a:pt x="531" y="565"/>
                  <a:pt x="531" y="565"/>
                </a:cubicBezTo>
                <a:cubicBezTo>
                  <a:pt x="532" y="563"/>
                  <a:pt x="532" y="563"/>
                  <a:pt x="535" y="560"/>
                </a:cubicBezTo>
                <a:close/>
                <a:moveTo>
                  <a:pt x="535" y="583"/>
                </a:moveTo>
                <a:cubicBezTo>
                  <a:pt x="535" y="596"/>
                  <a:pt x="535" y="596"/>
                  <a:pt x="535" y="596"/>
                </a:cubicBezTo>
                <a:cubicBezTo>
                  <a:pt x="533" y="597"/>
                  <a:pt x="532" y="598"/>
                  <a:pt x="530" y="599"/>
                </a:cubicBezTo>
                <a:cubicBezTo>
                  <a:pt x="530" y="592"/>
                  <a:pt x="530" y="592"/>
                  <a:pt x="530" y="592"/>
                </a:cubicBezTo>
                <a:cubicBezTo>
                  <a:pt x="531" y="591"/>
                  <a:pt x="533" y="590"/>
                  <a:pt x="534" y="589"/>
                </a:cubicBezTo>
                <a:cubicBezTo>
                  <a:pt x="532" y="589"/>
                  <a:pt x="531" y="588"/>
                  <a:pt x="530" y="588"/>
                </a:cubicBezTo>
                <a:cubicBezTo>
                  <a:pt x="530" y="581"/>
                  <a:pt x="530" y="581"/>
                  <a:pt x="530" y="581"/>
                </a:cubicBezTo>
                <a:cubicBezTo>
                  <a:pt x="535" y="583"/>
                  <a:pt x="535" y="583"/>
                  <a:pt x="535" y="583"/>
                </a:cubicBezTo>
                <a:close/>
                <a:moveTo>
                  <a:pt x="535" y="722"/>
                </a:moveTo>
                <a:cubicBezTo>
                  <a:pt x="535" y="729"/>
                  <a:pt x="535" y="729"/>
                  <a:pt x="535" y="729"/>
                </a:cubicBezTo>
                <a:cubicBezTo>
                  <a:pt x="533" y="729"/>
                  <a:pt x="532" y="730"/>
                  <a:pt x="530" y="730"/>
                </a:cubicBezTo>
                <a:cubicBezTo>
                  <a:pt x="530" y="723"/>
                  <a:pt x="530" y="723"/>
                  <a:pt x="530" y="723"/>
                </a:cubicBezTo>
                <a:cubicBezTo>
                  <a:pt x="532" y="722"/>
                  <a:pt x="533" y="722"/>
                  <a:pt x="535" y="722"/>
                </a:cubicBezTo>
                <a:close/>
                <a:moveTo>
                  <a:pt x="535" y="745"/>
                </a:moveTo>
                <a:cubicBezTo>
                  <a:pt x="535" y="756"/>
                  <a:pt x="535" y="756"/>
                  <a:pt x="535" y="756"/>
                </a:cubicBezTo>
                <a:cubicBezTo>
                  <a:pt x="533" y="755"/>
                  <a:pt x="532" y="754"/>
                  <a:pt x="530" y="753"/>
                </a:cubicBezTo>
                <a:cubicBezTo>
                  <a:pt x="530" y="742"/>
                  <a:pt x="530" y="742"/>
                  <a:pt x="530" y="742"/>
                </a:cubicBezTo>
                <a:cubicBezTo>
                  <a:pt x="532" y="743"/>
                  <a:pt x="533" y="744"/>
                  <a:pt x="535" y="745"/>
                </a:cubicBezTo>
                <a:close/>
                <a:moveTo>
                  <a:pt x="522" y="21"/>
                </a:moveTo>
                <a:cubicBezTo>
                  <a:pt x="524" y="22"/>
                  <a:pt x="527" y="23"/>
                  <a:pt x="530" y="23"/>
                </a:cubicBezTo>
                <a:cubicBezTo>
                  <a:pt x="530" y="32"/>
                  <a:pt x="530" y="32"/>
                  <a:pt x="530" y="32"/>
                </a:cubicBezTo>
                <a:cubicBezTo>
                  <a:pt x="528" y="31"/>
                  <a:pt x="525" y="30"/>
                  <a:pt x="522" y="29"/>
                </a:cubicBezTo>
                <a:cubicBezTo>
                  <a:pt x="522" y="21"/>
                  <a:pt x="522" y="21"/>
                  <a:pt x="522" y="21"/>
                </a:cubicBezTo>
                <a:close/>
                <a:moveTo>
                  <a:pt x="530" y="771"/>
                </a:moveTo>
                <a:cubicBezTo>
                  <a:pt x="528" y="772"/>
                  <a:pt x="525" y="773"/>
                  <a:pt x="522" y="774"/>
                </a:cubicBezTo>
                <a:cubicBezTo>
                  <a:pt x="522" y="764"/>
                  <a:pt x="522" y="764"/>
                  <a:pt x="522" y="764"/>
                </a:cubicBezTo>
                <a:cubicBezTo>
                  <a:pt x="525" y="764"/>
                  <a:pt x="528" y="763"/>
                  <a:pt x="530" y="763"/>
                </a:cubicBezTo>
                <a:cubicBezTo>
                  <a:pt x="530" y="771"/>
                  <a:pt x="530" y="771"/>
                  <a:pt x="530" y="771"/>
                </a:cubicBezTo>
                <a:close/>
                <a:moveTo>
                  <a:pt x="530" y="62"/>
                </a:moveTo>
                <a:cubicBezTo>
                  <a:pt x="530" y="72"/>
                  <a:pt x="530" y="72"/>
                  <a:pt x="530" y="72"/>
                </a:cubicBezTo>
                <a:cubicBezTo>
                  <a:pt x="527" y="71"/>
                  <a:pt x="525" y="70"/>
                  <a:pt x="522" y="69"/>
                </a:cubicBezTo>
                <a:cubicBezTo>
                  <a:pt x="522" y="33"/>
                  <a:pt x="522" y="33"/>
                  <a:pt x="522" y="33"/>
                </a:cubicBezTo>
                <a:cubicBezTo>
                  <a:pt x="522" y="36"/>
                  <a:pt x="524" y="41"/>
                  <a:pt x="526" y="53"/>
                </a:cubicBezTo>
                <a:cubicBezTo>
                  <a:pt x="527" y="57"/>
                  <a:pt x="529" y="60"/>
                  <a:pt x="530" y="62"/>
                </a:cubicBezTo>
                <a:close/>
                <a:moveTo>
                  <a:pt x="530" y="205"/>
                </a:moveTo>
                <a:cubicBezTo>
                  <a:pt x="530" y="211"/>
                  <a:pt x="530" y="211"/>
                  <a:pt x="530" y="211"/>
                </a:cubicBezTo>
                <a:cubicBezTo>
                  <a:pt x="529" y="211"/>
                  <a:pt x="528" y="210"/>
                  <a:pt x="526" y="209"/>
                </a:cubicBezTo>
                <a:cubicBezTo>
                  <a:pt x="526" y="216"/>
                  <a:pt x="526" y="223"/>
                  <a:pt x="526" y="230"/>
                </a:cubicBezTo>
                <a:cubicBezTo>
                  <a:pt x="528" y="231"/>
                  <a:pt x="529" y="233"/>
                  <a:pt x="530" y="234"/>
                </a:cubicBezTo>
                <a:cubicBezTo>
                  <a:pt x="530" y="240"/>
                  <a:pt x="530" y="240"/>
                  <a:pt x="530" y="240"/>
                </a:cubicBezTo>
                <a:cubicBezTo>
                  <a:pt x="530" y="240"/>
                  <a:pt x="530" y="240"/>
                  <a:pt x="530" y="240"/>
                </a:cubicBezTo>
                <a:cubicBezTo>
                  <a:pt x="528" y="238"/>
                  <a:pt x="525" y="235"/>
                  <a:pt x="522" y="233"/>
                </a:cubicBezTo>
                <a:cubicBezTo>
                  <a:pt x="522" y="200"/>
                  <a:pt x="522" y="200"/>
                  <a:pt x="522" y="200"/>
                </a:cubicBezTo>
                <a:cubicBezTo>
                  <a:pt x="525" y="202"/>
                  <a:pt x="528" y="204"/>
                  <a:pt x="530" y="205"/>
                </a:cubicBezTo>
                <a:close/>
                <a:moveTo>
                  <a:pt x="530" y="250"/>
                </a:moveTo>
                <a:cubicBezTo>
                  <a:pt x="530" y="257"/>
                  <a:pt x="530" y="257"/>
                  <a:pt x="530" y="257"/>
                </a:cubicBezTo>
                <a:cubicBezTo>
                  <a:pt x="528" y="257"/>
                  <a:pt x="526" y="258"/>
                  <a:pt x="526" y="262"/>
                </a:cubicBezTo>
                <a:cubicBezTo>
                  <a:pt x="530" y="265"/>
                  <a:pt x="530" y="265"/>
                  <a:pt x="530" y="265"/>
                </a:cubicBezTo>
                <a:cubicBezTo>
                  <a:pt x="530" y="269"/>
                  <a:pt x="530" y="269"/>
                  <a:pt x="530" y="269"/>
                </a:cubicBezTo>
                <a:cubicBezTo>
                  <a:pt x="527" y="267"/>
                  <a:pt x="524" y="266"/>
                  <a:pt x="522" y="266"/>
                </a:cubicBezTo>
                <a:cubicBezTo>
                  <a:pt x="522" y="259"/>
                  <a:pt x="522" y="259"/>
                  <a:pt x="522" y="259"/>
                </a:cubicBezTo>
                <a:cubicBezTo>
                  <a:pt x="525" y="256"/>
                  <a:pt x="527" y="253"/>
                  <a:pt x="530" y="250"/>
                </a:cubicBezTo>
                <a:close/>
                <a:moveTo>
                  <a:pt x="530" y="277"/>
                </a:moveTo>
                <a:cubicBezTo>
                  <a:pt x="530" y="286"/>
                  <a:pt x="530" y="286"/>
                  <a:pt x="530" y="286"/>
                </a:cubicBezTo>
                <a:cubicBezTo>
                  <a:pt x="527" y="289"/>
                  <a:pt x="525" y="293"/>
                  <a:pt x="522" y="296"/>
                </a:cubicBezTo>
                <a:cubicBezTo>
                  <a:pt x="522" y="286"/>
                  <a:pt x="522" y="286"/>
                  <a:pt x="522" y="286"/>
                </a:cubicBezTo>
                <a:cubicBezTo>
                  <a:pt x="524" y="285"/>
                  <a:pt x="525" y="285"/>
                  <a:pt x="527" y="284"/>
                </a:cubicBezTo>
                <a:cubicBezTo>
                  <a:pt x="528" y="283"/>
                  <a:pt x="528" y="282"/>
                  <a:pt x="528" y="282"/>
                </a:cubicBezTo>
                <a:cubicBezTo>
                  <a:pt x="527" y="281"/>
                  <a:pt x="524" y="280"/>
                  <a:pt x="522" y="278"/>
                </a:cubicBezTo>
                <a:cubicBezTo>
                  <a:pt x="522" y="274"/>
                  <a:pt x="522" y="274"/>
                  <a:pt x="522" y="274"/>
                </a:cubicBezTo>
                <a:cubicBezTo>
                  <a:pt x="524" y="275"/>
                  <a:pt x="525" y="277"/>
                  <a:pt x="527" y="278"/>
                </a:cubicBezTo>
                <a:cubicBezTo>
                  <a:pt x="528" y="278"/>
                  <a:pt x="529" y="278"/>
                  <a:pt x="530" y="277"/>
                </a:cubicBezTo>
                <a:close/>
                <a:moveTo>
                  <a:pt x="530" y="304"/>
                </a:moveTo>
                <a:cubicBezTo>
                  <a:pt x="530" y="334"/>
                  <a:pt x="530" y="334"/>
                  <a:pt x="530" y="334"/>
                </a:cubicBezTo>
                <a:cubicBezTo>
                  <a:pt x="527" y="336"/>
                  <a:pt x="524" y="338"/>
                  <a:pt x="522" y="339"/>
                </a:cubicBezTo>
                <a:cubicBezTo>
                  <a:pt x="522" y="328"/>
                  <a:pt x="522" y="328"/>
                  <a:pt x="522" y="328"/>
                </a:cubicBezTo>
                <a:cubicBezTo>
                  <a:pt x="523" y="328"/>
                  <a:pt x="524" y="328"/>
                  <a:pt x="526" y="328"/>
                </a:cubicBezTo>
                <a:cubicBezTo>
                  <a:pt x="526" y="320"/>
                  <a:pt x="520" y="318"/>
                  <a:pt x="522" y="311"/>
                </a:cubicBezTo>
                <a:cubicBezTo>
                  <a:pt x="525" y="309"/>
                  <a:pt x="527" y="306"/>
                  <a:pt x="530" y="304"/>
                </a:cubicBezTo>
                <a:close/>
                <a:moveTo>
                  <a:pt x="530" y="351"/>
                </a:moveTo>
                <a:cubicBezTo>
                  <a:pt x="530" y="360"/>
                  <a:pt x="530" y="360"/>
                  <a:pt x="530" y="360"/>
                </a:cubicBezTo>
                <a:cubicBezTo>
                  <a:pt x="524" y="360"/>
                  <a:pt x="524" y="360"/>
                  <a:pt x="524" y="360"/>
                </a:cubicBezTo>
                <a:cubicBezTo>
                  <a:pt x="524" y="362"/>
                  <a:pt x="524" y="364"/>
                  <a:pt x="524" y="365"/>
                </a:cubicBezTo>
                <a:cubicBezTo>
                  <a:pt x="527" y="365"/>
                  <a:pt x="529" y="365"/>
                  <a:pt x="530" y="364"/>
                </a:cubicBezTo>
                <a:cubicBezTo>
                  <a:pt x="530" y="381"/>
                  <a:pt x="530" y="381"/>
                  <a:pt x="530" y="381"/>
                </a:cubicBezTo>
                <a:cubicBezTo>
                  <a:pt x="528" y="381"/>
                  <a:pt x="526" y="381"/>
                  <a:pt x="524" y="382"/>
                </a:cubicBezTo>
                <a:cubicBezTo>
                  <a:pt x="523" y="380"/>
                  <a:pt x="523" y="379"/>
                  <a:pt x="522" y="377"/>
                </a:cubicBezTo>
                <a:cubicBezTo>
                  <a:pt x="522" y="351"/>
                  <a:pt x="522" y="351"/>
                  <a:pt x="522" y="351"/>
                </a:cubicBezTo>
                <a:cubicBezTo>
                  <a:pt x="525" y="351"/>
                  <a:pt x="528" y="351"/>
                  <a:pt x="530" y="351"/>
                </a:cubicBezTo>
                <a:close/>
                <a:moveTo>
                  <a:pt x="530" y="390"/>
                </a:moveTo>
                <a:cubicBezTo>
                  <a:pt x="530" y="394"/>
                  <a:pt x="530" y="394"/>
                  <a:pt x="530" y="394"/>
                </a:cubicBezTo>
                <a:cubicBezTo>
                  <a:pt x="529" y="394"/>
                  <a:pt x="527" y="393"/>
                  <a:pt x="526" y="393"/>
                </a:cubicBezTo>
                <a:cubicBezTo>
                  <a:pt x="527" y="399"/>
                  <a:pt x="526" y="406"/>
                  <a:pt x="530" y="410"/>
                </a:cubicBezTo>
                <a:cubicBezTo>
                  <a:pt x="530" y="415"/>
                  <a:pt x="530" y="415"/>
                  <a:pt x="530" y="415"/>
                </a:cubicBezTo>
                <a:cubicBezTo>
                  <a:pt x="522" y="415"/>
                  <a:pt x="522" y="415"/>
                  <a:pt x="522" y="415"/>
                </a:cubicBezTo>
                <a:cubicBezTo>
                  <a:pt x="522" y="411"/>
                  <a:pt x="522" y="411"/>
                  <a:pt x="522" y="411"/>
                </a:cubicBezTo>
                <a:cubicBezTo>
                  <a:pt x="524" y="411"/>
                  <a:pt x="524" y="411"/>
                  <a:pt x="524" y="411"/>
                </a:cubicBezTo>
                <a:cubicBezTo>
                  <a:pt x="523" y="405"/>
                  <a:pt x="523" y="401"/>
                  <a:pt x="522" y="398"/>
                </a:cubicBezTo>
                <a:cubicBezTo>
                  <a:pt x="522" y="390"/>
                  <a:pt x="522" y="390"/>
                  <a:pt x="522" y="390"/>
                </a:cubicBezTo>
                <a:cubicBezTo>
                  <a:pt x="530" y="390"/>
                  <a:pt x="530" y="390"/>
                  <a:pt x="530" y="390"/>
                </a:cubicBezTo>
                <a:close/>
                <a:moveTo>
                  <a:pt x="530" y="451"/>
                </a:moveTo>
                <a:cubicBezTo>
                  <a:pt x="530" y="461"/>
                  <a:pt x="530" y="461"/>
                  <a:pt x="530" y="461"/>
                </a:cubicBezTo>
                <a:cubicBezTo>
                  <a:pt x="527" y="460"/>
                  <a:pt x="524" y="460"/>
                  <a:pt x="522" y="459"/>
                </a:cubicBezTo>
                <a:cubicBezTo>
                  <a:pt x="522" y="446"/>
                  <a:pt x="522" y="446"/>
                  <a:pt x="522" y="446"/>
                </a:cubicBezTo>
                <a:cubicBezTo>
                  <a:pt x="525" y="447"/>
                  <a:pt x="528" y="449"/>
                  <a:pt x="530" y="451"/>
                </a:cubicBezTo>
                <a:close/>
                <a:moveTo>
                  <a:pt x="530" y="467"/>
                </a:moveTo>
                <a:cubicBezTo>
                  <a:pt x="530" y="477"/>
                  <a:pt x="530" y="477"/>
                  <a:pt x="530" y="477"/>
                </a:cubicBezTo>
                <a:cubicBezTo>
                  <a:pt x="527" y="478"/>
                  <a:pt x="525" y="479"/>
                  <a:pt x="522" y="480"/>
                </a:cubicBezTo>
                <a:cubicBezTo>
                  <a:pt x="522" y="469"/>
                  <a:pt x="522" y="469"/>
                  <a:pt x="522" y="469"/>
                </a:cubicBezTo>
                <a:cubicBezTo>
                  <a:pt x="525" y="468"/>
                  <a:pt x="528" y="468"/>
                  <a:pt x="530" y="467"/>
                </a:cubicBezTo>
                <a:close/>
                <a:moveTo>
                  <a:pt x="530" y="518"/>
                </a:moveTo>
                <a:cubicBezTo>
                  <a:pt x="530" y="523"/>
                  <a:pt x="530" y="523"/>
                  <a:pt x="530" y="523"/>
                </a:cubicBezTo>
                <a:cubicBezTo>
                  <a:pt x="530" y="522"/>
                  <a:pt x="529" y="522"/>
                  <a:pt x="528" y="522"/>
                </a:cubicBezTo>
                <a:cubicBezTo>
                  <a:pt x="526" y="526"/>
                  <a:pt x="524" y="529"/>
                  <a:pt x="522" y="533"/>
                </a:cubicBezTo>
                <a:cubicBezTo>
                  <a:pt x="522" y="525"/>
                  <a:pt x="522" y="525"/>
                  <a:pt x="522" y="525"/>
                </a:cubicBezTo>
                <a:cubicBezTo>
                  <a:pt x="524" y="522"/>
                  <a:pt x="524" y="519"/>
                  <a:pt x="522" y="515"/>
                </a:cubicBezTo>
                <a:cubicBezTo>
                  <a:pt x="522" y="509"/>
                  <a:pt x="522" y="509"/>
                  <a:pt x="522" y="509"/>
                </a:cubicBezTo>
                <a:cubicBezTo>
                  <a:pt x="530" y="518"/>
                  <a:pt x="530" y="518"/>
                  <a:pt x="530" y="518"/>
                </a:cubicBezTo>
                <a:close/>
                <a:moveTo>
                  <a:pt x="530" y="533"/>
                </a:moveTo>
                <a:cubicBezTo>
                  <a:pt x="530" y="541"/>
                  <a:pt x="530" y="541"/>
                  <a:pt x="530" y="541"/>
                </a:cubicBezTo>
                <a:cubicBezTo>
                  <a:pt x="530" y="543"/>
                  <a:pt x="529" y="545"/>
                  <a:pt x="530" y="547"/>
                </a:cubicBezTo>
                <a:cubicBezTo>
                  <a:pt x="530" y="553"/>
                  <a:pt x="530" y="553"/>
                  <a:pt x="530" y="553"/>
                </a:cubicBezTo>
                <a:cubicBezTo>
                  <a:pt x="522" y="544"/>
                  <a:pt x="522" y="544"/>
                  <a:pt x="522" y="544"/>
                </a:cubicBezTo>
                <a:cubicBezTo>
                  <a:pt x="522" y="539"/>
                  <a:pt x="522" y="539"/>
                  <a:pt x="522" y="539"/>
                </a:cubicBezTo>
                <a:cubicBezTo>
                  <a:pt x="523" y="541"/>
                  <a:pt x="524" y="542"/>
                  <a:pt x="524" y="543"/>
                </a:cubicBezTo>
                <a:cubicBezTo>
                  <a:pt x="526" y="540"/>
                  <a:pt x="528" y="536"/>
                  <a:pt x="530" y="533"/>
                </a:cubicBezTo>
                <a:close/>
                <a:moveTo>
                  <a:pt x="530" y="566"/>
                </a:moveTo>
                <a:cubicBezTo>
                  <a:pt x="530" y="572"/>
                  <a:pt x="530" y="572"/>
                  <a:pt x="530" y="572"/>
                </a:cubicBezTo>
                <a:cubicBezTo>
                  <a:pt x="527" y="572"/>
                  <a:pt x="524" y="574"/>
                  <a:pt x="522" y="578"/>
                </a:cubicBezTo>
                <a:cubicBezTo>
                  <a:pt x="525" y="579"/>
                  <a:pt x="527" y="580"/>
                  <a:pt x="530" y="581"/>
                </a:cubicBezTo>
                <a:cubicBezTo>
                  <a:pt x="530" y="588"/>
                  <a:pt x="530" y="588"/>
                  <a:pt x="530" y="588"/>
                </a:cubicBezTo>
                <a:cubicBezTo>
                  <a:pt x="528" y="586"/>
                  <a:pt x="526" y="586"/>
                  <a:pt x="522" y="584"/>
                </a:cubicBezTo>
                <a:cubicBezTo>
                  <a:pt x="522" y="569"/>
                  <a:pt x="522" y="569"/>
                  <a:pt x="522" y="569"/>
                </a:cubicBezTo>
                <a:cubicBezTo>
                  <a:pt x="522" y="569"/>
                  <a:pt x="522" y="569"/>
                  <a:pt x="522" y="569"/>
                </a:cubicBezTo>
                <a:cubicBezTo>
                  <a:pt x="525" y="568"/>
                  <a:pt x="528" y="567"/>
                  <a:pt x="530" y="566"/>
                </a:cubicBezTo>
                <a:close/>
                <a:moveTo>
                  <a:pt x="530" y="592"/>
                </a:moveTo>
                <a:cubicBezTo>
                  <a:pt x="530" y="599"/>
                  <a:pt x="530" y="599"/>
                  <a:pt x="530" y="599"/>
                </a:cubicBezTo>
                <a:cubicBezTo>
                  <a:pt x="527" y="601"/>
                  <a:pt x="525" y="603"/>
                  <a:pt x="522" y="605"/>
                </a:cubicBezTo>
                <a:cubicBezTo>
                  <a:pt x="522" y="595"/>
                  <a:pt x="522" y="595"/>
                  <a:pt x="522" y="595"/>
                </a:cubicBezTo>
                <a:cubicBezTo>
                  <a:pt x="525" y="595"/>
                  <a:pt x="528" y="594"/>
                  <a:pt x="530" y="592"/>
                </a:cubicBezTo>
                <a:close/>
                <a:moveTo>
                  <a:pt x="530" y="723"/>
                </a:moveTo>
                <a:cubicBezTo>
                  <a:pt x="530" y="730"/>
                  <a:pt x="530" y="730"/>
                  <a:pt x="530" y="730"/>
                </a:cubicBezTo>
                <a:cubicBezTo>
                  <a:pt x="527" y="731"/>
                  <a:pt x="525" y="732"/>
                  <a:pt x="522" y="735"/>
                </a:cubicBezTo>
                <a:cubicBezTo>
                  <a:pt x="525" y="737"/>
                  <a:pt x="528" y="740"/>
                  <a:pt x="530" y="742"/>
                </a:cubicBezTo>
                <a:cubicBezTo>
                  <a:pt x="530" y="753"/>
                  <a:pt x="530" y="753"/>
                  <a:pt x="530" y="753"/>
                </a:cubicBezTo>
                <a:cubicBezTo>
                  <a:pt x="527" y="750"/>
                  <a:pt x="524" y="748"/>
                  <a:pt x="522" y="746"/>
                </a:cubicBezTo>
                <a:cubicBezTo>
                  <a:pt x="522" y="726"/>
                  <a:pt x="522" y="726"/>
                  <a:pt x="522" y="726"/>
                </a:cubicBezTo>
                <a:cubicBezTo>
                  <a:pt x="525" y="725"/>
                  <a:pt x="527" y="724"/>
                  <a:pt x="530" y="723"/>
                </a:cubicBezTo>
                <a:close/>
                <a:moveTo>
                  <a:pt x="515" y="19"/>
                </a:moveTo>
                <a:cubicBezTo>
                  <a:pt x="517" y="20"/>
                  <a:pt x="520" y="21"/>
                  <a:pt x="522" y="21"/>
                </a:cubicBezTo>
                <a:cubicBezTo>
                  <a:pt x="522" y="29"/>
                  <a:pt x="522" y="29"/>
                  <a:pt x="522" y="29"/>
                </a:cubicBezTo>
                <a:cubicBezTo>
                  <a:pt x="522" y="29"/>
                  <a:pt x="522" y="29"/>
                  <a:pt x="522" y="29"/>
                </a:cubicBezTo>
                <a:cubicBezTo>
                  <a:pt x="522" y="30"/>
                  <a:pt x="522" y="30"/>
                  <a:pt x="522" y="33"/>
                </a:cubicBezTo>
                <a:cubicBezTo>
                  <a:pt x="522" y="69"/>
                  <a:pt x="522" y="69"/>
                  <a:pt x="522" y="69"/>
                </a:cubicBezTo>
                <a:cubicBezTo>
                  <a:pt x="520" y="68"/>
                  <a:pt x="517" y="67"/>
                  <a:pt x="515" y="66"/>
                </a:cubicBezTo>
                <a:cubicBezTo>
                  <a:pt x="515" y="59"/>
                  <a:pt x="515" y="59"/>
                  <a:pt x="515" y="59"/>
                </a:cubicBezTo>
                <a:cubicBezTo>
                  <a:pt x="515" y="59"/>
                  <a:pt x="516" y="59"/>
                  <a:pt x="516" y="59"/>
                </a:cubicBezTo>
                <a:cubicBezTo>
                  <a:pt x="517" y="59"/>
                  <a:pt x="518" y="59"/>
                  <a:pt x="518" y="58"/>
                </a:cubicBezTo>
                <a:cubicBezTo>
                  <a:pt x="517" y="55"/>
                  <a:pt x="517" y="55"/>
                  <a:pt x="515" y="43"/>
                </a:cubicBezTo>
                <a:cubicBezTo>
                  <a:pt x="515" y="19"/>
                  <a:pt x="515" y="19"/>
                  <a:pt x="515" y="19"/>
                </a:cubicBezTo>
                <a:close/>
                <a:moveTo>
                  <a:pt x="522" y="774"/>
                </a:moveTo>
                <a:cubicBezTo>
                  <a:pt x="520" y="775"/>
                  <a:pt x="517" y="775"/>
                  <a:pt x="515" y="776"/>
                </a:cubicBezTo>
                <a:cubicBezTo>
                  <a:pt x="515" y="764"/>
                  <a:pt x="515" y="764"/>
                  <a:pt x="515" y="764"/>
                </a:cubicBezTo>
                <a:cubicBezTo>
                  <a:pt x="515" y="764"/>
                  <a:pt x="516" y="765"/>
                  <a:pt x="516" y="765"/>
                </a:cubicBezTo>
                <a:cubicBezTo>
                  <a:pt x="518" y="765"/>
                  <a:pt x="520" y="765"/>
                  <a:pt x="522" y="764"/>
                </a:cubicBezTo>
                <a:cubicBezTo>
                  <a:pt x="522" y="774"/>
                  <a:pt x="522" y="774"/>
                  <a:pt x="522" y="774"/>
                </a:cubicBezTo>
                <a:close/>
                <a:moveTo>
                  <a:pt x="522" y="200"/>
                </a:moveTo>
                <a:cubicBezTo>
                  <a:pt x="522" y="233"/>
                  <a:pt x="522" y="233"/>
                  <a:pt x="522" y="233"/>
                </a:cubicBezTo>
                <a:cubicBezTo>
                  <a:pt x="520" y="231"/>
                  <a:pt x="517" y="229"/>
                  <a:pt x="515" y="228"/>
                </a:cubicBezTo>
                <a:cubicBezTo>
                  <a:pt x="515" y="223"/>
                  <a:pt x="515" y="223"/>
                  <a:pt x="515" y="223"/>
                </a:cubicBezTo>
                <a:cubicBezTo>
                  <a:pt x="515" y="223"/>
                  <a:pt x="516" y="224"/>
                  <a:pt x="516" y="224"/>
                </a:cubicBezTo>
                <a:cubicBezTo>
                  <a:pt x="517" y="224"/>
                  <a:pt x="518" y="224"/>
                  <a:pt x="518" y="224"/>
                </a:cubicBezTo>
                <a:cubicBezTo>
                  <a:pt x="519" y="214"/>
                  <a:pt x="521" y="206"/>
                  <a:pt x="515" y="202"/>
                </a:cubicBezTo>
                <a:cubicBezTo>
                  <a:pt x="515" y="196"/>
                  <a:pt x="515" y="196"/>
                  <a:pt x="515" y="196"/>
                </a:cubicBezTo>
                <a:cubicBezTo>
                  <a:pt x="517" y="197"/>
                  <a:pt x="520" y="199"/>
                  <a:pt x="522" y="200"/>
                </a:cubicBezTo>
                <a:close/>
                <a:moveTo>
                  <a:pt x="522" y="259"/>
                </a:moveTo>
                <a:cubicBezTo>
                  <a:pt x="522" y="266"/>
                  <a:pt x="522" y="266"/>
                  <a:pt x="522" y="266"/>
                </a:cubicBezTo>
                <a:cubicBezTo>
                  <a:pt x="520" y="266"/>
                  <a:pt x="518" y="267"/>
                  <a:pt x="516" y="270"/>
                </a:cubicBezTo>
                <a:cubicBezTo>
                  <a:pt x="518" y="271"/>
                  <a:pt x="520" y="273"/>
                  <a:pt x="522" y="274"/>
                </a:cubicBezTo>
                <a:cubicBezTo>
                  <a:pt x="522" y="278"/>
                  <a:pt x="522" y="278"/>
                  <a:pt x="522" y="278"/>
                </a:cubicBezTo>
                <a:cubicBezTo>
                  <a:pt x="520" y="277"/>
                  <a:pt x="517" y="276"/>
                  <a:pt x="515" y="275"/>
                </a:cubicBezTo>
                <a:cubicBezTo>
                  <a:pt x="515" y="266"/>
                  <a:pt x="515" y="266"/>
                  <a:pt x="515" y="266"/>
                </a:cubicBezTo>
                <a:cubicBezTo>
                  <a:pt x="517" y="264"/>
                  <a:pt x="520" y="262"/>
                  <a:pt x="522" y="259"/>
                </a:cubicBezTo>
                <a:close/>
                <a:moveTo>
                  <a:pt x="522" y="286"/>
                </a:moveTo>
                <a:cubicBezTo>
                  <a:pt x="522" y="296"/>
                  <a:pt x="522" y="296"/>
                  <a:pt x="522" y="296"/>
                </a:cubicBezTo>
                <a:cubicBezTo>
                  <a:pt x="520" y="298"/>
                  <a:pt x="517" y="300"/>
                  <a:pt x="515" y="303"/>
                </a:cubicBezTo>
                <a:cubicBezTo>
                  <a:pt x="515" y="294"/>
                  <a:pt x="515" y="294"/>
                  <a:pt x="515" y="294"/>
                </a:cubicBezTo>
                <a:cubicBezTo>
                  <a:pt x="516" y="294"/>
                  <a:pt x="518" y="293"/>
                  <a:pt x="520" y="292"/>
                </a:cubicBezTo>
                <a:cubicBezTo>
                  <a:pt x="518" y="291"/>
                  <a:pt x="517" y="290"/>
                  <a:pt x="515" y="288"/>
                </a:cubicBezTo>
                <a:cubicBezTo>
                  <a:pt x="515" y="284"/>
                  <a:pt x="515" y="284"/>
                  <a:pt x="515" y="284"/>
                </a:cubicBezTo>
                <a:cubicBezTo>
                  <a:pt x="516" y="285"/>
                  <a:pt x="518" y="286"/>
                  <a:pt x="520" y="288"/>
                </a:cubicBezTo>
                <a:cubicBezTo>
                  <a:pt x="522" y="286"/>
                  <a:pt x="522" y="286"/>
                  <a:pt x="522" y="286"/>
                </a:cubicBezTo>
                <a:close/>
                <a:moveTo>
                  <a:pt x="522" y="328"/>
                </a:moveTo>
                <a:cubicBezTo>
                  <a:pt x="522" y="339"/>
                  <a:pt x="522" y="339"/>
                  <a:pt x="522" y="339"/>
                </a:cubicBezTo>
                <a:cubicBezTo>
                  <a:pt x="520" y="340"/>
                  <a:pt x="517" y="341"/>
                  <a:pt x="515" y="341"/>
                </a:cubicBezTo>
                <a:cubicBezTo>
                  <a:pt x="515" y="329"/>
                  <a:pt x="515" y="329"/>
                  <a:pt x="515" y="329"/>
                </a:cubicBezTo>
                <a:cubicBezTo>
                  <a:pt x="517" y="329"/>
                  <a:pt x="519" y="329"/>
                  <a:pt x="522" y="328"/>
                </a:cubicBezTo>
                <a:close/>
                <a:moveTo>
                  <a:pt x="522" y="351"/>
                </a:moveTo>
                <a:cubicBezTo>
                  <a:pt x="522" y="377"/>
                  <a:pt x="522" y="377"/>
                  <a:pt x="522" y="377"/>
                </a:cubicBezTo>
                <a:cubicBezTo>
                  <a:pt x="518" y="370"/>
                  <a:pt x="517" y="363"/>
                  <a:pt x="517" y="353"/>
                </a:cubicBezTo>
                <a:cubicBezTo>
                  <a:pt x="518" y="352"/>
                  <a:pt x="520" y="351"/>
                  <a:pt x="522" y="351"/>
                </a:cubicBezTo>
                <a:close/>
                <a:moveTo>
                  <a:pt x="522" y="390"/>
                </a:moveTo>
                <a:cubicBezTo>
                  <a:pt x="522" y="398"/>
                  <a:pt x="522" y="398"/>
                  <a:pt x="522" y="398"/>
                </a:cubicBezTo>
                <a:cubicBezTo>
                  <a:pt x="521" y="396"/>
                  <a:pt x="519" y="394"/>
                  <a:pt x="515" y="394"/>
                </a:cubicBezTo>
                <a:cubicBezTo>
                  <a:pt x="515" y="390"/>
                  <a:pt x="515" y="390"/>
                  <a:pt x="515" y="390"/>
                </a:cubicBezTo>
                <a:cubicBezTo>
                  <a:pt x="522" y="390"/>
                  <a:pt x="522" y="390"/>
                  <a:pt x="522" y="390"/>
                </a:cubicBezTo>
                <a:close/>
                <a:moveTo>
                  <a:pt x="522" y="411"/>
                </a:moveTo>
                <a:cubicBezTo>
                  <a:pt x="522" y="415"/>
                  <a:pt x="522" y="415"/>
                  <a:pt x="522" y="415"/>
                </a:cubicBezTo>
                <a:cubicBezTo>
                  <a:pt x="515" y="415"/>
                  <a:pt x="515" y="415"/>
                  <a:pt x="515" y="415"/>
                </a:cubicBezTo>
                <a:cubicBezTo>
                  <a:pt x="515" y="404"/>
                  <a:pt x="515" y="404"/>
                  <a:pt x="515" y="404"/>
                </a:cubicBezTo>
                <a:cubicBezTo>
                  <a:pt x="516" y="410"/>
                  <a:pt x="516" y="410"/>
                  <a:pt x="516" y="410"/>
                </a:cubicBezTo>
                <a:cubicBezTo>
                  <a:pt x="517" y="410"/>
                  <a:pt x="518" y="411"/>
                  <a:pt x="518" y="411"/>
                </a:cubicBezTo>
                <a:cubicBezTo>
                  <a:pt x="522" y="411"/>
                  <a:pt x="522" y="411"/>
                  <a:pt x="522" y="411"/>
                </a:cubicBezTo>
                <a:close/>
                <a:moveTo>
                  <a:pt x="522" y="446"/>
                </a:moveTo>
                <a:cubicBezTo>
                  <a:pt x="522" y="459"/>
                  <a:pt x="522" y="459"/>
                  <a:pt x="522" y="459"/>
                </a:cubicBezTo>
                <a:cubicBezTo>
                  <a:pt x="519" y="458"/>
                  <a:pt x="517" y="457"/>
                  <a:pt x="515" y="456"/>
                </a:cubicBezTo>
                <a:cubicBezTo>
                  <a:pt x="515" y="443"/>
                  <a:pt x="515" y="443"/>
                  <a:pt x="515" y="443"/>
                </a:cubicBezTo>
                <a:cubicBezTo>
                  <a:pt x="517" y="444"/>
                  <a:pt x="520" y="444"/>
                  <a:pt x="522" y="446"/>
                </a:cubicBezTo>
                <a:close/>
                <a:moveTo>
                  <a:pt x="522" y="469"/>
                </a:moveTo>
                <a:cubicBezTo>
                  <a:pt x="522" y="480"/>
                  <a:pt x="522" y="480"/>
                  <a:pt x="522" y="480"/>
                </a:cubicBezTo>
                <a:cubicBezTo>
                  <a:pt x="520" y="481"/>
                  <a:pt x="517" y="482"/>
                  <a:pt x="515" y="484"/>
                </a:cubicBezTo>
                <a:cubicBezTo>
                  <a:pt x="515" y="471"/>
                  <a:pt x="515" y="471"/>
                  <a:pt x="515" y="471"/>
                </a:cubicBezTo>
                <a:cubicBezTo>
                  <a:pt x="517" y="470"/>
                  <a:pt x="520" y="469"/>
                  <a:pt x="522" y="469"/>
                </a:cubicBezTo>
                <a:close/>
                <a:moveTo>
                  <a:pt x="522" y="509"/>
                </a:moveTo>
                <a:cubicBezTo>
                  <a:pt x="522" y="515"/>
                  <a:pt x="522" y="515"/>
                  <a:pt x="522" y="515"/>
                </a:cubicBezTo>
                <a:cubicBezTo>
                  <a:pt x="521" y="514"/>
                  <a:pt x="521" y="513"/>
                  <a:pt x="520" y="512"/>
                </a:cubicBezTo>
                <a:cubicBezTo>
                  <a:pt x="518" y="515"/>
                  <a:pt x="516" y="517"/>
                  <a:pt x="515" y="520"/>
                </a:cubicBezTo>
                <a:cubicBezTo>
                  <a:pt x="515" y="512"/>
                  <a:pt x="515" y="512"/>
                  <a:pt x="515" y="512"/>
                </a:cubicBezTo>
                <a:cubicBezTo>
                  <a:pt x="515" y="510"/>
                  <a:pt x="515" y="509"/>
                  <a:pt x="515" y="508"/>
                </a:cubicBezTo>
                <a:cubicBezTo>
                  <a:pt x="515" y="502"/>
                  <a:pt x="515" y="502"/>
                  <a:pt x="515" y="502"/>
                </a:cubicBezTo>
                <a:cubicBezTo>
                  <a:pt x="522" y="509"/>
                  <a:pt x="522" y="509"/>
                  <a:pt x="522" y="509"/>
                </a:cubicBezTo>
                <a:close/>
                <a:moveTo>
                  <a:pt x="522" y="525"/>
                </a:moveTo>
                <a:cubicBezTo>
                  <a:pt x="522" y="533"/>
                  <a:pt x="522" y="533"/>
                  <a:pt x="522" y="533"/>
                </a:cubicBezTo>
                <a:cubicBezTo>
                  <a:pt x="521" y="534"/>
                  <a:pt x="520" y="535"/>
                  <a:pt x="520" y="537"/>
                </a:cubicBezTo>
                <a:cubicBezTo>
                  <a:pt x="521" y="538"/>
                  <a:pt x="521" y="539"/>
                  <a:pt x="522" y="539"/>
                </a:cubicBezTo>
                <a:cubicBezTo>
                  <a:pt x="522" y="544"/>
                  <a:pt x="522" y="544"/>
                  <a:pt x="522" y="544"/>
                </a:cubicBezTo>
                <a:cubicBezTo>
                  <a:pt x="515" y="537"/>
                  <a:pt x="515" y="537"/>
                  <a:pt x="515" y="537"/>
                </a:cubicBezTo>
                <a:cubicBezTo>
                  <a:pt x="515" y="533"/>
                  <a:pt x="515" y="533"/>
                  <a:pt x="515" y="533"/>
                </a:cubicBezTo>
                <a:cubicBezTo>
                  <a:pt x="516" y="533"/>
                  <a:pt x="516" y="533"/>
                  <a:pt x="517" y="533"/>
                </a:cubicBezTo>
                <a:cubicBezTo>
                  <a:pt x="519" y="530"/>
                  <a:pt x="520" y="527"/>
                  <a:pt x="522" y="525"/>
                </a:cubicBezTo>
                <a:close/>
                <a:moveTo>
                  <a:pt x="522" y="569"/>
                </a:moveTo>
                <a:cubicBezTo>
                  <a:pt x="522" y="584"/>
                  <a:pt x="522" y="584"/>
                  <a:pt x="522" y="584"/>
                </a:cubicBezTo>
                <a:cubicBezTo>
                  <a:pt x="520" y="584"/>
                  <a:pt x="518" y="583"/>
                  <a:pt x="515" y="582"/>
                </a:cubicBezTo>
                <a:cubicBezTo>
                  <a:pt x="515" y="576"/>
                  <a:pt x="515" y="576"/>
                  <a:pt x="515" y="576"/>
                </a:cubicBezTo>
                <a:cubicBezTo>
                  <a:pt x="517" y="574"/>
                  <a:pt x="520" y="572"/>
                  <a:pt x="522" y="569"/>
                </a:cubicBezTo>
                <a:close/>
                <a:moveTo>
                  <a:pt x="522" y="595"/>
                </a:moveTo>
                <a:cubicBezTo>
                  <a:pt x="522" y="605"/>
                  <a:pt x="522" y="605"/>
                  <a:pt x="522" y="605"/>
                </a:cubicBezTo>
                <a:cubicBezTo>
                  <a:pt x="520" y="606"/>
                  <a:pt x="517" y="607"/>
                  <a:pt x="515" y="608"/>
                </a:cubicBezTo>
                <a:cubicBezTo>
                  <a:pt x="515" y="602"/>
                  <a:pt x="515" y="602"/>
                  <a:pt x="515" y="602"/>
                </a:cubicBezTo>
                <a:cubicBezTo>
                  <a:pt x="516" y="601"/>
                  <a:pt x="516" y="600"/>
                  <a:pt x="516" y="599"/>
                </a:cubicBezTo>
                <a:cubicBezTo>
                  <a:pt x="515" y="599"/>
                  <a:pt x="515" y="599"/>
                  <a:pt x="515" y="599"/>
                </a:cubicBezTo>
                <a:cubicBezTo>
                  <a:pt x="515" y="593"/>
                  <a:pt x="515" y="593"/>
                  <a:pt x="515" y="593"/>
                </a:cubicBezTo>
                <a:cubicBezTo>
                  <a:pt x="521" y="596"/>
                  <a:pt x="521" y="596"/>
                  <a:pt x="521" y="596"/>
                </a:cubicBezTo>
                <a:cubicBezTo>
                  <a:pt x="521" y="596"/>
                  <a:pt x="522" y="596"/>
                  <a:pt x="522" y="595"/>
                </a:cubicBezTo>
                <a:close/>
                <a:moveTo>
                  <a:pt x="522" y="726"/>
                </a:moveTo>
                <a:cubicBezTo>
                  <a:pt x="522" y="746"/>
                  <a:pt x="522" y="746"/>
                  <a:pt x="522" y="746"/>
                </a:cubicBezTo>
                <a:cubicBezTo>
                  <a:pt x="520" y="744"/>
                  <a:pt x="517" y="743"/>
                  <a:pt x="515" y="743"/>
                </a:cubicBezTo>
                <a:cubicBezTo>
                  <a:pt x="515" y="730"/>
                  <a:pt x="515" y="730"/>
                  <a:pt x="515" y="730"/>
                </a:cubicBezTo>
                <a:cubicBezTo>
                  <a:pt x="517" y="729"/>
                  <a:pt x="520" y="727"/>
                  <a:pt x="522" y="726"/>
                </a:cubicBezTo>
                <a:close/>
                <a:moveTo>
                  <a:pt x="515" y="674"/>
                </a:moveTo>
                <a:cubicBezTo>
                  <a:pt x="515" y="671"/>
                  <a:pt x="515" y="671"/>
                  <a:pt x="515" y="671"/>
                </a:cubicBezTo>
                <a:cubicBezTo>
                  <a:pt x="516" y="674"/>
                  <a:pt x="516" y="674"/>
                  <a:pt x="516" y="674"/>
                </a:cubicBezTo>
                <a:lnTo>
                  <a:pt x="515" y="674"/>
                </a:lnTo>
                <a:close/>
                <a:moveTo>
                  <a:pt x="509" y="17"/>
                </a:moveTo>
                <a:cubicBezTo>
                  <a:pt x="511" y="18"/>
                  <a:pt x="513" y="19"/>
                  <a:pt x="515" y="19"/>
                </a:cubicBezTo>
                <a:cubicBezTo>
                  <a:pt x="515" y="43"/>
                  <a:pt x="515" y="43"/>
                  <a:pt x="515" y="43"/>
                </a:cubicBezTo>
                <a:cubicBezTo>
                  <a:pt x="514" y="39"/>
                  <a:pt x="514" y="39"/>
                  <a:pt x="514" y="39"/>
                </a:cubicBezTo>
                <a:cubicBezTo>
                  <a:pt x="513" y="34"/>
                  <a:pt x="511" y="31"/>
                  <a:pt x="509" y="28"/>
                </a:cubicBezTo>
                <a:cubicBezTo>
                  <a:pt x="509" y="17"/>
                  <a:pt x="509" y="17"/>
                  <a:pt x="509" y="17"/>
                </a:cubicBezTo>
                <a:close/>
                <a:moveTo>
                  <a:pt x="515" y="776"/>
                </a:moveTo>
                <a:cubicBezTo>
                  <a:pt x="513" y="777"/>
                  <a:pt x="511" y="777"/>
                  <a:pt x="509" y="778"/>
                </a:cubicBezTo>
                <a:cubicBezTo>
                  <a:pt x="509" y="760"/>
                  <a:pt x="509" y="760"/>
                  <a:pt x="509" y="760"/>
                </a:cubicBezTo>
                <a:cubicBezTo>
                  <a:pt x="511" y="761"/>
                  <a:pt x="513" y="763"/>
                  <a:pt x="515" y="764"/>
                </a:cubicBezTo>
                <a:cubicBezTo>
                  <a:pt x="515" y="776"/>
                  <a:pt x="515" y="776"/>
                  <a:pt x="515" y="776"/>
                </a:cubicBezTo>
                <a:close/>
                <a:moveTo>
                  <a:pt x="515" y="59"/>
                </a:moveTo>
                <a:cubicBezTo>
                  <a:pt x="515" y="66"/>
                  <a:pt x="515" y="66"/>
                  <a:pt x="515" y="66"/>
                </a:cubicBezTo>
                <a:cubicBezTo>
                  <a:pt x="513" y="66"/>
                  <a:pt x="511" y="65"/>
                  <a:pt x="509" y="65"/>
                </a:cubicBezTo>
                <a:cubicBezTo>
                  <a:pt x="509" y="56"/>
                  <a:pt x="509" y="56"/>
                  <a:pt x="509" y="56"/>
                </a:cubicBezTo>
                <a:cubicBezTo>
                  <a:pt x="511" y="57"/>
                  <a:pt x="513" y="58"/>
                  <a:pt x="515" y="59"/>
                </a:cubicBezTo>
                <a:close/>
                <a:moveTo>
                  <a:pt x="515" y="196"/>
                </a:moveTo>
                <a:cubicBezTo>
                  <a:pt x="515" y="202"/>
                  <a:pt x="515" y="202"/>
                  <a:pt x="515" y="202"/>
                </a:cubicBezTo>
                <a:cubicBezTo>
                  <a:pt x="514" y="201"/>
                  <a:pt x="512" y="200"/>
                  <a:pt x="509" y="199"/>
                </a:cubicBezTo>
                <a:cubicBezTo>
                  <a:pt x="510" y="210"/>
                  <a:pt x="507" y="216"/>
                  <a:pt x="515" y="223"/>
                </a:cubicBezTo>
                <a:cubicBezTo>
                  <a:pt x="515" y="228"/>
                  <a:pt x="515" y="228"/>
                  <a:pt x="515" y="228"/>
                </a:cubicBezTo>
                <a:cubicBezTo>
                  <a:pt x="513" y="226"/>
                  <a:pt x="511" y="225"/>
                  <a:pt x="509" y="224"/>
                </a:cubicBezTo>
                <a:cubicBezTo>
                  <a:pt x="509" y="193"/>
                  <a:pt x="509" y="193"/>
                  <a:pt x="509" y="193"/>
                </a:cubicBezTo>
                <a:cubicBezTo>
                  <a:pt x="511" y="194"/>
                  <a:pt x="513" y="195"/>
                  <a:pt x="515" y="196"/>
                </a:cubicBezTo>
                <a:close/>
                <a:moveTo>
                  <a:pt x="515" y="266"/>
                </a:moveTo>
                <a:cubicBezTo>
                  <a:pt x="515" y="275"/>
                  <a:pt x="515" y="275"/>
                  <a:pt x="515" y="275"/>
                </a:cubicBezTo>
                <a:cubicBezTo>
                  <a:pt x="512" y="275"/>
                  <a:pt x="510" y="275"/>
                  <a:pt x="509" y="277"/>
                </a:cubicBezTo>
                <a:cubicBezTo>
                  <a:pt x="509" y="272"/>
                  <a:pt x="509" y="272"/>
                  <a:pt x="509" y="272"/>
                </a:cubicBezTo>
                <a:cubicBezTo>
                  <a:pt x="511" y="270"/>
                  <a:pt x="513" y="268"/>
                  <a:pt x="515" y="266"/>
                </a:cubicBezTo>
                <a:close/>
                <a:moveTo>
                  <a:pt x="515" y="284"/>
                </a:moveTo>
                <a:cubicBezTo>
                  <a:pt x="515" y="288"/>
                  <a:pt x="515" y="288"/>
                  <a:pt x="515" y="288"/>
                </a:cubicBezTo>
                <a:cubicBezTo>
                  <a:pt x="513" y="287"/>
                  <a:pt x="511" y="285"/>
                  <a:pt x="509" y="284"/>
                </a:cubicBezTo>
                <a:cubicBezTo>
                  <a:pt x="509" y="280"/>
                  <a:pt x="509" y="280"/>
                  <a:pt x="509" y="280"/>
                </a:cubicBezTo>
                <a:cubicBezTo>
                  <a:pt x="511" y="281"/>
                  <a:pt x="513" y="283"/>
                  <a:pt x="515" y="284"/>
                </a:cubicBezTo>
                <a:close/>
                <a:moveTo>
                  <a:pt x="515" y="294"/>
                </a:moveTo>
                <a:cubicBezTo>
                  <a:pt x="515" y="303"/>
                  <a:pt x="515" y="303"/>
                  <a:pt x="515" y="303"/>
                </a:cubicBezTo>
                <a:cubicBezTo>
                  <a:pt x="513" y="304"/>
                  <a:pt x="511" y="306"/>
                  <a:pt x="509" y="307"/>
                </a:cubicBezTo>
                <a:cubicBezTo>
                  <a:pt x="509" y="301"/>
                  <a:pt x="509" y="301"/>
                  <a:pt x="509" y="301"/>
                </a:cubicBezTo>
                <a:cubicBezTo>
                  <a:pt x="509" y="301"/>
                  <a:pt x="510" y="300"/>
                  <a:pt x="510" y="299"/>
                </a:cubicBezTo>
                <a:cubicBezTo>
                  <a:pt x="510" y="299"/>
                  <a:pt x="509" y="299"/>
                  <a:pt x="509" y="299"/>
                </a:cubicBezTo>
                <a:cubicBezTo>
                  <a:pt x="509" y="296"/>
                  <a:pt x="509" y="296"/>
                  <a:pt x="509" y="296"/>
                </a:cubicBezTo>
                <a:cubicBezTo>
                  <a:pt x="509" y="296"/>
                  <a:pt x="509" y="296"/>
                  <a:pt x="509" y="296"/>
                </a:cubicBezTo>
                <a:cubicBezTo>
                  <a:pt x="512" y="296"/>
                  <a:pt x="513" y="295"/>
                  <a:pt x="515" y="294"/>
                </a:cubicBezTo>
                <a:close/>
                <a:moveTo>
                  <a:pt x="515" y="329"/>
                </a:moveTo>
                <a:cubicBezTo>
                  <a:pt x="515" y="341"/>
                  <a:pt x="515" y="341"/>
                  <a:pt x="515" y="341"/>
                </a:cubicBezTo>
                <a:cubicBezTo>
                  <a:pt x="513" y="342"/>
                  <a:pt x="511" y="342"/>
                  <a:pt x="509" y="343"/>
                </a:cubicBezTo>
                <a:cubicBezTo>
                  <a:pt x="509" y="330"/>
                  <a:pt x="509" y="330"/>
                  <a:pt x="509" y="330"/>
                </a:cubicBezTo>
                <a:cubicBezTo>
                  <a:pt x="512" y="329"/>
                  <a:pt x="513" y="329"/>
                  <a:pt x="515" y="329"/>
                </a:cubicBezTo>
                <a:close/>
                <a:moveTo>
                  <a:pt x="515" y="390"/>
                </a:moveTo>
                <a:cubicBezTo>
                  <a:pt x="515" y="394"/>
                  <a:pt x="515" y="394"/>
                  <a:pt x="515" y="394"/>
                </a:cubicBezTo>
                <a:cubicBezTo>
                  <a:pt x="514" y="393"/>
                  <a:pt x="514" y="393"/>
                  <a:pt x="513" y="393"/>
                </a:cubicBezTo>
                <a:cubicBezTo>
                  <a:pt x="515" y="404"/>
                  <a:pt x="515" y="404"/>
                  <a:pt x="515" y="404"/>
                </a:cubicBezTo>
                <a:cubicBezTo>
                  <a:pt x="515" y="415"/>
                  <a:pt x="515" y="415"/>
                  <a:pt x="515" y="415"/>
                </a:cubicBezTo>
                <a:cubicBezTo>
                  <a:pt x="509" y="415"/>
                  <a:pt x="509" y="415"/>
                  <a:pt x="509" y="415"/>
                </a:cubicBezTo>
                <a:cubicBezTo>
                  <a:pt x="509" y="410"/>
                  <a:pt x="509" y="410"/>
                  <a:pt x="509" y="410"/>
                </a:cubicBezTo>
                <a:cubicBezTo>
                  <a:pt x="510" y="410"/>
                  <a:pt x="511" y="410"/>
                  <a:pt x="512" y="410"/>
                </a:cubicBezTo>
                <a:cubicBezTo>
                  <a:pt x="511" y="406"/>
                  <a:pt x="510" y="402"/>
                  <a:pt x="509" y="399"/>
                </a:cubicBezTo>
                <a:cubicBezTo>
                  <a:pt x="509" y="390"/>
                  <a:pt x="509" y="390"/>
                  <a:pt x="509" y="390"/>
                </a:cubicBezTo>
                <a:cubicBezTo>
                  <a:pt x="515" y="390"/>
                  <a:pt x="515" y="390"/>
                  <a:pt x="515" y="390"/>
                </a:cubicBezTo>
                <a:close/>
                <a:moveTo>
                  <a:pt x="515" y="443"/>
                </a:moveTo>
                <a:cubicBezTo>
                  <a:pt x="515" y="456"/>
                  <a:pt x="515" y="456"/>
                  <a:pt x="515" y="456"/>
                </a:cubicBezTo>
                <a:cubicBezTo>
                  <a:pt x="512" y="453"/>
                  <a:pt x="510" y="450"/>
                  <a:pt x="510" y="445"/>
                </a:cubicBezTo>
                <a:cubicBezTo>
                  <a:pt x="511" y="444"/>
                  <a:pt x="513" y="443"/>
                  <a:pt x="515" y="443"/>
                </a:cubicBezTo>
                <a:close/>
                <a:moveTo>
                  <a:pt x="515" y="471"/>
                </a:moveTo>
                <a:cubicBezTo>
                  <a:pt x="515" y="484"/>
                  <a:pt x="515" y="484"/>
                  <a:pt x="515" y="484"/>
                </a:cubicBezTo>
                <a:cubicBezTo>
                  <a:pt x="513" y="485"/>
                  <a:pt x="512" y="485"/>
                  <a:pt x="510" y="487"/>
                </a:cubicBezTo>
                <a:cubicBezTo>
                  <a:pt x="510" y="486"/>
                  <a:pt x="509" y="485"/>
                  <a:pt x="509" y="485"/>
                </a:cubicBezTo>
                <a:cubicBezTo>
                  <a:pt x="509" y="474"/>
                  <a:pt x="509" y="474"/>
                  <a:pt x="509" y="474"/>
                </a:cubicBezTo>
                <a:cubicBezTo>
                  <a:pt x="510" y="473"/>
                  <a:pt x="512" y="472"/>
                  <a:pt x="515" y="471"/>
                </a:cubicBezTo>
                <a:close/>
                <a:moveTo>
                  <a:pt x="515" y="502"/>
                </a:moveTo>
                <a:cubicBezTo>
                  <a:pt x="515" y="508"/>
                  <a:pt x="515" y="508"/>
                  <a:pt x="515" y="508"/>
                </a:cubicBezTo>
                <a:cubicBezTo>
                  <a:pt x="514" y="506"/>
                  <a:pt x="513" y="505"/>
                  <a:pt x="510" y="504"/>
                </a:cubicBezTo>
                <a:cubicBezTo>
                  <a:pt x="509" y="506"/>
                  <a:pt x="509" y="506"/>
                  <a:pt x="509" y="506"/>
                </a:cubicBezTo>
                <a:cubicBezTo>
                  <a:pt x="509" y="496"/>
                  <a:pt x="509" y="496"/>
                  <a:pt x="509" y="496"/>
                </a:cubicBezTo>
                <a:cubicBezTo>
                  <a:pt x="515" y="502"/>
                  <a:pt x="515" y="502"/>
                  <a:pt x="515" y="502"/>
                </a:cubicBezTo>
                <a:close/>
                <a:moveTo>
                  <a:pt x="515" y="512"/>
                </a:moveTo>
                <a:cubicBezTo>
                  <a:pt x="515" y="520"/>
                  <a:pt x="515" y="520"/>
                  <a:pt x="515" y="520"/>
                </a:cubicBezTo>
                <a:cubicBezTo>
                  <a:pt x="512" y="524"/>
                  <a:pt x="511" y="528"/>
                  <a:pt x="515" y="533"/>
                </a:cubicBezTo>
                <a:cubicBezTo>
                  <a:pt x="515" y="537"/>
                  <a:pt x="515" y="537"/>
                  <a:pt x="515" y="537"/>
                </a:cubicBezTo>
                <a:cubicBezTo>
                  <a:pt x="509" y="531"/>
                  <a:pt x="509" y="531"/>
                  <a:pt x="509" y="531"/>
                </a:cubicBezTo>
                <a:cubicBezTo>
                  <a:pt x="509" y="522"/>
                  <a:pt x="509" y="522"/>
                  <a:pt x="509" y="522"/>
                </a:cubicBezTo>
                <a:cubicBezTo>
                  <a:pt x="511" y="519"/>
                  <a:pt x="514" y="515"/>
                  <a:pt x="515" y="512"/>
                </a:cubicBezTo>
                <a:close/>
                <a:moveTo>
                  <a:pt x="515" y="576"/>
                </a:moveTo>
                <a:cubicBezTo>
                  <a:pt x="515" y="582"/>
                  <a:pt x="515" y="582"/>
                  <a:pt x="515" y="582"/>
                </a:cubicBezTo>
                <a:cubicBezTo>
                  <a:pt x="513" y="583"/>
                  <a:pt x="511" y="584"/>
                  <a:pt x="509" y="585"/>
                </a:cubicBezTo>
                <a:cubicBezTo>
                  <a:pt x="509" y="580"/>
                  <a:pt x="509" y="580"/>
                  <a:pt x="509" y="580"/>
                </a:cubicBezTo>
                <a:cubicBezTo>
                  <a:pt x="511" y="578"/>
                  <a:pt x="513" y="577"/>
                  <a:pt x="515" y="576"/>
                </a:cubicBezTo>
                <a:close/>
                <a:moveTo>
                  <a:pt x="515" y="593"/>
                </a:moveTo>
                <a:cubicBezTo>
                  <a:pt x="515" y="599"/>
                  <a:pt x="515" y="599"/>
                  <a:pt x="515" y="599"/>
                </a:cubicBezTo>
                <a:cubicBezTo>
                  <a:pt x="513" y="598"/>
                  <a:pt x="511" y="597"/>
                  <a:pt x="509" y="596"/>
                </a:cubicBezTo>
                <a:cubicBezTo>
                  <a:pt x="509" y="589"/>
                  <a:pt x="509" y="589"/>
                  <a:pt x="509" y="589"/>
                </a:cubicBezTo>
                <a:cubicBezTo>
                  <a:pt x="511" y="590"/>
                  <a:pt x="513" y="591"/>
                  <a:pt x="515" y="593"/>
                </a:cubicBezTo>
                <a:close/>
                <a:moveTo>
                  <a:pt x="515" y="602"/>
                </a:moveTo>
                <a:cubicBezTo>
                  <a:pt x="515" y="608"/>
                  <a:pt x="515" y="608"/>
                  <a:pt x="515" y="608"/>
                </a:cubicBezTo>
                <a:cubicBezTo>
                  <a:pt x="513" y="609"/>
                  <a:pt x="511" y="610"/>
                  <a:pt x="509" y="611"/>
                </a:cubicBezTo>
                <a:cubicBezTo>
                  <a:pt x="509" y="605"/>
                  <a:pt x="509" y="605"/>
                  <a:pt x="509" y="605"/>
                </a:cubicBezTo>
                <a:cubicBezTo>
                  <a:pt x="511" y="604"/>
                  <a:pt x="514" y="603"/>
                  <a:pt x="515" y="602"/>
                </a:cubicBezTo>
                <a:close/>
                <a:moveTo>
                  <a:pt x="515" y="671"/>
                </a:moveTo>
                <a:cubicBezTo>
                  <a:pt x="515" y="674"/>
                  <a:pt x="515" y="674"/>
                  <a:pt x="515" y="674"/>
                </a:cubicBezTo>
                <a:cubicBezTo>
                  <a:pt x="509" y="676"/>
                  <a:pt x="509" y="676"/>
                  <a:pt x="509" y="676"/>
                </a:cubicBezTo>
                <a:cubicBezTo>
                  <a:pt x="509" y="664"/>
                  <a:pt x="509" y="664"/>
                  <a:pt x="509" y="664"/>
                </a:cubicBezTo>
                <a:cubicBezTo>
                  <a:pt x="513" y="663"/>
                  <a:pt x="513" y="663"/>
                  <a:pt x="513" y="663"/>
                </a:cubicBezTo>
                <a:cubicBezTo>
                  <a:pt x="513" y="666"/>
                  <a:pt x="514" y="668"/>
                  <a:pt x="515" y="671"/>
                </a:cubicBezTo>
                <a:close/>
                <a:moveTo>
                  <a:pt x="515" y="730"/>
                </a:moveTo>
                <a:cubicBezTo>
                  <a:pt x="515" y="743"/>
                  <a:pt x="515" y="743"/>
                  <a:pt x="515" y="743"/>
                </a:cubicBezTo>
                <a:cubicBezTo>
                  <a:pt x="513" y="742"/>
                  <a:pt x="511" y="741"/>
                  <a:pt x="509" y="741"/>
                </a:cubicBezTo>
                <a:cubicBezTo>
                  <a:pt x="509" y="731"/>
                  <a:pt x="509" y="731"/>
                  <a:pt x="509" y="731"/>
                </a:cubicBezTo>
                <a:cubicBezTo>
                  <a:pt x="515" y="730"/>
                  <a:pt x="515" y="730"/>
                  <a:pt x="515" y="730"/>
                </a:cubicBezTo>
                <a:close/>
                <a:moveTo>
                  <a:pt x="509" y="141"/>
                </a:moveTo>
                <a:cubicBezTo>
                  <a:pt x="509" y="132"/>
                  <a:pt x="509" y="132"/>
                  <a:pt x="509" y="132"/>
                </a:cubicBezTo>
                <a:cubicBezTo>
                  <a:pt x="512" y="134"/>
                  <a:pt x="513" y="137"/>
                  <a:pt x="510" y="141"/>
                </a:cubicBezTo>
                <a:cubicBezTo>
                  <a:pt x="510" y="141"/>
                  <a:pt x="510" y="141"/>
                  <a:pt x="509" y="141"/>
                </a:cubicBezTo>
                <a:close/>
                <a:moveTo>
                  <a:pt x="504" y="16"/>
                </a:moveTo>
                <a:cubicBezTo>
                  <a:pt x="506" y="17"/>
                  <a:pt x="507" y="17"/>
                  <a:pt x="509" y="17"/>
                </a:cubicBezTo>
                <a:cubicBezTo>
                  <a:pt x="509" y="28"/>
                  <a:pt x="509" y="28"/>
                  <a:pt x="509" y="28"/>
                </a:cubicBezTo>
                <a:cubicBezTo>
                  <a:pt x="507" y="26"/>
                  <a:pt x="506" y="25"/>
                  <a:pt x="504" y="24"/>
                </a:cubicBezTo>
                <a:cubicBezTo>
                  <a:pt x="504" y="16"/>
                  <a:pt x="504" y="16"/>
                  <a:pt x="504" y="16"/>
                </a:cubicBezTo>
                <a:close/>
                <a:moveTo>
                  <a:pt x="509" y="778"/>
                </a:moveTo>
                <a:cubicBezTo>
                  <a:pt x="507" y="779"/>
                  <a:pt x="506" y="779"/>
                  <a:pt x="504" y="779"/>
                </a:cubicBezTo>
                <a:cubicBezTo>
                  <a:pt x="504" y="771"/>
                  <a:pt x="504" y="771"/>
                  <a:pt x="504" y="771"/>
                </a:cubicBezTo>
                <a:cubicBezTo>
                  <a:pt x="505" y="771"/>
                  <a:pt x="506" y="770"/>
                  <a:pt x="507" y="770"/>
                </a:cubicBezTo>
                <a:cubicBezTo>
                  <a:pt x="506" y="770"/>
                  <a:pt x="505" y="769"/>
                  <a:pt x="504" y="768"/>
                </a:cubicBezTo>
                <a:cubicBezTo>
                  <a:pt x="504" y="756"/>
                  <a:pt x="504" y="756"/>
                  <a:pt x="504" y="756"/>
                </a:cubicBezTo>
                <a:cubicBezTo>
                  <a:pt x="506" y="757"/>
                  <a:pt x="507" y="758"/>
                  <a:pt x="509" y="760"/>
                </a:cubicBezTo>
                <a:cubicBezTo>
                  <a:pt x="509" y="778"/>
                  <a:pt x="509" y="778"/>
                  <a:pt x="509" y="778"/>
                </a:cubicBezTo>
                <a:close/>
                <a:moveTo>
                  <a:pt x="509" y="56"/>
                </a:moveTo>
                <a:cubicBezTo>
                  <a:pt x="509" y="65"/>
                  <a:pt x="509" y="65"/>
                  <a:pt x="509" y="65"/>
                </a:cubicBezTo>
                <a:cubicBezTo>
                  <a:pt x="508" y="65"/>
                  <a:pt x="507" y="65"/>
                  <a:pt x="507" y="65"/>
                </a:cubicBezTo>
                <a:cubicBezTo>
                  <a:pt x="506" y="64"/>
                  <a:pt x="505" y="64"/>
                  <a:pt x="504" y="63"/>
                </a:cubicBezTo>
                <a:cubicBezTo>
                  <a:pt x="504" y="54"/>
                  <a:pt x="504" y="54"/>
                  <a:pt x="504" y="54"/>
                </a:cubicBezTo>
                <a:cubicBezTo>
                  <a:pt x="505" y="55"/>
                  <a:pt x="507" y="55"/>
                  <a:pt x="509" y="56"/>
                </a:cubicBezTo>
                <a:close/>
                <a:moveTo>
                  <a:pt x="509" y="132"/>
                </a:moveTo>
                <a:cubicBezTo>
                  <a:pt x="509" y="141"/>
                  <a:pt x="509" y="141"/>
                  <a:pt x="509" y="141"/>
                </a:cubicBezTo>
                <a:cubicBezTo>
                  <a:pt x="507" y="142"/>
                  <a:pt x="506" y="143"/>
                  <a:pt x="504" y="143"/>
                </a:cubicBezTo>
                <a:cubicBezTo>
                  <a:pt x="504" y="129"/>
                  <a:pt x="504" y="129"/>
                  <a:pt x="504" y="129"/>
                </a:cubicBezTo>
                <a:cubicBezTo>
                  <a:pt x="506" y="130"/>
                  <a:pt x="508" y="131"/>
                  <a:pt x="509" y="132"/>
                </a:cubicBezTo>
                <a:close/>
                <a:moveTo>
                  <a:pt x="509" y="193"/>
                </a:moveTo>
                <a:cubicBezTo>
                  <a:pt x="509" y="224"/>
                  <a:pt x="509" y="224"/>
                  <a:pt x="509" y="224"/>
                </a:cubicBezTo>
                <a:cubicBezTo>
                  <a:pt x="507" y="222"/>
                  <a:pt x="506" y="222"/>
                  <a:pt x="504" y="221"/>
                </a:cubicBezTo>
                <a:cubicBezTo>
                  <a:pt x="504" y="190"/>
                  <a:pt x="504" y="190"/>
                  <a:pt x="504" y="190"/>
                </a:cubicBezTo>
                <a:cubicBezTo>
                  <a:pt x="506" y="191"/>
                  <a:pt x="507" y="192"/>
                  <a:pt x="509" y="193"/>
                </a:cubicBezTo>
                <a:close/>
                <a:moveTo>
                  <a:pt x="509" y="272"/>
                </a:moveTo>
                <a:cubicBezTo>
                  <a:pt x="509" y="277"/>
                  <a:pt x="509" y="277"/>
                  <a:pt x="509" y="277"/>
                </a:cubicBezTo>
                <a:cubicBezTo>
                  <a:pt x="509" y="277"/>
                  <a:pt x="509" y="278"/>
                  <a:pt x="509" y="279"/>
                </a:cubicBezTo>
                <a:cubicBezTo>
                  <a:pt x="509" y="280"/>
                  <a:pt x="509" y="280"/>
                  <a:pt x="509" y="280"/>
                </a:cubicBezTo>
                <a:cubicBezTo>
                  <a:pt x="509" y="284"/>
                  <a:pt x="509" y="284"/>
                  <a:pt x="509" y="284"/>
                </a:cubicBezTo>
                <a:cubicBezTo>
                  <a:pt x="507" y="284"/>
                  <a:pt x="506" y="283"/>
                  <a:pt x="504" y="283"/>
                </a:cubicBezTo>
                <a:cubicBezTo>
                  <a:pt x="504" y="277"/>
                  <a:pt x="504" y="277"/>
                  <a:pt x="504" y="277"/>
                </a:cubicBezTo>
                <a:cubicBezTo>
                  <a:pt x="506" y="275"/>
                  <a:pt x="507" y="274"/>
                  <a:pt x="509" y="272"/>
                </a:cubicBezTo>
                <a:close/>
                <a:moveTo>
                  <a:pt x="509" y="296"/>
                </a:moveTo>
                <a:cubicBezTo>
                  <a:pt x="509" y="299"/>
                  <a:pt x="509" y="299"/>
                  <a:pt x="509" y="299"/>
                </a:cubicBezTo>
                <a:cubicBezTo>
                  <a:pt x="507" y="298"/>
                  <a:pt x="506" y="297"/>
                  <a:pt x="504" y="296"/>
                </a:cubicBezTo>
                <a:cubicBezTo>
                  <a:pt x="504" y="291"/>
                  <a:pt x="504" y="291"/>
                  <a:pt x="504" y="291"/>
                </a:cubicBezTo>
                <a:cubicBezTo>
                  <a:pt x="507" y="293"/>
                  <a:pt x="507" y="294"/>
                  <a:pt x="509" y="296"/>
                </a:cubicBezTo>
                <a:close/>
                <a:moveTo>
                  <a:pt x="509" y="301"/>
                </a:moveTo>
                <a:cubicBezTo>
                  <a:pt x="509" y="307"/>
                  <a:pt x="509" y="307"/>
                  <a:pt x="509" y="307"/>
                </a:cubicBezTo>
                <a:cubicBezTo>
                  <a:pt x="509" y="307"/>
                  <a:pt x="509" y="307"/>
                  <a:pt x="509" y="307"/>
                </a:cubicBezTo>
                <a:cubicBezTo>
                  <a:pt x="508" y="308"/>
                  <a:pt x="506" y="310"/>
                  <a:pt x="504" y="312"/>
                </a:cubicBezTo>
                <a:cubicBezTo>
                  <a:pt x="504" y="305"/>
                  <a:pt x="504" y="305"/>
                  <a:pt x="504" y="305"/>
                </a:cubicBezTo>
                <a:cubicBezTo>
                  <a:pt x="507" y="304"/>
                  <a:pt x="508" y="303"/>
                  <a:pt x="509" y="301"/>
                </a:cubicBezTo>
                <a:close/>
                <a:moveTo>
                  <a:pt x="509" y="330"/>
                </a:moveTo>
                <a:cubicBezTo>
                  <a:pt x="509" y="343"/>
                  <a:pt x="509" y="343"/>
                  <a:pt x="509" y="343"/>
                </a:cubicBezTo>
                <a:cubicBezTo>
                  <a:pt x="508" y="343"/>
                  <a:pt x="507" y="343"/>
                  <a:pt x="507" y="343"/>
                </a:cubicBezTo>
                <a:cubicBezTo>
                  <a:pt x="504" y="341"/>
                  <a:pt x="504" y="341"/>
                  <a:pt x="504" y="341"/>
                </a:cubicBezTo>
                <a:cubicBezTo>
                  <a:pt x="504" y="330"/>
                  <a:pt x="504" y="330"/>
                  <a:pt x="504" y="330"/>
                </a:cubicBezTo>
                <a:cubicBezTo>
                  <a:pt x="506" y="330"/>
                  <a:pt x="507" y="330"/>
                  <a:pt x="509" y="330"/>
                </a:cubicBezTo>
                <a:close/>
                <a:moveTo>
                  <a:pt x="509" y="390"/>
                </a:moveTo>
                <a:cubicBezTo>
                  <a:pt x="509" y="399"/>
                  <a:pt x="509" y="399"/>
                  <a:pt x="509" y="399"/>
                </a:cubicBezTo>
                <a:cubicBezTo>
                  <a:pt x="508" y="397"/>
                  <a:pt x="507" y="395"/>
                  <a:pt x="506" y="393"/>
                </a:cubicBezTo>
                <a:cubicBezTo>
                  <a:pt x="506" y="399"/>
                  <a:pt x="506" y="405"/>
                  <a:pt x="505" y="411"/>
                </a:cubicBezTo>
                <a:cubicBezTo>
                  <a:pt x="507" y="411"/>
                  <a:pt x="508" y="411"/>
                  <a:pt x="509" y="410"/>
                </a:cubicBezTo>
                <a:cubicBezTo>
                  <a:pt x="509" y="415"/>
                  <a:pt x="509" y="415"/>
                  <a:pt x="509" y="415"/>
                </a:cubicBezTo>
                <a:cubicBezTo>
                  <a:pt x="504" y="415"/>
                  <a:pt x="504" y="415"/>
                  <a:pt x="504" y="415"/>
                </a:cubicBezTo>
                <a:cubicBezTo>
                  <a:pt x="504" y="415"/>
                  <a:pt x="504" y="415"/>
                  <a:pt x="504" y="415"/>
                </a:cubicBezTo>
                <a:cubicBezTo>
                  <a:pt x="504" y="388"/>
                  <a:pt x="504" y="388"/>
                  <a:pt x="504" y="388"/>
                </a:cubicBezTo>
                <a:cubicBezTo>
                  <a:pt x="504" y="389"/>
                  <a:pt x="504" y="389"/>
                  <a:pt x="504" y="389"/>
                </a:cubicBezTo>
                <a:cubicBezTo>
                  <a:pt x="505" y="389"/>
                  <a:pt x="506" y="389"/>
                  <a:pt x="507" y="390"/>
                </a:cubicBezTo>
                <a:cubicBezTo>
                  <a:pt x="509" y="390"/>
                  <a:pt x="509" y="390"/>
                  <a:pt x="509" y="390"/>
                </a:cubicBezTo>
                <a:close/>
                <a:moveTo>
                  <a:pt x="509" y="474"/>
                </a:moveTo>
                <a:cubicBezTo>
                  <a:pt x="509" y="485"/>
                  <a:pt x="509" y="485"/>
                  <a:pt x="509" y="485"/>
                </a:cubicBezTo>
                <a:cubicBezTo>
                  <a:pt x="506" y="480"/>
                  <a:pt x="507" y="477"/>
                  <a:pt x="509" y="474"/>
                </a:cubicBezTo>
                <a:close/>
                <a:moveTo>
                  <a:pt x="509" y="496"/>
                </a:moveTo>
                <a:cubicBezTo>
                  <a:pt x="509" y="506"/>
                  <a:pt x="509" y="506"/>
                  <a:pt x="509" y="506"/>
                </a:cubicBezTo>
                <a:cubicBezTo>
                  <a:pt x="507" y="510"/>
                  <a:pt x="506" y="512"/>
                  <a:pt x="504" y="516"/>
                </a:cubicBezTo>
                <a:cubicBezTo>
                  <a:pt x="504" y="507"/>
                  <a:pt x="504" y="507"/>
                  <a:pt x="504" y="507"/>
                </a:cubicBezTo>
                <a:cubicBezTo>
                  <a:pt x="506" y="504"/>
                  <a:pt x="507" y="501"/>
                  <a:pt x="504" y="497"/>
                </a:cubicBezTo>
                <a:cubicBezTo>
                  <a:pt x="504" y="491"/>
                  <a:pt x="504" y="491"/>
                  <a:pt x="504" y="491"/>
                </a:cubicBezTo>
                <a:cubicBezTo>
                  <a:pt x="509" y="496"/>
                  <a:pt x="509" y="496"/>
                  <a:pt x="509" y="496"/>
                </a:cubicBezTo>
                <a:close/>
                <a:moveTo>
                  <a:pt x="509" y="522"/>
                </a:moveTo>
                <a:cubicBezTo>
                  <a:pt x="509" y="531"/>
                  <a:pt x="509" y="531"/>
                  <a:pt x="509" y="531"/>
                </a:cubicBezTo>
                <a:cubicBezTo>
                  <a:pt x="504" y="527"/>
                  <a:pt x="504" y="527"/>
                  <a:pt x="504" y="527"/>
                </a:cubicBezTo>
                <a:cubicBezTo>
                  <a:pt x="504" y="521"/>
                  <a:pt x="504" y="521"/>
                  <a:pt x="504" y="521"/>
                </a:cubicBezTo>
                <a:cubicBezTo>
                  <a:pt x="505" y="523"/>
                  <a:pt x="506" y="524"/>
                  <a:pt x="507" y="525"/>
                </a:cubicBezTo>
                <a:cubicBezTo>
                  <a:pt x="507" y="525"/>
                  <a:pt x="508" y="523"/>
                  <a:pt x="509" y="522"/>
                </a:cubicBezTo>
                <a:close/>
                <a:moveTo>
                  <a:pt x="509" y="580"/>
                </a:moveTo>
                <a:cubicBezTo>
                  <a:pt x="509" y="585"/>
                  <a:pt x="509" y="585"/>
                  <a:pt x="509" y="585"/>
                </a:cubicBezTo>
                <a:cubicBezTo>
                  <a:pt x="505" y="587"/>
                  <a:pt x="505" y="587"/>
                  <a:pt x="505" y="587"/>
                </a:cubicBezTo>
                <a:cubicBezTo>
                  <a:pt x="507" y="588"/>
                  <a:pt x="508" y="588"/>
                  <a:pt x="509" y="589"/>
                </a:cubicBezTo>
                <a:cubicBezTo>
                  <a:pt x="509" y="596"/>
                  <a:pt x="509" y="596"/>
                  <a:pt x="509" y="596"/>
                </a:cubicBezTo>
                <a:cubicBezTo>
                  <a:pt x="507" y="595"/>
                  <a:pt x="506" y="594"/>
                  <a:pt x="504" y="594"/>
                </a:cubicBezTo>
                <a:cubicBezTo>
                  <a:pt x="504" y="582"/>
                  <a:pt x="504" y="582"/>
                  <a:pt x="504" y="582"/>
                </a:cubicBezTo>
                <a:cubicBezTo>
                  <a:pt x="506" y="581"/>
                  <a:pt x="507" y="580"/>
                  <a:pt x="509" y="580"/>
                </a:cubicBezTo>
                <a:close/>
                <a:moveTo>
                  <a:pt x="509" y="605"/>
                </a:moveTo>
                <a:cubicBezTo>
                  <a:pt x="509" y="611"/>
                  <a:pt x="509" y="611"/>
                  <a:pt x="509" y="611"/>
                </a:cubicBezTo>
                <a:cubicBezTo>
                  <a:pt x="508" y="611"/>
                  <a:pt x="507" y="612"/>
                  <a:pt x="505" y="612"/>
                </a:cubicBezTo>
                <a:cubicBezTo>
                  <a:pt x="505" y="612"/>
                  <a:pt x="505" y="612"/>
                  <a:pt x="504" y="613"/>
                </a:cubicBezTo>
                <a:cubicBezTo>
                  <a:pt x="504" y="605"/>
                  <a:pt x="504" y="605"/>
                  <a:pt x="504" y="605"/>
                </a:cubicBezTo>
                <a:cubicBezTo>
                  <a:pt x="506" y="605"/>
                  <a:pt x="507" y="605"/>
                  <a:pt x="509" y="605"/>
                </a:cubicBezTo>
                <a:close/>
                <a:moveTo>
                  <a:pt x="509" y="664"/>
                </a:moveTo>
                <a:cubicBezTo>
                  <a:pt x="509" y="676"/>
                  <a:pt x="509" y="676"/>
                  <a:pt x="509" y="676"/>
                </a:cubicBezTo>
                <a:cubicBezTo>
                  <a:pt x="504" y="678"/>
                  <a:pt x="504" y="678"/>
                  <a:pt x="504" y="678"/>
                </a:cubicBezTo>
                <a:cubicBezTo>
                  <a:pt x="504" y="666"/>
                  <a:pt x="504" y="666"/>
                  <a:pt x="504" y="666"/>
                </a:cubicBezTo>
                <a:cubicBezTo>
                  <a:pt x="509" y="664"/>
                  <a:pt x="509" y="664"/>
                  <a:pt x="509" y="664"/>
                </a:cubicBezTo>
                <a:close/>
                <a:moveTo>
                  <a:pt x="509" y="731"/>
                </a:moveTo>
                <a:cubicBezTo>
                  <a:pt x="509" y="741"/>
                  <a:pt x="509" y="741"/>
                  <a:pt x="509" y="741"/>
                </a:cubicBezTo>
                <a:cubicBezTo>
                  <a:pt x="507" y="741"/>
                  <a:pt x="506" y="741"/>
                  <a:pt x="504" y="741"/>
                </a:cubicBezTo>
                <a:cubicBezTo>
                  <a:pt x="504" y="732"/>
                  <a:pt x="504" y="732"/>
                  <a:pt x="504" y="732"/>
                </a:cubicBezTo>
                <a:lnTo>
                  <a:pt x="509" y="731"/>
                </a:lnTo>
                <a:close/>
                <a:moveTo>
                  <a:pt x="499" y="14"/>
                </a:moveTo>
                <a:cubicBezTo>
                  <a:pt x="501" y="15"/>
                  <a:pt x="503" y="15"/>
                  <a:pt x="504" y="16"/>
                </a:cubicBezTo>
                <a:cubicBezTo>
                  <a:pt x="504" y="24"/>
                  <a:pt x="504" y="24"/>
                  <a:pt x="504" y="24"/>
                </a:cubicBezTo>
                <a:cubicBezTo>
                  <a:pt x="503" y="23"/>
                  <a:pt x="501" y="22"/>
                  <a:pt x="499" y="22"/>
                </a:cubicBezTo>
                <a:cubicBezTo>
                  <a:pt x="499" y="14"/>
                  <a:pt x="499" y="14"/>
                  <a:pt x="499" y="14"/>
                </a:cubicBezTo>
                <a:close/>
                <a:moveTo>
                  <a:pt x="504" y="779"/>
                </a:moveTo>
                <a:cubicBezTo>
                  <a:pt x="503" y="780"/>
                  <a:pt x="501" y="781"/>
                  <a:pt x="499" y="781"/>
                </a:cubicBezTo>
                <a:cubicBezTo>
                  <a:pt x="499" y="773"/>
                  <a:pt x="499" y="773"/>
                  <a:pt x="499" y="773"/>
                </a:cubicBezTo>
                <a:cubicBezTo>
                  <a:pt x="501" y="772"/>
                  <a:pt x="502" y="772"/>
                  <a:pt x="504" y="771"/>
                </a:cubicBezTo>
                <a:cubicBezTo>
                  <a:pt x="504" y="779"/>
                  <a:pt x="504" y="779"/>
                  <a:pt x="504" y="779"/>
                </a:cubicBezTo>
                <a:close/>
                <a:moveTo>
                  <a:pt x="504" y="54"/>
                </a:moveTo>
                <a:cubicBezTo>
                  <a:pt x="504" y="63"/>
                  <a:pt x="504" y="63"/>
                  <a:pt x="504" y="63"/>
                </a:cubicBezTo>
                <a:cubicBezTo>
                  <a:pt x="502" y="63"/>
                  <a:pt x="501" y="62"/>
                  <a:pt x="499" y="61"/>
                </a:cubicBezTo>
                <a:cubicBezTo>
                  <a:pt x="499" y="49"/>
                  <a:pt x="499" y="49"/>
                  <a:pt x="499" y="49"/>
                </a:cubicBezTo>
                <a:cubicBezTo>
                  <a:pt x="501" y="51"/>
                  <a:pt x="502" y="52"/>
                  <a:pt x="504" y="54"/>
                </a:cubicBezTo>
                <a:close/>
                <a:moveTo>
                  <a:pt x="504" y="129"/>
                </a:moveTo>
                <a:cubicBezTo>
                  <a:pt x="504" y="143"/>
                  <a:pt x="504" y="143"/>
                  <a:pt x="504" y="143"/>
                </a:cubicBezTo>
                <a:cubicBezTo>
                  <a:pt x="503" y="144"/>
                  <a:pt x="501" y="144"/>
                  <a:pt x="499" y="143"/>
                </a:cubicBezTo>
                <a:cubicBezTo>
                  <a:pt x="499" y="127"/>
                  <a:pt x="499" y="127"/>
                  <a:pt x="499" y="127"/>
                </a:cubicBezTo>
                <a:cubicBezTo>
                  <a:pt x="501" y="128"/>
                  <a:pt x="503" y="128"/>
                  <a:pt x="504" y="129"/>
                </a:cubicBezTo>
                <a:close/>
                <a:moveTo>
                  <a:pt x="504" y="190"/>
                </a:moveTo>
                <a:cubicBezTo>
                  <a:pt x="504" y="221"/>
                  <a:pt x="504" y="221"/>
                  <a:pt x="504" y="221"/>
                </a:cubicBezTo>
                <a:cubicBezTo>
                  <a:pt x="503" y="220"/>
                  <a:pt x="501" y="219"/>
                  <a:pt x="499" y="218"/>
                </a:cubicBezTo>
                <a:cubicBezTo>
                  <a:pt x="499" y="213"/>
                  <a:pt x="499" y="213"/>
                  <a:pt x="499" y="213"/>
                </a:cubicBezTo>
                <a:cubicBezTo>
                  <a:pt x="500" y="213"/>
                  <a:pt x="500" y="214"/>
                  <a:pt x="501" y="215"/>
                </a:cubicBezTo>
                <a:cubicBezTo>
                  <a:pt x="501" y="215"/>
                  <a:pt x="502" y="215"/>
                  <a:pt x="503" y="215"/>
                </a:cubicBezTo>
                <a:cubicBezTo>
                  <a:pt x="503" y="205"/>
                  <a:pt x="504" y="199"/>
                  <a:pt x="499" y="194"/>
                </a:cubicBezTo>
                <a:cubicBezTo>
                  <a:pt x="499" y="188"/>
                  <a:pt x="499" y="188"/>
                  <a:pt x="499" y="188"/>
                </a:cubicBezTo>
                <a:cubicBezTo>
                  <a:pt x="501" y="188"/>
                  <a:pt x="503" y="189"/>
                  <a:pt x="504" y="190"/>
                </a:cubicBezTo>
                <a:close/>
                <a:moveTo>
                  <a:pt x="504" y="277"/>
                </a:moveTo>
                <a:cubicBezTo>
                  <a:pt x="504" y="283"/>
                  <a:pt x="504" y="283"/>
                  <a:pt x="504" y="283"/>
                </a:cubicBezTo>
                <a:cubicBezTo>
                  <a:pt x="502" y="284"/>
                  <a:pt x="501" y="285"/>
                  <a:pt x="499" y="287"/>
                </a:cubicBezTo>
                <a:cubicBezTo>
                  <a:pt x="499" y="281"/>
                  <a:pt x="499" y="281"/>
                  <a:pt x="499" y="281"/>
                </a:cubicBezTo>
                <a:cubicBezTo>
                  <a:pt x="504" y="277"/>
                  <a:pt x="504" y="277"/>
                  <a:pt x="504" y="277"/>
                </a:cubicBezTo>
                <a:close/>
                <a:moveTo>
                  <a:pt x="504" y="291"/>
                </a:moveTo>
                <a:cubicBezTo>
                  <a:pt x="504" y="296"/>
                  <a:pt x="504" y="296"/>
                  <a:pt x="504" y="296"/>
                </a:cubicBezTo>
                <a:cubicBezTo>
                  <a:pt x="503" y="295"/>
                  <a:pt x="501" y="294"/>
                  <a:pt x="499" y="293"/>
                </a:cubicBezTo>
                <a:cubicBezTo>
                  <a:pt x="499" y="288"/>
                  <a:pt x="499" y="288"/>
                  <a:pt x="499" y="288"/>
                </a:cubicBezTo>
                <a:cubicBezTo>
                  <a:pt x="501" y="290"/>
                  <a:pt x="503" y="290"/>
                  <a:pt x="504" y="291"/>
                </a:cubicBezTo>
                <a:close/>
                <a:moveTo>
                  <a:pt x="504" y="305"/>
                </a:moveTo>
                <a:cubicBezTo>
                  <a:pt x="504" y="312"/>
                  <a:pt x="504" y="312"/>
                  <a:pt x="504" y="312"/>
                </a:cubicBezTo>
                <a:cubicBezTo>
                  <a:pt x="503" y="313"/>
                  <a:pt x="501" y="315"/>
                  <a:pt x="499" y="317"/>
                </a:cubicBezTo>
                <a:cubicBezTo>
                  <a:pt x="499" y="311"/>
                  <a:pt x="499" y="311"/>
                  <a:pt x="499" y="311"/>
                </a:cubicBezTo>
                <a:cubicBezTo>
                  <a:pt x="500" y="311"/>
                  <a:pt x="501" y="310"/>
                  <a:pt x="502" y="309"/>
                </a:cubicBezTo>
                <a:cubicBezTo>
                  <a:pt x="501" y="309"/>
                  <a:pt x="500" y="308"/>
                  <a:pt x="499" y="307"/>
                </a:cubicBezTo>
                <a:cubicBezTo>
                  <a:pt x="499" y="302"/>
                  <a:pt x="499" y="302"/>
                  <a:pt x="499" y="302"/>
                </a:cubicBezTo>
                <a:cubicBezTo>
                  <a:pt x="503" y="305"/>
                  <a:pt x="503" y="305"/>
                  <a:pt x="503" y="305"/>
                </a:cubicBezTo>
                <a:cubicBezTo>
                  <a:pt x="504" y="305"/>
                  <a:pt x="504" y="305"/>
                  <a:pt x="504" y="305"/>
                </a:cubicBezTo>
                <a:close/>
                <a:moveTo>
                  <a:pt x="504" y="330"/>
                </a:moveTo>
                <a:cubicBezTo>
                  <a:pt x="504" y="341"/>
                  <a:pt x="504" y="341"/>
                  <a:pt x="504" y="341"/>
                </a:cubicBezTo>
                <a:cubicBezTo>
                  <a:pt x="501" y="338"/>
                  <a:pt x="501" y="338"/>
                  <a:pt x="499" y="337"/>
                </a:cubicBezTo>
                <a:cubicBezTo>
                  <a:pt x="499" y="333"/>
                  <a:pt x="499" y="333"/>
                  <a:pt x="499" y="333"/>
                </a:cubicBezTo>
                <a:cubicBezTo>
                  <a:pt x="499" y="332"/>
                  <a:pt x="499" y="331"/>
                  <a:pt x="500" y="330"/>
                </a:cubicBezTo>
                <a:cubicBezTo>
                  <a:pt x="504" y="330"/>
                  <a:pt x="504" y="330"/>
                  <a:pt x="504" y="330"/>
                </a:cubicBezTo>
                <a:close/>
                <a:moveTo>
                  <a:pt x="504" y="388"/>
                </a:moveTo>
                <a:cubicBezTo>
                  <a:pt x="504" y="415"/>
                  <a:pt x="504" y="415"/>
                  <a:pt x="504" y="415"/>
                </a:cubicBezTo>
                <a:cubicBezTo>
                  <a:pt x="503" y="423"/>
                  <a:pt x="501" y="431"/>
                  <a:pt x="499" y="438"/>
                </a:cubicBezTo>
                <a:cubicBezTo>
                  <a:pt x="499" y="421"/>
                  <a:pt x="499" y="421"/>
                  <a:pt x="499" y="421"/>
                </a:cubicBezTo>
                <a:cubicBezTo>
                  <a:pt x="500" y="420"/>
                  <a:pt x="501" y="419"/>
                  <a:pt x="501" y="416"/>
                </a:cubicBezTo>
                <a:cubicBezTo>
                  <a:pt x="499" y="417"/>
                  <a:pt x="499" y="417"/>
                  <a:pt x="499" y="417"/>
                </a:cubicBezTo>
                <a:cubicBezTo>
                  <a:pt x="499" y="411"/>
                  <a:pt x="499" y="411"/>
                  <a:pt x="499" y="411"/>
                </a:cubicBezTo>
                <a:cubicBezTo>
                  <a:pt x="500" y="410"/>
                  <a:pt x="501" y="409"/>
                  <a:pt x="501" y="409"/>
                </a:cubicBezTo>
                <a:cubicBezTo>
                  <a:pt x="501" y="406"/>
                  <a:pt x="501" y="404"/>
                  <a:pt x="501" y="402"/>
                </a:cubicBezTo>
                <a:cubicBezTo>
                  <a:pt x="500" y="402"/>
                  <a:pt x="500" y="403"/>
                  <a:pt x="499" y="403"/>
                </a:cubicBezTo>
                <a:cubicBezTo>
                  <a:pt x="499" y="398"/>
                  <a:pt x="499" y="398"/>
                  <a:pt x="499" y="398"/>
                </a:cubicBezTo>
                <a:cubicBezTo>
                  <a:pt x="502" y="396"/>
                  <a:pt x="503" y="393"/>
                  <a:pt x="500" y="389"/>
                </a:cubicBezTo>
                <a:cubicBezTo>
                  <a:pt x="499" y="390"/>
                  <a:pt x="499" y="390"/>
                  <a:pt x="499" y="390"/>
                </a:cubicBezTo>
                <a:cubicBezTo>
                  <a:pt x="499" y="383"/>
                  <a:pt x="499" y="383"/>
                  <a:pt x="499" y="383"/>
                </a:cubicBezTo>
                <a:cubicBezTo>
                  <a:pt x="500" y="381"/>
                  <a:pt x="500" y="379"/>
                  <a:pt x="499" y="377"/>
                </a:cubicBezTo>
                <a:cubicBezTo>
                  <a:pt x="499" y="365"/>
                  <a:pt x="499" y="365"/>
                  <a:pt x="499" y="365"/>
                </a:cubicBezTo>
                <a:cubicBezTo>
                  <a:pt x="501" y="373"/>
                  <a:pt x="503" y="381"/>
                  <a:pt x="504" y="388"/>
                </a:cubicBezTo>
                <a:close/>
                <a:moveTo>
                  <a:pt x="504" y="491"/>
                </a:moveTo>
                <a:cubicBezTo>
                  <a:pt x="504" y="497"/>
                  <a:pt x="504" y="497"/>
                  <a:pt x="504" y="497"/>
                </a:cubicBezTo>
                <a:cubicBezTo>
                  <a:pt x="504" y="496"/>
                  <a:pt x="503" y="495"/>
                  <a:pt x="503" y="495"/>
                </a:cubicBezTo>
                <a:cubicBezTo>
                  <a:pt x="501" y="496"/>
                  <a:pt x="500" y="498"/>
                  <a:pt x="499" y="499"/>
                </a:cubicBezTo>
                <a:cubicBezTo>
                  <a:pt x="499" y="486"/>
                  <a:pt x="499" y="486"/>
                  <a:pt x="499" y="486"/>
                </a:cubicBezTo>
                <a:cubicBezTo>
                  <a:pt x="504" y="491"/>
                  <a:pt x="504" y="491"/>
                  <a:pt x="504" y="491"/>
                </a:cubicBezTo>
                <a:close/>
                <a:moveTo>
                  <a:pt x="504" y="507"/>
                </a:moveTo>
                <a:cubicBezTo>
                  <a:pt x="504" y="516"/>
                  <a:pt x="504" y="516"/>
                  <a:pt x="504" y="516"/>
                </a:cubicBezTo>
                <a:cubicBezTo>
                  <a:pt x="503" y="519"/>
                  <a:pt x="503" y="519"/>
                  <a:pt x="503" y="519"/>
                </a:cubicBezTo>
                <a:cubicBezTo>
                  <a:pt x="503" y="520"/>
                  <a:pt x="504" y="521"/>
                  <a:pt x="504" y="521"/>
                </a:cubicBezTo>
                <a:cubicBezTo>
                  <a:pt x="504" y="527"/>
                  <a:pt x="504" y="527"/>
                  <a:pt x="504" y="527"/>
                </a:cubicBezTo>
                <a:cubicBezTo>
                  <a:pt x="499" y="522"/>
                  <a:pt x="499" y="522"/>
                  <a:pt x="499" y="522"/>
                </a:cubicBezTo>
                <a:cubicBezTo>
                  <a:pt x="499" y="516"/>
                  <a:pt x="499" y="516"/>
                  <a:pt x="499" y="516"/>
                </a:cubicBezTo>
                <a:cubicBezTo>
                  <a:pt x="500" y="516"/>
                  <a:pt x="500" y="516"/>
                  <a:pt x="500" y="516"/>
                </a:cubicBezTo>
                <a:cubicBezTo>
                  <a:pt x="501" y="512"/>
                  <a:pt x="503" y="510"/>
                  <a:pt x="504" y="507"/>
                </a:cubicBezTo>
                <a:close/>
                <a:moveTo>
                  <a:pt x="504" y="582"/>
                </a:moveTo>
                <a:cubicBezTo>
                  <a:pt x="504" y="594"/>
                  <a:pt x="504" y="594"/>
                  <a:pt x="504" y="594"/>
                </a:cubicBezTo>
                <a:cubicBezTo>
                  <a:pt x="503" y="593"/>
                  <a:pt x="501" y="593"/>
                  <a:pt x="499" y="593"/>
                </a:cubicBezTo>
                <a:cubicBezTo>
                  <a:pt x="499" y="585"/>
                  <a:pt x="499" y="585"/>
                  <a:pt x="499" y="585"/>
                </a:cubicBezTo>
                <a:cubicBezTo>
                  <a:pt x="501" y="584"/>
                  <a:pt x="503" y="583"/>
                  <a:pt x="504" y="582"/>
                </a:cubicBezTo>
                <a:close/>
                <a:moveTo>
                  <a:pt x="504" y="605"/>
                </a:moveTo>
                <a:cubicBezTo>
                  <a:pt x="504" y="613"/>
                  <a:pt x="504" y="613"/>
                  <a:pt x="504" y="613"/>
                </a:cubicBezTo>
                <a:cubicBezTo>
                  <a:pt x="503" y="614"/>
                  <a:pt x="501" y="615"/>
                  <a:pt x="499" y="616"/>
                </a:cubicBezTo>
                <a:cubicBezTo>
                  <a:pt x="499" y="611"/>
                  <a:pt x="499" y="611"/>
                  <a:pt x="499" y="611"/>
                </a:cubicBezTo>
                <a:cubicBezTo>
                  <a:pt x="500" y="611"/>
                  <a:pt x="500" y="611"/>
                  <a:pt x="500" y="611"/>
                </a:cubicBezTo>
                <a:cubicBezTo>
                  <a:pt x="499" y="610"/>
                  <a:pt x="499" y="610"/>
                  <a:pt x="499" y="610"/>
                </a:cubicBezTo>
                <a:cubicBezTo>
                  <a:pt x="499" y="603"/>
                  <a:pt x="499" y="603"/>
                  <a:pt x="499" y="603"/>
                </a:cubicBezTo>
                <a:cubicBezTo>
                  <a:pt x="502" y="605"/>
                  <a:pt x="502" y="605"/>
                  <a:pt x="502" y="605"/>
                </a:cubicBezTo>
                <a:cubicBezTo>
                  <a:pt x="503" y="605"/>
                  <a:pt x="503" y="605"/>
                  <a:pt x="504" y="605"/>
                </a:cubicBezTo>
                <a:close/>
                <a:moveTo>
                  <a:pt x="504" y="666"/>
                </a:moveTo>
                <a:cubicBezTo>
                  <a:pt x="504" y="678"/>
                  <a:pt x="504" y="678"/>
                  <a:pt x="504" y="678"/>
                </a:cubicBezTo>
                <a:cubicBezTo>
                  <a:pt x="499" y="680"/>
                  <a:pt x="499" y="680"/>
                  <a:pt x="499" y="680"/>
                </a:cubicBezTo>
                <a:cubicBezTo>
                  <a:pt x="499" y="668"/>
                  <a:pt x="499" y="668"/>
                  <a:pt x="499" y="668"/>
                </a:cubicBezTo>
                <a:cubicBezTo>
                  <a:pt x="504" y="666"/>
                  <a:pt x="504" y="666"/>
                  <a:pt x="504" y="666"/>
                </a:cubicBezTo>
                <a:close/>
                <a:moveTo>
                  <a:pt x="504" y="732"/>
                </a:moveTo>
                <a:cubicBezTo>
                  <a:pt x="504" y="741"/>
                  <a:pt x="504" y="741"/>
                  <a:pt x="504" y="741"/>
                </a:cubicBezTo>
                <a:cubicBezTo>
                  <a:pt x="503" y="741"/>
                  <a:pt x="501" y="742"/>
                  <a:pt x="499" y="742"/>
                </a:cubicBezTo>
                <a:cubicBezTo>
                  <a:pt x="499" y="733"/>
                  <a:pt x="499" y="733"/>
                  <a:pt x="499" y="733"/>
                </a:cubicBezTo>
                <a:cubicBezTo>
                  <a:pt x="501" y="732"/>
                  <a:pt x="503" y="732"/>
                  <a:pt x="504" y="732"/>
                </a:cubicBezTo>
                <a:close/>
                <a:moveTo>
                  <a:pt x="504" y="756"/>
                </a:moveTo>
                <a:cubicBezTo>
                  <a:pt x="504" y="768"/>
                  <a:pt x="504" y="768"/>
                  <a:pt x="504" y="768"/>
                </a:cubicBezTo>
                <a:cubicBezTo>
                  <a:pt x="502" y="766"/>
                  <a:pt x="501" y="764"/>
                  <a:pt x="499" y="763"/>
                </a:cubicBezTo>
                <a:cubicBezTo>
                  <a:pt x="499" y="751"/>
                  <a:pt x="499" y="751"/>
                  <a:pt x="499" y="751"/>
                </a:cubicBezTo>
                <a:cubicBezTo>
                  <a:pt x="501" y="753"/>
                  <a:pt x="503" y="754"/>
                  <a:pt x="504" y="756"/>
                </a:cubicBezTo>
                <a:close/>
                <a:moveTo>
                  <a:pt x="499" y="98"/>
                </a:moveTo>
                <a:cubicBezTo>
                  <a:pt x="499" y="87"/>
                  <a:pt x="499" y="87"/>
                  <a:pt x="499" y="87"/>
                </a:cubicBezTo>
                <a:cubicBezTo>
                  <a:pt x="501" y="88"/>
                  <a:pt x="502" y="89"/>
                  <a:pt x="503" y="91"/>
                </a:cubicBezTo>
                <a:cubicBezTo>
                  <a:pt x="502" y="93"/>
                  <a:pt x="501" y="96"/>
                  <a:pt x="501" y="98"/>
                </a:cubicBezTo>
                <a:lnTo>
                  <a:pt x="499" y="98"/>
                </a:lnTo>
                <a:close/>
                <a:moveTo>
                  <a:pt x="496" y="14"/>
                </a:moveTo>
                <a:cubicBezTo>
                  <a:pt x="497" y="14"/>
                  <a:pt x="498" y="14"/>
                  <a:pt x="499" y="14"/>
                </a:cubicBezTo>
                <a:cubicBezTo>
                  <a:pt x="499" y="22"/>
                  <a:pt x="499" y="22"/>
                  <a:pt x="499" y="22"/>
                </a:cubicBezTo>
                <a:cubicBezTo>
                  <a:pt x="498" y="21"/>
                  <a:pt x="497" y="21"/>
                  <a:pt x="496" y="21"/>
                </a:cubicBezTo>
                <a:cubicBezTo>
                  <a:pt x="496" y="14"/>
                  <a:pt x="496" y="14"/>
                  <a:pt x="496" y="14"/>
                </a:cubicBezTo>
                <a:close/>
                <a:moveTo>
                  <a:pt x="499" y="781"/>
                </a:moveTo>
                <a:cubicBezTo>
                  <a:pt x="499" y="782"/>
                  <a:pt x="498" y="782"/>
                  <a:pt x="497" y="782"/>
                </a:cubicBezTo>
                <a:cubicBezTo>
                  <a:pt x="497" y="782"/>
                  <a:pt x="496" y="782"/>
                  <a:pt x="496" y="782"/>
                </a:cubicBezTo>
                <a:cubicBezTo>
                  <a:pt x="496" y="773"/>
                  <a:pt x="496" y="773"/>
                  <a:pt x="496" y="773"/>
                </a:cubicBezTo>
                <a:cubicBezTo>
                  <a:pt x="497" y="773"/>
                  <a:pt x="498" y="773"/>
                  <a:pt x="499" y="773"/>
                </a:cubicBezTo>
                <a:cubicBezTo>
                  <a:pt x="499" y="781"/>
                  <a:pt x="499" y="781"/>
                  <a:pt x="499" y="781"/>
                </a:cubicBezTo>
                <a:close/>
                <a:moveTo>
                  <a:pt x="499" y="49"/>
                </a:moveTo>
                <a:cubicBezTo>
                  <a:pt x="499" y="61"/>
                  <a:pt x="499" y="61"/>
                  <a:pt x="499" y="61"/>
                </a:cubicBezTo>
                <a:cubicBezTo>
                  <a:pt x="498" y="60"/>
                  <a:pt x="497" y="60"/>
                  <a:pt x="496" y="59"/>
                </a:cubicBezTo>
                <a:cubicBezTo>
                  <a:pt x="496" y="44"/>
                  <a:pt x="496" y="44"/>
                  <a:pt x="496" y="44"/>
                </a:cubicBezTo>
                <a:cubicBezTo>
                  <a:pt x="497" y="46"/>
                  <a:pt x="498" y="48"/>
                  <a:pt x="499" y="49"/>
                </a:cubicBezTo>
                <a:close/>
                <a:moveTo>
                  <a:pt x="499" y="87"/>
                </a:moveTo>
                <a:cubicBezTo>
                  <a:pt x="499" y="98"/>
                  <a:pt x="499" y="98"/>
                  <a:pt x="499" y="98"/>
                </a:cubicBezTo>
                <a:cubicBezTo>
                  <a:pt x="498" y="97"/>
                  <a:pt x="497" y="97"/>
                  <a:pt x="496" y="97"/>
                </a:cubicBezTo>
                <a:cubicBezTo>
                  <a:pt x="496" y="86"/>
                  <a:pt x="496" y="86"/>
                  <a:pt x="496" y="86"/>
                </a:cubicBezTo>
                <a:cubicBezTo>
                  <a:pt x="497" y="86"/>
                  <a:pt x="498" y="87"/>
                  <a:pt x="499" y="87"/>
                </a:cubicBezTo>
                <a:close/>
                <a:moveTo>
                  <a:pt x="499" y="127"/>
                </a:moveTo>
                <a:cubicBezTo>
                  <a:pt x="499" y="143"/>
                  <a:pt x="499" y="143"/>
                  <a:pt x="499" y="143"/>
                </a:cubicBezTo>
                <a:cubicBezTo>
                  <a:pt x="498" y="143"/>
                  <a:pt x="497" y="143"/>
                  <a:pt x="496" y="143"/>
                </a:cubicBezTo>
                <a:cubicBezTo>
                  <a:pt x="496" y="126"/>
                  <a:pt x="496" y="126"/>
                  <a:pt x="496" y="126"/>
                </a:cubicBezTo>
                <a:cubicBezTo>
                  <a:pt x="497" y="127"/>
                  <a:pt x="498" y="127"/>
                  <a:pt x="499" y="127"/>
                </a:cubicBezTo>
                <a:close/>
                <a:moveTo>
                  <a:pt x="499" y="188"/>
                </a:moveTo>
                <a:cubicBezTo>
                  <a:pt x="499" y="194"/>
                  <a:pt x="499" y="194"/>
                  <a:pt x="499" y="194"/>
                </a:cubicBezTo>
                <a:cubicBezTo>
                  <a:pt x="498" y="194"/>
                  <a:pt x="497" y="193"/>
                  <a:pt x="496" y="192"/>
                </a:cubicBezTo>
                <a:cubicBezTo>
                  <a:pt x="496" y="186"/>
                  <a:pt x="496" y="186"/>
                  <a:pt x="496" y="186"/>
                </a:cubicBezTo>
                <a:cubicBezTo>
                  <a:pt x="497" y="187"/>
                  <a:pt x="498" y="187"/>
                  <a:pt x="499" y="188"/>
                </a:cubicBezTo>
                <a:close/>
                <a:moveTo>
                  <a:pt x="499" y="213"/>
                </a:moveTo>
                <a:cubicBezTo>
                  <a:pt x="499" y="218"/>
                  <a:pt x="499" y="218"/>
                  <a:pt x="499" y="218"/>
                </a:cubicBezTo>
                <a:cubicBezTo>
                  <a:pt x="498" y="217"/>
                  <a:pt x="497" y="216"/>
                  <a:pt x="496" y="216"/>
                </a:cubicBezTo>
                <a:cubicBezTo>
                  <a:pt x="496" y="210"/>
                  <a:pt x="496" y="210"/>
                  <a:pt x="496" y="210"/>
                </a:cubicBezTo>
                <a:cubicBezTo>
                  <a:pt x="497" y="211"/>
                  <a:pt x="498" y="212"/>
                  <a:pt x="499" y="213"/>
                </a:cubicBezTo>
                <a:close/>
                <a:moveTo>
                  <a:pt x="499" y="281"/>
                </a:moveTo>
                <a:cubicBezTo>
                  <a:pt x="499" y="287"/>
                  <a:pt x="499" y="287"/>
                  <a:pt x="499" y="287"/>
                </a:cubicBezTo>
                <a:cubicBezTo>
                  <a:pt x="499" y="287"/>
                  <a:pt x="499" y="288"/>
                  <a:pt x="499" y="288"/>
                </a:cubicBezTo>
                <a:cubicBezTo>
                  <a:pt x="499" y="288"/>
                  <a:pt x="499" y="288"/>
                  <a:pt x="499" y="288"/>
                </a:cubicBezTo>
                <a:cubicBezTo>
                  <a:pt x="499" y="293"/>
                  <a:pt x="499" y="293"/>
                  <a:pt x="499" y="293"/>
                </a:cubicBezTo>
                <a:cubicBezTo>
                  <a:pt x="498" y="293"/>
                  <a:pt x="497" y="292"/>
                  <a:pt x="496" y="292"/>
                </a:cubicBezTo>
                <a:cubicBezTo>
                  <a:pt x="496" y="285"/>
                  <a:pt x="496" y="285"/>
                  <a:pt x="496" y="285"/>
                </a:cubicBezTo>
                <a:cubicBezTo>
                  <a:pt x="499" y="281"/>
                  <a:pt x="499" y="281"/>
                  <a:pt x="499" y="281"/>
                </a:cubicBezTo>
                <a:close/>
                <a:moveTo>
                  <a:pt x="499" y="302"/>
                </a:moveTo>
                <a:cubicBezTo>
                  <a:pt x="499" y="307"/>
                  <a:pt x="499" y="307"/>
                  <a:pt x="499" y="307"/>
                </a:cubicBezTo>
                <a:cubicBezTo>
                  <a:pt x="498" y="306"/>
                  <a:pt x="497" y="305"/>
                  <a:pt x="496" y="305"/>
                </a:cubicBezTo>
                <a:cubicBezTo>
                  <a:pt x="496" y="300"/>
                  <a:pt x="496" y="300"/>
                  <a:pt x="496" y="300"/>
                </a:cubicBezTo>
                <a:cubicBezTo>
                  <a:pt x="499" y="302"/>
                  <a:pt x="499" y="302"/>
                  <a:pt x="499" y="302"/>
                </a:cubicBezTo>
                <a:close/>
                <a:moveTo>
                  <a:pt x="499" y="311"/>
                </a:moveTo>
                <a:cubicBezTo>
                  <a:pt x="499" y="317"/>
                  <a:pt x="499" y="317"/>
                  <a:pt x="499" y="317"/>
                </a:cubicBezTo>
                <a:cubicBezTo>
                  <a:pt x="498" y="317"/>
                  <a:pt x="497" y="319"/>
                  <a:pt x="496" y="319"/>
                </a:cubicBezTo>
                <a:cubicBezTo>
                  <a:pt x="496" y="313"/>
                  <a:pt x="496" y="313"/>
                  <a:pt x="496" y="313"/>
                </a:cubicBezTo>
                <a:cubicBezTo>
                  <a:pt x="497" y="312"/>
                  <a:pt x="498" y="312"/>
                  <a:pt x="499" y="311"/>
                </a:cubicBezTo>
                <a:close/>
                <a:moveTo>
                  <a:pt x="499" y="333"/>
                </a:moveTo>
                <a:cubicBezTo>
                  <a:pt x="499" y="337"/>
                  <a:pt x="499" y="337"/>
                  <a:pt x="499" y="337"/>
                </a:cubicBezTo>
                <a:cubicBezTo>
                  <a:pt x="499" y="337"/>
                  <a:pt x="499" y="337"/>
                  <a:pt x="499" y="337"/>
                </a:cubicBezTo>
                <a:cubicBezTo>
                  <a:pt x="499" y="336"/>
                  <a:pt x="499" y="334"/>
                  <a:pt x="499" y="333"/>
                </a:cubicBezTo>
                <a:close/>
                <a:moveTo>
                  <a:pt x="499" y="365"/>
                </a:moveTo>
                <a:cubicBezTo>
                  <a:pt x="499" y="377"/>
                  <a:pt x="499" y="377"/>
                  <a:pt x="499" y="377"/>
                </a:cubicBezTo>
                <a:cubicBezTo>
                  <a:pt x="499" y="377"/>
                  <a:pt x="498" y="376"/>
                  <a:pt x="498" y="376"/>
                </a:cubicBezTo>
                <a:cubicBezTo>
                  <a:pt x="496" y="378"/>
                  <a:pt x="496" y="378"/>
                  <a:pt x="496" y="378"/>
                </a:cubicBezTo>
                <a:cubicBezTo>
                  <a:pt x="496" y="356"/>
                  <a:pt x="496" y="356"/>
                  <a:pt x="496" y="356"/>
                </a:cubicBezTo>
                <a:cubicBezTo>
                  <a:pt x="497" y="359"/>
                  <a:pt x="498" y="362"/>
                  <a:pt x="499" y="365"/>
                </a:cubicBezTo>
                <a:close/>
                <a:moveTo>
                  <a:pt x="499" y="383"/>
                </a:moveTo>
                <a:cubicBezTo>
                  <a:pt x="499" y="390"/>
                  <a:pt x="499" y="390"/>
                  <a:pt x="499" y="390"/>
                </a:cubicBezTo>
                <a:cubicBezTo>
                  <a:pt x="498" y="391"/>
                  <a:pt x="497" y="391"/>
                  <a:pt x="496" y="392"/>
                </a:cubicBezTo>
                <a:cubicBezTo>
                  <a:pt x="496" y="388"/>
                  <a:pt x="496" y="388"/>
                  <a:pt x="496" y="388"/>
                </a:cubicBezTo>
                <a:cubicBezTo>
                  <a:pt x="497" y="387"/>
                  <a:pt x="498" y="385"/>
                  <a:pt x="499" y="383"/>
                </a:cubicBezTo>
                <a:close/>
                <a:moveTo>
                  <a:pt x="499" y="398"/>
                </a:moveTo>
                <a:cubicBezTo>
                  <a:pt x="499" y="403"/>
                  <a:pt x="499" y="403"/>
                  <a:pt x="499" y="403"/>
                </a:cubicBezTo>
                <a:cubicBezTo>
                  <a:pt x="498" y="404"/>
                  <a:pt x="497" y="405"/>
                  <a:pt x="496" y="405"/>
                </a:cubicBezTo>
                <a:cubicBezTo>
                  <a:pt x="496" y="401"/>
                  <a:pt x="496" y="401"/>
                  <a:pt x="496" y="401"/>
                </a:cubicBezTo>
                <a:cubicBezTo>
                  <a:pt x="497" y="400"/>
                  <a:pt x="498" y="399"/>
                  <a:pt x="499" y="398"/>
                </a:cubicBezTo>
                <a:close/>
                <a:moveTo>
                  <a:pt x="499" y="411"/>
                </a:moveTo>
                <a:cubicBezTo>
                  <a:pt x="499" y="417"/>
                  <a:pt x="499" y="417"/>
                  <a:pt x="499" y="417"/>
                </a:cubicBezTo>
                <a:cubicBezTo>
                  <a:pt x="496" y="418"/>
                  <a:pt x="496" y="418"/>
                  <a:pt x="496" y="418"/>
                </a:cubicBezTo>
                <a:cubicBezTo>
                  <a:pt x="496" y="413"/>
                  <a:pt x="496" y="413"/>
                  <a:pt x="496" y="413"/>
                </a:cubicBezTo>
                <a:cubicBezTo>
                  <a:pt x="497" y="412"/>
                  <a:pt x="498" y="411"/>
                  <a:pt x="499" y="411"/>
                </a:cubicBezTo>
                <a:close/>
                <a:moveTo>
                  <a:pt x="499" y="421"/>
                </a:moveTo>
                <a:cubicBezTo>
                  <a:pt x="499" y="438"/>
                  <a:pt x="499" y="438"/>
                  <a:pt x="499" y="438"/>
                </a:cubicBezTo>
                <a:cubicBezTo>
                  <a:pt x="498" y="440"/>
                  <a:pt x="497" y="443"/>
                  <a:pt x="496" y="446"/>
                </a:cubicBezTo>
                <a:cubicBezTo>
                  <a:pt x="496" y="436"/>
                  <a:pt x="496" y="436"/>
                  <a:pt x="496" y="436"/>
                </a:cubicBezTo>
                <a:cubicBezTo>
                  <a:pt x="496" y="436"/>
                  <a:pt x="496" y="436"/>
                  <a:pt x="496" y="436"/>
                </a:cubicBezTo>
                <a:cubicBezTo>
                  <a:pt x="497" y="433"/>
                  <a:pt x="498" y="431"/>
                  <a:pt x="499" y="429"/>
                </a:cubicBezTo>
                <a:cubicBezTo>
                  <a:pt x="497" y="429"/>
                  <a:pt x="497" y="429"/>
                  <a:pt x="496" y="429"/>
                </a:cubicBezTo>
                <a:cubicBezTo>
                  <a:pt x="496" y="424"/>
                  <a:pt x="496" y="424"/>
                  <a:pt x="496" y="424"/>
                </a:cubicBezTo>
                <a:cubicBezTo>
                  <a:pt x="497" y="423"/>
                  <a:pt x="498" y="423"/>
                  <a:pt x="499" y="421"/>
                </a:cubicBezTo>
                <a:close/>
                <a:moveTo>
                  <a:pt x="499" y="486"/>
                </a:moveTo>
                <a:cubicBezTo>
                  <a:pt x="499" y="499"/>
                  <a:pt x="499" y="499"/>
                  <a:pt x="499" y="499"/>
                </a:cubicBezTo>
                <a:cubicBezTo>
                  <a:pt x="498" y="501"/>
                  <a:pt x="497" y="503"/>
                  <a:pt x="496" y="505"/>
                </a:cubicBezTo>
                <a:cubicBezTo>
                  <a:pt x="496" y="498"/>
                  <a:pt x="496" y="498"/>
                  <a:pt x="496" y="498"/>
                </a:cubicBezTo>
                <a:cubicBezTo>
                  <a:pt x="497" y="495"/>
                  <a:pt x="498" y="493"/>
                  <a:pt x="496" y="489"/>
                </a:cubicBezTo>
                <a:cubicBezTo>
                  <a:pt x="496" y="483"/>
                  <a:pt x="496" y="483"/>
                  <a:pt x="496" y="483"/>
                </a:cubicBezTo>
                <a:cubicBezTo>
                  <a:pt x="499" y="486"/>
                  <a:pt x="499" y="486"/>
                  <a:pt x="499" y="486"/>
                </a:cubicBezTo>
                <a:close/>
                <a:moveTo>
                  <a:pt x="499" y="516"/>
                </a:moveTo>
                <a:cubicBezTo>
                  <a:pt x="499" y="522"/>
                  <a:pt x="499" y="522"/>
                  <a:pt x="499" y="522"/>
                </a:cubicBezTo>
                <a:cubicBezTo>
                  <a:pt x="496" y="518"/>
                  <a:pt x="496" y="518"/>
                  <a:pt x="496" y="518"/>
                </a:cubicBezTo>
                <a:cubicBezTo>
                  <a:pt x="496" y="514"/>
                  <a:pt x="496" y="514"/>
                  <a:pt x="496" y="514"/>
                </a:cubicBezTo>
                <a:cubicBezTo>
                  <a:pt x="496" y="514"/>
                  <a:pt x="497" y="515"/>
                  <a:pt x="497" y="516"/>
                </a:cubicBezTo>
                <a:cubicBezTo>
                  <a:pt x="499" y="516"/>
                  <a:pt x="499" y="516"/>
                  <a:pt x="499" y="516"/>
                </a:cubicBezTo>
                <a:close/>
                <a:moveTo>
                  <a:pt x="499" y="585"/>
                </a:moveTo>
                <a:cubicBezTo>
                  <a:pt x="499" y="593"/>
                  <a:pt x="499" y="593"/>
                  <a:pt x="499" y="593"/>
                </a:cubicBezTo>
                <a:cubicBezTo>
                  <a:pt x="498" y="593"/>
                  <a:pt x="497" y="593"/>
                  <a:pt x="496" y="593"/>
                </a:cubicBezTo>
                <a:cubicBezTo>
                  <a:pt x="496" y="586"/>
                  <a:pt x="496" y="586"/>
                  <a:pt x="496" y="586"/>
                </a:cubicBezTo>
                <a:cubicBezTo>
                  <a:pt x="497" y="586"/>
                  <a:pt x="498" y="586"/>
                  <a:pt x="499" y="585"/>
                </a:cubicBezTo>
                <a:close/>
                <a:moveTo>
                  <a:pt x="499" y="603"/>
                </a:moveTo>
                <a:cubicBezTo>
                  <a:pt x="499" y="610"/>
                  <a:pt x="499" y="610"/>
                  <a:pt x="499" y="610"/>
                </a:cubicBezTo>
                <a:cubicBezTo>
                  <a:pt x="498" y="609"/>
                  <a:pt x="497" y="609"/>
                  <a:pt x="496" y="608"/>
                </a:cubicBezTo>
                <a:cubicBezTo>
                  <a:pt x="496" y="601"/>
                  <a:pt x="496" y="601"/>
                  <a:pt x="496" y="601"/>
                </a:cubicBezTo>
                <a:cubicBezTo>
                  <a:pt x="499" y="603"/>
                  <a:pt x="499" y="603"/>
                  <a:pt x="499" y="603"/>
                </a:cubicBezTo>
                <a:close/>
                <a:moveTo>
                  <a:pt x="499" y="611"/>
                </a:moveTo>
                <a:cubicBezTo>
                  <a:pt x="499" y="616"/>
                  <a:pt x="499" y="616"/>
                  <a:pt x="499" y="616"/>
                </a:cubicBezTo>
                <a:cubicBezTo>
                  <a:pt x="498" y="617"/>
                  <a:pt x="497" y="617"/>
                  <a:pt x="496" y="618"/>
                </a:cubicBezTo>
                <a:cubicBezTo>
                  <a:pt x="496" y="612"/>
                  <a:pt x="496" y="612"/>
                  <a:pt x="496" y="612"/>
                </a:cubicBezTo>
                <a:cubicBezTo>
                  <a:pt x="497" y="612"/>
                  <a:pt x="498" y="612"/>
                  <a:pt x="499" y="611"/>
                </a:cubicBezTo>
                <a:close/>
                <a:moveTo>
                  <a:pt x="499" y="668"/>
                </a:moveTo>
                <a:cubicBezTo>
                  <a:pt x="499" y="680"/>
                  <a:pt x="499" y="680"/>
                  <a:pt x="499" y="680"/>
                </a:cubicBezTo>
                <a:cubicBezTo>
                  <a:pt x="496" y="681"/>
                  <a:pt x="496" y="681"/>
                  <a:pt x="496" y="681"/>
                </a:cubicBezTo>
                <a:cubicBezTo>
                  <a:pt x="496" y="669"/>
                  <a:pt x="496" y="669"/>
                  <a:pt x="496" y="669"/>
                </a:cubicBezTo>
                <a:cubicBezTo>
                  <a:pt x="499" y="668"/>
                  <a:pt x="499" y="668"/>
                  <a:pt x="499" y="668"/>
                </a:cubicBezTo>
                <a:close/>
                <a:moveTo>
                  <a:pt x="499" y="733"/>
                </a:moveTo>
                <a:cubicBezTo>
                  <a:pt x="499" y="742"/>
                  <a:pt x="499" y="742"/>
                  <a:pt x="499" y="742"/>
                </a:cubicBezTo>
                <a:cubicBezTo>
                  <a:pt x="498" y="742"/>
                  <a:pt x="497" y="743"/>
                  <a:pt x="496" y="743"/>
                </a:cubicBezTo>
                <a:cubicBezTo>
                  <a:pt x="496" y="734"/>
                  <a:pt x="496" y="734"/>
                  <a:pt x="496" y="734"/>
                </a:cubicBezTo>
                <a:cubicBezTo>
                  <a:pt x="497" y="734"/>
                  <a:pt x="498" y="733"/>
                  <a:pt x="499" y="733"/>
                </a:cubicBezTo>
                <a:cubicBezTo>
                  <a:pt x="499" y="733"/>
                  <a:pt x="499" y="733"/>
                  <a:pt x="499" y="733"/>
                </a:cubicBezTo>
                <a:close/>
                <a:moveTo>
                  <a:pt x="499" y="751"/>
                </a:moveTo>
                <a:cubicBezTo>
                  <a:pt x="499" y="763"/>
                  <a:pt x="499" y="763"/>
                  <a:pt x="499" y="763"/>
                </a:cubicBezTo>
                <a:cubicBezTo>
                  <a:pt x="498" y="762"/>
                  <a:pt x="497" y="761"/>
                  <a:pt x="496" y="760"/>
                </a:cubicBezTo>
                <a:cubicBezTo>
                  <a:pt x="496" y="748"/>
                  <a:pt x="496" y="748"/>
                  <a:pt x="496" y="748"/>
                </a:cubicBezTo>
                <a:cubicBezTo>
                  <a:pt x="497" y="749"/>
                  <a:pt x="498" y="750"/>
                  <a:pt x="499" y="751"/>
                </a:cubicBezTo>
                <a:close/>
                <a:moveTo>
                  <a:pt x="496" y="563"/>
                </a:moveTo>
                <a:cubicBezTo>
                  <a:pt x="496" y="558"/>
                  <a:pt x="496" y="558"/>
                  <a:pt x="496" y="558"/>
                </a:cubicBezTo>
                <a:cubicBezTo>
                  <a:pt x="497" y="559"/>
                  <a:pt x="497" y="559"/>
                  <a:pt x="497" y="559"/>
                </a:cubicBezTo>
                <a:cubicBezTo>
                  <a:pt x="497" y="561"/>
                  <a:pt x="496" y="562"/>
                  <a:pt x="496" y="563"/>
                </a:cubicBezTo>
                <a:close/>
                <a:moveTo>
                  <a:pt x="496" y="121"/>
                </a:moveTo>
                <a:cubicBezTo>
                  <a:pt x="496" y="112"/>
                  <a:pt x="496" y="112"/>
                  <a:pt x="496" y="112"/>
                </a:cubicBezTo>
                <a:cubicBezTo>
                  <a:pt x="497" y="114"/>
                  <a:pt x="498" y="116"/>
                  <a:pt x="498" y="119"/>
                </a:cubicBezTo>
                <a:cubicBezTo>
                  <a:pt x="497" y="120"/>
                  <a:pt x="497" y="120"/>
                  <a:pt x="496" y="121"/>
                </a:cubicBezTo>
                <a:close/>
                <a:moveTo>
                  <a:pt x="491" y="12"/>
                </a:moveTo>
                <a:cubicBezTo>
                  <a:pt x="493" y="13"/>
                  <a:pt x="494" y="13"/>
                  <a:pt x="496" y="14"/>
                </a:cubicBezTo>
                <a:cubicBezTo>
                  <a:pt x="496" y="21"/>
                  <a:pt x="496" y="21"/>
                  <a:pt x="496" y="21"/>
                </a:cubicBezTo>
                <a:cubicBezTo>
                  <a:pt x="494" y="21"/>
                  <a:pt x="493" y="21"/>
                  <a:pt x="491" y="20"/>
                </a:cubicBezTo>
                <a:cubicBezTo>
                  <a:pt x="491" y="12"/>
                  <a:pt x="491" y="12"/>
                  <a:pt x="491" y="12"/>
                </a:cubicBezTo>
                <a:close/>
                <a:moveTo>
                  <a:pt x="496" y="782"/>
                </a:moveTo>
                <a:cubicBezTo>
                  <a:pt x="494" y="782"/>
                  <a:pt x="493" y="783"/>
                  <a:pt x="491" y="783"/>
                </a:cubicBezTo>
                <a:cubicBezTo>
                  <a:pt x="491" y="774"/>
                  <a:pt x="491" y="774"/>
                  <a:pt x="491" y="774"/>
                </a:cubicBezTo>
                <a:cubicBezTo>
                  <a:pt x="493" y="774"/>
                  <a:pt x="494" y="774"/>
                  <a:pt x="496" y="773"/>
                </a:cubicBezTo>
                <a:cubicBezTo>
                  <a:pt x="496" y="782"/>
                  <a:pt x="496" y="782"/>
                  <a:pt x="496" y="782"/>
                </a:cubicBezTo>
                <a:close/>
                <a:moveTo>
                  <a:pt x="496" y="44"/>
                </a:moveTo>
                <a:cubicBezTo>
                  <a:pt x="496" y="59"/>
                  <a:pt x="496" y="59"/>
                  <a:pt x="496" y="59"/>
                </a:cubicBezTo>
                <a:cubicBezTo>
                  <a:pt x="494" y="57"/>
                  <a:pt x="494" y="57"/>
                  <a:pt x="494" y="57"/>
                </a:cubicBezTo>
                <a:cubicBezTo>
                  <a:pt x="491" y="57"/>
                  <a:pt x="491" y="57"/>
                  <a:pt x="491" y="57"/>
                </a:cubicBezTo>
                <a:cubicBezTo>
                  <a:pt x="491" y="29"/>
                  <a:pt x="491" y="29"/>
                  <a:pt x="491" y="29"/>
                </a:cubicBezTo>
                <a:cubicBezTo>
                  <a:pt x="493" y="35"/>
                  <a:pt x="494" y="40"/>
                  <a:pt x="496" y="44"/>
                </a:cubicBezTo>
                <a:close/>
                <a:moveTo>
                  <a:pt x="496" y="86"/>
                </a:moveTo>
                <a:cubicBezTo>
                  <a:pt x="496" y="97"/>
                  <a:pt x="496" y="97"/>
                  <a:pt x="496" y="97"/>
                </a:cubicBezTo>
                <a:cubicBezTo>
                  <a:pt x="495" y="97"/>
                  <a:pt x="495" y="97"/>
                  <a:pt x="495" y="97"/>
                </a:cubicBezTo>
                <a:cubicBezTo>
                  <a:pt x="494" y="100"/>
                  <a:pt x="493" y="103"/>
                  <a:pt x="492" y="106"/>
                </a:cubicBezTo>
                <a:cubicBezTo>
                  <a:pt x="493" y="108"/>
                  <a:pt x="495" y="110"/>
                  <a:pt x="496" y="112"/>
                </a:cubicBezTo>
                <a:cubicBezTo>
                  <a:pt x="496" y="121"/>
                  <a:pt x="496" y="121"/>
                  <a:pt x="496" y="121"/>
                </a:cubicBezTo>
                <a:cubicBezTo>
                  <a:pt x="494" y="122"/>
                  <a:pt x="493" y="122"/>
                  <a:pt x="491" y="122"/>
                </a:cubicBezTo>
                <a:cubicBezTo>
                  <a:pt x="491" y="81"/>
                  <a:pt x="491" y="81"/>
                  <a:pt x="491" y="81"/>
                </a:cubicBezTo>
                <a:cubicBezTo>
                  <a:pt x="491" y="82"/>
                  <a:pt x="491" y="83"/>
                  <a:pt x="491" y="84"/>
                </a:cubicBezTo>
                <a:cubicBezTo>
                  <a:pt x="493" y="85"/>
                  <a:pt x="495" y="85"/>
                  <a:pt x="496" y="86"/>
                </a:cubicBezTo>
                <a:close/>
                <a:moveTo>
                  <a:pt x="496" y="126"/>
                </a:moveTo>
                <a:cubicBezTo>
                  <a:pt x="496" y="143"/>
                  <a:pt x="496" y="143"/>
                  <a:pt x="496" y="143"/>
                </a:cubicBezTo>
                <a:cubicBezTo>
                  <a:pt x="494" y="142"/>
                  <a:pt x="493" y="142"/>
                  <a:pt x="491" y="141"/>
                </a:cubicBezTo>
                <a:cubicBezTo>
                  <a:pt x="491" y="125"/>
                  <a:pt x="491" y="125"/>
                  <a:pt x="491" y="125"/>
                </a:cubicBezTo>
                <a:cubicBezTo>
                  <a:pt x="493" y="125"/>
                  <a:pt x="494" y="126"/>
                  <a:pt x="496" y="126"/>
                </a:cubicBezTo>
                <a:close/>
                <a:moveTo>
                  <a:pt x="496" y="186"/>
                </a:moveTo>
                <a:cubicBezTo>
                  <a:pt x="496" y="192"/>
                  <a:pt x="496" y="192"/>
                  <a:pt x="496" y="192"/>
                </a:cubicBezTo>
                <a:cubicBezTo>
                  <a:pt x="495" y="191"/>
                  <a:pt x="493" y="191"/>
                  <a:pt x="491" y="190"/>
                </a:cubicBezTo>
                <a:cubicBezTo>
                  <a:pt x="491" y="184"/>
                  <a:pt x="491" y="184"/>
                  <a:pt x="491" y="184"/>
                </a:cubicBezTo>
                <a:cubicBezTo>
                  <a:pt x="493" y="185"/>
                  <a:pt x="494" y="186"/>
                  <a:pt x="496" y="186"/>
                </a:cubicBezTo>
                <a:close/>
                <a:moveTo>
                  <a:pt x="496" y="210"/>
                </a:moveTo>
                <a:cubicBezTo>
                  <a:pt x="496" y="216"/>
                  <a:pt x="496" y="216"/>
                  <a:pt x="496" y="216"/>
                </a:cubicBezTo>
                <a:cubicBezTo>
                  <a:pt x="494" y="215"/>
                  <a:pt x="493" y="214"/>
                  <a:pt x="491" y="213"/>
                </a:cubicBezTo>
                <a:cubicBezTo>
                  <a:pt x="491" y="195"/>
                  <a:pt x="491" y="195"/>
                  <a:pt x="491" y="195"/>
                </a:cubicBezTo>
                <a:cubicBezTo>
                  <a:pt x="492" y="201"/>
                  <a:pt x="492" y="206"/>
                  <a:pt x="496" y="210"/>
                </a:cubicBezTo>
                <a:close/>
                <a:moveTo>
                  <a:pt x="496" y="285"/>
                </a:moveTo>
                <a:cubicBezTo>
                  <a:pt x="496" y="292"/>
                  <a:pt x="496" y="292"/>
                  <a:pt x="496" y="292"/>
                </a:cubicBezTo>
                <a:cubicBezTo>
                  <a:pt x="496" y="292"/>
                  <a:pt x="495" y="292"/>
                  <a:pt x="495" y="292"/>
                </a:cubicBezTo>
                <a:cubicBezTo>
                  <a:pt x="494" y="292"/>
                  <a:pt x="492" y="294"/>
                  <a:pt x="491" y="294"/>
                </a:cubicBezTo>
                <a:cubicBezTo>
                  <a:pt x="491" y="291"/>
                  <a:pt x="491" y="291"/>
                  <a:pt x="491" y="291"/>
                </a:cubicBezTo>
                <a:cubicBezTo>
                  <a:pt x="493" y="290"/>
                  <a:pt x="494" y="288"/>
                  <a:pt x="495" y="286"/>
                </a:cubicBezTo>
                <a:cubicBezTo>
                  <a:pt x="496" y="285"/>
                  <a:pt x="496" y="285"/>
                  <a:pt x="496" y="285"/>
                </a:cubicBezTo>
                <a:close/>
                <a:moveTo>
                  <a:pt x="496" y="300"/>
                </a:moveTo>
                <a:cubicBezTo>
                  <a:pt x="496" y="305"/>
                  <a:pt x="496" y="305"/>
                  <a:pt x="496" y="305"/>
                </a:cubicBezTo>
                <a:cubicBezTo>
                  <a:pt x="494" y="303"/>
                  <a:pt x="493" y="302"/>
                  <a:pt x="491" y="302"/>
                </a:cubicBezTo>
                <a:cubicBezTo>
                  <a:pt x="491" y="296"/>
                  <a:pt x="491" y="296"/>
                  <a:pt x="491" y="296"/>
                </a:cubicBezTo>
                <a:cubicBezTo>
                  <a:pt x="491" y="297"/>
                  <a:pt x="491" y="297"/>
                  <a:pt x="491" y="297"/>
                </a:cubicBezTo>
                <a:cubicBezTo>
                  <a:pt x="493" y="298"/>
                  <a:pt x="494" y="299"/>
                  <a:pt x="496" y="300"/>
                </a:cubicBezTo>
                <a:close/>
                <a:moveTo>
                  <a:pt x="496" y="313"/>
                </a:moveTo>
                <a:cubicBezTo>
                  <a:pt x="496" y="319"/>
                  <a:pt x="496" y="319"/>
                  <a:pt x="496" y="319"/>
                </a:cubicBezTo>
                <a:cubicBezTo>
                  <a:pt x="494" y="321"/>
                  <a:pt x="493" y="323"/>
                  <a:pt x="491" y="324"/>
                </a:cubicBezTo>
                <a:cubicBezTo>
                  <a:pt x="491" y="320"/>
                  <a:pt x="491" y="320"/>
                  <a:pt x="491" y="320"/>
                </a:cubicBezTo>
                <a:cubicBezTo>
                  <a:pt x="492" y="319"/>
                  <a:pt x="492" y="318"/>
                  <a:pt x="493" y="317"/>
                </a:cubicBezTo>
                <a:cubicBezTo>
                  <a:pt x="492" y="317"/>
                  <a:pt x="492" y="316"/>
                  <a:pt x="491" y="316"/>
                </a:cubicBezTo>
                <a:cubicBezTo>
                  <a:pt x="491" y="312"/>
                  <a:pt x="491" y="312"/>
                  <a:pt x="491" y="312"/>
                </a:cubicBezTo>
                <a:cubicBezTo>
                  <a:pt x="493" y="313"/>
                  <a:pt x="493" y="313"/>
                  <a:pt x="493" y="313"/>
                </a:cubicBezTo>
                <a:cubicBezTo>
                  <a:pt x="494" y="313"/>
                  <a:pt x="495" y="313"/>
                  <a:pt x="496" y="313"/>
                </a:cubicBezTo>
                <a:close/>
                <a:moveTo>
                  <a:pt x="496" y="356"/>
                </a:moveTo>
                <a:cubicBezTo>
                  <a:pt x="496" y="378"/>
                  <a:pt x="496" y="378"/>
                  <a:pt x="496" y="378"/>
                </a:cubicBezTo>
                <a:cubicBezTo>
                  <a:pt x="494" y="380"/>
                  <a:pt x="492" y="382"/>
                  <a:pt x="491" y="384"/>
                </a:cubicBezTo>
                <a:cubicBezTo>
                  <a:pt x="491" y="378"/>
                  <a:pt x="491" y="378"/>
                  <a:pt x="491" y="378"/>
                </a:cubicBezTo>
                <a:cubicBezTo>
                  <a:pt x="493" y="376"/>
                  <a:pt x="494" y="375"/>
                  <a:pt x="496" y="373"/>
                </a:cubicBezTo>
                <a:cubicBezTo>
                  <a:pt x="496" y="365"/>
                  <a:pt x="496" y="365"/>
                  <a:pt x="494" y="363"/>
                </a:cubicBezTo>
                <a:cubicBezTo>
                  <a:pt x="493" y="365"/>
                  <a:pt x="492" y="366"/>
                  <a:pt x="491" y="367"/>
                </a:cubicBezTo>
                <a:cubicBezTo>
                  <a:pt x="491" y="347"/>
                  <a:pt x="491" y="347"/>
                  <a:pt x="491" y="347"/>
                </a:cubicBezTo>
                <a:cubicBezTo>
                  <a:pt x="493" y="350"/>
                  <a:pt x="495" y="353"/>
                  <a:pt x="496" y="356"/>
                </a:cubicBezTo>
                <a:close/>
                <a:moveTo>
                  <a:pt x="496" y="388"/>
                </a:moveTo>
                <a:cubicBezTo>
                  <a:pt x="496" y="392"/>
                  <a:pt x="496" y="392"/>
                  <a:pt x="496" y="392"/>
                </a:cubicBezTo>
                <a:cubicBezTo>
                  <a:pt x="493" y="395"/>
                  <a:pt x="492" y="396"/>
                  <a:pt x="491" y="399"/>
                </a:cubicBezTo>
                <a:cubicBezTo>
                  <a:pt x="491" y="391"/>
                  <a:pt x="491" y="391"/>
                  <a:pt x="491" y="391"/>
                </a:cubicBezTo>
                <a:cubicBezTo>
                  <a:pt x="493" y="390"/>
                  <a:pt x="494" y="389"/>
                  <a:pt x="496" y="388"/>
                </a:cubicBezTo>
                <a:close/>
                <a:moveTo>
                  <a:pt x="496" y="401"/>
                </a:moveTo>
                <a:cubicBezTo>
                  <a:pt x="496" y="405"/>
                  <a:pt x="496" y="405"/>
                  <a:pt x="496" y="405"/>
                </a:cubicBezTo>
                <a:cubicBezTo>
                  <a:pt x="494" y="406"/>
                  <a:pt x="493" y="408"/>
                  <a:pt x="491" y="408"/>
                </a:cubicBezTo>
                <a:cubicBezTo>
                  <a:pt x="491" y="404"/>
                  <a:pt x="491" y="404"/>
                  <a:pt x="491" y="404"/>
                </a:cubicBezTo>
                <a:cubicBezTo>
                  <a:pt x="493" y="403"/>
                  <a:pt x="494" y="402"/>
                  <a:pt x="496" y="401"/>
                </a:cubicBezTo>
                <a:close/>
                <a:moveTo>
                  <a:pt x="496" y="413"/>
                </a:moveTo>
                <a:cubicBezTo>
                  <a:pt x="496" y="418"/>
                  <a:pt x="496" y="418"/>
                  <a:pt x="496" y="418"/>
                </a:cubicBezTo>
                <a:cubicBezTo>
                  <a:pt x="494" y="418"/>
                  <a:pt x="493" y="419"/>
                  <a:pt x="491" y="420"/>
                </a:cubicBezTo>
                <a:cubicBezTo>
                  <a:pt x="491" y="414"/>
                  <a:pt x="491" y="414"/>
                  <a:pt x="491" y="414"/>
                </a:cubicBezTo>
                <a:cubicBezTo>
                  <a:pt x="493" y="414"/>
                  <a:pt x="494" y="413"/>
                  <a:pt x="496" y="413"/>
                </a:cubicBezTo>
                <a:close/>
                <a:moveTo>
                  <a:pt x="496" y="424"/>
                </a:moveTo>
                <a:cubicBezTo>
                  <a:pt x="496" y="429"/>
                  <a:pt x="496" y="429"/>
                  <a:pt x="496" y="429"/>
                </a:cubicBezTo>
                <a:cubicBezTo>
                  <a:pt x="494" y="429"/>
                  <a:pt x="493" y="430"/>
                  <a:pt x="491" y="430"/>
                </a:cubicBezTo>
                <a:cubicBezTo>
                  <a:pt x="491" y="425"/>
                  <a:pt x="491" y="425"/>
                  <a:pt x="491" y="425"/>
                </a:cubicBezTo>
                <a:cubicBezTo>
                  <a:pt x="493" y="425"/>
                  <a:pt x="495" y="425"/>
                  <a:pt x="496" y="424"/>
                </a:cubicBezTo>
                <a:close/>
                <a:moveTo>
                  <a:pt x="496" y="436"/>
                </a:moveTo>
                <a:cubicBezTo>
                  <a:pt x="496" y="446"/>
                  <a:pt x="496" y="446"/>
                  <a:pt x="496" y="446"/>
                </a:cubicBezTo>
                <a:cubicBezTo>
                  <a:pt x="495" y="449"/>
                  <a:pt x="493" y="453"/>
                  <a:pt x="491" y="456"/>
                </a:cubicBezTo>
                <a:cubicBezTo>
                  <a:pt x="491" y="446"/>
                  <a:pt x="491" y="446"/>
                  <a:pt x="491" y="446"/>
                </a:cubicBezTo>
                <a:cubicBezTo>
                  <a:pt x="492" y="445"/>
                  <a:pt x="493" y="444"/>
                  <a:pt x="495" y="441"/>
                </a:cubicBezTo>
                <a:cubicBezTo>
                  <a:pt x="493" y="441"/>
                  <a:pt x="493" y="441"/>
                  <a:pt x="491" y="441"/>
                </a:cubicBezTo>
                <a:cubicBezTo>
                  <a:pt x="491" y="437"/>
                  <a:pt x="491" y="437"/>
                  <a:pt x="491" y="437"/>
                </a:cubicBezTo>
                <a:cubicBezTo>
                  <a:pt x="496" y="436"/>
                  <a:pt x="496" y="436"/>
                  <a:pt x="496" y="436"/>
                </a:cubicBezTo>
                <a:close/>
                <a:moveTo>
                  <a:pt x="496" y="483"/>
                </a:moveTo>
                <a:cubicBezTo>
                  <a:pt x="496" y="489"/>
                  <a:pt x="496" y="489"/>
                  <a:pt x="496" y="489"/>
                </a:cubicBezTo>
                <a:cubicBezTo>
                  <a:pt x="496" y="488"/>
                  <a:pt x="495" y="488"/>
                  <a:pt x="495" y="487"/>
                </a:cubicBezTo>
                <a:cubicBezTo>
                  <a:pt x="494" y="487"/>
                  <a:pt x="493" y="487"/>
                  <a:pt x="493" y="487"/>
                </a:cubicBezTo>
                <a:cubicBezTo>
                  <a:pt x="491" y="489"/>
                  <a:pt x="491" y="489"/>
                  <a:pt x="491" y="489"/>
                </a:cubicBezTo>
                <a:cubicBezTo>
                  <a:pt x="491" y="478"/>
                  <a:pt x="491" y="478"/>
                  <a:pt x="491" y="478"/>
                </a:cubicBezTo>
                <a:cubicBezTo>
                  <a:pt x="496" y="483"/>
                  <a:pt x="496" y="483"/>
                  <a:pt x="496" y="483"/>
                </a:cubicBezTo>
                <a:close/>
                <a:moveTo>
                  <a:pt x="496" y="498"/>
                </a:moveTo>
                <a:cubicBezTo>
                  <a:pt x="496" y="505"/>
                  <a:pt x="496" y="505"/>
                  <a:pt x="496" y="505"/>
                </a:cubicBezTo>
                <a:cubicBezTo>
                  <a:pt x="495" y="508"/>
                  <a:pt x="494" y="510"/>
                  <a:pt x="496" y="514"/>
                </a:cubicBezTo>
                <a:cubicBezTo>
                  <a:pt x="496" y="518"/>
                  <a:pt x="496" y="518"/>
                  <a:pt x="496" y="518"/>
                </a:cubicBezTo>
                <a:cubicBezTo>
                  <a:pt x="491" y="514"/>
                  <a:pt x="491" y="514"/>
                  <a:pt x="491" y="514"/>
                </a:cubicBezTo>
                <a:cubicBezTo>
                  <a:pt x="491" y="505"/>
                  <a:pt x="491" y="505"/>
                  <a:pt x="491" y="505"/>
                </a:cubicBezTo>
                <a:cubicBezTo>
                  <a:pt x="493" y="502"/>
                  <a:pt x="495" y="500"/>
                  <a:pt x="496" y="498"/>
                </a:cubicBezTo>
                <a:close/>
                <a:moveTo>
                  <a:pt x="496" y="558"/>
                </a:moveTo>
                <a:cubicBezTo>
                  <a:pt x="496" y="563"/>
                  <a:pt x="496" y="563"/>
                  <a:pt x="496" y="563"/>
                </a:cubicBezTo>
                <a:cubicBezTo>
                  <a:pt x="495" y="566"/>
                  <a:pt x="493" y="568"/>
                  <a:pt x="491" y="570"/>
                </a:cubicBezTo>
                <a:cubicBezTo>
                  <a:pt x="491" y="550"/>
                  <a:pt x="491" y="550"/>
                  <a:pt x="491" y="550"/>
                </a:cubicBezTo>
                <a:cubicBezTo>
                  <a:pt x="496" y="558"/>
                  <a:pt x="496" y="558"/>
                  <a:pt x="496" y="558"/>
                </a:cubicBezTo>
                <a:close/>
                <a:moveTo>
                  <a:pt x="496" y="586"/>
                </a:moveTo>
                <a:cubicBezTo>
                  <a:pt x="496" y="593"/>
                  <a:pt x="496" y="593"/>
                  <a:pt x="496" y="593"/>
                </a:cubicBezTo>
                <a:cubicBezTo>
                  <a:pt x="494" y="594"/>
                  <a:pt x="493" y="594"/>
                  <a:pt x="491" y="595"/>
                </a:cubicBezTo>
                <a:cubicBezTo>
                  <a:pt x="491" y="589"/>
                  <a:pt x="491" y="589"/>
                  <a:pt x="491" y="589"/>
                </a:cubicBezTo>
                <a:cubicBezTo>
                  <a:pt x="496" y="586"/>
                  <a:pt x="496" y="586"/>
                  <a:pt x="496" y="586"/>
                </a:cubicBezTo>
                <a:close/>
                <a:moveTo>
                  <a:pt x="496" y="601"/>
                </a:moveTo>
                <a:cubicBezTo>
                  <a:pt x="496" y="608"/>
                  <a:pt x="496" y="608"/>
                  <a:pt x="496" y="608"/>
                </a:cubicBezTo>
                <a:cubicBezTo>
                  <a:pt x="494" y="607"/>
                  <a:pt x="493" y="606"/>
                  <a:pt x="491" y="605"/>
                </a:cubicBezTo>
                <a:cubicBezTo>
                  <a:pt x="491" y="598"/>
                  <a:pt x="491" y="598"/>
                  <a:pt x="491" y="598"/>
                </a:cubicBezTo>
                <a:cubicBezTo>
                  <a:pt x="493" y="599"/>
                  <a:pt x="494" y="600"/>
                  <a:pt x="496" y="601"/>
                </a:cubicBezTo>
                <a:close/>
                <a:moveTo>
                  <a:pt x="496" y="612"/>
                </a:moveTo>
                <a:cubicBezTo>
                  <a:pt x="496" y="618"/>
                  <a:pt x="496" y="618"/>
                  <a:pt x="496" y="618"/>
                </a:cubicBezTo>
                <a:cubicBezTo>
                  <a:pt x="494" y="619"/>
                  <a:pt x="493" y="620"/>
                  <a:pt x="491" y="620"/>
                </a:cubicBezTo>
                <a:cubicBezTo>
                  <a:pt x="491" y="614"/>
                  <a:pt x="491" y="614"/>
                  <a:pt x="491" y="614"/>
                </a:cubicBezTo>
                <a:cubicBezTo>
                  <a:pt x="493" y="613"/>
                  <a:pt x="495" y="613"/>
                  <a:pt x="496" y="612"/>
                </a:cubicBezTo>
                <a:close/>
                <a:moveTo>
                  <a:pt x="496" y="669"/>
                </a:moveTo>
                <a:cubicBezTo>
                  <a:pt x="496" y="681"/>
                  <a:pt x="496" y="681"/>
                  <a:pt x="496" y="681"/>
                </a:cubicBezTo>
                <a:cubicBezTo>
                  <a:pt x="491" y="683"/>
                  <a:pt x="491" y="683"/>
                  <a:pt x="491" y="683"/>
                </a:cubicBezTo>
                <a:cubicBezTo>
                  <a:pt x="491" y="671"/>
                  <a:pt x="491" y="671"/>
                  <a:pt x="491" y="671"/>
                </a:cubicBezTo>
                <a:cubicBezTo>
                  <a:pt x="496" y="669"/>
                  <a:pt x="496" y="669"/>
                  <a:pt x="496" y="669"/>
                </a:cubicBezTo>
                <a:close/>
                <a:moveTo>
                  <a:pt x="496" y="734"/>
                </a:moveTo>
                <a:cubicBezTo>
                  <a:pt x="496" y="743"/>
                  <a:pt x="496" y="743"/>
                  <a:pt x="496" y="743"/>
                </a:cubicBezTo>
                <a:cubicBezTo>
                  <a:pt x="495" y="743"/>
                  <a:pt x="493" y="744"/>
                  <a:pt x="491" y="744"/>
                </a:cubicBezTo>
                <a:cubicBezTo>
                  <a:pt x="493" y="746"/>
                  <a:pt x="495" y="747"/>
                  <a:pt x="496" y="748"/>
                </a:cubicBezTo>
                <a:cubicBezTo>
                  <a:pt x="496" y="760"/>
                  <a:pt x="496" y="760"/>
                  <a:pt x="496" y="760"/>
                </a:cubicBezTo>
                <a:cubicBezTo>
                  <a:pt x="494" y="758"/>
                  <a:pt x="493" y="757"/>
                  <a:pt x="491" y="755"/>
                </a:cubicBezTo>
                <a:cubicBezTo>
                  <a:pt x="491" y="736"/>
                  <a:pt x="491" y="736"/>
                  <a:pt x="491" y="736"/>
                </a:cubicBezTo>
                <a:cubicBezTo>
                  <a:pt x="493" y="736"/>
                  <a:pt x="494" y="735"/>
                  <a:pt x="496" y="734"/>
                </a:cubicBezTo>
                <a:close/>
                <a:moveTo>
                  <a:pt x="491" y="257"/>
                </a:moveTo>
                <a:cubicBezTo>
                  <a:pt x="491" y="245"/>
                  <a:pt x="491" y="245"/>
                  <a:pt x="491" y="245"/>
                </a:cubicBezTo>
                <a:cubicBezTo>
                  <a:pt x="492" y="247"/>
                  <a:pt x="492" y="250"/>
                  <a:pt x="492" y="254"/>
                </a:cubicBezTo>
                <a:cubicBezTo>
                  <a:pt x="492" y="255"/>
                  <a:pt x="491" y="256"/>
                  <a:pt x="491" y="257"/>
                </a:cubicBezTo>
                <a:close/>
                <a:moveTo>
                  <a:pt x="489" y="12"/>
                </a:moveTo>
                <a:cubicBezTo>
                  <a:pt x="490" y="12"/>
                  <a:pt x="490" y="12"/>
                  <a:pt x="491" y="12"/>
                </a:cubicBezTo>
                <a:cubicBezTo>
                  <a:pt x="491" y="20"/>
                  <a:pt x="491" y="20"/>
                  <a:pt x="491" y="20"/>
                </a:cubicBezTo>
                <a:cubicBezTo>
                  <a:pt x="490" y="20"/>
                  <a:pt x="490" y="20"/>
                  <a:pt x="489" y="20"/>
                </a:cubicBezTo>
                <a:cubicBezTo>
                  <a:pt x="489" y="12"/>
                  <a:pt x="489" y="12"/>
                  <a:pt x="489" y="12"/>
                </a:cubicBezTo>
                <a:close/>
                <a:moveTo>
                  <a:pt x="491" y="783"/>
                </a:moveTo>
                <a:cubicBezTo>
                  <a:pt x="489" y="783"/>
                  <a:pt x="489" y="783"/>
                  <a:pt x="489" y="783"/>
                </a:cubicBezTo>
                <a:cubicBezTo>
                  <a:pt x="489" y="774"/>
                  <a:pt x="489" y="774"/>
                  <a:pt x="489" y="774"/>
                </a:cubicBezTo>
                <a:cubicBezTo>
                  <a:pt x="490" y="774"/>
                  <a:pt x="490" y="774"/>
                  <a:pt x="491" y="774"/>
                </a:cubicBezTo>
                <a:cubicBezTo>
                  <a:pt x="491" y="783"/>
                  <a:pt x="491" y="783"/>
                  <a:pt x="491" y="783"/>
                </a:cubicBezTo>
                <a:close/>
                <a:moveTo>
                  <a:pt x="491" y="29"/>
                </a:moveTo>
                <a:cubicBezTo>
                  <a:pt x="491" y="57"/>
                  <a:pt x="491" y="57"/>
                  <a:pt x="491" y="57"/>
                </a:cubicBezTo>
                <a:cubicBezTo>
                  <a:pt x="489" y="57"/>
                  <a:pt x="489" y="57"/>
                  <a:pt x="489" y="57"/>
                </a:cubicBezTo>
                <a:cubicBezTo>
                  <a:pt x="489" y="24"/>
                  <a:pt x="489" y="24"/>
                  <a:pt x="489" y="24"/>
                </a:cubicBezTo>
                <a:cubicBezTo>
                  <a:pt x="490" y="26"/>
                  <a:pt x="490" y="27"/>
                  <a:pt x="491" y="29"/>
                </a:cubicBezTo>
                <a:close/>
                <a:moveTo>
                  <a:pt x="491" y="81"/>
                </a:moveTo>
                <a:cubicBezTo>
                  <a:pt x="491" y="122"/>
                  <a:pt x="491" y="122"/>
                  <a:pt x="491" y="122"/>
                </a:cubicBezTo>
                <a:cubicBezTo>
                  <a:pt x="490" y="122"/>
                  <a:pt x="490" y="122"/>
                  <a:pt x="489" y="122"/>
                </a:cubicBezTo>
                <a:cubicBezTo>
                  <a:pt x="489" y="75"/>
                  <a:pt x="489" y="75"/>
                  <a:pt x="489" y="75"/>
                </a:cubicBezTo>
                <a:cubicBezTo>
                  <a:pt x="490" y="76"/>
                  <a:pt x="490" y="77"/>
                  <a:pt x="491" y="81"/>
                </a:cubicBezTo>
                <a:close/>
                <a:moveTo>
                  <a:pt x="491" y="125"/>
                </a:moveTo>
                <a:cubicBezTo>
                  <a:pt x="491" y="141"/>
                  <a:pt x="491" y="141"/>
                  <a:pt x="491" y="141"/>
                </a:cubicBezTo>
                <a:cubicBezTo>
                  <a:pt x="490" y="141"/>
                  <a:pt x="490" y="141"/>
                  <a:pt x="489" y="141"/>
                </a:cubicBezTo>
                <a:cubicBezTo>
                  <a:pt x="489" y="125"/>
                  <a:pt x="489" y="125"/>
                  <a:pt x="489" y="125"/>
                </a:cubicBezTo>
                <a:cubicBezTo>
                  <a:pt x="491" y="125"/>
                  <a:pt x="491" y="125"/>
                  <a:pt x="491" y="125"/>
                </a:cubicBezTo>
                <a:close/>
                <a:moveTo>
                  <a:pt x="491" y="184"/>
                </a:moveTo>
                <a:cubicBezTo>
                  <a:pt x="491" y="190"/>
                  <a:pt x="491" y="190"/>
                  <a:pt x="491" y="190"/>
                </a:cubicBezTo>
                <a:cubicBezTo>
                  <a:pt x="491" y="190"/>
                  <a:pt x="490" y="190"/>
                  <a:pt x="490" y="190"/>
                </a:cubicBezTo>
                <a:cubicBezTo>
                  <a:pt x="490" y="192"/>
                  <a:pt x="491" y="193"/>
                  <a:pt x="491" y="195"/>
                </a:cubicBezTo>
                <a:cubicBezTo>
                  <a:pt x="491" y="213"/>
                  <a:pt x="491" y="213"/>
                  <a:pt x="491" y="213"/>
                </a:cubicBezTo>
                <a:cubicBezTo>
                  <a:pt x="490" y="213"/>
                  <a:pt x="490" y="213"/>
                  <a:pt x="489" y="213"/>
                </a:cubicBezTo>
                <a:cubicBezTo>
                  <a:pt x="489" y="183"/>
                  <a:pt x="489" y="183"/>
                  <a:pt x="489" y="183"/>
                </a:cubicBezTo>
                <a:cubicBezTo>
                  <a:pt x="490" y="184"/>
                  <a:pt x="490" y="184"/>
                  <a:pt x="491" y="184"/>
                </a:cubicBezTo>
                <a:close/>
                <a:moveTo>
                  <a:pt x="491" y="245"/>
                </a:moveTo>
                <a:cubicBezTo>
                  <a:pt x="491" y="257"/>
                  <a:pt x="491" y="257"/>
                  <a:pt x="491" y="257"/>
                </a:cubicBezTo>
                <a:cubicBezTo>
                  <a:pt x="490" y="259"/>
                  <a:pt x="490" y="261"/>
                  <a:pt x="489" y="263"/>
                </a:cubicBezTo>
                <a:cubicBezTo>
                  <a:pt x="489" y="241"/>
                  <a:pt x="489" y="241"/>
                  <a:pt x="489" y="241"/>
                </a:cubicBezTo>
                <a:cubicBezTo>
                  <a:pt x="490" y="242"/>
                  <a:pt x="490" y="244"/>
                  <a:pt x="491" y="245"/>
                </a:cubicBezTo>
                <a:close/>
                <a:moveTo>
                  <a:pt x="491" y="291"/>
                </a:moveTo>
                <a:cubicBezTo>
                  <a:pt x="491" y="294"/>
                  <a:pt x="491" y="294"/>
                  <a:pt x="491" y="294"/>
                </a:cubicBezTo>
                <a:cubicBezTo>
                  <a:pt x="491" y="295"/>
                  <a:pt x="491" y="295"/>
                  <a:pt x="491" y="295"/>
                </a:cubicBezTo>
                <a:cubicBezTo>
                  <a:pt x="491" y="296"/>
                  <a:pt x="491" y="296"/>
                  <a:pt x="491" y="296"/>
                </a:cubicBezTo>
                <a:cubicBezTo>
                  <a:pt x="491" y="302"/>
                  <a:pt x="491" y="302"/>
                  <a:pt x="491" y="302"/>
                </a:cubicBezTo>
                <a:cubicBezTo>
                  <a:pt x="490" y="302"/>
                  <a:pt x="490" y="301"/>
                  <a:pt x="489" y="301"/>
                </a:cubicBezTo>
                <a:cubicBezTo>
                  <a:pt x="489" y="293"/>
                  <a:pt x="489" y="293"/>
                  <a:pt x="489" y="293"/>
                </a:cubicBezTo>
                <a:cubicBezTo>
                  <a:pt x="490" y="292"/>
                  <a:pt x="490" y="292"/>
                  <a:pt x="491" y="291"/>
                </a:cubicBezTo>
                <a:close/>
                <a:moveTo>
                  <a:pt x="491" y="312"/>
                </a:moveTo>
                <a:cubicBezTo>
                  <a:pt x="491" y="316"/>
                  <a:pt x="491" y="316"/>
                  <a:pt x="491" y="316"/>
                </a:cubicBezTo>
                <a:cubicBezTo>
                  <a:pt x="489" y="315"/>
                  <a:pt x="489" y="315"/>
                  <a:pt x="489" y="315"/>
                </a:cubicBezTo>
                <a:cubicBezTo>
                  <a:pt x="489" y="311"/>
                  <a:pt x="489" y="311"/>
                  <a:pt x="489" y="311"/>
                </a:cubicBezTo>
                <a:cubicBezTo>
                  <a:pt x="491" y="312"/>
                  <a:pt x="491" y="312"/>
                  <a:pt x="491" y="312"/>
                </a:cubicBezTo>
                <a:close/>
                <a:moveTo>
                  <a:pt x="491" y="320"/>
                </a:moveTo>
                <a:cubicBezTo>
                  <a:pt x="491" y="324"/>
                  <a:pt x="491" y="324"/>
                  <a:pt x="491" y="324"/>
                </a:cubicBezTo>
                <a:cubicBezTo>
                  <a:pt x="490" y="325"/>
                  <a:pt x="490" y="325"/>
                  <a:pt x="489" y="326"/>
                </a:cubicBezTo>
                <a:cubicBezTo>
                  <a:pt x="489" y="321"/>
                  <a:pt x="489" y="321"/>
                  <a:pt x="489" y="321"/>
                </a:cubicBezTo>
                <a:cubicBezTo>
                  <a:pt x="490" y="321"/>
                  <a:pt x="490" y="320"/>
                  <a:pt x="491" y="320"/>
                </a:cubicBezTo>
                <a:close/>
                <a:moveTo>
                  <a:pt x="491" y="347"/>
                </a:moveTo>
                <a:cubicBezTo>
                  <a:pt x="491" y="367"/>
                  <a:pt x="491" y="367"/>
                  <a:pt x="491" y="367"/>
                </a:cubicBezTo>
                <a:cubicBezTo>
                  <a:pt x="490" y="368"/>
                  <a:pt x="490" y="369"/>
                  <a:pt x="489" y="370"/>
                </a:cubicBezTo>
                <a:cubicBezTo>
                  <a:pt x="489" y="363"/>
                  <a:pt x="489" y="363"/>
                  <a:pt x="489" y="363"/>
                </a:cubicBezTo>
                <a:cubicBezTo>
                  <a:pt x="491" y="362"/>
                  <a:pt x="491" y="362"/>
                  <a:pt x="491" y="362"/>
                </a:cubicBezTo>
                <a:cubicBezTo>
                  <a:pt x="490" y="358"/>
                  <a:pt x="490" y="355"/>
                  <a:pt x="490" y="352"/>
                </a:cubicBezTo>
                <a:cubicBezTo>
                  <a:pt x="490" y="352"/>
                  <a:pt x="490" y="352"/>
                  <a:pt x="489" y="353"/>
                </a:cubicBezTo>
                <a:cubicBezTo>
                  <a:pt x="489" y="344"/>
                  <a:pt x="489" y="344"/>
                  <a:pt x="489" y="344"/>
                </a:cubicBezTo>
                <a:cubicBezTo>
                  <a:pt x="490" y="345"/>
                  <a:pt x="490" y="346"/>
                  <a:pt x="491" y="347"/>
                </a:cubicBezTo>
                <a:close/>
                <a:moveTo>
                  <a:pt x="491" y="378"/>
                </a:moveTo>
                <a:cubicBezTo>
                  <a:pt x="491" y="384"/>
                  <a:pt x="491" y="384"/>
                  <a:pt x="491" y="384"/>
                </a:cubicBezTo>
                <a:cubicBezTo>
                  <a:pt x="490" y="386"/>
                  <a:pt x="490" y="388"/>
                  <a:pt x="490" y="391"/>
                </a:cubicBezTo>
                <a:cubicBezTo>
                  <a:pt x="490" y="391"/>
                  <a:pt x="491" y="391"/>
                  <a:pt x="491" y="391"/>
                </a:cubicBezTo>
                <a:cubicBezTo>
                  <a:pt x="491" y="399"/>
                  <a:pt x="491" y="399"/>
                  <a:pt x="491" y="399"/>
                </a:cubicBezTo>
                <a:cubicBezTo>
                  <a:pt x="490" y="401"/>
                  <a:pt x="490" y="402"/>
                  <a:pt x="490" y="404"/>
                </a:cubicBezTo>
                <a:cubicBezTo>
                  <a:pt x="491" y="404"/>
                  <a:pt x="491" y="404"/>
                  <a:pt x="491" y="404"/>
                </a:cubicBezTo>
                <a:cubicBezTo>
                  <a:pt x="491" y="408"/>
                  <a:pt x="491" y="408"/>
                  <a:pt x="491" y="408"/>
                </a:cubicBezTo>
                <a:cubicBezTo>
                  <a:pt x="491" y="409"/>
                  <a:pt x="491" y="409"/>
                  <a:pt x="491" y="409"/>
                </a:cubicBezTo>
                <a:cubicBezTo>
                  <a:pt x="490" y="411"/>
                  <a:pt x="490" y="413"/>
                  <a:pt x="490" y="415"/>
                </a:cubicBezTo>
                <a:cubicBezTo>
                  <a:pt x="491" y="414"/>
                  <a:pt x="491" y="414"/>
                  <a:pt x="491" y="414"/>
                </a:cubicBezTo>
                <a:cubicBezTo>
                  <a:pt x="491" y="420"/>
                  <a:pt x="491" y="420"/>
                  <a:pt x="491" y="420"/>
                </a:cubicBezTo>
                <a:cubicBezTo>
                  <a:pt x="490" y="420"/>
                  <a:pt x="490" y="420"/>
                  <a:pt x="490" y="420"/>
                </a:cubicBezTo>
                <a:cubicBezTo>
                  <a:pt x="489" y="422"/>
                  <a:pt x="489" y="422"/>
                  <a:pt x="489" y="422"/>
                </a:cubicBezTo>
                <a:cubicBezTo>
                  <a:pt x="489" y="379"/>
                  <a:pt x="489" y="379"/>
                  <a:pt x="489" y="379"/>
                </a:cubicBezTo>
                <a:cubicBezTo>
                  <a:pt x="491" y="378"/>
                  <a:pt x="491" y="378"/>
                  <a:pt x="491" y="378"/>
                </a:cubicBezTo>
                <a:close/>
                <a:moveTo>
                  <a:pt x="491" y="425"/>
                </a:moveTo>
                <a:cubicBezTo>
                  <a:pt x="491" y="430"/>
                  <a:pt x="491" y="430"/>
                  <a:pt x="491" y="430"/>
                </a:cubicBezTo>
                <a:cubicBezTo>
                  <a:pt x="490" y="430"/>
                  <a:pt x="490" y="431"/>
                  <a:pt x="489" y="431"/>
                </a:cubicBezTo>
                <a:cubicBezTo>
                  <a:pt x="489" y="426"/>
                  <a:pt x="489" y="426"/>
                  <a:pt x="489" y="426"/>
                </a:cubicBezTo>
                <a:cubicBezTo>
                  <a:pt x="490" y="426"/>
                  <a:pt x="490" y="426"/>
                  <a:pt x="491" y="425"/>
                </a:cubicBezTo>
                <a:close/>
                <a:moveTo>
                  <a:pt x="491" y="437"/>
                </a:moveTo>
                <a:cubicBezTo>
                  <a:pt x="491" y="441"/>
                  <a:pt x="491" y="441"/>
                  <a:pt x="491" y="441"/>
                </a:cubicBezTo>
                <a:cubicBezTo>
                  <a:pt x="490" y="441"/>
                  <a:pt x="490" y="441"/>
                  <a:pt x="489" y="442"/>
                </a:cubicBezTo>
                <a:cubicBezTo>
                  <a:pt x="489" y="437"/>
                  <a:pt x="489" y="437"/>
                  <a:pt x="489" y="437"/>
                </a:cubicBezTo>
                <a:cubicBezTo>
                  <a:pt x="491" y="437"/>
                  <a:pt x="491" y="437"/>
                  <a:pt x="491" y="437"/>
                </a:cubicBezTo>
                <a:close/>
                <a:moveTo>
                  <a:pt x="491" y="446"/>
                </a:moveTo>
                <a:cubicBezTo>
                  <a:pt x="491" y="456"/>
                  <a:pt x="491" y="456"/>
                  <a:pt x="491" y="456"/>
                </a:cubicBezTo>
                <a:cubicBezTo>
                  <a:pt x="490" y="457"/>
                  <a:pt x="490" y="458"/>
                  <a:pt x="489" y="459"/>
                </a:cubicBezTo>
                <a:cubicBezTo>
                  <a:pt x="489" y="447"/>
                  <a:pt x="489" y="447"/>
                  <a:pt x="489" y="447"/>
                </a:cubicBezTo>
                <a:cubicBezTo>
                  <a:pt x="490" y="447"/>
                  <a:pt x="490" y="447"/>
                  <a:pt x="491" y="446"/>
                </a:cubicBezTo>
                <a:close/>
                <a:moveTo>
                  <a:pt x="491" y="478"/>
                </a:moveTo>
                <a:cubicBezTo>
                  <a:pt x="491" y="489"/>
                  <a:pt x="491" y="489"/>
                  <a:pt x="491" y="489"/>
                </a:cubicBezTo>
                <a:cubicBezTo>
                  <a:pt x="489" y="493"/>
                  <a:pt x="489" y="493"/>
                  <a:pt x="489" y="493"/>
                </a:cubicBezTo>
                <a:cubicBezTo>
                  <a:pt x="489" y="476"/>
                  <a:pt x="489" y="476"/>
                  <a:pt x="489" y="476"/>
                </a:cubicBezTo>
                <a:cubicBezTo>
                  <a:pt x="491" y="478"/>
                  <a:pt x="491" y="478"/>
                  <a:pt x="491" y="478"/>
                </a:cubicBezTo>
                <a:close/>
                <a:moveTo>
                  <a:pt x="491" y="505"/>
                </a:moveTo>
                <a:cubicBezTo>
                  <a:pt x="491" y="514"/>
                  <a:pt x="491" y="514"/>
                  <a:pt x="491" y="514"/>
                </a:cubicBezTo>
                <a:cubicBezTo>
                  <a:pt x="489" y="512"/>
                  <a:pt x="489" y="512"/>
                  <a:pt x="489" y="512"/>
                </a:cubicBezTo>
                <a:cubicBezTo>
                  <a:pt x="489" y="507"/>
                  <a:pt x="489" y="507"/>
                  <a:pt x="489" y="507"/>
                </a:cubicBezTo>
                <a:cubicBezTo>
                  <a:pt x="490" y="506"/>
                  <a:pt x="490" y="506"/>
                  <a:pt x="491" y="505"/>
                </a:cubicBezTo>
                <a:close/>
                <a:moveTo>
                  <a:pt x="491" y="550"/>
                </a:moveTo>
                <a:cubicBezTo>
                  <a:pt x="491" y="570"/>
                  <a:pt x="491" y="570"/>
                  <a:pt x="491" y="570"/>
                </a:cubicBezTo>
                <a:cubicBezTo>
                  <a:pt x="490" y="570"/>
                  <a:pt x="490" y="571"/>
                  <a:pt x="489" y="571"/>
                </a:cubicBezTo>
                <a:cubicBezTo>
                  <a:pt x="489" y="547"/>
                  <a:pt x="489" y="547"/>
                  <a:pt x="489" y="547"/>
                </a:cubicBezTo>
                <a:cubicBezTo>
                  <a:pt x="491" y="550"/>
                  <a:pt x="491" y="550"/>
                  <a:pt x="491" y="550"/>
                </a:cubicBezTo>
                <a:close/>
                <a:moveTo>
                  <a:pt x="491" y="589"/>
                </a:moveTo>
                <a:cubicBezTo>
                  <a:pt x="491" y="595"/>
                  <a:pt x="491" y="595"/>
                  <a:pt x="491" y="595"/>
                </a:cubicBezTo>
                <a:cubicBezTo>
                  <a:pt x="490" y="596"/>
                  <a:pt x="490" y="596"/>
                  <a:pt x="489" y="596"/>
                </a:cubicBezTo>
                <a:cubicBezTo>
                  <a:pt x="489" y="590"/>
                  <a:pt x="489" y="590"/>
                  <a:pt x="489" y="590"/>
                </a:cubicBezTo>
                <a:cubicBezTo>
                  <a:pt x="491" y="589"/>
                  <a:pt x="491" y="589"/>
                  <a:pt x="491" y="589"/>
                </a:cubicBezTo>
                <a:close/>
                <a:moveTo>
                  <a:pt x="491" y="598"/>
                </a:moveTo>
                <a:cubicBezTo>
                  <a:pt x="491" y="605"/>
                  <a:pt x="491" y="605"/>
                  <a:pt x="491" y="605"/>
                </a:cubicBezTo>
                <a:cubicBezTo>
                  <a:pt x="490" y="604"/>
                  <a:pt x="490" y="604"/>
                  <a:pt x="489" y="604"/>
                </a:cubicBezTo>
                <a:cubicBezTo>
                  <a:pt x="489" y="597"/>
                  <a:pt x="489" y="597"/>
                  <a:pt x="489" y="597"/>
                </a:cubicBezTo>
                <a:cubicBezTo>
                  <a:pt x="491" y="598"/>
                  <a:pt x="491" y="598"/>
                  <a:pt x="491" y="598"/>
                </a:cubicBezTo>
                <a:close/>
                <a:moveTo>
                  <a:pt x="491" y="614"/>
                </a:moveTo>
                <a:cubicBezTo>
                  <a:pt x="491" y="620"/>
                  <a:pt x="491" y="620"/>
                  <a:pt x="491" y="620"/>
                </a:cubicBezTo>
                <a:cubicBezTo>
                  <a:pt x="490" y="621"/>
                  <a:pt x="490" y="621"/>
                  <a:pt x="489" y="621"/>
                </a:cubicBezTo>
                <a:cubicBezTo>
                  <a:pt x="489" y="614"/>
                  <a:pt x="489" y="614"/>
                  <a:pt x="489" y="614"/>
                </a:cubicBezTo>
                <a:cubicBezTo>
                  <a:pt x="491" y="614"/>
                  <a:pt x="491" y="614"/>
                  <a:pt x="491" y="614"/>
                </a:cubicBezTo>
                <a:close/>
                <a:moveTo>
                  <a:pt x="491" y="671"/>
                </a:moveTo>
                <a:cubicBezTo>
                  <a:pt x="491" y="683"/>
                  <a:pt x="491" y="683"/>
                  <a:pt x="491" y="683"/>
                </a:cubicBezTo>
                <a:cubicBezTo>
                  <a:pt x="489" y="684"/>
                  <a:pt x="489" y="684"/>
                  <a:pt x="489" y="684"/>
                </a:cubicBezTo>
                <a:cubicBezTo>
                  <a:pt x="489" y="671"/>
                  <a:pt x="489" y="671"/>
                  <a:pt x="489" y="671"/>
                </a:cubicBezTo>
                <a:cubicBezTo>
                  <a:pt x="491" y="671"/>
                  <a:pt x="491" y="671"/>
                  <a:pt x="491" y="671"/>
                </a:cubicBezTo>
                <a:close/>
                <a:moveTo>
                  <a:pt x="491" y="736"/>
                </a:moveTo>
                <a:cubicBezTo>
                  <a:pt x="491" y="755"/>
                  <a:pt x="491" y="755"/>
                  <a:pt x="491" y="755"/>
                </a:cubicBezTo>
                <a:cubicBezTo>
                  <a:pt x="490" y="755"/>
                  <a:pt x="490" y="754"/>
                  <a:pt x="489" y="754"/>
                </a:cubicBezTo>
                <a:cubicBezTo>
                  <a:pt x="489" y="737"/>
                  <a:pt x="489" y="737"/>
                  <a:pt x="489" y="737"/>
                </a:cubicBezTo>
                <a:cubicBezTo>
                  <a:pt x="490" y="737"/>
                  <a:pt x="490" y="737"/>
                  <a:pt x="491" y="736"/>
                </a:cubicBezTo>
                <a:close/>
                <a:moveTo>
                  <a:pt x="489" y="146"/>
                </a:moveTo>
                <a:cubicBezTo>
                  <a:pt x="489" y="142"/>
                  <a:pt x="489" y="142"/>
                  <a:pt x="489" y="142"/>
                </a:cubicBezTo>
                <a:cubicBezTo>
                  <a:pt x="489" y="142"/>
                  <a:pt x="489" y="142"/>
                  <a:pt x="489" y="142"/>
                </a:cubicBezTo>
                <a:cubicBezTo>
                  <a:pt x="489" y="144"/>
                  <a:pt x="490" y="145"/>
                  <a:pt x="489" y="146"/>
                </a:cubicBezTo>
                <a:close/>
                <a:moveTo>
                  <a:pt x="486" y="12"/>
                </a:moveTo>
                <a:cubicBezTo>
                  <a:pt x="487" y="12"/>
                  <a:pt x="488" y="12"/>
                  <a:pt x="489" y="12"/>
                </a:cubicBezTo>
                <a:cubicBezTo>
                  <a:pt x="489" y="20"/>
                  <a:pt x="489" y="20"/>
                  <a:pt x="489" y="20"/>
                </a:cubicBezTo>
                <a:cubicBezTo>
                  <a:pt x="488" y="20"/>
                  <a:pt x="488" y="20"/>
                  <a:pt x="488" y="20"/>
                </a:cubicBezTo>
                <a:cubicBezTo>
                  <a:pt x="488" y="21"/>
                  <a:pt x="489" y="23"/>
                  <a:pt x="489" y="24"/>
                </a:cubicBezTo>
                <a:cubicBezTo>
                  <a:pt x="489" y="57"/>
                  <a:pt x="489" y="57"/>
                  <a:pt x="489" y="57"/>
                </a:cubicBezTo>
                <a:cubicBezTo>
                  <a:pt x="488" y="57"/>
                  <a:pt x="487" y="57"/>
                  <a:pt x="486" y="57"/>
                </a:cubicBezTo>
                <a:cubicBezTo>
                  <a:pt x="486" y="50"/>
                  <a:pt x="486" y="50"/>
                  <a:pt x="486" y="50"/>
                </a:cubicBezTo>
                <a:cubicBezTo>
                  <a:pt x="488" y="50"/>
                  <a:pt x="488" y="50"/>
                  <a:pt x="488" y="50"/>
                </a:cubicBezTo>
                <a:cubicBezTo>
                  <a:pt x="487" y="48"/>
                  <a:pt x="487" y="46"/>
                  <a:pt x="486" y="45"/>
                </a:cubicBezTo>
                <a:cubicBezTo>
                  <a:pt x="486" y="12"/>
                  <a:pt x="486" y="12"/>
                  <a:pt x="486" y="12"/>
                </a:cubicBezTo>
                <a:close/>
                <a:moveTo>
                  <a:pt x="489" y="783"/>
                </a:moveTo>
                <a:cubicBezTo>
                  <a:pt x="488" y="783"/>
                  <a:pt x="487" y="783"/>
                  <a:pt x="486" y="783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8" y="774"/>
                  <a:pt x="488" y="774"/>
                  <a:pt x="489" y="774"/>
                </a:cubicBezTo>
                <a:cubicBezTo>
                  <a:pt x="489" y="783"/>
                  <a:pt x="489" y="783"/>
                  <a:pt x="489" y="783"/>
                </a:cubicBezTo>
                <a:close/>
                <a:moveTo>
                  <a:pt x="489" y="75"/>
                </a:moveTo>
                <a:cubicBezTo>
                  <a:pt x="489" y="122"/>
                  <a:pt x="489" y="122"/>
                  <a:pt x="489" y="122"/>
                </a:cubicBezTo>
                <a:cubicBezTo>
                  <a:pt x="488" y="121"/>
                  <a:pt x="488" y="121"/>
                  <a:pt x="486" y="121"/>
                </a:cubicBezTo>
                <a:cubicBezTo>
                  <a:pt x="486" y="75"/>
                  <a:pt x="486" y="75"/>
                  <a:pt x="486" y="75"/>
                </a:cubicBezTo>
                <a:cubicBezTo>
                  <a:pt x="489" y="75"/>
                  <a:pt x="489" y="75"/>
                  <a:pt x="489" y="75"/>
                </a:cubicBezTo>
                <a:cubicBezTo>
                  <a:pt x="489" y="75"/>
                  <a:pt x="489" y="75"/>
                  <a:pt x="489" y="75"/>
                </a:cubicBezTo>
                <a:close/>
                <a:moveTo>
                  <a:pt x="489" y="125"/>
                </a:moveTo>
                <a:cubicBezTo>
                  <a:pt x="489" y="141"/>
                  <a:pt x="489" y="141"/>
                  <a:pt x="489" y="141"/>
                </a:cubicBezTo>
                <a:cubicBezTo>
                  <a:pt x="488" y="140"/>
                  <a:pt x="487" y="140"/>
                  <a:pt x="486" y="140"/>
                </a:cubicBezTo>
                <a:cubicBezTo>
                  <a:pt x="486" y="125"/>
                  <a:pt x="486" y="125"/>
                  <a:pt x="486" y="125"/>
                </a:cubicBezTo>
                <a:cubicBezTo>
                  <a:pt x="487" y="125"/>
                  <a:pt x="488" y="125"/>
                  <a:pt x="489" y="125"/>
                </a:cubicBezTo>
                <a:close/>
                <a:moveTo>
                  <a:pt x="489" y="142"/>
                </a:moveTo>
                <a:cubicBezTo>
                  <a:pt x="489" y="146"/>
                  <a:pt x="489" y="146"/>
                  <a:pt x="489" y="146"/>
                </a:cubicBezTo>
                <a:cubicBezTo>
                  <a:pt x="489" y="146"/>
                  <a:pt x="489" y="147"/>
                  <a:pt x="488" y="148"/>
                </a:cubicBezTo>
                <a:cubicBezTo>
                  <a:pt x="486" y="148"/>
                  <a:pt x="486" y="148"/>
                  <a:pt x="486" y="148"/>
                </a:cubicBezTo>
                <a:cubicBezTo>
                  <a:pt x="486" y="141"/>
                  <a:pt x="486" y="141"/>
                  <a:pt x="486" y="141"/>
                </a:cubicBezTo>
                <a:cubicBezTo>
                  <a:pt x="488" y="141"/>
                  <a:pt x="488" y="142"/>
                  <a:pt x="489" y="142"/>
                </a:cubicBezTo>
                <a:close/>
                <a:moveTo>
                  <a:pt x="489" y="183"/>
                </a:moveTo>
                <a:cubicBezTo>
                  <a:pt x="489" y="213"/>
                  <a:pt x="489" y="213"/>
                  <a:pt x="489" y="213"/>
                </a:cubicBezTo>
                <a:cubicBezTo>
                  <a:pt x="488" y="213"/>
                  <a:pt x="487" y="212"/>
                  <a:pt x="486" y="212"/>
                </a:cubicBezTo>
                <a:cubicBezTo>
                  <a:pt x="486" y="182"/>
                  <a:pt x="486" y="182"/>
                  <a:pt x="486" y="182"/>
                </a:cubicBezTo>
                <a:cubicBezTo>
                  <a:pt x="487" y="183"/>
                  <a:pt x="488" y="183"/>
                  <a:pt x="489" y="183"/>
                </a:cubicBezTo>
                <a:close/>
                <a:moveTo>
                  <a:pt x="489" y="241"/>
                </a:moveTo>
                <a:cubicBezTo>
                  <a:pt x="489" y="263"/>
                  <a:pt x="489" y="263"/>
                  <a:pt x="489" y="263"/>
                </a:cubicBezTo>
                <a:cubicBezTo>
                  <a:pt x="489" y="264"/>
                  <a:pt x="489" y="264"/>
                  <a:pt x="489" y="264"/>
                </a:cubicBezTo>
                <a:cubicBezTo>
                  <a:pt x="488" y="264"/>
                  <a:pt x="487" y="265"/>
                  <a:pt x="486" y="266"/>
                </a:cubicBezTo>
                <a:cubicBezTo>
                  <a:pt x="486" y="237"/>
                  <a:pt x="486" y="237"/>
                  <a:pt x="486" y="237"/>
                </a:cubicBezTo>
                <a:cubicBezTo>
                  <a:pt x="488" y="238"/>
                  <a:pt x="488" y="240"/>
                  <a:pt x="489" y="241"/>
                </a:cubicBezTo>
                <a:close/>
                <a:moveTo>
                  <a:pt x="489" y="293"/>
                </a:moveTo>
                <a:cubicBezTo>
                  <a:pt x="489" y="301"/>
                  <a:pt x="489" y="301"/>
                  <a:pt x="489" y="301"/>
                </a:cubicBezTo>
                <a:cubicBezTo>
                  <a:pt x="488" y="301"/>
                  <a:pt x="488" y="301"/>
                  <a:pt x="486" y="301"/>
                </a:cubicBezTo>
                <a:cubicBezTo>
                  <a:pt x="486" y="295"/>
                  <a:pt x="486" y="295"/>
                  <a:pt x="486" y="295"/>
                </a:cubicBezTo>
                <a:cubicBezTo>
                  <a:pt x="488" y="294"/>
                  <a:pt x="488" y="294"/>
                  <a:pt x="489" y="293"/>
                </a:cubicBezTo>
                <a:close/>
                <a:moveTo>
                  <a:pt x="489" y="311"/>
                </a:moveTo>
                <a:cubicBezTo>
                  <a:pt x="489" y="315"/>
                  <a:pt x="489" y="315"/>
                  <a:pt x="489" y="315"/>
                </a:cubicBezTo>
                <a:cubicBezTo>
                  <a:pt x="488" y="314"/>
                  <a:pt x="487" y="314"/>
                  <a:pt x="486" y="313"/>
                </a:cubicBezTo>
                <a:cubicBezTo>
                  <a:pt x="486" y="309"/>
                  <a:pt x="486" y="309"/>
                  <a:pt x="486" y="309"/>
                </a:cubicBezTo>
                <a:cubicBezTo>
                  <a:pt x="489" y="311"/>
                  <a:pt x="489" y="311"/>
                  <a:pt x="489" y="311"/>
                </a:cubicBezTo>
                <a:close/>
                <a:moveTo>
                  <a:pt x="489" y="321"/>
                </a:moveTo>
                <a:cubicBezTo>
                  <a:pt x="489" y="326"/>
                  <a:pt x="489" y="326"/>
                  <a:pt x="489" y="326"/>
                </a:cubicBezTo>
                <a:cubicBezTo>
                  <a:pt x="488" y="327"/>
                  <a:pt x="487" y="328"/>
                  <a:pt x="486" y="329"/>
                </a:cubicBezTo>
                <a:cubicBezTo>
                  <a:pt x="486" y="322"/>
                  <a:pt x="486" y="322"/>
                  <a:pt x="486" y="322"/>
                </a:cubicBezTo>
                <a:cubicBezTo>
                  <a:pt x="488" y="322"/>
                  <a:pt x="488" y="321"/>
                  <a:pt x="489" y="321"/>
                </a:cubicBezTo>
                <a:close/>
                <a:moveTo>
                  <a:pt x="489" y="344"/>
                </a:moveTo>
                <a:cubicBezTo>
                  <a:pt x="489" y="353"/>
                  <a:pt x="489" y="353"/>
                  <a:pt x="489" y="353"/>
                </a:cubicBezTo>
                <a:cubicBezTo>
                  <a:pt x="488" y="353"/>
                  <a:pt x="487" y="354"/>
                  <a:pt x="486" y="354"/>
                </a:cubicBezTo>
                <a:cubicBezTo>
                  <a:pt x="486" y="340"/>
                  <a:pt x="486" y="340"/>
                  <a:pt x="486" y="340"/>
                </a:cubicBezTo>
                <a:cubicBezTo>
                  <a:pt x="488" y="341"/>
                  <a:pt x="488" y="343"/>
                  <a:pt x="489" y="344"/>
                </a:cubicBezTo>
                <a:close/>
                <a:moveTo>
                  <a:pt x="489" y="363"/>
                </a:moveTo>
                <a:cubicBezTo>
                  <a:pt x="489" y="370"/>
                  <a:pt x="489" y="370"/>
                  <a:pt x="489" y="370"/>
                </a:cubicBezTo>
                <a:cubicBezTo>
                  <a:pt x="488" y="372"/>
                  <a:pt x="488" y="375"/>
                  <a:pt x="488" y="381"/>
                </a:cubicBezTo>
                <a:cubicBezTo>
                  <a:pt x="489" y="379"/>
                  <a:pt x="489" y="379"/>
                  <a:pt x="489" y="379"/>
                </a:cubicBezTo>
                <a:cubicBezTo>
                  <a:pt x="489" y="422"/>
                  <a:pt x="489" y="422"/>
                  <a:pt x="489" y="422"/>
                </a:cubicBezTo>
                <a:cubicBezTo>
                  <a:pt x="489" y="423"/>
                  <a:pt x="488" y="425"/>
                  <a:pt x="488" y="426"/>
                </a:cubicBezTo>
                <a:cubicBezTo>
                  <a:pt x="488" y="426"/>
                  <a:pt x="489" y="426"/>
                  <a:pt x="489" y="426"/>
                </a:cubicBezTo>
                <a:cubicBezTo>
                  <a:pt x="489" y="431"/>
                  <a:pt x="489" y="431"/>
                  <a:pt x="489" y="431"/>
                </a:cubicBezTo>
                <a:cubicBezTo>
                  <a:pt x="488" y="432"/>
                  <a:pt x="487" y="432"/>
                  <a:pt x="486" y="433"/>
                </a:cubicBezTo>
                <a:cubicBezTo>
                  <a:pt x="486" y="366"/>
                  <a:pt x="486" y="366"/>
                  <a:pt x="486" y="366"/>
                </a:cubicBezTo>
                <a:cubicBezTo>
                  <a:pt x="487" y="365"/>
                  <a:pt x="488" y="364"/>
                  <a:pt x="489" y="363"/>
                </a:cubicBezTo>
                <a:close/>
                <a:moveTo>
                  <a:pt x="489" y="437"/>
                </a:moveTo>
                <a:cubicBezTo>
                  <a:pt x="489" y="442"/>
                  <a:pt x="489" y="442"/>
                  <a:pt x="489" y="442"/>
                </a:cubicBezTo>
                <a:cubicBezTo>
                  <a:pt x="488" y="442"/>
                  <a:pt x="488" y="442"/>
                  <a:pt x="486" y="442"/>
                </a:cubicBezTo>
                <a:cubicBezTo>
                  <a:pt x="486" y="438"/>
                  <a:pt x="486" y="438"/>
                  <a:pt x="486" y="438"/>
                </a:cubicBezTo>
                <a:cubicBezTo>
                  <a:pt x="489" y="437"/>
                  <a:pt x="489" y="437"/>
                  <a:pt x="489" y="437"/>
                </a:cubicBezTo>
                <a:close/>
                <a:moveTo>
                  <a:pt x="489" y="447"/>
                </a:moveTo>
                <a:cubicBezTo>
                  <a:pt x="489" y="459"/>
                  <a:pt x="489" y="459"/>
                  <a:pt x="489" y="459"/>
                </a:cubicBezTo>
                <a:cubicBezTo>
                  <a:pt x="488" y="460"/>
                  <a:pt x="488" y="462"/>
                  <a:pt x="486" y="463"/>
                </a:cubicBezTo>
                <a:cubicBezTo>
                  <a:pt x="486" y="456"/>
                  <a:pt x="486" y="456"/>
                  <a:pt x="486" y="456"/>
                </a:cubicBezTo>
                <a:cubicBezTo>
                  <a:pt x="487" y="455"/>
                  <a:pt x="488" y="454"/>
                  <a:pt x="489" y="453"/>
                </a:cubicBezTo>
                <a:cubicBezTo>
                  <a:pt x="488" y="453"/>
                  <a:pt x="487" y="453"/>
                  <a:pt x="486" y="453"/>
                </a:cubicBezTo>
                <a:cubicBezTo>
                  <a:pt x="486" y="448"/>
                  <a:pt x="486" y="448"/>
                  <a:pt x="486" y="448"/>
                </a:cubicBezTo>
                <a:cubicBezTo>
                  <a:pt x="488" y="448"/>
                  <a:pt x="488" y="448"/>
                  <a:pt x="489" y="447"/>
                </a:cubicBezTo>
                <a:close/>
                <a:moveTo>
                  <a:pt x="489" y="476"/>
                </a:moveTo>
                <a:cubicBezTo>
                  <a:pt x="489" y="493"/>
                  <a:pt x="489" y="493"/>
                  <a:pt x="489" y="493"/>
                </a:cubicBezTo>
                <a:cubicBezTo>
                  <a:pt x="486" y="498"/>
                  <a:pt x="486" y="498"/>
                  <a:pt x="486" y="498"/>
                </a:cubicBezTo>
                <a:cubicBezTo>
                  <a:pt x="486" y="489"/>
                  <a:pt x="486" y="489"/>
                  <a:pt x="486" y="489"/>
                </a:cubicBezTo>
                <a:cubicBezTo>
                  <a:pt x="488" y="486"/>
                  <a:pt x="489" y="484"/>
                  <a:pt x="486" y="479"/>
                </a:cubicBezTo>
                <a:cubicBezTo>
                  <a:pt x="486" y="473"/>
                  <a:pt x="486" y="473"/>
                  <a:pt x="486" y="473"/>
                </a:cubicBezTo>
                <a:cubicBezTo>
                  <a:pt x="489" y="476"/>
                  <a:pt x="489" y="476"/>
                  <a:pt x="489" y="476"/>
                </a:cubicBezTo>
                <a:close/>
                <a:moveTo>
                  <a:pt x="489" y="507"/>
                </a:moveTo>
                <a:cubicBezTo>
                  <a:pt x="489" y="512"/>
                  <a:pt x="489" y="512"/>
                  <a:pt x="489" y="512"/>
                </a:cubicBezTo>
                <a:cubicBezTo>
                  <a:pt x="486" y="509"/>
                  <a:pt x="486" y="509"/>
                  <a:pt x="486" y="509"/>
                </a:cubicBezTo>
                <a:cubicBezTo>
                  <a:pt x="486" y="504"/>
                  <a:pt x="486" y="504"/>
                  <a:pt x="486" y="504"/>
                </a:cubicBezTo>
                <a:cubicBezTo>
                  <a:pt x="487" y="505"/>
                  <a:pt x="488" y="506"/>
                  <a:pt x="489" y="508"/>
                </a:cubicBezTo>
                <a:cubicBezTo>
                  <a:pt x="489" y="507"/>
                  <a:pt x="489" y="507"/>
                  <a:pt x="489" y="507"/>
                </a:cubicBezTo>
                <a:close/>
                <a:moveTo>
                  <a:pt x="489" y="547"/>
                </a:moveTo>
                <a:cubicBezTo>
                  <a:pt x="489" y="571"/>
                  <a:pt x="489" y="571"/>
                  <a:pt x="489" y="571"/>
                </a:cubicBezTo>
                <a:cubicBezTo>
                  <a:pt x="488" y="572"/>
                  <a:pt x="487" y="573"/>
                  <a:pt x="486" y="574"/>
                </a:cubicBezTo>
                <a:cubicBezTo>
                  <a:pt x="486" y="559"/>
                  <a:pt x="486" y="559"/>
                  <a:pt x="486" y="559"/>
                </a:cubicBezTo>
                <a:cubicBezTo>
                  <a:pt x="486" y="559"/>
                  <a:pt x="487" y="559"/>
                  <a:pt x="487" y="558"/>
                </a:cubicBezTo>
                <a:cubicBezTo>
                  <a:pt x="486" y="558"/>
                  <a:pt x="486" y="558"/>
                  <a:pt x="486" y="558"/>
                </a:cubicBezTo>
                <a:cubicBezTo>
                  <a:pt x="486" y="542"/>
                  <a:pt x="486" y="542"/>
                  <a:pt x="486" y="542"/>
                </a:cubicBezTo>
                <a:cubicBezTo>
                  <a:pt x="489" y="547"/>
                  <a:pt x="489" y="547"/>
                  <a:pt x="489" y="547"/>
                </a:cubicBezTo>
                <a:close/>
                <a:moveTo>
                  <a:pt x="489" y="590"/>
                </a:moveTo>
                <a:cubicBezTo>
                  <a:pt x="489" y="596"/>
                  <a:pt x="489" y="596"/>
                  <a:pt x="489" y="596"/>
                </a:cubicBezTo>
                <a:cubicBezTo>
                  <a:pt x="489" y="596"/>
                  <a:pt x="489" y="596"/>
                  <a:pt x="489" y="596"/>
                </a:cubicBezTo>
                <a:cubicBezTo>
                  <a:pt x="489" y="597"/>
                  <a:pt x="489" y="597"/>
                  <a:pt x="489" y="597"/>
                </a:cubicBezTo>
                <a:cubicBezTo>
                  <a:pt x="489" y="604"/>
                  <a:pt x="489" y="604"/>
                  <a:pt x="489" y="604"/>
                </a:cubicBezTo>
                <a:cubicBezTo>
                  <a:pt x="488" y="603"/>
                  <a:pt x="487" y="603"/>
                  <a:pt x="486" y="602"/>
                </a:cubicBezTo>
                <a:cubicBezTo>
                  <a:pt x="486" y="592"/>
                  <a:pt x="486" y="592"/>
                  <a:pt x="486" y="592"/>
                </a:cubicBezTo>
                <a:cubicBezTo>
                  <a:pt x="487" y="591"/>
                  <a:pt x="487" y="591"/>
                  <a:pt x="488" y="590"/>
                </a:cubicBezTo>
                <a:cubicBezTo>
                  <a:pt x="489" y="590"/>
                  <a:pt x="489" y="590"/>
                  <a:pt x="489" y="590"/>
                </a:cubicBezTo>
                <a:close/>
                <a:moveTo>
                  <a:pt x="489" y="614"/>
                </a:moveTo>
                <a:cubicBezTo>
                  <a:pt x="489" y="621"/>
                  <a:pt x="489" y="621"/>
                  <a:pt x="489" y="621"/>
                </a:cubicBezTo>
                <a:cubicBezTo>
                  <a:pt x="488" y="622"/>
                  <a:pt x="487" y="622"/>
                  <a:pt x="486" y="622"/>
                </a:cubicBezTo>
                <a:cubicBezTo>
                  <a:pt x="486" y="614"/>
                  <a:pt x="486" y="614"/>
                  <a:pt x="486" y="614"/>
                </a:cubicBezTo>
                <a:cubicBezTo>
                  <a:pt x="487" y="615"/>
                  <a:pt x="487" y="615"/>
                  <a:pt x="487" y="615"/>
                </a:cubicBezTo>
                <a:cubicBezTo>
                  <a:pt x="489" y="614"/>
                  <a:pt x="489" y="614"/>
                  <a:pt x="489" y="614"/>
                </a:cubicBezTo>
                <a:close/>
                <a:moveTo>
                  <a:pt x="489" y="671"/>
                </a:moveTo>
                <a:cubicBezTo>
                  <a:pt x="489" y="684"/>
                  <a:pt x="489" y="684"/>
                  <a:pt x="489" y="684"/>
                </a:cubicBezTo>
                <a:cubicBezTo>
                  <a:pt x="486" y="684"/>
                  <a:pt x="486" y="684"/>
                  <a:pt x="486" y="684"/>
                </a:cubicBezTo>
                <a:cubicBezTo>
                  <a:pt x="486" y="673"/>
                  <a:pt x="486" y="673"/>
                  <a:pt x="486" y="673"/>
                </a:cubicBezTo>
                <a:cubicBezTo>
                  <a:pt x="489" y="671"/>
                  <a:pt x="489" y="671"/>
                  <a:pt x="489" y="671"/>
                </a:cubicBezTo>
                <a:close/>
                <a:moveTo>
                  <a:pt x="489" y="737"/>
                </a:moveTo>
                <a:cubicBezTo>
                  <a:pt x="489" y="754"/>
                  <a:pt x="489" y="754"/>
                  <a:pt x="489" y="754"/>
                </a:cubicBezTo>
                <a:cubicBezTo>
                  <a:pt x="488" y="753"/>
                  <a:pt x="487" y="753"/>
                  <a:pt x="486" y="752"/>
                </a:cubicBezTo>
                <a:cubicBezTo>
                  <a:pt x="486" y="738"/>
                  <a:pt x="486" y="738"/>
                  <a:pt x="486" y="738"/>
                </a:cubicBezTo>
                <a:cubicBezTo>
                  <a:pt x="487" y="737"/>
                  <a:pt x="488" y="737"/>
                  <a:pt x="489" y="737"/>
                </a:cubicBezTo>
                <a:close/>
                <a:moveTo>
                  <a:pt x="486" y="11"/>
                </a:moveTo>
                <a:cubicBezTo>
                  <a:pt x="486" y="12"/>
                  <a:pt x="486" y="12"/>
                  <a:pt x="486" y="12"/>
                </a:cubicBezTo>
                <a:cubicBezTo>
                  <a:pt x="486" y="45"/>
                  <a:pt x="486" y="45"/>
                  <a:pt x="486" y="45"/>
                </a:cubicBezTo>
                <a:cubicBezTo>
                  <a:pt x="486" y="42"/>
                  <a:pt x="486" y="42"/>
                  <a:pt x="486" y="42"/>
                </a:cubicBezTo>
                <a:cubicBezTo>
                  <a:pt x="486" y="11"/>
                  <a:pt x="486" y="11"/>
                  <a:pt x="486" y="11"/>
                </a:cubicBezTo>
                <a:close/>
                <a:moveTo>
                  <a:pt x="486" y="783"/>
                </a:moveTo>
                <a:cubicBezTo>
                  <a:pt x="486" y="784"/>
                  <a:pt x="486" y="784"/>
                  <a:pt x="486" y="78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83"/>
                  <a:pt x="486" y="783"/>
                  <a:pt x="486" y="783"/>
                </a:cubicBezTo>
                <a:close/>
                <a:moveTo>
                  <a:pt x="486" y="50"/>
                </a:moveTo>
                <a:cubicBezTo>
                  <a:pt x="486" y="57"/>
                  <a:pt x="486" y="57"/>
                  <a:pt x="486" y="57"/>
                </a:cubicBezTo>
                <a:cubicBezTo>
                  <a:pt x="486" y="57"/>
                  <a:pt x="486" y="57"/>
                  <a:pt x="486" y="57"/>
                </a:cubicBezTo>
                <a:cubicBezTo>
                  <a:pt x="486" y="50"/>
                  <a:pt x="486" y="50"/>
                  <a:pt x="486" y="50"/>
                </a:cubicBezTo>
                <a:cubicBezTo>
                  <a:pt x="486" y="50"/>
                  <a:pt x="486" y="50"/>
                  <a:pt x="486" y="50"/>
                </a:cubicBezTo>
                <a:close/>
                <a:moveTo>
                  <a:pt x="486" y="75"/>
                </a:moveTo>
                <a:cubicBezTo>
                  <a:pt x="486" y="121"/>
                  <a:pt x="486" y="121"/>
                  <a:pt x="486" y="121"/>
                </a:cubicBezTo>
                <a:cubicBezTo>
                  <a:pt x="486" y="121"/>
                  <a:pt x="486" y="121"/>
                  <a:pt x="486" y="121"/>
                </a:cubicBezTo>
                <a:cubicBezTo>
                  <a:pt x="486" y="75"/>
                  <a:pt x="486" y="75"/>
                  <a:pt x="486" y="75"/>
                </a:cubicBezTo>
                <a:cubicBezTo>
                  <a:pt x="486" y="75"/>
                  <a:pt x="486" y="75"/>
                  <a:pt x="486" y="75"/>
                </a:cubicBezTo>
                <a:close/>
                <a:moveTo>
                  <a:pt x="486" y="125"/>
                </a:moveTo>
                <a:cubicBezTo>
                  <a:pt x="486" y="140"/>
                  <a:pt x="486" y="140"/>
                  <a:pt x="486" y="140"/>
                </a:cubicBezTo>
                <a:cubicBezTo>
                  <a:pt x="486" y="139"/>
                  <a:pt x="486" y="139"/>
                  <a:pt x="486" y="139"/>
                </a:cubicBezTo>
                <a:cubicBezTo>
                  <a:pt x="486" y="124"/>
                  <a:pt x="486" y="124"/>
                  <a:pt x="486" y="124"/>
                </a:cubicBezTo>
                <a:cubicBezTo>
                  <a:pt x="486" y="125"/>
                  <a:pt x="486" y="125"/>
                  <a:pt x="486" y="125"/>
                </a:cubicBezTo>
                <a:close/>
                <a:moveTo>
                  <a:pt x="486" y="141"/>
                </a:moveTo>
                <a:cubicBezTo>
                  <a:pt x="486" y="148"/>
                  <a:pt x="486" y="148"/>
                  <a:pt x="486" y="148"/>
                </a:cubicBezTo>
                <a:cubicBezTo>
                  <a:pt x="486" y="148"/>
                  <a:pt x="486" y="148"/>
                  <a:pt x="486" y="148"/>
                </a:cubicBezTo>
                <a:cubicBezTo>
                  <a:pt x="486" y="141"/>
                  <a:pt x="486" y="141"/>
                  <a:pt x="486" y="141"/>
                </a:cubicBezTo>
                <a:cubicBezTo>
                  <a:pt x="486" y="141"/>
                  <a:pt x="486" y="141"/>
                  <a:pt x="486" y="141"/>
                </a:cubicBezTo>
                <a:close/>
                <a:moveTo>
                  <a:pt x="486" y="182"/>
                </a:moveTo>
                <a:cubicBezTo>
                  <a:pt x="486" y="212"/>
                  <a:pt x="486" y="212"/>
                  <a:pt x="486" y="212"/>
                </a:cubicBezTo>
                <a:cubicBezTo>
                  <a:pt x="486" y="211"/>
                  <a:pt x="486" y="211"/>
                  <a:pt x="486" y="211"/>
                </a:cubicBezTo>
                <a:cubicBezTo>
                  <a:pt x="486" y="206"/>
                  <a:pt x="486" y="206"/>
                  <a:pt x="486" y="206"/>
                </a:cubicBezTo>
                <a:cubicBezTo>
                  <a:pt x="486" y="205"/>
                  <a:pt x="486" y="205"/>
                  <a:pt x="486" y="205"/>
                </a:cubicBezTo>
                <a:cubicBezTo>
                  <a:pt x="486" y="203"/>
                  <a:pt x="486" y="201"/>
                  <a:pt x="486" y="200"/>
                </a:cubicBezTo>
                <a:cubicBezTo>
                  <a:pt x="486" y="182"/>
                  <a:pt x="486" y="182"/>
                  <a:pt x="486" y="182"/>
                </a:cubicBezTo>
                <a:cubicBezTo>
                  <a:pt x="486" y="182"/>
                  <a:pt x="486" y="182"/>
                  <a:pt x="486" y="182"/>
                </a:cubicBezTo>
                <a:close/>
                <a:moveTo>
                  <a:pt x="486" y="237"/>
                </a:moveTo>
                <a:cubicBezTo>
                  <a:pt x="486" y="266"/>
                  <a:pt x="486" y="266"/>
                  <a:pt x="486" y="266"/>
                </a:cubicBezTo>
                <a:cubicBezTo>
                  <a:pt x="486" y="266"/>
                  <a:pt x="486" y="266"/>
                  <a:pt x="486" y="266"/>
                </a:cubicBezTo>
                <a:cubicBezTo>
                  <a:pt x="486" y="237"/>
                  <a:pt x="486" y="237"/>
                  <a:pt x="486" y="237"/>
                </a:cubicBezTo>
                <a:cubicBezTo>
                  <a:pt x="486" y="237"/>
                  <a:pt x="486" y="237"/>
                  <a:pt x="486" y="237"/>
                </a:cubicBezTo>
                <a:close/>
                <a:moveTo>
                  <a:pt x="486" y="295"/>
                </a:moveTo>
                <a:cubicBezTo>
                  <a:pt x="486" y="301"/>
                  <a:pt x="486" y="301"/>
                  <a:pt x="486" y="301"/>
                </a:cubicBezTo>
                <a:cubicBezTo>
                  <a:pt x="486" y="301"/>
                  <a:pt x="486" y="301"/>
                  <a:pt x="486" y="301"/>
                </a:cubicBezTo>
                <a:cubicBezTo>
                  <a:pt x="486" y="296"/>
                  <a:pt x="486" y="296"/>
                  <a:pt x="486" y="296"/>
                </a:cubicBezTo>
                <a:cubicBezTo>
                  <a:pt x="486" y="295"/>
                  <a:pt x="486" y="295"/>
                  <a:pt x="486" y="295"/>
                </a:cubicBezTo>
                <a:close/>
                <a:moveTo>
                  <a:pt x="486" y="309"/>
                </a:moveTo>
                <a:cubicBezTo>
                  <a:pt x="486" y="313"/>
                  <a:pt x="486" y="313"/>
                  <a:pt x="486" y="313"/>
                </a:cubicBezTo>
                <a:cubicBezTo>
                  <a:pt x="486" y="313"/>
                  <a:pt x="486" y="313"/>
                  <a:pt x="486" y="313"/>
                </a:cubicBezTo>
                <a:cubicBezTo>
                  <a:pt x="486" y="309"/>
                  <a:pt x="486" y="309"/>
                  <a:pt x="486" y="309"/>
                </a:cubicBezTo>
                <a:cubicBezTo>
                  <a:pt x="486" y="309"/>
                  <a:pt x="486" y="309"/>
                  <a:pt x="486" y="309"/>
                </a:cubicBezTo>
                <a:close/>
                <a:moveTo>
                  <a:pt x="486" y="322"/>
                </a:moveTo>
                <a:cubicBezTo>
                  <a:pt x="486" y="329"/>
                  <a:pt x="486" y="329"/>
                  <a:pt x="486" y="329"/>
                </a:cubicBezTo>
                <a:cubicBezTo>
                  <a:pt x="486" y="329"/>
                  <a:pt x="486" y="330"/>
                  <a:pt x="486" y="330"/>
                </a:cubicBezTo>
                <a:cubicBezTo>
                  <a:pt x="486" y="323"/>
                  <a:pt x="486" y="323"/>
                  <a:pt x="486" y="323"/>
                </a:cubicBezTo>
                <a:cubicBezTo>
                  <a:pt x="486" y="323"/>
                  <a:pt x="486" y="322"/>
                  <a:pt x="486" y="322"/>
                </a:cubicBezTo>
                <a:close/>
                <a:moveTo>
                  <a:pt x="486" y="340"/>
                </a:moveTo>
                <a:cubicBezTo>
                  <a:pt x="486" y="354"/>
                  <a:pt x="486" y="354"/>
                  <a:pt x="486" y="354"/>
                </a:cubicBezTo>
                <a:cubicBezTo>
                  <a:pt x="486" y="355"/>
                  <a:pt x="486" y="355"/>
                  <a:pt x="486" y="355"/>
                </a:cubicBezTo>
                <a:cubicBezTo>
                  <a:pt x="486" y="339"/>
                  <a:pt x="486" y="339"/>
                  <a:pt x="486" y="339"/>
                </a:cubicBezTo>
                <a:cubicBezTo>
                  <a:pt x="486" y="340"/>
                  <a:pt x="486" y="340"/>
                  <a:pt x="486" y="340"/>
                </a:cubicBezTo>
                <a:close/>
                <a:moveTo>
                  <a:pt x="486" y="366"/>
                </a:moveTo>
                <a:cubicBezTo>
                  <a:pt x="486" y="433"/>
                  <a:pt x="486" y="433"/>
                  <a:pt x="486" y="433"/>
                </a:cubicBezTo>
                <a:cubicBezTo>
                  <a:pt x="486" y="433"/>
                  <a:pt x="486" y="434"/>
                  <a:pt x="486" y="434"/>
                </a:cubicBezTo>
                <a:cubicBezTo>
                  <a:pt x="486" y="420"/>
                  <a:pt x="486" y="420"/>
                  <a:pt x="486" y="420"/>
                </a:cubicBezTo>
                <a:cubicBezTo>
                  <a:pt x="486" y="420"/>
                  <a:pt x="486" y="419"/>
                  <a:pt x="486" y="419"/>
                </a:cubicBezTo>
                <a:cubicBezTo>
                  <a:pt x="487" y="410"/>
                  <a:pt x="487" y="400"/>
                  <a:pt x="486" y="390"/>
                </a:cubicBezTo>
                <a:cubicBezTo>
                  <a:pt x="486" y="367"/>
                  <a:pt x="486" y="367"/>
                  <a:pt x="486" y="367"/>
                </a:cubicBezTo>
                <a:cubicBezTo>
                  <a:pt x="486" y="366"/>
                  <a:pt x="486" y="366"/>
                  <a:pt x="486" y="366"/>
                </a:cubicBezTo>
                <a:close/>
                <a:moveTo>
                  <a:pt x="486" y="438"/>
                </a:moveTo>
                <a:cubicBezTo>
                  <a:pt x="486" y="442"/>
                  <a:pt x="486" y="442"/>
                  <a:pt x="486" y="442"/>
                </a:cubicBezTo>
                <a:cubicBezTo>
                  <a:pt x="486" y="442"/>
                  <a:pt x="486" y="442"/>
                  <a:pt x="486" y="442"/>
                </a:cubicBezTo>
                <a:cubicBezTo>
                  <a:pt x="486" y="438"/>
                  <a:pt x="486" y="438"/>
                  <a:pt x="486" y="438"/>
                </a:cubicBezTo>
                <a:cubicBezTo>
                  <a:pt x="486" y="438"/>
                  <a:pt x="486" y="438"/>
                  <a:pt x="486" y="438"/>
                </a:cubicBezTo>
                <a:close/>
                <a:moveTo>
                  <a:pt x="486" y="448"/>
                </a:moveTo>
                <a:cubicBezTo>
                  <a:pt x="486" y="453"/>
                  <a:pt x="486" y="453"/>
                  <a:pt x="486" y="453"/>
                </a:cubicBezTo>
                <a:cubicBezTo>
                  <a:pt x="486" y="453"/>
                  <a:pt x="486" y="453"/>
                  <a:pt x="486" y="453"/>
                </a:cubicBezTo>
                <a:cubicBezTo>
                  <a:pt x="486" y="448"/>
                  <a:pt x="486" y="448"/>
                  <a:pt x="486" y="448"/>
                </a:cubicBezTo>
                <a:cubicBezTo>
                  <a:pt x="486" y="448"/>
                  <a:pt x="486" y="448"/>
                  <a:pt x="486" y="448"/>
                </a:cubicBezTo>
                <a:close/>
                <a:moveTo>
                  <a:pt x="486" y="456"/>
                </a:moveTo>
                <a:cubicBezTo>
                  <a:pt x="486" y="463"/>
                  <a:pt x="486" y="463"/>
                  <a:pt x="486" y="463"/>
                </a:cubicBezTo>
                <a:cubicBezTo>
                  <a:pt x="486" y="465"/>
                  <a:pt x="486" y="465"/>
                  <a:pt x="486" y="465"/>
                </a:cubicBezTo>
                <a:cubicBezTo>
                  <a:pt x="486" y="457"/>
                  <a:pt x="486" y="457"/>
                  <a:pt x="486" y="457"/>
                </a:cubicBezTo>
                <a:cubicBezTo>
                  <a:pt x="486" y="456"/>
                  <a:pt x="486" y="456"/>
                  <a:pt x="486" y="456"/>
                </a:cubicBezTo>
                <a:close/>
                <a:moveTo>
                  <a:pt x="486" y="473"/>
                </a:moveTo>
                <a:cubicBezTo>
                  <a:pt x="486" y="479"/>
                  <a:pt x="486" y="479"/>
                  <a:pt x="486" y="479"/>
                </a:cubicBezTo>
                <a:cubicBezTo>
                  <a:pt x="486" y="479"/>
                  <a:pt x="486" y="478"/>
                  <a:pt x="486" y="478"/>
                </a:cubicBezTo>
                <a:cubicBezTo>
                  <a:pt x="486" y="472"/>
                  <a:pt x="486" y="472"/>
                  <a:pt x="486" y="472"/>
                </a:cubicBezTo>
                <a:cubicBezTo>
                  <a:pt x="486" y="473"/>
                  <a:pt x="486" y="473"/>
                  <a:pt x="486" y="473"/>
                </a:cubicBezTo>
                <a:close/>
                <a:moveTo>
                  <a:pt x="486" y="489"/>
                </a:moveTo>
                <a:cubicBezTo>
                  <a:pt x="486" y="498"/>
                  <a:pt x="486" y="498"/>
                  <a:pt x="486" y="498"/>
                </a:cubicBezTo>
                <a:cubicBezTo>
                  <a:pt x="486" y="499"/>
                  <a:pt x="486" y="499"/>
                  <a:pt x="486" y="499"/>
                </a:cubicBezTo>
                <a:cubicBezTo>
                  <a:pt x="486" y="491"/>
                  <a:pt x="486" y="491"/>
                  <a:pt x="486" y="491"/>
                </a:cubicBezTo>
                <a:cubicBezTo>
                  <a:pt x="486" y="490"/>
                  <a:pt x="486" y="490"/>
                  <a:pt x="486" y="489"/>
                </a:cubicBezTo>
                <a:close/>
                <a:moveTo>
                  <a:pt x="486" y="504"/>
                </a:moveTo>
                <a:cubicBezTo>
                  <a:pt x="486" y="509"/>
                  <a:pt x="486" y="509"/>
                  <a:pt x="486" y="509"/>
                </a:cubicBezTo>
                <a:cubicBezTo>
                  <a:pt x="486" y="508"/>
                  <a:pt x="486" y="508"/>
                  <a:pt x="486" y="508"/>
                </a:cubicBezTo>
                <a:cubicBezTo>
                  <a:pt x="486" y="502"/>
                  <a:pt x="486" y="502"/>
                  <a:pt x="486" y="502"/>
                </a:cubicBezTo>
                <a:cubicBezTo>
                  <a:pt x="486" y="504"/>
                  <a:pt x="486" y="504"/>
                  <a:pt x="486" y="504"/>
                </a:cubicBezTo>
                <a:close/>
                <a:moveTo>
                  <a:pt x="486" y="542"/>
                </a:moveTo>
                <a:cubicBezTo>
                  <a:pt x="486" y="558"/>
                  <a:pt x="486" y="558"/>
                  <a:pt x="486" y="558"/>
                </a:cubicBezTo>
                <a:cubicBezTo>
                  <a:pt x="486" y="559"/>
                  <a:pt x="486" y="559"/>
                  <a:pt x="486" y="559"/>
                </a:cubicBezTo>
                <a:cubicBezTo>
                  <a:pt x="486" y="541"/>
                  <a:pt x="486" y="541"/>
                  <a:pt x="486" y="541"/>
                </a:cubicBezTo>
                <a:cubicBezTo>
                  <a:pt x="486" y="542"/>
                  <a:pt x="486" y="542"/>
                  <a:pt x="486" y="542"/>
                </a:cubicBezTo>
                <a:close/>
                <a:moveTo>
                  <a:pt x="486" y="559"/>
                </a:moveTo>
                <a:cubicBezTo>
                  <a:pt x="486" y="574"/>
                  <a:pt x="486" y="574"/>
                  <a:pt x="486" y="574"/>
                </a:cubicBezTo>
                <a:cubicBezTo>
                  <a:pt x="486" y="574"/>
                  <a:pt x="486" y="574"/>
                  <a:pt x="486" y="574"/>
                </a:cubicBezTo>
                <a:cubicBezTo>
                  <a:pt x="486" y="563"/>
                  <a:pt x="486" y="563"/>
                  <a:pt x="486" y="563"/>
                </a:cubicBezTo>
                <a:cubicBezTo>
                  <a:pt x="486" y="563"/>
                  <a:pt x="486" y="563"/>
                  <a:pt x="486" y="563"/>
                </a:cubicBezTo>
                <a:cubicBezTo>
                  <a:pt x="486" y="562"/>
                  <a:pt x="486" y="561"/>
                  <a:pt x="486" y="559"/>
                </a:cubicBezTo>
                <a:close/>
                <a:moveTo>
                  <a:pt x="486" y="592"/>
                </a:moveTo>
                <a:cubicBezTo>
                  <a:pt x="486" y="602"/>
                  <a:pt x="486" y="602"/>
                  <a:pt x="486" y="602"/>
                </a:cubicBezTo>
                <a:cubicBezTo>
                  <a:pt x="486" y="602"/>
                  <a:pt x="486" y="602"/>
                  <a:pt x="486" y="602"/>
                </a:cubicBezTo>
                <a:cubicBezTo>
                  <a:pt x="486" y="593"/>
                  <a:pt x="486" y="593"/>
                  <a:pt x="486" y="593"/>
                </a:cubicBezTo>
                <a:cubicBezTo>
                  <a:pt x="486" y="592"/>
                  <a:pt x="486" y="592"/>
                  <a:pt x="486" y="592"/>
                </a:cubicBezTo>
                <a:close/>
                <a:moveTo>
                  <a:pt x="486" y="614"/>
                </a:moveTo>
                <a:cubicBezTo>
                  <a:pt x="486" y="622"/>
                  <a:pt x="486" y="622"/>
                  <a:pt x="486" y="622"/>
                </a:cubicBezTo>
                <a:cubicBezTo>
                  <a:pt x="486" y="623"/>
                  <a:pt x="486" y="623"/>
                  <a:pt x="486" y="623"/>
                </a:cubicBezTo>
                <a:cubicBezTo>
                  <a:pt x="486" y="614"/>
                  <a:pt x="486" y="614"/>
                  <a:pt x="486" y="614"/>
                </a:cubicBezTo>
                <a:cubicBezTo>
                  <a:pt x="486" y="614"/>
                  <a:pt x="486" y="614"/>
                  <a:pt x="486" y="614"/>
                </a:cubicBezTo>
                <a:close/>
                <a:moveTo>
                  <a:pt x="486" y="673"/>
                </a:moveTo>
                <a:cubicBezTo>
                  <a:pt x="486" y="684"/>
                  <a:pt x="486" y="684"/>
                  <a:pt x="486" y="684"/>
                </a:cubicBezTo>
                <a:cubicBezTo>
                  <a:pt x="486" y="685"/>
                  <a:pt x="486" y="685"/>
                  <a:pt x="486" y="685"/>
                </a:cubicBezTo>
                <a:cubicBezTo>
                  <a:pt x="486" y="673"/>
                  <a:pt x="486" y="673"/>
                  <a:pt x="486" y="673"/>
                </a:cubicBezTo>
                <a:cubicBezTo>
                  <a:pt x="486" y="673"/>
                  <a:pt x="486" y="673"/>
                  <a:pt x="486" y="673"/>
                </a:cubicBezTo>
                <a:close/>
                <a:moveTo>
                  <a:pt x="486" y="738"/>
                </a:moveTo>
                <a:cubicBezTo>
                  <a:pt x="486" y="752"/>
                  <a:pt x="486" y="752"/>
                  <a:pt x="486" y="752"/>
                </a:cubicBezTo>
                <a:cubicBezTo>
                  <a:pt x="486" y="752"/>
                  <a:pt x="486" y="752"/>
                  <a:pt x="486" y="751"/>
                </a:cubicBezTo>
                <a:cubicBezTo>
                  <a:pt x="486" y="738"/>
                  <a:pt x="486" y="738"/>
                  <a:pt x="486" y="738"/>
                </a:cubicBezTo>
                <a:close/>
                <a:moveTo>
                  <a:pt x="484" y="11"/>
                </a:moveTo>
                <a:cubicBezTo>
                  <a:pt x="486" y="11"/>
                  <a:pt x="486" y="11"/>
                  <a:pt x="486" y="11"/>
                </a:cubicBezTo>
                <a:cubicBezTo>
                  <a:pt x="486" y="42"/>
                  <a:pt x="486" y="42"/>
                  <a:pt x="486" y="42"/>
                </a:cubicBezTo>
                <a:cubicBezTo>
                  <a:pt x="485" y="40"/>
                  <a:pt x="485" y="38"/>
                  <a:pt x="484" y="37"/>
                </a:cubicBezTo>
                <a:cubicBezTo>
                  <a:pt x="484" y="11"/>
                  <a:pt x="484" y="11"/>
                  <a:pt x="484" y="11"/>
                </a:cubicBezTo>
                <a:close/>
                <a:moveTo>
                  <a:pt x="486" y="784"/>
                </a:moveTo>
                <a:cubicBezTo>
                  <a:pt x="484" y="784"/>
                  <a:pt x="484" y="784"/>
                  <a:pt x="484" y="78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5" y="774"/>
                  <a:pt x="485" y="774"/>
                  <a:pt x="486" y="77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84"/>
                  <a:pt x="486" y="784"/>
                  <a:pt x="486" y="784"/>
                </a:cubicBezTo>
                <a:close/>
                <a:moveTo>
                  <a:pt x="486" y="50"/>
                </a:moveTo>
                <a:cubicBezTo>
                  <a:pt x="486" y="57"/>
                  <a:pt x="486" y="57"/>
                  <a:pt x="486" y="57"/>
                </a:cubicBezTo>
                <a:cubicBezTo>
                  <a:pt x="484" y="57"/>
                  <a:pt x="484" y="57"/>
                  <a:pt x="484" y="57"/>
                </a:cubicBezTo>
                <a:cubicBezTo>
                  <a:pt x="484" y="50"/>
                  <a:pt x="484" y="50"/>
                  <a:pt x="484" y="50"/>
                </a:cubicBezTo>
                <a:cubicBezTo>
                  <a:pt x="486" y="50"/>
                  <a:pt x="486" y="50"/>
                  <a:pt x="486" y="50"/>
                </a:cubicBezTo>
                <a:close/>
                <a:moveTo>
                  <a:pt x="486" y="75"/>
                </a:moveTo>
                <a:cubicBezTo>
                  <a:pt x="486" y="121"/>
                  <a:pt x="486" y="121"/>
                  <a:pt x="486" y="121"/>
                </a:cubicBezTo>
                <a:cubicBezTo>
                  <a:pt x="485" y="121"/>
                  <a:pt x="485" y="120"/>
                  <a:pt x="484" y="120"/>
                </a:cubicBezTo>
                <a:cubicBezTo>
                  <a:pt x="484" y="75"/>
                  <a:pt x="484" y="75"/>
                  <a:pt x="484" y="75"/>
                </a:cubicBezTo>
                <a:cubicBezTo>
                  <a:pt x="486" y="75"/>
                  <a:pt x="486" y="75"/>
                  <a:pt x="486" y="75"/>
                </a:cubicBezTo>
                <a:close/>
                <a:moveTo>
                  <a:pt x="486" y="124"/>
                </a:moveTo>
                <a:cubicBezTo>
                  <a:pt x="486" y="139"/>
                  <a:pt x="486" y="139"/>
                  <a:pt x="486" y="139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124"/>
                  <a:pt x="484" y="124"/>
                  <a:pt x="484" y="124"/>
                </a:cubicBezTo>
                <a:cubicBezTo>
                  <a:pt x="485" y="124"/>
                  <a:pt x="485" y="124"/>
                  <a:pt x="486" y="124"/>
                </a:cubicBezTo>
                <a:close/>
                <a:moveTo>
                  <a:pt x="486" y="141"/>
                </a:moveTo>
                <a:cubicBezTo>
                  <a:pt x="486" y="148"/>
                  <a:pt x="486" y="148"/>
                  <a:pt x="486" y="148"/>
                </a:cubicBezTo>
                <a:cubicBezTo>
                  <a:pt x="484" y="148"/>
                  <a:pt x="484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ubicBezTo>
                  <a:pt x="485" y="140"/>
                  <a:pt x="485" y="140"/>
                  <a:pt x="486" y="141"/>
                </a:cubicBezTo>
                <a:close/>
                <a:moveTo>
                  <a:pt x="486" y="182"/>
                </a:moveTo>
                <a:cubicBezTo>
                  <a:pt x="486" y="200"/>
                  <a:pt x="486" y="200"/>
                  <a:pt x="486" y="200"/>
                </a:cubicBezTo>
                <a:cubicBezTo>
                  <a:pt x="485" y="197"/>
                  <a:pt x="485" y="195"/>
                  <a:pt x="484" y="193"/>
                </a:cubicBezTo>
                <a:cubicBezTo>
                  <a:pt x="484" y="182"/>
                  <a:pt x="484" y="182"/>
                  <a:pt x="484" y="182"/>
                </a:cubicBezTo>
                <a:cubicBezTo>
                  <a:pt x="486" y="182"/>
                  <a:pt x="486" y="182"/>
                  <a:pt x="486" y="182"/>
                </a:cubicBezTo>
                <a:close/>
                <a:moveTo>
                  <a:pt x="486" y="206"/>
                </a:moveTo>
                <a:cubicBezTo>
                  <a:pt x="486" y="211"/>
                  <a:pt x="486" y="211"/>
                  <a:pt x="486" y="211"/>
                </a:cubicBezTo>
                <a:cubicBezTo>
                  <a:pt x="485" y="211"/>
                  <a:pt x="485" y="211"/>
                  <a:pt x="484" y="211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5" y="206"/>
                  <a:pt x="485" y="206"/>
                  <a:pt x="486" y="206"/>
                </a:cubicBezTo>
                <a:close/>
                <a:moveTo>
                  <a:pt x="486" y="237"/>
                </a:moveTo>
                <a:cubicBezTo>
                  <a:pt x="486" y="266"/>
                  <a:pt x="486" y="266"/>
                  <a:pt x="486" y="266"/>
                </a:cubicBezTo>
                <a:cubicBezTo>
                  <a:pt x="485" y="267"/>
                  <a:pt x="485" y="267"/>
                  <a:pt x="484" y="268"/>
                </a:cubicBezTo>
                <a:cubicBezTo>
                  <a:pt x="484" y="235"/>
                  <a:pt x="484" y="235"/>
                  <a:pt x="484" y="235"/>
                </a:cubicBezTo>
                <a:cubicBezTo>
                  <a:pt x="485" y="236"/>
                  <a:pt x="485" y="236"/>
                  <a:pt x="486" y="237"/>
                </a:cubicBezTo>
                <a:close/>
                <a:moveTo>
                  <a:pt x="486" y="296"/>
                </a:moveTo>
                <a:cubicBezTo>
                  <a:pt x="486" y="301"/>
                  <a:pt x="486" y="301"/>
                  <a:pt x="486" y="301"/>
                </a:cubicBezTo>
                <a:cubicBezTo>
                  <a:pt x="485" y="302"/>
                  <a:pt x="485" y="302"/>
                  <a:pt x="484" y="302"/>
                </a:cubicBezTo>
                <a:cubicBezTo>
                  <a:pt x="484" y="297"/>
                  <a:pt x="484" y="297"/>
                  <a:pt x="484" y="297"/>
                </a:cubicBezTo>
                <a:cubicBezTo>
                  <a:pt x="486" y="296"/>
                  <a:pt x="486" y="296"/>
                  <a:pt x="486" y="296"/>
                </a:cubicBezTo>
                <a:close/>
                <a:moveTo>
                  <a:pt x="486" y="309"/>
                </a:moveTo>
                <a:cubicBezTo>
                  <a:pt x="486" y="313"/>
                  <a:pt x="486" y="313"/>
                  <a:pt x="486" y="313"/>
                </a:cubicBezTo>
                <a:cubicBezTo>
                  <a:pt x="485" y="313"/>
                  <a:pt x="485" y="312"/>
                  <a:pt x="484" y="312"/>
                </a:cubicBezTo>
                <a:cubicBezTo>
                  <a:pt x="484" y="308"/>
                  <a:pt x="484" y="308"/>
                  <a:pt x="484" y="308"/>
                </a:cubicBezTo>
                <a:cubicBezTo>
                  <a:pt x="486" y="309"/>
                  <a:pt x="486" y="309"/>
                  <a:pt x="486" y="309"/>
                </a:cubicBezTo>
                <a:close/>
                <a:moveTo>
                  <a:pt x="486" y="323"/>
                </a:moveTo>
                <a:cubicBezTo>
                  <a:pt x="486" y="330"/>
                  <a:pt x="486" y="330"/>
                  <a:pt x="486" y="330"/>
                </a:cubicBezTo>
                <a:cubicBezTo>
                  <a:pt x="485" y="330"/>
                  <a:pt x="485" y="331"/>
                  <a:pt x="484" y="33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6" y="323"/>
                  <a:pt x="486" y="323"/>
                  <a:pt x="486" y="323"/>
                </a:cubicBezTo>
                <a:cubicBezTo>
                  <a:pt x="486" y="323"/>
                  <a:pt x="486" y="323"/>
                  <a:pt x="486" y="323"/>
                </a:cubicBezTo>
                <a:close/>
                <a:moveTo>
                  <a:pt x="486" y="339"/>
                </a:moveTo>
                <a:cubicBezTo>
                  <a:pt x="486" y="355"/>
                  <a:pt x="486" y="355"/>
                  <a:pt x="486" y="355"/>
                </a:cubicBezTo>
                <a:cubicBezTo>
                  <a:pt x="485" y="356"/>
                  <a:pt x="485" y="357"/>
                  <a:pt x="484" y="359"/>
                </a:cubicBezTo>
                <a:cubicBezTo>
                  <a:pt x="484" y="350"/>
                  <a:pt x="484" y="350"/>
                  <a:pt x="484" y="350"/>
                </a:cubicBezTo>
                <a:cubicBezTo>
                  <a:pt x="485" y="349"/>
                  <a:pt x="485" y="347"/>
                  <a:pt x="484" y="346"/>
                </a:cubicBezTo>
                <a:cubicBezTo>
                  <a:pt x="484" y="338"/>
                  <a:pt x="484" y="338"/>
                  <a:pt x="484" y="338"/>
                </a:cubicBezTo>
                <a:cubicBezTo>
                  <a:pt x="485" y="338"/>
                  <a:pt x="485" y="339"/>
                  <a:pt x="486" y="339"/>
                </a:cubicBezTo>
                <a:close/>
                <a:moveTo>
                  <a:pt x="486" y="367"/>
                </a:moveTo>
                <a:cubicBezTo>
                  <a:pt x="486" y="390"/>
                  <a:pt x="486" y="390"/>
                  <a:pt x="486" y="390"/>
                </a:cubicBezTo>
                <a:cubicBezTo>
                  <a:pt x="485" y="387"/>
                  <a:pt x="485" y="384"/>
                  <a:pt x="484" y="381"/>
                </a:cubicBezTo>
                <a:cubicBezTo>
                  <a:pt x="484" y="369"/>
                  <a:pt x="484" y="369"/>
                  <a:pt x="484" y="369"/>
                </a:cubicBezTo>
                <a:cubicBezTo>
                  <a:pt x="486" y="367"/>
                  <a:pt x="486" y="367"/>
                  <a:pt x="486" y="367"/>
                </a:cubicBezTo>
                <a:close/>
                <a:moveTo>
                  <a:pt x="486" y="420"/>
                </a:moveTo>
                <a:cubicBezTo>
                  <a:pt x="486" y="434"/>
                  <a:pt x="486" y="434"/>
                  <a:pt x="486" y="434"/>
                </a:cubicBezTo>
                <a:cubicBezTo>
                  <a:pt x="485" y="434"/>
                  <a:pt x="485" y="435"/>
                  <a:pt x="484" y="436"/>
                </a:cubicBezTo>
                <a:cubicBezTo>
                  <a:pt x="484" y="423"/>
                  <a:pt x="484" y="423"/>
                  <a:pt x="484" y="423"/>
                </a:cubicBezTo>
                <a:cubicBezTo>
                  <a:pt x="485" y="422"/>
                  <a:pt x="485" y="421"/>
                  <a:pt x="486" y="420"/>
                </a:cubicBezTo>
                <a:close/>
                <a:moveTo>
                  <a:pt x="486" y="438"/>
                </a:moveTo>
                <a:cubicBezTo>
                  <a:pt x="486" y="442"/>
                  <a:pt x="486" y="442"/>
                  <a:pt x="486" y="442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6" y="438"/>
                  <a:pt x="486" y="438"/>
                  <a:pt x="486" y="438"/>
                </a:cubicBezTo>
                <a:close/>
                <a:moveTo>
                  <a:pt x="486" y="448"/>
                </a:moveTo>
                <a:cubicBezTo>
                  <a:pt x="486" y="453"/>
                  <a:pt x="486" y="453"/>
                  <a:pt x="486" y="453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4" y="449"/>
                  <a:pt x="484" y="449"/>
                  <a:pt x="484" y="449"/>
                </a:cubicBezTo>
                <a:cubicBezTo>
                  <a:pt x="485" y="449"/>
                  <a:pt x="485" y="449"/>
                  <a:pt x="486" y="448"/>
                </a:cubicBezTo>
                <a:close/>
                <a:moveTo>
                  <a:pt x="486" y="457"/>
                </a:moveTo>
                <a:cubicBezTo>
                  <a:pt x="486" y="465"/>
                  <a:pt x="486" y="465"/>
                  <a:pt x="486" y="465"/>
                </a:cubicBezTo>
                <a:cubicBezTo>
                  <a:pt x="485" y="465"/>
                  <a:pt x="485" y="466"/>
                  <a:pt x="484" y="467"/>
                </a:cubicBezTo>
                <a:cubicBezTo>
                  <a:pt x="484" y="458"/>
                  <a:pt x="484" y="458"/>
                  <a:pt x="484" y="458"/>
                </a:cubicBezTo>
                <a:cubicBezTo>
                  <a:pt x="485" y="458"/>
                  <a:pt x="485" y="458"/>
                  <a:pt x="485" y="458"/>
                </a:cubicBezTo>
                <a:cubicBezTo>
                  <a:pt x="486" y="457"/>
                  <a:pt x="486" y="457"/>
                  <a:pt x="486" y="457"/>
                </a:cubicBezTo>
                <a:close/>
                <a:moveTo>
                  <a:pt x="486" y="472"/>
                </a:moveTo>
                <a:cubicBezTo>
                  <a:pt x="486" y="478"/>
                  <a:pt x="486" y="478"/>
                  <a:pt x="486" y="478"/>
                </a:cubicBezTo>
                <a:cubicBezTo>
                  <a:pt x="486" y="478"/>
                  <a:pt x="485" y="477"/>
                  <a:pt x="485" y="477"/>
                </a:cubicBezTo>
                <a:cubicBezTo>
                  <a:pt x="485" y="477"/>
                  <a:pt x="485" y="478"/>
                  <a:pt x="484" y="478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6" y="472"/>
                  <a:pt x="486" y="472"/>
                  <a:pt x="486" y="472"/>
                </a:cubicBezTo>
                <a:close/>
                <a:moveTo>
                  <a:pt x="486" y="491"/>
                </a:moveTo>
                <a:cubicBezTo>
                  <a:pt x="486" y="499"/>
                  <a:pt x="486" y="499"/>
                  <a:pt x="486" y="499"/>
                </a:cubicBezTo>
                <a:cubicBezTo>
                  <a:pt x="485" y="501"/>
                  <a:pt x="485" y="501"/>
                  <a:pt x="485" y="501"/>
                </a:cubicBezTo>
                <a:cubicBezTo>
                  <a:pt x="486" y="502"/>
                  <a:pt x="486" y="502"/>
                  <a:pt x="486" y="502"/>
                </a:cubicBezTo>
                <a:cubicBezTo>
                  <a:pt x="486" y="508"/>
                  <a:pt x="486" y="508"/>
                  <a:pt x="486" y="508"/>
                </a:cubicBezTo>
                <a:cubicBezTo>
                  <a:pt x="484" y="507"/>
                  <a:pt x="484" y="507"/>
                  <a:pt x="484" y="507"/>
                </a:cubicBezTo>
                <a:cubicBezTo>
                  <a:pt x="484" y="493"/>
                  <a:pt x="484" y="493"/>
                  <a:pt x="484" y="493"/>
                </a:cubicBezTo>
                <a:cubicBezTo>
                  <a:pt x="485" y="492"/>
                  <a:pt x="485" y="492"/>
                  <a:pt x="486" y="491"/>
                </a:cubicBezTo>
                <a:close/>
                <a:moveTo>
                  <a:pt x="486" y="541"/>
                </a:moveTo>
                <a:cubicBezTo>
                  <a:pt x="486" y="559"/>
                  <a:pt x="486" y="559"/>
                  <a:pt x="486" y="559"/>
                </a:cubicBezTo>
                <a:cubicBezTo>
                  <a:pt x="485" y="559"/>
                  <a:pt x="485" y="559"/>
                  <a:pt x="484" y="559"/>
                </a:cubicBezTo>
                <a:cubicBezTo>
                  <a:pt x="484" y="539"/>
                  <a:pt x="484" y="539"/>
                  <a:pt x="484" y="539"/>
                </a:cubicBezTo>
                <a:cubicBezTo>
                  <a:pt x="486" y="541"/>
                  <a:pt x="486" y="541"/>
                  <a:pt x="486" y="541"/>
                </a:cubicBezTo>
                <a:close/>
                <a:moveTo>
                  <a:pt x="486" y="563"/>
                </a:moveTo>
                <a:cubicBezTo>
                  <a:pt x="486" y="574"/>
                  <a:pt x="486" y="574"/>
                  <a:pt x="486" y="574"/>
                </a:cubicBezTo>
                <a:cubicBezTo>
                  <a:pt x="484" y="576"/>
                  <a:pt x="484" y="576"/>
                  <a:pt x="484" y="576"/>
                </a:cubicBezTo>
                <a:cubicBezTo>
                  <a:pt x="484" y="564"/>
                  <a:pt x="484" y="564"/>
                  <a:pt x="484" y="564"/>
                </a:cubicBezTo>
                <a:cubicBezTo>
                  <a:pt x="486" y="563"/>
                  <a:pt x="486" y="563"/>
                  <a:pt x="486" y="563"/>
                </a:cubicBezTo>
                <a:close/>
                <a:moveTo>
                  <a:pt x="486" y="593"/>
                </a:moveTo>
                <a:cubicBezTo>
                  <a:pt x="486" y="602"/>
                  <a:pt x="486" y="602"/>
                  <a:pt x="486" y="602"/>
                </a:cubicBezTo>
                <a:cubicBezTo>
                  <a:pt x="485" y="602"/>
                  <a:pt x="485" y="602"/>
                  <a:pt x="484" y="602"/>
                </a:cubicBezTo>
                <a:cubicBezTo>
                  <a:pt x="484" y="593"/>
                  <a:pt x="484" y="593"/>
                  <a:pt x="484" y="593"/>
                </a:cubicBezTo>
                <a:cubicBezTo>
                  <a:pt x="485" y="593"/>
                  <a:pt x="485" y="593"/>
                  <a:pt x="486" y="593"/>
                </a:cubicBezTo>
                <a:close/>
                <a:moveTo>
                  <a:pt x="486" y="614"/>
                </a:moveTo>
                <a:cubicBezTo>
                  <a:pt x="486" y="623"/>
                  <a:pt x="486" y="623"/>
                  <a:pt x="486" y="623"/>
                </a:cubicBezTo>
                <a:cubicBezTo>
                  <a:pt x="484" y="623"/>
                  <a:pt x="484" y="623"/>
                  <a:pt x="484" y="623"/>
                </a:cubicBezTo>
                <a:cubicBezTo>
                  <a:pt x="484" y="613"/>
                  <a:pt x="484" y="613"/>
                  <a:pt x="484" y="613"/>
                </a:cubicBezTo>
                <a:cubicBezTo>
                  <a:pt x="486" y="614"/>
                  <a:pt x="486" y="614"/>
                  <a:pt x="486" y="614"/>
                </a:cubicBezTo>
                <a:close/>
                <a:moveTo>
                  <a:pt x="486" y="673"/>
                </a:moveTo>
                <a:cubicBezTo>
                  <a:pt x="486" y="685"/>
                  <a:pt x="486" y="685"/>
                  <a:pt x="486" y="685"/>
                </a:cubicBezTo>
                <a:cubicBezTo>
                  <a:pt x="484" y="685"/>
                  <a:pt x="484" y="685"/>
                  <a:pt x="484" y="685"/>
                </a:cubicBezTo>
                <a:cubicBezTo>
                  <a:pt x="484" y="673"/>
                  <a:pt x="484" y="673"/>
                  <a:pt x="484" y="673"/>
                </a:cubicBezTo>
                <a:cubicBezTo>
                  <a:pt x="486" y="673"/>
                  <a:pt x="486" y="673"/>
                  <a:pt x="486" y="673"/>
                </a:cubicBezTo>
                <a:close/>
                <a:moveTo>
                  <a:pt x="486" y="738"/>
                </a:moveTo>
                <a:cubicBezTo>
                  <a:pt x="486" y="751"/>
                  <a:pt x="486" y="751"/>
                  <a:pt x="486" y="751"/>
                </a:cubicBezTo>
                <a:cubicBezTo>
                  <a:pt x="485" y="751"/>
                  <a:pt x="485" y="751"/>
                  <a:pt x="484" y="751"/>
                </a:cubicBezTo>
                <a:cubicBezTo>
                  <a:pt x="484" y="738"/>
                  <a:pt x="484" y="738"/>
                  <a:pt x="484" y="738"/>
                </a:cubicBezTo>
                <a:cubicBezTo>
                  <a:pt x="485" y="738"/>
                  <a:pt x="485" y="738"/>
                  <a:pt x="486" y="738"/>
                </a:cubicBezTo>
                <a:close/>
                <a:moveTo>
                  <a:pt x="484" y="11"/>
                </a:moveTo>
                <a:cubicBezTo>
                  <a:pt x="484" y="11"/>
                  <a:pt x="484" y="11"/>
                  <a:pt x="484" y="11"/>
                </a:cubicBezTo>
                <a:cubicBezTo>
                  <a:pt x="484" y="37"/>
                  <a:pt x="484" y="37"/>
                  <a:pt x="484" y="37"/>
                </a:cubicBezTo>
                <a:cubicBezTo>
                  <a:pt x="484" y="35"/>
                  <a:pt x="484" y="35"/>
                  <a:pt x="484" y="35"/>
                </a:cubicBezTo>
                <a:cubicBezTo>
                  <a:pt x="484" y="11"/>
                  <a:pt x="484" y="11"/>
                  <a:pt x="484" y="11"/>
                </a:cubicBezTo>
                <a:close/>
                <a:moveTo>
                  <a:pt x="484" y="784"/>
                </a:moveTo>
                <a:cubicBezTo>
                  <a:pt x="484" y="784"/>
                  <a:pt x="484" y="784"/>
                  <a:pt x="484" y="78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4" y="784"/>
                  <a:pt x="484" y="784"/>
                  <a:pt x="484" y="784"/>
                </a:cubicBezTo>
                <a:close/>
                <a:moveTo>
                  <a:pt x="484" y="50"/>
                </a:moveTo>
                <a:cubicBezTo>
                  <a:pt x="484" y="57"/>
                  <a:pt x="484" y="57"/>
                  <a:pt x="484" y="57"/>
                </a:cubicBezTo>
                <a:cubicBezTo>
                  <a:pt x="484" y="57"/>
                  <a:pt x="484" y="57"/>
                  <a:pt x="484" y="57"/>
                </a:cubicBezTo>
                <a:cubicBezTo>
                  <a:pt x="484" y="50"/>
                  <a:pt x="484" y="50"/>
                  <a:pt x="484" y="50"/>
                </a:cubicBezTo>
                <a:cubicBezTo>
                  <a:pt x="484" y="50"/>
                  <a:pt x="484" y="50"/>
                  <a:pt x="484" y="50"/>
                </a:cubicBezTo>
                <a:close/>
                <a:moveTo>
                  <a:pt x="484" y="75"/>
                </a:moveTo>
                <a:cubicBezTo>
                  <a:pt x="484" y="120"/>
                  <a:pt x="484" y="120"/>
                  <a:pt x="484" y="120"/>
                </a:cubicBezTo>
                <a:cubicBezTo>
                  <a:pt x="484" y="120"/>
                  <a:pt x="484" y="120"/>
                  <a:pt x="484" y="120"/>
                </a:cubicBezTo>
                <a:cubicBezTo>
                  <a:pt x="484" y="122"/>
                  <a:pt x="484" y="123"/>
                  <a:pt x="484" y="124"/>
                </a:cubicBezTo>
                <a:cubicBezTo>
                  <a:pt x="484" y="124"/>
                  <a:pt x="484" y="124"/>
                  <a:pt x="484" y="124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76"/>
                  <a:pt x="484" y="76"/>
                  <a:pt x="484" y="76"/>
                </a:cubicBezTo>
                <a:cubicBezTo>
                  <a:pt x="484" y="75"/>
                  <a:pt x="484" y="75"/>
                  <a:pt x="484" y="75"/>
                </a:cubicBezTo>
                <a:cubicBezTo>
                  <a:pt x="484" y="75"/>
                  <a:pt x="484" y="75"/>
                  <a:pt x="484" y="75"/>
                </a:cubicBezTo>
                <a:close/>
                <a:moveTo>
                  <a:pt x="484" y="140"/>
                </a:moveTo>
                <a:cubicBezTo>
                  <a:pt x="484" y="148"/>
                  <a:pt x="484" y="148"/>
                  <a:pt x="484" y="148"/>
                </a:cubicBezTo>
                <a:cubicBezTo>
                  <a:pt x="484" y="148"/>
                  <a:pt x="484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ubicBezTo>
                  <a:pt x="484" y="140"/>
                  <a:pt x="484" y="140"/>
                  <a:pt x="484" y="140"/>
                </a:cubicBezTo>
                <a:close/>
                <a:moveTo>
                  <a:pt x="484" y="182"/>
                </a:moveTo>
                <a:cubicBezTo>
                  <a:pt x="484" y="193"/>
                  <a:pt x="484" y="193"/>
                  <a:pt x="484" y="193"/>
                </a:cubicBezTo>
                <a:cubicBezTo>
                  <a:pt x="484" y="192"/>
                  <a:pt x="484" y="192"/>
                  <a:pt x="484" y="191"/>
                </a:cubicBezTo>
                <a:cubicBezTo>
                  <a:pt x="484" y="181"/>
                  <a:pt x="484" y="181"/>
                  <a:pt x="484" y="181"/>
                </a:cubicBezTo>
                <a:cubicBezTo>
                  <a:pt x="484" y="182"/>
                  <a:pt x="484" y="182"/>
                  <a:pt x="484" y="182"/>
                </a:cubicBezTo>
                <a:close/>
                <a:moveTo>
                  <a:pt x="484" y="206"/>
                </a:moveTo>
                <a:cubicBezTo>
                  <a:pt x="484" y="211"/>
                  <a:pt x="484" y="211"/>
                  <a:pt x="484" y="211"/>
                </a:cubicBezTo>
                <a:cubicBezTo>
                  <a:pt x="484" y="211"/>
                  <a:pt x="484" y="211"/>
                  <a:pt x="484" y="211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4" y="206"/>
                  <a:pt x="484" y="206"/>
                  <a:pt x="484" y="206"/>
                </a:cubicBezTo>
                <a:close/>
                <a:moveTo>
                  <a:pt x="484" y="235"/>
                </a:moveTo>
                <a:cubicBezTo>
                  <a:pt x="484" y="268"/>
                  <a:pt x="484" y="268"/>
                  <a:pt x="484" y="268"/>
                </a:cubicBezTo>
                <a:cubicBezTo>
                  <a:pt x="484" y="268"/>
                  <a:pt x="484" y="268"/>
                  <a:pt x="484" y="268"/>
                </a:cubicBezTo>
                <a:cubicBezTo>
                  <a:pt x="484" y="235"/>
                  <a:pt x="484" y="235"/>
                  <a:pt x="484" y="235"/>
                </a:cubicBezTo>
                <a:cubicBezTo>
                  <a:pt x="484" y="235"/>
                  <a:pt x="484" y="235"/>
                  <a:pt x="484" y="235"/>
                </a:cubicBezTo>
                <a:close/>
                <a:moveTo>
                  <a:pt x="484" y="297"/>
                </a:moveTo>
                <a:cubicBezTo>
                  <a:pt x="484" y="302"/>
                  <a:pt x="484" y="302"/>
                  <a:pt x="484" y="302"/>
                </a:cubicBezTo>
                <a:cubicBezTo>
                  <a:pt x="484" y="302"/>
                  <a:pt x="484" y="302"/>
                  <a:pt x="484" y="302"/>
                </a:cubicBezTo>
                <a:cubicBezTo>
                  <a:pt x="484" y="297"/>
                  <a:pt x="484" y="297"/>
                  <a:pt x="484" y="297"/>
                </a:cubicBezTo>
                <a:cubicBezTo>
                  <a:pt x="484" y="297"/>
                  <a:pt x="484" y="297"/>
                  <a:pt x="484" y="297"/>
                </a:cubicBezTo>
                <a:close/>
                <a:moveTo>
                  <a:pt x="484" y="308"/>
                </a:moveTo>
                <a:cubicBezTo>
                  <a:pt x="484" y="312"/>
                  <a:pt x="484" y="312"/>
                  <a:pt x="484" y="312"/>
                </a:cubicBezTo>
                <a:cubicBezTo>
                  <a:pt x="484" y="312"/>
                  <a:pt x="484" y="312"/>
                  <a:pt x="484" y="312"/>
                </a:cubicBezTo>
                <a:cubicBezTo>
                  <a:pt x="484" y="307"/>
                  <a:pt x="484" y="307"/>
                  <a:pt x="484" y="307"/>
                </a:cubicBezTo>
                <a:cubicBezTo>
                  <a:pt x="484" y="308"/>
                  <a:pt x="484" y="308"/>
                  <a:pt x="484" y="308"/>
                </a:cubicBezTo>
                <a:close/>
                <a:moveTo>
                  <a:pt x="484" y="322"/>
                </a:moveTo>
                <a:cubicBezTo>
                  <a:pt x="484" y="332"/>
                  <a:pt x="484" y="332"/>
                  <a:pt x="484" y="332"/>
                </a:cubicBezTo>
                <a:cubicBezTo>
                  <a:pt x="484" y="332"/>
                  <a:pt x="484" y="332"/>
                  <a:pt x="484" y="332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4" y="322"/>
                  <a:pt x="484" y="322"/>
                  <a:pt x="484" y="322"/>
                </a:cubicBezTo>
                <a:close/>
                <a:moveTo>
                  <a:pt x="484" y="338"/>
                </a:moveTo>
                <a:cubicBezTo>
                  <a:pt x="484" y="346"/>
                  <a:pt x="484" y="346"/>
                  <a:pt x="484" y="346"/>
                </a:cubicBezTo>
                <a:cubicBezTo>
                  <a:pt x="484" y="345"/>
                  <a:pt x="484" y="345"/>
                  <a:pt x="484" y="344"/>
                </a:cubicBezTo>
                <a:cubicBezTo>
                  <a:pt x="484" y="337"/>
                  <a:pt x="484" y="337"/>
                  <a:pt x="484" y="337"/>
                </a:cubicBezTo>
                <a:cubicBezTo>
                  <a:pt x="484" y="338"/>
                  <a:pt x="484" y="338"/>
                  <a:pt x="484" y="338"/>
                </a:cubicBezTo>
                <a:close/>
                <a:moveTo>
                  <a:pt x="484" y="350"/>
                </a:moveTo>
                <a:cubicBezTo>
                  <a:pt x="484" y="359"/>
                  <a:pt x="484" y="359"/>
                  <a:pt x="484" y="359"/>
                </a:cubicBezTo>
                <a:cubicBezTo>
                  <a:pt x="484" y="362"/>
                  <a:pt x="484" y="365"/>
                  <a:pt x="484" y="369"/>
                </a:cubicBezTo>
                <a:cubicBezTo>
                  <a:pt x="484" y="369"/>
                  <a:pt x="484" y="369"/>
                  <a:pt x="484" y="369"/>
                </a:cubicBezTo>
                <a:cubicBezTo>
                  <a:pt x="484" y="381"/>
                  <a:pt x="484" y="381"/>
                  <a:pt x="484" y="381"/>
                </a:cubicBezTo>
                <a:cubicBezTo>
                  <a:pt x="484" y="380"/>
                  <a:pt x="484" y="379"/>
                  <a:pt x="484" y="379"/>
                </a:cubicBezTo>
                <a:cubicBezTo>
                  <a:pt x="484" y="351"/>
                  <a:pt x="484" y="351"/>
                  <a:pt x="484" y="351"/>
                </a:cubicBezTo>
                <a:cubicBezTo>
                  <a:pt x="484" y="351"/>
                  <a:pt x="484" y="350"/>
                  <a:pt x="484" y="350"/>
                </a:cubicBezTo>
                <a:close/>
                <a:moveTo>
                  <a:pt x="484" y="423"/>
                </a:moveTo>
                <a:cubicBezTo>
                  <a:pt x="484" y="436"/>
                  <a:pt x="484" y="436"/>
                  <a:pt x="484" y="436"/>
                </a:cubicBezTo>
                <a:cubicBezTo>
                  <a:pt x="484" y="436"/>
                  <a:pt x="484" y="436"/>
                  <a:pt x="484" y="437"/>
                </a:cubicBezTo>
                <a:cubicBezTo>
                  <a:pt x="484" y="425"/>
                  <a:pt x="484" y="425"/>
                  <a:pt x="484" y="425"/>
                </a:cubicBezTo>
                <a:cubicBezTo>
                  <a:pt x="484" y="423"/>
                  <a:pt x="484" y="423"/>
                  <a:pt x="484" y="423"/>
                </a:cubicBezTo>
                <a:close/>
                <a:moveTo>
                  <a:pt x="484" y="438"/>
                </a:moveTo>
                <a:cubicBezTo>
                  <a:pt x="484" y="442"/>
                  <a:pt x="484" y="442"/>
                  <a:pt x="484" y="442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4" y="438"/>
                  <a:pt x="484" y="438"/>
                  <a:pt x="484" y="438"/>
                </a:cubicBezTo>
                <a:close/>
                <a:moveTo>
                  <a:pt x="484" y="449"/>
                </a:moveTo>
                <a:cubicBezTo>
                  <a:pt x="484" y="453"/>
                  <a:pt x="484" y="453"/>
                  <a:pt x="484" y="453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4" y="449"/>
                  <a:pt x="484" y="449"/>
                  <a:pt x="484" y="449"/>
                </a:cubicBezTo>
                <a:cubicBezTo>
                  <a:pt x="484" y="449"/>
                  <a:pt x="484" y="449"/>
                  <a:pt x="484" y="449"/>
                </a:cubicBezTo>
                <a:close/>
                <a:moveTo>
                  <a:pt x="484" y="458"/>
                </a:moveTo>
                <a:cubicBezTo>
                  <a:pt x="484" y="467"/>
                  <a:pt x="484" y="467"/>
                  <a:pt x="484" y="467"/>
                </a:cubicBezTo>
                <a:cubicBezTo>
                  <a:pt x="484" y="468"/>
                  <a:pt x="484" y="468"/>
                  <a:pt x="484" y="468"/>
                </a:cubicBezTo>
                <a:cubicBezTo>
                  <a:pt x="484" y="458"/>
                  <a:pt x="484" y="458"/>
                  <a:pt x="484" y="458"/>
                </a:cubicBezTo>
                <a:cubicBezTo>
                  <a:pt x="484" y="458"/>
                  <a:pt x="484" y="458"/>
                  <a:pt x="484" y="458"/>
                </a:cubicBezTo>
                <a:close/>
                <a:moveTo>
                  <a:pt x="484" y="471"/>
                </a:moveTo>
                <a:cubicBezTo>
                  <a:pt x="484" y="478"/>
                  <a:pt x="484" y="478"/>
                  <a:pt x="484" y="478"/>
                </a:cubicBezTo>
                <a:cubicBezTo>
                  <a:pt x="484" y="478"/>
                  <a:pt x="484" y="478"/>
                  <a:pt x="484" y="478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4" y="471"/>
                  <a:pt x="484" y="471"/>
                  <a:pt x="484" y="471"/>
                </a:cubicBezTo>
                <a:close/>
                <a:moveTo>
                  <a:pt x="484" y="493"/>
                </a:moveTo>
                <a:cubicBezTo>
                  <a:pt x="484" y="507"/>
                  <a:pt x="484" y="507"/>
                  <a:pt x="484" y="507"/>
                </a:cubicBezTo>
                <a:cubicBezTo>
                  <a:pt x="484" y="506"/>
                  <a:pt x="484" y="506"/>
                  <a:pt x="484" y="506"/>
                </a:cubicBezTo>
                <a:cubicBezTo>
                  <a:pt x="484" y="494"/>
                  <a:pt x="484" y="494"/>
                  <a:pt x="484" y="494"/>
                </a:cubicBezTo>
                <a:cubicBezTo>
                  <a:pt x="484" y="494"/>
                  <a:pt x="484" y="493"/>
                  <a:pt x="484" y="493"/>
                </a:cubicBezTo>
                <a:close/>
                <a:moveTo>
                  <a:pt x="484" y="539"/>
                </a:moveTo>
                <a:cubicBezTo>
                  <a:pt x="484" y="559"/>
                  <a:pt x="484" y="559"/>
                  <a:pt x="484" y="559"/>
                </a:cubicBezTo>
                <a:cubicBezTo>
                  <a:pt x="484" y="559"/>
                  <a:pt x="484" y="559"/>
                  <a:pt x="484" y="559"/>
                </a:cubicBezTo>
                <a:cubicBezTo>
                  <a:pt x="484" y="538"/>
                  <a:pt x="484" y="538"/>
                  <a:pt x="484" y="538"/>
                </a:cubicBezTo>
                <a:cubicBezTo>
                  <a:pt x="484" y="539"/>
                  <a:pt x="484" y="539"/>
                  <a:pt x="484" y="539"/>
                </a:cubicBezTo>
                <a:close/>
                <a:moveTo>
                  <a:pt x="484" y="564"/>
                </a:moveTo>
                <a:cubicBezTo>
                  <a:pt x="484" y="576"/>
                  <a:pt x="484" y="576"/>
                  <a:pt x="484" y="576"/>
                </a:cubicBezTo>
                <a:cubicBezTo>
                  <a:pt x="484" y="576"/>
                  <a:pt x="484" y="576"/>
                  <a:pt x="484" y="576"/>
                </a:cubicBezTo>
                <a:cubicBezTo>
                  <a:pt x="484" y="564"/>
                  <a:pt x="484" y="564"/>
                  <a:pt x="484" y="564"/>
                </a:cubicBezTo>
                <a:cubicBezTo>
                  <a:pt x="484" y="564"/>
                  <a:pt x="484" y="564"/>
                  <a:pt x="484" y="564"/>
                </a:cubicBezTo>
                <a:close/>
                <a:moveTo>
                  <a:pt x="484" y="593"/>
                </a:moveTo>
                <a:cubicBezTo>
                  <a:pt x="484" y="602"/>
                  <a:pt x="484" y="602"/>
                  <a:pt x="484" y="602"/>
                </a:cubicBezTo>
                <a:cubicBezTo>
                  <a:pt x="484" y="602"/>
                  <a:pt x="484" y="601"/>
                  <a:pt x="484" y="601"/>
                </a:cubicBezTo>
                <a:cubicBezTo>
                  <a:pt x="484" y="594"/>
                  <a:pt x="484" y="594"/>
                  <a:pt x="484" y="594"/>
                </a:cubicBezTo>
                <a:cubicBezTo>
                  <a:pt x="484" y="593"/>
                  <a:pt x="484" y="593"/>
                  <a:pt x="484" y="593"/>
                </a:cubicBezTo>
                <a:close/>
                <a:moveTo>
                  <a:pt x="484" y="613"/>
                </a:moveTo>
                <a:cubicBezTo>
                  <a:pt x="484" y="623"/>
                  <a:pt x="484" y="623"/>
                  <a:pt x="484" y="623"/>
                </a:cubicBezTo>
                <a:cubicBezTo>
                  <a:pt x="484" y="624"/>
                  <a:pt x="484" y="624"/>
                  <a:pt x="484" y="624"/>
                </a:cubicBezTo>
                <a:cubicBezTo>
                  <a:pt x="484" y="613"/>
                  <a:pt x="484" y="613"/>
                  <a:pt x="484" y="613"/>
                </a:cubicBezTo>
                <a:cubicBezTo>
                  <a:pt x="484" y="613"/>
                  <a:pt x="484" y="613"/>
                  <a:pt x="484" y="613"/>
                </a:cubicBezTo>
                <a:close/>
                <a:moveTo>
                  <a:pt x="484" y="673"/>
                </a:moveTo>
                <a:cubicBezTo>
                  <a:pt x="484" y="685"/>
                  <a:pt x="484" y="685"/>
                  <a:pt x="484" y="685"/>
                </a:cubicBezTo>
                <a:cubicBezTo>
                  <a:pt x="484" y="685"/>
                  <a:pt x="484" y="685"/>
                  <a:pt x="484" y="685"/>
                </a:cubicBezTo>
                <a:cubicBezTo>
                  <a:pt x="484" y="684"/>
                  <a:pt x="484" y="684"/>
                  <a:pt x="484" y="684"/>
                </a:cubicBezTo>
                <a:cubicBezTo>
                  <a:pt x="484" y="673"/>
                  <a:pt x="484" y="673"/>
                  <a:pt x="484" y="673"/>
                </a:cubicBezTo>
                <a:cubicBezTo>
                  <a:pt x="484" y="673"/>
                  <a:pt x="484" y="673"/>
                  <a:pt x="484" y="673"/>
                </a:cubicBezTo>
                <a:close/>
                <a:moveTo>
                  <a:pt x="484" y="738"/>
                </a:moveTo>
                <a:cubicBezTo>
                  <a:pt x="484" y="751"/>
                  <a:pt x="484" y="751"/>
                  <a:pt x="484" y="751"/>
                </a:cubicBezTo>
                <a:cubicBezTo>
                  <a:pt x="484" y="751"/>
                  <a:pt x="484" y="751"/>
                  <a:pt x="484" y="751"/>
                </a:cubicBezTo>
                <a:cubicBezTo>
                  <a:pt x="484" y="739"/>
                  <a:pt x="484" y="739"/>
                  <a:pt x="484" y="739"/>
                </a:cubicBezTo>
                <a:lnTo>
                  <a:pt x="484" y="738"/>
                </a:lnTo>
                <a:close/>
                <a:moveTo>
                  <a:pt x="478" y="10"/>
                </a:moveTo>
                <a:cubicBezTo>
                  <a:pt x="479" y="10"/>
                  <a:pt x="479" y="10"/>
                  <a:pt x="480" y="10"/>
                </a:cubicBezTo>
                <a:cubicBezTo>
                  <a:pt x="481" y="10"/>
                  <a:pt x="482" y="11"/>
                  <a:pt x="484" y="11"/>
                </a:cubicBezTo>
                <a:cubicBezTo>
                  <a:pt x="484" y="35"/>
                  <a:pt x="484" y="35"/>
                  <a:pt x="484" y="35"/>
                </a:cubicBezTo>
                <a:cubicBezTo>
                  <a:pt x="482" y="30"/>
                  <a:pt x="481" y="25"/>
                  <a:pt x="478" y="22"/>
                </a:cubicBezTo>
                <a:cubicBezTo>
                  <a:pt x="478" y="10"/>
                  <a:pt x="478" y="10"/>
                  <a:pt x="478" y="10"/>
                </a:cubicBezTo>
                <a:close/>
                <a:moveTo>
                  <a:pt x="484" y="784"/>
                </a:moveTo>
                <a:cubicBezTo>
                  <a:pt x="482" y="784"/>
                  <a:pt x="480" y="785"/>
                  <a:pt x="478" y="785"/>
                </a:cubicBezTo>
                <a:cubicBezTo>
                  <a:pt x="478" y="770"/>
                  <a:pt x="478" y="770"/>
                  <a:pt x="478" y="770"/>
                </a:cubicBezTo>
                <a:cubicBezTo>
                  <a:pt x="480" y="772"/>
                  <a:pt x="482" y="773"/>
                  <a:pt x="484" y="774"/>
                </a:cubicBezTo>
                <a:cubicBezTo>
                  <a:pt x="484" y="784"/>
                  <a:pt x="484" y="784"/>
                  <a:pt x="484" y="784"/>
                </a:cubicBezTo>
                <a:close/>
                <a:moveTo>
                  <a:pt x="484" y="50"/>
                </a:moveTo>
                <a:cubicBezTo>
                  <a:pt x="484" y="57"/>
                  <a:pt x="484" y="57"/>
                  <a:pt x="484" y="57"/>
                </a:cubicBezTo>
                <a:cubicBezTo>
                  <a:pt x="482" y="57"/>
                  <a:pt x="480" y="56"/>
                  <a:pt x="478" y="56"/>
                </a:cubicBezTo>
                <a:cubicBezTo>
                  <a:pt x="478" y="48"/>
                  <a:pt x="478" y="48"/>
                  <a:pt x="478" y="48"/>
                </a:cubicBezTo>
                <a:cubicBezTo>
                  <a:pt x="483" y="50"/>
                  <a:pt x="483" y="50"/>
                  <a:pt x="483" y="50"/>
                </a:cubicBezTo>
                <a:cubicBezTo>
                  <a:pt x="484" y="50"/>
                  <a:pt x="484" y="50"/>
                  <a:pt x="484" y="50"/>
                </a:cubicBezTo>
                <a:close/>
                <a:moveTo>
                  <a:pt x="484" y="76"/>
                </a:moveTo>
                <a:cubicBezTo>
                  <a:pt x="484" y="139"/>
                  <a:pt x="484" y="139"/>
                  <a:pt x="484" y="139"/>
                </a:cubicBezTo>
                <a:cubicBezTo>
                  <a:pt x="482" y="138"/>
                  <a:pt x="480" y="137"/>
                  <a:pt x="478" y="136"/>
                </a:cubicBezTo>
                <a:cubicBezTo>
                  <a:pt x="478" y="106"/>
                  <a:pt x="478" y="106"/>
                  <a:pt x="478" y="106"/>
                </a:cubicBezTo>
                <a:cubicBezTo>
                  <a:pt x="481" y="105"/>
                  <a:pt x="481" y="105"/>
                  <a:pt x="481" y="105"/>
                </a:cubicBezTo>
                <a:cubicBezTo>
                  <a:pt x="481" y="104"/>
                  <a:pt x="481" y="103"/>
                  <a:pt x="481" y="102"/>
                </a:cubicBezTo>
                <a:cubicBezTo>
                  <a:pt x="480" y="102"/>
                  <a:pt x="479" y="102"/>
                  <a:pt x="478" y="101"/>
                </a:cubicBezTo>
                <a:cubicBezTo>
                  <a:pt x="478" y="80"/>
                  <a:pt x="478" y="80"/>
                  <a:pt x="478" y="80"/>
                </a:cubicBezTo>
                <a:cubicBezTo>
                  <a:pt x="479" y="80"/>
                  <a:pt x="480" y="80"/>
                  <a:pt x="481" y="80"/>
                </a:cubicBezTo>
                <a:cubicBezTo>
                  <a:pt x="482" y="78"/>
                  <a:pt x="483" y="77"/>
                  <a:pt x="484" y="76"/>
                </a:cubicBezTo>
                <a:close/>
                <a:moveTo>
                  <a:pt x="484" y="140"/>
                </a:moveTo>
                <a:cubicBezTo>
                  <a:pt x="482" y="139"/>
                  <a:pt x="480" y="139"/>
                  <a:pt x="478" y="138"/>
                </a:cubicBezTo>
                <a:cubicBezTo>
                  <a:pt x="478" y="148"/>
                  <a:pt x="478" y="148"/>
                  <a:pt x="478" y="148"/>
                </a:cubicBezTo>
                <a:cubicBezTo>
                  <a:pt x="480" y="148"/>
                  <a:pt x="482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lose/>
                <a:moveTo>
                  <a:pt x="484" y="181"/>
                </a:moveTo>
                <a:cubicBezTo>
                  <a:pt x="484" y="191"/>
                  <a:pt x="484" y="191"/>
                  <a:pt x="484" y="191"/>
                </a:cubicBezTo>
                <a:cubicBezTo>
                  <a:pt x="483" y="189"/>
                  <a:pt x="481" y="186"/>
                  <a:pt x="478" y="185"/>
                </a:cubicBezTo>
                <a:cubicBezTo>
                  <a:pt x="478" y="179"/>
                  <a:pt x="478" y="179"/>
                  <a:pt x="478" y="179"/>
                </a:cubicBezTo>
                <a:cubicBezTo>
                  <a:pt x="480" y="180"/>
                  <a:pt x="482" y="180"/>
                  <a:pt x="484" y="181"/>
                </a:cubicBezTo>
                <a:close/>
                <a:moveTo>
                  <a:pt x="484" y="206"/>
                </a:moveTo>
                <a:cubicBezTo>
                  <a:pt x="484" y="211"/>
                  <a:pt x="484" y="211"/>
                  <a:pt x="484" y="211"/>
                </a:cubicBezTo>
                <a:cubicBezTo>
                  <a:pt x="482" y="210"/>
                  <a:pt x="480" y="210"/>
                  <a:pt x="478" y="209"/>
                </a:cubicBezTo>
                <a:cubicBezTo>
                  <a:pt x="478" y="209"/>
                  <a:pt x="478" y="209"/>
                  <a:pt x="478" y="209"/>
                </a:cubicBezTo>
                <a:cubicBezTo>
                  <a:pt x="478" y="202"/>
                  <a:pt x="478" y="202"/>
                  <a:pt x="478" y="202"/>
                </a:cubicBezTo>
                <a:cubicBezTo>
                  <a:pt x="480" y="203"/>
                  <a:pt x="481" y="205"/>
                  <a:pt x="484" y="206"/>
                </a:cubicBezTo>
                <a:close/>
                <a:moveTo>
                  <a:pt x="484" y="235"/>
                </a:moveTo>
                <a:cubicBezTo>
                  <a:pt x="484" y="268"/>
                  <a:pt x="484" y="268"/>
                  <a:pt x="484" y="268"/>
                </a:cubicBezTo>
                <a:cubicBezTo>
                  <a:pt x="481" y="271"/>
                  <a:pt x="479" y="275"/>
                  <a:pt x="478" y="279"/>
                </a:cubicBezTo>
                <a:cubicBezTo>
                  <a:pt x="478" y="251"/>
                  <a:pt x="478" y="251"/>
                  <a:pt x="478" y="251"/>
                </a:cubicBezTo>
                <a:cubicBezTo>
                  <a:pt x="480" y="251"/>
                  <a:pt x="480" y="251"/>
                  <a:pt x="480" y="251"/>
                </a:cubicBezTo>
                <a:cubicBezTo>
                  <a:pt x="481" y="251"/>
                  <a:pt x="482" y="250"/>
                  <a:pt x="483" y="250"/>
                </a:cubicBezTo>
                <a:cubicBezTo>
                  <a:pt x="482" y="246"/>
                  <a:pt x="481" y="244"/>
                  <a:pt x="478" y="243"/>
                </a:cubicBezTo>
                <a:cubicBezTo>
                  <a:pt x="478" y="232"/>
                  <a:pt x="478" y="232"/>
                  <a:pt x="478" y="232"/>
                </a:cubicBezTo>
                <a:cubicBezTo>
                  <a:pt x="480" y="233"/>
                  <a:pt x="482" y="234"/>
                  <a:pt x="484" y="235"/>
                </a:cubicBezTo>
                <a:close/>
                <a:moveTo>
                  <a:pt x="484" y="297"/>
                </a:moveTo>
                <a:cubicBezTo>
                  <a:pt x="484" y="302"/>
                  <a:pt x="484" y="302"/>
                  <a:pt x="484" y="302"/>
                </a:cubicBezTo>
                <a:cubicBezTo>
                  <a:pt x="484" y="302"/>
                  <a:pt x="483" y="302"/>
                  <a:pt x="483" y="302"/>
                </a:cubicBezTo>
                <a:cubicBezTo>
                  <a:pt x="483" y="304"/>
                  <a:pt x="483" y="305"/>
                  <a:pt x="483" y="307"/>
                </a:cubicBezTo>
                <a:cubicBezTo>
                  <a:pt x="484" y="307"/>
                  <a:pt x="484" y="307"/>
                  <a:pt x="484" y="307"/>
                </a:cubicBezTo>
                <a:cubicBezTo>
                  <a:pt x="484" y="312"/>
                  <a:pt x="484" y="312"/>
                  <a:pt x="484" y="312"/>
                </a:cubicBezTo>
                <a:cubicBezTo>
                  <a:pt x="482" y="311"/>
                  <a:pt x="480" y="310"/>
                  <a:pt x="478" y="309"/>
                </a:cubicBezTo>
                <a:cubicBezTo>
                  <a:pt x="478" y="302"/>
                  <a:pt x="478" y="302"/>
                  <a:pt x="478" y="302"/>
                </a:cubicBezTo>
                <a:cubicBezTo>
                  <a:pt x="480" y="301"/>
                  <a:pt x="482" y="299"/>
                  <a:pt x="484" y="297"/>
                </a:cubicBezTo>
                <a:close/>
                <a:moveTo>
                  <a:pt x="484" y="322"/>
                </a:moveTo>
                <a:cubicBezTo>
                  <a:pt x="484" y="327"/>
                  <a:pt x="484" y="327"/>
                  <a:pt x="484" y="327"/>
                </a:cubicBezTo>
                <a:cubicBezTo>
                  <a:pt x="482" y="325"/>
                  <a:pt x="480" y="324"/>
                  <a:pt x="478" y="322"/>
                </a:cubicBezTo>
                <a:cubicBezTo>
                  <a:pt x="478" y="318"/>
                  <a:pt x="478" y="318"/>
                  <a:pt x="478" y="318"/>
                </a:cubicBezTo>
                <a:cubicBezTo>
                  <a:pt x="480" y="319"/>
                  <a:pt x="482" y="320"/>
                  <a:pt x="484" y="322"/>
                </a:cubicBezTo>
                <a:close/>
                <a:moveTo>
                  <a:pt x="484" y="327"/>
                </a:moveTo>
                <a:cubicBezTo>
                  <a:pt x="484" y="332"/>
                  <a:pt x="484" y="332"/>
                  <a:pt x="484" y="332"/>
                </a:cubicBezTo>
                <a:cubicBezTo>
                  <a:pt x="483" y="334"/>
                  <a:pt x="483" y="335"/>
                  <a:pt x="483" y="336"/>
                </a:cubicBezTo>
                <a:cubicBezTo>
                  <a:pt x="483" y="336"/>
                  <a:pt x="484" y="337"/>
                  <a:pt x="484" y="337"/>
                </a:cubicBezTo>
                <a:cubicBezTo>
                  <a:pt x="484" y="344"/>
                  <a:pt x="484" y="344"/>
                  <a:pt x="484" y="344"/>
                </a:cubicBezTo>
                <a:cubicBezTo>
                  <a:pt x="483" y="343"/>
                  <a:pt x="482" y="342"/>
                  <a:pt x="481" y="341"/>
                </a:cubicBezTo>
                <a:cubicBezTo>
                  <a:pt x="480" y="344"/>
                  <a:pt x="479" y="347"/>
                  <a:pt x="478" y="349"/>
                </a:cubicBezTo>
                <a:cubicBezTo>
                  <a:pt x="478" y="331"/>
                  <a:pt x="478" y="331"/>
                  <a:pt x="478" y="331"/>
                </a:cubicBezTo>
                <a:cubicBezTo>
                  <a:pt x="478" y="331"/>
                  <a:pt x="478" y="331"/>
                  <a:pt x="478" y="331"/>
                </a:cubicBezTo>
                <a:cubicBezTo>
                  <a:pt x="480" y="330"/>
                  <a:pt x="482" y="328"/>
                  <a:pt x="484" y="327"/>
                </a:cubicBezTo>
                <a:close/>
                <a:moveTo>
                  <a:pt x="484" y="351"/>
                </a:moveTo>
                <a:cubicBezTo>
                  <a:pt x="484" y="379"/>
                  <a:pt x="484" y="379"/>
                  <a:pt x="484" y="379"/>
                </a:cubicBezTo>
                <a:cubicBezTo>
                  <a:pt x="483" y="373"/>
                  <a:pt x="481" y="367"/>
                  <a:pt x="478" y="362"/>
                </a:cubicBezTo>
                <a:cubicBezTo>
                  <a:pt x="478" y="354"/>
                  <a:pt x="478" y="354"/>
                  <a:pt x="478" y="354"/>
                </a:cubicBezTo>
                <a:cubicBezTo>
                  <a:pt x="478" y="355"/>
                  <a:pt x="479" y="357"/>
                  <a:pt x="480" y="358"/>
                </a:cubicBezTo>
                <a:cubicBezTo>
                  <a:pt x="482" y="355"/>
                  <a:pt x="483" y="353"/>
                  <a:pt x="484" y="351"/>
                </a:cubicBezTo>
                <a:close/>
                <a:moveTo>
                  <a:pt x="484" y="425"/>
                </a:moveTo>
                <a:cubicBezTo>
                  <a:pt x="484" y="437"/>
                  <a:pt x="484" y="437"/>
                  <a:pt x="484" y="437"/>
                </a:cubicBezTo>
                <a:cubicBezTo>
                  <a:pt x="484" y="437"/>
                  <a:pt x="483" y="438"/>
                  <a:pt x="483" y="438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1" y="443"/>
                  <a:pt x="481" y="443"/>
                  <a:pt x="481" y="443"/>
                </a:cubicBezTo>
                <a:cubicBezTo>
                  <a:pt x="480" y="445"/>
                  <a:pt x="479" y="447"/>
                  <a:pt x="478" y="449"/>
                </a:cubicBezTo>
                <a:cubicBezTo>
                  <a:pt x="481" y="449"/>
                  <a:pt x="482" y="449"/>
                  <a:pt x="484" y="449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2" y="453"/>
                  <a:pt x="480" y="453"/>
                  <a:pt x="478" y="453"/>
                </a:cubicBezTo>
                <a:cubicBezTo>
                  <a:pt x="478" y="441"/>
                  <a:pt x="478" y="441"/>
                  <a:pt x="478" y="441"/>
                </a:cubicBezTo>
                <a:cubicBezTo>
                  <a:pt x="481" y="434"/>
                  <a:pt x="483" y="429"/>
                  <a:pt x="484" y="425"/>
                </a:cubicBezTo>
                <a:close/>
                <a:moveTo>
                  <a:pt x="484" y="458"/>
                </a:moveTo>
                <a:cubicBezTo>
                  <a:pt x="484" y="468"/>
                  <a:pt x="484" y="468"/>
                  <a:pt x="484" y="468"/>
                </a:cubicBezTo>
                <a:cubicBezTo>
                  <a:pt x="484" y="468"/>
                  <a:pt x="483" y="469"/>
                  <a:pt x="483" y="469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4" y="478"/>
                  <a:pt x="484" y="478"/>
                  <a:pt x="484" y="478"/>
                </a:cubicBezTo>
                <a:cubicBezTo>
                  <a:pt x="482" y="482"/>
                  <a:pt x="480" y="484"/>
                  <a:pt x="478" y="487"/>
                </a:cubicBezTo>
                <a:cubicBezTo>
                  <a:pt x="478" y="481"/>
                  <a:pt x="478" y="481"/>
                  <a:pt x="478" y="481"/>
                </a:cubicBezTo>
                <a:cubicBezTo>
                  <a:pt x="479" y="478"/>
                  <a:pt x="480" y="476"/>
                  <a:pt x="479" y="472"/>
                </a:cubicBezTo>
                <a:cubicBezTo>
                  <a:pt x="479" y="473"/>
                  <a:pt x="478" y="473"/>
                  <a:pt x="478" y="473"/>
                </a:cubicBezTo>
                <a:cubicBezTo>
                  <a:pt x="478" y="468"/>
                  <a:pt x="478" y="468"/>
                  <a:pt x="478" y="468"/>
                </a:cubicBezTo>
                <a:cubicBezTo>
                  <a:pt x="479" y="467"/>
                  <a:pt x="480" y="466"/>
                  <a:pt x="482" y="465"/>
                </a:cubicBezTo>
                <a:cubicBezTo>
                  <a:pt x="481" y="464"/>
                  <a:pt x="480" y="463"/>
                  <a:pt x="478" y="463"/>
                </a:cubicBezTo>
                <a:cubicBezTo>
                  <a:pt x="478" y="459"/>
                  <a:pt x="478" y="459"/>
                  <a:pt x="478" y="459"/>
                </a:cubicBezTo>
                <a:cubicBezTo>
                  <a:pt x="480" y="459"/>
                  <a:pt x="482" y="459"/>
                  <a:pt x="484" y="458"/>
                </a:cubicBezTo>
                <a:close/>
                <a:moveTo>
                  <a:pt x="484" y="494"/>
                </a:moveTo>
                <a:cubicBezTo>
                  <a:pt x="484" y="506"/>
                  <a:pt x="484" y="506"/>
                  <a:pt x="484" y="506"/>
                </a:cubicBezTo>
                <a:cubicBezTo>
                  <a:pt x="478" y="501"/>
                  <a:pt x="478" y="501"/>
                  <a:pt x="478" y="501"/>
                </a:cubicBezTo>
                <a:cubicBezTo>
                  <a:pt x="478" y="496"/>
                  <a:pt x="478" y="496"/>
                  <a:pt x="478" y="496"/>
                </a:cubicBezTo>
                <a:cubicBezTo>
                  <a:pt x="478" y="497"/>
                  <a:pt x="479" y="497"/>
                  <a:pt x="480" y="498"/>
                </a:cubicBezTo>
                <a:cubicBezTo>
                  <a:pt x="480" y="498"/>
                  <a:pt x="481" y="498"/>
                  <a:pt x="482" y="498"/>
                </a:cubicBezTo>
                <a:cubicBezTo>
                  <a:pt x="483" y="497"/>
                  <a:pt x="483" y="495"/>
                  <a:pt x="484" y="494"/>
                </a:cubicBezTo>
                <a:close/>
                <a:moveTo>
                  <a:pt x="484" y="538"/>
                </a:moveTo>
                <a:cubicBezTo>
                  <a:pt x="484" y="559"/>
                  <a:pt x="484" y="559"/>
                  <a:pt x="484" y="559"/>
                </a:cubicBezTo>
                <a:cubicBezTo>
                  <a:pt x="482" y="560"/>
                  <a:pt x="480" y="561"/>
                  <a:pt x="478" y="561"/>
                </a:cubicBezTo>
                <a:cubicBezTo>
                  <a:pt x="478" y="551"/>
                  <a:pt x="478" y="551"/>
                  <a:pt x="478" y="551"/>
                </a:cubicBezTo>
                <a:cubicBezTo>
                  <a:pt x="479" y="551"/>
                  <a:pt x="479" y="550"/>
                  <a:pt x="480" y="550"/>
                </a:cubicBezTo>
                <a:cubicBezTo>
                  <a:pt x="480" y="548"/>
                  <a:pt x="480" y="547"/>
                  <a:pt x="480" y="545"/>
                </a:cubicBezTo>
                <a:cubicBezTo>
                  <a:pt x="479" y="545"/>
                  <a:pt x="479" y="545"/>
                  <a:pt x="478" y="545"/>
                </a:cubicBezTo>
                <a:cubicBezTo>
                  <a:pt x="478" y="528"/>
                  <a:pt x="478" y="528"/>
                  <a:pt x="478" y="528"/>
                </a:cubicBezTo>
                <a:cubicBezTo>
                  <a:pt x="480" y="531"/>
                  <a:pt x="482" y="535"/>
                  <a:pt x="484" y="538"/>
                </a:cubicBezTo>
                <a:close/>
                <a:moveTo>
                  <a:pt x="484" y="564"/>
                </a:moveTo>
                <a:cubicBezTo>
                  <a:pt x="484" y="576"/>
                  <a:pt x="484" y="576"/>
                  <a:pt x="484" y="576"/>
                </a:cubicBezTo>
                <a:cubicBezTo>
                  <a:pt x="483" y="576"/>
                  <a:pt x="482" y="577"/>
                  <a:pt x="482" y="578"/>
                </a:cubicBezTo>
                <a:cubicBezTo>
                  <a:pt x="482" y="581"/>
                  <a:pt x="482" y="584"/>
                  <a:pt x="482" y="586"/>
                </a:cubicBezTo>
                <a:cubicBezTo>
                  <a:pt x="478" y="585"/>
                  <a:pt x="478" y="585"/>
                  <a:pt x="478" y="585"/>
                </a:cubicBezTo>
                <a:cubicBezTo>
                  <a:pt x="478" y="567"/>
                  <a:pt x="478" y="567"/>
                  <a:pt x="478" y="567"/>
                </a:cubicBezTo>
                <a:cubicBezTo>
                  <a:pt x="480" y="566"/>
                  <a:pt x="482" y="565"/>
                  <a:pt x="484" y="564"/>
                </a:cubicBezTo>
                <a:close/>
                <a:moveTo>
                  <a:pt x="484" y="594"/>
                </a:moveTo>
                <a:cubicBezTo>
                  <a:pt x="484" y="601"/>
                  <a:pt x="484" y="601"/>
                  <a:pt x="484" y="601"/>
                </a:cubicBezTo>
                <a:cubicBezTo>
                  <a:pt x="482" y="601"/>
                  <a:pt x="480" y="601"/>
                  <a:pt x="478" y="601"/>
                </a:cubicBezTo>
                <a:cubicBezTo>
                  <a:pt x="478" y="595"/>
                  <a:pt x="478" y="595"/>
                  <a:pt x="478" y="595"/>
                </a:cubicBezTo>
                <a:cubicBezTo>
                  <a:pt x="480" y="595"/>
                  <a:pt x="482" y="595"/>
                  <a:pt x="484" y="594"/>
                </a:cubicBezTo>
                <a:close/>
                <a:moveTo>
                  <a:pt x="484" y="613"/>
                </a:moveTo>
                <a:cubicBezTo>
                  <a:pt x="484" y="624"/>
                  <a:pt x="484" y="624"/>
                  <a:pt x="484" y="624"/>
                </a:cubicBezTo>
                <a:cubicBezTo>
                  <a:pt x="482" y="624"/>
                  <a:pt x="480" y="625"/>
                  <a:pt x="478" y="626"/>
                </a:cubicBezTo>
                <a:cubicBezTo>
                  <a:pt x="478" y="620"/>
                  <a:pt x="478" y="620"/>
                  <a:pt x="478" y="620"/>
                </a:cubicBezTo>
                <a:cubicBezTo>
                  <a:pt x="480" y="619"/>
                  <a:pt x="480" y="619"/>
                  <a:pt x="480" y="619"/>
                </a:cubicBezTo>
                <a:cubicBezTo>
                  <a:pt x="479" y="618"/>
                  <a:pt x="479" y="617"/>
                  <a:pt x="478" y="616"/>
                </a:cubicBezTo>
                <a:cubicBezTo>
                  <a:pt x="478" y="609"/>
                  <a:pt x="478" y="609"/>
                  <a:pt x="478" y="609"/>
                </a:cubicBezTo>
                <a:cubicBezTo>
                  <a:pt x="480" y="611"/>
                  <a:pt x="482" y="612"/>
                  <a:pt x="484" y="613"/>
                </a:cubicBezTo>
                <a:close/>
                <a:moveTo>
                  <a:pt x="484" y="673"/>
                </a:moveTo>
                <a:cubicBezTo>
                  <a:pt x="484" y="684"/>
                  <a:pt x="484" y="684"/>
                  <a:pt x="484" y="684"/>
                </a:cubicBezTo>
                <a:cubicBezTo>
                  <a:pt x="483" y="681"/>
                  <a:pt x="482" y="678"/>
                  <a:pt x="481" y="675"/>
                </a:cubicBezTo>
                <a:cubicBezTo>
                  <a:pt x="484" y="673"/>
                  <a:pt x="484" y="673"/>
                  <a:pt x="484" y="673"/>
                </a:cubicBezTo>
                <a:close/>
                <a:moveTo>
                  <a:pt x="484" y="739"/>
                </a:moveTo>
                <a:cubicBezTo>
                  <a:pt x="484" y="751"/>
                  <a:pt x="484" y="751"/>
                  <a:pt x="484" y="751"/>
                </a:cubicBezTo>
                <a:cubicBezTo>
                  <a:pt x="482" y="750"/>
                  <a:pt x="480" y="749"/>
                  <a:pt x="478" y="749"/>
                </a:cubicBezTo>
                <a:cubicBezTo>
                  <a:pt x="478" y="740"/>
                  <a:pt x="478" y="740"/>
                  <a:pt x="478" y="740"/>
                </a:cubicBezTo>
                <a:cubicBezTo>
                  <a:pt x="480" y="739"/>
                  <a:pt x="482" y="739"/>
                  <a:pt x="484" y="739"/>
                </a:cubicBezTo>
                <a:close/>
                <a:moveTo>
                  <a:pt x="476" y="9"/>
                </a:moveTo>
                <a:cubicBezTo>
                  <a:pt x="476" y="9"/>
                  <a:pt x="477" y="9"/>
                  <a:pt x="478" y="10"/>
                </a:cubicBezTo>
                <a:cubicBezTo>
                  <a:pt x="478" y="22"/>
                  <a:pt x="478" y="22"/>
                  <a:pt x="478" y="22"/>
                </a:cubicBezTo>
                <a:cubicBezTo>
                  <a:pt x="477" y="21"/>
                  <a:pt x="476" y="20"/>
                  <a:pt x="476" y="19"/>
                </a:cubicBezTo>
                <a:cubicBezTo>
                  <a:pt x="476" y="9"/>
                  <a:pt x="476" y="9"/>
                  <a:pt x="476" y="9"/>
                </a:cubicBezTo>
                <a:close/>
                <a:moveTo>
                  <a:pt x="478" y="785"/>
                </a:moveTo>
                <a:cubicBezTo>
                  <a:pt x="476" y="786"/>
                  <a:pt x="476" y="786"/>
                  <a:pt x="476" y="786"/>
                </a:cubicBezTo>
                <a:cubicBezTo>
                  <a:pt x="476" y="768"/>
                  <a:pt x="476" y="768"/>
                  <a:pt x="476" y="768"/>
                </a:cubicBezTo>
                <a:cubicBezTo>
                  <a:pt x="476" y="769"/>
                  <a:pt x="477" y="770"/>
                  <a:pt x="478" y="770"/>
                </a:cubicBezTo>
                <a:cubicBezTo>
                  <a:pt x="478" y="785"/>
                  <a:pt x="478" y="785"/>
                  <a:pt x="478" y="785"/>
                </a:cubicBezTo>
                <a:close/>
                <a:moveTo>
                  <a:pt x="478" y="48"/>
                </a:moveTo>
                <a:cubicBezTo>
                  <a:pt x="478" y="56"/>
                  <a:pt x="478" y="56"/>
                  <a:pt x="478" y="56"/>
                </a:cubicBezTo>
                <a:cubicBezTo>
                  <a:pt x="477" y="56"/>
                  <a:pt x="476" y="55"/>
                  <a:pt x="476" y="55"/>
                </a:cubicBezTo>
                <a:cubicBezTo>
                  <a:pt x="476" y="47"/>
                  <a:pt x="476" y="47"/>
                  <a:pt x="476" y="47"/>
                </a:cubicBezTo>
                <a:cubicBezTo>
                  <a:pt x="478" y="48"/>
                  <a:pt x="478" y="48"/>
                  <a:pt x="478" y="48"/>
                </a:cubicBezTo>
                <a:close/>
                <a:moveTo>
                  <a:pt x="478" y="80"/>
                </a:moveTo>
                <a:cubicBezTo>
                  <a:pt x="478" y="101"/>
                  <a:pt x="478" y="101"/>
                  <a:pt x="478" y="101"/>
                </a:cubicBezTo>
                <a:cubicBezTo>
                  <a:pt x="477" y="101"/>
                  <a:pt x="477" y="101"/>
                  <a:pt x="476" y="101"/>
                </a:cubicBezTo>
                <a:cubicBezTo>
                  <a:pt x="476" y="79"/>
                  <a:pt x="476" y="79"/>
                  <a:pt x="476" y="79"/>
                </a:cubicBezTo>
                <a:cubicBezTo>
                  <a:pt x="476" y="80"/>
                  <a:pt x="477" y="80"/>
                  <a:pt x="478" y="80"/>
                </a:cubicBezTo>
                <a:close/>
                <a:moveTo>
                  <a:pt x="478" y="106"/>
                </a:moveTo>
                <a:cubicBezTo>
                  <a:pt x="478" y="136"/>
                  <a:pt x="478" y="136"/>
                  <a:pt x="478" y="136"/>
                </a:cubicBezTo>
                <a:cubicBezTo>
                  <a:pt x="476" y="135"/>
                  <a:pt x="476" y="135"/>
                  <a:pt x="476" y="135"/>
                </a:cubicBezTo>
                <a:cubicBezTo>
                  <a:pt x="476" y="117"/>
                  <a:pt x="476" y="117"/>
                  <a:pt x="476" y="117"/>
                </a:cubicBezTo>
                <a:cubicBezTo>
                  <a:pt x="476" y="117"/>
                  <a:pt x="476" y="117"/>
                  <a:pt x="476" y="117"/>
                </a:cubicBezTo>
                <a:cubicBezTo>
                  <a:pt x="477" y="115"/>
                  <a:pt x="476" y="114"/>
                  <a:pt x="476" y="111"/>
                </a:cubicBezTo>
                <a:cubicBezTo>
                  <a:pt x="476" y="107"/>
                  <a:pt x="476" y="107"/>
                  <a:pt x="476" y="107"/>
                </a:cubicBezTo>
                <a:cubicBezTo>
                  <a:pt x="478" y="106"/>
                  <a:pt x="478" y="106"/>
                  <a:pt x="478" y="106"/>
                </a:cubicBezTo>
                <a:close/>
                <a:moveTo>
                  <a:pt x="478" y="138"/>
                </a:moveTo>
                <a:cubicBezTo>
                  <a:pt x="478" y="148"/>
                  <a:pt x="478" y="148"/>
                  <a:pt x="478" y="148"/>
                </a:cubicBezTo>
                <a:cubicBezTo>
                  <a:pt x="477" y="148"/>
                  <a:pt x="476" y="147"/>
                  <a:pt x="476" y="147"/>
                </a:cubicBezTo>
                <a:cubicBezTo>
                  <a:pt x="476" y="137"/>
                  <a:pt x="476" y="137"/>
                  <a:pt x="476" y="137"/>
                </a:cubicBezTo>
                <a:cubicBezTo>
                  <a:pt x="476" y="137"/>
                  <a:pt x="477" y="138"/>
                  <a:pt x="478" y="138"/>
                </a:cubicBezTo>
                <a:close/>
                <a:moveTo>
                  <a:pt x="478" y="179"/>
                </a:moveTo>
                <a:cubicBezTo>
                  <a:pt x="478" y="185"/>
                  <a:pt x="478" y="185"/>
                  <a:pt x="478" y="185"/>
                </a:cubicBezTo>
                <a:cubicBezTo>
                  <a:pt x="477" y="184"/>
                  <a:pt x="476" y="184"/>
                  <a:pt x="476" y="183"/>
                </a:cubicBezTo>
                <a:cubicBezTo>
                  <a:pt x="476" y="178"/>
                  <a:pt x="476" y="178"/>
                  <a:pt x="476" y="178"/>
                </a:cubicBezTo>
                <a:cubicBezTo>
                  <a:pt x="476" y="179"/>
                  <a:pt x="477" y="179"/>
                  <a:pt x="478" y="179"/>
                </a:cubicBezTo>
                <a:close/>
                <a:moveTo>
                  <a:pt x="478" y="202"/>
                </a:moveTo>
                <a:cubicBezTo>
                  <a:pt x="478" y="209"/>
                  <a:pt x="478" y="209"/>
                  <a:pt x="478" y="209"/>
                </a:cubicBezTo>
                <a:cubicBezTo>
                  <a:pt x="477" y="209"/>
                  <a:pt x="476" y="208"/>
                  <a:pt x="476" y="207"/>
                </a:cubicBezTo>
                <a:cubicBezTo>
                  <a:pt x="476" y="198"/>
                  <a:pt x="476" y="198"/>
                  <a:pt x="476" y="198"/>
                </a:cubicBezTo>
                <a:cubicBezTo>
                  <a:pt x="476" y="199"/>
                  <a:pt x="477" y="201"/>
                  <a:pt x="478" y="202"/>
                </a:cubicBezTo>
                <a:close/>
                <a:moveTo>
                  <a:pt x="478" y="232"/>
                </a:moveTo>
                <a:cubicBezTo>
                  <a:pt x="478" y="243"/>
                  <a:pt x="478" y="243"/>
                  <a:pt x="478" y="243"/>
                </a:cubicBezTo>
                <a:cubicBezTo>
                  <a:pt x="478" y="243"/>
                  <a:pt x="476" y="243"/>
                  <a:pt x="476" y="243"/>
                </a:cubicBezTo>
                <a:cubicBezTo>
                  <a:pt x="476" y="231"/>
                  <a:pt x="476" y="231"/>
                  <a:pt x="476" y="231"/>
                </a:cubicBezTo>
                <a:cubicBezTo>
                  <a:pt x="476" y="231"/>
                  <a:pt x="477" y="232"/>
                  <a:pt x="478" y="232"/>
                </a:cubicBezTo>
                <a:close/>
                <a:moveTo>
                  <a:pt x="478" y="251"/>
                </a:moveTo>
                <a:cubicBezTo>
                  <a:pt x="478" y="279"/>
                  <a:pt x="478" y="279"/>
                  <a:pt x="478" y="279"/>
                </a:cubicBezTo>
                <a:cubicBezTo>
                  <a:pt x="478" y="281"/>
                  <a:pt x="477" y="284"/>
                  <a:pt x="477" y="286"/>
                </a:cubicBezTo>
                <a:cubicBezTo>
                  <a:pt x="476" y="287"/>
                  <a:pt x="476" y="287"/>
                  <a:pt x="476" y="287"/>
                </a:cubicBezTo>
                <a:cubicBezTo>
                  <a:pt x="476" y="267"/>
                  <a:pt x="476" y="267"/>
                  <a:pt x="476" y="267"/>
                </a:cubicBezTo>
                <a:cubicBezTo>
                  <a:pt x="476" y="266"/>
                  <a:pt x="477" y="266"/>
                  <a:pt x="477" y="266"/>
                </a:cubicBezTo>
                <a:cubicBezTo>
                  <a:pt x="477" y="264"/>
                  <a:pt x="478" y="262"/>
                  <a:pt x="478" y="260"/>
                </a:cubicBezTo>
                <a:cubicBezTo>
                  <a:pt x="477" y="260"/>
                  <a:pt x="476" y="260"/>
                  <a:pt x="476" y="260"/>
                </a:cubicBezTo>
                <a:cubicBezTo>
                  <a:pt x="476" y="250"/>
                  <a:pt x="476" y="250"/>
                  <a:pt x="476" y="250"/>
                </a:cubicBezTo>
                <a:cubicBezTo>
                  <a:pt x="478" y="251"/>
                  <a:pt x="478" y="251"/>
                  <a:pt x="478" y="251"/>
                </a:cubicBezTo>
                <a:close/>
                <a:moveTo>
                  <a:pt x="478" y="302"/>
                </a:moveTo>
                <a:cubicBezTo>
                  <a:pt x="478" y="309"/>
                  <a:pt x="478" y="309"/>
                  <a:pt x="478" y="309"/>
                </a:cubicBezTo>
                <a:cubicBezTo>
                  <a:pt x="478" y="309"/>
                  <a:pt x="478" y="309"/>
                  <a:pt x="477" y="309"/>
                </a:cubicBezTo>
                <a:cubicBezTo>
                  <a:pt x="477" y="310"/>
                  <a:pt x="476" y="310"/>
                  <a:pt x="476" y="311"/>
                </a:cubicBezTo>
                <a:cubicBezTo>
                  <a:pt x="476" y="307"/>
                  <a:pt x="476" y="307"/>
                  <a:pt x="476" y="307"/>
                </a:cubicBezTo>
                <a:cubicBezTo>
                  <a:pt x="476" y="307"/>
                  <a:pt x="476" y="307"/>
                  <a:pt x="476" y="306"/>
                </a:cubicBezTo>
                <a:cubicBezTo>
                  <a:pt x="476" y="305"/>
                  <a:pt x="477" y="304"/>
                  <a:pt x="478" y="302"/>
                </a:cubicBezTo>
                <a:close/>
                <a:moveTo>
                  <a:pt x="478" y="318"/>
                </a:moveTo>
                <a:cubicBezTo>
                  <a:pt x="478" y="322"/>
                  <a:pt x="478" y="322"/>
                  <a:pt x="478" y="322"/>
                </a:cubicBezTo>
                <a:cubicBezTo>
                  <a:pt x="477" y="322"/>
                  <a:pt x="476" y="321"/>
                  <a:pt x="476" y="321"/>
                </a:cubicBezTo>
                <a:cubicBezTo>
                  <a:pt x="476" y="316"/>
                  <a:pt x="476" y="316"/>
                  <a:pt x="476" y="316"/>
                </a:cubicBezTo>
                <a:cubicBezTo>
                  <a:pt x="478" y="318"/>
                  <a:pt x="478" y="318"/>
                  <a:pt x="478" y="318"/>
                </a:cubicBezTo>
                <a:close/>
                <a:moveTo>
                  <a:pt x="478" y="331"/>
                </a:moveTo>
                <a:cubicBezTo>
                  <a:pt x="478" y="349"/>
                  <a:pt x="478" y="349"/>
                  <a:pt x="478" y="349"/>
                </a:cubicBezTo>
                <a:cubicBezTo>
                  <a:pt x="478" y="351"/>
                  <a:pt x="478" y="352"/>
                  <a:pt x="478" y="354"/>
                </a:cubicBezTo>
                <a:cubicBezTo>
                  <a:pt x="478" y="362"/>
                  <a:pt x="478" y="362"/>
                  <a:pt x="478" y="362"/>
                </a:cubicBezTo>
                <a:cubicBezTo>
                  <a:pt x="477" y="360"/>
                  <a:pt x="476" y="358"/>
                  <a:pt x="476" y="357"/>
                </a:cubicBezTo>
                <a:cubicBezTo>
                  <a:pt x="476" y="345"/>
                  <a:pt x="476" y="345"/>
                  <a:pt x="476" y="345"/>
                </a:cubicBezTo>
                <a:cubicBezTo>
                  <a:pt x="478" y="341"/>
                  <a:pt x="477" y="337"/>
                  <a:pt x="476" y="333"/>
                </a:cubicBezTo>
                <a:cubicBezTo>
                  <a:pt x="476" y="328"/>
                  <a:pt x="476" y="328"/>
                  <a:pt x="476" y="328"/>
                </a:cubicBezTo>
                <a:cubicBezTo>
                  <a:pt x="478" y="331"/>
                  <a:pt x="478" y="331"/>
                  <a:pt x="478" y="331"/>
                </a:cubicBezTo>
                <a:close/>
                <a:moveTo>
                  <a:pt x="478" y="441"/>
                </a:moveTo>
                <a:cubicBezTo>
                  <a:pt x="478" y="453"/>
                  <a:pt x="478" y="453"/>
                  <a:pt x="478" y="453"/>
                </a:cubicBezTo>
                <a:cubicBezTo>
                  <a:pt x="477" y="453"/>
                  <a:pt x="476" y="454"/>
                  <a:pt x="476" y="455"/>
                </a:cubicBezTo>
                <a:cubicBezTo>
                  <a:pt x="476" y="447"/>
                  <a:pt x="476" y="447"/>
                  <a:pt x="476" y="447"/>
                </a:cubicBezTo>
                <a:cubicBezTo>
                  <a:pt x="476" y="445"/>
                  <a:pt x="477" y="443"/>
                  <a:pt x="478" y="441"/>
                </a:cubicBezTo>
                <a:close/>
                <a:moveTo>
                  <a:pt x="478" y="459"/>
                </a:moveTo>
                <a:cubicBezTo>
                  <a:pt x="478" y="463"/>
                  <a:pt x="478" y="463"/>
                  <a:pt x="478" y="463"/>
                </a:cubicBezTo>
                <a:cubicBezTo>
                  <a:pt x="477" y="463"/>
                  <a:pt x="476" y="463"/>
                  <a:pt x="476" y="463"/>
                </a:cubicBezTo>
                <a:cubicBezTo>
                  <a:pt x="476" y="459"/>
                  <a:pt x="476" y="459"/>
                  <a:pt x="476" y="459"/>
                </a:cubicBezTo>
                <a:cubicBezTo>
                  <a:pt x="478" y="459"/>
                  <a:pt x="478" y="459"/>
                  <a:pt x="478" y="459"/>
                </a:cubicBezTo>
                <a:close/>
                <a:moveTo>
                  <a:pt x="478" y="468"/>
                </a:moveTo>
                <a:cubicBezTo>
                  <a:pt x="478" y="473"/>
                  <a:pt x="478" y="473"/>
                  <a:pt x="478" y="473"/>
                </a:cubicBezTo>
                <a:cubicBezTo>
                  <a:pt x="477" y="474"/>
                  <a:pt x="476" y="475"/>
                  <a:pt x="476" y="476"/>
                </a:cubicBezTo>
                <a:cubicBezTo>
                  <a:pt x="476" y="469"/>
                  <a:pt x="476" y="469"/>
                  <a:pt x="476" y="469"/>
                </a:cubicBezTo>
                <a:cubicBezTo>
                  <a:pt x="476" y="469"/>
                  <a:pt x="477" y="468"/>
                  <a:pt x="478" y="468"/>
                </a:cubicBezTo>
                <a:close/>
                <a:moveTo>
                  <a:pt x="478" y="481"/>
                </a:moveTo>
                <a:cubicBezTo>
                  <a:pt x="478" y="487"/>
                  <a:pt x="478" y="487"/>
                  <a:pt x="478" y="487"/>
                </a:cubicBezTo>
                <a:cubicBezTo>
                  <a:pt x="477" y="490"/>
                  <a:pt x="476" y="493"/>
                  <a:pt x="478" y="496"/>
                </a:cubicBezTo>
                <a:cubicBezTo>
                  <a:pt x="478" y="501"/>
                  <a:pt x="478" y="501"/>
                  <a:pt x="478" y="501"/>
                </a:cubicBezTo>
                <a:cubicBezTo>
                  <a:pt x="476" y="498"/>
                  <a:pt x="476" y="498"/>
                  <a:pt x="476" y="498"/>
                </a:cubicBezTo>
                <a:cubicBezTo>
                  <a:pt x="476" y="485"/>
                  <a:pt x="476" y="485"/>
                  <a:pt x="476" y="485"/>
                </a:cubicBezTo>
                <a:cubicBezTo>
                  <a:pt x="477" y="483"/>
                  <a:pt x="478" y="482"/>
                  <a:pt x="478" y="481"/>
                </a:cubicBezTo>
                <a:close/>
                <a:moveTo>
                  <a:pt x="478" y="528"/>
                </a:moveTo>
                <a:cubicBezTo>
                  <a:pt x="478" y="545"/>
                  <a:pt x="478" y="545"/>
                  <a:pt x="478" y="545"/>
                </a:cubicBezTo>
                <a:cubicBezTo>
                  <a:pt x="477" y="545"/>
                  <a:pt x="476" y="545"/>
                  <a:pt x="476" y="545"/>
                </a:cubicBezTo>
                <a:cubicBezTo>
                  <a:pt x="476" y="527"/>
                  <a:pt x="476" y="527"/>
                  <a:pt x="476" y="527"/>
                </a:cubicBezTo>
                <a:cubicBezTo>
                  <a:pt x="476" y="527"/>
                  <a:pt x="477" y="527"/>
                  <a:pt x="478" y="527"/>
                </a:cubicBezTo>
                <a:cubicBezTo>
                  <a:pt x="478" y="528"/>
                  <a:pt x="478" y="528"/>
                  <a:pt x="478" y="528"/>
                </a:cubicBezTo>
                <a:close/>
                <a:moveTo>
                  <a:pt x="478" y="551"/>
                </a:moveTo>
                <a:cubicBezTo>
                  <a:pt x="478" y="561"/>
                  <a:pt x="478" y="561"/>
                  <a:pt x="478" y="561"/>
                </a:cubicBezTo>
                <a:cubicBezTo>
                  <a:pt x="477" y="562"/>
                  <a:pt x="476" y="562"/>
                  <a:pt x="476" y="563"/>
                </a:cubicBezTo>
                <a:cubicBezTo>
                  <a:pt x="476" y="552"/>
                  <a:pt x="476" y="552"/>
                  <a:pt x="476" y="552"/>
                </a:cubicBezTo>
                <a:cubicBezTo>
                  <a:pt x="476" y="552"/>
                  <a:pt x="477" y="552"/>
                  <a:pt x="478" y="551"/>
                </a:cubicBezTo>
                <a:close/>
                <a:moveTo>
                  <a:pt x="478" y="567"/>
                </a:moveTo>
                <a:cubicBezTo>
                  <a:pt x="478" y="585"/>
                  <a:pt x="478" y="585"/>
                  <a:pt x="478" y="585"/>
                </a:cubicBezTo>
                <a:cubicBezTo>
                  <a:pt x="476" y="584"/>
                  <a:pt x="476" y="584"/>
                  <a:pt x="476" y="584"/>
                </a:cubicBezTo>
                <a:cubicBezTo>
                  <a:pt x="476" y="569"/>
                  <a:pt x="476" y="569"/>
                  <a:pt x="476" y="569"/>
                </a:cubicBezTo>
                <a:cubicBezTo>
                  <a:pt x="478" y="567"/>
                  <a:pt x="478" y="567"/>
                  <a:pt x="478" y="567"/>
                </a:cubicBezTo>
                <a:close/>
                <a:moveTo>
                  <a:pt x="478" y="595"/>
                </a:moveTo>
                <a:cubicBezTo>
                  <a:pt x="478" y="601"/>
                  <a:pt x="478" y="601"/>
                  <a:pt x="478" y="601"/>
                </a:cubicBezTo>
                <a:cubicBezTo>
                  <a:pt x="477" y="601"/>
                  <a:pt x="476" y="601"/>
                  <a:pt x="476" y="602"/>
                </a:cubicBezTo>
                <a:cubicBezTo>
                  <a:pt x="476" y="596"/>
                  <a:pt x="476" y="596"/>
                  <a:pt x="476" y="596"/>
                </a:cubicBezTo>
                <a:cubicBezTo>
                  <a:pt x="476" y="596"/>
                  <a:pt x="477" y="596"/>
                  <a:pt x="478" y="595"/>
                </a:cubicBezTo>
                <a:close/>
                <a:moveTo>
                  <a:pt x="478" y="609"/>
                </a:moveTo>
                <a:cubicBezTo>
                  <a:pt x="478" y="616"/>
                  <a:pt x="478" y="616"/>
                  <a:pt x="478" y="616"/>
                </a:cubicBezTo>
                <a:cubicBezTo>
                  <a:pt x="477" y="615"/>
                  <a:pt x="476" y="614"/>
                  <a:pt x="476" y="613"/>
                </a:cubicBezTo>
                <a:cubicBezTo>
                  <a:pt x="476" y="607"/>
                  <a:pt x="476" y="607"/>
                  <a:pt x="476" y="607"/>
                </a:cubicBezTo>
                <a:cubicBezTo>
                  <a:pt x="477" y="608"/>
                  <a:pt x="477" y="609"/>
                  <a:pt x="478" y="609"/>
                </a:cubicBezTo>
                <a:close/>
                <a:moveTo>
                  <a:pt x="478" y="620"/>
                </a:moveTo>
                <a:cubicBezTo>
                  <a:pt x="478" y="626"/>
                  <a:pt x="478" y="626"/>
                  <a:pt x="478" y="626"/>
                </a:cubicBezTo>
                <a:cubicBezTo>
                  <a:pt x="477" y="626"/>
                  <a:pt x="476" y="626"/>
                  <a:pt x="476" y="626"/>
                </a:cubicBezTo>
                <a:cubicBezTo>
                  <a:pt x="476" y="620"/>
                  <a:pt x="476" y="620"/>
                  <a:pt x="476" y="620"/>
                </a:cubicBezTo>
                <a:cubicBezTo>
                  <a:pt x="478" y="620"/>
                  <a:pt x="478" y="620"/>
                  <a:pt x="478" y="620"/>
                </a:cubicBezTo>
                <a:close/>
                <a:moveTo>
                  <a:pt x="478" y="740"/>
                </a:moveTo>
                <a:cubicBezTo>
                  <a:pt x="478" y="749"/>
                  <a:pt x="478" y="749"/>
                  <a:pt x="478" y="749"/>
                </a:cubicBezTo>
                <a:cubicBezTo>
                  <a:pt x="477" y="749"/>
                  <a:pt x="476" y="749"/>
                  <a:pt x="476" y="749"/>
                </a:cubicBezTo>
                <a:cubicBezTo>
                  <a:pt x="476" y="741"/>
                  <a:pt x="476" y="741"/>
                  <a:pt x="476" y="741"/>
                </a:cubicBezTo>
                <a:cubicBezTo>
                  <a:pt x="476" y="740"/>
                  <a:pt x="477" y="740"/>
                  <a:pt x="478" y="740"/>
                </a:cubicBezTo>
                <a:close/>
                <a:moveTo>
                  <a:pt x="476" y="522"/>
                </a:moveTo>
                <a:cubicBezTo>
                  <a:pt x="476" y="514"/>
                  <a:pt x="476" y="514"/>
                  <a:pt x="476" y="514"/>
                </a:cubicBezTo>
                <a:cubicBezTo>
                  <a:pt x="476" y="516"/>
                  <a:pt x="477" y="519"/>
                  <a:pt x="477" y="522"/>
                </a:cubicBezTo>
                <a:cubicBezTo>
                  <a:pt x="477" y="522"/>
                  <a:pt x="476" y="522"/>
                  <a:pt x="476" y="522"/>
                </a:cubicBezTo>
                <a:close/>
                <a:moveTo>
                  <a:pt x="471" y="7"/>
                </a:moveTo>
                <a:cubicBezTo>
                  <a:pt x="473" y="8"/>
                  <a:pt x="474" y="8"/>
                  <a:pt x="476" y="9"/>
                </a:cubicBezTo>
                <a:cubicBezTo>
                  <a:pt x="476" y="19"/>
                  <a:pt x="476" y="19"/>
                  <a:pt x="476" y="19"/>
                </a:cubicBezTo>
                <a:cubicBezTo>
                  <a:pt x="474" y="18"/>
                  <a:pt x="473" y="17"/>
                  <a:pt x="471" y="17"/>
                </a:cubicBezTo>
                <a:cubicBezTo>
                  <a:pt x="471" y="7"/>
                  <a:pt x="471" y="7"/>
                  <a:pt x="471" y="7"/>
                </a:cubicBezTo>
                <a:close/>
                <a:moveTo>
                  <a:pt x="476" y="786"/>
                </a:moveTo>
                <a:cubicBezTo>
                  <a:pt x="474" y="786"/>
                  <a:pt x="473" y="786"/>
                  <a:pt x="471" y="787"/>
                </a:cubicBezTo>
                <a:cubicBezTo>
                  <a:pt x="471" y="779"/>
                  <a:pt x="471" y="779"/>
                  <a:pt x="471" y="779"/>
                </a:cubicBezTo>
                <a:cubicBezTo>
                  <a:pt x="472" y="779"/>
                  <a:pt x="473" y="778"/>
                  <a:pt x="474" y="778"/>
                </a:cubicBezTo>
                <a:cubicBezTo>
                  <a:pt x="471" y="776"/>
                  <a:pt x="471" y="776"/>
                  <a:pt x="471" y="776"/>
                </a:cubicBezTo>
                <a:cubicBezTo>
                  <a:pt x="471" y="764"/>
                  <a:pt x="471" y="764"/>
                  <a:pt x="471" y="764"/>
                </a:cubicBezTo>
                <a:cubicBezTo>
                  <a:pt x="473" y="765"/>
                  <a:pt x="474" y="767"/>
                  <a:pt x="476" y="768"/>
                </a:cubicBezTo>
                <a:cubicBezTo>
                  <a:pt x="476" y="786"/>
                  <a:pt x="476" y="786"/>
                  <a:pt x="476" y="786"/>
                </a:cubicBezTo>
                <a:close/>
                <a:moveTo>
                  <a:pt x="476" y="47"/>
                </a:moveTo>
                <a:cubicBezTo>
                  <a:pt x="476" y="55"/>
                  <a:pt x="476" y="55"/>
                  <a:pt x="476" y="55"/>
                </a:cubicBezTo>
                <a:cubicBezTo>
                  <a:pt x="474" y="55"/>
                  <a:pt x="473" y="54"/>
                  <a:pt x="471" y="54"/>
                </a:cubicBezTo>
                <a:cubicBezTo>
                  <a:pt x="471" y="46"/>
                  <a:pt x="471" y="46"/>
                  <a:pt x="471" y="46"/>
                </a:cubicBezTo>
                <a:cubicBezTo>
                  <a:pt x="476" y="47"/>
                  <a:pt x="476" y="47"/>
                  <a:pt x="476" y="47"/>
                </a:cubicBezTo>
                <a:close/>
                <a:moveTo>
                  <a:pt x="476" y="79"/>
                </a:moveTo>
                <a:cubicBezTo>
                  <a:pt x="476" y="101"/>
                  <a:pt x="476" y="101"/>
                  <a:pt x="476" y="101"/>
                </a:cubicBezTo>
                <a:cubicBezTo>
                  <a:pt x="475" y="101"/>
                  <a:pt x="474" y="101"/>
                  <a:pt x="473" y="101"/>
                </a:cubicBezTo>
                <a:cubicBezTo>
                  <a:pt x="472" y="103"/>
                  <a:pt x="472" y="104"/>
                  <a:pt x="471" y="105"/>
                </a:cubicBezTo>
                <a:cubicBezTo>
                  <a:pt x="471" y="78"/>
                  <a:pt x="471" y="78"/>
                  <a:pt x="471" y="78"/>
                </a:cubicBezTo>
                <a:cubicBezTo>
                  <a:pt x="473" y="79"/>
                  <a:pt x="474" y="79"/>
                  <a:pt x="476" y="79"/>
                </a:cubicBezTo>
                <a:close/>
                <a:moveTo>
                  <a:pt x="476" y="107"/>
                </a:moveTo>
                <a:cubicBezTo>
                  <a:pt x="476" y="111"/>
                  <a:pt x="476" y="111"/>
                  <a:pt x="476" y="111"/>
                </a:cubicBezTo>
                <a:cubicBezTo>
                  <a:pt x="475" y="110"/>
                  <a:pt x="475" y="109"/>
                  <a:pt x="475" y="108"/>
                </a:cubicBezTo>
                <a:cubicBezTo>
                  <a:pt x="476" y="107"/>
                  <a:pt x="476" y="107"/>
                  <a:pt x="476" y="107"/>
                </a:cubicBezTo>
                <a:close/>
                <a:moveTo>
                  <a:pt x="476" y="117"/>
                </a:moveTo>
                <a:cubicBezTo>
                  <a:pt x="476" y="135"/>
                  <a:pt x="476" y="135"/>
                  <a:pt x="476" y="135"/>
                </a:cubicBezTo>
                <a:cubicBezTo>
                  <a:pt x="474" y="134"/>
                  <a:pt x="473" y="133"/>
                  <a:pt x="471" y="133"/>
                </a:cubicBezTo>
                <a:cubicBezTo>
                  <a:pt x="471" y="118"/>
                  <a:pt x="471" y="118"/>
                  <a:pt x="471" y="118"/>
                </a:cubicBezTo>
                <a:cubicBezTo>
                  <a:pt x="473" y="118"/>
                  <a:pt x="474" y="117"/>
                  <a:pt x="476" y="117"/>
                </a:cubicBezTo>
                <a:close/>
                <a:moveTo>
                  <a:pt x="476" y="137"/>
                </a:moveTo>
                <a:cubicBezTo>
                  <a:pt x="476" y="147"/>
                  <a:pt x="476" y="147"/>
                  <a:pt x="476" y="147"/>
                </a:cubicBezTo>
                <a:cubicBezTo>
                  <a:pt x="474" y="147"/>
                  <a:pt x="473" y="147"/>
                  <a:pt x="471" y="147"/>
                </a:cubicBezTo>
                <a:cubicBezTo>
                  <a:pt x="471" y="136"/>
                  <a:pt x="471" y="136"/>
                  <a:pt x="471" y="136"/>
                </a:cubicBezTo>
                <a:cubicBezTo>
                  <a:pt x="473" y="136"/>
                  <a:pt x="474" y="137"/>
                  <a:pt x="476" y="137"/>
                </a:cubicBezTo>
                <a:close/>
                <a:moveTo>
                  <a:pt x="476" y="178"/>
                </a:moveTo>
                <a:cubicBezTo>
                  <a:pt x="476" y="183"/>
                  <a:pt x="476" y="183"/>
                  <a:pt x="476" y="183"/>
                </a:cubicBezTo>
                <a:cubicBezTo>
                  <a:pt x="475" y="183"/>
                  <a:pt x="474" y="182"/>
                  <a:pt x="472" y="182"/>
                </a:cubicBezTo>
                <a:cubicBezTo>
                  <a:pt x="474" y="189"/>
                  <a:pt x="474" y="194"/>
                  <a:pt x="476" y="198"/>
                </a:cubicBezTo>
                <a:cubicBezTo>
                  <a:pt x="476" y="207"/>
                  <a:pt x="476" y="207"/>
                  <a:pt x="476" y="207"/>
                </a:cubicBezTo>
                <a:cubicBezTo>
                  <a:pt x="474" y="207"/>
                  <a:pt x="473" y="206"/>
                  <a:pt x="471" y="205"/>
                </a:cubicBezTo>
                <a:cubicBezTo>
                  <a:pt x="471" y="177"/>
                  <a:pt x="471" y="177"/>
                  <a:pt x="471" y="177"/>
                </a:cubicBezTo>
                <a:cubicBezTo>
                  <a:pt x="473" y="177"/>
                  <a:pt x="474" y="178"/>
                  <a:pt x="476" y="178"/>
                </a:cubicBezTo>
                <a:close/>
                <a:moveTo>
                  <a:pt x="476" y="231"/>
                </a:moveTo>
                <a:cubicBezTo>
                  <a:pt x="476" y="243"/>
                  <a:pt x="476" y="243"/>
                  <a:pt x="476" y="243"/>
                </a:cubicBezTo>
                <a:cubicBezTo>
                  <a:pt x="475" y="243"/>
                  <a:pt x="475" y="243"/>
                  <a:pt x="475" y="243"/>
                </a:cubicBezTo>
                <a:cubicBezTo>
                  <a:pt x="475" y="242"/>
                  <a:pt x="475" y="241"/>
                  <a:pt x="475" y="241"/>
                </a:cubicBezTo>
                <a:cubicBezTo>
                  <a:pt x="474" y="240"/>
                  <a:pt x="473" y="239"/>
                  <a:pt x="471" y="239"/>
                </a:cubicBezTo>
                <a:cubicBezTo>
                  <a:pt x="471" y="229"/>
                  <a:pt x="471" y="229"/>
                  <a:pt x="471" y="229"/>
                </a:cubicBezTo>
                <a:cubicBezTo>
                  <a:pt x="471" y="229"/>
                  <a:pt x="472" y="230"/>
                  <a:pt x="472" y="230"/>
                </a:cubicBezTo>
                <a:cubicBezTo>
                  <a:pt x="474" y="230"/>
                  <a:pt x="474" y="231"/>
                  <a:pt x="476" y="231"/>
                </a:cubicBezTo>
                <a:close/>
                <a:moveTo>
                  <a:pt x="476" y="250"/>
                </a:moveTo>
                <a:cubicBezTo>
                  <a:pt x="476" y="260"/>
                  <a:pt x="476" y="260"/>
                  <a:pt x="476" y="260"/>
                </a:cubicBezTo>
                <a:cubicBezTo>
                  <a:pt x="474" y="260"/>
                  <a:pt x="473" y="259"/>
                  <a:pt x="471" y="259"/>
                </a:cubicBezTo>
                <a:cubicBezTo>
                  <a:pt x="471" y="249"/>
                  <a:pt x="471" y="249"/>
                  <a:pt x="471" y="249"/>
                </a:cubicBezTo>
                <a:cubicBezTo>
                  <a:pt x="476" y="250"/>
                  <a:pt x="476" y="250"/>
                  <a:pt x="476" y="250"/>
                </a:cubicBezTo>
                <a:close/>
                <a:moveTo>
                  <a:pt x="476" y="267"/>
                </a:moveTo>
                <a:cubicBezTo>
                  <a:pt x="476" y="287"/>
                  <a:pt x="476" y="287"/>
                  <a:pt x="476" y="287"/>
                </a:cubicBezTo>
                <a:cubicBezTo>
                  <a:pt x="474" y="289"/>
                  <a:pt x="472" y="290"/>
                  <a:pt x="471" y="291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67"/>
                  <a:pt x="471" y="267"/>
                  <a:pt x="471" y="267"/>
                </a:cubicBezTo>
                <a:cubicBezTo>
                  <a:pt x="472" y="267"/>
                  <a:pt x="472" y="267"/>
                  <a:pt x="473" y="267"/>
                </a:cubicBezTo>
                <a:cubicBezTo>
                  <a:pt x="474" y="267"/>
                  <a:pt x="475" y="267"/>
                  <a:pt x="476" y="267"/>
                </a:cubicBezTo>
                <a:close/>
                <a:moveTo>
                  <a:pt x="476" y="307"/>
                </a:moveTo>
                <a:cubicBezTo>
                  <a:pt x="476" y="311"/>
                  <a:pt x="476" y="311"/>
                  <a:pt x="476" y="311"/>
                </a:cubicBezTo>
                <a:cubicBezTo>
                  <a:pt x="475" y="311"/>
                  <a:pt x="474" y="312"/>
                  <a:pt x="473" y="312"/>
                </a:cubicBezTo>
                <a:cubicBezTo>
                  <a:pt x="473" y="313"/>
                  <a:pt x="473" y="314"/>
                  <a:pt x="474" y="315"/>
                </a:cubicBezTo>
                <a:cubicBezTo>
                  <a:pt x="476" y="316"/>
                  <a:pt x="476" y="316"/>
                  <a:pt x="476" y="316"/>
                </a:cubicBezTo>
                <a:cubicBezTo>
                  <a:pt x="476" y="321"/>
                  <a:pt x="476" y="321"/>
                  <a:pt x="476" y="321"/>
                </a:cubicBezTo>
                <a:cubicBezTo>
                  <a:pt x="474" y="320"/>
                  <a:pt x="473" y="319"/>
                  <a:pt x="471" y="319"/>
                </a:cubicBezTo>
                <a:cubicBezTo>
                  <a:pt x="471" y="310"/>
                  <a:pt x="471" y="310"/>
                  <a:pt x="471" y="310"/>
                </a:cubicBezTo>
                <a:cubicBezTo>
                  <a:pt x="472" y="309"/>
                  <a:pt x="474" y="308"/>
                  <a:pt x="476" y="307"/>
                </a:cubicBezTo>
                <a:close/>
                <a:moveTo>
                  <a:pt x="476" y="328"/>
                </a:moveTo>
                <a:cubicBezTo>
                  <a:pt x="476" y="333"/>
                  <a:pt x="476" y="333"/>
                  <a:pt x="476" y="333"/>
                </a:cubicBezTo>
                <a:cubicBezTo>
                  <a:pt x="475" y="332"/>
                  <a:pt x="474" y="331"/>
                  <a:pt x="473" y="330"/>
                </a:cubicBezTo>
                <a:cubicBezTo>
                  <a:pt x="472" y="332"/>
                  <a:pt x="472" y="335"/>
                  <a:pt x="471" y="337"/>
                </a:cubicBezTo>
                <a:cubicBezTo>
                  <a:pt x="471" y="324"/>
                  <a:pt x="471" y="324"/>
                  <a:pt x="471" y="324"/>
                </a:cubicBezTo>
                <a:cubicBezTo>
                  <a:pt x="472" y="325"/>
                  <a:pt x="474" y="326"/>
                  <a:pt x="476" y="328"/>
                </a:cubicBezTo>
                <a:close/>
                <a:moveTo>
                  <a:pt x="476" y="345"/>
                </a:moveTo>
                <a:cubicBezTo>
                  <a:pt x="476" y="357"/>
                  <a:pt x="476" y="357"/>
                  <a:pt x="476" y="357"/>
                </a:cubicBezTo>
                <a:cubicBezTo>
                  <a:pt x="474" y="355"/>
                  <a:pt x="473" y="353"/>
                  <a:pt x="471" y="351"/>
                </a:cubicBezTo>
                <a:cubicBezTo>
                  <a:pt x="471" y="344"/>
                  <a:pt x="471" y="344"/>
                  <a:pt x="471" y="344"/>
                </a:cubicBezTo>
                <a:cubicBezTo>
                  <a:pt x="471" y="345"/>
                  <a:pt x="472" y="346"/>
                  <a:pt x="473" y="347"/>
                </a:cubicBezTo>
                <a:cubicBezTo>
                  <a:pt x="474" y="347"/>
                  <a:pt x="475" y="346"/>
                  <a:pt x="476" y="345"/>
                </a:cubicBezTo>
                <a:close/>
                <a:moveTo>
                  <a:pt x="476" y="447"/>
                </a:moveTo>
                <a:cubicBezTo>
                  <a:pt x="476" y="455"/>
                  <a:pt x="476" y="455"/>
                  <a:pt x="476" y="455"/>
                </a:cubicBezTo>
                <a:cubicBezTo>
                  <a:pt x="474" y="455"/>
                  <a:pt x="474" y="456"/>
                  <a:pt x="473" y="458"/>
                </a:cubicBezTo>
                <a:cubicBezTo>
                  <a:pt x="473" y="459"/>
                  <a:pt x="474" y="459"/>
                  <a:pt x="475" y="459"/>
                </a:cubicBezTo>
                <a:cubicBezTo>
                  <a:pt x="476" y="459"/>
                  <a:pt x="476" y="459"/>
                  <a:pt x="476" y="459"/>
                </a:cubicBezTo>
                <a:cubicBezTo>
                  <a:pt x="476" y="463"/>
                  <a:pt x="476" y="463"/>
                  <a:pt x="476" y="463"/>
                </a:cubicBezTo>
                <a:cubicBezTo>
                  <a:pt x="474" y="463"/>
                  <a:pt x="473" y="463"/>
                  <a:pt x="471" y="463"/>
                </a:cubicBezTo>
                <a:cubicBezTo>
                  <a:pt x="471" y="453"/>
                  <a:pt x="471" y="453"/>
                  <a:pt x="471" y="453"/>
                </a:cubicBezTo>
                <a:cubicBezTo>
                  <a:pt x="472" y="452"/>
                  <a:pt x="473" y="451"/>
                  <a:pt x="474" y="450"/>
                </a:cubicBezTo>
                <a:cubicBezTo>
                  <a:pt x="475" y="449"/>
                  <a:pt x="475" y="448"/>
                  <a:pt x="476" y="447"/>
                </a:cubicBezTo>
                <a:close/>
                <a:moveTo>
                  <a:pt x="476" y="469"/>
                </a:moveTo>
                <a:cubicBezTo>
                  <a:pt x="476" y="476"/>
                  <a:pt x="476" y="476"/>
                  <a:pt x="476" y="476"/>
                </a:cubicBezTo>
                <a:cubicBezTo>
                  <a:pt x="474" y="477"/>
                  <a:pt x="472" y="478"/>
                  <a:pt x="471" y="480"/>
                </a:cubicBezTo>
                <a:cubicBezTo>
                  <a:pt x="471" y="476"/>
                  <a:pt x="471" y="476"/>
                  <a:pt x="471" y="476"/>
                </a:cubicBezTo>
                <a:cubicBezTo>
                  <a:pt x="472" y="476"/>
                  <a:pt x="473" y="475"/>
                  <a:pt x="474" y="474"/>
                </a:cubicBezTo>
                <a:cubicBezTo>
                  <a:pt x="473" y="474"/>
                  <a:pt x="472" y="474"/>
                  <a:pt x="471" y="474"/>
                </a:cubicBezTo>
                <a:cubicBezTo>
                  <a:pt x="471" y="470"/>
                  <a:pt x="471" y="470"/>
                  <a:pt x="471" y="470"/>
                </a:cubicBezTo>
                <a:cubicBezTo>
                  <a:pt x="471" y="470"/>
                  <a:pt x="471" y="470"/>
                  <a:pt x="471" y="470"/>
                </a:cubicBezTo>
                <a:cubicBezTo>
                  <a:pt x="473" y="470"/>
                  <a:pt x="474" y="469"/>
                  <a:pt x="476" y="469"/>
                </a:cubicBezTo>
                <a:close/>
                <a:moveTo>
                  <a:pt x="476" y="485"/>
                </a:moveTo>
                <a:cubicBezTo>
                  <a:pt x="476" y="498"/>
                  <a:pt x="476" y="498"/>
                  <a:pt x="476" y="498"/>
                </a:cubicBezTo>
                <a:cubicBezTo>
                  <a:pt x="471" y="494"/>
                  <a:pt x="471" y="494"/>
                  <a:pt x="471" y="494"/>
                </a:cubicBezTo>
                <a:cubicBezTo>
                  <a:pt x="471" y="490"/>
                  <a:pt x="471" y="490"/>
                  <a:pt x="471" y="490"/>
                </a:cubicBezTo>
                <a:cubicBezTo>
                  <a:pt x="471" y="490"/>
                  <a:pt x="471" y="490"/>
                  <a:pt x="471" y="490"/>
                </a:cubicBezTo>
                <a:cubicBezTo>
                  <a:pt x="473" y="488"/>
                  <a:pt x="474" y="487"/>
                  <a:pt x="476" y="485"/>
                </a:cubicBezTo>
                <a:close/>
                <a:moveTo>
                  <a:pt x="476" y="514"/>
                </a:moveTo>
                <a:cubicBezTo>
                  <a:pt x="476" y="522"/>
                  <a:pt x="476" y="522"/>
                  <a:pt x="476" y="522"/>
                </a:cubicBezTo>
                <a:cubicBezTo>
                  <a:pt x="475" y="523"/>
                  <a:pt x="474" y="523"/>
                  <a:pt x="474" y="523"/>
                </a:cubicBezTo>
                <a:cubicBezTo>
                  <a:pt x="473" y="522"/>
                  <a:pt x="472" y="521"/>
                  <a:pt x="471" y="520"/>
                </a:cubicBezTo>
                <a:cubicBezTo>
                  <a:pt x="471" y="507"/>
                  <a:pt x="471" y="507"/>
                  <a:pt x="471" y="507"/>
                </a:cubicBezTo>
                <a:cubicBezTo>
                  <a:pt x="474" y="507"/>
                  <a:pt x="474" y="507"/>
                  <a:pt x="474" y="507"/>
                </a:cubicBezTo>
                <a:cubicBezTo>
                  <a:pt x="474" y="510"/>
                  <a:pt x="475" y="512"/>
                  <a:pt x="476" y="514"/>
                </a:cubicBezTo>
                <a:close/>
                <a:moveTo>
                  <a:pt x="476" y="527"/>
                </a:moveTo>
                <a:cubicBezTo>
                  <a:pt x="476" y="545"/>
                  <a:pt x="476" y="545"/>
                  <a:pt x="476" y="545"/>
                </a:cubicBezTo>
                <a:cubicBezTo>
                  <a:pt x="474" y="546"/>
                  <a:pt x="473" y="546"/>
                  <a:pt x="471" y="547"/>
                </a:cubicBezTo>
                <a:cubicBezTo>
                  <a:pt x="471" y="540"/>
                  <a:pt x="471" y="540"/>
                  <a:pt x="471" y="540"/>
                </a:cubicBezTo>
                <a:cubicBezTo>
                  <a:pt x="475" y="538"/>
                  <a:pt x="475" y="538"/>
                  <a:pt x="475" y="538"/>
                </a:cubicBezTo>
                <a:cubicBezTo>
                  <a:pt x="475" y="537"/>
                  <a:pt x="474" y="536"/>
                  <a:pt x="474" y="535"/>
                </a:cubicBezTo>
                <a:cubicBezTo>
                  <a:pt x="473" y="535"/>
                  <a:pt x="472" y="535"/>
                  <a:pt x="471" y="535"/>
                </a:cubicBezTo>
                <a:cubicBezTo>
                  <a:pt x="471" y="527"/>
                  <a:pt x="471" y="527"/>
                  <a:pt x="471" y="527"/>
                </a:cubicBezTo>
                <a:cubicBezTo>
                  <a:pt x="473" y="526"/>
                  <a:pt x="474" y="526"/>
                  <a:pt x="476" y="527"/>
                </a:cubicBezTo>
                <a:close/>
                <a:moveTo>
                  <a:pt x="476" y="552"/>
                </a:moveTo>
                <a:cubicBezTo>
                  <a:pt x="476" y="563"/>
                  <a:pt x="476" y="563"/>
                  <a:pt x="476" y="563"/>
                </a:cubicBezTo>
                <a:cubicBezTo>
                  <a:pt x="474" y="563"/>
                  <a:pt x="473" y="564"/>
                  <a:pt x="471" y="565"/>
                </a:cubicBezTo>
                <a:cubicBezTo>
                  <a:pt x="471" y="554"/>
                  <a:pt x="471" y="554"/>
                  <a:pt x="471" y="554"/>
                </a:cubicBezTo>
                <a:cubicBezTo>
                  <a:pt x="473" y="554"/>
                  <a:pt x="474" y="553"/>
                  <a:pt x="476" y="552"/>
                </a:cubicBezTo>
                <a:close/>
                <a:moveTo>
                  <a:pt x="476" y="569"/>
                </a:moveTo>
                <a:cubicBezTo>
                  <a:pt x="476" y="584"/>
                  <a:pt x="476" y="584"/>
                  <a:pt x="476" y="584"/>
                </a:cubicBezTo>
                <a:cubicBezTo>
                  <a:pt x="474" y="584"/>
                  <a:pt x="473" y="584"/>
                  <a:pt x="472" y="583"/>
                </a:cubicBezTo>
                <a:cubicBezTo>
                  <a:pt x="471" y="584"/>
                  <a:pt x="471" y="584"/>
                  <a:pt x="471" y="584"/>
                </a:cubicBezTo>
                <a:cubicBezTo>
                  <a:pt x="471" y="571"/>
                  <a:pt x="471" y="571"/>
                  <a:pt x="471" y="571"/>
                </a:cubicBezTo>
                <a:cubicBezTo>
                  <a:pt x="473" y="570"/>
                  <a:pt x="474" y="570"/>
                  <a:pt x="476" y="569"/>
                </a:cubicBezTo>
                <a:close/>
                <a:moveTo>
                  <a:pt x="476" y="596"/>
                </a:moveTo>
                <a:cubicBezTo>
                  <a:pt x="476" y="602"/>
                  <a:pt x="476" y="602"/>
                  <a:pt x="476" y="602"/>
                </a:cubicBezTo>
                <a:cubicBezTo>
                  <a:pt x="474" y="602"/>
                  <a:pt x="473" y="603"/>
                  <a:pt x="471" y="603"/>
                </a:cubicBezTo>
                <a:cubicBezTo>
                  <a:pt x="473" y="605"/>
                  <a:pt x="474" y="606"/>
                  <a:pt x="476" y="607"/>
                </a:cubicBezTo>
                <a:cubicBezTo>
                  <a:pt x="476" y="613"/>
                  <a:pt x="476" y="613"/>
                  <a:pt x="476" y="613"/>
                </a:cubicBezTo>
                <a:cubicBezTo>
                  <a:pt x="474" y="611"/>
                  <a:pt x="473" y="610"/>
                  <a:pt x="471" y="609"/>
                </a:cubicBezTo>
                <a:cubicBezTo>
                  <a:pt x="471" y="598"/>
                  <a:pt x="471" y="598"/>
                  <a:pt x="471" y="598"/>
                </a:cubicBezTo>
                <a:cubicBezTo>
                  <a:pt x="472" y="597"/>
                  <a:pt x="473" y="597"/>
                  <a:pt x="474" y="596"/>
                </a:cubicBezTo>
                <a:cubicBezTo>
                  <a:pt x="474" y="596"/>
                  <a:pt x="475" y="596"/>
                  <a:pt x="476" y="596"/>
                </a:cubicBezTo>
                <a:close/>
                <a:moveTo>
                  <a:pt x="476" y="620"/>
                </a:moveTo>
                <a:cubicBezTo>
                  <a:pt x="476" y="626"/>
                  <a:pt x="476" y="626"/>
                  <a:pt x="476" y="626"/>
                </a:cubicBezTo>
                <a:cubicBezTo>
                  <a:pt x="474" y="627"/>
                  <a:pt x="473" y="627"/>
                  <a:pt x="471" y="628"/>
                </a:cubicBezTo>
                <a:cubicBezTo>
                  <a:pt x="471" y="621"/>
                  <a:pt x="471" y="621"/>
                  <a:pt x="471" y="621"/>
                </a:cubicBezTo>
                <a:cubicBezTo>
                  <a:pt x="473" y="621"/>
                  <a:pt x="474" y="620"/>
                  <a:pt x="476" y="620"/>
                </a:cubicBezTo>
                <a:close/>
                <a:moveTo>
                  <a:pt x="476" y="741"/>
                </a:moveTo>
                <a:cubicBezTo>
                  <a:pt x="476" y="749"/>
                  <a:pt x="476" y="749"/>
                  <a:pt x="476" y="749"/>
                </a:cubicBezTo>
                <a:cubicBezTo>
                  <a:pt x="474" y="749"/>
                  <a:pt x="473" y="749"/>
                  <a:pt x="471" y="749"/>
                </a:cubicBezTo>
                <a:cubicBezTo>
                  <a:pt x="471" y="741"/>
                  <a:pt x="471" y="741"/>
                  <a:pt x="471" y="741"/>
                </a:cubicBezTo>
                <a:cubicBezTo>
                  <a:pt x="473" y="741"/>
                  <a:pt x="474" y="741"/>
                  <a:pt x="476" y="741"/>
                </a:cubicBezTo>
                <a:close/>
                <a:moveTo>
                  <a:pt x="468" y="7"/>
                </a:moveTo>
                <a:cubicBezTo>
                  <a:pt x="469" y="7"/>
                  <a:pt x="470" y="7"/>
                  <a:pt x="471" y="7"/>
                </a:cubicBezTo>
                <a:cubicBezTo>
                  <a:pt x="471" y="17"/>
                  <a:pt x="471" y="17"/>
                  <a:pt x="471" y="17"/>
                </a:cubicBezTo>
                <a:cubicBezTo>
                  <a:pt x="470" y="16"/>
                  <a:pt x="469" y="16"/>
                  <a:pt x="468" y="15"/>
                </a:cubicBezTo>
                <a:cubicBezTo>
                  <a:pt x="468" y="7"/>
                  <a:pt x="468" y="7"/>
                  <a:pt x="468" y="7"/>
                </a:cubicBezTo>
                <a:close/>
                <a:moveTo>
                  <a:pt x="471" y="787"/>
                </a:moveTo>
                <a:cubicBezTo>
                  <a:pt x="470" y="787"/>
                  <a:pt x="469" y="787"/>
                  <a:pt x="468" y="787"/>
                </a:cubicBezTo>
                <a:cubicBezTo>
                  <a:pt x="468" y="780"/>
                  <a:pt x="468" y="780"/>
                  <a:pt x="468" y="780"/>
                </a:cubicBezTo>
                <a:cubicBezTo>
                  <a:pt x="469" y="779"/>
                  <a:pt x="470" y="779"/>
                  <a:pt x="471" y="779"/>
                </a:cubicBezTo>
                <a:cubicBezTo>
                  <a:pt x="471" y="787"/>
                  <a:pt x="471" y="787"/>
                  <a:pt x="471" y="787"/>
                </a:cubicBezTo>
                <a:close/>
                <a:moveTo>
                  <a:pt x="471" y="46"/>
                </a:moveTo>
                <a:cubicBezTo>
                  <a:pt x="471" y="54"/>
                  <a:pt x="471" y="54"/>
                  <a:pt x="471" y="54"/>
                </a:cubicBezTo>
                <a:cubicBezTo>
                  <a:pt x="470" y="53"/>
                  <a:pt x="469" y="53"/>
                  <a:pt x="468" y="53"/>
                </a:cubicBezTo>
                <a:cubicBezTo>
                  <a:pt x="468" y="43"/>
                  <a:pt x="468" y="43"/>
                  <a:pt x="468" y="43"/>
                </a:cubicBezTo>
                <a:cubicBezTo>
                  <a:pt x="469" y="45"/>
                  <a:pt x="469" y="45"/>
                  <a:pt x="469" y="45"/>
                </a:cubicBezTo>
                <a:cubicBezTo>
                  <a:pt x="471" y="46"/>
                  <a:pt x="471" y="46"/>
                  <a:pt x="471" y="46"/>
                </a:cubicBezTo>
                <a:close/>
                <a:moveTo>
                  <a:pt x="471" y="78"/>
                </a:moveTo>
                <a:cubicBezTo>
                  <a:pt x="471" y="105"/>
                  <a:pt x="471" y="105"/>
                  <a:pt x="471" y="105"/>
                </a:cubicBezTo>
                <a:cubicBezTo>
                  <a:pt x="470" y="110"/>
                  <a:pt x="469" y="113"/>
                  <a:pt x="469" y="118"/>
                </a:cubicBezTo>
                <a:cubicBezTo>
                  <a:pt x="471" y="118"/>
                  <a:pt x="471" y="118"/>
                  <a:pt x="471" y="118"/>
                </a:cubicBezTo>
                <a:cubicBezTo>
                  <a:pt x="471" y="133"/>
                  <a:pt x="471" y="133"/>
                  <a:pt x="471" y="133"/>
                </a:cubicBezTo>
                <a:cubicBezTo>
                  <a:pt x="470" y="132"/>
                  <a:pt x="469" y="132"/>
                  <a:pt x="468" y="131"/>
                </a:cubicBezTo>
                <a:cubicBezTo>
                  <a:pt x="468" y="77"/>
                  <a:pt x="468" y="77"/>
                  <a:pt x="468" y="77"/>
                </a:cubicBezTo>
                <a:cubicBezTo>
                  <a:pt x="469" y="78"/>
                  <a:pt x="470" y="78"/>
                  <a:pt x="471" y="78"/>
                </a:cubicBezTo>
                <a:close/>
                <a:moveTo>
                  <a:pt x="471" y="136"/>
                </a:moveTo>
                <a:cubicBezTo>
                  <a:pt x="471" y="147"/>
                  <a:pt x="471" y="147"/>
                  <a:pt x="471" y="147"/>
                </a:cubicBezTo>
                <a:cubicBezTo>
                  <a:pt x="470" y="146"/>
                  <a:pt x="469" y="146"/>
                  <a:pt x="468" y="146"/>
                </a:cubicBezTo>
                <a:cubicBezTo>
                  <a:pt x="468" y="134"/>
                  <a:pt x="468" y="134"/>
                  <a:pt x="468" y="134"/>
                </a:cubicBezTo>
                <a:cubicBezTo>
                  <a:pt x="469" y="135"/>
                  <a:pt x="470" y="135"/>
                  <a:pt x="471" y="136"/>
                </a:cubicBezTo>
                <a:close/>
                <a:moveTo>
                  <a:pt x="471" y="177"/>
                </a:moveTo>
                <a:cubicBezTo>
                  <a:pt x="471" y="205"/>
                  <a:pt x="471" y="205"/>
                  <a:pt x="471" y="205"/>
                </a:cubicBezTo>
                <a:cubicBezTo>
                  <a:pt x="470" y="205"/>
                  <a:pt x="469" y="204"/>
                  <a:pt x="468" y="204"/>
                </a:cubicBezTo>
                <a:cubicBezTo>
                  <a:pt x="468" y="199"/>
                  <a:pt x="468" y="199"/>
                  <a:pt x="468" y="199"/>
                </a:cubicBezTo>
                <a:cubicBezTo>
                  <a:pt x="469" y="199"/>
                  <a:pt x="469" y="199"/>
                  <a:pt x="469" y="199"/>
                </a:cubicBezTo>
                <a:cubicBezTo>
                  <a:pt x="469" y="198"/>
                  <a:pt x="468" y="196"/>
                  <a:pt x="468" y="195"/>
                </a:cubicBezTo>
                <a:cubicBezTo>
                  <a:pt x="468" y="176"/>
                  <a:pt x="468" y="176"/>
                  <a:pt x="468" y="176"/>
                </a:cubicBezTo>
                <a:cubicBezTo>
                  <a:pt x="469" y="176"/>
                  <a:pt x="470" y="177"/>
                  <a:pt x="471" y="177"/>
                </a:cubicBezTo>
                <a:close/>
                <a:moveTo>
                  <a:pt x="471" y="229"/>
                </a:moveTo>
                <a:cubicBezTo>
                  <a:pt x="471" y="239"/>
                  <a:pt x="471" y="239"/>
                  <a:pt x="471" y="239"/>
                </a:cubicBezTo>
                <a:cubicBezTo>
                  <a:pt x="470" y="238"/>
                  <a:pt x="469" y="238"/>
                  <a:pt x="468" y="237"/>
                </a:cubicBezTo>
                <a:cubicBezTo>
                  <a:pt x="468" y="218"/>
                  <a:pt x="468" y="218"/>
                  <a:pt x="468" y="218"/>
                </a:cubicBezTo>
                <a:cubicBezTo>
                  <a:pt x="469" y="218"/>
                  <a:pt x="469" y="217"/>
                  <a:pt x="470" y="217"/>
                </a:cubicBezTo>
                <a:cubicBezTo>
                  <a:pt x="471" y="222"/>
                  <a:pt x="469" y="225"/>
                  <a:pt x="471" y="229"/>
                </a:cubicBezTo>
                <a:close/>
                <a:moveTo>
                  <a:pt x="471" y="249"/>
                </a:moveTo>
                <a:cubicBezTo>
                  <a:pt x="471" y="259"/>
                  <a:pt x="471" y="259"/>
                  <a:pt x="471" y="259"/>
                </a:cubicBezTo>
                <a:cubicBezTo>
                  <a:pt x="470" y="259"/>
                  <a:pt x="469" y="258"/>
                  <a:pt x="468" y="258"/>
                </a:cubicBezTo>
                <a:cubicBezTo>
                  <a:pt x="468" y="248"/>
                  <a:pt x="468" y="248"/>
                  <a:pt x="468" y="248"/>
                </a:cubicBezTo>
                <a:cubicBezTo>
                  <a:pt x="469" y="248"/>
                  <a:pt x="469" y="249"/>
                  <a:pt x="470" y="249"/>
                </a:cubicBezTo>
                <a:cubicBezTo>
                  <a:pt x="471" y="249"/>
                  <a:pt x="471" y="249"/>
                  <a:pt x="471" y="249"/>
                </a:cubicBezTo>
                <a:close/>
                <a:moveTo>
                  <a:pt x="471" y="267"/>
                </a:moveTo>
                <a:cubicBezTo>
                  <a:pt x="471" y="280"/>
                  <a:pt x="471" y="280"/>
                  <a:pt x="471" y="280"/>
                </a:cubicBezTo>
                <a:cubicBezTo>
                  <a:pt x="471" y="278"/>
                  <a:pt x="471" y="275"/>
                  <a:pt x="470" y="273"/>
                </a:cubicBezTo>
                <a:cubicBezTo>
                  <a:pt x="469" y="273"/>
                  <a:pt x="469" y="273"/>
                  <a:pt x="468" y="273"/>
                </a:cubicBezTo>
                <a:cubicBezTo>
                  <a:pt x="468" y="266"/>
                  <a:pt x="468" y="266"/>
                  <a:pt x="468" y="266"/>
                </a:cubicBezTo>
                <a:cubicBezTo>
                  <a:pt x="469" y="266"/>
                  <a:pt x="470" y="266"/>
                  <a:pt x="471" y="267"/>
                </a:cubicBezTo>
                <a:close/>
                <a:moveTo>
                  <a:pt x="471" y="280"/>
                </a:moveTo>
                <a:cubicBezTo>
                  <a:pt x="471" y="291"/>
                  <a:pt x="471" y="291"/>
                  <a:pt x="471" y="291"/>
                </a:cubicBezTo>
                <a:cubicBezTo>
                  <a:pt x="470" y="291"/>
                  <a:pt x="469" y="292"/>
                  <a:pt x="468" y="293"/>
                </a:cubicBezTo>
                <a:cubicBezTo>
                  <a:pt x="468" y="283"/>
                  <a:pt x="468" y="283"/>
                  <a:pt x="468" y="283"/>
                </a:cubicBezTo>
                <a:cubicBezTo>
                  <a:pt x="469" y="282"/>
                  <a:pt x="469" y="281"/>
                  <a:pt x="469" y="280"/>
                </a:cubicBezTo>
                <a:cubicBezTo>
                  <a:pt x="471" y="280"/>
                  <a:pt x="471" y="280"/>
                  <a:pt x="471" y="280"/>
                </a:cubicBezTo>
                <a:close/>
                <a:moveTo>
                  <a:pt x="471" y="310"/>
                </a:moveTo>
                <a:cubicBezTo>
                  <a:pt x="471" y="319"/>
                  <a:pt x="471" y="319"/>
                  <a:pt x="471" y="319"/>
                </a:cubicBezTo>
                <a:cubicBezTo>
                  <a:pt x="470" y="319"/>
                  <a:pt x="469" y="318"/>
                  <a:pt x="468" y="318"/>
                </a:cubicBezTo>
                <a:cubicBezTo>
                  <a:pt x="468" y="313"/>
                  <a:pt x="468" y="313"/>
                  <a:pt x="468" y="313"/>
                </a:cubicBezTo>
                <a:cubicBezTo>
                  <a:pt x="469" y="312"/>
                  <a:pt x="470" y="311"/>
                  <a:pt x="471" y="310"/>
                </a:cubicBezTo>
                <a:close/>
                <a:moveTo>
                  <a:pt x="471" y="324"/>
                </a:moveTo>
                <a:cubicBezTo>
                  <a:pt x="471" y="337"/>
                  <a:pt x="471" y="337"/>
                  <a:pt x="471" y="337"/>
                </a:cubicBezTo>
                <a:cubicBezTo>
                  <a:pt x="471" y="339"/>
                  <a:pt x="471" y="342"/>
                  <a:pt x="471" y="344"/>
                </a:cubicBezTo>
                <a:cubicBezTo>
                  <a:pt x="471" y="351"/>
                  <a:pt x="471" y="351"/>
                  <a:pt x="471" y="351"/>
                </a:cubicBezTo>
                <a:cubicBezTo>
                  <a:pt x="470" y="350"/>
                  <a:pt x="469" y="349"/>
                  <a:pt x="468" y="347"/>
                </a:cubicBezTo>
                <a:cubicBezTo>
                  <a:pt x="468" y="332"/>
                  <a:pt x="468" y="332"/>
                  <a:pt x="468" y="332"/>
                </a:cubicBezTo>
                <a:cubicBezTo>
                  <a:pt x="469" y="330"/>
                  <a:pt x="469" y="329"/>
                  <a:pt x="468" y="327"/>
                </a:cubicBezTo>
                <a:cubicBezTo>
                  <a:pt x="468" y="319"/>
                  <a:pt x="468" y="319"/>
                  <a:pt x="468" y="319"/>
                </a:cubicBezTo>
                <a:cubicBezTo>
                  <a:pt x="469" y="320"/>
                  <a:pt x="469" y="321"/>
                  <a:pt x="471" y="324"/>
                </a:cubicBezTo>
                <a:close/>
                <a:moveTo>
                  <a:pt x="471" y="453"/>
                </a:moveTo>
                <a:cubicBezTo>
                  <a:pt x="471" y="463"/>
                  <a:pt x="471" y="463"/>
                  <a:pt x="471" y="463"/>
                </a:cubicBezTo>
                <a:cubicBezTo>
                  <a:pt x="470" y="463"/>
                  <a:pt x="469" y="464"/>
                  <a:pt x="468" y="464"/>
                </a:cubicBezTo>
                <a:cubicBezTo>
                  <a:pt x="468" y="457"/>
                  <a:pt x="468" y="457"/>
                  <a:pt x="468" y="457"/>
                </a:cubicBezTo>
                <a:cubicBezTo>
                  <a:pt x="469" y="456"/>
                  <a:pt x="470" y="455"/>
                  <a:pt x="471" y="453"/>
                </a:cubicBezTo>
                <a:close/>
                <a:moveTo>
                  <a:pt x="471" y="470"/>
                </a:moveTo>
                <a:cubicBezTo>
                  <a:pt x="471" y="474"/>
                  <a:pt x="471" y="474"/>
                  <a:pt x="471" y="474"/>
                </a:cubicBezTo>
                <a:cubicBezTo>
                  <a:pt x="470" y="473"/>
                  <a:pt x="469" y="473"/>
                  <a:pt x="468" y="473"/>
                </a:cubicBezTo>
                <a:cubicBezTo>
                  <a:pt x="468" y="468"/>
                  <a:pt x="468" y="468"/>
                  <a:pt x="468" y="468"/>
                </a:cubicBezTo>
                <a:cubicBezTo>
                  <a:pt x="471" y="470"/>
                  <a:pt x="471" y="470"/>
                  <a:pt x="471" y="470"/>
                </a:cubicBezTo>
                <a:close/>
                <a:moveTo>
                  <a:pt x="471" y="476"/>
                </a:moveTo>
                <a:cubicBezTo>
                  <a:pt x="471" y="480"/>
                  <a:pt x="471" y="480"/>
                  <a:pt x="471" y="480"/>
                </a:cubicBezTo>
                <a:cubicBezTo>
                  <a:pt x="469" y="482"/>
                  <a:pt x="467" y="485"/>
                  <a:pt x="471" y="490"/>
                </a:cubicBezTo>
                <a:cubicBezTo>
                  <a:pt x="471" y="494"/>
                  <a:pt x="471" y="494"/>
                  <a:pt x="471" y="494"/>
                </a:cubicBezTo>
                <a:cubicBezTo>
                  <a:pt x="468" y="491"/>
                  <a:pt x="468" y="491"/>
                  <a:pt x="468" y="491"/>
                </a:cubicBezTo>
                <a:cubicBezTo>
                  <a:pt x="468" y="478"/>
                  <a:pt x="468" y="478"/>
                  <a:pt x="468" y="478"/>
                </a:cubicBezTo>
                <a:cubicBezTo>
                  <a:pt x="470" y="477"/>
                  <a:pt x="471" y="477"/>
                  <a:pt x="471" y="476"/>
                </a:cubicBezTo>
                <a:close/>
                <a:moveTo>
                  <a:pt x="471" y="507"/>
                </a:moveTo>
                <a:cubicBezTo>
                  <a:pt x="471" y="520"/>
                  <a:pt x="471" y="520"/>
                  <a:pt x="471" y="520"/>
                </a:cubicBezTo>
                <a:cubicBezTo>
                  <a:pt x="469" y="517"/>
                  <a:pt x="469" y="512"/>
                  <a:pt x="469" y="507"/>
                </a:cubicBezTo>
                <a:cubicBezTo>
                  <a:pt x="471" y="507"/>
                  <a:pt x="471" y="507"/>
                  <a:pt x="471" y="507"/>
                </a:cubicBezTo>
                <a:close/>
                <a:moveTo>
                  <a:pt x="471" y="527"/>
                </a:moveTo>
                <a:cubicBezTo>
                  <a:pt x="471" y="535"/>
                  <a:pt x="471" y="535"/>
                  <a:pt x="471" y="535"/>
                </a:cubicBezTo>
                <a:cubicBezTo>
                  <a:pt x="470" y="536"/>
                  <a:pt x="469" y="536"/>
                  <a:pt x="468" y="536"/>
                </a:cubicBezTo>
                <a:cubicBezTo>
                  <a:pt x="468" y="527"/>
                  <a:pt x="468" y="527"/>
                  <a:pt x="468" y="527"/>
                </a:cubicBezTo>
                <a:cubicBezTo>
                  <a:pt x="469" y="527"/>
                  <a:pt x="470" y="527"/>
                  <a:pt x="471" y="527"/>
                </a:cubicBezTo>
                <a:close/>
                <a:moveTo>
                  <a:pt x="471" y="540"/>
                </a:moveTo>
                <a:cubicBezTo>
                  <a:pt x="471" y="547"/>
                  <a:pt x="471" y="547"/>
                  <a:pt x="471" y="547"/>
                </a:cubicBezTo>
                <a:cubicBezTo>
                  <a:pt x="470" y="548"/>
                  <a:pt x="470" y="548"/>
                  <a:pt x="470" y="548"/>
                </a:cubicBezTo>
                <a:cubicBezTo>
                  <a:pt x="470" y="548"/>
                  <a:pt x="470" y="549"/>
                  <a:pt x="470" y="550"/>
                </a:cubicBezTo>
                <a:cubicBezTo>
                  <a:pt x="469" y="550"/>
                  <a:pt x="469" y="550"/>
                  <a:pt x="468" y="551"/>
                </a:cubicBezTo>
                <a:cubicBezTo>
                  <a:pt x="468" y="542"/>
                  <a:pt x="468" y="542"/>
                  <a:pt x="468" y="542"/>
                </a:cubicBezTo>
                <a:cubicBezTo>
                  <a:pt x="471" y="540"/>
                  <a:pt x="471" y="540"/>
                  <a:pt x="471" y="540"/>
                </a:cubicBezTo>
                <a:close/>
                <a:moveTo>
                  <a:pt x="471" y="554"/>
                </a:moveTo>
                <a:cubicBezTo>
                  <a:pt x="471" y="565"/>
                  <a:pt x="471" y="565"/>
                  <a:pt x="471" y="565"/>
                </a:cubicBezTo>
                <a:cubicBezTo>
                  <a:pt x="470" y="565"/>
                  <a:pt x="469" y="565"/>
                  <a:pt x="468" y="566"/>
                </a:cubicBezTo>
                <a:cubicBezTo>
                  <a:pt x="468" y="556"/>
                  <a:pt x="468" y="556"/>
                  <a:pt x="468" y="556"/>
                </a:cubicBezTo>
                <a:cubicBezTo>
                  <a:pt x="469" y="555"/>
                  <a:pt x="470" y="555"/>
                  <a:pt x="471" y="554"/>
                </a:cubicBezTo>
                <a:close/>
                <a:moveTo>
                  <a:pt x="471" y="571"/>
                </a:moveTo>
                <a:cubicBezTo>
                  <a:pt x="471" y="584"/>
                  <a:pt x="471" y="584"/>
                  <a:pt x="471" y="584"/>
                </a:cubicBezTo>
                <a:cubicBezTo>
                  <a:pt x="468" y="585"/>
                  <a:pt x="468" y="585"/>
                  <a:pt x="468" y="585"/>
                </a:cubicBezTo>
                <a:cubicBezTo>
                  <a:pt x="468" y="573"/>
                  <a:pt x="468" y="573"/>
                  <a:pt x="468" y="573"/>
                </a:cubicBezTo>
                <a:cubicBezTo>
                  <a:pt x="469" y="572"/>
                  <a:pt x="470" y="572"/>
                  <a:pt x="471" y="571"/>
                </a:cubicBezTo>
                <a:close/>
                <a:moveTo>
                  <a:pt x="471" y="598"/>
                </a:moveTo>
                <a:cubicBezTo>
                  <a:pt x="471" y="609"/>
                  <a:pt x="471" y="609"/>
                  <a:pt x="471" y="609"/>
                </a:cubicBezTo>
                <a:cubicBezTo>
                  <a:pt x="470" y="609"/>
                  <a:pt x="469" y="609"/>
                  <a:pt x="468" y="608"/>
                </a:cubicBezTo>
                <a:cubicBezTo>
                  <a:pt x="468" y="599"/>
                  <a:pt x="468" y="599"/>
                  <a:pt x="468" y="599"/>
                </a:cubicBezTo>
                <a:cubicBezTo>
                  <a:pt x="469" y="599"/>
                  <a:pt x="470" y="599"/>
                  <a:pt x="471" y="598"/>
                </a:cubicBezTo>
                <a:close/>
                <a:moveTo>
                  <a:pt x="471" y="621"/>
                </a:moveTo>
                <a:cubicBezTo>
                  <a:pt x="471" y="628"/>
                  <a:pt x="471" y="628"/>
                  <a:pt x="471" y="628"/>
                </a:cubicBezTo>
                <a:cubicBezTo>
                  <a:pt x="470" y="628"/>
                  <a:pt x="469" y="628"/>
                  <a:pt x="468" y="629"/>
                </a:cubicBezTo>
                <a:cubicBezTo>
                  <a:pt x="468" y="622"/>
                  <a:pt x="468" y="622"/>
                  <a:pt x="468" y="622"/>
                </a:cubicBezTo>
                <a:cubicBezTo>
                  <a:pt x="469" y="621"/>
                  <a:pt x="470" y="621"/>
                  <a:pt x="471" y="621"/>
                </a:cubicBezTo>
                <a:close/>
                <a:moveTo>
                  <a:pt x="471" y="741"/>
                </a:moveTo>
                <a:cubicBezTo>
                  <a:pt x="471" y="749"/>
                  <a:pt x="471" y="749"/>
                  <a:pt x="471" y="749"/>
                </a:cubicBezTo>
                <a:cubicBezTo>
                  <a:pt x="470" y="749"/>
                  <a:pt x="469" y="749"/>
                  <a:pt x="468" y="750"/>
                </a:cubicBezTo>
                <a:cubicBezTo>
                  <a:pt x="468" y="742"/>
                  <a:pt x="468" y="742"/>
                  <a:pt x="468" y="742"/>
                </a:cubicBezTo>
                <a:cubicBezTo>
                  <a:pt x="469" y="742"/>
                  <a:pt x="470" y="742"/>
                  <a:pt x="471" y="741"/>
                </a:cubicBezTo>
                <a:close/>
                <a:moveTo>
                  <a:pt x="471" y="764"/>
                </a:moveTo>
                <a:cubicBezTo>
                  <a:pt x="471" y="776"/>
                  <a:pt x="471" y="776"/>
                  <a:pt x="471" y="776"/>
                </a:cubicBezTo>
                <a:cubicBezTo>
                  <a:pt x="468" y="773"/>
                  <a:pt x="468" y="773"/>
                  <a:pt x="468" y="773"/>
                </a:cubicBezTo>
                <a:cubicBezTo>
                  <a:pt x="468" y="760"/>
                  <a:pt x="468" y="760"/>
                  <a:pt x="468" y="760"/>
                </a:cubicBezTo>
                <a:cubicBezTo>
                  <a:pt x="469" y="762"/>
                  <a:pt x="470" y="763"/>
                  <a:pt x="471" y="764"/>
                </a:cubicBezTo>
                <a:close/>
                <a:moveTo>
                  <a:pt x="467" y="6"/>
                </a:moveTo>
                <a:cubicBezTo>
                  <a:pt x="468" y="7"/>
                  <a:pt x="468" y="7"/>
                  <a:pt x="468" y="7"/>
                </a:cubicBezTo>
                <a:cubicBezTo>
                  <a:pt x="468" y="15"/>
                  <a:pt x="468" y="15"/>
                  <a:pt x="468" y="15"/>
                </a:cubicBezTo>
                <a:cubicBezTo>
                  <a:pt x="468" y="15"/>
                  <a:pt x="467" y="15"/>
                  <a:pt x="467" y="15"/>
                </a:cubicBezTo>
                <a:cubicBezTo>
                  <a:pt x="467" y="6"/>
                  <a:pt x="467" y="6"/>
                  <a:pt x="467" y="6"/>
                </a:cubicBezTo>
                <a:close/>
                <a:moveTo>
                  <a:pt x="468" y="787"/>
                </a:moveTo>
                <a:cubicBezTo>
                  <a:pt x="467" y="787"/>
                  <a:pt x="467" y="787"/>
                  <a:pt x="467" y="787"/>
                </a:cubicBezTo>
                <a:cubicBezTo>
                  <a:pt x="467" y="780"/>
                  <a:pt x="467" y="780"/>
                  <a:pt x="467" y="780"/>
                </a:cubicBezTo>
                <a:cubicBezTo>
                  <a:pt x="468" y="780"/>
                  <a:pt x="468" y="780"/>
                  <a:pt x="468" y="780"/>
                </a:cubicBezTo>
                <a:cubicBezTo>
                  <a:pt x="468" y="787"/>
                  <a:pt x="468" y="787"/>
                  <a:pt x="468" y="787"/>
                </a:cubicBezTo>
                <a:close/>
                <a:moveTo>
                  <a:pt x="468" y="43"/>
                </a:moveTo>
                <a:cubicBezTo>
                  <a:pt x="468" y="53"/>
                  <a:pt x="468" y="53"/>
                  <a:pt x="468" y="53"/>
                </a:cubicBezTo>
                <a:cubicBezTo>
                  <a:pt x="468" y="52"/>
                  <a:pt x="467" y="52"/>
                  <a:pt x="467" y="52"/>
                </a:cubicBezTo>
                <a:cubicBezTo>
                  <a:pt x="467" y="41"/>
                  <a:pt x="467" y="41"/>
                  <a:pt x="467" y="41"/>
                </a:cubicBezTo>
                <a:cubicBezTo>
                  <a:pt x="468" y="43"/>
                  <a:pt x="468" y="43"/>
                  <a:pt x="468" y="43"/>
                </a:cubicBezTo>
                <a:close/>
                <a:moveTo>
                  <a:pt x="468" y="77"/>
                </a:moveTo>
                <a:cubicBezTo>
                  <a:pt x="468" y="131"/>
                  <a:pt x="468" y="131"/>
                  <a:pt x="468" y="131"/>
                </a:cubicBezTo>
                <a:cubicBezTo>
                  <a:pt x="467" y="131"/>
                  <a:pt x="467" y="131"/>
                  <a:pt x="467" y="131"/>
                </a:cubicBezTo>
                <a:cubicBezTo>
                  <a:pt x="467" y="77"/>
                  <a:pt x="467" y="77"/>
                  <a:pt x="467" y="77"/>
                </a:cubicBezTo>
                <a:cubicBezTo>
                  <a:pt x="468" y="77"/>
                  <a:pt x="468" y="77"/>
                  <a:pt x="468" y="77"/>
                </a:cubicBezTo>
                <a:close/>
                <a:moveTo>
                  <a:pt x="468" y="134"/>
                </a:moveTo>
                <a:cubicBezTo>
                  <a:pt x="468" y="146"/>
                  <a:pt x="468" y="146"/>
                  <a:pt x="468" y="146"/>
                </a:cubicBezTo>
                <a:cubicBezTo>
                  <a:pt x="468" y="146"/>
                  <a:pt x="467" y="146"/>
                  <a:pt x="467" y="146"/>
                </a:cubicBezTo>
                <a:cubicBezTo>
                  <a:pt x="467" y="133"/>
                  <a:pt x="467" y="133"/>
                  <a:pt x="467" y="133"/>
                </a:cubicBezTo>
                <a:cubicBezTo>
                  <a:pt x="467" y="134"/>
                  <a:pt x="468" y="134"/>
                  <a:pt x="468" y="134"/>
                </a:cubicBezTo>
                <a:close/>
                <a:moveTo>
                  <a:pt x="468" y="176"/>
                </a:moveTo>
                <a:cubicBezTo>
                  <a:pt x="468" y="195"/>
                  <a:pt x="468" y="195"/>
                  <a:pt x="468" y="195"/>
                </a:cubicBezTo>
                <a:cubicBezTo>
                  <a:pt x="468" y="193"/>
                  <a:pt x="467" y="191"/>
                  <a:pt x="467" y="190"/>
                </a:cubicBezTo>
                <a:cubicBezTo>
                  <a:pt x="467" y="176"/>
                  <a:pt x="467" y="176"/>
                  <a:pt x="467" y="176"/>
                </a:cubicBezTo>
                <a:cubicBezTo>
                  <a:pt x="468" y="176"/>
                  <a:pt x="468" y="176"/>
                  <a:pt x="468" y="176"/>
                </a:cubicBezTo>
                <a:close/>
                <a:moveTo>
                  <a:pt x="468" y="199"/>
                </a:moveTo>
                <a:cubicBezTo>
                  <a:pt x="468" y="204"/>
                  <a:pt x="468" y="204"/>
                  <a:pt x="468" y="204"/>
                </a:cubicBezTo>
                <a:cubicBezTo>
                  <a:pt x="467" y="203"/>
                  <a:pt x="467" y="203"/>
                  <a:pt x="467" y="203"/>
                </a:cubicBezTo>
                <a:cubicBezTo>
                  <a:pt x="467" y="199"/>
                  <a:pt x="467" y="199"/>
                  <a:pt x="467" y="199"/>
                </a:cubicBezTo>
                <a:cubicBezTo>
                  <a:pt x="468" y="199"/>
                  <a:pt x="468" y="199"/>
                  <a:pt x="468" y="199"/>
                </a:cubicBezTo>
                <a:close/>
                <a:moveTo>
                  <a:pt x="468" y="218"/>
                </a:moveTo>
                <a:cubicBezTo>
                  <a:pt x="468" y="237"/>
                  <a:pt x="468" y="237"/>
                  <a:pt x="468" y="237"/>
                </a:cubicBezTo>
                <a:cubicBezTo>
                  <a:pt x="467" y="237"/>
                  <a:pt x="467" y="237"/>
                  <a:pt x="467" y="237"/>
                </a:cubicBezTo>
                <a:cubicBezTo>
                  <a:pt x="467" y="218"/>
                  <a:pt x="467" y="218"/>
                  <a:pt x="467" y="218"/>
                </a:cubicBezTo>
                <a:cubicBezTo>
                  <a:pt x="468" y="218"/>
                  <a:pt x="468" y="218"/>
                  <a:pt x="468" y="218"/>
                </a:cubicBezTo>
                <a:close/>
                <a:moveTo>
                  <a:pt x="468" y="248"/>
                </a:moveTo>
                <a:cubicBezTo>
                  <a:pt x="468" y="258"/>
                  <a:pt x="468" y="258"/>
                  <a:pt x="468" y="258"/>
                </a:cubicBezTo>
                <a:cubicBezTo>
                  <a:pt x="467" y="258"/>
                  <a:pt x="467" y="258"/>
                  <a:pt x="467" y="258"/>
                </a:cubicBezTo>
                <a:cubicBezTo>
                  <a:pt x="467" y="247"/>
                  <a:pt x="467" y="247"/>
                  <a:pt x="467" y="247"/>
                </a:cubicBezTo>
                <a:cubicBezTo>
                  <a:pt x="467" y="248"/>
                  <a:pt x="468" y="248"/>
                  <a:pt x="468" y="248"/>
                </a:cubicBezTo>
                <a:close/>
                <a:moveTo>
                  <a:pt x="468" y="266"/>
                </a:moveTo>
                <a:cubicBezTo>
                  <a:pt x="468" y="273"/>
                  <a:pt x="468" y="273"/>
                  <a:pt x="468" y="273"/>
                </a:cubicBezTo>
                <a:cubicBezTo>
                  <a:pt x="467" y="273"/>
                  <a:pt x="467" y="273"/>
                  <a:pt x="467" y="273"/>
                </a:cubicBezTo>
                <a:cubicBezTo>
                  <a:pt x="467" y="265"/>
                  <a:pt x="467" y="265"/>
                  <a:pt x="467" y="265"/>
                </a:cubicBezTo>
                <a:cubicBezTo>
                  <a:pt x="468" y="266"/>
                  <a:pt x="468" y="266"/>
                  <a:pt x="468" y="266"/>
                </a:cubicBezTo>
                <a:close/>
                <a:moveTo>
                  <a:pt x="468" y="283"/>
                </a:moveTo>
                <a:cubicBezTo>
                  <a:pt x="468" y="293"/>
                  <a:pt x="468" y="293"/>
                  <a:pt x="468" y="293"/>
                </a:cubicBezTo>
                <a:cubicBezTo>
                  <a:pt x="467" y="293"/>
                  <a:pt x="467" y="293"/>
                  <a:pt x="467" y="293"/>
                </a:cubicBezTo>
                <a:cubicBezTo>
                  <a:pt x="467" y="283"/>
                  <a:pt x="467" y="283"/>
                  <a:pt x="467" y="283"/>
                </a:cubicBezTo>
                <a:cubicBezTo>
                  <a:pt x="467" y="283"/>
                  <a:pt x="468" y="283"/>
                  <a:pt x="468" y="283"/>
                </a:cubicBezTo>
                <a:close/>
                <a:moveTo>
                  <a:pt x="468" y="313"/>
                </a:moveTo>
                <a:cubicBezTo>
                  <a:pt x="468" y="318"/>
                  <a:pt x="468" y="318"/>
                  <a:pt x="468" y="318"/>
                </a:cubicBezTo>
                <a:cubicBezTo>
                  <a:pt x="468" y="318"/>
                  <a:pt x="468" y="318"/>
                  <a:pt x="468" y="318"/>
                </a:cubicBezTo>
                <a:cubicBezTo>
                  <a:pt x="468" y="318"/>
                  <a:pt x="468" y="319"/>
                  <a:pt x="468" y="319"/>
                </a:cubicBezTo>
                <a:cubicBezTo>
                  <a:pt x="468" y="327"/>
                  <a:pt x="468" y="327"/>
                  <a:pt x="468" y="327"/>
                </a:cubicBezTo>
                <a:cubicBezTo>
                  <a:pt x="468" y="326"/>
                  <a:pt x="468" y="326"/>
                  <a:pt x="467" y="325"/>
                </a:cubicBezTo>
                <a:cubicBezTo>
                  <a:pt x="467" y="314"/>
                  <a:pt x="467" y="314"/>
                  <a:pt x="467" y="314"/>
                </a:cubicBezTo>
                <a:cubicBezTo>
                  <a:pt x="467" y="314"/>
                  <a:pt x="468" y="313"/>
                  <a:pt x="468" y="313"/>
                </a:cubicBezTo>
                <a:close/>
                <a:moveTo>
                  <a:pt x="468" y="332"/>
                </a:moveTo>
                <a:cubicBezTo>
                  <a:pt x="468" y="347"/>
                  <a:pt x="468" y="347"/>
                  <a:pt x="468" y="347"/>
                </a:cubicBezTo>
                <a:cubicBezTo>
                  <a:pt x="468" y="347"/>
                  <a:pt x="467" y="347"/>
                  <a:pt x="467" y="346"/>
                </a:cubicBezTo>
                <a:cubicBezTo>
                  <a:pt x="467" y="346"/>
                  <a:pt x="467" y="346"/>
                  <a:pt x="467" y="346"/>
                </a:cubicBezTo>
                <a:cubicBezTo>
                  <a:pt x="467" y="335"/>
                  <a:pt x="467" y="335"/>
                  <a:pt x="467" y="335"/>
                </a:cubicBezTo>
                <a:cubicBezTo>
                  <a:pt x="468" y="334"/>
                  <a:pt x="468" y="333"/>
                  <a:pt x="468" y="332"/>
                </a:cubicBezTo>
                <a:close/>
                <a:moveTo>
                  <a:pt x="468" y="457"/>
                </a:moveTo>
                <a:cubicBezTo>
                  <a:pt x="468" y="464"/>
                  <a:pt x="468" y="464"/>
                  <a:pt x="468" y="464"/>
                </a:cubicBezTo>
                <a:cubicBezTo>
                  <a:pt x="468" y="464"/>
                  <a:pt x="467" y="465"/>
                  <a:pt x="467" y="465"/>
                </a:cubicBezTo>
                <a:cubicBezTo>
                  <a:pt x="467" y="458"/>
                  <a:pt x="467" y="458"/>
                  <a:pt x="467" y="458"/>
                </a:cubicBezTo>
                <a:cubicBezTo>
                  <a:pt x="468" y="457"/>
                  <a:pt x="468" y="457"/>
                  <a:pt x="468" y="457"/>
                </a:cubicBezTo>
                <a:close/>
                <a:moveTo>
                  <a:pt x="468" y="468"/>
                </a:moveTo>
                <a:cubicBezTo>
                  <a:pt x="468" y="473"/>
                  <a:pt x="468" y="473"/>
                  <a:pt x="468" y="473"/>
                </a:cubicBezTo>
                <a:cubicBezTo>
                  <a:pt x="467" y="473"/>
                  <a:pt x="467" y="473"/>
                  <a:pt x="467" y="473"/>
                </a:cubicBezTo>
                <a:cubicBezTo>
                  <a:pt x="467" y="468"/>
                  <a:pt x="467" y="468"/>
                  <a:pt x="467" y="468"/>
                </a:cubicBezTo>
                <a:cubicBezTo>
                  <a:pt x="468" y="468"/>
                  <a:pt x="468" y="468"/>
                  <a:pt x="468" y="468"/>
                </a:cubicBezTo>
                <a:close/>
                <a:moveTo>
                  <a:pt x="468" y="478"/>
                </a:moveTo>
                <a:cubicBezTo>
                  <a:pt x="468" y="491"/>
                  <a:pt x="468" y="491"/>
                  <a:pt x="468" y="491"/>
                </a:cubicBezTo>
                <a:cubicBezTo>
                  <a:pt x="467" y="490"/>
                  <a:pt x="467" y="490"/>
                  <a:pt x="467" y="490"/>
                </a:cubicBezTo>
                <a:cubicBezTo>
                  <a:pt x="467" y="478"/>
                  <a:pt x="467" y="478"/>
                  <a:pt x="467" y="478"/>
                </a:cubicBezTo>
                <a:cubicBezTo>
                  <a:pt x="468" y="478"/>
                  <a:pt x="468" y="478"/>
                  <a:pt x="468" y="478"/>
                </a:cubicBezTo>
                <a:close/>
                <a:moveTo>
                  <a:pt x="468" y="527"/>
                </a:moveTo>
                <a:cubicBezTo>
                  <a:pt x="468" y="536"/>
                  <a:pt x="468" y="536"/>
                  <a:pt x="468" y="536"/>
                </a:cubicBezTo>
                <a:cubicBezTo>
                  <a:pt x="468" y="536"/>
                  <a:pt x="467" y="536"/>
                  <a:pt x="467" y="537"/>
                </a:cubicBezTo>
                <a:cubicBezTo>
                  <a:pt x="467" y="528"/>
                  <a:pt x="467" y="528"/>
                  <a:pt x="467" y="528"/>
                </a:cubicBezTo>
                <a:cubicBezTo>
                  <a:pt x="467" y="528"/>
                  <a:pt x="468" y="527"/>
                  <a:pt x="468" y="527"/>
                </a:cubicBezTo>
                <a:close/>
                <a:moveTo>
                  <a:pt x="468" y="542"/>
                </a:moveTo>
                <a:cubicBezTo>
                  <a:pt x="468" y="551"/>
                  <a:pt x="468" y="551"/>
                  <a:pt x="468" y="551"/>
                </a:cubicBezTo>
                <a:cubicBezTo>
                  <a:pt x="467" y="551"/>
                  <a:pt x="467" y="551"/>
                  <a:pt x="467" y="551"/>
                </a:cubicBezTo>
                <a:cubicBezTo>
                  <a:pt x="467" y="542"/>
                  <a:pt x="467" y="542"/>
                  <a:pt x="467" y="542"/>
                </a:cubicBezTo>
                <a:cubicBezTo>
                  <a:pt x="468" y="542"/>
                  <a:pt x="468" y="542"/>
                  <a:pt x="468" y="542"/>
                </a:cubicBezTo>
                <a:close/>
                <a:moveTo>
                  <a:pt x="468" y="556"/>
                </a:moveTo>
                <a:cubicBezTo>
                  <a:pt x="468" y="566"/>
                  <a:pt x="468" y="566"/>
                  <a:pt x="468" y="566"/>
                </a:cubicBezTo>
                <a:cubicBezTo>
                  <a:pt x="467" y="567"/>
                  <a:pt x="467" y="567"/>
                  <a:pt x="467" y="567"/>
                </a:cubicBezTo>
                <a:cubicBezTo>
                  <a:pt x="467" y="556"/>
                  <a:pt x="467" y="556"/>
                  <a:pt x="467" y="556"/>
                </a:cubicBezTo>
                <a:cubicBezTo>
                  <a:pt x="468" y="556"/>
                  <a:pt x="468" y="556"/>
                  <a:pt x="468" y="556"/>
                </a:cubicBezTo>
                <a:close/>
                <a:moveTo>
                  <a:pt x="468" y="573"/>
                </a:moveTo>
                <a:cubicBezTo>
                  <a:pt x="468" y="585"/>
                  <a:pt x="468" y="585"/>
                  <a:pt x="468" y="585"/>
                </a:cubicBezTo>
                <a:cubicBezTo>
                  <a:pt x="467" y="585"/>
                  <a:pt x="467" y="585"/>
                  <a:pt x="467" y="585"/>
                </a:cubicBezTo>
                <a:cubicBezTo>
                  <a:pt x="467" y="573"/>
                  <a:pt x="467" y="573"/>
                  <a:pt x="467" y="573"/>
                </a:cubicBezTo>
                <a:cubicBezTo>
                  <a:pt x="468" y="573"/>
                  <a:pt x="468" y="573"/>
                  <a:pt x="468" y="573"/>
                </a:cubicBezTo>
                <a:close/>
                <a:moveTo>
                  <a:pt x="468" y="599"/>
                </a:moveTo>
                <a:cubicBezTo>
                  <a:pt x="468" y="608"/>
                  <a:pt x="468" y="608"/>
                  <a:pt x="468" y="608"/>
                </a:cubicBezTo>
                <a:cubicBezTo>
                  <a:pt x="468" y="608"/>
                  <a:pt x="467" y="608"/>
                  <a:pt x="467" y="608"/>
                </a:cubicBezTo>
                <a:cubicBezTo>
                  <a:pt x="467" y="600"/>
                  <a:pt x="467" y="600"/>
                  <a:pt x="467" y="600"/>
                </a:cubicBezTo>
                <a:cubicBezTo>
                  <a:pt x="468" y="599"/>
                  <a:pt x="468" y="599"/>
                  <a:pt x="468" y="599"/>
                </a:cubicBezTo>
                <a:close/>
                <a:moveTo>
                  <a:pt x="468" y="622"/>
                </a:moveTo>
                <a:cubicBezTo>
                  <a:pt x="468" y="629"/>
                  <a:pt x="468" y="629"/>
                  <a:pt x="468" y="629"/>
                </a:cubicBezTo>
                <a:cubicBezTo>
                  <a:pt x="467" y="629"/>
                  <a:pt x="467" y="629"/>
                  <a:pt x="467" y="629"/>
                </a:cubicBezTo>
                <a:cubicBezTo>
                  <a:pt x="467" y="621"/>
                  <a:pt x="467" y="621"/>
                  <a:pt x="467" y="621"/>
                </a:cubicBezTo>
                <a:cubicBezTo>
                  <a:pt x="468" y="622"/>
                  <a:pt x="468" y="622"/>
                  <a:pt x="468" y="622"/>
                </a:cubicBezTo>
                <a:cubicBezTo>
                  <a:pt x="468" y="622"/>
                  <a:pt x="468" y="622"/>
                  <a:pt x="468" y="622"/>
                </a:cubicBezTo>
                <a:close/>
                <a:moveTo>
                  <a:pt x="468" y="742"/>
                </a:moveTo>
                <a:cubicBezTo>
                  <a:pt x="468" y="750"/>
                  <a:pt x="468" y="750"/>
                  <a:pt x="468" y="750"/>
                </a:cubicBezTo>
                <a:cubicBezTo>
                  <a:pt x="467" y="750"/>
                  <a:pt x="467" y="750"/>
                  <a:pt x="467" y="750"/>
                </a:cubicBezTo>
                <a:cubicBezTo>
                  <a:pt x="467" y="743"/>
                  <a:pt x="467" y="743"/>
                  <a:pt x="467" y="743"/>
                </a:cubicBezTo>
                <a:cubicBezTo>
                  <a:pt x="468" y="742"/>
                  <a:pt x="468" y="742"/>
                  <a:pt x="468" y="742"/>
                </a:cubicBezTo>
                <a:close/>
                <a:moveTo>
                  <a:pt x="468" y="760"/>
                </a:moveTo>
                <a:cubicBezTo>
                  <a:pt x="468" y="773"/>
                  <a:pt x="468" y="773"/>
                  <a:pt x="468" y="773"/>
                </a:cubicBezTo>
                <a:cubicBezTo>
                  <a:pt x="467" y="771"/>
                  <a:pt x="467" y="771"/>
                  <a:pt x="467" y="771"/>
                </a:cubicBezTo>
                <a:cubicBezTo>
                  <a:pt x="467" y="759"/>
                  <a:pt x="467" y="759"/>
                  <a:pt x="467" y="759"/>
                </a:cubicBezTo>
                <a:cubicBezTo>
                  <a:pt x="468" y="760"/>
                  <a:pt x="468" y="760"/>
                  <a:pt x="468" y="760"/>
                </a:cubicBezTo>
                <a:close/>
                <a:moveTo>
                  <a:pt x="467" y="379"/>
                </a:moveTo>
                <a:cubicBezTo>
                  <a:pt x="467" y="379"/>
                  <a:pt x="467" y="379"/>
                  <a:pt x="467" y="379"/>
                </a:cubicBezTo>
                <a:cubicBezTo>
                  <a:pt x="468" y="379"/>
                  <a:pt x="468" y="379"/>
                  <a:pt x="468" y="379"/>
                </a:cubicBezTo>
                <a:lnTo>
                  <a:pt x="467" y="379"/>
                </a:lnTo>
                <a:close/>
                <a:moveTo>
                  <a:pt x="458" y="5"/>
                </a:moveTo>
                <a:cubicBezTo>
                  <a:pt x="461" y="6"/>
                  <a:pt x="464" y="6"/>
                  <a:pt x="467" y="6"/>
                </a:cubicBezTo>
                <a:cubicBezTo>
                  <a:pt x="467" y="15"/>
                  <a:pt x="467" y="15"/>
                  <a:pt x="467" y="15"/>
                </a:cubicBezTo>
                <a:cubicBezTo>
                  <a:pt x="465" y="14"/>
                  <a:pt x="461" y="14"/>
                  <a:pt x="458" y="14"/>
                </a:cubicBezTo>
                <a:cubicBezTo>
                  <a:pt x="458" y="5"/>
                  <a:pt x="458" y="5"/>
                  <a:pt x="458" y="5"/>
                </a:cubicBezTo>
                <a:close/>
                <a:moveTo>
                  <a:pt x="467" y="787"/>
                </a:moveTo>
                <a:cubicBezTo>
                  <a:pt x="464" y="788"/>
                  <a:pt x="461" y="788"/>
                  <a:pt x="458" y="789"/>
                </a:cubicBezTo>
                <a:cubicBezTo>
                  <a:pt x="458" y="781"/>
                  <a:pt x="458" y="781"/>
                  <a:pt x="458" y="781"/>
                </a:cubicBezTo>
                <a:cubicBezTo>
                  <a:pt x="461" y="781"/>
                  <a:pt x="464" y="781"/>
                  <a:pt x="467" y="780"/>
                </a:cubicBezTo>
                <a:cubicBezTo>
                  <a:pt x="467" y="787"/>
                  <a:pt x="467" y="787"/>
                  <a:pt x="467" y="787"/>
                </a:cubicBezTo>
                <a:close/>
                <a:moveTo>
                  <a:pt x="467" y="41"/>
                </a:moveTo>
                <a:cubicBezTo>
                  <a:pt x="467" y="52"/>
                  <a:pt x="467" y="52"/>
                  <a:pt x="467" y="52"/>
                </a:cubicBezTo>
                <a:cubicBezTo>
                  <a:pt x="466" y="51"/>
                  <a:pt x="465" y="51"/>
                  <a:pt x="464" y="50"/>
                </a:cubicBezTo>
                <a:cubicBezTo>
                  <a:pt x="462" y="50"/>
                  <a:pt x="460" y="50"/>
                  <a:pt x="458" y="50"/>
                </a:cubicBezTo>
                <a:cubicBezTo>
                  <a:pt x="458" y="20"/>
                  <a:pt x="458" y="20"/>
                  <a:pt x="458" y="20"/>
                </a:cubicBezTo>
                <a:cubicBezTo>
                  <a:pt x="461" y="27"/>
                  <a:pt x="464" y="34"/>
                  <a:pt x="467" y="41"/>
                </a:cubicBezTo>
                <a:close/>
                <a:moveTo>
                  <a:pt x="467" y="77"/>
                </a:moveTo>
                <a:cubicBezTo>
                  <a:pt x="467" y="131"/>
                  <a:pt x="467" y="131"/>
                  <a:pt x="467" y="131"/>
                </a:cubicBezTo>
                <a:cubicBezTo>
                  <a:pt x="466" y="131"/>
                  <a:pt x="465" y="130"/>
                  <a:pt x="464" y="130"/>
                </a:cubicBezTo>
                <a:cubicBezTo>
                  <a:pt x="465" y="131"/>
                  <a:pt x="466" y="133"/>
                  <a:pt x="467" y="133"/>
                </a:cubicBezTo>
                <a:cubicBezTo>
                  <a:pt x="467" y="146"/>
                  <a:pt x="467" y="146"/>
                  <a:pt x="467" y="146"/>
                </a:cubicBezTo>
                <a:cubicBezTo>
                  <a:pt x="465" y="145"/>
                  <a:pt x="463" y="144"/>
                  <a:pt x="461" y="143"/>
                </a:cubicBezTo>
                <a:cubicBezTo>
                  <a:pt x="460" y="146"/>
                  <a:pt x="459" y="148"/>
                  <a:pt x="458" y="149"/>
                </a:cubicBezTo>
                <a:cubicBezTo>
                  <a:pt x="458" y="113"/>
                  <a:pt x="458" y="113"/>
                  <a:pt x="458" y="113"/>
                </a:cubicBezTo>
                <a:cubicBezTo>
                  <a:pt x="459" y="111"/>
                  <a:pt x="459" y="110"/>
                  <a:pt x="462" y="99"/>
                </a:cubicBezTo>
                <a:cubicBezTo>
                  <a:pt x="460" y="99"/>
                  <a:pt x="459" y="99"/>
                  <a:pt x="458" y="99"/>
                </a:cubicBezTo>
                <a:cubicBezTo>
                  <a:pt x="458" y="70"/>
                  <a:pt x="458" y="70"/>
                  <a:pt x="458" y="70"/>
                </a:cubicBezTo>
                <a:cubicBezTo>
                  <a:pt x="459" y="70"/>
                  <a:pt x="460" y="71"/>
                  <a:pt x="462" y="72"/>
                </a:cubicBezTo>
                <a:cubicBezTo>
                  <a:pt x="462" y="73"/>
                  <a:pt x="462" y="74"/>
                  <a:pt x="462" y="75"/>
                </a:cubicBezTo>
                <a:cubicBezTo>
                  <a:pt x="464" y="76"/>
                  <a:pt x="465" y="76"/>
                  <a:pt x="467" y="77"/>
                </a:cubicBezTo>
                <a:close/>
                <a:moveTo>
                  <a:pt x="467" y="176"/>
                </a:moveTo>
                <a:cubicBezTo>
                  <a:pt x="467" y="190"/>
                  <a:pt x="467" y="190"/>
                  <a:pt x="467" y="190"/>
                </a:cubicBezTo>
                <a:cubicBezTo>
                  <a:pt x="466" y="184"/>
                  <a:pt x="464" y="180"/>
                  <a:pt x="458" y="178"/>
                </a:cubicBezTo>
                <a:cubicBezTo>
                  <a:pt x="458" y="172"/>
                  <a:pt x="458" y="172"/>
                  <a:pt x="458" y="172"/>
                </a:cubicBezTo>
                <a:cubicBezTo>
                  <a:pt x="461" y="173"/>
                  <a:pt x="463" y="174"/>
                  <a:pt x="465" y="175"/>
                </a:cubicBezTo>
                <a:cubicBezTo>
                  <a:pt x="466" y="175"/>
                  <a:pt x="467" y="175"/>
                  <a:pt x="467" y="176"/>
                </a:cubicBezTo>
                <a:close/>
                <a:moveTo>
                  <a:pt x="467" y="199"/>
                </a:moveTo>
                <a:cubicBezTo>
                  <a:pt x="467" y="203"/>
                  <a:pt x="467" y="203"/>
                  <a:pt x="467" y="203"/>
                </a:cubicBezTo>
                <a:cubicBezTo>
                  <a:pt x="464" y="202"/>
                  <a:pt x="461" y="201"/>
                  <a:pt x="458" y="200"/>
                </a:cubicBezTo>
                <a:cubicBezTo>
                  <a:pt x="458" y="193"/>
                  <a:pt x="458" y="193"/>
                  <a:pt x="458" y="193"/>
                </a:cubicBezTo>
                <a:cubicBezTo>
                  <a:pt x="459" y="195"/>
                  <a:pt x="462" y="197"/>
                  <a:pt x="465" y="199"/>
                </a:cubicBezTo>
                <a:cubicBezTo>
                  <a:pt x="467" y="199"/>
                  <a:pt x="467" y="199"/>
                  <a:pt x="467" y="199"/>
                </a:cubicBezTo>
                <a:close/>
                <a:moveTo>
                  <a:pt x="467" y="218"/>
                </a:moveTo>
                <a:cubicBezTo>
                  <a:pt x="467" y="237"/>
                  <a:pt x="467" y="237"/>
                  <a:pt x="467" y="237"/>
                </a:cubicBezTo>
                <a:cubicBezTo>
                  <a:pt x="464" y="236"/>
                  <a:pt x="461" y="235"/>
                  <a:pt x="458" y="234"/>
                </a:cubicBezTo>
                <a:cubicBezTo>
                  <a:pt x="458" y="224"/>
                  <a:pt x="458" y="224"/>
                  <a:pt x="458" y="224"/>
                </a:cubicBezTo>
                <a:cubicBezTo>
                  <a:pt x="459" y="224"/>
                  <a:pt x="459" y="224"/>
                  <a:pt x="460" y="224"/>
                </a:cubicBezTo>
                <a:cubicBezTo>
                  <a:pt x="463" y="221"/>
                  <a:pt x="464" y="220"/>
                  <a:pt x="467" y="218"/>
                </a:cubicBezTo>
                <a:close/>
                <a:moveTo>
                  <a:pt x="467" y="247"/>
                </a:moveTo>
                <a:cubicBezTo>
                  <a:pt x="467" y="258"/>
                  <a:pt x="467" y="258"/>
                  <a:pt x="467" y="258"/>
                </a:cubicBezTo>
                <a:cubicBezTo>
                  <a:pt x="464" y="257"/>
                  <a:pt x="461" y="256"/>
                  <a:pt x="458" y="256"/>
                </a:cubicBezTo>
                <a:cubicBezTo>
                  <a:pt x="458" y="245"/>
                  <a:pt x="458" y="245"/>
                  <a:pt x="458" y="245"/>
                </a:cubicBezTo>
                <a:cubicBezTo>
                  <a:pt x="461" y="246"/>
                  <a:pt x="465" y="246"/>
                  <a:pt x="467" y="247"/>
                </a:cubicBezTo>
                <a:close/>
                <a:moveTo>
                  <a:pt x="467" y="265"/>
                </a:moveTo>
                <a:cubicBezTo>
                  <a:pt x="467" y="273"/>
                  <a:pt x="467" y="273"/>
                  <a:pt x="467" y="273"/>
                </a:cubicBezTo>
                <a:cubicBezTo>
                  <a:pt x="464" y="273"/>
                  <a:pt x="461" y="272"/>
                  <a:pt x="458" y="271"/>
                </a:cubicBezTo>
                <a:cubicBezTo>
                  <a:pt x="458" y="263"/>
                  <a:pt x="458" y="263"/>
                  <a:pt x="458" y="263"/>
                </a:cubicBezTo>
                <a:cubicBezTo>
                  <a:pt x="461" y="264"/>
                  <a:pt x="464" y="264"/>
                  <a:pt x="467" y="265"/>
                </a:cubicBezTo>
                <a:close/>
                <a:moveTo>
                  <a:pt x="467" y="283"/>
                </a:moveTo>
                <a:cubicBezTo>
                  <a:pt x="467" y="293"/>
                  <a:pt x="467" y="293"/>
                  <a:pt x="467" y="293"/>
                </a:cubicBezTo>
                <a:cubicBezTo>
                  <a:pt x="466" y="294"/>
                  <a:pt x="464" y="295"/>
                  <a:pt x="462" y="296"/>
                </a:cubicBezTo>
                <a:cubicBezTo>
                  <a:pt x="461" y="295"/>
                  <a:pt x="459" y="295"/>
                  <a:pt x="458" y="294"/>
                </a:cubicBezTo>
                <a:cubicBezTo>
                  <a:pt x="458" y="285"/>
                  <a:pt x="458" y="285"/>
                  <a:pt x="458" y="285"/>
                </a:cubicBezTo>
                <a:cubicBezTo>
                  <a:pt x="461" y="285"/>
                  <a:pt x="465" y="285"/>
                  <a:pt x="467" y="283"/>
                </a:cubicBezTo>
                <a:close/>
                <a:moveTo>
                  <a:pt x="467" y="314"/>
                </a:moveTo>
                <a:cubicBezTo>
                  <a:pt x="467" y="325"/>
                  <a:pt x="467" y="325"/>
                  <a:pt x="467" y="325"/>
                </a:cubicBezTo>
                <a:cubicBezTo>
                  <a:pt x="467" y="324"/>
                  <a:pt x="465" y="322"/>
                  <a:pt x="464" y="320"/>
                </a:cubicBezTo>
                <a:cubicBezTo>
                  <a:pt x="463" y="328"/>
                  <a:pt x="461" y="333"/>
                  <a:pt x="465" y="339"/>
                </a:cubicBezTo>
                <a:cubicBezTo>
                  <a:pt x="466" y="338"/>
                  <a:pt x="467" y="336"/>
                  <a:pt x="467" y="335"/>
                </a:cubicBezTo>
                <a:cubicBezTo>
                  <a:pt x="467" y="346"/>
                  <a:pt x="467" y="346"/>
                  <a:pt x="467" y="346"/>
                </a:cubicBezTo>
                <a:cubicBezTo>
                  <a:pt x="466" y="341"/>
                  <a:pt x="461" y="340"/>
                  <a:pt x="459" y="334"/>
                </a:cubicBezTo>
                <a:cubicBezTo>
                  <a:pt x="458" y="334"/>
                  <a:pt x="458" y="334"/>
                  <a:pt x="458" y="334"/>
                </a:cubicBezTo>
                <a:cubicBezTo>
                  <a:pt x="458" y="329"/>
                  <a:pt x="458" y="329"/>
                  <a:pt x="458" y="329"/>
                </a:cubicBezTo>
                <a:cubicBezTo>
                  <a:pt x="459" y="324"/>
                  <a:pt x="460" y="321"/>
                  <a:pt x="458" y="318"/>
                </a:cubicBezTo>
                <a:cubicBezTo>
                  <a:pt x="458" y="312"/>
                  <a:pt x="458" y="312"/>
                  <a:pt x="458" y="312"/>
                </a:cubicBezTo>
                <a:cubicBezTo>
                  <a:pt x="460" y="313"/>
                  <a:pt x="462" y="315"/>
                  <a:pt x="463" y="317"/>
                </a:cubicBezTo>
                <a:cubicBezTo>
                  <a:pt x="465" y="316"/>
                  <a:pt x="466" y="315"/>
                  <a:pt x="467" y="314"/>
                </a:cubicBezTo>
                <a:close/>
                <a:moveTo>
                  <a:pt x="467" y="379"/>
                </a:moveTo>
                <a:cubicBezTo>
                  <a:pt x="467" y="379"/>
                  <a:pt x="467" y="379"/>
                  <a:pt x="467" y="379"/>
                </a:cubicBezTo>
                <a:cubicBezTo>
                  <a:pt x="458" y="386"/>
                  <a:pt x="458" y="386"/>
                  <a:pt x="458" y="386"/>
                </a:cubicBezTo>
                <a:cubicBezTo>
                  <a:pt x="458" y="379"/>
                  <a:pt x="458" y="379"/>
                  <a:pt x="458" y="379"/>
                </a:cubicBezTo>
                <a:cubicBezTo>
                  <a:pt x="467" y="379"/>
                  <a:pt x="467" y="379"/>
                  <a:pt x="467" y="379"/>
                </a:cubicBezTo>
                <a:close/>
                <a:moveTo>
                  <a:pt x="467" y="458"/>
                </a:moveTo>
                <a:cubicBezTo>
                  <a:pt x="467" y="465"/>
                  <a:pt x="467" y="465"/>
                  <a:pt x="467" y="465"/>
                </a:cubicBezTo>
                <a:cubicBezTo>
                  <a:pt x="466" y="465"/>
                  <a:pt x="465" y="466"/>
                  <a:pt x="464" y="467"/>
                </a:cubicBezTo>
                <a:cubicBezTo>
                  <a:pt x="465" y="467"/>
                  <a:pt x="466" y="468"/>
                  <a:pt x="467" y="468"/>
                </a:cubicBezTo>
                <a:cubicBezTo>
                  <a:pt x="467" y="473"/>
                  <a:pt x="467" y="473"/>
                  <a:pt x="467" y="473"/>
                </a:cubicBezTo>
                <a:cubicBezTo>
                  <a:pt x="464" y="472"/>
                  <a:pt x="461" y="472"/>
                  <a:pt x="458" y="473"/>
                </a:cubicBezTo>
                <a:cubicBezTo>
                  <a:pt x="458" y="469"/>
                  <a:pt x="458" y="469"/>
                  <a:pt x="458" y="469"/>
                </a:cubicBezTo>
                <a:cubicBezTo>
                  <a:pt x="462" y="465"/>
                  <a:pt x="464" y="462"/>
                  <a:pt x="467" y="458"/>
                </a:cubicBezTo>
                <a:close/>
                <a:moveTo>
                  <a:pt x="467" y="478"/>
                </a:moveTo>
                <a:cubicBezTo>
                  <a:pt x="467" y="490"/>
                  <a:pt x="467" y="490"/>
                  <a:pt x="467" y="490"/>
                </a:cubicBezTo>
                <a:cubicBezTo>
                  <a:pt x="465" y="488"/>
                  <a:pt x="465" y="488"/>
                  <a:pt x="465" y="488"/>
                </a:cubicBezTo>
                <a:cubicBezTo>
                  <a:pt x="465" y="488"/>
                  <a:pt x="464" y="488"/>
                  <a:pt x="463" y="488"/>
                </a:cubicBezTo>
                <a:cubicBezTo>
                  <a:pt x="461" y="489"/>
                  <a:pt x="460" y="491"/>
                  <a:pt x="458" y="492"/>
                </a:cubicBezTo>
                <a:cubicBezTo>
                  <a:pt x="458" y="486"/>
                  <a:pt x="458" y="486"/>
                  <a:pt x="458" y="486"/>
                </a:cubicBezTo>
                <a:cubicBezTo>
                  <a:pt x="460" y="486"/>
                  <a:pt x="461" y="485"/>
                  <a:pt x="463" y="483"/>
                </a:cubicBezTo>
                <a:cubicBezTo>
                  <a:pt x="461" y="482"/>
                  <a:pt x="459" y="482"/>
                  <a:pt x="458" y="481"/>
                </a:cubicBezTo>
                <a:cubicBezTo>
                  <a:pt x="458" y="476"/>
                  <a:pt x="458" y="476"/>
                  <a:pt x="458" y="476"/>
                </a:cubicBezTo>
                <a:cubicBezTo>
                  <a:pt x="461" y="477"/>
                  <a:pt x="463" y="478"/>
                  <a:pt x="465" y="479"/>
                </a:cubicBezTo>
                <a:cubicBezTo>
                  <a:pt x="467" y="478"/>
                  <a:pt x="467" y="478"/>
                  <a:pt x="467" y="478"/>
                </a:cubicBezTo>
                <a:close/>
                <a:moveTo>
                  <a:pt x="467" y="528"/>
                </a:moveTo>
                <a:cubicBezTo>
                  <a:pt x="467" y="537"/>
                  <a:pt x="467" y="537"/>
                  <a:pt x="467" y="537"/>
                </a:cubicBezTo>
                <a:cubicBezTo>
                  <a:pt x="464" y="537"/>
                  <a:pt x="461" y="539"/>
                  <a:pt x="458" y="541"/>
                </a:cubicBezTo>
                <a:cubicBezTo>
                  <a:pt x="458" y="533"/>
                  <a:pt x="458" y="533"/>
                  <a:pt x="458" y="533"/>
                </a:cubicBezTo>
                <a:cubicBezTo>
                  <a:pt x="461" y="531"/>
                  <a:pt x="464" y="529"/>
                  <a:pt x="467" y="528"/>
                </a:cubicBezTo>
                <a:close/>
                <a:moveTo>
                  <a:pt x="467" y="542"/>
                </a:moveTo>
                <a:cubicBezTo>
                  <a:pt x="467" y="551"/>
                  <a:pt x="467" y="551"/>
                  <a:pt x="467" y="551"/>
                </a:cubicBezTo>
                <a:cubicBezTo>
                  <a:pt x="464" y="553"/>
                  <a:pt x="461" y="555"/>
                  <a:pt x="458" y="557"/>
                </a:cubicBezTo>
                <a:cubicBezTo>
                  <a:pt x="458" y="547"/>
                  <a:pt x="458" y="547"/>
                  <a:pt x="458" y="547"/>
                </a:cubicBezTo>
                <a:cubicBezTo>
                  <a:pt x="460" y="546"/>
                  <a:pt x="463" y="544"/>
                  <a:pt x="467" y="542"/>
                </a:cubicBezTo>
                <a:close/>
                <a:moveTo>
                  <a:pt x="467" y="556"/>
                </a:moveTo>
                <a:cubicBezTo>
                  <a:pt x="464" y="558"/>
                  <a:pt x="461" y="559"/>
                  <a:pt x="458" y="561"/>
                </a:cubicBezTo>
                <a:cubicBezTo>
                  <a:pt x="458" y="571"/>
                  <a:pt x="458" y="571"/>
                  <a:pt x="458" y="571"/>
                </a:cubicBezTo>
                <a:cubicBezTo>
                  <a:pt x="461" y="570"/>
                  <a:pt x="464" y="568"/>
                  <a:pt x="467" y="567"/>
                </a:cubicBezTo>
                <a:cubicBezTo>
                  <a:pt x="467" y="556"/>
                  <a:pt x="467" y="556"/>
                  <a:pt x="467" y="556"/>
                </a:cubicBezTo>
                <a:close/>
                <a:moveTo>
                  <a:pt x="467" y="573"/>
                </a:moveTo>
                <a:cubicBezTo>
                  <a:pt x="467" y="585"/>
                  <a:pt x="467" y="585"/>
                  <a:pt x="467" y="585"/>
                </a:cubicBezTo>
                <a:cubicBezTo>
                  <a:pt x="463" y="586"/>
                  <a:pt x="460" y="587"/>
                  <a:pt x="458" y="588"/>
                </a:cubicBezTo>
                <a:cubicBezTo>
                  <a:pt x="458" y="578"/>
                  <a:pt x="458" y="578"/>
                  <a:pt x="458" y="578"/>
                </a:cubicBezTo>
                <a:cubicBezTo>
                  <a:pt x="461" y="576"/>
                  <a:pt x="464" y="575"/>
                  <a:pt x="467" y="573"/>
                </a:cubicBezTo>
                <a:close/>
                <a:moveTo>
                  <a:pt x="467" y="600"/>
                </a:moveTo>
                <a:cubicBezTo>
                  <a:pt x="467" y="608"/>
                  <a:pt x="467" y="608"/>
                  <a:pt x="467" y="608"/>
                </a:cubicBezTo>
                <a:cubicBezTo>
                  <a:pt x="464" y="607"/>
                  <a:pt x="461" y="607"/>
                  <a:pt x="458" y="608"/>
                </a:cubicBezTo>
                <a:cubicBezTo>
                  <a:pt x="458" y="603"/>
                  <a:pt x="458" y="603"/>
                  <a:pt x="458" y="603"/>
                </a:cubicBezTo>
                <a:cubicBezTo>
                  <a:pt x="461" y="602"/>
                  <a:pt x="464" y="601"/>
                  <a:pt x="467" y="600"/>
                </a:cubicBezTo>
                <a:close/>
                <a:moveTo>
                  <a:pt x="467" y="621"/>
                </a:moveTo>
                <a:cubicBezTo>
                  <a:pt x="467" y="629"/>
                  <a:pt x="467" y="629"/>
                  <a:pt x="467" y="629"/>
                </a:cubicBezTo>
                <a:cubicBezTo>
                  <a:pt x="464" y="630"/>
                  <a:pt x="461" y="630"/>
                  <a:pt x="458" y="631"/>
                </a:cubicBezTo>
                <a:cubicBezTo>
                  <a:pt x="458" y="626"/>
                  <a:pt x="458" y="626"/>
                  <a:pt x="458" y="626"/>
                </a:cubicBezTo>
                <a:cubicBezTo>
                  <a:pt x="459" y="625"/>
                  <a:pt x="461" y="625"/>
                  <a:pt x="462" y="624"/>
                </a:cubicBezTo>
                <a:cubicBezTo>
                  <a:pt x="461" y="623"/>
                  <a:pt x="459" y="622"/>
                  <a:pt x="458" y="621"/>
                </a:cubicBezTo>
                <a:cubicBezTo>
                  <a:pt x="458" y="613"/>
                  <a:pt x="458" y="613"/>
                  <a:pt x="458" y="613"/>
                </a:cubicBezTo>
                <a:cubicBezTo>
                  <a:pt x="461" y="616"/>
                  <a:pt x="464" y="618"/>
                  <a:pt x="467" y="621"/>
                </a:cubicBezTo>
                <a:close/>
                <a:moveTo>
                  <a:pt x="467" y="743"/>
                </a:moveTo>
                <a:cubicBezTo>
                  <a:pt x="467" y="750"/>
                  <a:pt x="467" y="750"/>
                  <a:pt x="467" y="750"/>
                </a:cubicBezTo>
                <a:cubicBezTo>
                  <a:pt x="465" y="750"/>
                  <a:pt x="463" y="751"/>
                  <a:pt x="461" y="752"/>
                </a:cubicBezTo>
                <a:cubicBezTo>
                  <a:pt x="463" y="754"/>
                  <a:pt x="465" y="757"/>
                  <a:pt x="467" y="759"/>
                </a:cubicBezTo>
                <a:cubicBezTo>
                  <a:pt x="467" y="771"/>
                  <a:pt x="467" y="771"/>
                  <a:pt x="467" y="771"/>
                </a:cubicBezTo>
                <a:cubicBezTo>
                  <a:pt x="463" y="767"/>
                  <a:pt x="461" y="764"/>
                  <a:pt x="458" y="762"/>
                </a:cubicBezTo>
                <a:cubicBezTo>
                  <a:pt x="458" y="745"/>
                  <a:pt x="458" y="745"/>
                  <a:pt x="458" y="745"/>
                </a:cubicBezTo>
                <a:cubicBezTo>
                  <a:pt x="461" y="744"/>
                  <a:pt x="464" y="743"/>
                  <a:pt x="467" y="743"/>
                </a:cubicBezTo>
                <a:close/>
                <a:moveTo>
                  <a:pt x="458" y="706"/>
                </a:moveTo>
                <a:cubicBezTo>
                  <a:pt x="458" y="666"/>
                  <a:pt x="458" y="666"/>
                  <a:pt x="458" y="666"/>
                </a:cubicBezTo>
                <a:cubicBezTo>
                  <a:pt x="459" y="666"/>
                  <a:pt x="459" y="666"/>
                  <a:pt x="459" y="666"/>
                </a:cubicBezTo>
                <a:cubicBezTo>
                  <a:pt x="461" y="679"/>
                  <a:pt x="464" y="692"/>
                  <a:pt x="467" y="705"/>
                </a:cubicBezTo>
                <a:cubicBezTo>
                  <a:pt x="464" y="705"/>
                  <a:pt x="461" y="706"/>
                  <a:pt x="458" y="706"/>
                </a:cubicBezTo>
                <a:close/>
                <a:moveTo>
                  <a:pt x="458" y="526"/>
                </a:moveTo>
                <a:cubicBezTo>
                  <a:pt x="458" y="511"/>
                  <a:pt x="458" y="511"/>
                  <a:pt x="458" y="511"/>
                </a:cubicBezTo>
                <a:cubicBezTo>
                  <a:pt x="459" y="510"/>
                  <a:pt x="459" y="510"/>
                  <a:pt x="460" y="509"/>
                </a:cubicBezTo>
                <a:cubicBezTo>
                  <a:pt x="461" y="509"/>
                  <a:pt x="461" y="510"/>
                  <a:pt x="462" y="510"/>
                </a:cubicBezTo>
                <a:cubicBezTo>
                  <a:pt x="463" y="515"/>
                  <a:pt x="464" y="524"/>
                  <a:pt x="458" y="526"/>
                </a:cubicBezTo>
                <a:close/>
                <a:moveTo>
                  <a:pt x="456" y="5"/>
                </a:moveTo>
                <a:cubicBezTo>
                  <a:pt x="458" y="5"/>
                  <a:pt x="458" y="5"/>
                  <a:pt x="458" y="5"/>
                </a:cubicBezTo>
                <a:cubicBezTo>
                  <a:pt x="458" y="14"/>
                  <a:pt x="458" y="14"/>
                  <a:pt x="458" y="14"/>
                </a:cubicBezTo>
                <a:cubicBezTo>
                  <a:pt x="457" y="14"/>
                  <a:pt x="457" y="14"/>
                  <a:pt x="456" y="14"/>
                </a:cubicBezTo>
                <a:cubicBezTo>
                  <a:pt x="456" y="5"/>
                  <a:pt x="456" y="5"/>
                  <a:pt x="456" y="5"/>
                </a:cubicBezTo>
                <a:close/>
                <a:moveTo>
                  <a:pt x="458" y="789"/>
                </a:moveTo>
                <a:cubicBezTo>
                  <a:pt x="457" y="789"/>
                  <a:pt x="457" y="789"/>
                  <a:pt x="456" y="789"/>
                </a:cubicBezTo>
                <a:cubicBezTo>
                  <a:pt x="456" y="781"/>
                  <a:pt x="456" y="781"/>
                  <a:pt x="456" y="781"/>
                </a:cubicBezTo>
                <a:cubicBezTo>
                  <a:pt x="457" y="781"/>
                  <a:pt x="457" y="781"/>
                  <a:pt x="458" y="781"/>
                </a:cubicBezTo>
                <a:cubicBezTo>
                  <a:pt x="458" y="789"/>
                  <a:pt x="458" y="789"/>
                  <a:pt x="458" y="789"/>
                </a:cubicBezTo>
                <a:close/>
                <a:moveTo>
                  <a:pt x="458" y="20"/>
                </a:moveTo>
                <a:cubicBezTo>
                  <a:pt x="458" y="50"/>
                  <a:pt x="458" y="50"/>
                  <a:pt x="458" y="50"/>
                </a:cubicBezTo>
                <a:cubicBezTo>
                  <a:pt x="456" y="50"/>
                  <a:pt x="456" y="50"/>
                  <a:pt x="456" y="50"/>
                </a:cubicBezTo>
                <a:cubicBezTo>
                  <a:pt x="456" y="42"/>
                  <a:pt x="456" y="42"/>
                  <a:pt x="456" y="42"/>
                </a:cubicBezTo>
                <a:cubicBezTo>
                  <a:pt x="457" y="42"/>
                  <a:pt x="457" y="42"/>
                  <a:pt x="457" y="42"/>
                </a:cubicBezTo>
                <a:cubicBezTo>
                  <a:pt x="457" y="41"/>
                  <a:pt x="456" y="40"/>
                  <a:pt x="456" y="40"/>
                </a:cubicBezTo>
                <a:cubicBezTo>
                  <a:pt x="456" y="16"/>
                  <a:pt x="456" y="16"/>
                  <a:pt x="456" y="16"/>
                </a:cubicBezTo>
                <a:cubicBezTo>
                  <a:pt x="458" y="20"/>
                  <a:pt x="458" y="20"/>
                  <a:pt x="458" y="20"/>
                </a:cubicBezTo>
                <a:close/>
                <a:moveTo>
                  <a:pt x="458" y="70"/>
                </a:moveTo>
                <a:cubicBezTo>
                  <a:pt x="458" y="99"/>
                  <a:pt x="458" y="99"/>
                  <a:pt x="458" y="99"/>
                </a:cubicBezTo>
                <a:cubicBezTo>
                  <a:pt x="456" y="98"/>
                  <a:pt x="456" y="98"/>
                  <a:pt x="456" y="98"/>
                </a:cubicBezTo>
                <a:cubicBezTo>
                  <a:pt x="456" y="70"/>
                  <a:pt x="456" y="70"/>
                  <a:pt x="456" y="70"/>
                </a:cubicBezTo>
                <a:cubicBezTo>
                  <a:pt x="457" y="70"/>
                  <a:pt x="457" y="70"/>
                  <a:pt x="458" y="70"/>
                </a:cubicBezTo>
                <a:close/>
                <a:moveTo>
                  <a:pt x="458" y="113"/>
                </a:moveTo>
                <a:cubicBezTo>
                  <a:pt x="458" y="149"/>
                  <a:pt x="458" y="149"/>
                  <a:pt x="458" y="149"/>
                </a:cubicBezTo>
                <a:cubicBezTo>
                  <a:pt x="457" y="150"/>
                  <a:pt x="457" y="151"/>
                  <a:pt x="456" y="152"/>
                </a:cubicBezTo>
                <a:cubicBezTo>
                  <a:pt x="456" y="129"/>
                  <a:pt x="456" y="129"/>
                  <a:pt x="456" y="129"/>
                </a:cubicBezTo>
                <a:cubicBezTo>
                  <a:pt x="456" y="129"/>
                  <a:pt x="456" y="129"/>
                  <a:pt x="456" y="129"/>
                </a:cubicBezTo>
                <a:cubicBezTo>
                  <a:pt x="456" y="128"/>
                  <a:pt x="456" y="127"/>
                  <a:pt x="456" y="126"/>
                </a:cubicBezTo>
                <a:cubicBezTo>
                  <a:pt x="456" y="126"/>
                  <a:pt x="456" y="126"/>
                  <a:pt x="456" y="126"/>
                </a:cubicBezTo>
                <a:cubicBezTo>
                  <a:pt x="456" y="114"/>
                  <a:pt x="456" y="114"/>
                  <a:pt x="456" y="114"/>
                </a:cubicBezTo>
                <a:cubicBezTo>
                  <a:pt x="457" y="114"/>
                  <a:pt x="457" y="114"/>
                  <a:pt x="457" y="114"/>
                </a:cubicBezTo>
                <a:cubicBezTo>
                  <a:pt x="458" y="113"/>
                  <a:pt x="458" y="113"/>
                  <a:pt x="458" y="113"/>
                </a:cubicBezTo>
                <a:close/>
                <a:moveTo>
                  <a:pt x="458" y="172"/>
                </a:moveTo>
                <a:cubicBezTo>
                  <a:pt x="458" y="178"/>
                  <a:pt x="458" y="178"/>
                  <a:pt x="458" y="178"/>
                </a:cubicBezTo>
                <a:cubicBezTo>
                  <a:pt x="457" y="178"/>
                  <a:pt x="457" y="177"/>
                  <a:pt x="456" y="177"/>
                </a:cubicBezTo>
                <a:cubicBezTo>
                  <a:pt x="456" y="171"/>
                  <a:pt x="456" y="171"/>
                  <a:pt x="456" y="171"/>
                </a:cubicBezTo>
                <a:cubicBezTo>
                  <a:pt x="457" y="171"/>
                  <a:pt x="457" y="172"/>
                  <a:pt x="458" y="172"/>
                </a:cubicBezTo>
                <a:close/>
                <a:moveTo>
                  <a:pt x="458" y="193"/>
                </a:moveTo>
                <a:cubicBezTo>
                  <a:pt x="458" y="200"/>
                  <a:pt x="458" y="200"/>
                  <a:pt x="458" y="200"/>
                </a:cubicBezTo>
                <a:cubicBezTo>
                  <a:pt x="457" y="200"/>
                  <a:pt x="457" y="200"/>
                  <a:pt x="456" y="200"/>
                </a:cubicBezTo>
                <a:cubicBezTo>
                  <a:pt x="456" y="190"/>
                  <a:pt x="456" y="190"/>
                  <a:pt x="456" y="190"/>
                </a:cubicBezTo>
                <a:cubicBezTo>
                  <a:pt x="457" y="191"/>
                  <a:pt x="457" y="192"/>
                  <a:pt x="458" y="193"/>
                </a:cubicBezTo>
                <a:close/>
                <a:moveTo>
                  <a:pt x="458" y="224"/>
                </a:moveTo>
                <a:cubicBezTo>
                  <a:pt x="458" y="234"/>
                  <a:pt x="458" y="234"/>
                  <a:pt x="458" y="234"/>
                </a:cubicBezTo>
                <a:cubicBezTo>
                  <a:pt x="457" y="234"/>
                  <a:pt x="457" y="234"/>
                  <a:pt x="456" y="234"/>
                </a:cubicBezTo>
                <a:cubicBezTo>
                  <a:pt x="456" y="224"/>
                  <a:pt x="456" y="224"/>
                  <a:pt x="456" y="224"/>
                </a:cubicBezTo>
                <a:cubicBezTo>
                  <a:pt x="457" y="224"/>
                  <a:pt x="457" y="224"/>
                  <a:pt x="458" y="224"/>
                </a:cubicBezTo>
                <a:close/>
                <a:moveTo>
                  <a:pt x="458" y="245"/>
                </a:moveTo>
                <a:cubicBezTo>
                  <a:pt x="458" y="256"/>
                  <a:pt x="458" y="256"/>
                  <a:pt x="458" y="256"/>
                </a:cubicBezTo>
                <a:cubicBezTo>
                  <a:pt x="457" y="256"/>
                  <a:pt x="457" y="255"/>
                  <a:pt x="456" y="255"/>
                </a:cubicBezTo>
                <a:cubicBezTo>
                  <a:pt x="456" y="245"/>
                  <a:pt x="456" y="245"/>
                  <a:pt x="456" y="245"/>
                </a:cubicBezTo>
                <a:cubicBezTo>
                  <a:pt x="458" y="245"/>
                  <a:pt x="458" y="245"/>
                  <a:pt x="458" y="245"/>
                </a:cubicBezTo>
                <a:close/>
                <a:moveTo>
                  <a:pt x="458" y="263"/>
                </a:moveTo>
                <a:cubicBezTo>
                  <a:pt x="458" y="271"/>
                  <a:pt x="458" y="271"/>
                  <a:pt x="458" y="271"/>
                </a:cubicBezTo>
                <a:cubicBezTo>
                  <a:pt x="456" y="271"/>
                  <a:pt x="456" y="271"/>
                  <a:pt x="456" y="271"/>
                </a:cubicBezTo>
                <a:cubicBezTo>
                  <a:pt x="456" y="262"/>
                  <a:pt x="456" y="262"/>
                  <a:pt x="456" y="262"/>
                </a:cubicBezTo>
                <a:cubicBezTo>
                  <a:pt x="458" y="263"/>
                  <a:pt x="458" y="263"/>
                  <a:pt x="458" y="263"/>
                </a:cubicBezTo>
                <a:close/>
                <a:moveTo>
                  <a:pt x="458" y="285"/>
                </a:moveTo>
                <a:cubicBezTo>
                  <a:pt x="458" y="294"/>
                  <a:pt x="458" y="294"/>
                  <a:pt x="458" y="294"/>
                </a:cubicBezTo>
                <a:cubicBezTo>
                  <a:pt x="456" y="294"/>
                  <a:pt x="456" y="294"/>
                  <a:pt x="456" y="294"/>
                </a:cubicBezTo>
                <a:cubicBezTo>
                  <a:pt x="456" y="285"/>
                  <a:pt x="456" y="285"/>
                  <a:pt x="456" y="285"/>
                </a:cubicBezTo>
                <a:cubicBezTo>
                  <a:pt x="456" y="285"/>
                  <a:pt x="456" y="285"/>
                  <a:pt x="456" y="285"/>
                </a:cubicBezTo>
                <a:cubicBezTo>
                  <a:pt x="457" y="285"/>
                  <a:pt x="457" y="285"/>
                  <a:pt x="458" y="285"/>
                </a:cubicBezTo>
                <a:close/>
                <a:moveTo>
                  <a:pt x="458" y="312"/>
                </a:moveTo>
                <a:cubicBezTo>
                  <a:pt x="458" y="318"/>
                  <a:pt x="458" y="318"/>
                  <a:pt x="458" y="318"/>
                </a:cubicBezTo>
                <a:cubicBezTo>
                  <a:pt x="457" y="317"/>
                  <a:pt x="457" y="317"/>
                  <a:pt x="456" y="316"/>
                </a:cubicBezTo>
                <a:cubicBezTo>
                  <a:pt x="456" y="310"/>
                  <a:pt x="456" y="310"/>
                  <a:pt x="456" y="310"/>
                </a:cubicBezTo>
                <a:cubicBezTo>
                  <a:pt x="457" y="311"/>
                  <a:pt x="457" y="311"/>
                  <a:pt x="458" y="312"/>
                </a:cubicBezTo>
                <a:close/>
                <a:moveTo>
                  <a:pt x="458" y="329"/>
                </a:moveTo>
                <a:cubicBezTo>
                  <a:pt x="458" y="334"/>
                  <a:pt x="458" y="334"/>
                  <a:pt x="458" y="334"/>
                </a:cubicBezTo>
                <a:cubicBezTo>
                  <a:pt x="457" y="334"/>
                  <a:pt x="457" y="334"/>
                  <a:pt x="456" y="334"/>
                </a:cubicBezTo>
                <a:cubicBezTo>
                  <a:pt x="456" y="330"/>
                  <a:pt x="456" y="330"/>
                  <a:pt x="456" y="330"/>
                </a:cubicBezTo>
                <a:cubicBezTo>
                  <a:pt x="457" y="330"/>
                  <a:pt x="457" y="330"/>
                  <a:pt x="457" y="331"/>
                </a:cubicBezTo>
                <a:cubicBezTo>
                  <a:pt x="457" y="330"/>
                  <a:pt x="458" y="330"/>
                  <a:pt x="458" y="329"/>
                </a:cubicBezTo>
                <a:close/>
                <a:moveTo>
                  <a:pt x="458" y="379"/>
                </a:moveTo>
                <a:cubicBezTo>
                  <a:pt x="458" y="386"/>
                  <a:pt x="458" y="386"/>
                  <a:pt x="458" y="386"/>
                </a:cubicBezTo>
                <a:cubicBezTo>
                  <a:pt x="456" y="387"/>
                  <a:pt x="456" y="387"/>
                  <a:pt x="456" y="387"/>
                </a:cubicBezTo>
                <a:cubicBezTo>
                  <a:pt x="456" y="379"/>
                  <a:pt x="456" y="379"/>
                  <a:pt x="456" y="379"/>
                </a:cubicBezTo>
                <a:cubicBezTo>
                  <a:pt x="458" y="379"/>
                  <a:pt x="458" y="379"/>
                  <a:pt x="458" y="379"/>
                </a:cubicBezTo>
                <a:close/>
                <a:moveTo>
                  <a:pt x="458" y="469"/>
                </a:moveTo>
                <a:cubicBezTo>
                  <a:pt x="458" y="473"/>
                  <a:pt x="458" y="473"/>
                  <a:pt x="458" y="473"/>
                </a:cubicBezTo>
                <a:cubicBezTo>
                  <a:pt x="457" y="473"/>
                  <a:pt x="457" y="473"/>
                  <a:pt x="456" y="474"/>
                </a:cubicBezTo>
                <a:cubicBezTo>
                  <a:pt x="456" y="474"/>
                  <a:pt x="456" y="475"/>
                  <a:pt x="456" y="476"/>
                </a:cubicBezTo>
                <a:cubicBezTo>
                  <a:pt x="457" y="476"/>
                  <a:pt x="457" y="476"/>
                  <a:pt x="458" y="476"/>
                </a:cubicBezTo>
                <a:cubicBezTo>
                  <a:pt x="458" y="481"/>
                  <a:pt x="458" y="481"/>
                  <a:pt x="458" y="481"/>
                </a:cubicBezTo>
                <a:cubicBezTo>
                  <a:pt x="457" y="481"/>
                  <a:pt x="457" y="481"/>
                  <a:pt x="456" y="481"/>
                </a:cubicBezTo>
                <a:cubicBezTo>
                  <a:pt x="456" y="470"/>
                  <a:pt x="456" y="470"/>
                  <a:pt x="456" y="470"/>
                </a:cubicBezTo>
                <a:cubicBezTo>
                  <a:pt x="457" y="470"/>
                  <a:pt x="457" y="469"/>
                  <a:pt x="458" y="469"/>
                </a:cubicBezTo>
                <a:close/>
                <a:moveTo>
                  <a:pt x="458" y="486"/>
                </a:moveTo>
                <a:cubicBezTo>
                  <a:pt x="458" y="492"/>
                  <a:pt x="458" y="492"/>
                  <a:pt x="458" y="492"/>
                </a:cubicBezTo>
                <a:cubicBezTo>
                  <a:pt x="457" y="492"/>
                  <a:pt x="457" y="492"/>
                  <a:pt x="456" y="493"/>
                </a:cubicBezTo>
                <a:cubicBezTo>
                  <a:pt x="456" y="486"/>
                  <a:pt x="456" y="486"/>
                  <a:pt x="456" y="486"/>
                </a:cubicBezTo>
                <a:cubicBezTo>
                  <a:pt x="457" y="486"/>
                  <a:pt x="457" y="486"/>
                  <a:pt x="458" y="486"/>
                </a:cubicBezTo>
                <a:close/>
                <a:moveTo>
                  <a:pt x="458" y="511"/>
                </a:moveTo>
                <a:cubicBezTo>
                  <a:pt x="458" y="526"/>
                  <a:pt x="458" y="526"/>
                  <a:pt x="458" y="526"/>
                </a:cubicBezTo>
                <a:cubicBezTo>
                  <a:pt x="458" y="526"/>
                  <a:pt x="457" y="526"/>
                  <a:pt x="457" y="526"/>
                </a:cubicBezTo>
                <a:cubicBezTo>
                  <a:pt x="457" y="525"/>
                  <a:pt x="457" y="525"/>
                  <a:pt x="456" y="525"/>
                </a:cubicBezTo>
                <a:cubicBezTo>
                  <a:pt x="456" y="512"/>
                  <a:pt x="456" y="512"/>
                  <a:pt x="456" y="512"/>
                </a:cubicBezTo>
                <a:cubicBezTo>
                  <a:pt x="457" y="512"/>
                  <a:pt x="457" y="512"/>
                  <a:pt x="457" y="512"/>
                </a:cubicBezTo>
                <a:cubicBezTo>
                  <a:pt x="457" y="511"/>
                  <a:pt x="458" y="511"/>
                  <a:pt x="458" y="511"/>
                </a:cubicBezTo>
                <a:close/>
                <a:moveTo>
                  <a:pt x="458" y="533"/>
                </a:moveTo>
                <a:cubicBezTo>
                  <a:pt x="458" y="541"/>
                  <a:pt x="458" y="541"/>
                  <a:pt x="458" y="541"/>
                </a:cubicBezTo>
                <a:cubicBezTo>
                  <a:pt x="457" y="541"/>
                  <a:pt x="457" y="542"/>
                  <a:pt x="456" y="542"/>
                </a:cubicBezTo>
                <a:cubicBezTo>
                  <a:pt x="456" y="534"/>
                  <a:pt x="456" y="534"/>
                  <a:pt x="456" y="534"/>
                </a:cubicBezTo>
                <a:cubicBezTo>
                  <a:pt x="457" y="533"/>
                  <a:pt x="457" y="533"/>
                  <a:pt x="458" y="533"/>
                </a:cubicBezTo>
                <a:close/>
                <a:moveTo>
                  <a:pt x="458" y="547"/>
                </a:moveTo>
                <a:cubicBezTo>
                  <a:pt x="458" y="557"/>
                  <a:pt x="458" y="557"/>
                  <a:pt x="458" y="557"/>
                </a:cubicBezTo>
                <a:cubicBezTo>
                  <a:pt x="457" y="557"/>
                  <a:pt x="457" y="557"/>
                  <a:pt x="456" y="557"/>
                </a:cubicBezTo>
                <a:cubicBezTo>
                  <a:pt x="456" y="548"/>
                  <a:pt x="456" y="548"/>
                  <a:pt x="456" y="548"/>
                </a:cubicBezTo>
                <a:cubicBezTo>
                  <a:pt x="458" y="547"/>
                  <a:pt x="458" y="547"/>
                  <a:pt x="458" y="547"/>
                </a:cubicBezTo>
                <a:close/>
                <a:moveTo>
                  <a:pt x="458" y="561"/>
                </a:moveTo>
                <a:cubicBezTo>
                  <a:pt x="458" y="571"/>
                  <a:pt x="458" y="571"/>
                  <a:pt x="458" y="571"/>
                </a:cubicBezTo>
                <a:cubicBezTo>
                  <a:pt x="457" y="571"/>
                  <a:pt x="457" y="572"/>
                  <a:pt x="456" y="572"/>
                </a:cubicBezTo>
                <a:cubicBezTo>
                  <a:pt x="456" y="561"/>
                  <a:pt x="456" y="561"/>
                  <a:pt x="456" y="561"/>
                </a:cubicBezTo>
                <a:cubicBezTo>
                  <a:pt x="457" y="561"/>
                  <a:pt x="457" y="561"/>
                  <a:pt x="458" y="561"/>
                </a:cubicBezTo>
                <a:close/>
                <a:moveTo>
                  <a:pt x="458" y="578"/>
                </a:moveTo>
                <a:cubicBezTo>
                  <a:pt x="458" y="588"/>
                  <a:pt x="458" y="588"/>
                  <a:pt x="458" y="588"/>
                </a:cubicBezTo>
                <a:cubicBezTo>
                  <a:pt x="457" y="588"/>
                  <a:pt x="457" y="588"/>
                  <a:pt x="456" y="588"/>
                </a:cubicBezTo>
                <a:cubicBezTo>
                  <a:pt x="456" y="578"/>
                  <a:pt x="456" y="578"/>
                  <a:pt x="456" y="578"/>
                </a:cubicBezTo>
                <a:cubicBezTo>
                  <a:pt x="457" y="578"/>
                  <a:pt x="457" y="578"/>
                  <a:pt x="458" y="578"/>
                </a:cubicBezTo>
                <a:close/>
                <a:moveTo>
                  <a:pt x="458" y="603"/>
                </a:moveTo>
                <a:cubicBezTo>
                  <a:pt x="458" y="608"/>
                  <a:pt x="458" y="608"/>
                  <a:pt x="458" y="608"/>
                </a:cubicBezTo>
                <a:cubicBezTo>
                  <a:pt x="457" y="608"/>
                  <a:pt x="457" y="608"/>
                  <a:pt x="456" y="609"/>
                </a:cubicBezTo>
                <a:cubicBezTo>
                  <a:pt x="456" y="604"/>
                  <a:pt x="456" y="604"/>
                  <a:pt x="456" y="604"/>
                </a:cubicBezTo>
                <a:cubicBezTo>
                  <a:pt x="457" y="604"/>
                  <a:pt x="457" y="603"/>
                  <a:pt x="458" y="603"/>
                </a:cubicBezTo>
                <a:close/>
                <a:moveTo>
                  <a:pt x="458" y="613"/>
                </a:moveTo>
                <a:cubicBezTo>
                  <a:pt x="458" y="621"/>
                  <a:pt x="458" y="621"/>
                  <a:pt x="458" y="621"/>
                </a:cubicBezTo>
                <a:cubicBezTo>
                  <a:pt x="456" y="619"/>
                  <a:pt x="456" y="619"/>
                  <a:pt x="456" y="619"/>
                </a:cubicBezTo>
                <a:cubicBezTo>
                  <a:pt x="456" y="611"/>
                  <a:pt x="456" y="611"/>
                  <a:pt x="456" y="611"/>
                </a:cubicBezTo>
                <a:cubicBezTo>
                  <a:pt x="458" y="613"/>
                  <a:pt x="458" y="613"/>
                  <a:pt x="458" y="613"/>
                </a:cubicBezTo>
                <a:close/>
                <a:moveTo>
                  <a:pt x="458" y="626"/>
                </a:moveTo>
                <a:cubicBezTo>
                  <a:pt x="458" y="631"/>
                  <a:pt x="458" y="631"/>
                  <a:pt x="458" y="631"/>
                </a:cubicBezTo>
                <a:cubicBezTo>
                  <a:pt x="456" y="631"/>
                  <a:pt x="456" y="631"/>
                  <a:pt x="456" y="631"/>
                </a:cubicBezTo>
                <a:cubicBezTo>
                  <a:pt x="456" y="626"/>
                  <a:pt x="456" y="626"/>
                  <a:pt x="456" y="626"/>
                </a:cubicBezTo>
                <a:cubicBezTo>
                  <a:pt x="458" y="626"/>
                  <a:pt x="458" y="626"/>
                  <a:pt x="458" y="626"/>
                </a:cubicBezTo>
                <a:close/>
                <a:moveTo>
                  <a:pt x="458" y="666"/>
                </a:moveTo>
                <a:cubicBezTo>
                  <a:pt x="458" y="706"/>
                  <a:pt x="458" y="706"/>
                  <a:pt x="458" y="706"/>
                </a:cubicBezTo>
                <a:cubicBezTo>
                  <a:pt x="456" y="707"/>
                  <a:pt x="456" y="707"/>
                  <a:pt x="456" y="707"/>
                </a:cubicBezTo>
                <a:cubicBezTo>
                  <a:pt x="456" y="707"/>
                  <a:pt x="456" y="707"/>
                  <a:pt x="456" y="707"/>
                </a:cubicBezTo>
                <a:cubicBezTo>
                  <a:pt x="456" y="666"/>
                  <a:pt x="456" y="666"/>
                  <a:pt x="456" y="666"/>
                </a:cubicBezTo>
                <a:cubicBezTo>
                  <a:pt x="458" y="666"/>
                  <a:pt x="458" y="666"/>
                  <a:pt x="458" y="666"/>
                </a:cubicBezTo>
                <a:close/>
                <a:moveTo>
                  <a:pt x="458" y="745"/>
                </a:moveTo>
                <a:cubicBezTo>
                  <a:pt x="458" y="762"/>
                  <a:pt x="458" y="762"/>
                  <a:pt x="458" y="762"/>
                </a:cubicBezTo>
                <a:cubicBezTo>
                  <a:pt x="457" y="761"/>
                  <a:pt x="457" y="761"/>
                  <a:pt x="456" y="760"/>
                </a:cubicBezTo>
                <a:cubicBezTo>
                  <a:pt x="456" y="745"/>
                  <a:pt x="456" y="745"/>
                  <a:pt x="456" y="745"/>
                </a:cubicBezTo>
                <a:cubicBezTo>
                  <a:pt x="457" y="745"/>
                  <a:pt x="457" y="745"/>
                  <a:pt x="458" y="745"/>
                </a:cubicBezTo>
                <a:close/>
                <a:moveTo>
                  <a:pt x="452" y="5"/>
                </a:moveTo>
                <a:cubicBezTo>
                  <a:pt x="454" y="5"/>
                  <a:pt x="455" y="5"/>
                  <a:pt x="456" y="5"/>
                </a:cubicBezTo>
                <a:cubicBezTo>
                  <a:pt x="456" y="14"/>
                  <a:pt x="456" y="14"/>
                  <a:pt x="456" y="14"/>
                </a:cubicBezTo>
                <a:cubicBezTo>
                  <a:pt x="455" y="14"/>
                  <a:pt x="455" y="14"/>
                  <a:pt x="455" y="14"/>
                </a:cubicBezTo>
                <a:cubicBezTo>
                  <a:pt x="456" y="16"/>
                  <a:pt x="456" y="16"/>
                  <a:pt x="456" y="16"/>
                </a:cubicBezTo>
                <a:cubicBezTo>
                  <a:pt x="456" y="40"/>
                  <a:pt x="456" y="40"/>
                  <a:pt x="456" y="40"/>
                </a:cubicBezTo>
                <a:cubicBezTo>
                  <a:pt x="455" y="36"/>
                  <a:pt x="453" y="32"/>
                  <a:pt x="452" y="29"/>
                </a:cubicBezTo>
                <a:cubicBezTo>
                  <a:pt x="452" y="5"/>
                  <a:pt x="452" y="5"/>
                  <a:pt x="452" y="5"/>
                </a:cubicBezTo>
                <a:close/>
                <a:moveTo>
                  <a:pt x="456" y="789"/>
                </a:moveTo>
                <a:cubicBezTo>
                  <a:pt x="455" y="789"/>
                  <a:pt x="454" y="789"/>
                  <a:pt x="452" y="789"/>
                </a:cubicBezTo>
                <a:cubicBezTo>
                  <a:pt x="452" y="781"/>
                  <a:pt x="452" y="781"/>
                  <a:pt x="452" y="781"/>
                </a:cubicBezTo>
                <a:cubicBezTo>
                  <a:pt x="453" y="781"/>
                  <a:pt x="453" y="781"/>
                  <a:pt x="454" y="781"/>
                </a:cubicBezTo>
                <a:cubicBezTo>
                  <a:pt x="454" y="781"/>
                  <a:pt x="455" y="781"/>
                  <a:pt x="456" y="781"/>
                </a:cubicBezTo>
                <a:cubicBezTo>
                  <a:pt x="456" y="789"/>
                  <a:pt x="456" y="789"/>
                  <a:pt x="456" y="789"/>
                </a:cubicBezTo>
                <a:close/>
                <a:moveTo>
                  <a:pt x="456" y="42"/>
                </a:moveTo>
                <a:cubicBezTo>
                  <a:pt x="456" y="50"/>
                  <a:pt x="456" y="50"/>
                  <a:pt x="456" y="50"/>
                </a:cubicBezTo>
                <a:cubicBezTo>
                  <a:pt x="455" y="50"/>
                  <a:pt x="454" y="50"/>
                  <a:pt x="452" y="50"/>
                </a:cubicBezTo>
                <a:cubicBezTo>
                  <a:pt x="452" y="42"/>
                  <a:pt x="452" y="42"/>
                  <a:pt x="452" y="42"/>
                </a:cubicBezTo>
                <a:cubicBezTo>
                  <a:pt x="456" y="42"/>
                  <a:pt x="456" y="42"/>
                  <a:pt x="456" y="42"/>
                </a:cubicBezTo>
                <a:close/>
                <a:moveTo>
                  <a:pt x="456" y="70"/>
                </a:moveTo>
                <a:cubicBezTo>
                  <a:pt x="456" y="98"/>
                  <a:pt x="456" y="98"/>
                  <a:pt x="456" y="98"/>
                </a:cubicBezTo>
                <a:cubicBezTo>
                  <a:pt x="452" y="98"/>
                  <a:pt x="452" y="98"/>
                  <a:pt x="452" y="98"/>
                </a:cubicBezTo>
                <a:cubicBezTo>
                  <a:pt x="454" y="105"/>
                  <a:pt x="457" y="108"/>
                  <a:pt x="452" y="110"/>
                </a:cubicBezTo>
                <a:cubicBezTo>
                  <a:pt x="452" y="72"/>
                  <a:pt x="452" y="72"/>
                  <a:pt x="452" y="72"/>
                </a:cubicBezTo>
                <a:cubicBezTo>
                  <a:pt x="453" y="71"/>
                  <a:pt x="455" y="70"/>
                  <a:pt x="456" y="70"/>
                </a:cubicBezTo>
                <a:close/>
                <a:moveTo>
                  <a:pt x="456" y="114"/>
                </a:moveTo>
                <a:cubicBezTo>
                  <a:pt x="456" y="126"/>
                  <a:pt x="456" y="126"/>
                  <a:pt x="456" y="126"/>
                </a:cubicBezTo>
                <a:cubicBezTo>
                  <a:pt x="455" y="126"/>
                  <a:pt x="454" y="126"/>
                  <a:pt x="452" y="125"/>
                </a:cubicBezTo>
                <a:cubicBezTo>
                  <a:pt x="452" y="114"/>
                  <a:pt x="452" y="114"/>
                  <a:pt x="452" y="114"/>
                </a:cubicBezTo>
                <a:cubicBezTo>
                  <a:pt x="454" y="114"/>
                  <a:pt x="455" y="114"/>
                  <a:pt x="456" y="114"/>
                </a:cubicBezTo>
                <a:close/>
                <a:moveTo>
                  <a:pt x="456" y="129"/>
                </a:moveTo>
                <a:cubicBezTo>
                  <a:pt x="456" y="152"/>
                  <a:pt x="456" y="152"/>
                  <a:pt x="456" y="152"/>
                </a:cubicBezTo>
                <a:cubicBezTo>
                  <a:pt x="455" y="153"/>
                  <a:pt x="454" y="154"/>
                  <a:pt x="452" y="155"/>
                </a:cubicBezTo>
                <a:cubicBezTo>
                  <a:pt x="452" y="128"/>
                  <a:pt x="452" y="128"/>
                  <a:pt x="452" y="128"/>
                </a:cubicBezTo>
                <a:cubicBezTo>
                  <a:pt x="454" y="129"/>
                  <a:pt x="455" y="129"/>
                  <a:pt x="456" y="129"/>
                </a:cubicBezTo>
                <a:close/>
                <a:moveTo>
                  <a:pt x="456" y="171"/>
                </a:moveTo>
                <a:cubicBezTo>
                  <a:pt x="456" y="177"/>
                  <a:pt x="456" y="177"/>
                  <a:pt x="456" y="177"/>
                </a:cubicBezTo>
                <a:cubicBezTo>
                  <a:pt x="455" y="177"/>
                  <a:pt x="454" y="177"/>
                  <a:pt x="452" y="177"/>
                </a:cubicBezTo>
                <a:cubicBezTo>
                  <a:pt x="454" y="182"/>
                  <a:pt x="454" y="186"/>
                  <a:pt x="456" y="190"/>
                </a:cubicBezTo>
                <a:cubicBezTo>
                  <a:pt x="456" y="200"/>
                  <a:pt x="456" y="200"/>
                  <a:pt x="456" y="200"/>
                </a:cubicBezTo>
                <a:cubicBezTo>
                  <a:pt x="455" y="199"/>
                  <a:pt x="454" y="199"/>
                  <a:pt x="452" y="199"/>
                </a:cubicBezTo>
                <a:cubicBezTo>
                  <a:pt x="452" y="170"/>
                  <a:pt x="452" y="170"/>
                  <a:pt x="452" y="170"/>
                </a:cubicBezTo>
                <a:cubicBezTo>
                  <a:pt x="454" y="170"/>
                  <a:pt x="455" y="171"/>
                  <a:pt x="456" y="171"/>
                </a:cubicBezTo>
                <a:close/>
                <a:moveTo>
                  <a:pt x="456" y="224"/>
                </a:moveTo>
                <a:cubicBezTo>
                  <a:pt x="456" y="234"/>
                  <a:pt x="456" y="234"/>
                  <a:pt x="456" y="234"/>
                </a:cubicBezTo>
                <a:cubicBezTo>
                  <a:pt x="455" y="234"/>
                  <a:pt x="453" y="234"/>
                  <a:pt x="452" y="234"/>
                </a:cubicBezTo>
                <a:cubicBezTo>
                  <a:pt x="452" y="224"/>
                  <a:pt x="452" y="224"/>
                  <a:pt x="452" y="224"/>
                </a:cubicBezTo>
                <a:cubicBezTo>
                  <a:pt x="454" y="224"/>
                  <a:pt x="455" y="224"/>
                  <a:pt x="456" y="224"/>
                </a:cubicBezTo>
                <a:close/>
                <a:moveTo>
                  <a:pt x="456" y="245"/>
                </a:moveTo>
                <a:cubicBezTo>
                  <a:pt x="456" y="255"/>
                  <a:pt x="456" y="255"/>
                  <a:pt x="456" y="255"/>
                </a:cubicBezTo>
                <a:cubicBezTo>
                  <a:pt x="455" y="255"/>
                  <a:pt x="454" y="255"/>
                  <a:pt x="452" y="254"/>
                </a:cubicBezTo>
                <a:cubicBezTo>
                  <a:pt x="452" y="244"/>
                  <a:pt x="452" y="244"/>
                  <a:pt x="452" y="244"/>
                </a:cubicBezTo>
                <a:cubicBezTo>
                  <a:pt x="453" y="244"/>
                  <a:pt x="455" y="244"/>
                  <a:pt x="456" y="245"/>
                </a:cubicBezTo>
                <a:close/>
                <a:moveTo>
                  <a:pt x="456" y="262"/>
                </a:moveTo>
                <a:cubicBezTo>
                  <a:pt x="456" y="271"/>
                  <a:pt x="456" y="271"/>
                  <a:pt x="456" y="271"/>
                </a:cubicBezTo>
                <a:cubicBezTo>
                  <a:pt x="455" y="271"/>
                  <a:pt x="454" y="271"/>
                  <a:pt x="452" y="270"/>
                </a:cubicBezTo>
                <a:cubicBezTo>
                  <a:pt x="452" y="262"/>
                  <a:pt x="452" y="262"/>
                  <a:pt x="452" y="262"/>
                </a:cubicBezTo>
                <a:cubicBezTo>
                  <a:pt x="454" y="262"/>
                  <a:pt x="455" y="262"/>
                  <a:pt x="456" y="262"/>
                </a:cubicBezTo>
                <a:close/>
                <a:moveTo>
                  <a:pt x="456" y="285"/>
                </a:moveTo>
                <a:cubicBezTo>
                  <a:pt x="456" y="294"/>
                  <a:pt x="456" y="294"/>
                  <a:pt x="456" y="294"/>
                </a:cubicBezTo>
                <a:cubicBezTo>
                  <a:pt x="454" y="294"/>
                  <a:pt x="453" y="293"/>
                  <a:pt x="452" y="293"/>
                </a:cubicBezTo>
                <a:cubicBezTo>
                  <a:pt x="452" y="283"/>
                  <a:pt x="452" y="283"/>
                  <a:pt x="452" y="283"/>
                </a:cubicBezTo>
                <a:cubicBezTo>
                  <a:pt x="454" y="284"/>
                  <a:pt x="455" y="285"/>
                  <a:pt x="456" y="285"/>
                </a:cubicBezTo>
                <a:close/>
                <a:moveTo>
                  <a:pt x="456" y="310"/>
                </a:moveTo>
                <a:cubicBezTo>
                  <a:pt x="456" y="316"/>
                  <a:pt x="456" y="316"/>
                  <a:pt x="456" y="316"/>
                </a:cubicBezTo>
                <a:cubicBezTo>
                  <a:pt x="455" y="315"/>
                  <a:pt x="454" y="314"/>
                  <a:pt x="453" y="314"/>
                </a:cubicBezTo>
                <a:cubicBezTo>
                  <a:pt x="454" y="319"/>
                  <a:pt x="454" y="324"/>
                  <a:pt x="454" y="329"/>
                </a:cubicBezTo>
                <a:cubicBezTo>
                  <a:pt x="455" y="329"/>
                  <a:pt x="456" y="329"/>
                  <a:pt x="456" y="330"/>
                </a:cubicBezTo>
                <a:cubicBezTo>
                  <a:pt x="456" y="334"/>
                  <a:pt x="456" y="334"/>
                  <a:pt x="456" y="334"/>
                </a:cubicBezTo>
                <a:cubicBezTo>
                  <a:pt x="454" y="333"/>
                  <a:pt x="453" y="332"/>
                  <a:pt x="452" y="331"/>
                </a:cubicBezTo>
                <a:cubicBezTo>
                  <a:pt x="452" y="308"/>
                  <a:pt x="452" y="308"/>
                  <a:pt x="452" y="308"/>
                </a:cubicBezTo>
                <a:cubicBezTo>
                  <a:pt x="454" y="309"/>
                  <a:pt x="455" y="309"/>
                  <a:pt x="456" y="310"/>
                </a:cubicBezTo>
                <a:close/>
                <a:moveTo>
                  <a:pt x="456" y="379"/>
                </a:moveTo>
                <a:cubicBezTo>
                  <a:pt x="456" y="387"/>
                  <a:pt x="456" y="387"/>
                  <a:pt x="456" y="387"/>
                </a:cubicBezTo>
                <a:cubicBezTo>
                  <a:pt x="452" y="390"/>
                  <a:pt x="452" y="390"/>
                  <a:pt x="452" y="390"/>
                </a:cubicBezTo>
                <a:cubicBezTo>
                  <a:pt x="452" y="379"/>
                  <a:pt x="452" y="379"/>
                  <a:pt x="452" y="379"/>
                </a:cubicBezTo>
                <a:cubicBezTo>
                  <a:pt x="456" y="379"/>
                  <a:pt x="456" y="379"/>
                  <a:pt x="456" y="379"/>
                </a:cubicBezTo>
                <a:close/>
                <a:moveTo>
                  <a:pt x="456" y="470"/>
                </a:moveTo>
                <a:cubicBezTo>
                  <a:pt x="456" y="481"/>
                  <a:pt x="456" y="481"/>
                  <a:pt x="456" y="481"/>
                </a:cubicBezTo>
                <a:cubicBezTo>
                  <a:pt x="455" y="480"/>
                  <a:pt x="454" y="480"/>
                  <a:pt x="452" y="480"/>
                </a:cubicBezTo>
                <a:cubicBezTo>
                  <a:pt x="452" y="474"/>
                  <a:pt x="452" y="474"/>
                  <a:pt x="452" y="474"/>
                </a:cubicBezTo>
                <a:cubicBezTo>
                  <a:pt x="453" y="473"/>
                  <a:pt x="453" y="473"/>
                  <a:pt x="453" y="472"/>
                </a:cubicBezTo>
                <a:cubicBezTo>
                  <a:pt x="454" y="471"/>
                  <a:pt x="455" y="471"/>
                  <a:pt x="456" y="470"/>
                </a:cubicBezTo>
                <a:close/>
                <a:moveTo>
                  <a:pt x="456" y="486"/>
                </a:moveTo>
                <a:cubicBezTo>
                  <a:pt x="456" y="493"/>
                  <a:pt x="456" y="493"/>
                  <a:pt x="456" y="493"/>
                </a:cubicBezTo>
                <a:cubicBezTo>
                  <a:pt x="455" y="493"/>
                  <a:pt x="454" y="494"/>
                  <a:pt x="452" y="495"/>
                </a:cubicBezTo>
                <a:cubicBezTo>
                  <a:pt x="452" y="491"/>
                  <a:pt x="452" y="491"/>
                  <a:pt x="452" y="491"/>
                </a:cubicBezTo>
                <a:cubicBezTo>
                  <a:pt x="453" y="491"/>
                  <a:pt x="453" y="491"/>
                  <a:pt x="454" y="491"/>
                </a:cubicBezTo>
                <a:cubicBezTo>
                  <a:pt x="453" y="490"/>
                  <a:pt x="453" y="490"/>
                  <a:pt x="452" y="490"/>
                </a:cubicBezTo>
                <a:cubicBezTo>
                  <a:pt x="452" y="486"/>
                  <a:pt x="452" y="486"/>
                  <a:pt x="452" y="486"/>
                </a:cubicBezTo>
                <a:cubicBezTo>
                  <a:pt x="452" y="487"/>
                  <a:pt x="452" y="487"/>
                  <a:pt x="452" y="487"/>
                </a:cubicBezTo>
                <a:cubicBezTo>
                  <a:pt x="454" y="486"/>
                  <a:pt x="455" y="486"/>
                  <a:pt x="456" y="486"/>
                </a:cubicBezTo>
                <a:close/>
                <a:moveTo>
                  <a:pt x="456" y="512"/>
                </a:moveTo>
                <a:cubicBezTo>
                  <a:pt x="456" y="525"/>
                  <a:pt x="456" y="525"/>
                  <a:pt x="456" y="525"/>
                </a:cubicBezTo>
                <a:cubicBezTo>
                  <a:pt x="455" y="524"/>
                  <a:pt x="453" y="523"/>
                  <a:pt x="452" y="523"/>
                </a:cubicBezTo>
                <a:cubicBezTo>
                  <a:pt x="452" y="511"/>
                  <a:pt x="452" y="511"/>
                  <a:pt x="452" y="511"/>
                </a:cubicBezTo>
                <a:cubicBezTo>
                  <a:pt x="454" y="511"/>
                  <a:pt x="455" y="512"/>
                  <a:pt x="456" y="512"/>
                </a:cubicBezTo>
                <a:close/>
                <a:moveTo>
                  <a:pt x="456" y="534"/>
                </a:moveTo>
                <a:cubicBezTo>
                  <a:pt x="456" y="542"/>
                  <a:pt x="456" y="542"/>
                  <a:pt x="456" y="542"/>
                </a:cubicBezTo>
                <a:cubicBezTo>
                  <a:pt x="455" y="542"/>
                  <a:pt x="453" y="543"/>
                  <a:pt x="452" y="544"/>
                </a:cubicBezTo>
                <a:cubicBezTo>
                  <a:pt x="452" y="535"/>
                  <a:pt x="452" y="535"/>
                  <a:pt x="452" y="535"/>
                </a:cubicBezTo>
                <a:cubicBezTo>
                  <a:pt x="454" y="535"/>
                  <a:pt x="455" y="534"/>
                  <a:pt x="456" y="534"/>
                </a:cubicBezTo>
                <a:close/>
                <a:moveTo>
                  <a:pt x="456" y="548"/>
                </a:moveTo>
                <a:cubicBezTo>
                  <a:pt x="456" y="557"/>
                  <a:pt x="456" y="557"/>
                  <a:pt x="456" y="557"/>
                </a:cubicBezTo>
                <a:cubicBezTo>
                  <a:pt x="455" y="558"/>
                  <a:pt x="454" y="559"/>
                  <a:pt x="452" y="559"/>
                </a:cubicBezTo>
                <a:cubicBezTo>
                  <a:pt x="452" y="550"/>
                  <a:pt x="452" y="550"/>
                  <a:pt x="452" y="550"/>
                </a:cubicBezTo>
                <a:cubicBezTo>
                  <a:pt x="453" y="550"/>
                  <a:pt x="454" y="549"/>
                  <a:pt x="456" y="548"/>
                </a:cubicBezTo>
                <a:close/>
                <a:moveTo>
                  <a:pt x="456" y="561"/>
                </a:moveTo>
                <a:cubicBezTo>
                  <a:pt x="456" y="572"/>
                  <a:pt x="456" y="572"/>
                  <a:pt x="456" y="572"/>
                </a:cubicBezTo>
                <a:cubicBezTo>
                  <a:pt x="455" y="572"/>
                  <a:pt x="454" y="573"/>
                  <a:pt x="452" y="573"/>
                </a:cubicBezTo>
                <a:cubicBezTo>
                  <a:pt x="452" y="563"/>
                  <a:pt x="452" y="563"/>
                  <a:pt x="452" y="563"/>
                </a:cubicBezTo>
                <a:cubicBezTo>
                  <a:pt x="453" y="563"/>
                  <a:pt x="455" y="562"/>
                  <a:pt x="456" y="561"/>
                </a:cubicBezTo>
                <a:close/>
                <a:moveTo>
                  <a:pt x="456" y="578"/>
                </a:moveTo>
                <a:cubicBezTo>
                  <a:pt x="456" y="588"/>
                  <a:pt x="456" y="588"/>
                  <a:pt x="456" y="588"/>
                </a:cubicBezTo>
                <a:cubicBezTo>
                  <a:pt x="455" y="588"/>
                  <a:pt x="454" y="589"/>
                  <a:pt x="452" y="589"/>
                </a:cubicBezTo>
                <a:cubicBezTo>
                  <a:pt x="452" y="579"/>
                  <a:pt x="452" y="579"/>
                  <a:pt x="452" y="579"/>
                </a:cubicBezTo>
                <a:cubicBezTo>
                  <a:pt x="454" y="579"/>
                  <a:pt x="455" y="578"/>
                  <a:pt x="456" y="578"/>
                </a:cubicBezTo>
                <a:close/>
                <a:moveTo>
                  <a:pt x="456" y="604"/>
                </a:moveTo>
                <a:cubicBezTo>
                  <a:pt x="456" y="609"/>
                  <a:pt x="456" y="609"/>
                  <a:pt x="456" y="609"/>
                </a:cubicBezTo>
                <a:cubicBezTo>
                  <a:pt x="455" y="609"/>
                  <a:pt x="454" y="609"/>
                  <a:pt x="454" y="609"/>
                </a:cubicBezTo>
                <a:cubicBezTo>
                  <a:pt x="454" y="610"/>
                  <a:pt x="455" y="611"/>
                  <a:pt x="456" y="611"/>
                </a:cubicBezTo>
                <a:cubicBezTo>
                  <a:pt x="456" y="619"/>
                  <a:pt x="456" y="619"/>
                  <a:pt x="456" y="619"/>
                </a:cubicBezTo>
                <a:cubicBezTo>
                  <a:pt x="455" y="618"/>
                  <a:pt x="453" y="617"/>
                  <a:pt x="452" y="616"/>
                </a:cubicBezTo>
                <a:cubicBezTo>
                  <a:pt x="452" y="605"/>
                  <a:pt x="452" y="605"/>
                  <a:pt x="452" y="605"/>
                </a:cubicBezTo>
                <a:cubicBezTo>
                  <a:pt x="454" y="605"/>
                  <a:pt x="455" y="604"/>
                  <a:pt x="456" y="604"/>
                </a:cubicBezTo>
                <a:close/>
                <a:moveTo>
                  <a:pt x="456" y="626"/>
                </a:moveTo>
                <a:cubicBezTo>
                  <a:pt x="456" y="631"/>
                  <a:pt x="456" y="631"/>
                  <a:pt x="456" y="631"/>
                </a:cubicBezTo>
                <a:cubicBezTo>
                  <a:pt x="455" y="632"/>
                  <a:pt x="453" y="632"/>
                  <a:pt x="452" y="632"/>
                </a:cubicBezTo>
                <a:cubicBezTo>
                  <a:pt x="452" y="627"/>
                  <a:pt x="452" y="627"/>
                  <a:pt x="452" y="627"/>
                </a:cubicBezTo>
                <a:cubicBezTo>
                  <a:pt x="454" y="627"/>
                  <a:pt x="455" y="626"/>
                  <a:pt x="456" y="626"/>
                </a:cubicBezTo>
                <a:close/>
                <a:moveTo>
                  <a:pt x="456" y="666"/>
                </a:moveTo>
                <a:cubicBezTo>
                  <a:pt x="456" y="707"/>
                  <a:pt x="456" y="707"/>
                  <a:pt x="456" y="707"/>
                </a:cubicBezTo>
                <a:cubicBezTo>
                  <a:pt x="454" y="698"/>
                  <a:pt x="453" y="692"/>
                  <a:pt x="452" y="688"/>
                </a:cubicBezTo>
                <a:cubicBezTo>
                  <a:pt x="452" y="666"/>
                  <a:pt x="452" y="666"/>
                  <a:pt x="452" y="666"/>
                </a:cubicBezTo>
                <a:cubicBezTo>
                  <a:pt x="454" y="666"/>
                  <a:pt x="455" y="666"/>
                  <a:pt x="456" y="666"/>
                </a:cubicBezTo>
                <a:close/>
                <a:moveTo>
                  <a:pt x="456" y="745"/>
                </a:moveTo>
                <a:cubicBezTo>
                  <a:pt x="456" y="760"/>
                  <a:pt x="456" y="760"/>
                  <a:pt x="456" y="760"/>
                </a:cubicBezTo>
                <a:cubicBezTo>
                  <a:pt x="455" y="759"/>
                  <a:pt x="454" y="758"/>
                  <a:pt x="452" y="757"/>
                </a:cubicBezTo>
                <a:cubicBezTo>
                  <a:pt x="452" y="745"/>
                  <a:pt x="452" y="745"/>
                  <a:pt x="452" y="745"/>
                </a:cubicBezTo>
                <a:cubicBezTo>
                  <a:pt x="455" y="745"/>
                  <a:pt x="455" y="745"/>
                  <a:pt x="455" y="745"/>
                </a:cubicBezTo>
                <a:lnTo>
                  <a:pt x="456" y="745"/>
                </a:lnTo>
                <a:close/>
                <a:moveTo>
                  <a:pt x="446" y="4"/>
                </a:moveTo>
                <a:cubicBezTo>
                  <a:pt x="448" y="4"/>
                  <a:pt x="450" y="4"/>
                  <a:pt x="452" y="5"/>
                </a:cubicBezTo>
                <a:cubicBezTo>
                  <a:pt x="452" y="29"/>
                  <a:pt x="452" y="29"/>
                  <a:pt x="452" y="29"/>
                </a:cubicBezTo>
                <a:cubicBezTo>
                  <a:pt x="450" y="24"/>
                  <a:pt x="448" y="20"/>
                  <a:pt x="446" y="17"/>
                </a:cubicBezTo>
                <a:cubicBezTo>
                  <a:pt x="446" y="4"/>
                  <a:pt x="446" y="4"/>
                  <a:pt x="446" y="4"/>
                </a:cubicBezTo>
                <a:close/>
                <a:moveTo>
                  <a:pt x="452" y="789"/>
                </a:moveTo>
                <a:cubicBezTo>
                  <a:pt x="451" y="789"/>
                  <a:pt x="450" y="789"/>
                  <a:pt x="450" y="789"/>
                </a:cubicBezTo>
                <a:cubicBezTo>
                  <a:pt x="448" y="789"/>
                  <a:pt x="447" y="790"/>
                  <a:pt x="446" y="790"/>
                </a:cubicBezTo>
                <a:cubicBezTo>
                  <a:pt x="446" y="776"/>
                  <a:pt x="446" y="776"/>
                  <a:pt x="446" y="776"/>
                </a:cubicBezTo>
                <a:cubicBezTo>
                  <a:pt x="448" y="777"/>
                  <a:pt x="450" y="779"/>
                  <a:pt x="452" y="781"/>
                </a:cubicBezTo>
                <a:cubicBezTo>
                  <a:pt x="452" y="789"/>
                  <a:pt x="452" y="789"/>
                  <a:pt x="452" y="789"/>
                </a:cubicBezTo>
                <a:close/>
                <a:moveTo>
                  <a:pt x="452" y="42"/>
                </a:moveTo>
                <a:cubicBezTo>
                  <a:pt x="452" y="50"/>
                  <a:pt x="452" y="50"/>
                  <a:pt x="452" y="50"/>
                </a:cubicBezTo>
                <a:cubicBezTo>
                  <a:pt x="450" y="50"/>
                  <a:pt x="448" y="50"/>
                  <a:pt x="446" y="50"/>
                </a:cubicBezTo>
                <a:cubicBezTo>
                  <a:pt x="446" y="43"/>
                  <a:pt x="446" y="43"/>
                  <a:pt x="446" y="43"/>
                </a:cubicBezTo>
                <a:cubicBezTo>
                  <a:pt x="448" y="42"/>
                  <a:pt x="450" y="42"/>
                  <a:pt x="452" y="42"/>
                </a:cubicBezTo>
                <a:close/>
                <a:moveTo>
                  <a:pt x="452" y="72"/>
                </a:moveTo>
                <a:cubicBezTo>
                  <a:pt x="452" y="110"/>
                  <a:pt x="452" y="110"/>
                  <a:pt x="452" y="110"/>
                </a:cubicBezTo>
                <a:cubicBezTo>
                  <a:pt x="451" y="111"/>
                  <a:pt x="449" y="112"/>
                  <a:pt x="447" y="113"/>
                </a:cubicBezTo>
                <a:cubicBezTo>
                  <a:pt x="447" y="114"/>
                  <a:pt x="448" y="114"/>
                  <a:pt x="448" y="114"/>
                </a:cubicBezTo>
                <a:cubicBezTo>
                  <a:pt x="449" y="114"/>
                  <a:pt x="451" y="114"/>
                  <a:pt x="452" y="114"/>
                </a:cubicBezTo>
                <a:cubicBezTo>
                  <a:pt x="452" y="125"/>
                  <a:pt x="452" y="125"/>
                  <a:pt x="452" y="125"/>
                </a:cubicBezTo>
                <a:cubicBezTo>
                  <a:pt x="450" y="125"/>
                  <a:pt x="448" y="125"/>
                  <a:pt x="446" y="125"/>
                </a:cubicBezTo>
                <a:cubicBezTo>
                  <a:pt x="446" y="73"/>
                  <a:pt x="446" y="73"/>
                  <a:pt x="446" y="73"/>
                </a:cubicBezTo>
                <a:cubicBezTo>
                  <a:pt x="448" y="73"/>
                  <a:pt x="450" y="73"/>
                  <a:pt x="451" y="73"/>
                </a:cubicBezTo>
                <a:cubicBezTo>
                  <a:pt x="452" y="72"/>
                  <a:pt x="452" y="72"/>
                  <a:pt x="452" y="72"/>
                </a:cubicBezTo>
                <a:close/>
                <a:moveTo>
                  <a:pt x="452" y="128"/>
                </a:moveTo>
                <a:cubicBezTo>
                  <a:pt x="452" y="155"/>
                  <a:pt x="452" y="155"/>
                  <a:pt x="452" y="155"/>
                </a:cubicBezTo>
                <a:cubicBezTo>
                  <a:pt x="452" y="156"/>
                  <a:pt x="452" y="156"/>
                  <a:pt x="451" y="156"/>
                </a:cubicBezTo>
                <a:cubicBezTo>
                  <a:pt x="450" y="155"/>
                  <a:pt x="450" y="155"/>
                  <a:pt x="449" y="154"/>
                </a:cubicBezTo>
                <a:cubicBezTo>
                  <a:pt x="449" y="150"/>
                  <a:pt x="449" y="145"/>
                  <a:pt x="449" y="140"/>
                </a:cubicBezTo>
                <a:cubicBezTo>
                  <a:pt x="448" y="139"/>
                  <a:pt x="447" y="139"/>
                  <a:pt x="446" y="139"/>
                </a:cubicBezTo>
                <a:cubicBezTo>
                  <a:pt x="446" y="127"/>
                  <a:pt x="446" y="127"/>
                  <a:pt x="446" y="127"/>
                </a:cubicBezTo>
                <a:cubicBezTo>
                  <a:pt x="448" y="127"/>
                  <a:pt x="450" y="128"/>
                  <a:pt x="452" y="128"/>
                </a:cubicBezTo>
                <a:close/>
                <a:moveTo>
                  <a:pt x="452" y="170"/>
                </a:moveTo>
                <a:cubicBezTo>
                  <a:pt x="452" y="199"/>
                  <a:pt x="452" y="199"/>
                  <a:pt x="452" y="199"/>
                </a:cubicBezTo>
                <a:cubicBezTo>
                  <a:pt x="450" y="198"/>
                  <a:pt x="448" y="198"/>
                  <a:pt x="446" y="197"/>
                </a:cubicBezTo>
                <a:cubicBezTo>
                  <a:pt x="446" y="193"/>
                  <a:pt x="446" y="193"/>
                  <a:pt x="446" y="193"/>
                </a:cubicBezTo>
                <a:cubicBezTo>
                  <a:pt x="450" y="193"/>
                  <a:pt x="450" y="193"/>
                  <a:pt x="450" y="193"/>
                </a:cubicBezTo>
                <a:cubicBezTo>
                  <a:pt x="448" y="186"/>
                  <a:pt x="448" y="182"/>
                  <a:pt x="446" y="178"/>
                </a:cubicBezTo>
                <a:cubicBezTo>
                  <a:pt x="446" y="168"/>
                  <a:pt x="446" y="168"/>
                  <a:pt x="446" y="168"/>
                </a:cubicBezTo>
                <a:cubicBezTo>
                  <a:pt x="448" y="169"/>
                  <a:pt x="450" y="169"/>
                  <a:pt x="452" y="170"/>
                </a:cubicBezTo>
                <a:close/>
                <a:moveTo>
                  <a:pt x="452" y="224"/>
                </a:moveTo>
                <a:cubicBezTo>
                  <a:pt x="452" y="234"/>
                  <a:pt x="452" y="234"/>
                  <a:pt x="452" y="234"/>
                </a:cubicBezTo>
                <a:cubicBezTo>
                  <a:pt x="450" y="234"/>
                  <a:pt x="448" y="234"/>
                  <a:pt x="446" y="235"/>
                </a:cubicBezTo>
                <a:cubicBezTo>
                  <a:pt x="446" y="224"/>
                  <a:pt x="446" y="224"/>
                  <a:pt x="446" y="224"/>
                </a:cubicBezTo>
                <a:cubicBezTo>
                  <a:pt x="448" y="224"/>
                  <a:pt x="450" y="224"/>
                  <a:pt x="452" y="224"/>
                </a:cubicBezTo>
                <a:close/>
                <a:moveTo>
                  <a:pt x="452" y="244"/>
                </a:moveTo>
                <a:cubicBezTo>
                  <a:pt x="452" y="254"/>
                  <a:pt x="452" y="254"/>
                  <a:pt x="452" y="254"/>
                </a:cubicBezTo>
                <a:cubicBezTo>
                  <a:pt x="450" y="254"/>
                  <a:pt x="448" y="254"/>
                  <a:pt x="446" y="254"/>
                </a:cubicBezTo>
                <a:cubicBezTo>
                  <a:pt x="446" y="241"/>
                  <a:pt x="446" y="241"/>
                  <a:pt x="446" y="241"/>
                </a:cubicBezTo>
                <a:cubicBezTo>
                  <a:pt x="447" y="243"/>
                  <a:pt x="450" y="243"/>
                  <a:pt x="452" y="244"/>
                </a:cubicBezTo>
                <a:close/>
                <a:moveTo>
                  <a:pt x="452" y="262"/>
                </a:moveTo>
                <a:cubicBezTo>
                  <a:pt x="452" y="270"/>
                  <a:pt x="452" y="270"/>
                  <a:pt x="452" y="270"/>
                </a:cubicBezTo>
                <a:cubicBezTo>
                  <a:pt x="450" y="270"/>
                  <a:pt x="448" y="269"/>
                  <a:pt x="446" y="269"/>
                </a:cubicBezTo>
                <a:cubicBezTo>
                  <a:pt x="446" y="259"/>
                  <a:pt x="446" y="259"/>
                  <a:pt x="446" y="259"/>
                </a:cubicBezTo>
                <a:cubicBezTo>
                  <a:pt x="448" y="260"/>
                  <a:pt x="450" y="261"/>
                  <a:pt x="452" y="262"/>
                </a:cubicBezTo>
                <a:close/>
                <a:moveTo>
                  <a:pt x="452" y="283"/>
                </a:moveTo>
                <a:cubicBezTo>
                  <a:pt x="452" y="293"/>
                  <a:pt x="452" y="293"/>
                  <a:pt x="452" y="293"/>
                </a:cubicBezTo>
                <a:cubicBezTo>
                  <a:pt x="450" y="292"/>
                  <a:pt x="448" y="291"/>
                  <a:pt x="446" y="291"/>
                </a:cubicBezTo>
                <a:cubicBezTo>
                  <a:pt x="446" y="281"/>
                  <a:pt x="446" y="281"/>
                  <a:pt x="446" y="281"/>
                </a:cubicBezTo>
                <a:cubicBezTo>
                  <a:pt x="448" y="282"/>
                  <a:pt x="450" y="283"/>
                  <a:pt x="452" y="283"/>
                </a:cubicBezTo>
                <a:close/>
                <a:moveTo>
                  <a:pt x="452" y="308"/>
                </a:moveTo>
                <a:cubicBezTo>
                  <a:pt x="452" y="331"/>
                  <a:pt x="452" y="331"/>
                  <a:pt x="452" y="331"/>
                </a:cubicBezTo>
                <a:cubicBezTo>
                  <a:pt x="452" y="330"/>
                  <a:pt x="451" y="329"/>
                  <a:pt x="450" y="328"/>
                </a:cubicBezTo>
                <a:cubicBezTo>
                  <a:pt x="446" y="326"/>
                  <a:pt x="446" y="326"/>
                  <a:pt x="446" y="326"/>
                </a:cubicBezTo>
                <a:cubicBezTo>
                  <a:pt x="446" y="323"/>
                  <a:pt x="446" y="323"/>
                  <a:pt x="446" y="323"/>
                </a:cubicBezTo>
                <a:cubicBezTo>
                  <a:pt x="446" y="322"/>
                  <a:pt x="447" y="322"/>
                  <a:pt x="448" y="322"/>
                </a:cubicBezTo>
                <a:cubicBezTo>
                  <a:pt x="448" y="318"/>
                  <a:pt x="448" y="314"/>
                  <a:pt x="448" y="310"/>
                </a:cubicBezTo>
                <a:cubicBezTo>
                  <a:pt x="447" y="309"/>
                  <a:pt x="446" y="309"/>
                  <a:pt x="446" y="309"/>
                </a:cubicBezTo>
                <a:cubicBezTo>
                  <a:pt x="446" y="304"/>
                  <a:pt x="446" y="304"/>
                  <a:pt x="446" y="304"/>
                </a:cubicBezTo>
                <a:cubicBezTo>
                  <a:pt x="448" y="305"/>
                  <a:pt x="450" y="307"/>
                  <a:pt x="452" y="308"/>
                </a:cubicBezTo>
                <a:close/>
                <a:moveTo>
                  <a:pt x="452" y="379"/>
                </a:moveTo>
                <a:cubicBezTo>
                  <a:pt x="452" y="390"/>
                  <a:pt x="452" y="390"/>
                  <a:pt x="452" y="390"/>
                </a:cubicBezTo>
                <a:cubicBezTo>
                  <a:pt x="446" y="396"/>
                  <a:pt x="446" y="396"/>
                  <a:pt x="446" y="396"/>
                </a:cubicBezTo>
                <a:cubicBezTo>
                  <a:pt x="446" y="379"/>
                  <a:pt x="446" y="379"/>
                  <a:pt x="446" y="379"/>
                </a:cubicBezTo>
                <a:cubicBezTo>
                  <a:pt x="452" y="379"/>
                  <a:pt x="452" y="379"/>
                  <a:pt x="452" y="379"/>
                </a:cubicBezTo>
                <a:close/>
                <a:moveTo>
                  <a:pt x="452" y="474"/>
                </a:moveTo>
                <a:cubicBezTo>
                  <a:pt x="452" y="480"/>
                  <a:pt x="452" y="480"/>
                  <a:pt x="452" y="480"/>
                </a:cubicBezTo>
                <a:cubicBezTo>
                  <a:pt x="451" y="480"/>
                  <a:pt x="449" y="480"/>
                  <a:pt x="447" y="480"/>
                </a:cubicBezTo>
                <a:cubicBezTo>
                  <a:pt x="447" y="481"/>
                  <a:pt x="447" y="482"/>
                  <a:pt x="447" y="483"/>
                </a:cubicBezTo>
                <a:cubicBezTo>
                  <a:pt x="448" y="484"/>
                  <a:pt x="450" y="485"/>
                  <a:pt x="452" y="486"/>
                </a:cubicBezTo>
                <a:cubicBezTo>
                  <a:pt x="452" y="490"/>
                  <a:pt x="452" y="490"/>
                  <a:pt x="452" y="490"/>
                </a:cubicBezTo>
                <a:cubicBezTo>
                  <a:pt x="450" y="488"/>
                  <a:pt x="448" y="487"/>
                  <a:pt x="446" y="487"/>
                </a:cubicBezTo>
                <a:cubicBezTo>
                  <a:pt x="446" y="479"/>
                  <a:pt x="446" y="479"/>
                  <a:pt x="446" y="479"/>
                </a:cubicBezTo>
                <a:cubicBezTo>
                  <a:pt x="448" y="478"/>
                  <a:pt x="451" y="476"/>
                  <a:pt x="452" y="474"/>
                </a:cubicBezTo>
                <a:close/>
                <a:moveTo>
                  <a:pt x="452" y="491"/>
                </a:moveTo>
                <a:cubicBezTo>
                  <a:pt x="452" y="495"/>
                  <a:pt x="452" y="495"/>
                  <a:pt x="452" y="495"/>
                </a:cubicBezTo>
                <a:cubicBezTo>
                  <a:pt x="450" y="496"/>
                  <a:pt x="448" y="497"/>
                  <a:pt x="446" y="499"/>
                </a:cubicBezTo>
                <a:cubicBezTo>
                  <a:pt x="446" y="493"/>
                  <a:pt x="446" y="493"/>
                  <a:pt x="446" y="493"/>
                </a:cubicBezTo>
                <a:cubicBezTo>
                  <a:pt x="448" y="493"/>
                  <a:pt x="450" y="493"/>
                  <a:pt x="452" y="491"/>
                </a:cubicBezTo>
                <a:close/>
                <a:moveTo>
                  <a:pt x="452" y="511"/>
                </a:moveTo>
                <a:cubicBezTo>
                  <a:pt x="452" y="523"/>
                  <a:pt x="452" y="523"/>
                  <a:pt x="452" y="523"/>
                </a:cubicBezTo>
                <a:cubicBezTo>
                  <a:pt x="450" y="522"/>
                  <a:pt x="448" y="521"/>
                  <a:pt x="446" y="521"/>
                </a:cubicBezTo>
                <a:cubicBezTo>
                  <a:pt x="446" y="511"/>
                  <a:pt x="446" y="511"/>
                  <a:pt x="446" y="511"/>
                </a:cubicBezTo>
                <a:cubicBezTo>
                  <a:pt x="448" y="511"/>
                  <a:pt x="450" y="511"/>
                  <a:pt x="452" y="511"/>
                </a:cubicBezTo>
                <a:close/>
                <a:moveTo>
                  <a:pt x="452" y="535"/>
                </a:moveTo>
                <a:cubicBezTo>
                  <a:pt x="452" y="544"/>
                  <a:pt x="452" y="544"/>
                  <a:pt x="452" y="544"/>
                </a:cubicBezTo>
                <a:cubicBezTo>
                  <a:pt x="450" y="546"/>
                  <a:pt x="448" y="547"/>
                  <a:pt x="446" y="548"/>
                </a:cubicBezTo>
                <a:cubicBezTo>
                  <a:pt x="446" y="539"/>
                  <a:pt x="446" y="539"/>
                  <a:pt x="446" y="539"/>
                </a:cubicBezTo>
                <a:cubicBezTo>
                  <a:pt x="446" y="539"/>
                  <a:pt x="446" y="538"/>
                  <a:pt x="447" y="537"/>
                </a:cubicBezTo>
                <a:cubicBezTo>
                  <a:pt x="448" y="537"/>
                  <a:pt x="450" y="536"/>
                  <a:pt x="452" y="535"/>
                </a:cubicBezTo>
                <a:close/>
                <a:moveTo>
                  <a:pt x="452" y="550"/>
                </a:moveTo>
                <a:cubicBezTo>
                  <a:pt x="452" y="559"/>
                  <a:pt x="452" y="559"/>
                  <a:pt x="452" y="559"/>
                </a:cubicBezTo>
                <a:cubicBezTo>
                  <a:pt x="450" y="560"/>
                  <a:pt x="448" y="560"/>
                  <a:pt x="447" y="561"/>
                </a:cubicBezTo>
                <a:cubicBezTo>
                  <a:pt x="446" y="563"/>
                  <a:pt x="446" y="565"/>
                  <a:pt x="446" y="567"/>
                </a:cubicBezTo>
                <a:cubicBezTo>
                  <a:pt x="446" y="553"/>
                  <a:pt x="446" y="553"/>
                  <a:pt x="446" y="553"/>
                </a:cubicBezTo>
                <a:cubicBezTo>
                  <a:pt x="448" y="552"/>
                  <a:pt x="450" y="552"/>
                  <a:pt x="452" y="550"/>
                </a:cubicBezTo>
                <a:close/>
                <a:moveTo>
                  <a:pt x="452" y="563"/>
                </a:moveTo>
                <a:cubicBezTo>
                  <a:pt x="450" y="565"/>
                  <a:pt x="448" y="566"/>
                  <a:pt x="446" y="567"/>
                </a:cubicBezTo>
                <a:cubicBezTo>
                  <a:pt x="446" y="588"/>
                  <a:pt x="446" y="588"/>
                  <a:pt x="446" y="588"/>
                </a:cubicBezTo>
                <a:cubicBezTo>
                  <a:pt x="446" y="589"/>
                  <a:pt x="447" y="590"/>
                  <a:pt x="448" y="590"/>
                </a:cubicBezTo>
                <a:cubicBezTo>
                  <a:pt x="450" y="590"/>
                  <a:pt x="451" y="589"/>
                  <a:pt x="452" y="589"/>
                </a:cubicBezTo>
                <a:cubicBezTo>
                  <a:pt x="452" y="579"/>
                  <a:pt x="452" y="579"/>
                  <a:pt x="452" y="579"/>
                </a:cubicBezTo>
                <a:cubicBezTo>
                  <a:pt x="452" y="579"/>
                  <a:pt x="451" y="579"/>
                  <a:pt x="450" y="579"/>
                </a:cubicBezTo>
                <a:cubicBezTo>
                  <a:pt x="450" y="578"/>
                  <a:pt x="450" y="576"/>
                  <a:pt x="450" y="574"/>
                </a:cubicBezTo>
                <a:cubicBezTo>
                  <a:pt x="451" y="574"/>
                  <a:pt x="451" y="574"/>
                  <a:pt x="452" y="573"/>
                </a:cubicBezTo>
                <a:cubicBezTo>
                  <a:pt x="452" y="563"/>
                  <a:pt x="452" y="563"/>
                  <a:pt x="452" y="563"/>
                </a:cubicBezTo>
                <a:close/>
                <a:moveTo>
                  <a:pt x="452" y="605"/>
                </a:moveTo>
                <a:cubicBezTo>
                  <a:pt x="452" y="616"/>
                  <a:pt x="452" y="616"/>
                  <a:pt x="452" y="616"/>
                </a:cubicBezTo>
                <a:cubicBezTo>
                  <a:pt x="450" y="614"/>
                  <a:pt x="448" y="613"/>
                  <a:pt x="446" y="613"/>
                </a:cubicBezTo>
                <a:cubicBezTo>
                  <a:pt x="446" y="606"/>
                  <a:pt x="446" y="606"/>
                  <a:pt x="446" y="606"/>
                </a:cubicBezTo>
                <a:cubicBezTo>
                  <a:pt x="448" y="606"/>
                  <a:pt x="450" y="605"/>
                  <a:pt x="452" y="605"/>
                </a:cubicBezTo>
                <a:close/>
                <a:moveTo>
                  <a:pt x="452" y="627"/>
                </a:moveTo>
                <a:cubicBezTo>
                  <a:pt x="452" y="632"/>
                  <a:pt x="452" y="632"/>
                  <a:pt x="452" y="632"/>
                </a:cubicBezTo>
                <a:cubicBezTo>
                  <a:pt x="451" y="633"/>
                  <a:pt x="449" y="633"/>
                  <a:pt x="448" y="633"/>
                </a:cubicBezTo>
                <a:cubicBezTo>
                  <a:pt x="447" y="633"/>
                  <a:pt x="446" y="633"/>
                  <a:pt x="446" y="634"/>
                </a:cubicBezTo>
                <a:cubicBezTo>
                  <a:pt x="446" y="624"/>
                  <a:pt x="446" y="624"/>
                  <a:pt x="446" y="624"/>
                </a:cubicBezTo>
                <a:cubicBezTo>
                  <a:pt x="447" y="626"/>
                  <a:pt x="448" y="627"/>
                  <a:pt x="450" y="628"/>
                </a:cubicBezTo>
                <a:cubicBezTo>
                  <a:pt x="452" y="627"/>
                  <a:pt x="452" y="627"/>
                  <a:pt x="452" y="627"/>
                </a:cubicBezTo>
                <a:close/>
                <a:moveTo>
                  <a:pt x="452" y="666"/>
                </a:moveTo>
                <a:cubicBezTo>
                  <a:pt x="452" y="688"/>
                  <a:pt x="452" y="688"/>
                  <a:pt x="452" y="688"/>
                </a:cubicBezTo>
                <a:cubicBezTo>
                  <a:pt x="451" y="680"/>
                  <a:pt x="450" y="680"/>
                  <a:pt x="450" y="679"/>
                </a:cubicBezTo>
                <a:cubicBezTo>
                  <a:pt x="448" y="681"/>
                  <a:pt x="447" y="683"/>
                  <a:pt x="446" y="684"/>
                </a:cubicBezTo>
                <a:cubicBezTo>
                  <a:pt x="446" y="672"/>
                  <a:pt x="446" y="672"/>
                  <a:pt x="446" y="672"/>
                </a:cubicBezTo>
                <a:cubicBezTo>
                  <a:pt x="448" y="669"/>
                  <a:pt x="449" y="668"/>
                  <a:pt x="449" y="667"/>
                </a:cubicBezTo>
                <a:cubicBezTo>
                  <a:pt x="450" y="667"/>
                  <a:pt x="451" y="666"/>
                  <a:pt x="452" y="666"/>
                </a:cubicBezTo>
                <a:close/>
                <a:moveTo>
                  <a:pt x="452" y="745"/>
                </a:moveTo>
                <a:cubicBezTo>
                  <a:pt x="452" y="757"/>
                  <a:pt x="452" y="757"/>
                  <a:pt x="452" y="757"/>
                </a:cubicBezTo>
                <a:cubicBezTo>
                  <a:pt x="449" y="754"/>
                  <a:pt x="449" y="754"/>
                  <a:pt x="449" y="754"/>
                </a:cubicBezTo>
                <a:cubicBezTo>
                  <a:pt x="446" y="754"/>
                  <a:pt x="446" y="754"/>
                  <a:pt x="446" y="754"/>
                </a:cubicBezTo>
                <a:cubicBezTo>
                  <a:pt x="446" y="745"/>
                  <a:pt x="446" y="745"/>
                  <a:pt x="446" y="745"/>
                </a:cubicBezTo>
                <a:cubicBezTo>
                  <a:pt x="452" y="745"/>
                  <a:pt x="452" y="745"/>
                  <a:pt x="452" y="745"/>
                </a:cubicBezTo>
                <a:close/>
                <a:moveTo>
                  <a:pt x="446" y="535"/>
                </a:moveTo>
                <a:cubicBezTo>
                  <a:pt x="446" y="526"/>
                  <a:pt x="446" y="526"/>
                  <a:pt x="446" y="526"/>
                </a:cubicBezTo>
                <a:cubicBezTo>
                  <a:pt x="447" y="526"/>
                  <a:pt x="447" y="526"/>
                  <a:pt x="447" y="526"/>
                </a:cubicBezTo>
                <a:cubicBezTo>
                  <a:pt x="450" y="529"/>
                  <a:pt x="449" y="529"/>
                  <a:pt x="450" y="533"/>
                </a:cubicBezTo>
                <a:cubicBezTo>
                  <a:pt x="448" y="535"/>
                  <a:pt x="448" y="535"/>
                  <a:pt x="446" y="535"/>
                </a:cubicBezTo>
                <a:close/>
                <a:moveTo>
                  <a:pt x="439" y="3"/>
                </a:moveTo>
                <a:cubicBezTo>
                  <a:pt x="441" y="3"/>
                  <a:pt x="443" y="4"/>
                  <a:pt x="446" y="4"/>
                </a:cubicBezTo>
                <a:cubicBezTo>
                  <a:pt x="446" y="17"/>
                  <a:pt x="446" y="17"/>
                  <a:pt x="446" y="17"/>
                </a:cubicBezTo>
                <a:cubicBezTo>
                  <a:pt x="444" y="14"/>
                  <a:pt x="442" y="13"/>
                  <a:pt x="439" y="12"/>
                </a:cubicBezTo>
                <a:cubicBezTo>
                  <a:pt x="439" y="3"/>
                  <a:pt x="439" y="3"/>
                  <a:pt x="439" y="3"/>
                </a:cubicBezTo>
                <a:close/>
                <a:moveTo>
                  <a:pt x="446" y="790"/>
                </a:moveTo>
                <a:cubicBezTo>
                  <a:pt x="443" y="790"/>
                  <a:pt x="441" y="791"/>
                  <a:pt x="439" y="791"/>
                </a:cubicBezTo>
                <a:cubicBezTo>
                  <a:pt x="439" y="783"/>
                  <a:pt x="439" y="783"/>
                  <a:pt x="439" y="783"/>
                </a:cubicBezTo>
                <a:cubicBezTo>
                  <a:pt x="439" y="769"/>
                  <a:pt x="439" y="769"/>
                  <a:pt x="439" y="769"/>
                </a:cubicBezTo>
                <a:cubicBezTo>
                  <a:pt x="441" y="772"/>
                  <a:pt x="443" y="774"/>
                  <a:pt x="446" y="776"/>
                </a:cubicBezTo>
                <a:cubicBezTo>
                  <a:pt x="446" y="790"/>
                  <a:pt x="446" y="790"/>
                  <a:pt x="446" y="790"/>
                </a:cubicBezTo>
                <a:close/>
                <a:moveTo>
                  <a:pt x="446" y="43"/>
                </a:moveTo>
                <a:cubicBezTo>
                  <a:pt x="446" y="50"/>
                  <a:pt x="446" y="50"/>
                  <a:pt x="446" y="50"/>
                </a:cubicBezTo>
                <a:cubicBezTo>
                  <a:pt x="443" y="50"/>
                  <a:pt x="441" y="49"/>
                  <a:pt x="439" y="48"/>
                </a:cubicBezTo>
                <a:cubicBezTo>
                  <a:pt x="439" y="39"/>
                  <a:pt x="439" y="39"/>
                  <a:pt x="439" y="39"/>
                </a:cubicBezTo>
                <a:cubicBezTo>
                  <a:pt x="441" y="40"/>
                  <a:pt x="443" y="42"/>
                  <a:pt x="446" y="43"/>
                </a:cubicBezTo>
                <a:cubicBezTo>
                  <a:pt x="446" y="43"/>
                  <a:pt x="446" y="43"/>
                  <a:pt x="446" y="43"/>
                </a:cubicBezTo>
                <a:close/>
                <a:moveTo>
                  <a:pt x="446" y="73"/>
                </a:moveTo>
                <a:cubicBezTo>
                  <a:pt x="446" y="125"/>
                  <a:pt x="446" y="125"/>
                  <a:pt x="446" y="125"/>
                </a:cubicBezTo>
                <a:cubicBezTo>
                  <a:pt x="444" y="125"/>
                  <a:pt x="441" y="124"/>
                  <a:pt x="439" y="124"/>
                </a:cubicBezTo>
                <a:cubicBezTo>
                  <a:pt x="439" y="99"/>
                  <a:pt x="439" y="99"/>
                  <a:pt x="439" y="99"/>
                </a:cubicBezTo>
                <a:cubicBezTo>
                  <a:pt x="440" y="98"/>
                  <a:pt x="441" y="98"/>
                  <a:pt x="442" y="98"/>
                </a:cubicBezTo>
                <a:cubicBezTo>
                  <a:pt x="442" y="97"/>
                  <a:pt x="443" y="97"/>
                  <a:pt x="443" y="96"/>
                </a:cubicBezTo>
                <a:cubicBezTo>
                  <a:pt x="439" y="96"/>
                  <a:pt x="439" y="96"/>
                  <a:pt x="439" y="96"/>
                </a:cubicBezTo>
                <a:cubicBezTo>
                  <a:pt x="439" y="87"/>
                  <a:pt x="439" y="87"/>
                  <a:pt x="439" y="87"/>
                </a:cubicBezTo>
                <a:cubicBezTo>
                  <a:pt x="440" y="86"/>
                  <a:pt x="441" y="86"/>
                  <a:pt x="442" y="86"/>
                </a:cubicBezTo>
                <a:cubicBezTo>
                  <a:pt x="439" y="85"/>
                  <a:pt x="439" y="85"/>
                  <a:pt x="439" y="85"/>
                </a:cubicBezTo>
                <a:cubicBezTo>
                  <a:pt x="439" y="73"/>
                  <a:pt x="439" y="73"/>
                  <a:pt x="439" y="73"/>
                </a:cubicBezTo>
                <a:cubicBezTo>
                  <a:pt x="441" y="73"/>
                  <a:pt x="443" y="73"/>
                  <a:pt x="446" y="73"/>
                </a:cubicBezTo>
                <a:close/>
                <a:moveTo>
                  <a:pt x="446" y="127"/>
                </a:moveTo>
                <a:cubicBezTo>
                  <a:pt x="446" y="139"/>
                  <a:pt x="446" y="139"/>
                  <a:pt x="446" y="139"/>
                </a:cubicBezTo>
                <a:cubicBezTo>
                  <a:pt x="444" y="139"/>
                  <a:pt x="441" y="138"/>
                  <a:pt x="439" y="138"/>
                </a:cubicBezTo>
                <a:cubicBezTo>
                  <a:pt x="439" y="126"/>
                  <a:pt x="439" y="126"/>
                  <a:pt x="439" y="126"/>
                </a:cubicBezTo>
                <a:cubicBezTo>
                  <a:pt x="441" y="126"/>
                  <a:pt x="444" y="127"/>
                  <a:pt x="446" y="127"/>
                </a:cubicBezTo>
                <a:close/>
                <a:moveTo>
                  <a:pt x="446" y="168"/>
                </a:moveTo>
                <a:cubicBezTo>
                  <a:pt x="446" y="178"/>
                  <a:pt x="446" y="178"/>
                  <a:pt x="446" y="178"/>
                </a:cubicBezTo>
                <a:cubicBezTo>
                  <a:pt x="444" y="177"/>
                  <a:pt x="442" y="175"/>
                  <a:pt x="439" y="174"/>
                </a:cubicBezTo>
                <a:cubicBezTo>
                  <a:pt x="439" y="167"/>
                  <a:pt x="439" y="167"/>
                  <a:pt x="439" y="167"/>
                </a:cubicBezTo>
                <a:cubicBezTo>
                  <a:pt x="441" y="167"/>
                  <a:pt x="444" y="168"/>
                  <a:pt x="446" y="168"/>
                </a:cubicBezTo>
                <a:close/>
                <a:moveTo>
                  <a:pt x="446" y="193"/>
                </a:moveTo>
                <a:cubicBezTo>
                  <a:pt x="446" y="197"/>
                  <a:pt x="446" y="197"/>
                  <a:pt x="446" y="197"/>
                </a:cubicBezTo>
                <a:cubicBezTo>
                  <a:pt x="443" y="197"/>
                  <a:pt x="441" y="196"/>
                  <a:pt x="439" y="196"/>
                </a:cubicBezTo>
                <a:cubicBezTo>
                  <a:pt x="439" y="189"/>
                  <a:pt x="439" y="189"/>
                  <a:pt x="439" y="189"/>
                </a:cubicBezTo>
                <a:cubicBezTo>
                  <a:pt x="441" y="191"/>
                  <a:pt x="442" y="192"/>
                  <a:pt x="444" y="193"/>
                </a:cubicBezTo>
                <a:cubicBezTo>
                  <a:pt x="446" y="193"/>
                  <a:pt x="446" y="193"/>
                  <a:pt x="446" y="193"/>
                </a:cubicBezTo>
                <a:close/>
                <a:moveTo>
                  <a:pt x="446" y="224"/>
                </a:moveTo>
                <a:cubicBezTo>
                  <a:pt x="446" y="235"/>
                  <a:pt x="446" y="235"/>
                  <a:pt x="446" y="235"/>
                </a:cubicBezTo>
                <a:cubicBezTo>
                  <a:pt x="444" y="235"/>
                  <a:pt x="443" y="236"/>
                  <a:pt x="442" y="237"/>
                </a:cubicBezTo>
                <a:cubicBezTo>
                  <a:pt x="442" y="239"/>
                  <a:pt x="443" y="240"/>
                  <a:pt x="446" y="241"/>
                </a:cubicBezTo>
                <a:cubicBezTo>
                  <a:pt x="446" y="254"/>
                  <a:pt x="446" y="254"/>
                  <a:pt x="446" y="254"/>
                </a:cubicBezTo>
                <a:cubicBezTo>
                  <a:pt x="444" y="253"/>
                  <a:pt x="442" y="253"/>
                  <a:pt x="439" y="253"/>
                </a:cubicBezTo>
                <a:cubicBezTo>
                  <a:pt x="439" y="224"/>
                  <a:pt x="439" y="224"/>
                  <a:pt x="439" y="224"/>
                </a:cubicBezTo>
                <a:cubicBezTo>
                  <a:pt x="441" y="224"/>
                  <a:pt x="443" y="224"/>
                  <a:pt x="446" y="224"/>
                </a:cubicBezTo>
                <a:close/>
                <a:moveTo>
                  <a:pt x="446" y="259"/>
                </a:moveTo>
                <a:cubicBezTo>
                  <a:pt x="446" y="269"/>
                  <a:pt x="446" y="269"/>
                  <a:pt x="446" y="269"/>
                </a:cubicBezTo>
                <a:cubicBezTo>
                  <a:pt x="444" y="269"/>
                  <a:pt x="441" y="269"/>
                  <a:pt x="439" y="268"/>
                </a:cubicBezTo>
                <a:cubicBezTo>
                  <a:pt x="439" y="257"/>
                  <a:pt x="439" y="257"/>
                  <a:pt x="439" y="257"/>
                </a:cubicBezTo>
                <a:cubicBezTo>
                  <a:pt x="441" y="258"/>
                  <a:pt x="443" y="259"/>
                  <a:pt x="446" y="259"/>
                </a:cubicBezTo>
                <a:close/>
                <a:moveTo>
                  <a:pt x="446" y="281"/>
                </a:moveTo>
                <a:cubicBezTo>
                  <a:pt x="446" y="291"/>
                  <a:pt x="446" y="291"/>
                  <a:pt x="446" y="291"/>
                </a:cubicBezTo>
                <a:cubicBezTo>
                  <a:pt x="444" y="290"/>
                  <a:pt x="442" y="290"/>
                  <a:pt x="439" y="289"/>
                </a:cubicBezTo>
                <a:cubicBezTo>
                  <a:pt x="439" y="277"/>
                  <a:pt x="439" y="277"/>
                  <a:pt x="439" y="277"/>
                </a:cubicBezTo>
                <a:cubicBezTo>
                  <a:pt x="441" y="279"/>
                  <a:pt x="443" y="280"/>
                  <a:pt x="446" y="281"/>
                </a:cubicBezTo>
                <a:close/>
                <a:moveTo>
                  <a:pt x="446" y="304"/>
                </a:moveTo>
                <a:cubicBezTo>
                  <a:pt x="446" y="309"/>
                  <a:pt x="446" y="309"/>
                  <a:pt x="446" y="309"/>
                </a:cubicBezTo>
                <a:cubicBezTo>
                  <a:pt x="444" y="308"/>
                  <a:pt x="443" y="308"/>
                  <a:pt x="442" y="307"/>
                </a:cubicBezTo>
                <a:cubicBezTo>
                  <a:pt x="442" y="314"/>
                  <a:pt x="442" y="317"/>
                  <a:pt x="446" y="323"/>
                </a:cubicBezTo>
                <a:cubicBezTo>
                  <a:pt x="446" y="323"/>
                  <a:pt x="446" y="323"/>
                  <a:pt x="446" y="323"/>
                </a:cubicBezTo>
                <a:cubicBezTo>
                  <a:pt x="446" y="326"/>
                  <a:pt x="446" y="326"/>
                  <a:pt x="446" y="326"/>
                </a:cubicBezTo>
                <a:cubicBezTo>
                  <a:pt x="441" y="324"/>
                  <a:pt x="441" y="324"/>
                  <a:pt x="441" y="324"/>
                </a:cubicBezTo>
                <a:cubicBezTo>
                  <a:pt x="441" y="323"/>
                  <a:pt x="441" y="322"/>
                  <a:pt x="441" y="321"/>
                </a:cubicBezTo>
                <a:cubicBezTo>
                  <a:pt x="440" y="321"/>
                  <a:pt x="440" y="321"/>
                  <a:pt x="439" y="321"/>
                </a:cubicBezTo>
                <a:cubicBezTo>
                  <a:pt x="439" y="302"/>
                  <a:pt x="439" y="302"/>
                  <a:pt x="439" y="302"/>
                </a:cubicBezTo>
                <a:cubicBezTo>
                  <a:pt x="441" y="302"/>
                  <a:pt x="444" y="303"/>
                  <a:pt x="446" y="304"/>
                </a:cubicBezTo>
                <a:close/>
                <a:moveTo>
                  <a:pt x="446" y="379"/>
                </a:moveTo>
                <a:cubicBezTo>
                  <a:pt x="446" y="396"/>
                  <a:pt x="446" y="396"/>
                  <a:pt x="446" y="396"/>
                </a:cubicBezTo>
                <a:cubicBezTo>
                  <a:pt x="439" y="400"/>
                  <a:pt x="439" y="400"/>
                  <a:pt x="439" y="400"/>
                </a:cubicBezTo>
                <a:cubicBezTo>
                  <a:pt x="439" y="379"/>
                  <a:pt x="439" y="379"/>
                  <a:pt x="439" y="379"/>
                </a:cubicBezTo>
                <a:cubicBezTo>
                  <a:pt x="446" y="379"/>
                  <a:pt x="446" y="379"/>
                  <a:pt x="446" y="379"/>
                </a:cubicBezTo>
                <a:close/>
                <a:moveTo>
                  <a:pt x="446" y="479"/>
                </a:moveTo>
                <a:cubicBezTo>
                  <a:pt x="446" y="487"/>
                  <a:pt x="446" y="487"/>
                  <a:pt x="446" y="487"/>
                </a:cubicBezTo>
                <a:cubicBezTo>
                  <a:pt x="444" y="487"/>
                  <a:pt x="442" y="486"/>
                  <a:pt x="439" y="486"/>
                </a:cubicBezTo>
                <a:cubicBezTo>
                  <a:pt x="439" y="482"/>
                  <a:pt x="439" y="482"/>
                  <a:pt x="439" y="482"/>
                </a:cubicBezTo>
                <a:cubicBezTo>
                  <a:pt x="442" y="482"/>
                  <a:pt x="444" y="480"/>
                  <a:pt x="446" y="479"/>
                </a:cubicBezTo>
                <a:close/>
                <a:moveTo>
                  <a:pt x="446" y="493"/>
                </a:moveTo>
                <a:cubicBezTo>
                  <a:pt x="446" y="499"/>
                  <a:pt x="446" y="499"/>
                  <a:pt x="446" y="499"/>
                </a:cubicBezTo>
                <a:cubicBezTo>
                  <a:pt x="444" y="499"/>
                  <a:pt x="441" y="501"/>
                  <a:pt x="439" y="501"/>
                </a:cubicBezTo>
                <a:cubicBezTo>
                  <a:pt x="439" y="498"/>
                  <a:pt x="439" y="498"/>
                  <a:pt x="439" y="498"/>
                </a:cubicBezTo>
                <a:cubicBezTo>
                  <a:pt x="441" y="498"/>
                  <a:pt x="441" y="498"/>
                  <a:pt x="441" y="498"/>
                </a:cubicBezTo>
                <a:cubicBezTo>
                  <a:pt x="440" y="497"/>
                  <a:pt x="440" y="496"/>
                  <a:pt x="439" y="495"/>
                </a:cubicBezTo>
                <a:cubicBezTo>
                  <a:pt x="439" y="490"/>
                  <a:pt x="439" y="490"/>
                  <a:pt x="439" y="490"/>
                </a:cubicBezTo>
                <a:cubicBezTo>
                  <a:pt x="440" y="491"/>
                  <a:pt x="441" y="492"/>
                  <a:pt x="443" y="493"/>
                </a:cubicBezTo>
                <a:cubicBezTo>
                  <a:pt x="444" y="493"/>
                  <a:pt x="445" y="493"/>
                  <a:pt x="446" y="493"/>
                </a:cubicBezTo>
                <a:close/>
                <a:moveTo>
                  <a:pt x="446" y="511"/>
                </a:moveTo>
                <a:cubicBezTo>
                  <a:pt x="446" y="521"/>
                  <a:pt x="446" y="521"/>
                  <a:pt x="446" y="521"/>
                </a:cubicBezTo>
                <a:cubicBezTo>
                  <a:pt x="443" y="521"/>
                  <a:pt x="441" y="521"/>
                  <a:pt x="439" y="522"/>
                </a:cubicBezTo>
                <a:cubicBezTo>
                  <a:pt x="439" y="511"/>
                  <a:pt x="439" y="511"/>
                  <a:pt x="439" y="511"/>
                </a:cubicBezTo>
                <a:cubicBezTo>
                  <a:pt x="441" y="511"/>
                  <a:pt x="443" y="511"/>
                  <a:pt x="446" y="511"/>
                </a:cubicBezTo>
                <a:close/>
                <a:moveTo>
                  <a:pt x="446" y="526"/>
                </a:moveTo>
                <a:cubicBezTo>
                  <a:pt x="446" y="535"/>
                  <a:pt x="446" y="535"/>
                  <a:pt x="446" y="535"/>
                </a:cubicBezTo>
                <a:cubicBezTo>
                  <a:pt x="445" y="535"/>
                  <a:pt x="444" y="536"/>
                  <a:pt x="443" y="536"/>
                </a:cubicBezTo>
                <a:cubicBezTo>
                  <a:pt x="441" y="533"/>
                  <a:pt x="441" y="531"/>
                  <a:pt x="441" y="528"/>
                </a:cubicBezTo>
                <a:cubicBezTo>
                  <a:pt x="443" y="526"/>
                  <a:pt x="443" y="526"/>
                  <a:pt x="446" y="526"/>
                </a:cubicBezTo>
                <a:close/>
                <a:moveTo>
                  <a:pt x="446" y="539"/>
                </a:moveTo>
                <a:cubicBezTo>
                  <a:pt x="446" y="548"/>
                  <a:pt x="446" y="548"/>
                  <a:pt x="446" y="548"/>
                </a:cubicBezTo>
                <a:cubicBezTo>
                  <a:pt x="444" y="549"/>
                  <a:pt x="444" y="549"/>
                  <a:pt x="443" y="550"/>
                </a:cubicBezTo>
                <a:cubicBezTo>
                  <a:pt x="442" y="551"/>
                  <a:pt x="442" y="553"/>
                  <a:pt x="442" y="554"/>
                </a:cubicBezTo>
                <a:cubicBezTo>
                  <a:pt x="443" y="554"/>
                  <a:pt x="444" y="554"/>
                  <a:pt x="446" y="553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88"/>
                  <a:pt x="446" y="588"/>
                  <a:pt x="446" y="588"/>
                </a:cubicBezTo>
                <a:cubicBezTo>
                  <a:pt x="443" y="586"/>
                  <a:pt x="441" y="582"/>
                  <a:pt x="439" y="577"/>
                </a:cubicBezTo>
                <a:cubicBezTo>
                  <a:pt x="439" y="546"/>
                  <a:pt x="439" y="546"/>
                  <a:pt x="439" y="546"/>
                </a:cubicBezTo>
                <a:cubicBezTo>
                  <a:pt x="442" y="544"/>
                  <a:pt x="444" y="542"/>
                  <a:pt x="446" y="539"/>
                </a:cubicBezTo>
                <a:close/>
                <a:moveTo>
                  <a:pt x="446" y="606"/>
                </a:moveTo>
                <a:cubicBezTo>
                  <a:pt x="446" y="613"/>
                  <a:pt x="446" y="613"/>
                  <a:pt x="446" y="613"/>
                </a:cubicBezTo>
                <a:cubicBezTo>
                  <a:pt x="444" y="613"/>
                  <a:pt x="442" y="613"/>
                  <a:pt x="439" y="613"/>
                </a:cubicBezTo>
                <a:cubicBezTo>
                  <a:pt x="439" y="607"/>
                  <a:pt x="439" y="607"/>
                  <a:pt x="439" y="607"/>
                </a:cubicBezTo>
                <a:cubicBezTo>
                  <a:pt x="441" y="607"/>
                  <a:pt x="443" y="606"/>
                  <a:pt x="446" y="606"/>
                </a:cubicBezTo>
                <a:close/>
                <a:moveTo>
                  <a:pt x="446" y="624"/>
                </a:moveTo>
                <a:cubicBezTo>
                  <a:pt x="446" y="634"/>
                  <a:pt x="446" y="634"/>
                  <a:pt x="446" y="634"/>
                </a:cubicBezTo>
                <a:cubicBezTo>
                  <a:pt x="444" y="634"/>
                  <a:pt x="441" y="635"/>
                  <a:pt x="439" y="635"/>
                </a:cubicBezTo>
                <a:cubicBezTo>
                  <a:pt x="439" y="630"/>
                  <a:pt x="439" y="630"/>
                  <a:pt x="439" y="630"/>
                </a:cubicBezTo>
                <a:cubicBezTo>
                  <a:pt x="440" y="630"/>
                  <a:pt x="441" y="629"/>
                  <a:pt x="442" y="629"/>
                </a:cubicBezTo>
                <a:cubicBezTo>
                  <a:pt x="441" y="628"/>
                  <a:pt x="440" y="627"/>
                  <a:pt x="439" y="626"/>
                </a:cubicBezTo>
                <a:cubicBezTo>
                  <a:pt x="439" y="617"/>
                  <a:pt x="439" y="617"/>
                  <a:pt x="439" y="617"/>
                </a:cubicBezTo>
                <a:cubicBezTo>
                  <a:pt x="441" y="620"/>
                  <a:pt x="443" y="622"/>
                  <a:pt x="446" y="624"/>
                </a:cubicBezTo>
                <a:close/>
                <a:moveTo>
                  <a:pt x="446" y="672"/>
                </a:moveTo>
                <a:cubicBezTo>
                  <a:pt x="446" y="684"/>
                  <a:pt x="446" y="684"/>
                  <a:pt x="446" y="684"/>
                </a:cubicBezTo>
                <a:cubicBezTo>
                  <a:pt x="445" y="685"/>
                  <a:pt x="445" y="685"/>
                  <a:pt x="445" y="685"/>
                </a:cubicBezTo>
                <a:cubicBezTo>
                  <a:pt x="443" y="683"/>
                  <a:pt x="441" y="681"/>
                  <a:pt x="439" y="679"/>
                </a:cubicBezTo>
                <a:cubicBezTo>
                  <a:pt x="439" y="678"/>
                  <a:pt x="439" y="678"/>
                  <a:pt x="439" y="678"/>
                </a:cubicBezTo>
                <a:cubicBezTo>
                  <a:pt x="442" y="675"/>
                  <a:pt x="444" y="673"/>
                  <a:pt x="446" y="672"/>
                </a:cubicBezTo>
                <a:close/>
                <a:moveTo>
                  <a:pt x="446" y="745"/>
                </a:moveTo>
                <a:cubicBezTo>
                  <a:pt x="446" y="754"/>
                  <a:pt x="446" y="754"/>
                  <a:pt x="446" y="754"/>
                </a:cubicBezTo>
                <a:cubicBezTo>
                  <a:pt x="443" y="754"/>
                  <a:pt x="441" y="754"/>
                  <a:pt x="439" y="754"/>
                </a:cubicBezTo>
                <a:cubicBezTo>
                  <a:pt x="439" y="745"/>
                  <a:pt x="439" y="745"/>
                  <a:pt x="439" y="745"/>
                </a:cubicBezTo>
                <a:cubicBezTo>
                  <a:pt x="446" y="745"/>
                  <a:pt x="446" y="745"/>
                  <a:pt x="446" y="745"/>
                </a:cubicBezTo>
                <a:close/>
                <a:moveTo>
                  <a:pt x="439" y="462"/>
                </a:moveTo>
                <a:cubicBezTo>
                  <a:pt x="439" y="459"/>
                  <a:pt x="439" y="459"/>
                  <a:pt x="439" y="459"/>
                </a:cubicBezTo>
                <a:cubicBezTo>
                  <a:pt x="440" y="461"/>
                  <a:pt x="440" y="462"/>
                  <a:pt x="440" y="463"/>
                </a:cubicBezTo>
                <a:lnTo>
                  <a:pt x="439" y="462"/>
                </a:lnTo>
                <a:close/>
                <a:moveTo>
                  <a:pt x="435" y="2"/>
                </a:moveTo>
                <a:cubicBezTo>
                  <a:pt x="436" y="2"/>
                  <a:pt x="437" y="2"/>
                  <a:pt x="437" y="2"/>
                </a:cubicBezTo>
                <a:cubicBezTo>
                  <a:pt x="438" y="2"/>
                  <a:pt x="439" y="2"/>
                  <a:pt x="439" y="3"/>
                </a:cubicBezTo>
                <a:cubicBezTo>
                  <a:pt x="439" y="12"/>
                  <a:pt x="439" y="12"/>
                  <a:pt x="439" y="12"/>
                </a:cubicBezTo>
                <a:cubicBezTo>
                  <a:pt x="438" y="11"/>
                  <a:pt x="437" y="11"/>
                  <a:pt x="435" y="10"/>
                </a:cubicBezTo>
                <a:cubicBezTo>
                  <a:pt x="435" y="2"/>
                  <a:pt x="435" y="2"/>
                  <a:pt x="435" y="2"/>
                </a:cubicBezTo>
                <a:close/>
                <a:moveTo>
                  <a:pt x="439" y="791"/>
                </a:moveTo>
                <a:cubicBezTo>
                  <a:pt x="438" y="791"/>
                  <a:pt x="437" y="792"/>
                  <a:pt x="435" y="792"/>
                </a:cubicBezTo>
                <a:cubicBezTo>
                  <a:pt x="435" y="785"/>
                  <a:pt x="435" y="785"/>
                  <a:pt x="435" y="785"/>
                </a:cubicBezTo>
                <a:cubicBezTo>
                  <a:pt x="438" y="784"/>
                  <a:pt x="438" y="784"/>
                  <a:pt x="439" y="783"/>
                </a:cubicBezTo>
                <a:cubicBezTo>
                  <a:pt x="439" y="791"/>
                  <a:pt x="439" y="791"/>
                  <a:pt x="439" y="791"/>
                </a:cubicBezTo>
                <a:close/>
                <a:moveTo>
                  <a:pt x="439" y="39"/>
                </a:moveTo>
                <a:cubicBezTo>
                  <a:pt x="439" y="48"/>
                  <a:pt x="439" y="48"/>
                  <a:pt x="439" y="48"/>
                </a:cubicBezTo>
                <a:cubicBezTo>
                  <a:pt x="438" y="48"/>
                  <a:pt x="437" y="47"/>
                  <a:pt x="435" y="47"/>
                </a:cubicBezTo>
                <a:cubicBezTo>
                  <a:pt x="435" y="35"/>
                  <a:pt x="435" y="35"/>
                  <a:pt x="435" y="35"/>
                </a:cubicBezTo>
                <a:cubicBezTo>
                  <a:pt x="436" y="36"/>
                  <a:pt x="438" y="38"/>
                  <a:pt x="439" y="39"/>
                </a:cubicBezTo>
                <a:close/>
                <a:moveTo>
                  <a:pt x="439" y="73"/>
                </a:moveTo>
                <a:cubicBezTo>
                  <a:pt x="439" y="85"/>
                  <a:pt x="439" y="85"/>
                  <a:pt x="439" y="85"/>
                </a:cubicBezTo>
                <a:cubicBezTo>
                  <a:pt x="438" y="85"/>
                  <a:pt x="437" y="84"/>
                  <a:pt x="435" y="84"/>
                </a:cubicBezTo>
                <a:cubicBezTo>
                  <a:pt x="435" y="75"/>
                  <a:pt x="435" y="75"/>
                  <a:pt x="435" y="75"/>
                </a:cubicBezTo>
                <a:cubicBezTo>
                  <a:pt x="436" y="74"/>
                  <a:pt x="438" y="73"/>
                  <a:pt x="439" y="73"/>
                </a:cubicBezTo>
                <a:close/>
                <a:moveTo>
                  <a:pt x="439" y="87"/>
                </a:moveTo>
                <a:cubicBezTo>
                  <a:pt x="439" y="96"/>
                  <a:pt x="439" y="96"/>
                  <a:pt x="439" y="96"/>
                </a:cubicBezTo>
                <a:cubicBezTo>
                  <a:pt x="438" y="96"/>
                  <a:pt x="438" y="96"/>
                  <a:pt x="438" y="96"/>
                </a:cubicBezTo>
                <a:cubicBezTo>
                  <a:pt x="438" y="93"/>
                  <a:pt x="438" y="90"/>
                  <a:pt x="438" y="87"/>
                </a:cubicBezTo>
                <a:cubicBezTo>
                  <a:pt x="439" y="87"/>
                  <a:pt x="439" y="87"/>
                  <a:pt x="439" y="87"/>
                </a:cubicBezTo>
                <a:close/>
                <a:moveTo>
                  <a:pt x="439" y="99"/>
                </a:moveTo>
                <a:cubicBezTo>
                  <a:pt x="439" y="124"/>
                  <a:pt x="439" y="124"/>
                  <a:pt x="439" y="124"/>
                </a:cubicBezTo>
                <a:cubicBezTo>
                  <a:pt x="438" y="124"/>
                  <a:pt x="437" y="124"/>
                  <a:pt x="435" y="124"/>
                </a:cubicBezTo>
                <a:cubicBezTo>
                  <a:pt x="435" y="99"/>
                  <a:pt x="435" y="99"/>
                  <a:pt x="435" y="99"/>
                </a:cubicBezTo>
                <a:cubicBezTo>
                  <a:pt x="437" y="99"/>
                  <a:pt x="438" y="99"/>
                  <a:pt x="439" y="99"/>
                </a:cubicBezTo>
                <a:close/>
                <a:moveTo>
                  <a:pt x="439" y="126"/>
                </a:moveTo>
                <a:cubicBezTo>
                  <a:pt x="439" y="138"/>
                  <a:pt x="439" y="138"/>
                  <a:pt x="439" y="138"/>
                </a:cubicBezTo>
                <a:cubicBezTo>
                  <a:pt x="438" y="138"/>
                  <a:pt x="437" y="138"/>
                  <a:pt x="435" y="137"/>
                </a:cubicBezTo>
                <a:cubicBezTo>
                  <a:pt x="435" y="126"/>
                  <a:pt x="435" y="126"/>
                  <a:pt x="435" y="126"/>
                </a:cubicBezTo>
                <a:cubicBezTo>
                  <a:pt x="437" y="126"/>
                  <a:pt x="438" y="126"/>
                  <a:pt x="439" y="126"/>
                </a:cubicBezTo>
                <a:close/>
                <a:moveTo>
                  <a:pt x="439" y="167"/>
                </a:moveTo>
                <a:cubicBezTo>
                  <a:pt x="439" y="174"/>
                  <a:pt x="439" y="174"/>
                  <a:pt x="439" y="174"/>
                </a:cubicBezTo>
                <a:cubicBezTo>
                  <a:pt x="438" y="173"/>
                  <a:pt x="437" y="173"/>
                  <a:pt x="435" y="173"/>
                </a:cubicBezTo>
                <a:cubicBezTo>
                  <a:pt x="435" y="167"/>
                  <a:pt x="435" y="167"/>
                  <a:pt x="435" y="167"/>
                </a:cubicBezTo>
                <a:cubicBezTo>
                  <a:pt x="437" y="167"/>
                  <a:pt x="438" y="167"/>
                  <a:pt x="439" y="167"/>
                </a:cubicBezTo>
                <a:close/>
                <a:moveTo>
                  <a:pt x="439" y="189"/>
                </a:moveTo>
                <a:cubicBezTo>
                  <a:pt x="439" y="196"/>
                  <a:pt x="439" y="196"/>
                  <a:pt x="439" y="196"/>
                </a:cubicBezTo>
                <a:cubicBezTo>
                  <a:pt x="438" y="196"/>
                  <a:pt x="437" y="195"/>
                  <a:pt x="435" y="195"/>
                </a:cubicBezTo>
                <a:cubicBezTo>
                  <a:pt x="435" y="180"/>
                  <a:pt x="435" y="180"/>
                  <a:pt x="435" y="180"/>
                </a:cubicBezTo>
                <a:cubicBezTo>
                  <a:pt x="436" y="184"/>
                  <a:pt x="437" y="187"/>
                  <a:pt x="439" y="189"/>
                </a:cubicBezTo>
                <a:close/>
                <a:moveTo>
                  <a:pt x="439" y="224"/>
                </a:moveTo>
                <a:cubicBezTo>
                  <a:pt x="439" y="253"/>
                  <a:pt x="439" y="253"/>
                  <a:pt x="439" y="253"/>
                </a:cubicBezTo>
                <a:cubicBezTo>
                  <a:pt x="439" y="253"/>
                  <a:pt x="438" y="253"/>
                  <a:pt x="438" y="253"/>
                </a:cubicBezTo>
                <a:cubicBezTo>
                  <a:pt x="438" y="254"/>
                  <a:pt x="438" y="255"/>
                  <a:pt x="438" y="256"/>
                </a:cubicBezTo>
                <a:cubicBezTo>
                  <a:pt x="438" y="256"/>
                  <a:pt x="439" y="256"/>
                  <a:pt x="439" y="257"/>
                </a:cubicBezTo>
                <a:cubicBezTo>
                  <a:pt x="439" y="268"/>
                  <a:pt x="439" y="268"/>
                  <a:pt x="439" y="268"/>
                </a:cubicBezTo>
                <a:cubicBezTo>
                  <a:pt x="438" y="268"/>
                  <a:pt x="437" y="268"/>
                  <a:pt x="436" y="268"/>
                </a:cubicBezTo>
                <a:cubicBezTo>
                  <a:pt x="435" y="273"/>
                  <a:pt x="437" y="275"/>
                  <a:pt x="439" y="277"/>
                </a:cubicBezTo>
                <a:cubicBezTo>
                  <a:pt x="439" y="289"/>
                  <a:pt x="439" y="289"/>
                  <a:pt x="439" y="289"/>
                </a:cubicBezTo>
                <a:cubicBezTo>
                  <a:pt x="438" y="289"/>
                  <a:pt x="437" y="288"/>
                  <a:pt x="435" y="288"/>
                </a:cubicBezTo>
                <a:cubicBezTo>
                  <a:pt x="435" y="226"/>
                  <a:pt x="435" y="226"/>
                  <a:pt x="435" y="226"/>
                </a:cubicBezTo>
                <a:cubicBezTo>
                  <a:pt x="436" y="225"/>
                  <a:pt x="438" y="225"/>
                  <a:pt x="439" y="224"/>
                </a:cubicBezTo>
                <a:close/>
                <a:moveTo>
                  <a:pt x="439" y="302"/>
                </a:moveTo>
                <a:cubicBezTo>
                  <a:pt x="439" y="321"/>
                  <a:pt x="439" y="321"/>
                  <a:pt x="439" y="321"/>
                </a:cubicBezTo>
                <a:cubicBezTo>
                  <a:pt x="438" y="321"/>
                  <a:pt x="436" y="320"/>
                  <a:pt x="435" y="320"/>
                </a:cubicBezTo>
                <a:cubicBezTo>
                  <a:pt x="435" y="317"/>
                  <a:pt x="435" y="317"/>
                  <a:pt x="435" y="317"/>
                </a:cubicBezTo>
                <a:cubicBezTo>
                  <a:pt x="436" y="317"/>
                  <a:pt x="437" y="318"/>
                  <a:pt x="437" y="318"/>
                </a:cubicBezTo>
                <a:cubicBezTo>
                  <a:pt x="438" y="313"/>
                  <a:pt x="438" y="308"/>
                  <a:pt x="435" y="305"/>
                </a:cubicBezTo>
                <a:cubicBezTo>
                  <a:pt x="435" y="300"/>
                  <a:pt x="435" y="300"/>
                  <a:pt x="435" y="300"/>
                </a:cubicBezTo>
                <a:cubicBezTo>
                  <a:pt x="437" y="301"/>
                  <a:pt x="438" y="301"/>
                  <a:pt x="439" y="302"/>
                </a:cubicBezTo>
                <a:close/>
                <a:moveTo>
                  <a:pt x="439" y="379"/>
                </a:moveTo>
                <a:cubicBezTo>
                  <a:pt x="439" y="400"/>
                  <a:pt x="439" y="400"/>
                  <a:pt x="439" y="400"/>
                </a:cubicBezTo>
                <a:cubicBezTo>
                  <a:pt x="435" y="403"/>
                  <a:pt x="435" y="403"/>
                  <a:pt x="435" y="403"/>
                </a:cubicBezTo>
                <a:cubicBezTo>
                  <a:pt x="435" y="378"/>
                  <a:pt x="435" y="378"/>
                  <a:pt x="435" y="378"/>
                </a:cubicBezTo>
                <a:cubicBezTo>
                  <a:pt x="439" y="379"/>
                  <a:pt x="439" y="379"/>
                  <a:pt x="439" y="379"/>
                </a:cubicBezTo>
                <a:close/>
                <a:moveTo>
                  <a:pt x="439" y="459"/>
                </a:moveTo>
                <a:cubicBezTo>
                  <a:pt x="439" y="462"/>
                  <a:pt x="439" y="462"/>
                  <a:pt x="439" y="462"/>
                </a:cubicBezTo>
                <a:cubicBezTo>
                  <a:pt x="435" y="459"/>
                  <a:pt x="435" y="459"/>
                  <a:pt x="435" y="459"/>
                </a:cubicBezTo>
                <a:cubicBezTo>
                  <a:pt x="435" y="445"/>
                  <a:pt x="435" y="445"/>
                  <a:pt x="435" y="445"/>
                </a:cubicBezTo>
                <a:cubicBezTo>
                  <a:pt x="437" y="451"/>
                  <a:pt x="438" y="455"/>
                  <a:pt x="439" y="459"/>
                </a:cubicBezTo>
                <a:close/>
                <a:moveTo>
                  <a:pt x="439" y="482"/>
                </a:moveTo>
                <a:cubicBezTo>
                  <a:pt x="439" y="486"/>
                  <a:pt x="439" y="486"/>
                  <a:pt x="439" y="486"/>
                </a:cubicBezTo>
                <a:cubicBezTo>
                  <a:pt x="438" y="486"/>
                  <a:pt x="437" y="486"/>
                  <a:pt x="436" y="487"/>
                </a:cubicBezTo>
                <a:cubicBezTo>
                  <a:pt x="436" y="487"/>
                  <a:pt x="436" y="488"/>
                  <a:pt x="436" y="489"/>
                </a:cubicBezTo>
                <a:cubicBezTo>
                  <a:pt x="438" y="489"/>
                  <a:pt x="438" y="489"/>
                  <a:pt x="439" y="490"/>
                </a:cubicBezTo>
                <a:cubicBezTo>
                  <a:pt x="439" y="495"/>
                  <a:pt x="439" y="495"/>
                  <a:pt x="439" y="495"/>
                </a:cubicBezTo>
                <a:cubicBezTo>
                  <a:pt x="438" y="494"/>
                  <a:pt x="437" y="493"/>
                  <a:pt x="435" y="492"/>
                </a:cubicBezTo>
                <a:cubicBezTo>
                  <a:pt x="435" y="484"/>
                  <a:pt x="435" y="484"/>
                  <a:pt x="435" y="484"/>
                </a:cubicBezTo>
                <a:cubicBezTo>
                  <a:pt x="437" y="484"/>
                  <a:pt x="438" y="483"/>
                  <a:pt x="439" y="482"/>
                </a:cubicBezTo>
                <a:close/>
                <a:moveTo>
                  <a:pt x="439" y="498"/>
                </a:moveTo>
                <a:cubicBezTo>
                  <a:pt x="439" y="501"/>
                  <a:pt x="439" y="501"/>
                  <a:pt x="439" y="501"/>
                </a:cubicBezTo>
                <a:cubicBezTo>
                  <a:pt x="438" y="502"/>
                  <a:pt x="437" y="503"/>
                  <a:pt x="435" y="503"/>
                </a:cubicBezTo>
                <a:cubicBezTo>
                  <a:pt x="435" y="499"/>
                  <a:pt x="435" y="499"/>
                  <a:pt x="435" y="499"/>
                </a:cubicBezTo>
                <a:cubicBezTo>
                  <a:pt x="437" y="499"/>
                  <a:pt x="438" y="499"/>
                  <a:pt x="439" y="498"/>
                </a:cubicBezTo>
                <a:close/>
                <a:moveTo>
                  <a:pt x="439" y="511"/>
                </a:moveTo>
                <a:cubicBezTo>
                  <a:pt x="439" y="522"/>
                  <a:pt x="439" y="522"/>
                  <a:pt x="439" y="522"/>
                </a:cubicBezTo>
                <a:cubicBezTo>
                  <a:pt x="438" y="523"/>
                  <a:pt x="437" y="523"/>
                  <a:pt x="435" y="524"/>
                </a:cubicBezTo>
                <a:cubicBezTo>
                  <a:pt x="435" y="512"/>
                  <a:pt x="435" y="512"/>
                  <a:pt x="435" y="512"/>
                </a:cubicBezTo>
                <a:cubicBezTo>
                  <a:pt x="436" y="511"/>
                  <a:pt x="438" y="511"/>
                  <a:pt x="439" y="511"/>
                </a:cubicBezTo>
                <a:close/>
                <a:moveTo>
                  <a:pt x="439" y="546"/>
                </a:moveTo>
                <a:cubicBezTo>
                  <a:pt x="439" y="577"/>
                  <a:pt x="439" y="577"/>
                  <a:pt x="439" y="577"/>
                </a:cubicBezTo>
                <a:cubicBezTo>
                  <a:pt x="437" y="571"/>
                  <a:pt x="436" y="565"/>
                  <a:pt x="435" y="559"/>
                </a:cubicBezTo>
                <a:cubicBezTo>
                  <a:pt x="435" y="549"/>
                  <a:pt x="435" y="549"/>
                  <a:pt x="435" y="549"/>
                </a:cubicBezTo>
                <a:cubicBezTo>
                  <a:pt x="436" y="548"/>
                  <a:pt x="438" y="547"/>
                  <a:pt x="439" y="546"/>
                </a:cubicBezTo>
                <a:close/>
                <a:moveTo>
                  <a:pt x="439" y="607"/>
                </a:moveTo>
                <a:cubicBezTo>
                  <a:pt x="439" y="613"/>
                  <a:pt x="439" y="613"/>
                  <a:pt x="439" y="613"/>
                </a:cubicBezTo>
                <a:cubicBezTo>
                  <a:pt x="439" y="613"/>
                  <a:pt x="438" y="613"/>
                  <a:pt x="437" y="613"/>
                </a:cubicBezTo>
                <a:cubicBezTo>
                  <a:pt x="438" y="615"/>
                  <a:pt x="438" y="616"/>
                  <a:pt x="439" y="617"/>
                </a:cubicBezTo>
                <a:cubicBezTo>
                  <a:pt x="439" y="626"/>
                  <a:pt x="439" y="626"/>
                  <a:pt x="439" y="626"/>
                </a:cubicBezTo>
                <a:cubicBezTo>
                  <a:pt x="438" y="625"/>
                  <a:pt x="437" y="623"/>
                  <a:pt x="435" y="622"/>
                </a:cubicBezTo>
                <a:cubicBezTo>
                  <a:pt x="435" y="608"/>
                  <a:pt x="435" y="608"/>
                  <a:pt x="435" y="608"/>
                </a:cubicBezTo>
                <a:cubicBezTo>
                  <a:pt x="436" y="608"/>
                  <a:pt x="437" y="607"/>
                  <a:pt x="438" y="607"/>
                </a:cubicBezTo>
                <a:cubicBezTo>
                  <a:pt x="439" y="607"/>
                  <a:pt x="439" y="607"/>
                  <a:pt x="439" y="607"/>
                </a:cubicBezTo>
                <a:close/>
                <a:moveTo>
                  <a:pt x="439" y="630"/>
                </a:moveTo>
                <a:cubicBezTo>
                  <a:pt x="439" y="635"/>
                  <a:pt x="439" y="635"/>
                  <a:pt x="439" y="635"/>
                </a:cubicBezTo>
                <a:cubicBezTo>
                  <a:pt x="438" y="635"/>
                  <a:pt x="437" y="636"/>
                  <a:pt x="435" y="636"/>
                </a:cubicBezTo>
                <a:cubicBezTo>
                  <a:pt x="435" y="631"/>
                  <a:pt x="435" y="631"/>
                  <a:pt x="435" y="631"/>
                </a:cubicBezTo>
                <a:cubicBezTo>
                  <a:pt x="437" y="631"/>
                  <a:pt x="438" y="631"/>
                  <a:pt x="439" y="630"/>
                </a:cubicBezTo>
                <a:close/>
                <a:moveTo>
                  <a:pt x="439" y="678"/>
                </a:moveTo>
                <a:cubicBezTo>
                  <a:pt x="439" y="679"/>
                  <a:pt x="439" y="679"/>
                  <a:pt x="439" y="679"/>
                </a:cubicBezTo>
                <a:cubicBezTo>
                  <a:pt x="439" y="679"/>
                  <a:pt x="439" y="679"/>
                  <a:pt x="439" y="679"/>
                </a:cubicBezTo>
                <a:cubicBezTo>
                  <a:pt x="439" y="678"/>
                  <a:pt x="439" y="678"/>
                  <a:pt x="439" y="678"/>
                </a:cubicBezTo>
                <a:close/>
                <a:moveTo>
                  <a:pt x="439" y="745"/>
                </a:moveTo>
                <a:cubicBezTo>
                  <a:pt x="439" y="754"/>
                  <a:pt x="439" y="754"/>
                  <a:pt x="439" y="754"/>
                </a:cubicBezTo>
                <a:cubicBezTo>
                  <a:pt x="438" y="754"/>
                  <a:pt x="436" y="754"/>
                  <a:pt x="435" y="754"/>
                </a:cubicBezTo>
                <a:cubicBezTo>
                  <a:pt x="435" y="746"/>
                  <a:pt x="435" y="746"/>
                  <a:pt x="435" y="746"/>
                </a:cubicBezTo>
                <a:cubicBezTo>
                  <a:pt x="436" y="746"/>
                  <a:pt x="437" y="746"/>
                  <a:pt x="437" y="745"/>
                </a:cubicBezTo>
                <a:cubicBezTo>
                  <a:pt x="439" y="745"/>
                  <a:pt x="439" y="745"/>
                  <a:pt x="439" y="745"/>
                </a:cubicBezTo>
                <a:close/>
                <a:moveTo>
                  <a:pt x="439" y="769"/>
                </a:moveTo>
                <a:cubicBezTo>
                  <a:pt x="438" y="768"/>
                  <a:pt x="436" y="766"/>
                  <a:pt x="435" y="764"/>
                </a:cubicBezTo>
                <a:cubicBezTo>
                  <a:pt x="435" y="777"/>
                  <a:pt x="435" y="777"/>
                  <a:pt x="435" y="777"/>
                </a:cubicBezTo>
                <a:cubicBezTo>
                  <a:pt x="436" y="779"/>
                  <a:pt x="438" y="781"/>
                  <a:pt x="439" y="783"/>
                </a:cubicBezTo>
                <a:lnTo>
                  <a:pt x="439" y="769"/>
                </a:lnTo>
                <a:close/>
                <a:moveTo>
                  <a:pt x="427" y="2"/>
                </a:moveTo>
                <a:cubicBezTo>
                  <a:pt x="430" y="2"/>
                  <a:pt x="433" y="2"/>
                  <a:pt x="435" y="2"/>
                </a:cubicBezTo>
                <a:cubicBezTo>
                  <a:pt x="435" y="10"/>
                  <a:pt x="435" y="10"/>
                  <a:pt x="435" y="10"/>
                </a:cubicBezTo>
                <a:cubicBezTo>
                  <a:pt x="433" y="10"/>
                  <a:pt x="430" y="10"/>
                  <a:pt x="427" y="10"/>
                </a:cubicBezTo>
                <a:cubicBezTo>
                  <a:pt x="427" y="2"/>
                  <a:pt x="427" y="2"/>
                  <a:pt x="427" y="2"/>
                </a:cubicBezTo>
                <a:close/>
                <a:moveTo>
                  <a:pt x="435" y="792"/>
                </a:moveTo>
                <a:cubicBezTo>
                  <a:pt x="433" y="792"/>
                  <a:pt x="430" y="792"/>
                  <a:pt x="427" y="792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31" y="785"/>
                  <a:pt x="433" y="785"/>
                  <a:pt x="435" y="785"/>
                </a:cubicBezTo>
                <a:cubicBezTo>
                  <a:pt x="435" y="792"/>
                  <a:pt x="435" y="792"/>
                  <a:pt x="435" y="792"/>
                </a:cubicBezTo>
                <a:close/>
                <a:moveTo>
                  <a:pt x="435" y="35"/>
                </a:moveTo>
                <a:cubicBezTo>
                  <a:pt x="435" y="47"/>
                  <a:pt x="435" y="47"/>
                  <a:pt x="435" y="47"/>
                </a:cubicBezTo>
                <a:cubicBezTo>
                  <a:pt x="435" y="46"/>
                  <a:pt x="434" y="46"/>
                  <a:pt x="433" y="46"/>
                </a:cubicBezTo>
                <a:cubicBezTo>
                  <a:pt x="431" y="46"/>
                  <a:pt x="429" y="46"/>
                  <a:pt x="427" y="46"/>
                </a:cubicBezTo>
                <a:cubicBezTo>
                  <a:pt x="427" y="22"/>
                  <a:pt x="427" y="22"/>
                  <a:pt x="427" y="22"/>
                </a:cubicBezTo>
                <a:cubicBezTo>
                  <a:pt x="430" y="27"/>
                  <a:pt x="432" y="31"/>
                  <a:pt x="435" y="35"/>
                </a:cubicBezTo>
                <a:close/>
                <a:moveTo>
                  <a:pt x="435" y="75"/>
                </a:moveTo>
                <a:cubicBezTo>
                  <a:pt x="435" y="84"/>
                  <a:pt x="435" y="84"/>
                  <a:pt x="435" y="84"/>
                </a:cubicBezTo>
                <a:cubicBezTo>
                  <a:pt x="435" y="84"/>
                  <a:pt x="435" y="84"/>
                  <a:pt x="435" y="84"/>
                </a:cubicBezTo>
                <a:cubicBezTo>
                  <a:pt x="434" y="81"/>
                  <a:pt x="434" y="78"/>
                  <a:pt x="434" y="76"/>
                </a:cubicBezTo>
                <a:cubicBezTo>
                  <a:pt x="435" y="75"/>
                  <a:pt x="435" y="75"/>
                  <a:pt x="435" y="75"/>
                </a:cubicBezTo>
                <a:close/>
                <a:moveTo>
                  <a:pt x="435" y="99"/>
                </a:moveTo>
                <a:cubicBezTo>
                  <a:pt x="435" y="124"/>
                  <a:pt x="435" y="124"/>
                  <a:pt x="435" y="124"/>
                </a:cubicBezTo>
                <a:cubicBezTo>
                  <a:pt x="433" y="124"/>
                  <a:pt x="430" y="123"/>
                  <a:pt x="427" y="123"/>
                </a:cubicBezTo>
                <a:cubicBezTo>
                  <a:pt x="427" y="110"/>
                  <a:pt x="427" y="110"/>
                  <a:pt x="427" y="110"/>
                </a:cubicBezTo>
                <a:cubicBezTo>
                  <a:pt x="429" y="110"/>
                  <a:pt x="430" y="110"/>
                  <a:pt x="431" y="110"/>
                </a:cubicBezTo>
                <a:cubicBezTo>
                  <a:pt x="428" y="106"/>
                  <a:pt x="426" y="105"/>
                  <a:pt x="429" y="99"/>
                </a:cubicBezTo>
                <a:cubicBezTo>
                  <a:pt x="431" y="99"/>
                  <a:pt x="433" y="99"/>
                  <a:pt x="435" y="99"/>
                </a:cubicBezTo>
                <a:close/>
                <a:moveTo>
                  <a:pt x="435" y="126"/>
                </a:moveTo>
                <a:cubicBezTo>
                  <a:pt x="435" y="137"/>
                  <a:pt x="435" y="137"/>
                  <a:pt x="435" y="137"/>
                </a:cubicBezTo>
                <a:cubicBezTo>
                  <a:pt x="433" y="137"/>
                  <a:pt x="430" y="137"/>
                  <a:pt x="427" y="136"/>
                </a:cubicBezTo>
                <a:cubicBezTo>
                  <a:pt x="427" y="126"/>
                  <a:pt x="427" y="126"/>
                  <a:pt x="427" y="126"/>
                </a:cubicBezTo>
                <a:cubicBezTo>
                  <a:pt x="430" y="125"/>
                  <a:pt x="432" y="125"/>
                  <a:pt x="435" y="126"/>
                </a:cubicBezTo>
                <a:close/>
                <a:moveTo>
                  <a:pt x="435" y="167"/>
                </a:moveTo>
                <a:cubicBezTo>
                  <a:pt x="435" y="173"/>
                  <a:pt x="435" y="173"/>
                  <a:pt x="435" y="173"/>
                </a:cubicBezTo>
                <a:cubicBezTo>
                  <a:pt x="434" y="173"/>
                  <a:pt x="433" y="172"/>
                  <a:pt x="433" y="172"/>
                </a:cubicBezTo>
                <a:cubicBezTo>
                  <a:pt x="433" y="175"/>
                  <a:pt x="434" y="177"/>
                  <a:pt x="435" y="180"/>
                </a:cubicBezTo>
                <a:cubicBezTo>
                  <a:pt x="435" y="195"/>
                  <a:pt x="435" y="195"/>
                  <a:pt x="435" y="195"/>
                </a:cubicBezTo>
                <a:cubicBezTo>
                  <a:pt x="433" y="195"/>
                  <a:pt x="430" y="194"/>
                  <a:pt x="427" y="194"/>
                </a:cubicBezTo>
                <a:cubicBezTo>
                  <a:pt x="427" y="190"/>
                  <a:pt x="427" y="190"/>
                  <a:pt x="427" y="190"/>
                </a:cubicBezTo>
                <a:cubicBezTo>
                  <a:pt x="429" y="189"/>
                  <a:pt x="431" y="189"/>
                  <a:pt x="432" y="189"/>
                </a:cubicBezTo>
                <a:cubicBezTo>
                  <a:pt x="430" y="184"/>
                  <a:pt x="429" y="180"/>
                  <a:pt x="427" y="177"/>
                </a:cubicBezTo>
                <a:cubicBezTo>
                  <a:pt x="427" y="166"/>
                  <a:pt x="427" y="166"/>
                  <a:pt x="427" y="166"/>
                </a:cubicBezTo>
                <a:cubicBezTo>
                  <a:pt x="430" y="166"/>
                  <a:pt x="433" y="166"/>
                  <a:pt x="435" y="167"/>
                </a:cubicBezTo>
                <a:close/>
                <a:moveTo>
                  <a:pt x="435" y="226"/>
                </a:moveTo>
                <a:cubicBezTo>
                  <a:pt x="435" y="288"/>
                  <a:pt x="435" y="288"/>
                  <a:pt x="435" y="288"/>
                </a:cubicBezTo>
                <a:cubicBezTo>
                  <a:pt x="433" y="288"/>
                  <a:pt x="433" y="288"/>
                  <a:pt x="433" y="288"/>
                </a:cubicBezTo>
                <a:cubicBezTo>
                  <a:pt x="429" y="283"/>
                  <a:pt x="429" y="282"/>
                  <a:pt x="427" y="279"/>
                </a:cubicBezTo>
                <a:cubicBezTo>
                  <a:pt x="427" y="263"/>
                  <a:pt x="427" y="263"/>
                  <a:pt x="427" y="263"/>
                </a:cubicBezTo>
                <a:cubicBezTo>
                  <a:pt x="428" y="257"/>
                  <a:pt x="430" y="247"/>
                  <a:pt x="432" y="230"/>
                </a:cubicBezTo>
                <a:cubicBezTo>
                  <a:pt x="433" y="228"/>
                  <a:pt x="434" y="227"/>
                  <a:pt x="435" y="226"/>
                </a:cubicBezTo>
                <a:close/>
                <a:moveTo>
                  <a:pt x="435" y="300"/>
                </a:moveTo>
                <a:cubicBezTo>
                  <a:pt x="435" y="305"/>
                  <a:pt x="435" y="305"/>
                  <a:pt x="435" y="305"/>
                </a:cubicBezTo>
                <a:cubicBezTo>
                  <a:pt x="434" y="304"/>
                  <a:pt x="432" y="303"/>
                  <a:pt x="429" y="304"/>
                </a:cubicBezTo>
                <a:cubicBezTo>
                  <a:pt x="430" y="308"/>
                  <a:pt x="431" y="312"/>
                  <a:pt x="433" y="316"/>
                </a:cubicBezTo>
                <a:cubicBezTo>
                  <a:pt x="433" y="316"/>
                  <a:pt x="434" y="317"/>
                  <a:pt x="435" y="317"/>
                </a:cubicBezTo>
                <a:cubicBezTo>
                  <a:pt x="435" y="320"/>
                  <a:pt x="435" y="320"/>
                  <a:pt x="435" y="320"/>
                </a:cubicBezTo>
                <a:cubicBezTo>
                  <a:pt x="433" y="319"/>
                  <a:pt x="430" y="318"/>
                  <a:pt x="427" y="317"/>
                </a:cubicBezTo>
                <a:cubicBezTo>
                  <a:pt x="427" y="298"/>
                  <a:pt x="427" y="298"/>
                  <a:pt x="427" y="298"/>
                </a:cubicBezTo>
                <a:cubicBezTo>
                  <a:pt x="430" y="298"/>
                  <a:pt x="433" y="299"/>
                  <a:pt x="435" y="300"/>
                </a:cubicBezTo>
                <a:close/>
                <a:moveTo>
                  <a:pt x="435" y="378"/>
                </a:moveTo>
                <a:cubicBezTo>
                  <a:pt x="435" y="403"/>
                  <a:pt x="435" y="403"/>
                  <a:pt x="435" y="403"/>
                </a:cubicBezTo>
                <a:cubicBezTo>
                  <a:pt x="427" y="409"/>
                  <a:pt x="427" y="409"/>
                  <a:pt x="427" y="409"/>
                </a:cubicBezTo>
                <a:cubicBezTo>
                  <a:pt x="427" y="378"/>
                  <a:pt x="427" y="378"/>
                  <a:pt x="427" y="378"/>
                </a:cubicBezTo>
                <a:cubicBezTo>
                  <a:pt x="435" y="378"/>
                  <a:pt x="435" y="378"/>
                  <a:pt x="435" y="378"/>
                </a:cubicBezTo>
                <a:close/>
                <a:moveTo>
                  <a:pt x="435" y="445"/>
                </a:moveTo>
                <a:cubicBezTo>
                  <a:pt x="435" y="459"/>
                  <a:pt x="435" y="459"/>
                  <a:pt x="435" y="459"/>
                </a:cubicBezTo>
                <a:cubicBezTo>
                  <a:pt x="427" y="454"/>
                  <a:pt x="427" y="454"/>
                  <a:pt x="427" y="454"/>
                </a:cubicBezTo>
                <a:cubicBezTo>
                  <a:pt x="427" y="420"/>
                  <a:pt x="427" y="420"/>
                  <a:pt x="427" y="420"/>
                </a:cubicBezTo>
                <a:cubicBezTo>
                  <a:pt x="429" y="427"/>
                  <a:pt x="433" y="436"/>
                  <a:pt x="435" y="445"/>
                </a:cubicBezTo>
                <a:close/>
                <a:moveTo>
                  <a:pt x="435" y="484"/>
                </a:moveTo>
                <a:cubicBezTo>
                  <a:pt x="435" y="492"/>
                  <a:pt x="435" y="492"/>
                  <a:pt x="435" y="492"/>
                </a:cubicBezTo>
                <a:cubicBezTo>
                  <a:pt x="433" y="491"/>
                  <a:pt x="430" y="491"/>
                  <a:pt x="427" y="491"/>
                </a:cubicBezTo>
                <a:cubicBezTo>
                  <a:pt x="427" y="487"/>
                  <a:pt x="427" y="487"/>
                  <a:pt x="427" y="487"/>
                </a:cubicBezTo>
                <a:cubicBezTo>
                  <a:pt x="430" y="486"/>
                  <a:pt x="433" y="485"/>
                  <a:pt x="435" y="484"/>
                </a:cubicBezTo>
                <a:close/>
                <a:moveTo>
                  <a:pt x="435" y="499"/>
                </a:moveTo>
                <a:cubicBezTo>
                  <a:pt x="435" y="503"/>
                  <a:pt x="435" y="503"/>
                  <a:pt x="435" y="503"/>
                </a:cubicBezTo>
                <a:cubicBezTo>
                  <a:pt x="433" y="504"/>
                  <a:pt x="430" y="505"/>
                  <a:pt x="427" y="506"/>
                </a:cubicBezTo>
                <a:cubicBezTo>
                  <a:pt x="427" y="503"/>
                  <a:pt x="427" y="503"/>
                  <a:pt x="427" y="503"/>
                </a:cubicBezTo>
                <a:cubicBezTo>
                  <a:pt x="429" y="503"/>
                  <a:pt x="429" y="503"/>
                  <a:pt x="429" y="503"/>
                </a:cubicBezTo>
                <a:cubicBezTo>
                  <a:pt x="429" y="502"/>
                  <a:pt x="428" y="501"/>
                  <a:pt x="427" y="500"/>
                </a:cubicBezTo>
                <a:cubicBezTo>
                  <a:pt x="427" y="495"/>
                  <a:pt x="427" y="495"/>
                  <a:pt x="427" y="495"/>
                </a:cubicBezTo>
                <a:cubicBezTo>
                  <a:pt x="429" y="496"/>
                  <a:pt x="431" y="498"/>
                  <a:pt x="433" y="499"/>
                </a:cubicBezTo>
                <a:cubicBezTo>
                  <a:pt x="435" y="499"/>
                  <a:pt x="435" y="499"/>
                  <a:pt x="435" y="499"/>
                </a:cubicBezTo>
                <a:close/>
                <a:moveTo>
                  <a:pt x="435" y="512"/>
                </a:moveTo>
                <a:cubicBezTo>
                  <a:pt x="435" y="524"/>
                  <a:pt x="435" y="524"/>
                  <a:pt x="435" y="524"/>
                </a:cubicBezTo>
                <a:cubicBezTo>
                  <a:pt x="433" y="526"/>
                  <a:pt x="430" y="528"/>
                  <a:pt x="427" y="530"/>
                </a:cubicBezTo>
                <a:cubicBezTo>
                  <a:pt x="427" y="518"/>
                  <a:pt x="427" y="518"/>
                  <a:pt x="427" y="518"/>
                </a:cubicBezTo>
                <a:cubicBezTo>
                  <a:pt x="428" y="518"/>
                  <a:pt x="428" y="518"/>
                  <a:pt x="428" y="518"/>
                </a:cubicBezTo>
                <a:cubicBezTo>
                  <a:pt x="429" y="515"/>
                  <a:pt x="432" y="513"/>
                  <a:pt x="435" y="512"/>
                </a:cubicBezTo>
                <a:close/>
                <a:moveTo>
                  <a:pt x="435" y="549"/>
                </a:moveTo>
                <a:cubicBezTo>
                  <a:pt x="435" y="559"/>
                  <a:pt x="435" y="559"/>
                  <a:pt x="435" y="559"/>
                </a:cubicBezTo>
                <a:cubicBezTo>
                  <a:pt x="435" y="555"/>
                  <a:pt x="434" y="552"/>
                  <a:pt x="435" y="550"/>
                </a:cubicBezTo>
                <a:cubicBezTo>
                  <a:pt x="435" y="549"/>
                  <a:pt x="435" y="549"/>
                  <a:pt x="435" y="549"/>
                </a:cubicBezTo>
                <a:close/>
                <a:moveTo>
                  <a:pt x="435" y="608"/>
                </a:moveTo>
                <a:cubicBezTo>
                  <a:pt x="435" y="622"/>
                  <a:pt x="435" y="622"/>
                  <a:pt x="435" y="622"/>
                </a:cubicBezTo>
                <a:cubicBezTo>
                  <a:pt x="433" y="619"/>
                  <a:pt x="430" y="617"/>
                  <a:pt x="427" y="616"/>
                </a:cubicBezTo>
                <a:cubicBezTo>
                  <a:pt x="427" y="610"/>
                  <a:pt x="427" y="610"/>
                  <a:pt x="427" y="610"/>
                </a:cubicBezTo>
                <a:cubicBezTo>
                  <a:pt x="430" y="609"/>
                  <a:pt x="433" y="609"/>
                  <a:pt x="435" y="608"/>
                </a:cubicBezTo>
                <a:close/>
                <a:moveTo>
                  <a:pt x="435" y="631"/>
                </a:moveTo>
                <a:cubicBezTo>
                  <a:pt x="435" y="636"/>
                  <a:pt x="435" y="636"/>
                  <a:pt x="435" y="636"/>
                </a:cubicBezTo>
                <a:cubicBezTo>
                  <a:pt x="433" y="637"/>
                  <a:pt x="430" y="637"/>
                  <a:pt x="427" y="637"/>
                </a:cubicBezTo>
                <a:cubicBezTo>
                  <a:pt x="427" y="629"/>
                  <a:pt x="427" y="629"/>
                  <a:pt x="427" y="629"/>
                </a:cubicBezTo>
                <a:cubicBezTo>
                  <a:pt x="428" y="630"/>
                  <a:pt x="429" y="631"/>
                  <a:pt x="430" y="631"/>
                </a:cubicBezTo>
                <a:cubicBezTo>
                  <a:pt x="432" y="631"/>
                  <a:pt x="434" y="631"/>
                  <a:pt x="435" y="631"/>
                </a:cubicBezTo>
                <a:close/>
                <a:moveTo>
                  <a:pt x="435" y="746"/>
                </a:moveTo>
                <a:cubicBezTo>
                  <a:pt x="435" y="754"/>
                  <a:pt x="435" y="754"/>
                  <a:pt x="435" y="754"/>
                </a:cubicBezTo>
                <a:cubicBezTo>
                  <a:pt x="434" y="754"/>
                  <a:pt x="433" y="755"/>
                  <a:pt x="431" y="755"/>
                </a:cubicBezTo>
                <a:cubicBezTo>
                  <a:pt x="432" y="758"/>
                  <a:pt x="433" y="761"/>
                  <a:pt x="435" y="764"/>
                </a:cubicBezTo>
                <a:cubicBezTo>
                  <a:pt x="435" y="777"/>
                  <a:pt x="435" y="777"/>
                  <a:pt x="435" y="777"/>
                </a:cubicBezTo>
                <a:cubicBezTo>
                  <a:pt x="433" y="773"/>
                  <a:pt x="430" y="770"/>
                  <a:pt x="427" y="766"/>
                </a:cubicBezTo>
                <a:cubicBezTo>
                  <a:pt x="427" y="747"/>
                  <a:pt x="427" y="747"/>
                  <a:pt x="427" y="747"/>
                </a:cubicBezTo>
                <a:cubicBezTo>
                  <a:pt x="430" y="747"/>
                  <a:pt x="433" y="747"/>
                  <a:pt x="435" y="746"/>
                </a:cubicBezTo>
                <a:close/>
                <a:moveTo>
                  <a:pt x="427" y="711"/>
                </a:moveTo>
                <a:cubicBezTo>
                  <a:pt x="427" y="704"/>
                  <a:pt x="427" y="704"/>
                  <a:pt x="427" y="704"/>
                </a:cubicBezTo>
                <a:cubicBezTo>
                  <a:pt x="428" y="711"/>
                  <a:pt x="428" y="711"/>
                  <a:pt x="428" y="711"/>
                </a:cubicBezTo>
                <a:cubicBezTo>
                  <a:pt x="427" y="711"/>
                  <a:pt x="427" y="711"/>
                  <a:pt x="427" y="711"/>
                </a:cubicBezTo>
                <a:close/>
                <a:moveTo>
                  <a:pt x="427" y="548"/>
                </a:moveTo>
                <a:cubicBezTo>
                  <a:pt x="427" y="535"/>
                  <a:pt x="427" y="535"/>
                  <a:pt x="427" y="535"/>
                </a:cubicBezTo>
                <a:cubicBezTo>
                  <a:pt x="429" y="533"/>
                  <a:pt x="431" y="533"/>
                  <a:pt x="434" y="533"/>
                </a:cubicBezTo>
                <a:cubicBezTo>
                  <a:pt x="434" y="539"/>
                  <a:pt x="432" y="545"/>
                  <a:pt x="427" y="548"/>
                </a:cubicBezTo>
                <a:close/>
                <a:moveTo>
                  <a:pt x="424" y="3"/>
                </a:moveTo>
                <a:cubicBezTo>
                  <a:pt x="425" y="3"/>
                  <a:pt x="426" y="3"/>
                  <a:pt x="427" y="2"/>
                </a:cubicBezTo>
                <a:cubicBezTo>
                  <a:pt x="427" y="10"/>
                  <a:pt x="427" y="10"/>
                  <a:pt x="427" y="10"/>
                </a:cubicBezTo>
                <a:cubicBezTo>
                  <a:pt x="426" y="10"/>
                  <a:pt x="425" y="10"/>
                  <a:pt x="424" y="10"/>
                </a:cubicBezTo>
                <a:cubicBezTo>
                  <a:pt x="424" y="3"/>
                  <a:pt x="424" y="3"/>
                  <a:pt x="424" y="3"/>
                </a:cubicBezTo>
                <a:close/>
                <a:moveTo>
                  <a:pt x="427" y="792"/>
                </a:moveTo>
                <a:cubicBezTo>
                  <a:pt x="426" y="792"/>
                  <a:pt x="425" y="792"/>
                  <a:pt x="424" y="792"/>
                </a:cubicBezTo>
                <a:cubicBezTo>
                  <a:pt x="424" y="785"/>
                  <a:pt x="424" y="785"/>
                  <a:pt x="424" y="785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27" y="792"/>
                  <a:pt x="427" y="792"/>
                  <a:pt x="427" y="792"/>
                </a:cubicBezTo>
                <a:close/>
                <a:moveTo>
                  <a:pt x="427" y="22"/>
                </a:moveTo>
                <a:cubicBezTo>
                  <a:pt x="427" y="46"/>
                  <a:pt x="427" y="46"/>
                  <a:pt x="427" y="46"/>
                </a:cubicBezTo>
                <a:cubicBezTo>
                  <a:pt x="426" y="46"/>
                  <a:pt x="425" y="46"/>
                  <a:pt x="424" y="46"/>
                </a:cubicBezTo>
                <a:cubicBezTo>
                  <a:pt x="424" y="38"/>
                  <a:pt x="424" y="38"/>
                  <a:pt x="424" y="38"/>
                </a:cubicBezTo>
                <a:cubicBezTo>
                  <a:pt x="426" y="38"/>
                  <a:pt x="426" y="38"/>
                  <a:pt x="426" y="38"/>
                </a:cubicBezTo>
                <a:cubicBezTo>
                  <a:pt x="425" y="37"/>
                  <a:pt x="425" y="36"/>
                  <a:pt x="424" y="34"/>
                </a:cubicBezTo>
                <a:cubicBezTo>
                  <a:pt x="424" y="14"/>
                  <a:pt x="424" y="14"/>
                  <a:pt x="424" y="14"/>
                </a:cubicBezTo>
                <a:cubicBezTo>
                  <a:pt x="425" y="17"/>
                  <a:pt x="426" y="20"/>
                  <a:pt x="427" y="22"/>
                </a:cubicBezTo>
                <a:close/>
                <a:moveTo>
                  <a:pt x="427" y="110"/>
                </a:moveTo>
                <a:cubicBezTo>
                  <a:pt x="427" y="123"/>
                  <a:pt x="427" y="123"/>
                  <a:pt x="427" y="123"/>
                </a:cubicBezTo>
                <a:cubicBezTo>
                  <a:pt x="426" y="123"/>
                  <a:pt x="425" y="123"/>
                  <a:pt x="424" y="122"/>
                </a:cubicBezTo>
                <a:cubicBezTo>
                  <a:pt x="424" y="109"/>
                  <a:pt x="424" y="109"/>
                  <a:pt x="424" y="109"/>
                </a:cubicBezTo>
                <a:cubicBezTo>
                  <a:pt x="425" y="109"/>
                  <a:pt x="426" y="110"/>
                  <a:pt x="427" y="110"/>
                </a:cubicBezTo>
                <a:close/>
                <a:moveTo>
                  <a:pt x="427" y="126"/>
                </a:moveTo>
                <a:cubicBezTo>
                  <a:pt x="427" y="136"/>
                  <a:pt x="427" y="136"/>
                  <a:pt x="427" y="136"/>
                </a:cubicBezTo>
                <a:cubicBezTo>
                  <a:pt x="426" y="136"/>
                  <a:pt x="425" y="135"/>
                  <a:pt x="424" y="135"/>
                </a:cubicBezTo>
                <a:cubicBezTo>
                  <a:pt x="424" y="126"/>
                  <a:pt x="424" y="126"/>
                  <a:pt x="424" y="126"/>
                </a:cubicBezTo>
                <a:cubicBezTo>
                  <a:pt x="425" y="126"/>
                  <a:pt x="426" y="126"/>
                  <a:pt x="427" y="126"/>
                </a:cubicBezTo>
                <a:close/>
                <a:moveTo>
                  <a:pt x="427" y="166"/>
                </a:moveTo>
                <a:cubicBezTo>
                  <a:pt x="427" y="177"/>
                  <a:pt x="427" y="177"/>
                  <a:pt x="427" y="177"/>
                </a:cubicBezTo>
                <a:cubicBezTo>
                  <a:pt x="427" y="176"/>
                  <a:pt x="425" y="174"/>
                  <a:pt x="424" y="173"/>
                </a:cubicBezTo>
                <a:cubicBezTo>
                  <a:pt x="424" y="165"/>
                  <a:pt x="424" y="165"/>
                  <a:pt x="424" y="165"/>
                </a:cubicBezTo>
                <a:cubicBezTo>
                  <a:pt x="425" y="165"/>
                  <a:pt x="426" y="166"/>
                  <a:pt x="427" y="166"/>
                </a:cubicBezTo>
                <a:close/>
                <a:moveTo>
                  <a:pt x="427" y="190"/>
                </a:moveTo>
                <a:cubicBezTo>
                  <a:pt x="427" y="194"/>
                  <a:pt x="427" y="194"/>
                  <a:pt x="427" y="194"/>
                </a:cubicBezTo>
                <a:cubicBezTo>
                  <a:pt x="426" y="194"/>
                  <a:pt x="425" y="194"/>
                  <a:pt x="424" y="194"/>
                </a:cubicBezTo>
                <a:cubicBezTo>
                  <a:pt x="424" y="189"/>
                  <a:pt x="424" y="189"/>
                  <a:pt x="424" y="189"/>
                </a:cubicBezTo>
                <a:cubicBezTo>
                  <a:pt x="425" y="189"/>
                  <a:pt x="425" y="190"/>
                  <a:pt x="425" y="190"/>
                </a:cubicBezTo>
                <a:cubicBezTo>
                  <a:pt x="427" y="190"/>
                  <a:pt x="427" y="190"/>
                  <a:pt x="427" y="190"/>
                </a:cubicBezTo>
                <a:close/>
                <a:moveTo>
                  <a:pt x="427" y="263"/>
                </a:moveTo>
                <a:cubicBezTo>
                  <a:pt x="427" y="279"/>
                  <a:pt x="427" y="279"/>
                  <a:pt x="427" y="279"/>
                </a:cubicBezTo>
                <a:cubicBezTo>
                  <a:pt x="427" y="279"/>
                  <a:pt x="427" y="278"/>
                  <a:pt x="426" y="277"/>
                </a:cubicBezTo>
                <a:cubicBezTo>
                  <a:pt x="426" y="273"/>
                  <a:pt x="426" y="270"/>
                  <a:pt x="427" y="263"/>
                </a:cubicBezTo>
                <a:close/>
                <a:moveTo>
                  <a:pt x="427" y="298"/>
                </a:moveTo>
                <a:cubicBezTo>
                  <a:pt x="427" y="317"/>
                  <a:pt x="427" y="317"/>
                  <a:pt x="427" y="317"/>
                </a:cubicBezTo>
                <a:cubicBezTo>
                  <a:pt x="426" y="317"/>
                  <a:pt x="425" y="317"/>
                  <a:pt x="424" y="317"/>
                </a:cubicBezTo>
                <a:cubicBezTo>
                  <a:pt x="424" y="313"/>
                  <a:pt x="424" y="313"/>
                  <a:pt x="424" y="313"/>
                </a:cubicBezTo>
                <a:cubicBezTo>
                  <a:pt x="424" y="313"/>
                  <a:pt x="424" y="313"/>
                  <a:pt x="424" y="313"/>
                </a:cubicBezTo>
                <a:cubicBezTo>
                  <a:pt x="425" y="313"/>
                  <a:pt x="426" y="313"/>
                  <a:pt x="427" y="313"/>
                </a:cubicBezTo>
                <a:cubicBezTo>
                  <a:pt x="426" y="309"/>
                  <a:pt x="426" y="305"/>
                  <a:pt x="424" y="303"/>
                </a:cubicBezTo>
                <a:cubicBezTo>
                  <a:pt x="424" y="297"/>
                  <a:pt x="424" y="297"/>
                  <a:pt x="424" y="297"/>
                </a:cubicBezTo>
                <a:cubicBezTo>
                  <a:pt x="425" y="297"/>
                  <a:pt x="426" y="298"/>
                  <a:pt x="427" y="298"/>
                </a:cubicBezTo>
                <a:close/>
                <a:moveTo>
                  <a:pt x="427" y="378"/>
                </a:moveTo>
                <a:cubicBezTo>
                  <a:pt x="427" y="409"/>
                  <a:pt x="427" y="409"/>
                  <a:pt x="427" y="409"/>
                </a:cubicBezTo>
                <a:cubicBezTo>
                  <a:pt x="425" y="411"/>
                  <a:pt x="425" y="411"/>
                  <a:pt x="425" y="411"/>
                </a:cubicBezTo>
                <a:cubicBezTo>
                  <a:pt x="425" y="411"/>
                  <a:pt x="426" y="415"/>
                  <a:pt x="427" y="420"/>
                </a:cubicBezTo>
                <a:cubicBezTo>
                  <a:pt x="427" y="454"/>
                  <a:pt x="427" y="454"/>
                  <a:pt x="427" y="454"/>
                </a:cubicBezTo>
                <a:cubicBezTo>
                  <a:pt x="424" y="451"/>
                  <a:pt x="424" y="451"/>
                  <a:pt x="424" y="451"/>
                </a:cubicBezTo>
                <a:cubicBezTo>
                  <a:pt x="424" y="378"/>
                  <a:pt x="424" y="378"/>
                  <a:pt x="424" y="378"/>
                </a:cubicBezTo>
                <a:cubicBezTo>
                  <a:pt x="427" y="378"/>
                  <a:pt x="427" y="378"/>
                  <a:pt x="427" y="378"/>
                </a:cubicBezTo>
                <a:close/>
                <a:moveTo>
                  <a:pt x="427" y="487"/>
                </a:moveTo>
                <a:cubicBezTo>
                  <a:pt x="427" y="491"/>
                  <a:pt x="427" y="491"/>
                  <a:pt x="427" y="491"/>
                </a:cubicBezTo>
                <a:cubicBezTo>
                  <a:pt x="426" y="491"/>
                  <a:pt x="425" y="491"/>
                  <a:pt x="424" y="492"/>
                </a:cubicBezTo>
                <a:cubicBezTo>
                  <a:pt x="425" y="493"/>
                  <a:pt x="426" y="494"/>
                  <a:pt x="427" y="495"/>
                </a:cubicBezTo>
                <a:cubicBezTo>
                  <a:pt x="427" y="500"/>
                  <a:pt x="427" y="500"/>
                  <a:pt x="427" y="500"/>
                </a:cubicBezTo>
                <a:cubicBezTo>
                  <a:pt x="426" y="499"/>
                  <a:pt x="425" y="497"/>
                  <a:pt x="424" y="497"/>
                </a:cubicBezTo>
                <a:cubicBezTo>
                  <a:pt x="424" y="488"/>
                  <a:pt x="424" y="488"/>
                  <a:pt x="424" y="488"/>
                </a:cubicBezTo>
                <a:cubicBezTo>
                  <a:pt x="425" y="488"/>
                  <a:pt x="426" y="487"/>
                  <a:pt x="427" y="487"/>
                </a:cubicBezTo>
                <a:close/>
                <a:moveTo>
                  <a:pt x="427" y="503"/>
                </a:moveTo>
                <a:cubicBezTo>
                  <a:pt x="427" y="506"/>
                  <a:pt x="427" y="506"/>
                  <a:pt x="427" y="506"/>
                </a:cubicBezTo>
                <a:cubicBezTo>
                  <a:pt x="426" y="506"/>
                  <a:pt x="425" y="507"/>
                  <a:pt x="424" y="507"/>
                </a:cubicBezTo>
                <a:cubicBezTo>
                  <a:pt x="424" y="503"/>
                  <a:pt x="424" y="503"/>
                  <a:pt x="424" y="503"/>
                </a:cubicBezTo>
                <a:cubicBezTo>
                  <a:pt x="427" y="503"/>
                  <a:pt x="427" y="503"/>
                  <a:pt x="427" y="503"/>
                </a:cubicBezTo>
                <a:close/>
                <a:moveTo>
                  <a:pt x="427" y="518"/>
                </a:moveTo>
                <a:cubicBezTo>
                  <a:pt x="427" y="530"/>
                  <a:pt x="427" y="530"/>
                  <a:pt x="427" y="530"/>
                </a:cubicBezTo>
                <a:cubicBezTo>
                  <a:pt x="427" y="531"/>
                  <a:pt x="427" y="531"/>
                  <a:pt x="427" y="531"/>
                </a:cubicBezTo>
                <a:cubicBezTo>
                  <a:pt x="426" y="531"/>
                  <a:pt x="425" y="531"/>
                  <a:pt x="424" y="531"/>
                </a:cubicBezTo>
                <a:cubicBezTo>
                  <a:pt x="424" y="520"/>
                  <a:pt x="424" y="520"/>
                  <a:pt x="424" y="520"/>
                </a:cubicBezTo>
                <a:cubicBezTo>
                  <a:pt x="425" y="519"/>
                  <a:pt x="426" y="519"/>
                  <a:pt x="427" y="518"/>
                </a:cubicBezTo>
                <a:close/>
                <a:moveTo>
                  <a:pt x="427" y="535"/>
                </a:moveTo>
                <a:cubicBezTo>
                  <a:pt x="427" y="548"/>
                  <a:pt x="427" y="548"/>
                  <a:pt x="427" y="548"/>
                </a:cubicBezTo>
                <a:cubicBezTo>
                  <a:pt x="426" y="549"/>
                  <a:pt x="425" y="550"/>
                  <a:pt x="424" y="550"/>
                </a:cubicBezTo>
                <a:cubicBezTo>
                  <a:pt x="424" y="538"/>
                  <a:pt x="424" y="538"/>
                  <a:pt x="424" y="538"/>
                </a:cubicBezTo>
                <a:cubicBezTo>
                  <a:pt x="425" y="537"/>
                  <a:pt x="426" y="535"/>
                  <a:pt x="427" y="535"/>
                </a:cubicBezTo>
                <a:close/>
                <a:moveTo>
                  <a:pt x="427" y="610"/>
                </a:moveTo>
                <a:cubicBezTo>
                  <a:pt x="427" y="616"/>
                  <a:pt x="427" y="616"/>
                  <a:pt x="427" y="616"/>
                </a:cubicBezTo>
                <a:cubicBezTo>
                  <a:pt x="426" y="615"/>
                  <a:pt x="425" y="615"/>
                  <a:pt x="424" y="615"/>
                </a:cubicBezTo>
                <a:cubicBezTo>
                  <a:pt x="424" y="610"/>
                  <a:pt x="424" y="610"/>
                  <a:pt x="424" y="610"/>
                </a:cubicBezTo>
                <a:cubicBezTo>
                  <a:pt x="425" y="610"/>
                  <a:pt x="426" y="610"/>
                  <a:pt x="427" y="610"/>
                </a:cubicBezTo>
                <a:close/>
                <a:moveTo>
                  <a:pt x="427" y="629"/>
                </a:moveTo>
                <a:cubicBezTo>
                  <a:pt x="427" y="637"/>
                  <a:pt x="427" y="637"/>
                  <a:pt x="427" y="637"/>
                </a:cubicBezTo>
                <a:cubicBezTo>
                  <a:pt x="426" y="637"/>
                  <a:pt x="425" y="638"/>
                  <a:pt x="424" y="638"/>
                </a:cubicBezTo>
                <a:cubicBezTo>
                  <a:pt x="424" y="626"/>
                  <a:pt x="424" y="626"/>
                  <a:pt x="424" y="626"/>
                </a:cubicBezTo>
                <a:cubicBezTo>
                  <a:pt x="425" y="627"/>
                  <a:pt x="426" y="628"/>
                  <a:pt x="427" y="629"/>
                </a:cubicBezTo>
                <a:close/>
                <a:moveTo>
                  <a:pt x="427" y="704"/>
                </a:moveTo>
                <a:cubicBezTo>
                  <a:pt x="427" y="711"/>
                  <a:pt x="427" y="711"/>
                  <a:pt x="427" y="711"/>
                </a:cubicBezTo>
                <a:cubicBezTo>
                  <a:pt x="426" y="711"/>
                  <a:pt x="425" y="711"/>
                  <a:pt x="424" y="711"/>
                </a:cubicBezTo>
                <a:cubicBezTo>
                  <a:pt x="424" y="670"/>
                  <a:pt x="424" y="670"/>
                  <a:pt x="424" y="670"/>
                </a:cubicBezTo>
                <a:cubicBezTo>
                  <a:pt x="425" y="670"/>
                  <a:pt x="425" y="670"/>
                  <a:pt x="425" y="670"/>
                </a:cubicBezTo>
                <a:cubicBezTo>
                  <a:pt x="426" y="681"/>
                  <a:pt x="427" y="693"/>
                  <a:pt x="427" y="704"/>
                </a:cubicBezTo>
                <a:close/>
                <a:moveTo>
                  <a:pt x="427" y="747"/>
                </a:moveTo>
                <a:cubicBezTo>
                  <a:pt x="427" y="766"/>
                  <a:pt x="427" y="766"/>
                  <a:pt x="427" y="766"/>
                </a:cubicBezTo>
                <a:cubicBezTo>
                  <a:pt x="426" y="765"/>
                  <a:pt x="425" y="764"/>
                  <a:pt x="424" y="763"/>
                </a:cubicBezTo>
                <a:cubicBezTo>
                  <a:pt x="424" y="748"/>
                  <a:pt x="424" y="748"/>
                  <a:pt x="424" y="748"/>
                </a:cubicBezTo>
                <a:cubicBezTo>
                  <a:pt x="425" y="748"/>
                  <a:pt x="426" y="748"/>
                  <a:pt x="427" y="747"/>
                </a:cubicBezTo>
                <a:close/>
                <a:moveTo>
                  <a:pt x="419" y="3"/>
                </a:moveTo>
                <a:cubicBezTo>
                  <a:pt x="421" y="3"/>
                  <a:pt x="423" y="3"/>
                  <a:pt x="424" y="3"/>
                </a:cubicBezTo>
                <a:cubicBezTo>
                  <a:pt x="424" y="10"/>
                  <a:pt x="424" y="10"/>
                  <a:pt x="424" y="10"/>
                </a:cubicBezTo>
                <a:cubicBezTo>
                  <a:pt x="423" y="10"/>
                  <a:pt x="423" y="10"/>
                  <a:pt x="422" y="10"/>
                </a:cubicBezTo>
                <a:cubicBezTo>
                  <a:pt x="423" y="12"/>
                  <a:pt x="423" y="13"/>
                  <a:pt x="424" y="14"/>
                </a:cubicBezTo>
                <a:cubicBezTo>
                  <a:pt x="424" y="34"/>
                  <a:pt x="424" y="34"/>
                  <a:pt x="424" y="34"/>
                </a:cubicBezTo>
                <a:cubicBezTo>
                  <a:pt x="422" y="30"/>
                  <a:pt x="421" y="27"/>
                  <a:pt x="419" y="24"/>
                </a:cubicBezTo>
                <a:cubicBezTo>
                  <a:pt x="419" y="3"/>
                  <a:pt x="419" y="3"/>
                  <a:pt x="419" y="3"/>
                </a:cubicBezTo>
                <a:close/>
                <a:moveTo>
                  <a:pt x="424" y="792"/>
                </a:moveTo>
                <a:cubicBezTo>
                  <a:pt x="423" y="793"/>
                  <a:pt x="421" y="793"/>
                  <a:pt x="419" y="793"/>
                </a:cubicBezTo>
                <a:cubicBezTo>
                  <a:pt x="419" y="783"/>
                  <a:pt x="419" y="783"/>
                  <a:pt x="419" y="783"/>
                </a:cubicBezTo>
                <a:cubicBezTo>
                  <a:pt x="421" y="784"/>
                  <a:pt x="423" y="785"/>
                  <a:pt x="424" y="785"/>
                </a:cubicBezTo>
                <a:cubicBezTo>
                  <a:pt x="424" y="792"/>
                  <a:pt x="424" y="792"/>
                  <a:pt x="424" y="792"/>
                </a:cubicBezTo>
                <a:close/>
                <a:moveTo>
                  <a:pt x="424" y="38"/>
                </a:moveTo>
                <a:cubicBezTo>
                  <a:pt x="424" y="46"/>
                  <a:pt x="424" y="46"/>
                  <a:pt x="424" y="46"/>
                </a:cubicBezTo>
                <a:cubicBezTo>
                  <a:pt x="423" y="47"/>
                  <a:pt x="421" y="46"/>
                  <a:pt x="419" y="46"/>
                </a:cubicBezTo>
                <a:cubicBezTo>
                  <a:pt x="419" y="39"/>
                  <a:pt x="419" y="39"/>
                  <a:pt x="419" y="39"/>
                </a:cubicBezTo>
                <a:cubicBezTo>
                  <a:pt x="421" y="39"/>
                  <a:pt x="423" y="38"/>
                  <a:pt x="424" y="38"/>
                </a:cubicBezTo>
                <a:close/>
                <a:moveTo>
                  <a:pt x="424" y="109"/>
                </a:moveTo>
                <a:cubicBezTo>
                  <a:pt x="424" y="122"/>
                  <a:pt x="424" y="122"/>
                  <a:pt x="424" y="122"/>
                </a:cubicBezTo>
                <a:cubicBezTo>
                  <a:pt x="422" y="122"/>
                  <a:pt x="421" y="122"/>
                  <a:pt x="419" y="121"/>
                </a:cubicBezTo>
                <a:cubicBezTo>
                  <a:pt x="419" y="109"/>
                  <a:pt x="419" y="109"/>
                  <a:pt x="419" y="109"/>
                </a:cubicBezTo>
                <a:cubicBezTo>
                  <a:pt x="421" y="109"/>
                  <a:pt x="422" y="109"/>
                  <a:pt x="424" y="109"/>
                </a:cubicBezTo>
                <a:close/>
                <a:moveTo>
                  <a:pt x="424" y="126"/>
                </a:moveTo>
                <a:cubicBezTo>
                  <a:pt x="424" y="135"/>
                  <a:pt x="424" y="135"/>
                  <a:pt x="424" y="135"/>
                </a:cubicBezTo>
                <a:cubicBezTo>
                  <a:pt x="423" y="134"/>
                  <a:pt x="422" y="133"/>
                  <a:pt x="421" y="133"/>
                </a:cubicBezTo>
                <a:cubicBezTo>
                  <a:pt x="420" y="131"/>
                  <a:pt x="420" y="130"/>
                  <a:pt x="420" y="129"/>
                </a:cubicBezTo>
                <a:cubicBezTo>
                  <a:pt x="421" y="128"/>
                  <a:pt x="423" y="127"/>
                  <a:pt x="424" y="126"/>
                </a:cubicBezTo>
                <a:close/>
                <a:moveTo>
                  <a:pt x="424" y="165"/>
                </a:moveTo>
                <a:cubicBezTo>
                  <a:pt x="424" y="173"/>
                  <a:pt x="424" y="173"/>
                  <a:pt x="424" y="173"/>
                </a:cubicBezTo>
                <a:cubicBezTo>
                  <a:pt x="423" y="172"/>
                  <a:pt x="421" y="171"/>
                  <a:pt x="419" y="171"/>
                </a:cubicBezTo>
                <a:cubicBezTo>
                  <a:pt x="419" y="165"/>
                  <a:pt x="419" y="165"/>
                  <a:pt x="419" y="165"/>
                </a:cubicBezTo>
                <a:cubicBezTo>
                  <a:pt x="421" y="165"/>
                  <a:pt x="423" y="165"/>
                  <a:pt x="424" y="165"/>
                </a:cubicBezTo>
                <a:close/>
                <a:moveTo>
                  <a:pt x="424" y="189"/>
                </a:moveTo>
                <a:cubicBezTo>
                  <a:pt x="424" y="194"/>
                  <a:pt x="424" y="194"/>
                  <a:pt x="424" y="194"/>
                </a:cubicBezTo>
                <a:cubicBezTo>
                  <a:pt x="423" y="194"/>
                  <a:pt x="423" y="194"/>
                  <a:pt x="423" y="194"/>
                </a:cubicBezTo>
                <a:cubicBezTo>
                  <a:pt x="421" y="193"/>
                  <a:pt x="421" y="193"/>
                  <a:pt x="419" y="193"/>
                </a:cubicBezTo>
                <a:cubicBezTo>
                  <a:pt x="419" y="184"/>
                  <a:pt x="419" y="184"/>
                  <a:pt x="419" y="184"/>
                </a:cubicBezTo>
                <a:cubicBezTo>
                  <a:pt x="421" y="186"/>
                  <a:pt x="422" y="188"/>
                  <a:pt x="424" y="189"/>
                </a:cubicBezTo>
                <a:close/>
                <a:moveTo>
                  <a:pt x="424" y="297"/>
                </a:moveTo>
                <a:cubicBezTo>
                  <a:pt x="424" y="303"/>
                  <a:pt x="424" y="303"/>
                  <a:pt x="424" y="303"/>
                </a:cubicBezTo>
                <a:cubicBezTo>
                  <a:pt x="423" y="301"/>
                  <a:pt x="421" y="300"/>
                  <a:pt x="419" y="300"/>
                </a:cubicBezTo>
                <a:cubicBezTo>
                  <a:pt x="419" y="296"/>
                  <a:pt x="419" y="296"/>
                  <a:pt x="419" y="296"/>
                </a:cubicBezTo>
                <a:cubicBezTo>
                  <a:pt x="421" y="296"/>
                  <a:pt x="422" y="297"/>
                  <a:pt x="424" y="297"/>
                </a:cubicBezTo>
                <a:close/>
                <a:moveTo>
                  <a:pt x="424" y="313"/>
                </a:moveTo>
                <a:cubicBezTo>
                  <a:pt x="424" y="317"/>
                  <a:pt x="424" y="317"/>
                  <a:pt x="424" y="317"/>
                </a:cubicBezTo>
                <a:cubicBezTo>
                  <a:pt x="424" y="317"/>
                  <a:pt x="423" y="316"/>
                  <a:pt x="423" y="316"/>
                </a:cubicBezTo>
                <a:cubicBezTo>
                  <a:pt x="422" y="315"/>
                  <a:pt x="421" y="315"/>
                  <a:pt x="419" y="314"/>
                </a:cubicBezTo>
                <a:cubicBezTo>
                  <a:pt x="419" y="305"/>
                  <a:pt x="419" y="305"/>
                  <a:pt x="419" y="305"/>
                </a:cubicBezTo>
                <a:cubicBezTo>
                  <a:pt x="422" y="311"/>
                  <a:pt x="423" y="312"/>
                  <a:pt x="424" y="313"/>
                </a:cubicBezTo>
                <a:close/>
                <a:moveTo>
                  <a:pt x="424" y="378"/>
                </a:moveTo>
                <a:cubicBezTo>
                  <a:pt x="424" y="451"/>
                  <a:pt x="424" y="451"/>
                  <a:pt x="424" y="451"/>
                </a:cubicBezTo>
                <a:cubicBezTo>
                  <a:pt x="419" y="448"/>
                  <a:pt x="419" y="448"/>
                  <a:pt x="419" y="448"/>
                </a:cubicBezTo>
                <a:cubicBezTo>
                  <a:pt x="419" y="378"/>
                  <a:pt x="419" y="378"/>
                  <a:pt x="419" y="378"/>
                </a:cubicBezTo>
                <a:cubicBezTo>
                  <a:pt x="424" y="378"/>
                  <a:pt x="424" y="378"/>
                  <a:pt x="424" y="378"/>
                </a:cubicBezTo>
                <a:close/>
                <a:moveTo>
                  <a:pt x="424" y="488"/>
                </a:moveTo>
                <a:cubicBezTo>
                  <a:pt x="424" y="497"/>
                  <a:pt x="424" y="497"/>
                  <a:pt x="424" y="497"/>
                </a:cubicBezTo>
                <a:cubicBezTo>
                  <a:pt x="423" y="495"/>
                  <a:pt x="421" y="495"/>
                  <a:pt x="419" y="495"/>
                </a:cubicBezTo>
                <a:cubicBezTo>
                  <a:pt x="419" y="489"/>
                  <a:pt x="419" y="489"/>
                  <a:pt x="419" y="489"/>
                </a:cubicBezTo>
                <a:cubicBezTo>
                  <a:pt x="421" y="489"/>
                  <a:pt x="422" y="489"/>
                  <a:pt x="424" y="488"/>
                </a:cubicBezTo>
                <a:close/>
                <a:moveTo>
                  <a:pt x="424" y="503"/>
                </a:moveTo>
                <a:cubicBezTo>
                  <a:pt x="424" y="507"/>
                  <a:pt x="424" y="507"/>
                  <a:pt x="424" y="507"/>
                </a:cubicBezTo>
                <a:cubicBezTo>
                  <a:pt x="423" y="508"/>
                  <a:pt x="421" y="508"/>
                  <a:pt x="419" y="508"/>
                </a:cubicBezTo>
                <a:cubicBezTo>
                  <a:pt x="419" y="502"/>
                  <a:pt x="419" y="502"/>
                  <a:pt x="419" y="502"/>
                </a:cubicBezTo>
                <a:cubicBezTo>
                  <a:pt x="420" y="503"/>
                  <a:pt x="420" y="503"/>
                  <a:pt x="420" y="503"/>
                </a:cubicBezTo>
                <a:cubicBezTo>
                  <a:pt x="424" y="503"/>
                  <a:pt x="424" y="503"/>
                  <a:pt x="424" y="503"/>
                </a:cubicBezTo>
                <a:close/>
                <a:moveTo>
                  <a:pt x="424" y="520"/>
                </a:moveTo>
                <a:cubicBezTo>
                  <a:pt x="424" y="531"/>
                  <a:pt x="424" y="531"/>
                  <a:pt x="424" y="531"/>
                </a:cubicBezTo>
                <a:cubicBezTo>
                  <a:pt x="423" y="531"/>
                  <a:pt x="423" y="531"/>
                  <a:pt x="422" y="531"/>
                </a:cubicBezTo>
                <a:cubicBezTo>
                  <a:pt x="422" y="527"/>
                  <a:pt x="422" y="523"/>
                  <a:pt x="424" y="520"/>
                </a:cubicBezTo>
                <a:close/>
                <a:moveTo>
                  <a:pt x="424" y="538"/>
                </a:moveTo>
                <a:cubicBezTo>
                  <a:pt x="424" y="550"/>
                  <a:pt x="424" y="550"/>
                  <a:pt x="424" y="550"/>
                </a:cubicBezTo>
                <a:cubicBezTo>
                  <a:pt x="423" y="550"/>
                  <a:pt x="422" y="551"/>
                  <a:pt x="421" y="551"/>
                </a:cubicBezTo>
                <a:cubicBezTo>
                  <a:pt x="421" y="547"/>
                  <a:pt x="421" y="542"/>
                  <a:pt x="424" y="538"/>
                </a:cubicBezTo>
                <a:close/>
                <a:moveTo>
                  <a:pt x="424" y="610"/>
                </a:moveTo>
                <a:cubicBezTo>
                  <a:pt x="424" y="615"/>
                  <a:pt x="424" y="615"/>
                  <a:pt x="424" y="615"/>
                </a:cubicBezTo>
                <a:cubicBezTo>
                  <a:pt x="423" y="615"/>
                  <a:pt x="421" y="615"/>
                  <a:pt x="419" y="616"/>
                </a:cubicBezTo>
                <a:cubicBezTo>
                  <a:pt x="419" y="611"/>
                  <a:pt x="419" y="611"/>
                  <a:pt x="419" y="611"/>
                </a:cubicBezTo>
                <a:cubicBezTo>
                  <a:pt x="421" y="611"/>
                  <a:pt x="423" y="610"/>
                  <a:pt x="424" y="610"/>
                </a:cubicBezTo>
                <a:close/>
                <a:moveTo>
                  <a:pt x="424" y="626"/>
                </a:moveTo>
                <a:cubicBezTo>
                  <a:pt x="424" y="638"/>
                  <a:pt x="424" y="638"/>
                  <a:pt x="424" y="638"/>
                </a:cubicBezTo>
                <a:cubicBezTo>
                  <a:pt x="423" y="638"/>
                  <a:pt x="421" y="638"/>
                  <a:pt x="419" y="638"/>
                </a:cubicBezTo>
                <a:cubicBezTo>
                  <a:pt x="419" y="633"/>
                  <a:pt x="419" y="633"/>
                  <a:pt x="419" y="633"/>
                </a:cubicBezTo>
                <a:cubicBezTo>
                  <a:pt x="420" y="633"/>
                  <a:pt x="420" y="633"/>
                  <a:pt x="421" y="633"/>
                </a:cubicBezTo>
                <a:cubicBezTo>
                  <a:pt x="421" y="631"/>
                  <a:pt x="420" y="629"/>
                  <a:pt x="419" y="628"/>
                </a:cubicBezTo>
                <a:cubicBezTo>
                  <a:pt x="419" y="619"/>
                  <a:pt x="419" y="619"/>
                  <a:pt x="419" y="619"/>
                </a:cubicBezTo>
                <a:cubicBezTo>
                  <a:pt x="421" y="622"/>
                  <a:pt x="422" y="624"/>
                  <a:pt x="424" y="626"/>
                </a:cubicBezTo>
                <a:close/>
                <a:moveTo>
                  <a:pt x="424" y="670"/>
                </a:moveTo>
                <a:cubicBezTo>
                  <a:pt x="424" y="711"/>
                  <a:pt x="424" y="711"/>
                  <a:pt x="424" y="711"/>
                </a:cubicBezTo>
                <a:cubicBezTo>
                  <a:pt x="423" y="712"/>
                  <a:pt x="421" y="712"/>
                  <a:pt x="419" y="712"/>
                </a:cubicBezTo>
                <a:cubicBezTo>
                  <a:pt x="419" y="671"/>
                  <a:pt x="419" y="671"/>
                  <a:pt x="419" y="671"/>
                </a:cubicBezTo>
                <a:cubicBezTo>
                  <a:pt x="421" y="671"/>
                  <a:pt x="422" y="671"/>
                  <a:pt x="424" y="670"/>
                </a:cubicBezTo>
                <a:close/>
                <a:moveTo>
                  <a:pt x="424" y="748"/>
                </a:moveTo>
                <a:cubicBezTo>
                  <a:pt x="424" y="763"/>
                  <a:pt x="424" y="763"/>
                  <a:pt x="424" y="763"/>
                </a:cubicBezTo>
                <a:cubicBezTo>
                  <a:pt x="423" y="761"/>
                  <a:pt x="421" y="760"/>
                  <a:pt x="419" y="759"/>
                </a:cubicBezTo>
                <a:cubicBezTo>
                  <a:pt x="419" y="748"/>
                  <a:pt x="419" y="748"/>
                  <a:pt x="419" y="748"/>
                </a:cubicBezTo>
                <a:cubicBezTo>
                  <a:pt x="421" y="748"/>
                  <a:pt x="423" y="748"/>
                  <a:pt x="424" y="748"/>
                </a:cubicBezTo>
                <a:close/>
                <a:moveTo>
                  <a:pt x="415" y="2"/>
                </a:moveTo>
                <a:cubicBezTo>
                  <a:pt x="416" y="2"/>
                  <a:pt x="418" y="3"/>
                  <a:pt x="419" y="3"/>
                </a:cubicBezTo>
                <a:cubicBezTo>
                  <a:pt x="419" y="24"/>
                  <a:pt x="419" y="24"/>
                  <a:pt x="419" y="24"/>
                </a:cubicBezTo>
                <a:cubicBezTo>
                  <a:pt x="418" y="21"/>
                  <a:pt x="416" y="19"/>
                  <a:pt x="415" y="17"/>
                </a:cubicBezTo>
                <a:cubicBezTo>
                  <a:pt x="415" y="2"/>
                  <a:pt x="415" y="2"/>
                  <a:pt x="415" y="2"/>
                </a:cubicBezTo>
                <a:close/>
                <a:moveTo>
                  <a:pt x="419" y="793"/>
                </a:moveTo>
                <a:cubicBezTo>
                  <a:pt x="418" y="793"/>
                  <a:pt x="416" y="793"/>
                  <a:pt x="415" y="793"/>
                </a:cubicBezTo>
                <a:cubicBezTo>
                  <a:pt x="415" y="782"/>
                  <a:pt x="415" y="782"/>
                  <a:pt x="415" y="782"/>
                </a:cubicBezTo>
                <a:cubicBezTo>
                  <a:pt x="419" y="783"/>
                  <a:pt x="419" y="783"/>
                  <a:pt x="419" y="783"/>
                </a:cubicBezTo>
                <a:cubicBezTo>
                  <a:pt x="419" y="793"/>
                  <a:pt x="419" y="793"/>
                  <a:pt x="419" y="793"/>
                </a:cubicBezTo>
                <a:close/>
                <a:moveTo>
                  <a:pt x="419" y="39"/>
                </a:moveTo>
                <a:cubicBezTo>
                  <a:pt x="419" y="46"/>
                  <a:pt x="419" y="46"/>
                  <a:pt x="419" y="46"/>
                </a:cubicBezTo>
                <a:cubicBezTo>
                  <a:pt x="418" y="46"/>
                  <a:pt x="416" y="46"/>
                  <a:pt x="415" y="46"/>
                </a:cubicBezTo>
                <a:cubicBezTo>
                  <a:pt x="415" y="39"/>
                  <a:pt x="415" y="39"/>
                  <a:pt x="415" y="39"/>
                </a:cubicBezTo>
                <a:cubicBezTo>
                  <a:pt x="419" y="39"/>
                  <a:pt x="419" y="39"/>
                  <a:pt x="419" y="39"/>
                </a:cubicBezTo>
                <a:close/>
                <a:moveTo>
                  <a:pt x="419" y="109"/>
                </a:moveTo>
                <a:cubicBezTo>
                  <a:pt x="419" y="121"/>
                  <a:pt x="419" y="121"/>
                  <a:pt x="419" y="121"/>
                </a:cubicBezTo>
                <a:cubicBezTo>
                  <a:pt x="418" y="120"/>
                  <a:pt x="416" y="120"/>
                  <a:pt x="415" y="119"/>
                </a:cubicBezTo>
                <a:cubicBezTo>
                  <a:pt x="415" y="110"/>
                  <a:pt x="415" y="110"/>
                  <a:pt x="415" y="110"/>
                </a:cubicBezTo>
                <a:cubicBezTo>
                  <a:pt x="416" y="109"/>
                  <a:pt x="418" y="109"/>
                  <a:pt x="419" y="109"/>
                </a:cubicBezTo>
                <a:close/>
                <a:moveTo>
                  <a:pt x="419" y="165"/>
                </a:moveTo>
                <a:cubicBezTo>
                  <a:pt x="419" y="171"/>
                  <a:pt x="419" y="171"/>
                  <a:pt x="419" y="171"/>
                </a:cubicBezTo>
                <a:cubicBezTo>
                  <a:pt x="418" y="171"/>
                  <a:pt x="416" y="171"/>
                  <a:pt x="415" y="171"/>
                </a:cubicBezTo>
                <a:cubicBezTo>
                  <a:pt x="415" y="165"/>
                  <a:pt x="415" y="165"/>
                  <a:pt x="415" y="165"/>
                </a:cubicBezTo>
                <a:cubicBezTo>
                  <a:pt x="416" y="165"/>
                  <a:pt x="418" y="165"/>
                  <a:pt x="419" y="165"/>
                </a:cubicBezTo>
                <a:close/>
                <a:moveTo>
                  <a:pt x="419" y="184"/>
                </a:moveTo>
                <a:cubicBezTo>
                  <a:pt x="419" y="193"/>
                  <a:pt x="419" y="193"/>
                  <a:pt x="419" y="193"/>
                </a:cubicBezTo>
                <a:cubicBezTo>
                  <a:pt x="418" y="193"/>
                  <a:pt x="417" y="193"/>
                  <a:pt x="415" y="193"/>
                </a:cubicBezTo>
                <a:cubicBezTo>
                  <a:pt x="415" y="177"/>
                  <a:pt x="415" y="177"/>
                  <a:pt x="415" y="177"/>
                </a:cubicBezTo>
                <a:cubicBezTo>
                  <a:pt x="416" y="179"/>
                  <a:pt x="418" y="182"/>
                  <a:pt x="419" y="184"/>
                </a:cubicBezTo>
                <a:close/>
                <a:moveTo>
                  <a:pt x="419" y="296"/>
                </a:moveTo>
                <a:cubicBezTo>
                  <a:pt x="419" y="300"/>
                  <a:pt x="419" y="300"/>
                  <a:pt x="419" y="300"/>
                </a:cubicBezTo>
                <a:cubicBezTo>
                  <a:pt x="418" y="300"/>
                  <a:pt x="417" y="300"/>
                  <a:pt x="416" y="300"/>
                </a:cubicBezTo>
                <a:cubicBezTo>
                  <a:pt x="417" y="302"/>
                  <a:pt x="418" y="304"/>
                  <a:pt x="419" y="305"/>
                </a:cubicBezTo>
                <a:cubicBezTo>
                  <a:pt x="419" y="314"/>
                  <a:pt x="419" y="314"/>
                  <a:pt x="419" y="314"/>
                </a:cubicBezTo>
                <a:cubicBezTo>
                  <a:pt x="418" y="314"/>
                  <a:pt x="416" y="313"/>
                  <a:pt x="415" y="313"/>
                </a:cubicBezTo>
                <a:cubicBezTo>
                  <a:pt x="415" y="309"/>
                  <a:pt x="415" y="309"/>
                  <a:pt x="415" y="309"/>
                </a:cubicBezTo>
                <a:cubicBezTo>
                  <a:pt x="416" y="309"/>
                  <a:pt x="416" y="309"/>
                  <a:pt x="416" y="309"/>
                </a:cubicBezTo>
                <a:cubicBezTo>
                  <a:pt x="415" y="307"/>
                  <a:pt x="415" y="307"/>
                  <a:pt x="415" y="307"/>
                </a:cubicBezTo>
                <a:cubicBezTo>
                  <a:pt x="415" y="295"/>
                  <a:pt x="415" y="295"/>
                  <a:pt x="415" y="295"/>
                </a:cubicBezTo>
                <a:cubicBezTo>
                  <a:pt x="416" y="296"/>
                  <a:pt x="418" y="296"/>
                  <a:pt x="419" y="296"/>
                </a:cubicBezTo>
                <a:close/>
                <a:moveTo>
                  <a:pt x="419" y="378"/>
                </a:moveTo>
                <a:cubicBezTo>
                  <a:pt x="419" y="448"/>
                  <a:pt x="419" y="448"/>
                  <a:pt x="419" y="448"/>
                </a:cubicBezTo>
                <a:cubicBezTo>
                  <a:pt x="415" y="445"/>
                  <a:pt x="415" y="445"/>
                  <a:pt x="415" y="445"/>
                </a:cubicBezTo>
                <a:cubicBezTo>
                  <a:pt x="415" y="378"/>
                  <a:pt x="415" y="378"/>
                  <a:pt x="415" y="378"/>
                </a:cubicBezTo>
                <a:cubicBezTo>
                  <a:pt x="419" y="378"/>
                  <a:pt x="419" y="378"/>
                  <a:pt x="419" y="378"/>
                </a:cubicBezTo>
                <a:close/>
                <a:moveTo>
                  <a:pt x="419" y="489"/>
                </a:moveTo>
                <a:cubicBezTo>
                  <a:pt x="419" y="495"/>
                  <a:pt x="419" y="495"/>
                  <a:pt x="419" y="495"/>
                </a:cubicBezTo>
                <a:cubicBezTo>
                  <a:pt x="418" y="494"/>
                  <a:pt x="416" y="494"/>
                  <a:pt x="415" y="494"/>
                </a:cubicBezTo>
                <a:cubicBezTo>
                  <a:pt x="415" y="491"/>
                  <a:pt x="415" y="491"/>
                  <a:pt x="415" y="491"/>
                </a:cubicBezTo>
                <a:cubicBezTo>
                  <a:pt x="416" y="490"/>
                  <a:pt x="418" y="490"/>
                  <a:pt x="419" y="489"/>
                </a:cubicBezTo>
                <a:close/>
                <a:moveTo>
                  <a:pt x="419" y="502"/>
                </a:moveTo>
                <a:cubicBezTo>
                  <a:pt x="419" y="508"/>
                  <a:pt x="419" y="508"/>
                  <a:pt x="419" y="508"/>
                </a:cubicBezTo>
                <a:cubicBezTo>
                  <a:pt x="418" y="509"/>
                  <a:pt x="416" y="509"/>
                  <a:pt x="415" y="510"/>
                </a:cubicBezTo>
                <a:cubicBezTo>
                  <a:pt x="415" y="505"/>
                  <a:pt x="415" y="505"/>
                  <a:pt x="415" y="505"/>
                </a:cubicBezTo>
                <a:cubicBezTo>
                  <a:pt x="416" y="504"/>
                  <a:pt x="416" y="504"/>
                  <a:pt x="416" y="504"/>
                </a:cubicBezTo>
                <a:cubicBezTo>
                  <a:pt x="415" y="504"/>
                  <a:pt x="415" y="504"/>
                  <a:pt x="415" y="504"/>
                </a:cubicBezTo>
                <a:cubicBezTo>
                  <a:pt x="415" y="495"/>
                  <a:pt x="415" y="495"/>
                  <a:pt x="415" y="495"/>
                </a:cubicBezTo>
                <a:cubicBezTo>
                  <a:pt x="416" y="497"/>
                  <a:pt x="418" y="499"/>
                  <a:pt x="419" y="502"/>
                </a:cubicBezTo>
                <a:close/>
                <a:moveTo>
                  <a:pt x="419" y="611"/>
                </a:moveTo>
                <a:cubicBezTo>
                  <a:pt x="419" y="616"/>
                  <a:pt x="419" y="616"/>
                  <a:pt x="419" y="616"/>
                </a:cubicBezTo>
                <a:cubicBezTo>
                  <a:pt x="418" y="616"/>
                  <a:pt x="418" y="616"/>
                  <a:pt x="417" y="617"/>
                </a:cubicBezTo>
                <a:cubicBezTo>
                  <a:pt x="418" y="617"/>
                  <a:pt x="418" y="618"/>
                  <a:pt x="419" y="619"/>
                </a:cubicBezTo>
                <a:cubicBezTo>
                  <a:pt x="419" y="628"/>
                  <a:pt x="419" y="628"/>
                  <a:pt x="419" y="628"/>
                </a:cubicBezTo>
                <a:cubicBezTo>
                  <a:pt x="418" y="626"/>
                  <a:pt x="416" y="624"/>
                  <a:pt x="415" y="622"/>
                </a:cubicBezTo>
                <a:cubicBezTo>
                  <a:pt x="415" y="611"/>
                  <a:pt x="415" y="611"/>
                  <a:pt x="415" y="611"/>
                </a:cubicBezTo>
                <a:cubicBezTo>
                  <a:pt x="416" y="611"/>
                  <a:pt x="418" y="611"/>
                  <a:pt x="419" y="611"/>
                </a:cubicBezTo>
                <a:close/>
                <a:moveTo>
                  <a:pt x="419" y="633"/>
                </a:moveTo>
                <a:cubicBezTo>
                  <a:pt x="419" y="638"/>
                  <a:pt x="419" y="638"/>
                  <a:pt x="419" y="638"/>
                </a:cubicBezTo>
                <a:cubicBezTo>
                  <a:pt x="418" y="638"/>
                  <a:pt x="416" y="638"/>
                  <a:pt x="415" y="639"/>
                </a:cubicBezTo>
                <a:cubicBezTo>
                  <a:pt x="415" y="633"/>
                  <a:pt x="415" y="633"/>
                  <a:pt x="415" y="633"/>
                </a:cubicBezTo>
                <a:cubicBezTo>
                  <a:pt x="416" y="633"/>
                  <a:pt x="418" y="633"/>
                  <a:pt x="419" y="633"/>
                </a:cubicBezTo>
                <a:close/>
                <a:moveTo>
                  <a:pt x="419" y="671"/>
                </a:moveTo>
                <a:cubicBezTo>
                  <a:pt x="419" y="712"/>
                  <a:pt x="419" y="712"/>
                  <a:pt x="419" y="712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16" y="704"/>
                  <a:pt x="416" y="696"/>
                  <a:pt x="415" y="687"/>
                </a:cubicBezTo>
                <a:cubicBezTo>
                  <a:pt x="415" y="673"/>
                  <a:pt x="415" y="673"/>
                  <a:pt x="415" y="673"/>
                </a:cubicBezTo>
                <a:cubicBezTo>
                  <a:pt x="416" y="672"/>
                  <a:pt x="418" y="672"/>
                  <a:pt x="419" y="671"/>
                </a:cubicBezTo>
                <a:close/>
                <a:moveTo>
                  <a:pt x="419" y="748"/>
                </a:moveTo>
                <a:cubicBezTo>
                  <a:pt x="419" y="759"/>
                  <a:pt x="419" y="759"/>
                  <a:pt x="419" y="759"/>
                </a:cubicBezTo>
                <a:cubicBezTo>
                  <a:pt x="418" y="758"/>
                  <a:pt x="416" y="757"/>
                  <a:pt x="415" y="757"/>
                </a:cubicBezTo>
                <a:cubicBezTo>
                  <a:pt x="415" y="749"/>
                  <a:pt x="415" y="749"/>
                  <a:pt x="415" y="749"/>
                </a:cubicBezTo>
                <a:cubicBezTo>
                  <a:pt x="416" y="748"/>
                  <a:pt x="418" y="748"/>
                  <a:pt x="419" y="748"/>
                </a:cubicBezTo>
                <a:close/>
                <a:moveTo>
                  <a:pt x="413" y="2"/>
                </a:moveTo>
                <a:cubicBezTo>
                  <a:pt x="414" y="2"/>
                  <a:pt x="414" y="2"/>
                  <a:pt x="415" y="2"/>
                </a:cubicBezTo>
                <a:cubicBezTo>
                  <a:pt x="415" y="17"/>
                  <a:pt x="415" y="17"/>
                  <a:pt x="415" y="17"/>
                </a:cubicBezTo>
                <a:cubicBezTo>
                  <a:pt x="414" y="16"/>
                  <a:pt x="414" y="15"/>
                  <a:pt x="413" y="14"/>
                </a:cubicBezTo>
                <a:cubicBezTo>
                  <a:pt x="413" y="2"/>
                  <a:pt x="413" y="2"/>
                  <a:pt x="413" y="2"/>
                </a:cubicBezTo>
                <a:close/>
                <a:moveTo>
                  <a:pt x="415" y="793"/>
                </a:moveTo>
                <a:cubicBezTo>
                  <a:pt x="414" y="793"/>
                  <a:pt x="414" y="793"/>
                  <a:pt x="413" y="793"/>
                </a:cubicBezTo>
                <a:cubicBezTo>
                  <a:pt x="413" y="779"/>
                  <a:pt x="413" y="779"/>
                  <a:pt x="413" y="779"/>
                </a:cubicBezTo>
                <a:cubicBezTo>
                  <a:pt x="413" y="780"/>
                  <a:pt x="414" y="781"/>
                  <a:pt x="415" y="782"/>
                </a:cubicBezTo>
                <a:cubicBezTo>
                  <a:pt x="415" y="782"/>
                  <a:pt x="415" y="782"/>
                  <a:pt x="415" y="782"/>
                </a:cubicBezTo>
                <a:cubicBezTo>
                  <a:pt x="415" y="793"/>
                  <a:pt x="415" y="793"/>
                  <a:pt x="415" y="793"/>
                </a:cubicBezTo>
                <a:close/>
                <a:moveTo>
                  <a:pt x="415" y="39"/>
                </a:moveTo>
                <a:cubicBezTo>
                  <a:pt x="415" y="46"/>
                  <a:pt x="415" y="46"/>
                  <a:pt x="415" y="46"/>
                </a:cubicBezTo>
                <a:cubicBezTo>
                  <a:pt x="413" y="46"/>
                  <a:pt x="413" y="46"/>
                  <a:pt x="413" y="46"/>
                </a:cubicBezTo>
                <a:cubicBezTo>
                  <a:pt x="413" y="39"/>
                  <a:pt x="413" y="39"/>
                  <a:pt x="413" y="39"/>
                </a:cubicBezTo>
                <a:cubicBezTo>
                  <a:pt x="415" y="39"/>
                  <a:pt x="415" y="39"/>
                  <a:pt x="415" y="39"/>
                </a:cubicBezTo>
                <a:close/>
                <a:moveTo>
                  <a:pt x="415" y="110"/>
                </a:moveTo>
                <a:cubicBezTo>
                  <a:pt x="415" y="119"/>
                  <a:pt x="415" y="119"/>
                  <a:pt x="415" y="119"/>
                </a:cubicBezTo>
                <a:cubicBezTo>
                  <a:pt x="414" y="118"/>
                  <a:pt x="414" y="118"/>
                  <a:pt x="413" y="117"/>
                </a:cubicBezTo>
                <a:cubicBezTo>
                  <a:pt x="413" y="113"/>
                  <a:pt x="413" y="113"/>
                  <a:pt x="413" y="113"/>
                </a:cubicBezTo>
                <a:cubicBezTo>
                  <a:pt x="413" y="112"/>
                  <a:pt x="414" y="111"/>
                  <a:pt x="415" y="110"/>
                </a:cubicBezTo>
                <a:close/>
                <a:moveTo>
                  <a:pt x="415" y="165"/>
                </a:moveTo>
                <a:cubicBezTo>
                  <a:pt x="415" y="171"/>
                  <a:pt x="415" y="171"/>
                  <a:pt x="415" y="171"/>
                </a:cubicBezTo>
                <a:cubicBezTo>
                  <a:pt x="414" y="171"/>
                  <a:pt x="414" y="171"/>
                  <a:pt x="413" y="171"/>
                </a:cubicBezTo>
                <a:cubicBezTo>
                  <a:pt x="413" y="165"/>
                  <a:pt x="413" y="165"/>
                  <a:pt x="413" y="165"/>
                </a:cubicBezTo>
                <a:cubicBezTo>
                  <a:pt x="414" y="165"/>
                  <a:pt x="414" y="165"/>
                  <a:pt x="415" y="165"/>
                </a:cubicBezTo>
                <a:close/>
                <a:moveTo>
                  <a:pt x="415" y="177"/>
                </a:moveTo>
                <a:cubicBezTo>
                  <a:pt x="415" y="193"/>
                  <a:pt x="415" y="193"/>
                  <a:pt x="415" y="193"/>
                </a:cubicBezTo>
                <a:cubicBezTo>
                  <a:pt x="414" y="193"/>
                  <a:pt x="414" y="193"/>
                  <a:pt x="413" y="193"/>
                </a:cubicBezTo>
                <a:cubicBezTo>
                  <a:pt x="413" y="187"/>
                  <a:pt x="413" y="187"/>
                  <a:pt x="413" y="187"/>
                </a:cubicBezTo>
                <a:cubicBezTo>
                  <a:pt x="413" y="187"/>
                  <a:pt x="413" y="187"/>
                  <a:pt x="413" y="187"/>
                </a:cubicBezTo>
                <a:cubicBezTo>
                  <a:pt x="413" y="185"/>
                  <a:pt x="413" y="185"/>
                  <a:pt x="413" y="185"/>
                </a:cubicBezTo>
                <a:cubicBezTo>
                  <a:pt x="413" y="173"/>
                  <a:pt x="413" y="173"/>
                  <a:pt x="413" y="173"/>
                </a:cubicBezTo>
                <a:cubicBezTo>
                  <a:pt x="414" y="174"/>
                  <a:pt x="414" y="175"/>
                  <a:pt x="415" y="177"/>
                </a:cubicBezTo>
                <a:close/>
                <a:moveTo>
                  <a:pt x="415" y="295"/>
                </a:moveTo>
                <a:cubicBezTo>
                  <a:pt x="415" y="307"/>
                  <a:pt x="415" y="307"/>
                  <a:pt x="415" y="307"/>
                </a:cubicBezTo>
                <a:cubicBezTo>
                  <a:pt x="414" y="305"/>
                  <a:pt x="414" y="302"/>
                  <a:pt x="413" y="300"/>
                </a:cubicBezTo>
                <a:cubicBezTo>
                  <a:pt x="413" y="295"/>
                  <a:pt x="413" y="295"/>
                  <a:pt x="413" y="295"/>
                </a:cubicBezTo>
                <a:cubicBezTo>
                  <a:pt x="414" y="295"/>
                  <a:pt x="414" y="295"/>
                  <a:pt x="415" y="295"/>
                </a:cubicBezTo>
                <a:close/>
                <a:moveTo>
                  <a:pt x="415" y="309"/>
                </a:moveTo>
                <a:cubicBezTo>
                  <a:pt x="415" y="313"/>
                  <a:pt x="415" y="313"/>
                  <a:pt x="415" y="313"/>
                </a:cubicBezTo>
                <a:cubicBezTo>
                  <a:pt x="414" y="313"/>
                  <a:pt x="414" y="313"/>
                  <a:pt x="413" y="312"/>
                </a:cubicBezTo>
                <a:cubicBezTo>
                  <a:pt x="413" y="309"/>
                  <a:pt x="413" y="309"/>
                  <a:pt x="413" y="309"/>
                </a:cubicBezTo>
                <a:cubicBezTo>
                  <a:pt x="414" y="309"/>
                  <a:pt x="414" y="309"/>
                  <a:pt x="415" y="309"/>
                </a:cubicBezTo>
                <a:close/>
                <a:moveTo>
                  <a:pt x="415" y="378"/>
                </a:moveTo>
                <a:cubicBezTo>
                  <a:pt x="415" y="445"/>
                  <a:pt x="415" y="445"/>
                  <a:pt x="415" y="445"/>
                </a:cubicBezTo>
                <a:cubicBezTo>
                  <a:pt x="413" y="443"/>
                  <a:pt x="413" y="443"/>
                  <a:pt x="413" y="443"/>
                </a:cubicBezTo>
                <a:cubicBezTo>
                  <a:pt x="413" y="375"/>
                  <a:pt x="413" y="375"/>
                  <a:pt x="413" y="375"/>
                </a:cubicBezTo>
                <a:cubicBezTo>
                  <a:pt x="414" y="378"/>
                  <a:pt x="414" y="378"/>
                  <a:pt x="414" y="378"/>
                </a:cubicBezTo>
                <a:cubicBezTo>
                  <a:pt x="415" y="378"/>
                  <a:pt x="415" y="378"/>
                  <a:pt x="415" y="378"/>
                </a:cubicBezTo>
                <a:close/>
                <a:moveTo>
                  <a:pt x="415" y="491"/>
                </a:moveTo>
                <a:cubicBezTo>
                  <a:pt x="415" y="494"/>
                  <a:pt x="415" y="494"/>
                  <a:pt x="415" y="494"/>
                </a:cubicBezTo>
                <a:cubicBezTo>
                  <a:pt x="414" y="494"/>
                  <a:pt x="414" y="494"/>
                  <a:pt x="414" y="494"/>
                </a:cubicBezTo>
                <a:cubicBezTo>
                  <a:pt x="415" y="495"/>
                  <a:pt x="415" y="495"/>
                  <a:pt x="415" y="495"/>
                </a:cubicBezTo>
                <a:cubicBezTo>
                  <a:pt x="415" y="504"/>
                  <a:pt x="415" y="504"/>
                  <a:pt x="415" y="504"/>
                </a:cubicBezTo>
                <a:cubicBezTo>
                  <a:pt x="414" y="503"/>
                  <a:pt x="413" y="502"/>
                  <a:pt x="413" y="501"/>
                </a:cubicBezTo>
                <a:cubicBezTo>
                  <a:pt x="413" y="491"/>
                  <a:pt x="413" y="491"/>
                  <a:pt x="413" y="491"/>
                </a:cubicBezTo>
                <a:cubicBezTo>
                  <a:pt x="414" y="491"/>
                  <a:pt x="414" y="491"/>
                  <a:pt x="415" y="491"/>
                </a:cubicBezTo>
                <a:close/>
                <a:moveTo>
                  <a:pt x="415" y="505"/>
                </a:moveTo>
                <a:cubicBezTo>
                  <a:pt x="415" y="510"/>
                  <a:pt x="415" y="510"/>
                  <a:pt x="415" y="510"/>
                </a:cubicBezTo>
                <a:cubicBezTo>
                  <a:pt x="414" y="510"/>
                  <a:pt x="414" y="510"/>
                  <a:pt x="413" y="510"/>
                </a:cubicBezTo>
                <a:cubicBezTo>
                  <a:pt x="413" y="506"/>
                  <a:pt x="413" y="506"/>
                  <a:pt x="413" y="506"/>
                </a:cubicBezTo>
                <a:cubicBezTo>
                  <a:pt x="414" y="506"/>
                  <a:pt x="414" y="506"/>
                  <a:pt x="415" y="505"/>
                </a:cubicBezTo>
                <a:close/>
                <a:moveTo>
                  <a:pt x="415" y="611"/>
                </a:moveTo>
                <a:cubicBezTo>
                  <a:pt x="415" y="622"/>
                  <a:pt x="415" y="622"/>
                  <a:pt x="415" y="622"/>
                </a:cubicBezTo>
                <a:cubicBezTo>
                  <a:pt x="414" y="621"/>
                  <a:pt x="414" y="620"/>
                  <a:pt x="413" y="620"/>
                </a:cubicBezTo>
                <a:cubicBezTo>
                  <a:pt x="413" y="612"/>
                  <a:pt x="413" y="612"/>
                  <a:pt x="413" y="612"/>
                </a:cubicBezTo>
                <a:cubicBezTo>
                  <a:pt x="414" y="612"/>
                  <a:pt x="414" y="612"/>
                  <a:pt x="415" y="611"/>
                </a:cubicBezTo>
                <a:close/>
                <a:moveTo>
                  <a:pt x="415" y="633"/>
                </a:moveTo>
                <a:cubicBezTo>
                  <a:pt x="415" y="639"/>
                  <a:pt x="415" y="639"/>
                  <a:pt x="415" y="639"/>
                </a:cubicBezTo>
                <a:cubicBezTo>
                  <a:pt x="414" y="639"/>
                  <a:pt x="414" y="639"/>
                  <a:pt x="413" y="639"/>
                </a:cubicBezTo>
                <a:cubicBezTo>
                  <a:pt x="413" y="633"/>
                  <a:pt x="413" y="633"/>
                  <a:pt x="413" y="633"/>
                </a:cubicBezTo>
                <a:cubicBezTo>
                  <a:pt x="415" y="633"/>
                  <a:pt x="415" y="633"/>
                  <a:pt x="415" y="633"/>
                </a:cubicBezTo>
                <a:close/>
                <a:moveTo>
                  <a:pt x="415" y="673"/>
                </a:moveTo>
                <a:cubicBezTo>
                  <a:pt x="415" y="687"/>
                  <a:pt x="415" y="687"/>
                  <a:pt x="415" y="687"/>
                </a:cubicBezTo>
                <a:cubicBezTo>
                  <a:pt x="415" y="684"/>
                  <a:pt x="415" y="684"/>
                  <a:pt x="415" y="684"/>
                </a:cubicBezTo>
                <a:cubicBezTo>
                  <a:pt x="414" y="685"/>
                  <a:pt x="414" y="685"/>
                  <a:pt x="413" y="686"/>
                </a:cubicBezTo>
                <a:cubicBezTo>
                  <a:pt x="413" y="674"/>
                  <a:pt x="413" y="674"/>
                  <a:pt x="413" y="674"/>
                </a:cubicBezTo>
                <a:cubicBezTo>
                  <a:pt x="414" y="673"/>
                  <a:pt x="414" y="673"/>
                  <a:pt x="415" y="673"/>
                </a:cubicBezTo>
                <a:close/>
                <a:moveTo>
                  <a:pt x="415" y="749"/>
                </a:moveTo>
                <a:cubicBezTo>
                  <a:pt x="415" y="757"/>
                  <a:pt x="415" y="757"/>
                  <a:pt x="415" y="757"/>
                </a:cubicBezTo>
                <a:cubicBezTo>
                  <a:pt x="414" y="757"/>
                  <a:pt x="414" y="756"/>
                  <a:pt x="413" y="756"/>
                </a:cubicBezTo>
                <a:cubicBezTo>
                  <a:pt x="413" y="749"/>
                  <a:pt x="413" y="749"/>
                  <a:pt x="413" y="749"/>
                </a:cubicBezTo>
                <a:lnTo>
                  <a:pt x="415" y="749"/>
                </a:lnTo>
                <a:close/>
                <a:moveTo>
                  <a:pt x="404" y="0"/>
                </a:moveTo>
                <a:cubicBezTo>
                  <a:pt x="408" y="0"/>
                  <a:pt x="408" y="0"/>
                  <a:pt x="408" y="0"/>
                </a:cubicBezTo>
                <a:cubicBezTo>
                  <a:pt x="409" y="1"/>
                  <a:pt x="411" y="2"/>
                  <a:pt x="413" y="2"/>
                </a:cubicBezTo>
                <a:cubicBezTo>
                  <a:pt x="413" y="14"/>
                  <a:pt x="413" y="14"/>
                  <a:pt x="413" y="14"/>
                </a:cubicBezTo>
                <a:cubicBezTo>
                  <a:pt x="410" y="12"/>
                  <a:pt x="408" y="10"/>
                  <a:pt x="404" y="9"/>
                </a:cubicBezTo>
                <a:cubicBezTo>
                  <a:pt x="404" y="0"/>
                  <a:pt x="404" y="0"/>
                  <a:pt x="404" y="0"/>
                </a:cubicBezTo>
                <a:close/>
                <a:moveTo>
                  <a:pt x="413" y="793"/>
                </a:moveTo>
                <a:cubicBezTo>
                  <a:pt x="411" y="794"/>
                  <a:pt x="410" y="794"/>
                  <a:pt x="408" y="794"/>
                </a:cubicBezTo>
                <a:cubicBezTo>
                  <a:pt x="406" y="794"/>
                  <a:pt x="405" y="794"/>
                  <a:pt x="404" y="794"/>
                </a:cubicBezTo>
                <a:cubicBezTo>
                  <a:pt x="404" y="786"/>
                  <a:pt x="404" y="786"/>
                  <a:pt x="404" y="786"/>
                </a:cubicBezTo>
                <a:cubicBezTo>
                  <a:pt x="406" y="785"/>
                  <a:pt x="406" y="785"/>
                  <a:pt x="406" y="785"/>
                </a:cubicBezTo>
                <a:cubicBezTo>
                  <a:pt x="405" y="784"/>
                  <a:pt x="404" y="782"/>
                  <a:pt x="404" y="781"/>
                </a:cubicBezTo>
                <a:cubicBezTo>
                  <a:pt x="404" y="766"/>
                  <a:pt x="404" y="766"/>
                  <a:pt x="404" y="766"/>
                </a:cubicBezTo>
                <a:cubicBezTo>
                  <a:pt x="409" y="774"/>
                  <a:pt x="410" y="776"/>
                  <a:pt x="413" y="779"/>
                </a:cubicBezTo>
                <a:cubicBezTo>
                  <a:pt x="413" y="793"/>
                  <a:pt x="413" y="793"/>
                  <a:pt x="413" y="793"/>
                </a:cubicBezTo>
                <a:close/>
                <a:moveTo>
                  <a:pt x="413" y="39"/>
                </a:moveTo>
                <a:cubicBezTo>
                  <a:pt x="413" y="46"/>
                  <a:pt x="413" y="46"/>
                  <a:pt x="413" y="46"/>
                </a:cubicBezTo>
                <a:cubicBezTo>
                  <a:pt x="410" y="46"/>
                  <a:pt x="407" y="46"/>
                  <a:pt x="404" y="46"/>
                </a:cubicBezTo>
                <a:cubicBezTo>
                  <a:pt x="404" y="34"/>
                  <a:pt x="404" y="34"/>
                  <a:pt x="404" y="34"/>
                </a:cubicBezTo>
                <a:cubicBezTo>
                  <a:pt x="404" y="35"/>
                  <a:pt x="404" y="35"/>
                  <a:pt x="404" y="35"/>
                </a:cubicBezTo>
                <a:cubicBezTo>
                  <a:pt x="406" y="36"/>
                  <a:pt x="409" y="38"/>
                  <a:pt x="411" y="39"/>
                </a:cubicBezTo>
                <a:cubicBezTo>
                  <a:pt x="413" y="39"/>
                  <a:pt x="413" y="39"/>
                  <a:pt x="413" y="39"/>
                </a:cubicBezTo>
                <a:close/>
                <a:moveTo>
                  <a:pt x="413" y="113"/>
                </a:moveTo>
                <a:cubicBezTo>
                  <a:pt x="413" y="117"/>
                  <a:pt x="413" y="117"/>
                  <a:pt x="413" y="117"/>
                </a:cubicBezTo>
                <a:cubicBezTo>
                  <a:pt x="412" y="116"/>
                  <a:pt x="412" y="116"/>
                  <a:pt x="412" y="116"/>
                </a:cubicBezTo>
                <a:cubicBezTo>
                  <a:pt x="412" y="115"/>
                  <a:pt x="412" y="114"/>
                  <a:pt x="413" y="113"/>
                </a:cubicBezTo>
                <a:close/>
                <a:moveTo>
                  <a:pt x="413" y="165"/>
                </a:moveTo>
                <a:cubicBezTo>
                  <a:pt x="413" y="171"/>
                  <a:pt x="413" y="171"/>
                  <a:pt x="413" y="171"/>
                </a:cubicBezTo>
                <a:cubicBezTo>
                  <a:pt x="412" y="171"/>
                  <a:pt x="412" y="171"/>
                  <a:pt x="412" y="171"/>
                </a:cubicBezTo>
                <a:cubicBezTo>
                  <a:pt x="412" y="171"/>
                  <a:pt x="412" y="172"/>
                  <a:pt x="413" y="173"/>
                </a:cubicBezTo>
                <a:cubicBezTo>
                  <a:pt x="413" y="185"/>
                  <a:pt x="413" y="185"/>
                  <a:pt x="413" y="185"/>
                </a:cubicBezTo>
                <a:cubicBezTo>
                  <a:pt x="410" y="178"/>
                  <a:pt x="408" y="173"/>
                  <a:pt x="404" y="171"/>
                </a:cubicBezTo>
                <a:cubicBezTo>
                  <a:pt x="404" y="165"/>
                  <a:pt x="404" y="165"/>
                  <a:pt x="404" y="165"/>
                </a:cubicBezTo>
                <a:cubicBezTo>
                  <a:pt x="407" y="165"/>
                  <a:pt x="410" y="165"/>
                  <a:pt x="413" y="165"/>
                </a:cubicBezTo>
                <a:close/>
                <a:moveTo>
                  <a:pt x="413" y="187"/>
                </a:moveTo>
                <a:cubicBezTo>
                  <a:pt x="413" y="193"/>
                  <a:pt x="413" y="193"/>
                  <a:pt x="413" y="193"/>
                </a:cubicBezTo>
                <a:cubicBezTo>
                  <a:pt x="409" y="193"/>
                  <a:pt x="409" y="193"/>
                  <a:pt x="409" y="193"/>
                </a:cubicBezTo>
                <a:cubicBezTo>
                  <a:pt x="409" y="227"/>
                  <a:pt x="409" y="261"/>
                  <a:pt x="409" y="295"/>
                </a:cubicBezTo>
                <a:cubicBezTo>
                  <a:pt x="410" y="295"/>
                  <a:pt x="412" y="295"/>
                  <a:pt x="413" y="295"/>
                </a:cubicBezTo>
                <a:cubicBezTo>
                  <a:pt x="413" y="300"/>
                  <a:pt x="413" y="300"/>
                  <a:pt x="413" y="300"/>
                </a:cubicBezTo>
                <a:cubicBezTo>
                  <a:pt x="412" y="299"/>
                  <a:pt x="412" y="299"/>
                  <a:pt x="412" y="299"/>
                </a:cubicBezTo>
                <a:cubicBezTo>
                  <a:pt x="407" y="298"/>
                  <a:pt x="407" y="298"/>
                  <a:pt x="404" y="298"/>
                </a:cubicBezTo>
                <a:cubicBezTo>
                  <a:pt x="404" y="293"/>
                  <a:pt x="404" y="293"/>
                  <a:pt x="404" y="293"/>
                </a:cubicBezTo>
                <a:cubicBezTo>
                  <a:pt x="406" y="293"/>
                  <a:pt x="406" y="293"/>
                  <a:pt x="406" y="293"/>
                </a:cubicBezTo>
                <a:cubicBezTo>
                  <a:pt x="405" y="291"/>
                  <a:pt x="405" y="289"/>
                  <a:pt x="404" y="287"/>
                </a:cubicBezTo>
                <a:cubicBezTo>
                  <a:pt x="404" y="287"/>
                  <a:pt x="404" y="287"/>
                  <a:pt x="404" y="287"/>
                </a:cubicBezTo>
                <a:cubicBezTo>
                  <a:pt x="404" y="282"/>
                  <a:pt x="404" y="282"/>
                  <a:pt x="404" y="282"/>
                </a:cubicBezTo>
                <a:cubicBezTo>
                  <a:pt x="404" y="282"/>
                  <a:pt x="404" y="282"/>
                  <a:pt x="404" y="282"/>
                </a:cubicBezTo>
                <a:cubicBezTo>
                  <a:pt x="405" y="279"/>
                  <a:pt x="405" y="277"/>
                  <a:pt x="406" y="275"/>
                </a:cubicBezTo>
                <a:cubicBezTo>
                  <a:pt x="405" y="275"/>
                  <a:pt x="404" y="275"/>
                  <a:pt x="404" y="275"/>
                </a:cubicBezTo>
                <a:cubicBezTo>
                  <a:pt x="404" y="269"/>
                  <a:pt x="404" y="269"/>
                  <a:pt x="404" y="269"/>
                </a:cubicBezTo>
                <a:cubicBezTo>
                  <a:pt x="405" y="267"/>
                  <a:pt x="405" y="265"/>
                  <a:pt x="406" y="262"/>
                </a:cubicBezTo>
                <a:cubicBezTo>
                  <a:pt x="405" y="262"/>
                  <a:pt x="404" y="262"/>
                  <a:pt x="404" y="262"/>
                </a:cubicBezTo>
                <a:cubicBezTo>
                  <a:pt x="404" y="257"/>
                  <a:pt x="404" y="257"/>
                  <a:pt x="404" y="257"/>
                </a:cubicBezTo>
                <a:cubicBezTo>
                  <a:pt x="404" y="257"/>
                  <a:pt x="404" y="257"/>
                  <a:pt x="404" y="257"/>
                </a:cubicBezTo>
                <a:cubicBezTo>
                  <a:pt x="404" y="254"/>
                  <a:pt x="404" y="252"/>
                  <a:pt x="404" y="249"/>
                </a:cubicBezTo>
                <a:cubicBezTo>
                  <a:pt x="404" y="249"/>
                  <a:pt x="404" y="249"/>
                  <a:pt x="404" y="249"/>
                </a:cubicBezTo>
                <a:cubicBezTo>
                  <a:pt x="404" y="244"/>
                  <a:pt x="404" y="244"/>
                  <a:pt x="404" y="244"/>
                </a:cubicBezTo>
                <a:cubicBezTo>
                  <a:pt x="405" y="243"/>
                  <a:pt x="405" y="240"/>
                  <a:pt x="406" y="237"/>
                </a:cubicBezTo>
                <a:cubicBezTo>
                  <a:pt x="404" y="237"/>
                  <a:pt x="404" y="237"/>
                  <a:pt x="404" y="237"/>
                </a:cubicBezTo>
                <a:cubicBezTo>
                  <a:pt x="404" y="233"/>
                  <a:pt x="404" y="233"/>
                  <a:pt x="404" y="233"/>
                </a:cubicBezTo>
                <a:cubicBezTo>
                  <a:pt x="404" y="233"/>
                  <a:pt x="404" y="233"/>
                  <a:pt x="404" y="233"/>
                </a:cubicBezTo>
                <a:cubicBezTo>
                  <a:pt x="404" y="230"/>
                  <a:pt x="404" y="227"/>
                  <a:pt x="404" y="224"/>
                </a:cubicBezTo>
                <a:cubicBezTo>
                  <a:pt x="404" y="224"/>
                  <a:pt x="404" y="224"/>
                  <a:pt x="404" y="224"/>
                </a:cubicBezTo>
                <a:cubicBezTo>
                  <a:pt x="404" y="220"/>
                  <a:pt x="404" y="220"/>
                  <a:pt x="404" y="220"/>
                </a:cubicBezTo>
                <a:cubicBezTo>
                  <a:pt x="404" y="220"/>
                  <a:pt x="404" y="220"/>
                  <a:pt x="404" y="220"/>
                </a:cubicBezTo>
                <a:cubicBezTo>
                  <a:pt x="405" y="217"/>
                  <a:pt x="405" y="215"/>
                  <a:pt x="406" y="212"/>
                </a:cubicBezTo>
                <a:cubicBezTo>
                  <a:pt x="404" y="213"/>
                  <a:pt x="404" y="213"/>
                  <a:pt x="404" y="213"/>
                </a:cubicBezTo>
                <a:cubicBezTo>
                  <a:pt x="404" y="208"/>
                  <a:pt x="404" y="208"/>
                  <a:pt x="404" y="208"/>
                </a:cubicBezTo>
                <a:cubicBezTo>
                  <a:pt x="406" y="207"/>
                  <a:pt x="406" y="207"/>
                  <a:pt x="406" y="207"/>
                </a:cubicBezTo>
                <a:cubicBezTo>
                  <a:pt x="405" y="205"/>
                  <a:pt x="405" y="202"/>
                  <a:pt x="404" y="200"/>
                </a:cubicBezTo>
                <a:cubicBezTo>
                  <a:pt x="404" y="200"/>
                  <a:pt x="404" y="200"/>
                  <a:pt x="404" y="200"/>
                </a:cubicBezTo>
                <a:cubicBezTo>
                  <a:pt x="404" y="195"/>
                  <a:pt x="404" y="195"/>
                  <a:pt x="404" y="195"/>
                </a:cubicBezTo>
                <a:cubicBezTo>
                  <a:pt x="404" y="194"/>
                  <a:pt x="405" y="193"/>
                  <a:pt x="406" y="192"/>
                </a:cubicBezTo>
                <a:cubicBezTo>
                  <a:pt x="405" y="192"/>
                  <a:pt x="404" y="192"/>
                  <a:pt x="404" y="192"/>
                </a:cubicBezTo>
                <a:cubicBezTo>
                  <a:pt x="404" y="187"/>
                  <a:pt x="404" y="187"/>
                  <a:pt x="404" y="187"/>
                </a:cubicBezTo>
                <a:cubicBezTo>
                  <a:pt x="404" y="188"/>
                  <a:pt x="404" y="188"/>
                  <a:pt x="404" y="188"/>
                </a:cubicBezTo>
                <a:cubicBezTo>
                  <a:pt x="407" y="187"/>
                  <a:pt x="410" y="187"/>
                  <a:pt x="413" y="187"/>
                </a:cubicBezTo>
                <a:close/>
                <a:moveTo>
                  <a:pt x="413" y="309"/>
                </a:moveTo>
                <a:cubicBezTo>
                  <a:pt x="412" y="309"/>
                  <a:pt x="411" y="310"/>
                  <a:pt x="410" y="310"/>
                </a:cubicBezTo>
                <a:cubicBezTo>
                  <a:pt x="408" y="306"/>
                  <a:pt x="406" y="302"/>
                  <a:pt x="404" y="298"/>
                </a:cubicBezTo>
                <a:cubicBezTo>
                  <a:pt x="404" y="307"/>
                  <a:pt x="404" y="307"/>
                  <a:pt x="404" y="307"/>
                </a:cubicBezTo>
                <a:cubicBezTo>
                  <a:pt x="404" y="308"/>
                  <a:pt x="404" y="308"/>
                  <a:pt x="404" y="308"/>
                </a:cubicBezTo>
                <a:cubicBezTo>
                  <a:pt x="404" y="308"/>
                  <a:pt x="404" y="308"/>
                  <a:pt x="404" y="308"/>
                </a:cubicBezTo>
                <a:cubicBezTo>
                  <a:pt x="404" y="311"/>
                  <a:pt x="404" y="311"/>
                  <a:pt x="404" y="311"/>
                </a:cubicBezTo>
                <a:cubicBezTo>
                  <a:pt x="407" y="311"/>
                  <a:pt x="410" y="312"/>
                  <a:pt x="413" y="312"/>
                </a:cubicBezTo>
                <a:cubicBezTo>
                  <a:pt x="413" y="309"/>
                  <a:pt x="413" y="309"/>
                  <a:pt x="413" y="309"/>
                </a:cubicBezTo>
                <a:close/>
                <a:moveTo>
                  <a:pt x="413" y="375"/>
                </a:moveTo>
                <a:cubicBezTo>
                  <a:pt x="413" y="443"/>
                  <a:pt x="413" y="443"/>
                  <a:pt x="413" y="443"/>
                </a:cubicBezTo>
                <a:cubicBezTo>
                  <a:pt x="404" y="437"/>
                  <a:pt x="404" y="437"/>
                  <a:pt x="404" y="437"/>
                </a:cubicBezTo>
                <a:cubicBezTo>
                  <a:pt x="404" y="347"/>
                  <a:pt x="404" y="347"/>
                  <a:pt x="404" y="347"/>
                </a:cubicBezTo>
                <a:cubicBezTo>
                  <a:pt x="406" y="353"/>
                  <a:pt x="409" y="362"/>
                  <a:pt x="413" y="375"/>
                </a:cubicBezTo>
                <a:close/>
                <a:moveTo>
                  <a:pt x="413" y="491"/>
                </a:moveTo>
                <a:cubicBezTo>
                  <a:pt x="413" y="501"/>
                  <a:pt x="413" y="501"/>
                  <a:pt x="413" y="501"/>
                </a:cubicBezTo>
                <a:cubicBezTo>
                  <a:pt x="410" y="498"/>
                  <a:pt x="409" y="497"/>
                  <a:pt x="404" y="496"/>
                </a:cubicBezTo>
                <a:cubicBezTo>
                  <a:pt x="404" y="492"/>
                  <a:pt x="404" y="492"/>
                  <a:pt x="404" y="492"/>
                </a:cubicBezTo>
                <a:cubicBezTo>
                  <a:pt x="405" y="492"/>
                  <a:pt x="407" y="492"/>
                  <a:pt x="410" y="492"/>
                </a:cubicBezTo>
                <a:cubicBezTo>
                  <a:pt x="411" y="491"/>
                  <a:pt x="412" y="491"/>
                  <a:pt x="413" y="491"/>
                </a:cubicBezTo>
                <a:close/>
                <a:moveTo>
                  <a:pt x="413" y="506"/>
                </a:moveTo>
                <a:cubicBezTo>
                  <a:pt x="412" y="506"/>
                  <a:pt x="411" y="506"/>
                  <a:pt x="410" y="506"/>
                </a:cubicBezTo>
                <a:cubicBezTo>
                  <a:pt x="408" y="504"/>
                  <a:pt x="405" y="502"/>
                  <a:pt x="404" y="500"/>
                </a:cubicBezTo>
                <a:cubicBezTo>
                  <a:pt x="404" y="510"/>
                  <a:pt x="404" y="510"/>
                  <a:pt x="404" y="510"/>
                </a:cubicBezTo>
                <a:cubicBezTo>
                  <a:pt x="404" y="510"/>
                  <a:pt x="404" y="510"/>
                  <a:pt x="404" y="510"/>
                </a:cubicBezTo>
                <a:cubicBezTo>
                  <a:pt x="405" y="511"/>
                  <a:pt x="404" y="512"/>
                  <a:pt x="404" y="513"/>
                </a:cubicBezTo>
                <a:cubicBezTo>
                  <a:pt x="404" y="518"/>
                  <a:pt x="404" y="518"/>
                  <a:pt x="404" y="518"/>
                </a:cubicBezTo>
                <a:cubicBezTo>
                  <a:pt x="404" y="517"/>
                  <a:pt x="404" y="517"/>
                  <a:pt x="404" y="517"/>
                </a:cubicBezTo>
                <a:cubicBezTo>
                  <a:pt x="404" y="520"/>
                  <a:pt x="404" y="523"/>
                  <a:pt x="404" y="525"/>
                </a:cubicBezTo>
                <a:cubicBezTo>
                  <a:pt x="404" y="526"/>
                  <a:pt x="404" y="526"/>
                  <a:pt x="404" y="526"/>
                </a:cubicBezTo>
                <a:cubicBezTo>
                  <a:pt x="404" y="530"/>
                  <a:pt x="404" y="530"/>
                  <a:pt x="404" y="530"/>
                </a:cubicBezTo>
                <a:cubicBezTo>
                  <a:pt x="406" y="530"/>
                  <a:pt x="406" y="530"/>
                  <a:pt x="406" y="530"/>
                </a:cubicBezTo>
                <a:cubicBezTo>
                  <a:pt x="405" y="533"/>
                  <a:pt x="405" y="535"/>
                  <a:pt x="404" y="537"/>
                </a:cubicBezTo>
                <a:cubicBezTo>
                  <a:pt x="404" y="543"/>
                  <a:pt x="404" y="543"/>
                  <a:pt x="404" y="543"/>
                </a:cubicBezTo>
                <a:cubicBezTo>
                  <a:pt x="406" y="543"/>
                  <a:pt x="406" y="543"/>
                  <a:pt x="406" y="543"/>
                </a:cubicBezTo>
                <a:cubicBezTo>
                  <a:pt x="405" y="545"/>
                  <a:pt x="405" y="548"/>
                  <a:pt x="404" y="550"/>
                </a:cubicBezTo>
                <a:cubicBezTo>
                  <a:pt x="404" y="550"/>
                  <a:pt x="404" y="550"/>
                  <a:pt x="404" y="550"/>
                </a:cubicBezTo>
                <a:cubicBezTo>
                  <a:pt x="404" y="555"/>
                  <a:pt x="404" y="555"/>
                  <a:pt x="404" y="555"/>
                </a:cubicBezTo>
                <a:cubicBezTo>
                  <a:pt x="404" y="555"/>
                  <a:pt x="405" y="555"/>
                  <a:pt x="406" y="554"/>
                </a:cubicBezTo>
                <a:cubicBezTo>
                  <a:pt x="406" y="557"/>
                  <a:pt x="406" y="560"/>
                  <a:pt x="406" y="563"/>
                </a:cubicBezTo>
                <a:cubicBezTo>
                  <a:pt x="404" y="563"/>
                  <a:pt x="404" y="563"/>
                  <a:pt x="404" y="563"/>
                </a:cubicBezTo>
                <a:cubicBezTo>
                  <a:pt x="404" y="568"/>
                  <a:pt x="404" y="568"/>
                  <a:pt x="404" y="568"/>
                </a:cubicBezTo>
                <a:cubicBezTo>
                  <a:pt x="404" y="568"/>
                  <a:pt x="405" y="568"/>
                  <a:pt x="406" y="567"/>
                </a:cubicBezTo>
                <a:cubicBezTo>
                  <a:pt x="405" y="570"/>
                  <a:pt x="405" y="572"/>
                  <a:pt x="404" y="575"/>
                </a:cubicBezTo>
                <a:cubicBezTo>
                  <a:pt x="404" y="575"/>
                  <a:pt x="404" y="575"/>
                  <a:pt x="404" y="576"/>
                </a:cubicBezTo>
                <a:cubicBezTo>
                  <a:pt x="404" y="580"/>
                  <a:pt x="404" y="580"/>
                  <a:pt x="404" y="580"/>
                </a:cubicBezTo>
                <a:cubicBezTo>
                  <a:pt x="404" y="580"/>
                  <a:pt x="404" y="580"/>
                  <a:pt x="404" y="580"/>
                </a:cubicBezTo>
                <a:cubicBezTo>
                  <a:pt x="404" y="582"/>
                  <a:pt x="404" y="585"/>
                  <a:pt x="404" y="588"/>
                </a:cubicBezTo>
                <a:cubicBezTo>
                  <a:pt x="404" y="588"/>
                  <a:pt x="404" y="588"/>
                  <a:pt x="404" y="588"/>
                </a:cubicBezTo>
                <a:cubicBezTo>
                  <a:pt x="404" y="593"/>
                  <a:pt x="404" y="593"/>
                  <a:pt x="404" y="593"/>
                </a:cubicBezTo>
                <a:cubicBezTo>
                  <a:pt x="406" y="592"/>
                  <a:pt x="406" y="592"/>
                  <a:pt x="406" y="592"/>
                </a:cubicBezTo>
                <a:cubicBezTo>
                  <a:pt x="405" y="596"/>
                  <a:pt x="405" y="598"/>
                  <a:pt x="404" y="599"/>
                </a:cubicBezTo>
                <a:cubicBezTo>
                  <a:pt x="404" y="605"/>
                  <a:pt x="404" y="605"/>
                  <a:pt x="404" y="605"/>
                </a:cubicBezTo>
                <a:cubicBezTo>
                  <a:pt x="404" y="605"/>
                  <a:pt x="404" y="604"/>
                  <a:pt x="404" y="604"/>
                </a:cubicBezTo>
                <a:cubicBezTo>
                  <a:pt x="405" y="607"/>
                  <a:pt x="405" y="609"/>
                  <a:pt x="406" y="611"/>
                </a:cubicBezTo>
                <a:cubicBezTo>
                  <a:pt x="404" y="611"/>
                  <a:pt x="404" y="611"/>
                  <a:pt x="404" y="611"/>
                </a:cubicBezTo>
                <a:cubicBezTo>
                  <a:pt x="404" y="617"/>
                  <a:pt x="404" y="617"/>
                  <a:pt x="404" y="617"/>
                </a:cubicBezTo>
                <a:cubicBezTo>
                  <a:pt x="407" y="617"/>
                  <a:pt x="410" y="618"/>
                  <a:pt x="413" y="620"/>
                </a:cubicBezTo>
                <a:cubicBezTo>
                  <a:pt x="413" y="612"/>
                  <a:pt x="413" y="612"/>
                  <a:pt x="413" y="612"/>
                </a:cubicBezTo>
                <a:cubicBezTo>
                  <a:pt x="412" y="612"/>
                  <a:pt x="411" y="612"/>
                  <a:pt x="410" y="612"/>
                </a:cubicBezTo>
                <a:cubicBezTo>
                  <a:pt x="410" y="578"/>
                  <a:pt x="410" y="544"/>
                  <a:pt x="410" y="511"/>
                </a:cubicBezTo>
                <a:cubicBezTo>
                  <a:pt x="411" y="510"/>
                  <a:pt x="412" y="510"/>
                  <a:pt x="413" y="510"/>
                </a:cubicBezTo>
                <a:cubicBezTo>
                  <a:pt x="413" y="506"/>
                  <a:pt x="413" y="506"/>
                  <a:pt x="413" y="506"/>
                </a:cubicBezTo>
                <a:close/>
                <a:moveTo>
                  <a:pt x="413" y="633"/>
                </a:moveTo>
                <a:cubicBezTo>
                  <a:pt x="413" y="639"/>
                  <a:pt x="413" y="639"/>
                  <a:pt x="413" y="639"/>
                </a:cubicBezTo>
                <a:cubicBezTo>
                  <a:pt x="410" y="639"/>
                  <a:pt x="407" y="639"/>
                  <a:pt x="404" y="639"/>
                </a:cubicBezTo>
                <a:cubicBezTo>
                  <a:pt x="404" y="626"/>
                  <a:pt x="404" y="626"/>
                  <a:pt x="404" y="626"/>
                </a:cubicBezTo>
                <a:cubicBezTo>
                  <a:pt x="406" y="629"/>
                  <a:pt x="407" y="631"/>
                  <a:pt x="410" y="633"/>
                </a:cubicBezTo>
                <a:cubicBezTo>
                  <a:pt x="413" y="633"/>
                  <a:pt x="413" y="633"/>
                  <a:pt x="413" y="633"/>
                </a:cubicBezTo>
                <a:close/>
                <a:moveTo>
                  <a:pt x="413" y="674"/>
                </a:moveTo>
                <a:cubicBezTo>
                  <a:pt x="413" y="686"/>
                  <a:pt x="413" y="686"/>
                  <a:pt x="413" y="686"/>
                </a:cubicBezTo>
                <a:cubicBezTo>
                  <a:pt x="411" y="686"/>
                  <a:pt x="410" y="688"/>
                  <a:pt x="409" y="688"/>
                </a:cubicBezTo>
                <a:cubicBezTo>
                  <a:pt x="406" y="686"/>
                  <a:pt x="404" y="684"/>
                  <a:pt x="404" y="681"/>
                </a:cubicBezTo>
                <a:cubicBezTo>
                  <a:pt x="407" y="678"/>
                  <a:pt x="410" y="675"/>
                  <a:pt x="413" y="674"/>
                </a:cubicBezTo>
                <a:close/>
                <a:moveTo>
                  <a:pt x="413" y="749"/>
                </a:moveTo>
                <a:cubicBezTo>
                  <a:pt x="413" y="756"/>
                  <a:pt x="413" y="756"/>
                  <a:pt x="413" y="756"/>
                </a:cubicBezTo>
                <a:cubicBezTo>
                  <a:pt x="410" y="756"/>
                  <a:pt x="407" y="756"/>
                  <a:pt x="404" y="756"/>
                </a:cubicBezTo>
                <a:cubicBezTo>
                  <a:pt x="404" y="749"/>
                  <a:pt x="404" y="749"/>
                  <a:pt x="404" y="749"/>
                </a:cubicBezTo>
                <a:cubicBezTo>
                  <a:pt x="407" y="749"/>
                  <a:pt x="410" y="749"/>
                  <a:pt x="413" y="749"/>
                </a:cubicBezTo>
                <a:close/>
                <a:moveTo>
                  <a:pt x="402" y="0"/>
                </a:moveTo>
                <a:cubicBezTo>
                  <a:pt x="404" y="0"/>
                  <a:pt x="404" y="0"/>
                  <a:pt x="404" y="0"/>
                </a:cubicBezTo>
                <a:cubicBezTo>
                  <a:pt x="404" y="9"/>
                  <a:pt x="404" y="9"/>
                  <a:pt x="404" y="9"/>
                </a:cubicBezTo>
                <a:cubicBezTo>
                  <a:pt x="403" y="9"/>
                  <a:pt x="403" y="9"/>
                  <a:pt x="402" y="9"/>
                </a:cubicBezTo>
                <a:cubicBezTo>
                  <a:pt x="402" y="0"/>
                  <a:pt x="402" y="0"/>
                  <a:pt x="402" y="0"/>
                </a:cubicBezTo>
                <a:close/>
                <a:moveTo>
                  <a:pt x="404" y="794"/>
                </a:moveTo>
                <a:cubicBezTo>
                  <a:pt x="402" y="794"/>
                  <a:pt x="402" y="794"/>
                  <a:pt x="402" y="794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4" y="786"/>
                  <a:pt x="404" y="786"/>
                  <a:pt x="404" y="786"/>
                </a:cubicBezTo>
                <a:cubicBezTo>
                  <a:pt x="404" y="794"/>
                  <a:pt x="404" y="794"/>
                  <a:pt x="404" y="794"/>
                </a:cubicBezTo>
                <a:close/>
                <a:moveTo>
                  <a:pt x="404" y="34"/>
                </a:moveTo>
                <a:cubicBezTo>
                  <a:pt x="404" y="46"/>
                  <a:pt x="404" y="46"/>
                  <a:pt x="404" y="46"/>
                </a:cubicBezTo>
                <a:cubicBezTo>
                  <a:pt x="402" y="46"/>
                  <a:pt x="402" y="46"/>
                  <a:pt x="402" y="46"/>
                </a:cubicBezTo>
                <a:cubicBezTo>
                  <a:pt x="402" y="32"/>
                  <a:pt x="402" y="32"/>
                  <a:pt x="402" y="32"/>
                </a:cubicBezTo>
                <a:cubicBezTo>
                  <a:pt x="404" y="34"/>
                  <a:pt x="404" y="34"/>
                  <a:pt x="404" y="34"/>
                </a:cubicBezTo>
                <a:close/>
                <a:moveTo>
                  <a:pt x="404" y="165"/>
                </a:moveTo>
                <a:cubicBezTo>
                  <a:pt x="404" y="171"/>
                  <a:pt x="404" y="171"/>
                  <a:pt x="404" y="171"/>
                </a:cubicBezTo>
                <a:cubicBezTo>
                  <a:pt x="403" y="171"/>
                  <a:pt x="403" y="171"/>
                  <a:pt x="402" y="171"/>
                </a:cubicBezTo>
                <a:cubicBezTo>
                  <a:pt x="402" y="165"/>
                  <a:pt x="402" y="165"/>
                  <a:pt x="402" y="165"/>
                </a:cubicBezTo>
                <a:cubicBezTo>
                  <a:pt x="404" y="165"/>
                  <a:pt x="404" y="165"/>
                  <a:pt x="404" y="165"/>
                </a:cubicBezTo>
                <a:close/>
                <a:moveTo>
                  <a:pt x="404" y="187"/>
                </a:moveTo>
                <a:cubicBezTo>
                  <a:pt x="404" y="192"/>
                  <a:pt x="404" y="192"/>
                  <a:pt x="404" y="192"/>
                </a:cubicBezTo>
                <a:cubicBezTo>
                  <a:pt x="403" y="192"/>
                  <a:pt x="403" y="192"/>
                  <a:pt x="402" y="192"/>
                </a:cubicBezTo>
                <a:cubicBezTo>
                  <a:pt x="402" y="185"/>
                  <a:pt x="402" y="185"/>
                  <a:pt x="402" y="185"/>
                </a:cubicBezTo>
                <a:cubicBezTo>
                  <a:pt x="403" y="186"/>
                  <a:pt x="403" y="186"/>
                  <a:pt x="404" y="187"/>
                </a:cubicBezTo>
                <a:close/>
                <a:moveTo>
                  <a:pt x="404" y="195"/>
                </a:moveTo>
                <a:cubicBezTo>
                  <a:pt x="404" y="200"/>
                  <a:pt x="404" y="200"/>
                  <a:pt x="404" y="200"/>
                </a:cubicBezTo>
                <a:cubicBezTo>
                  <a:pt x="402" y="200"/>
                  <a:pt x="402" y="200"/>
                  <a:pt x="402" y="200"/>
                </a:cubicBezTo>
                <a:cubicBezTo>
                  <a:pt x="402" y="196"/>
                  <a:pt x="402" y="196"/>
                  <a:pt x="402" y="196"/>
                </a:cubicBezTo>
                <a:cubicBezTo>
                  <a:pt x="403" y="195"/>
                  <a:pt x="403" y="195"/>
                  <a:pt x="404" y="195"/>
                </a:cubicBezTo>
                <a:close/>
                <a:moveTo>
                  <a:pt x="404" y="208"/>
                </a:moveTo>
                <a:cubicBezTo>
                  <a:pt x="404" y="213"/>
                  <a:pt x="404" y="213"/>
                  <a:pt x="404" y="213"/>
                </a:cubicBezTo>
                <a:cubicBezTo>
                  <a:pt x="402" y="213"/>
                  <a:pt x="402" y="213"/>
                  <a:pt x="402" y="213"/>
                </a:cubicBezTo>
                <a:cubicBezTo>
                  <a:pt x="402" y="208"/>
                  <a:pt x="402" y="208"/>
                  <a:pt x="402" y="208"/>
                </a:cubicBezTo>
                <a:cubicBezTo>
                  <a:pt x="404" y="208"/>
                  <a:pt x="404" y="208"/>
                  <a:pt x="404" y="208"/>
                </a:cubicBezTo>
                <a:close/>
                <a:moveTo>
                  <a:pt x="404" y="220"/>
                </a:moveTo>
                <a:cubicBezTo>
                  <a:pt x="404" y="224"/>
                  <a:pt x="404" y="224"/>
                  <a:pt x="404" y="224"/>
                </a:cubicBezTo>
                <a:cubicBezTo>
                  <a:pt x="402" y="225"/>
                  <a:pt x="402" y="225"/>
                  <a:pt x="402" y="225"/>
                </a:cubicBezTo>
                <a:cubicBezTo>
                  <a:pt x="402" y="221"/>
                  <a:pt x="402" y="221"/>
                  <a:pt x="402" y="221"/>
                </a:cubicBezTo>
                <a:cubicBezTo>
                  <a:pt x="403" y="220"/>
                  <a:pt x="403" y="220"/>
                  <a:pt x="404" y="220"/>
                </a:cubicBezTo>
                <a:close/>
                <a:moveTo>
                  <a:pt x="404" y="233"/>
                </a:moveTo>
                <a:cubicBezTo>
                  <a:pt x="404" y="237"/>
                  <a:pt x="404" y="237"/>
                  <a:pt x="404" y="237"/>
                </a:cubicBezTo>
                <a:cubicBezTo>
                  <a:pt x="402" y="237"/>
                  <a:pt x="402" y="237"/>
                  <a:pt x="402" y="237"/>
                </a:cubicBezTo>
                <a:cubicBezTo>
                  <a:pt x="402" y="233"/>
                  <a:pt x="402" y="233"/>
                  <a:pt x="402" y="233"/>
                </a:cubicBezTo>
                <a:cubicBezTo>
                  <a:pt x="404" y="233"/>
                  <a:pt x="404" y="233"/>
                  <a:pt x="404" y="233"/>
                </a:cubicBezTo>
                <a:close/>
                <a:moveTo>
                  <a:pt x="404" y="244"/>
                </a:moveTo>
                <a:cubicBezTo>
                  <a:pt x="404" y="249"/>
                  <a:pt x="404" y="249"/>
                  <a:pt x="404" y="249"/>
                </a:cubicBezTo>
                <a:cubicBezTo>
                  <a:pt x="403" y="249"/>
                  <a:pt x="403" y="249"/>
                  <a:pt x="402" y="250"/>
                </a:cubicBezTo>
                <a:cubicBezTo>
                  <a:pt x="402" y="245"/>
                  <a:pt x="402" y="245"/>
                  <a:pt x="402" y="245"/>
                </a:cubicBezTo>
                <a:cubicBezTo>
                  <a:pt x="403" y="245"/>
                  <a:pt x="403" y="244"/>
                  <a:pt x="404" y="244"/>
                </a:cubicBezTo>
                <a:close/>
                <a:moveTo>
                  <a:pt x="404" y="257"/>
                </a:moveTo>
                <a:cubicBezTo>
                  <a:pt x="404" y="262"/>
                  <a:pt x="404" y="262"/>
                  <a:pt x="404" y="262"/>
                </a:cubicBezTo>
                <a:cubicBezTo>
                  <a:pt x="402" y="262"/>
                  <a:pt x="402" y="262"/>
                  <a:pt x="402" y="262"/>
                </a:cubicBezTo>
                <a:cubicBezTo>
                  <a:pt x="402" y="258"/>
                  <a:pt x="402" y="258"/>
                  <a:pt x="402" y="258"/>
                </a:cubicBezTo>
                <a:cubicBezTo>
                  <a:pt x="404" y="257"/>
                  <a:pt x="404" y="257"/>
                  <a:pt x="404" y="257"/>
                </a:cubicBezTo>
                <a:close/>
                <a:moveTo>
                  <a:pt x="404" y="269"/>
                </a:moveTo>
                <a:cubicBezTo>
                  <a:pt x="404" y="275"/>
                  <a:pt x="404" y="275"/>
                  <a:pt x="404" y="275"/>
                </a:cubicBezTo>
                <a:cubicBezTo>
                  <a:pt x="402" y="275"/>
                  <a:pt x="402" y="275"/>
                  <a:pt x="402" y="275"/>
                </a:cubicBezTo>
                <a:cubicBezTo>
                  <a:pt x="402" y="270"/>
                  <a:pt x="402" y="270"/>
                  <a:pt x="402" y="270"/>
                </a:cubicBezTo>
                <a:cubicBezTo>
                  <a:pt x="403" y="270"/>
                  <a:pt x="403" y="269"/>
                  <a:pt x="404" y="269"/>
                </a:cubicBezTo>
                <a:close/>
                <a:moveTo>
                  <a:pt x="404" y="282"/>
                </a:moveTo>
                <a:cubicBezTo>
                  <a:pt x="404" y="287"/>
                  <a:pt x="404" y="287"/>
                  <a:pt x="404" y="287"/>
                </a:cubicBezTo>
                <a:cubicBezTo>
                  <a:pt x="403" y="287"/>
                  <a:pt x="403" y="287"/>
                  <a:pt x="402" y="287"/>
                </a:cubicBezTo>
                <a:cubicBezTo>
                  <a:pt x="402" y="283"/>
                  <a:pt x="402" y="283"/>
                  <a:pt x="402" y="283"/>
                </a:cubicBezTo>
                <a:cubicBezTo>
                  <a:pt x="403" y="283"/>
                  <a:pt x="403" y="283"/>
                  <a:pt x="404" y="282"/>
                </a:cubicBezTo>
                <a:close/>
                <a:moveTo>
                  <a:pt x="404" y="293"/>
                </a:moveTo>
                <a:cubicBezTo>
                  <a:pt x="404" y="298"/>
                  <a:pt x="404" y="298"/>
                  <a:pt x="404" y="298"/>
                </a:cubicBezTo>
                <a:cubicBezTo>
                  <a:pt x="403" y="298"/>
                  <a:pt x="403" y="298"/>
                  <a:pt x="403" y="298"/>
                </a:cubicBezTo>
                <a:cubicBezTo>
                  <a:pt x="404" y="298"/>
                  <a:pt x="404" y="298"/>
                  <a:pt x="404" y="298"/>
                </a:cubicBezTo>
                <a:cubicBezTo>
                  <a:pt x="404" y="307"/>
                  <a:pt x="404" y="307"/>
                  <a:pt x="404" y="307"/>
                </a:cubicBezTo>
                <a:cubicBezTo>
                  <a:pt x="403" y="307"/>
                  <a:pt x="403" y="306"/>
                  <a:pt x="402" y="305"/>
                </a:cubicBezTo>
                <a:cubicBezTo>
                  <a:pt x="402" y="293"/>
                  <a:pt x="402" y="293"/>
                  <a:pt x="402" y="293"/>
                </a:cubicBezTo>
                <a:cubicBezTo>
                  <a:pt x="404" y="293"/>
                  <a:pt x="404" y="293"/>
                  <a:pt x="404" y="293"/>
                </a:cubicBezTo>
                <a:close/>
                <a:moveTo>
                  <a:pt x="404" y="308"/>
                </a:moveTo>
                <a:cubicBezTo>
                  <a:pt x="404" y="311"/>
                  <a:pt x="404" y="311"/>
                  <a:pt x="404" y="311"/>
                </a:cubicBezTo>
                <a:cubicBezTo>
                  <a:pt x="402" y="311"/>
                  <a:pt x="402" y="311"/>
                  <a:pt x="402" y="311"/>
                </a:cubicBezTo>
                <a:cubicBezTo>
                  <a:pt x="402" y="308"/>
                  <a:pt x="402" y="308"/>
                  <a:pt x="402" y="308"/>
                </a:cubicBezTo>
                <a:cubicBezTo>
                  <a:pt x="404" y="308"/>
                  <a:pt x="404" y="308"/>
                  <a:pt x="404" y="308"/>
                </a:cubicBezTo>
                <a:close/>
                <a:moveTo>
                  <a:pt x="404" y="347"/>
                </a:moveTo>
                <a:cubicBezTo>
                  <a:pt x="404" y="437"/>
                  <a:pt x="404" y="437"/>
                  <a:pt x="404" y="437"/>
                </a:cubicBezTo>
                <a:cubicBezTo>
                  <a:pt x="402" y="436"/>
                  <a:pt x="402" y="436"/>
                  <a:pt x="402" y="436"/>
                </a:cubicBezTo>
                <a:cubicBezTo>
                  <a:pt x="402" y="343"/>
                  <a:pt x="402" y="343"/>
                  <a:pt x="402" y="343"/>
                </a:cubicBezTo>
                <a:cubicBezTo>
                  <a:pt x="404" y="347"/>
                  <a:pt x="404" y="347"/>
                  <a:pt x="404" y="347"/>
                </a:cubicBezTo>
                <a:close/>
                <a:moveTo>
                  <a:pt x="404" y="492"/>
                </a:moveTo>
                <a:cubicBezTo>
                  <a:pt x="404" y="496"/>
                  <a:pt x="404" y="496"/>
                  <a:pt x="404" y="496"/>
                </a:cubicBezTo>
                <a:cubicBezTo>
                  <a:pt x="403" y="496"/>
                  <a:pt x="403" y="496"/>
                  <a:pt x="402" y="496"/>
                </a:cubicBezTo>
                <a:cubicBezTo>
                  <a:pt x="402" y="492"/>
                  <a:pt x="402" y="492"/>
                  <a:pt x="402" y="492"/>
                </a:cubicBezTo>
                <a:cubicBezTo>
                  <a:pt x="403" y="492"/>
                  <a:pt x="403" y="492"/>
                  <a:pt x="404" y="492"/>
                </a:cubicBezTo>
                <a:close/>
                <a:moveTo>
                  <a:pt x="404" y="500"/>
                </a:moveTo>
                <a:cubicBezTo>
                  <a:pt x="404" y="510"/>
                  <a:pt x="404" y="510"/>
                  <a:pt x="404" y="510"/>
                </a:cubicBezTo>
                <a:cubicBezTo>
                  <a:pt x="402" y="510"/>
                  <a:pt x="402" y="510"/>
                  <a:pt x="402" y="510"/>
                </a:cubicBezTo>
                <a:cubicBezTo>
                  <a:pt x="402" y="497"/>
                  <a:pt x="402" y="497"/>
                  <a:pt x="402" y="497"/>
                </a:cubicBezTo>
                <a:cubicBezTo>
                  <a:pt x="403" y="498"/>
                  <a:pt x="403" y="499"/>
                  <a:pt x="404" y="500"/>
                </a:cubicBezTo>
                <a:close/>
                <a:moveTo>
                  <a:pt x="404" y="513"/>
                </a:moveTo>
                <a:cubicBezTo>
                  <a:pt x="404" y="518"/>
                  <a:pt x="404" y="518"/>
                  <a:pt x="404" y="518"/>
                </a:cubicBezTo>
                <a:cubicBezTo>
                  <a:pt x="403" y="518"/>
                  <a:pt x="403" y="518"/>
                  <a:pt x="402" y="518"/>
                </a:cubicBezTo>
                <a:cubicBezTo>
                  <a:pt x="402" y="514"/>
                  <a:pt x="402" y="514"/>
                  <a:pt x="402" y="514"/>
                </a:cubicBezTo>
                <a:cubicBezTo>
                  <a:pt x="403" y="514"/>
                  <a:pt x="403" y="513"/>
                  <a:pt x="404" y="513"/>
                </a:cubicBezTo>
                <a:close/>
                <a:moveTo>
                  <a:pt x="404" y="526"/>
                </a:moveTo>
                <a:cubicBezTo>
                  <a:pt x="404" y="530"/>
                  <a:pt x="404" y="530"/>
                  <a:pt x="404" y="530"/>
                </a:cubicBezTo>
                <a:cubicBezTo>
                  <a:pt x="402" y="531"/>
                  <a:pt x="402" y="531"/>
                  <a:pt x="402" y="531"/>
                </a:cubicBezTo>
                <a:cubicBezTo>
                  <a:pt x="402" y="526"/>
                  <a:pt x="402" y="526"/>
                  <a:pt x="402" y="526"/>
                </a:cubicBezTo>
                <a:cubicBezTo>
                  <a:pt x="404" y="526"/>
                  <a:pt x="404" y="526"/>
                  <a:pt x="404" y="526"/>
                </a:cubicBezTo>
                <a:close/>
                <a:moveTo>
                  <a:pt x="404" y="537"/>
                </a:moveTo>
                <a:cubicBezTo>
                  <a:pt x="404" y="543"/>
                  <a:pt x="404" y="543"/>
                  <a:pt x="404" y="543"/>
                </a:cubicBezTo>
                <a:cubicBezTo>
                  <a:pt x="402" y="544"/>
                  <a:pt x="402" y="544"/>
                  <a:pt x="402" y="544"/>
                </a:cubicBezTo>
                <a:cubicBezTo>
                  <a:pt x="402" y="538"/>
                  <a:pt x="402" y="538"/>
                  <a:pt x="402" y="538"/>
                </a:cubicBezTo>
                <a:cubicBezTo>
                  <a:pt x="403" y="538"/>
                  <a:pt x="403" y="537"/>
                  <a:pt x="404" y="537"/>
                </a:cubicBezTo>
                <a:close/>
                <a:moveTo>
                  <a:pt x="404" y="550"/>
                </a:moveTo>
                <a:cubicBezTo>
                  <a:pt x="404" y="555"/>
                  <a:pt x="404" y="555"/>
                  <a:pt x="404" y="555"/>
                </a:cubicBezTo>
                <a:cubicBezTo>
                  <a:pt x="403" y="555"/>
                  <a:pt x="403" y="555"/>
                  <a:pt x="402" y="555"/>
                </a:cubicBezTo>
                <a:cubicBezTo>
                  <a:pt x="402" y="551"/>
                  <a:pt x="402" y="551"/>
                  <a:pt x="402" y="551"/>
                </a:cubicBezTo>
                <a:cubicBezTo>
                  <a:pt x="404" y="550"/>
                  <a:pt x="404" y="550"/>
                  <a:pt x="404" y="550"/>
                </a:cubicBezTo>
                <a:close/>
                <a:moveTo>
                  <a:pt x="404" y="563"/>
                </a:moveTo>
                <a:cubicBezTo>
                  <a:pt x="404" y="568"/>
                  <a:pt x="404" y="568"/>
                  <a:pt x="404" y="568"/>
                </a:cubicBezTo>
                <a:cubicBezTo>
                  <a:pt x="402" y="568"/>
                  <a:pt x="402" y="568"/>
                  <a:pt x="402" y="568"/>
                </a:cubicBezTo>
                <a:cubicBezTo>
                  <a:pt x="402" y="563"/>
                  <a:pt x="402" y="563"/>
                  <a:pt x="402" y="563"/>
                </a:cubicBezTo>
                <a:cubicBezTo>
                  <a:pt x="404" y="563"/>
                  <a:pt x="404" y="563"/>
                  <a:pt x="404" y="563"/>
                </a:cubicBezTo>
                <a:close/>
                <a:moveTo>
                  <a:pt x="404" y="576"/>
                </a:moveTo>
                <a:cubicBezTo>
                  <a:pt x="404" y="580"/>
                  <a:pt x="404" y="580"/>
                  <a:pt x="404" y="580"/>
                </a:cubicBezTo>
                <a:cubicBezTo>
                  <a:pt x="402" y="580"/>
                  <a:pt x="402" y="580"/>
                  <a:pt x="402" y="580"/>
                </a:cubicBezTo>
                <a:cubicBezTo>
                  <a:pt x="402" y="576"/>
                  <a:pt x="402" y="576"/>
                  <a:pt x="402" y="576"/>
                </a:cubicBezTo>
                <a:cubicBezTo>
                  <a:pt x="403" y="576"/>
                  <a:pt x="403" y="576"/>
                  <a:pt x="404" y="576"/>
                </a:cubicBezTo>
                <a:close/>
                <a:moveTo>
                  <a:pt x="404" y="588"/>
                </a:moveTo>
                <a:cubicBezTo>
                  <a:pt x="404" y="593"/>
                  <a:pt x="404" y="593"/>
                  <a:pt x="404" y="593"/>
                </a:cubicBezTo>
                <a:cubicBezTo>
                  <a:pt x="402" y="593"/>
                  <a:pt x="402" y="593"/>
                  <a:pt x="402" y="593"/>
                </a:cubicBezTo>
                <a:cubicBezTo>
                  <a:pt x="402" y="588"/>
                  <a:pt x="402" y="588"/>
                  <a:pt x="402" y="588"/>
                </a:cubicBezTo>
                <a:cubicBezTo>
                  <a:pt x="404" y="588"/>
                  <a:pt x="404" y="588"/>
                  <a:pt x="404" y="588"/>
                </a:cubicBezTo>
                <a:close/>
                <a:moveTo>
                  <a:pt x="404" y="599"/>
                </a:moveTo>
                <a:cubicBezTo>
                  <a:pt x="404" y="605"/>
                  <a:pt x="404" y="605"/>
                  <a:pt x="404" y="605"/>
                </a:cubicBezTo>
                <a:cubicBezTo>
                  <a:pt x="403" y="605"/>
                  <a:pt x="403" y="605"/>
                  <a:pt x="402" y="605"/>
                </a:cubicBezTo>
                <a:cubicBezTo>
                  <a:pt x="402" y="601"/>
                  <a:pt x="402" y="601"/>
                  <a:pt x="402" y="601"/>
                </a:cubicBezTo>
                <a:cubicBezTo>
                  <a:pt x="403" y="600"/>
                  <a:pt x="403" y="600"/>
                  <a:pt x="404" y="599"/>
                </a:cubicBezTo>
                <a:close/>
                <a:moveTo>
                  <a:pt x="404" y="611"/>
                </a:moveTo>
                <a:cubicBezTo>
                  <a:pt x="404" y="617"/>
                  <a:pt x="404" y="617"/>
                  <a:pt x="404" y="617"/>
                </a:cubicBezTo>
                <a:cubicBezTo>
                  <a:pt x="403" y="617"/>
                  <a:pt x="403" y="617"/>
                  <a:pt x="402" y="617"/>
                </a:cubicBezTo>
                <a:cubicBezTo>
                  <a:pt x="402" y="611"/>
                  <a:pt x="402" y="611"/>
                  <a:pt x="402" y="611"/>
                </a:cubicBezTo>
                <a:cubicBezTo>
                  <a:pt x="404" y="611"/>
                  <a:pt x="404" y="611"/>
                  <a:pt x="404" y="611"/>
                </a:cubicBezTo>
                <a:close/>
                <a:moveTo>
                  <a:pt x="404" y="626"/>
                </a:moveTo>
                <a:cubicBezTo>
                  <a:pt x="404" y="639"/>
                  <a:pt x="404" y="639"/>
                  <a:pt x="404" y="639"/>
                </a:cubicBezTo>
                <a:cubicBezTo>
                  <a:pt x="402" y="639"/>
                  <a:pt x="402" y="639"/>
                  <a:pt x="402" y="639"/>
                </a:cubicBezTo>
                <a:cubicBezTo>
                  <a:pt x="402" y="624"/>
                  <a:pt x="402" y="624"/>
                  <a:pt x="402" y="624"/>
                </a:cubicBezTo>
                <a:cubicBezTo>
                  <a:pt x="403" y="625"/>
                  <a:pt x="403" y="625"/>
                  <a:pt x="404" y="626"/>
                </a:cubicBezTo>
                <a:close/>
                <a:moveTo>
                  <a:pt x="404" y="749"/>
                </a:moveTo>
                <a:cubicBezTo>
                  <a:pt x="404" y="756"/>
                  <a:pt x="404" y="756"/>
                  <a:pt x="404" y="756"/>
                </a:cubicBezTo>
                <a:cubicBezTo>
                  <a:pt x="403" y="756"/>
                  <a:pt x="403" y="756"/>
                  <a:pt x="402" y="757"/>
                </a:cubicBezTo>
                <a:cubicBezTo>
                  <a:pt x="402" y="749"/>
                  <a:pt x="402" y="749"/>
                  <a:pt x="402" y="749"/>
                </a:cubicBezTo>
                <a:cubicBezTo>
                  <a:pt x="404" y="749"/>
                  <a:pt x="404" y="749"/>
                  <a:pt x="404" y="749"/>
                </a:cubicBezTo>
                <a:close/>
                <a:moveTo>
                  <a:pt x="404" y="766"/>
                </a:moveTo>
                <a:cubicBezTo>
                  <a:pt x="404" y="781"/>
                  <a:pt x="404" y="781"/>
                  <a:pt x="404" y="781"/>
                </a:cubicBezTo>
                <a:cubicBezTo>
                  <a:pt x="402" y="779"/>
                  <a:pt x="402" y="779"/>
                  <a:pt x="402" y="779"/>
                </a:cubicBezTo>
                <a:cubicBezTo>
                  <a:pt x="402" y="764"/>
                  <a:pt x="402" y="764"/>
                  <a:pt x="402" y="764"/>
                </a:cubicBezTo>
                <a:lnTo>
                  <a:pt x="404" y="766"/>
                </a:lnTo>
                <a:close/>
                <a:moveTo>
                  <a:pt x="402" y="0"/>
                </a:moveTo>
                <a:cubicBezTo>
                  <a:pt x="402" y="0"/>
                  <a:pt x="402" y="0"/>
                  <a:pt x="402" y="0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0"/>
                  <a:pt x="402" y="0"/>
                  <a:pt x="402" y="0"/>
                </a:cubicBezTo>
                <a:close/>
                <a:moveTo>
                  <a:pt x="402" y="794"/>
                </a:moveTo>
                <a:cubicBezTo>
                  <a:pt x="402" y="794"/>
                  <a:pt x="402" y="794"/>
                  <a:pt x="402" y="794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94"/>
                  <a:pt x="402" y="794"/>
                  <a:pt x="402" y="794"/>
                </a:cubicBezTo>
                <a:close/>
                <a:moveTo>
                  <a:pt x="402" y="32"/>
                </a:moveTo>
                <a:cubicBezTo>
                  <a:pt x="402" y="46"/>
                  <a:pt x="402" y="46"/>
                  <a:pt x="402" y="46"/>
                </a:cubicBezTo>
                <a:cubicBezTo>
                  <a:pt x="402" y="46"/>
                  <a:pt x="402" y="46"/>
                  <a:pt x="402" y="46"/>
                </a:cubicBezTo>
                <a:cubicBezTo>
                  <a:pt x="402" y="32"/>
                  <a:pt x="402" y="32"/>
                  <a:pt x="402" y="32"/>
                </a:cubicBezTo>
                <a:cubicBezTo>
                  <a:pt x="402" y="32"/>
                  <a:pt x="402" y="32"/>
                  <a:pt x="402" y="32"/>
                </a:cubicBezTo>
                <a:close/>
                <a:moveTo>
                  <a:pt x="402" y="165"/>
                </a:moveTo>
                <a:cubicBezTo>
                  <a:pt x="402" y="171"/>
                  <a:pt x="402" y="171"/>
                  <a:pt x="402" y="171"/>
                </a:cubicBezTo>
                <a:cubicBezTo>
                  <a:pt x="402" y="171"/>
                  <a:pt x="402" y="171"/>
                  <a:pt x="402" y="171"/>
                </a:cubicBezTo>
                <a:cubicBezTo>
                  <a:pt x="402" y="165"/>
                  <a:pt x="402" y="165"/>
                  <a:pt x="402" y="165"/>
                </a:cubicBezTo>
                <a:cubicBezTo>
                  <a:pt x="402" y="165"/>
                  <a:pt x="402" y="165"/>
                  <a:pt x="402" y="165"/>
                </a:cubicBezTo>
                <a:close/>
                <a:moveTo>
                  <a:pt x="402" y="185"/>
                </a:moveTo>
                <a:cubicBezTo>
                  <a:pt x="402" y="192"/>
                  <a:pt x="402" y="192"/>
                  <a:pt x="402" y="192"/>
                </a:cubicBezTo>
                <a:cubicBezTo>
                  <a:pt x="402" y="192"/>
                  <a:pt x="402" y="192"/>
                  <a:pt x="402" y="192"/>
                </a:cubicBezTo>
                <a:cubicBezTo>
                  <a:pt x="402" y="185"/>
                  <a:pt x="402" y="185"/>
                  <a:pt x="402" y="185"/>
                </a:cubicBezTo>
                <a:cubicBezTo>
                  <a:pt x="402" y="185"/>
                  <a:pt x="402" y="185"/>
                  <a:pt x="402" y="185"/>
                </a:cubicBezTo>
                <a:close/>
                <a:moveTo>
                  <a:pt x="402" y="196"/>
                </a:moveTo>
                <a:cubicBezTo>
                  <a:pt x="402" y="200"/>
                  <a:pt x="402" y="200"/>
                  <a:pt x="402" y="200"/>
                </a:cubicBezTo>
                <a:cubicBezTo>
                  <a:pt x="402" y="200"/>
                  <a:pt x="402" y="200"/>
                  <a:pt x="402" y="200"/>
                </a:cubicBezTo>
                <a:cubicBezTo>
                  <a:pt x="402" y="196"/>
                  <a:pt x="402" y="196"/>
                  <a:pt x="402" y="196"/>
                </a:cubicBezTo>
                <a:cubicBezTo>
                  <a:pt x="402" y="196"/>
                  <a:pt x="402" y="196"/>
                  <a:pt x="402" y="196"/>
                </a:cubicBezTo>
                <a:close/>
                <a:moveTo>
                  <a:pt x="402" y="208"/>
                </a:moveTo>
                <a:cubicBezTo>
                  <a:pt x="402" y="213"/>
                  <a:pt x="402" y="213"/>
                  <a:pt x="402" y="213"/>
                </a:cubicBezTo>
                <a:cubicBezTo>
                  <a:pt x="402" y="213"/>
                  <a:pt x="402" y="213"/>
                  <a:pt x="402" y="213"/>
                </a:cubicBezTo>
                <a:cubicBezTo>
                  <a:pt x="402" y="208"/>
                  <a:pt x="402" y="208"/>
                  <a:pt x="402" y="208"/>
                </a:cubicBezTo>
                <a:cubicBezTo>
                  <a:pt x="402" y="208"/>
                  <a:pt x="402" y="208"/>
                  <a:pt x="402" y="208"/>
                </a:cubicBezTo>
                <a:close/>
                <a:moveTo>
                  <a:pt x="402" y="221"/>
                </a:moveTo>
                <a:cubicBezTo>
                  <a:pt x="402" y="225"/>
                  <a:pt x="402" y="225"/>
                  <a:pt x="402" y="225"/>
                </a:cubicBezTo>
                <a:cubicBezTo>
                  <a:pt x="402" y="225"/>
                  <a:pt x="402" y="225"/>
                  <a:pt x="402" y="225"/>
                </a:cubicBezTo>
                <a:cubicBezTo>
                  <a:pt x="402" y="221"/>
                  <a:pt x="402" y="221"/>
                  <a:pt x="402" y="221"/>
                </a:cubicBezTo>
                <a:cubicBezTo>
                  <a:pt x="402" y="221"/>
                  <a:pt x="402" y="221"/>
                  <a:pt x="402" y="221"/>
                </a:cubicBezTo>
                <a:close/>
                <a:moveTo>
                  <a:pt x="402" y="233"/>
                </a:moveTo>
                <a:cubicBezTo>
                  <a:pt x="402" y="237"/>
                  <a:pt x="402" y="237"/>
                  <a:pt x="402" y="237"/>
                </a:cubicBezTo>
                <a:cubicBezTo>
                  <a:pt x="402" y="238"/>
                  <a:pt x="402" y="238"/>
                  <a:pt x="402" y="238"/>
                </a:cubicBezTo>
                <a:cubicBezTo>
                  <a:pt x="402" y="233"/>
                  <a:pt x="402" y="233"/>
                  <a:pt x="402" y="233"/>
                </a:cubicBezTo>
                <a:cubicBezTo>
                  <a:pt x="402" y="233"/>
                  <a:pt x="402" y="233"/>
                  <a:pt x="402" y="233"/>
                </a:cubicBezTo>
                <a:close/>
                <a:moveTo>
                  <a:pt x="402" y="245"/>
                </a:moveTo>
                <a:cubicBezTo>
                  <a:pt x="402" y="250"/>
                  <a:pt x="402" y="250"/>
                  <a:pt x="402" y="250"/>
                </a:cubicBezTo>
                <a:cubicBezTo>
                  <a:pt x="402" y="250"/>
                  <a:pt x="402" y="250"/>
                  <a:pt x="402" y="250"/>
                </a:cubicBezTo>
                <a:cubicBezTo>
                  <a:pt x="402" y="245"/>
                  <a:pt x="402" y="245"/>
                  <a:pt x="402" y="245"/>
                </a:cubicBezTo>
                <a:cubicBezTo>
                  <a:pt x="402" y="245"/>
                  <a:pt x="402" y="245"/>
                  <a:pt x="402" y="245"/>
                </a:cubicBezTo>
                <a:close/>
                <a:moveTo>
                  <a:pt x="402" y="258"/>
                </a:moveTo>
                <a:cubicBezTo>
                  <a:pt x="402" y="262"/>
                  <a:pt x="402" y="262"/>
                  <a:pt x="402" y="262"/>
                </a:cubicBezTo>
                <a:cubicBezTo>
                  <a:pt x="402" y="262"/>
                  <a:pt x="402" y="262"/>
                  <a:pt x="402" y="262"/>
                </a:cubicBezTo>
                <a:cubicBezTo>
                  <a:pt x="402" y="258"/>
                  <a:pt x="402" y="258"/>
                  <a:pt x="402" y="258"/>
                </a:cubicBezTo>
                <a:cubicBezTo>
                  <a:pt x="402" y="258"/>
                  <a:pt x="402" y="258"/>
                  <a:pt x="402" y="258"/>
                </a:cubicBezTo>
                <a:close/>
                <a:moveTo>
                  <a:pt x="402" y="270"/>
                </a:moveTo>
                <a:cubicBezTo>
                  <a:pt x="402" y="275"/>
                  <a:pt x="402" y="275"/>
                  <a:pt x="402" y="275"/>
                </a:cubicBezTo>
                <a:cubicBezTo>
                  <a:pt x="402" y="275"/>
                  <a:pt x="402" y="275"/>
                  <a:pt x="402" y="275"/>
                </a:cubicBezTo>
                <a:cubicBezTo>
                  <a:pt x="402" y="270"/>
                  <a:pt x="402" y="270"/>
                  <a:pt x="402" y="270"/>
                </a:cubicBezTo>
                <a:cubicBezTo>
                  <a:pt x="402" y="270"/>
                  <a:pt x="402" y="270"/>
                  <a:pt x="402" y="270"/>
                </a:cubicBezTo>
                <a:close/>
                <a:moveTo>
                  <a:pt x="402" y="283"/>
                </a:moveTo>
                <a:cubicBezTo>
                  <a:pt x="402" y="287"/>
                  <a:pt x="402" y="287"/>
                  <a:pt x="402" y="287"/>
                </a:cubicBezTo>
                <a:cubicBezTo>
                  <a:pt x="402" y="287"/>
                  <a:pt x="402" y="287"/>
                  <a:pt x="402" y="287"/>
                </a:cubicBezTo>
                <a:cubicBezTo>
                  <a:pt x="402" y="283"/>
                  <a:pt x="402" y="283"/>
                  <a:pt x="402" y="283"/>
                </a:cubicBezTo>
                <a:cubicBezTo>
                  <a:pt x="402" y="283"/>
                  <a:pt x="402" y="283"/>
                  <a:pt x="402" y="283"/>
                </a:cubicBezTo>
                <a:close/>
                <a:moveTo>
                  <a:pt x="402" y="293"/>
                </a:moveTo>
                <a:cubicBezTo>
                  <a:pt x="402" y="305"/>
                  <a:pt x="402" y="305"/>
                  <a:pt x="402" y="305"/>
                </a:cubicBezTo>
                <a:cubicBezTo>
                  <a:pt x="402" y="304"/>
                  <a:pt x="402" y="304"/>
                  <a:pt x="402" y="304"/>
                </a:cubicBezTo>
                <a:cubicBezTo>
                  <a:pt x="402" y="293"/>
                  <a:pt x="402" y="293"/>
                  <a:pt x="402" y="293"/>
                </a:cubicBezTo>
                <a:cubicBezTo>
                  <a:pt x="402" y="293"/>
                  <a:pt x="402" y="293"/>
                  <a:pt x="402" y="293"/>
                </a:cubicBezTo>
                <a:close/>
                <a:moveTo>
                  <a:pt x="402" y="308"/>
                </a:moveTo>
                <a:cubicBezTo>
                  <a:pt x="402" y="311"/>
                  <a:pt x="402" y="311"/>
                  <a:pt x="402" y="311"/>
                </a:cubicBezTo>
                <a:cubicBezTo>
                  <a:pt x="402" y="311"/>
                  <a:pt x="402" y="311"/>
                  <a:pt x="402" y="311"/>
                </a:cubicBezTo>
                <a:cubicBezTo>
                  <a:pt x="402" y="308"/>
                  <a:pt x="402" y="308"/>
                  <a:pt x="402" y="308"/>
                </a:cubicBezTo>
                <a:cubicBezTo>
                  <a:pt x="402" y="308"/>
                  <a:pt x="402" y="308"/>
                  <a:pt x="402" y="308"/>
                </a:cubicBezTo>
                <a:close/>
                <a:moveTo>
                  <a:pt x="402" y="343"/>
                </a:moveTo>
                <a:cubicBezTo>
                  <a:pt x="402" y="436"/>
                  <a:pt x="402" y="436"/>
                  <a:pt x="402" y="436"/>
                </a:cubicBezTo>
                <a:cubicBezTo>
                  <a:pt x="402" y="436"/>
                  <a:pt x="402" y="436"/>
                  <a:pt x="402" y="436"/>
                </a:cubicBezTo>
                <a:cubicBezTo>
                  <a:pt x="402" y="342"/>
                  <a:pt x="402" y="342"/>
                  <a:pt x="402" y="342"/>
                </a:cubicBezTo>
                <a:cubicBezTo>
                  <a:pt x="402" y="343"/>
                  <a:pt x="402" y="343"/>
                  <a:pt x="402" y="343"/>
                </a:cubicBezTo>
                <a:close/>
                <a:moveTo>
                  <a:pt x="402" y="492"/>
                </a:move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2"/>
                  <a:pt x="402" y="492"/>
                  <a:pt x="402" y="492"/>
                </a:cubicBezTo>
                <a:cubicBezTo>
                  <a:pt x="402" y="492"/>
                  <a:pt x="402" y="492"/>
                  <a:pt x="402" y="492"/>
                </a:cubicBezTo>
                <a:close/>
                <a:moveTo>
                  <a:pt x="402" y="497"/>
                </a:moveTo>
                <a:cubicBezTo>
                  <a:pt x="402" y="510"/>
                  <a:pt x="402" y="510"/>
                  <a:pt x="402" y="510"/>
                </a:cubicBezTo>
                <a:cubicBezTo>
                  <a:pt x="402" y="510"/>
                  <a:pt x="402" y="510"/>
                  <a:pt x="402" y="510"/>
                </a:cubicBezTo>
                <a:cubicBezTo>
                  <a:pt x="402" y="507"/>
                  <a:pt x="402" y="507"/>
                  <a:pt x="402" y="507"/>
                </a:cubicBezTo>
                <a:cubicBezTo>
                  <a:pt x="402" y="507"/>
                  <a:pt x="402" y="507"/>
                  <a:pt x="402" y="507"/>
                </a:cubicBezTo>
                <a:cubicBezTo>
                  <a:pt x="402" y="506"/>
                  <a:pt x="402" y="506"/>
                  <a:pt x="402" y="50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7"/>
                  <a:pt x="402" y="497"/>
                  <a:pt x="402" y="497"/>
                </a:cubicBezTo>
                <a:close/>
                <a:moveTo>
                  <a:pt x="402" y="514"/>
                </a:moveTo>
                <a:cubicBezTo>
                  <a:pt x="402" y="518"/>
                  <a:pt x="402" y="518"/>
                  <a:pt x="402" y="518"/>
                </a:cubicBezTo>
                <a:cubicBezTo>
                  <a:pt x="402" y="518"/>
                  <a:pt x="402" y="518"/>
                  <a:pt x="402" y="518"/>
                </a:cubicBezTo>
                <a:cubicBezTo>
                  <a:pt x="402" y="514"/>
                  <a:pt x="402" y="514"/>
                  <a:pt x="402" y="514"/>
                </a:cubicBezTo>
                <a:cubicBezTo>
                  <a:pt x="402" y="514"/>
                  <a:pt x="402" y="514"/>
                  <a:pt x="402" y="514"/>
                </a:cubicBezTo>
                <a:close/>
                <a:moveTo>
                  <a:pt x="402" y="526"/>
                </a:moveTo>
                <a:cubicBezTo>
                  <a:pt x="402" y="531"/>
                  <a:pt x="402" y="531"/>
                  <a:pt x="402" y="531"/>
                </a:cubicBezTo>
                <a:cubicBezTo>
                  <a:pt x="402" y="531"/>
                  <a:pt x="402" y="531"/>
                  <a:pt x="402" y="531"/>
                </a:cubicBezTo>
                <a:cubicBezTo>
                  <a:pt x="402" y="526"/>
                  <a:pt x="402" y="526"/>
                  <a:pt x="402" y="526"/>
                </a:cubicBezTo>
                <a:cubicBezTo>
                  <a:pt x="402" y="526"/>
                  <a:pt x="402" y="526"/>
                  <a:pt x="402" y="526"/>
                </a:cubicBezTo>
                <a:close/>
                <a:moveTo>
                  <a:pt x="402" y="538"/>
                </a:moveTo>
                <a:cubicBezTo>
                  <a:pt x="402" y="544"/>
                  <a:pt x="402" y="544"/>
                  <a:pt x="402" y="544"/>
                </a:cubicBezTo>
                <a:cubicBezTo>
                  <a:pt x="402" y="544"/>
                  <a:pt x="402" y="544"/>
                  <a:pt x="402" y="544"/>
                </a:cubicBezTo>
                <a:cubicBezTo>
                  <a:pt x="402" y="539"/>
                  <a:pt x="402" y="539"/>
                  <a:pt x="402" y="539"/>
                </a:cubicBezTo>
                <a:cubicBezTo>
                  <a:pt x="402" y="538"/>
                  <a:pt x="402" y="538"/>
                  <a:pt x="402" y="538"/>
                </a:cubicBezTo>
                <a:close/>
                <a:moveTo>
                  <a:pt x="402" y="551"/>
                </a:moveTo>
                <a:cubicBezTo>
                  <a:pt x="402" y="555"/>
                  <a:pt x="402" y="555"/>
                  <a:pt x="402" y="555"/>
                </a:cubicBezTo>
                <a:cubicBezTo>
                  <a:pt x="402" y="555"/>
                  <a:pt x="402" y="555"/>
                  <a:pt x="402" y="555"/>
                </a:cubicBezTo>
                <a:cubicBezTo>
                  <a:pt x="402" y="551"/>
                  <a:pt x="402" y="551"/>
                  <a:pt x="402" y="551"/>
                </a:cubicBezTo>
                <a:cubicBezTo>
                  <a:pt x="402" y="551"/>
                  <a:pt x="402" y="551"/>
                  <a:pt x="402" y="551"/>
                </a:cubicBezTo>
                <a:close/>
                <a:moveTo>
                  <a:pt x="402" y="563"/>
                </a:moveTo>
                <a:cubicBezTo>
                  <a:pt x="402" y="568"/>
                  <a:pt x="402" y="568"/>
                  <a:pt x="402" y="568"/>
                </a:cubicBezTo>
                <a:cubicBezTo>
                  <a:pt x="402" y="568"/>
                  <a:pt x="402" y="568"/>
                  <a:pt x="402" y="568"/>
                </a:cubicBezTo>
                <a:cubicBezTo>
                  <a:pt x="402" y="563"/>
                  <a:pt x="402" y="563"/>
                  <a:pt x="402" y="563"/>
                </a:cubicBezTo>
                <a:cubicBezTo>
                  <a:pt x="402" y="563"/>
                  <a:pt x="402" y="563"/>
                  <a:pt x="402" y="563"/>
                </a:cubicBezTo>
                <a:close/>
                <a:moveTo>
                  <a:pt x="402" y="576"/>
                </a:moveTo>
                <a:cubicBezTo>
                  <a:pt x="402" y="580"/>
                  <a:pt x="402" y="580"/>
                  <a:pt x="402" y="580"/>
                </a:cubicBezTo>
                <a:cubicBezTo>
                  <a:pt x="402" y="580"/>
                  <a:pt x="402" y="580"/>
                  <a:pt x="402" y="580"/>
                </a:cubicBezTo>
                <a:cubicBezTo>
                  <a:pt x="402" y="576"/>
                  <a:pt x="402" y="576"/>
                  <a:pt x="402" y="576"/>
                </a:cubicBezTo>
                <a:cubicBezTo>
                  <a:pt x="402" y="576"/>
                  <a:pt x="402" y="576"/>
                  <a:pt x="402" y="576"/>
                </a:cubicBezTo>
                <a:close/>
                <a:moveTo>
                  <a:pt x="402" y="588"/>
                </a:moveTo>
                <a:cubicBezTo>
                  <a:pt x="402" y="593"/>
                  <a:pt x="402" y="593"/>
                  <a:pt x="402" y="593"/>
                </a:cubicBezTo>
                <a:cubicBezTo>
                  <a:pt x="402" y="593"/>
                  <a:pt x="402" y="593"/>
                  <a:pt x="402" y="593"/>
                </a:cubicBezTo>
                <a:cubicBezTo>
                  <a:pt x="402" y="588"/>
                  <a:pt x="402" y="588"/>
                  <a:pt x="402" y="588"/>
                </a:cubicBezTo>
                <a:cubicBezTo>
                  <a:pt x="402" y="588"/>
                  <a:pt x="402" y="588"/>
                  <a:pt x="402" y="588"/>
                </a:cubicBezTo>
                <a:close/>
                <a:moveTo>
                  <a:pt x="402" y="601"/>
                </a:moveTo>
                <a:cubicBezTo>
                  <a:pt x="402" y="605"/>
                  <a:pt x="402" y="605"/>
                  <a:pt x="402" y="605"/>
                </a:cubicBezTo>
                <a:cubicBezTo>
                  <a:pt x="402" y="605"/>
                  <a:pt x="402" y="605"/>
                  <a:pt x="402" y="605"/>
                </a:cubicBezTo>
                <a:cubicBezTo>
                  <a:pt x="402" y="601"/>
                  <a:pt x="402" y="601"/>
                  <a:pt x="402" y="601"/>
                </a:cubicBezTo>
                <a:cubicBezTo>
                  <a:pt x="402" y="601"/>
                  <a:pt x="402" y="601"/>
                  <a:pt x="402" y="601"/>
                </a:cubicBezTo>
                <a:close/>
                <a:moveTo>
                  <a:pt x="402" y="611"/>
                </a:moveTo>
                <a:cubicBezTo>
                  <a:pt x="402" y="617"/>
                  <a:pt x="402" y="617"/>
                  <a:pt x="402" y="617"/>
                </a:cubicBezTo>
                <a:cubicBezTo>
                  <a:pt x="402" y="617"/>
                  <a:pt x="402" y="617"/>
                  <a:pt x="402" y="617"/>
                </a:cubicBezTo>
                <a:cubicBezTo>
                  <a:pt x="402" y="611"/>
                  <a:pt x="402" y="611"/>
                  <a:pt x="402" y="611"/>
                </a:cubicBezTo>
                <a:cubicBezTo>
                  <a:pt x="402" y="611"/>
                  <a:pt x="402" y="611"/>
                  <a:pt x="402" y="611"/>
                </a:cubicBezTo>
                <a:close/>
                <a:moveTo>
                  <a:pt x="402" y="624"/>
                </a:moveTo>
                <a:cubicBezTo>
                  <a:pt x="402" y="639"/>
                  <a:pt x="402" y="639"/>
                  <a:pt x="402" y="639"/>
                </a:cubicBezTo>
                <a:cubicBezTo>
                  <a:pt x="402" y="639"/>
                  <a:pt x="402" y="639"/>
                  <a:pt x="402" y="639"/>
                </a:cubicBezTo>
                <a:cubicBezTo>
                  <a:pt x="402" y="624"/>
                  <a:pt x="402" y="624"/>
                  <a:pt x="402" y="624"/>
                </a:cubicBezTo>
                <a:cubicBezTo>
                  <a:pt x="402" y="624"/>
                  <a:pt x="402" y="624"/>
                  <a:pt x="402" y="624"/>
                </a:cubicBezTo>
                <a:close/>
                <a:moveTo>
                  <a:pt x="402" y="749"/>
                </a:moveTo>
                <a:cubicBezTo>
                  <a:pt x="402" y="757"/>
                  <a:pt x="402" y="757"/>
                  <a:pt x="402" y="757"/>
                </a:cubicBezTo>
                <a:cubicBezTo>
                  <a:pt x="402" y="757"/>
                  <a:pt x="402" y="757"/>
                  <a:pt x="402" y="757"/>
                </a:cubicBezTo>
                <a:cubicBezTo>
                  <a:pt x="402" y="749"/>
                  <a:pt x="402" y="749"/>
                  <a:pt x="402" y="749"/>
                </a:cubicBezTo>
                <a:cubicBezTo>
                  <a:pt x="402" y="749"/>
                  <a:pt x="402" y="749"/>
                  <a:pt x="402" y="749"/>
                </a:cubicBezTo>
                <a:close/>
                <a:moveTo>
                  <a:pt x="402" y="764"/>
                </a:moveTo>
                <a:cubicBezTo>
                  <a:pt x="402" y="779"/>
                  <a:pt x="402" y="779"/>
                  <a:pt x="402" y="779"/>
                </a:cubicBezTo>
                <a:cubicBezTo>
                  <a:pt x="402" y="779"/>
                  <a:pt x="402" y="779"/>
                  <a:pt x="402" y="779"/>
                </a:cubicBezTo>
                <a:cubicBezTo>
                  <a:pt x="402" y="763"/>
                  <a:pt x="402" y="763"/>
                  <a:pt x="402" y="763"/>
                </a:cubicBezTo>
                <a:lnTo>
                  <a:pt x="402" y="764"/>
                </a:lnTo>
                <a:close/>
                <a:moveTo>
                  <a:pt x="400" y="0"/>
                </a:moveTo>
                <a:cubicBezTo>
                  <a:pt x="402" y="0"/>
                  <a:pt x="402" y="0"/>
                  <a:pt x="402" y="0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9"/>
                  <a:pt x="401" y="9"/>
                  <a:pt x="400" y="9"/>
                </a:cubicBezTo>
                <a:cubicBezTo>
                  <a:pt x="400" y="0"/>
                  <a:pt x="400" y="0"/>
                  <a:pt x="400" y="0"/>
                </a:cubicBezTo>
                <a:close/>
                <a:moveTo>
                  <a:pt x="402" y="794"/>
                </a:moveTo>
                <a:cubicBezTo>
                  <a:pt x="400" y="794"/>
                  <a:pt x="400" y="794"/>
                  <a:pt x="400" y="794"/>
                </a:cubicBezTo>
                <a:cubicBezTo>
                  <a:pt x="400" y="786"/>
                  <a:pt x="400" y="786"/>
                  <a:pt x="400" y="786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94"/>
                  <a:pt x="402" y="794"/>
                  <a:pt x="402" y="794"/>
                </a:cubicBezTo>
                <a:close/>
                <a:moveTo>
                  <a:pt x="402" y="32"/>
                </a:moveTo>
                <a:cubicBezTo>
                  <a:pt x="402" y="46"/>
                  <a:pt x="402" y="46"/>
                  <a:pt x="402" y="46"/>
                </a:cubicBezTo>
                <a:cubicBezTo>
                  <a:pt x="402" y="46"/>
                  <a:pt x="401" y="46"/>
                  <a:pt x="400" y="46"/>
                </a:cubicBezTo>
                <a:cubicBezTo>
                  <a:pt x="400" y="29"/>
                  <a:pt x="400" y="29"/>
                  <a:pt x="400" y="29"/>
                </a:cubicBezTo>
                <a:cubicBezTo>
                  <a:pt x="401" y="30"/>
                  <a:pt x="402" y="31"/>
                  <a:pt x="402" y="32"/>
                </a:cubicBezTo>
                <a:close/>
                <a:moveTo>
                  <a:pt x="402" y="165"/>
                </a:moveTo>
                <a:cubicBezTo>
                  <a:pt x="402" y="171"/>
                  <a:pt x="402" y="171"/>
                  <a:pt x="402" y="171"/>
                </a:cubicBezTo>
                <a:cubicBezTo>
                  <a:pt x="402" y="171"/>
                  <a:pt x="401" y="170"/>
                  <a:pt x="400" y="170"/>
                </a:cubicBezTo>
                <a:cubicBezTo>
                  <a:pt x="400" y="165"/>
                  <a:pt x="400" y="165"/>
                  <a:pt x="400" y="165"/>
                </a:cubicBezTo>
                <a:cubicBezTo>
                  <a:pt x="402" y="165"/>
                  <a:pt x="402" y="165"/>
                  <a:pt x="402" y="165"/>
                </a:cubicBezTo>
                <a:close/>
                <a:moveTo>
                  <a:pt x="402" y="185"/>
                </a:moveTo>
                <a:cubicBezTo>
                  <a:pt x="402" y="192"/>
                  <a:pt x="402" y="192"/>
                  <a:pt x="402" y="192"/>
                </a:cubicBezTo>
                <a:cubicBezTo>
                  <a:pt x="402" y="192"/>
                  <a:pt x="401" y="192"/>
                  <a:pt x="400" y="192"/>
                </a:cubicBezTo>
                <a:cubicBezTo>
                  <a:pt x="400" y="182"/>
                  <a:pt x="400" y="182"/>
                  <a:pt x="400" y="182"/>
                </a:cubicBezTo>
                <a:cubicBezTo>
                  <a:pt x="401" y="183"/>
                  <a:pt x="402" y="184"/>
                  <a:pt x="402" y="185"/>
                </a:cubicBezTo>
                <a:close/>
                <a:moveTo>
                  <a:pt x="402" y="196"/>
                </a:moveTo>
                <a:cubicBezTo>
                  <a:pt x="402" y="200"/>
                  <a:pt x="402" y="200"/>
                  <a:pt x="402" y="200"/>
                </a:cubicBezTo>
                <a:cubicBezTo>
                  <a:pt x="402" y="200"/>
                  <a:pt x="401" y="200"/>
                  <a:pt x="400" y="201"/>
                </a:cubicBezTo>
                <a:cubicBezTo>
                  <a:pt x="400" y="197"/>
                  <a:pt x="400" y="197"/>
                  <a:pt x="400" y="197"/>
                </a:cubicBezTo>
                <a:cubicBezTo>
                  <a:pt x="401" y="197"/>
                  <a:pt x="402" y="196"/>
                  <a:pt x="402" y="196"/>
                </a:cubicBezTo>
                <a:close/>
                <a:moveTo>
                  <a:pt x="402" y="208"/>
                </a:moveTo>
                <a:cubicBezTo>
                  <a:pt x="402" y="213"/>
                  <a:pt x="402" y="213"/>
                  <a:pt x="402" y="213"/>
                </a:cubicBezTo>
                <a:cubicBezTo>
                  <a:pt x="400" y="213"/>
                  <a:pt x="400" y="213"/>
                  <a:pt x="400" y="213"/>
                </a:cubicBezTo>
                <a:cubicBezTo>
                  <a:pt x="400" y="209"/>
                  <a:pt x="400" y="209"/>
                  <a:pt x="400" y="209"/>
                </a:cubicBezTo>
                <a:cubicBezTo>
                  <a:pt x="402" y="208"/>
                  <a:pt x="402" y="208"/>
                  <a:pt x="402" y="208"/>
                </a:cubicBezTo>
                <a:close/>
                <a:moveTo>
                  <a:pt x="402" y="221"/>
                </a:moveTo>
                <a:cubicBezTo>
                  <a:pt x="402" y="225"/>
                  <a:pt x="402" y="225"/>
                  <a:pt x="402" y="225"/>
                </a:cubicBezTo>
                <a:cubicBezTo>
                  <a:pt x="402" y="225"/>
                  <a:pt x="401" y="225"/>
                  <a:pt x="400" y="225"/>
                </a:cubicBezTo>
                <a:cubicBezTo>
                  <a:pt x="400" y="221"/>
                  <a:pt x="400" y="221"/>
                  <a:pt x="400" y="221"/>
                </a:cubicBezTo>
                <a:cubicBezTo>
                  <a:pt x="401" y="221"/>
                  <a:pt x="402" y="221"/>
                  <a:pt x="402" y="221"/>
                </a:cubicBezTo>
                <a:close/>
                <a:moveTo>
                  <a:pt x="402" y="233"/>
                </a:moveTo>
                <a:cubicBezTo>
                  <a:pt x="402" y="238"/>
                  <a:pt x="402" y="238"/>
                  <a:pt x="402" y="238"/>
                </a:cubicBezTo>
                <a:cubicBezTo>
                  <a:pt x="400" y="238"/>
                  <a:pt x="400" y="238"/>
                  <a:pt x="400" y="238"/>
                </a:cubicBezTo>
                <a:cubicBezTo>
                  <a:pt x="400" y="234"/>
                  <a:pt x="400" y="234"/>
                  <a:pt x="400" y="234"/>
                </a:cubicBezTo>
                <a:cubicBezTo>
                  <a:pt x="402" y="233"/>
                  <a:pt x="402" y="233"/>
                  <a:pt x="402" y="233"/>
                </a:cubicBezTo>
                <a:close/>
                <a:moveTo>
                  <a:pt x="402" y="245"/>
                </a:moveTo>
                <a:cubicBezTo>
                  <a:pt x="402" y="250"/>
                  <a:pt x="402" y="250"/>
                  <a:pt x="402" y="250"/>
                </a:cubicBezTo>
                <a:cubicBezTo>
                  <a:pt x="402" y="250"/>
                  <a:pt x="401" y="250"/>
                  <a:pt x="400" y="250"/>
                </a:cubicBezTo>
                <a:cubicBezTo>
                  <a:pt x="400" y="246"/>
                  <a:pt x="400" y="246"/>
                  <a:pt x="400" y="246"/>
                </a:cubicBezTo>
                <a:cubicBezTo>
                  <a:pt x="401" y="246"/>
                  <a:pt x="402" y="246"/>
                  <a:pt x="402" y="245"/>
                </a:cubicBezTo>
                <a:close/>
                <a:moveTo>
                  <a:pt x="402" y="258"/>
                </a:moveTo>
                <a:cubicBezTo>
                  <a:pt x="402" y="262"/>
                  <a:pt x="402" y="262"/>
                  <a:pt x="402" y="262"/>
                </a:cubicBezTo>
                <a:cubicBezTo>
                  <a:pt x="402" y="262"/>
                  <a:pt x="401" y="262"/>
                  <a:pt x="400" y="262"/>
                </a:cubicBezTo>
                <a:cubicBezTo>
                  <a:pt x="400" y="258"/>
                  <a:pt x="400" y="258"/>
                  <a:pt x="400" y="258"/>
                </a:cubicBezTo>
                <a:cubicBezTo>
                  <a:pt x="402" y="258"/>
                  <a:pt x="402" y="258"/>
                  <a:pt x="402" y="258"/>
                </a:cubicBezTo>
                <a:close/>
                <a:moveTo>
                  <a:pt x="402" y="270"/>
                </a:moveTo>
                <a:cubicBezTo>
                  <a:pt x="402" y="275"/>
                  <a:pt x="402" y="275"/>
                  <a:pt x="402" y="275"/>
                </a:cubicBezTo>
                <a:cubicBezTo>
                  <a:pt x="400" y="275"/>
                  <a:pt x="400" y="275"/>
                  <a:pt x="400" y="275"/>
                </a:cubicBezTo>
                <a:cubicBezTo>
                  <a:pt x="400" y="271"/>
                  <a:pt x="400" y="271"/>
                  <a:pt x="400" y="271"/>
                </a:cubicBezTo>
                <a:cubicBezTo>
                  <a:pt x="401" y="271"/>
                  <a:pt x="402" y="271"/>
                  <a:pt x="402" y="270"/>
                </a:cubicBezTo>
                <a:close/>
                <a:moveTo>
                  <a:pt x="402" y="283"/>
                </a:moveTo>
                <a:cubicBezTo>
                  <a:pt x="402" y="287"/>
                  <a:pt x="402" y="287"/>
                  <a:pt x="402" y="287"/>
                </a:cubicBezTo>
                <a:cubicBezTo>
                  <a:pt x="402" y="287"/>
                  <a:pt x="401" y="287"/>
                  <a:pt x="400" y="287"/>
                </a:cubicBezTo>
                <a:cubicBezTo>
                  <a:pt x="400" y="284"/>
                  <a:pt x="400" y="284"/>
                  <a:pt x="400" y="284"/>
                </a:cubicBezTo>
                <a:cubicBezTo>
                  <a:pt x="401" y="283"/>
                  <a:pt x="402" y="283"/>
                  <a:pt x="402" y="283"/>
                </a:cubicBezTo>
                <a:close/>
                <a:moveTo>
                  <a:pt x="402" y="293"/>
                </a:moveTo>
                <a:cubicBezTo>
                  <a:pt x="402" y="304"/>
                  <a:pt x="402" y="304"/>
                  <a:pt x="402" y="304"/>
                </a:cubicBezTo>
                <a:cubicBezTo>
                  <a:pt x="402" y="303"/>
                  <a:pt x="401" y="302"/>
                  <a:pt x="400" y="301"/>
                </a:cubicBezTo>
                <a:cubicBezTo>
                  <a:pt x="400" y="293"/>
                  <a:pt x="400" y="293"/>
                  <a:pt x="400" y="293"/>
                </a:cubicBezTo>
                <a:cubicBezTo>
                  <a:pt x="402" y="293"/>
                  <a:pt x="402" y="293"/>
                  <a:pt x="402" y="293"/>
                </a:cubicBezTo>
                <a:close/>
                <a:moveTo>
                  <a:pt x="402" y="308"/>
                </a:moveTo>
                <a:cubicBezTo>
                  <a:pt x="402" y="311"/>
                  <a:pt x="402" y="311"/>
                  <a:pt x="402" y="311"/>
                </a:cubicBezTo>
                <a:cubicBezTo>
                  <a:pt x="402" y="311"/>
                  <a:pt x="401" y="311"/>
                  <a:pt x="400" y="311"/>
                </a:cubicBezTo>
                <a:cubicBezTo>
                  <a:pt x="400" y="308"/>
                  <a:pt x="400" y="308"/>
                  <a:pt x="400" y="308"/>
                </a:cubicBezTo>
                <a:cubicBezTo>
                  <a:pt x="401" y="308"/>
                  <a:pt x="402" y="308"/>
                  <a:pt x="402" y="308"/>
                </a:cubicBezTo>
                <a:close/>
                <a:moveTo>
                  <a:pt x="402" y="342"/>
                </a:moveTo>
                <a:cubicBezTo>
                  <a:pt x="402" y="436"/>
                  <a:pt x="402" y="436"/>
                  <a:pt x="402" y="436"/>
                </a:cubicBezTo>
                <a:cubicBezTo>
                  <a:pt x="400" y="434"/>
                  <a:pt x="400" y="434"/>
                  <a:pt x="400" y="434"/>
                </a:cubicBezTo>
                <a:cubicBezTo>
                  <a:pt x="400" y="336"/>
                  <a:pt x="400" y="336"/>
                  <a:pt x="400" y="336"/>
                </a:cubicBezTo>
                <a:cubicBezTo>
                  <a:pt x="401" y="338"/>
                  <a:pt x="401" y="340"/>
                  <a:pt x="402" y="342"/>
                </a:cubicBezTo>
                <a:close/>
                <a:moveTo>
                  <a:pt x="402" y="492"/>
                </a:move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506"/>
                  <a:pt x="402" y="506"/>
                  <a:pt x="402" y="506"/>
                </a:cubicBezTo>
                <a:cubicBezTo>
                  <a:pt x="402" y="504"/>
                  <a:pt x="401" y="503"/>
                  <a:pt x="400" y="501"/>
                </a:cubicBezTo>
                <a:cubicBezTo>
                  <a:pt x="400" y="493"/>
                  <a:pt x="400" y="493"/>
                  <a:pt x="400" y="493"/>
                </a:cubicBezTo>
                <a:cubicBezTo>
                  <a:pt x="401" y="492"/>
                  <a:pt x="402" y="492"/>
                  <a:pt x="402" y="492"/>
                </a:cubicBezTo>
                <a:close/>
                <a:moveTo>
                  <a:pt x="402" y="507"/>
                </a:moveTo>
                <a:cubicBezTo>
                  <a:pt x="402" y="510"/>
                  <a:pt x="402" y="510"/>
                  <a:pt x="402" y="510"/>
                </a:cubicBezTo>
                <a:cubicBezTo>
                  <a:pt x="400" y="510"/>
                  <a:pt x="400" y="510"/>
                  <a:pt x="400" y="510"/>
                </a:cubicBezTo>
                <a:cubicBezTo>
                  <a:pt x="400" y="507"/>
                  <a:pt x="400" y="507"/>
                  <a:pt x="400" y="507"/>
                </a:cubicBezTo>
                <a:cubicBezTo>
                  <a:pt x="401" y="507"/>
                  <a:pt x="402" y="507"/>
                  <a:pt x="402" y="507"/>
                </a:cubicBezTo>
                <a:close/>
                <a:moveTo>
                  <a:pt x="402" y="514"/>
                </a:moveTo>
                <a:cubicBezTo>
                  <a:pt x="402" y="518"/>
                  <a:pt x="402" y="518"/>
                  <a:pt x="402" y="518"/>
                </a:cubicBezTo>
                <a:cubicBezTo>
                  <a:pt x="402" y="518"/>
                  <a:pt x="401" y="518"/>
                  <a:pt x="400" y="518"/>
                </a:cubicBezTo>
                <a:cubicBezTo>
                  <a:pt x="400" y="515"/>
                  <a:pt x="400" y="515"/>
                  <a:pt x="400" y="515"/>
                </a:cubicBezTo>
                <a:cubicBezTo>
                  <a:pt x="401" y="515"/>
                  <a:pt x="402" y="514"/>
                  <a:pt x="402" y="514"/>
                </a:cubicBezTo>
                <a:close/>
                <a:moveTo>
                  <a:pt x="402" y="526"/>
                </a:moveTo>
                <a:cubicBezTo>
                  <a:pt x="402" y="531"/>
                  <a:pt x="402" y="531"/>
                  <a:pt x="402" y="531"/>
                </a:cubicBezTo>
                <a:cubicBezTo>
                  <a:pt x="400" y="531"/>
                  <a:pt x="400" y="531"/>
                  <a:pt x="400" y="531"/>
                </a:cubicBezTo>
                <a:cubicBezTo>
                  <a:pt x="400" y="527"/>
                  <a:pt x="400" y="527"/>
                  <a:pt x="400" y="527"/>
                </a:cubicBezTo>
                <a:cubicBezTo>
                  <a:pt x="402" y="526"/>
                  <a:pt x="402" y="526"/>
                  <a:pt x="402" y="526"/>
                </a:cubicBezTo>
                <a:close/>
                <a:moveTo>
                  <a:pt x="402" y="539"/>
                </a:moveTo>
                <a:cubicBezTo>
                  <a:pt x="402" y="544"/>
                  <a:pt x="402" y="544"/>
                  <a:pt x="402" y="544"/>
                </a:cubicBezTo>
                <a:cubicBezTo>
                  <a:pt x="400" y="544"/>
                  <a:pt x="400" y="544"/>
                  <a:pt x="400" y="544"/>
                </a:cubicBezTo>
                <a:cubicBezTo>
                  <a:pt x="400" y="540"/>
                  <a:pt x="400" y="540"/>
                  <a:pt x="400" y="540"/>
                </a:cubicBezTo>
                <a:cubicBezTo>
                  <a:pt x="401" y="539"/>
                  <a:pt x="402" y="539"/>
                  <a:pt x="402" y="539"/>
                </a:cubicBezTo>
                <a:close/>
                <a:moveTo>
                  <a:pt x="402" y="551"/>
                </a:moveTo>
                <a:cubicBezTo>
                  <a:pt x="402" y="555"/>
                  <a:pt x="402" y="555"/>
                  <a:pt x="402" y="555"/>
                </a:cubicBezTo>
                <a:cubicBezTo>
                  <a:pt x="402" y="555"/>
                  <a:pt x="401" y="555"/>
                  <a:pt x="400" y="556"/>
                </a:cubicBezTo>
                <a:cubicBezTo>
                  <a:pt x="400" y="551"/>
                  <a:pt x="400" y="551"/>
                  <a:pt x="400" y="551"/>
                </a:cubicBezTo>
                <a:cubicBezTo>
                  <a:pt x="402" y="551"/>
                  <a:pt x="402" y="551"/>
                  <a:pt x="402" y="551"/>
                </a:cubicBezTo>
                <a:close/>
                <a:moveTo>
                  <a:pt x="402" y="563"/>
                </a:moveTo>
                <a:cubicBezTo>
                  <a:pt x="402" y="568"/>
                  <a:pt x="402" y="568"/>
                  <a:pt x="402" y="568"/>
                </a:cubicBezTo>
                <a:cubicBezTo>
                  <a:pt x="400" y="568"/>
                  <a:pt x="400" y="568"/>
                  <a:pt x="400" y="568"/>
                </a:cubicBezTo>
                <a:cubicBezTo>
                  <a:pt x="400" y="564"/>
                  <a:pt x="400" y="564"/>
                  <a:pt x="400" y="564"/>
                </a:cubicBezTo>
                <a:cubicBezTo>
                  <a:pt x="402" y="563"/>
                  <a:pt x="402" y="563"/>
                  <a:pt x="402" y="563"/>
                </a:cubicBezTo>
                <a:close/>
                <a:moveTo>
                  <a:pt x="402" y="576"/>
                </a:moveTo>
                <a:cubicBezTo>
                  <a:pt x="402" y="580"/>
                  <a:pt x="402" y="580"/>
                  <a:pt x="402" y="580"/>
                </a:cubicBezTo>
                <a:cubicBezTo>
                  <a:pt x="402" y="580"/>
                  <a:pt x="401" y="580"/>
                  <a:pt x="400" y="580"/>
                </a:cubicBezTo>
                <a:cubicBezTo>
                  <a:pt x="400" y="577"/>
                  <a:pt x="400" y="577"/>
                  <a:pt x="400" y="577"/>
                </a:cubicBezTo>
                <a:cubicBezTo>
                  <a:pt x="401" y="576"/>
                  <a:pt x="402" y="576"/>
                  <a:pt x="402" y="576"/>
                </a:cubicBezTo>
                <a:close/>
                <a:moveTo>
                  <a:pt x="402" y="588"/>
                </a:moveTo>
                <a:cubicBezTo>
                  <a:pt x="402" y="593"/>
                  <a:pt x="402" y="593"/>
                  <a:pt x="402" y="593"/>
                </a:cubicBezTo>
                <a:cubicBezTo>
                  <a:pt x="400" y="593"/>
                  <a:pt x="400" y="593"/>
                  <a:pt x="400" y="593"/>
                </a:cubicBezTo>
                <a:cubicBezTo>
                  <a:pt x="400" y="589"/>
                  <a:pt x="400" y="589"/>
                  <a:pt x="400" y="589"/>
                </a:cubicBezTo>
                <a:cubicBezTo>
                  <a:pt x="402" y="588"/>
                  <a:pt x="402" y="588"/>
                  <a:pt x="402" y="588"/>
                </a:cubicBezTo>
                <a:close/>
                <a:moveTo>
                  <a:pt x="402" y="601"/>
                </a:moveTo>
                <a:cubicBezTo>
                  <a:pt x="402" y="605"/>
                  <a:pt x="402" y="605"/>
                  <a:pt x="402" y="605"/>
                </a:cubicBezTo>
                <a:cubicBezTo>
                  <a:pt x="402" y="605"/>
                  <a:pt x="401" y="605"/>
                  <a:pt x="400" y="605"/>
                </a:cubicBezTo>
                <a:cubicBezTo>
                  <a:pt x="400" y="602"/>
                  <a:pt x="400" y="602"/>
                  <a:pt x="400" y="602"/>
                </a:cubicBezTo>
                <a:cubicBezTo>
                  <a:pt x="401" y="601"/>
                  <a:pt x="402" y="601"/>
                  <a:pt x="402" y="601"/>
                </a:cubicBezTo>
                <a:close/>
                <a:moveTo>
                  <a:pt x="402" y="611"/>
                </a:moveTo>
                <a:cubicBezTo>
                  <a:pt x="402" y="617"/>
                  <a:pt x="402" y="617"/>
                  <a:pt x="402" y="617"/>
                </a:cubicBezTo>
                <a:cubicBezTo>
                  <a:pt x="402" y="617"/>
                  <a:pt x="401" y="617"/>
                  <a:pt x="400" y="617"/>
                </a:cubicBezTo>
                <a:cubicBezTo>
                  <a:pt x="400" y="612"/>
                  <a:pt x="400" y="612"/>
                  <a:pt x="400" y="612"/>
                </a:cubicBezTo>
                <a:cubicBezTo>
                  <a:pt x="402" y="611"/>
                  <a:pt x="402" y="611"/>
                  <a:pt x="402" y="611"/>
                </a:cubicBezTo>
                <a:close/>
                <a:moveTo>
                  <a:pt x="402" y="624"/>
                </a:moveTo>
                <a:cubicBezTo>
                  <a:pt x="402" y="639"/>
                  <a:pt x="402" y="639"/>
                  <a:pt x="402" y="639"/>
                </a:cubicBezTo>
                <a:cubicBezTo>
                  <a:pt x="400" y="639"/>
                  <a:pt x="400" y="639"/>
                  <a:pt x="400" y="639"/>
                </a:cubicBezTo>
                <a:cubicBezTo>
                  <a:pt x="400" y="634"/>
                  <a:pt x="400" y="634"/>
                  <a:pt x="400" y="634"/>
                </a:cubicBezTo>
                <a:cubicBezTo>
                  <a:pt x="401" y="634"/>
                  <a:pt x="401" y="634"/>
                  <a:pt x="402" y="634"/>
                </a:cubicBezTo>
                <a:cubicBezTo>
                  <a:pt x="401" y="633"/>
                  <a:pt x="401" y="632"/>
                  <a:pt x="400" y="631"/>
                </a:cubicBezTo>
                <a:cubicBezTo>
                  <a:pt x="400" y="620"/>
                  <a:pt x="400" y="620"/>
                  <a:pt x="400" y="620"/>
                </a:cubicBezTo>
                <a:cubicBezTo>
                  <a:pt x="401" y="622"/>
                  <a:pt x="402" y="622"/>
                  <a:pt x="402" y="624"/>
                </a:cubicBezTo>
                <a:close/>
                <a:moveTo>
                  <a:pt x="402" y="749"/>
                </a:moveTo>
                <a:cubicBezTo>
                  <a:pt x="402" y="757"/>
                  <a:pt x="402" y="757"/>
                  <a:pt x="402" y="757"/>
                </a:cubicBezTo>
                <a:cubicBezTo>
                  <a:pt x="402" y="757"/>
                  <a:pt x="401" y="757"/>
                  <a:pt x="400" y="757"/>
                </a:cubicBezTo>
                <a:cubicBezTo>
                  <a:pt x="400" y="749"/>
                  <a:pt x="400" y="749"/>
                  <a:pt x="400" y="749"/>
                </a:cubicBezTo>
                <a:cubicBezTo>
                  <a:pt x="401" y="749"/>
                  <a:pt x="402" y="749"/>
                  <a:pt x="402" y="749"/>
                </a:cubicBezTo>
                <a:close/>
                <a:moveTo>
                  <a:pt x="402" y="763"/>
                </a:moveTo>
                <a:cubicBezTo>
                  <a:pt x="402" y="779"/>
                  <a:pt x="402" y="779"/>
                  <a:pt x="402" y="779"/>
                </a:cubicBezTo>
                <a:cubicBezTo>
                  <a:pt x="402" y="777"/>
                  <a:pt x="401" y="777"/>
                  <a:pt x="400" y="775"/>
                </a:cubicBezTo>
                <a:cubicBezTo>
                  <a:pt x="400" y="760"/>
                  <a:pt x="400" y="760"/>
                  <a:pt x="400" y="760"/>
                </a:cubicBezTo>
                <a:lnTo>
                  <a:pt x="402" y="763"/>
                </a:lnTo>
                <a:close/>
                <a:moveTo>
                  <a:pt x="393" y="0"/>
                </a:moveTo>
                <a:cubicBezTo>
                  <a:pt x="400" y="0"/>
                  <a:pt x="400" y="0"/>
                  <a:pt x="400" y="0"/>
                </a:cubicBezTo>
                <a:cubicBezTo>
                  <a:pt x="400" y="9"/>
                  <a:pt x="400" y="9"/>
                  <a:pt x="400" y="9"/>
                </a:cubicBezTo>
                <a:cubicBezTo>
                  <a:pt x="398" y="9"/>
                  <a:pt x="396" y="8"/>
                  <a:pt x="393" y="8"/>
                </a:cubicBezTo>
                <a:cubicBezTo>
                  <a:pt x="393" y="0"/>
                  <a:pt x="393" y="0"/>
                  <a:pt x="393" y="0"/>
                </a:cubicBezTo>
                <a:close/>
                <a:moveTo>
                  <a:pt x="400" y="794"/>
                </a:moveTo>
                <a:cubicBezTo>
                  <a:pt x="398" y="794"/>
                  <a:pt x="395" y="794"/>
                  <a:pt x="393" y="794"/>
                </a:cubicBezTo>
                <a:cubicBezTo>
                  <a:pt x="393" y="787"/>
                  <a:pt x="393" y="787"/>
                  <a:pt x="393" y="787"/>
                </a:cubicBezTo>
                <a:cubicBezTo>
                  <a:pt x="394" y="787"/>
                  <a:pt x="394" y="787"/>
                  <a:pt x="394" y="787"/>
                </a:cubicBezTo>
                <a:cubicBezTo>
                  <a:pt x="396" y="787"/>
                  <a:pt x="398" y="787"/>
                  <a:pt x="400" y="786"/>
                </a:cubicBezTo>
                <a:cubicBezTo>
                  <a:pt x="400" y="794"/>
                  <a:pt x="400" y="794"/>
                  <a:pt x="400" y="794"/>
                </a:cubicBezTo>
                <a:close/>
                <a:moveTo>
                  <a:pt x="400" y="29"/>
                </a:moveTo>
                <a:cubicBezTo>
                  <a:pt x="400" y="46"/>
                  <a:pt x="400" y="46"/>
                  <a:pt x="400" y="46"/>
                </a:cubicBezTo>
                <a:cubicBezTo>
                  <a:pt x="398" y="46"/>
                  <a:pt x="395" y="46"/>
                  <a:pt x="393" y="46"/>
                </a:cubicBezTo>
                <a:cubicBezTo>
                  <a:pt x="393" y="38"/>
                  <a:pt x="393" y="38"/>
                  <a:pt x="393" y="38"/>
                </a:cubicBezTo>
                <a:cubicBezTo>
                  <a:pt x="394" y="38"/>
                  <a:pt x="394" y="37"/>
                  <a:pt x="395" y="37"/>
                </a:cubicBezTo>
                <a:cubicBezTo>
                  <a:pt x="394" y="36"/>
                  <a:pt x="394" y="36"/>
                  <a:pt x="393" y="35"/>
                </a:cubicBezTo>
                <a:cubicBezTo>
                  <a:pt x="393" y="18"/>
                  <a:pt x="393" y="18"/>
                  <a:pt x="393" y="18"/>
                </a:cubicBezTo>
                <a:cubicBezTo>
                  <a:pt x="395" y="21"/>
                  <a:pt x="397" y="24"/>
                  <a:pt x="400" y="29"/>
                </a:cubicBezTo>
                <a:close/>
                <a:moveTo>
                  <a:pt x="400" y="165"/>
                </a:moveTo>
                <a:cubicBezTo>
                  <a:pt x="400" y="170"/>
                  <a:pt x="400" y="170"/>
                  <a:pt x="400" y="170"/>
                </a:cubicBezTo>
                <a:cubicBezTo>
                  <a:pt x="398" y="170"/>
                  <a:pt x="396" y="170"/>
                  <a:pt x="393" y="170"/>
                </a:cubicBezTo>
                <a:cubicBezTo>
                  <a:pt x="393" y="165"/>
                  <a:pt x="393" y="165"/>
                  <a:pt x="393" y="165"/>
                </a:cubicBezTo>
                <a:cubicBezTo>
                  <a:pt x="395" y="165"/>
                  <a:pt x="398" y="165"/>
                  <a:pt x="400" y="165"/>
                </a:cubicBezTo>
                <a:close/>
                <a:moveTo>
                  <a:pt x="400" y="182"/>
                </a:moveTo>
                <a:cubicBezTo>
                  <a:pt x="400" y="192"/>
                  <a:pt x="400" y="192"/>
                  <a:pt x="400" y="192"/>
                </a:cubicBezTo>
                <a:cubicBezTo>
                  <a:pt x="399" y="192"/>
                  <a:pt x="397" y="192"/>
                  <a:pt x="393" y="192"/>
                </a:cubicBezTo>
                <a:cubicBezTo>
                  <a:pt x="393" y="188"/>
                  <a:pt x="393" y="188"/>
                  <a:pt x="393" y="188"/>
                </a:cubicBezTo>
                <a:cubicBezTo>
                  <a:pt x="395" y="188"/>
                  <a:pt x="395" y="188"/>
                  <a:pt x="395" y="188"/>
                </a:cubicBezTo>
                <a:cubicBezTo>
                  <a:pt x="394" y="186"/>
                  <a:pt x="394" y="186"/>
                  <a:pt x="393" y="184"/>
                </a:cubicBezTo>
                <a:cubicBezTo>
                  <a:pt x="393" y="173"/>
                  <a:pt x="393" y="173"/>
                  <a:pt x="393" y="173"/>
                </a:cubicBezTo>
                <a:cubicBezTo>
                  <a:pt x="395" y="175"/>
                  <a:pt x="397" y="179"/>
                  <a:pt x="400" y="182"/>
                </a:cubicBezTo>
                <a:close/>
                <a:moveTo>
                  <a:pt x="400" y="197"/>
                </a:moveTo>
                <a:cubicBezTo>
                  <a:pt x="400" y="201"/>
                  <a:pt x="400" y="201"/>
                  <a:pt x="400" y="201"/>
                </a:cubicBezTo>
                <a:cubicBezTo>
                  <a:pt x="397" y="201"/>
                  <a:pt x="395" y="201"/>
                  <a:pt x="393" y="202"/>
                </a:cubicBezTo>
                <a:cubicBezTo>
                  <a:pt x="393" y="199"/>
                  <a:pt x="393" y="199"/>
                  <a:pt x="393" y="199"/>
                </a:cubicBezTo>
                <a:cubicBezTo>
                  <a:pt x="395" y="198"/>
                  <a:pt x="398" y="198"/>
                  <a:pt x="400" y="197"/>
                </a:cubicBezTo>
                <a:close/>
                <a:moveTo>
                  <a:pt x="400" y="209"/>
                </a:moveTo>
                <a:cubicBezTo>
                  <a:pt x="400" y="213"/>
                  <a:pt x="400" y="213"/>
                  <a:pt x="400" y="213"/>
                </a:cubicBezTo>
                <a:cubicBezTo>
                  <a:pt x="393" y="215"/>
                  <a:pt x="393" y="215"/>
                  <a:pt x="393" y="215"/>
                </a:cubicBezTo>
                <a:cubicBezTo>
                  <a:pt x="393" y="211"/>
                  <a:pt x="393" y="211"/>
                  <a:pt x="393" y="211"/>
                </a:cubicBezTo>
                <a:cubicBezTo>
                  <a:pt x="395" y="210"/>
                  <a:pt x="398" y="209"/>
                  <a:pt x="400" y="209"/>
                </a:cubicBezTo>
                <a:close/>
                <a:moveTo>
                  <a:pt x="400" y="221"/>
                </a:moveTo>
                <a:cubicBezTo>
                  <a:pt x="400" y="225"/>
                  <a:pt x="400" y="225"/>
                  <a:pt x="400" y="225"/>
                </a:cubicBezTo>
                <a:cubicBezTo>
                  <a:pt x="397" y="226"/>
                  <a:pt x="395" y="226"/>
                  <a:pt x="393" y="227"/>
                </a:cubicBezTo>
                <a:cubicBezTo>
                  <a:pt x="393" y="223"/>
                  <a:pt x="393" y="223"/>
                  <a:pt x="393" y="223"/>
                </a:cubicBezTo>
                <a:cubicBezTo>
                  <a:pt x="397" y="222"/>
                  <a:pt x="399" y="222"/>
                  <a:pt x="400" y="221"/>
                </a:cubicBezTo>
                <a:close/>
                <a:moveTo>
                  <a:pt x="400" y="234"/>
                </a:moveTo>
                <a:cubicBezTo>
                  <a:pt x="400" y="238"/>
                  <a:pt x="400" y="238"/>
                  <a:pt x="400" y="238"/>
                </a:cubicBezTo>
                <a:cubicBezTo>
                  <a:pt x="393" y="239"/>
                  <a:pt x="393" y="239"/>
                  <a:pt x="393" y="239"/>
                </a:cubicBezTo>
                <a:cubicBezTo>
                  <a:pt x="393" y="235"/>
                  <a:pt x="393" y="235"/>
                  <a:pt x="393" y="235"/>
                </a:cubicBezTo>
                <a:cubicBezTo>
                  <a:pt x="395" y="235"/>
                  <a:pt x="398" y="234"/>
                  <a:pt x="400" y="234"/>
                </a:cubicBezTo>
                <a:close/>
                <a:moveTo>
                  <a:pt x="400" y="246"/>
                </a:moveTo>
                <a:cubicBezTo>
                  <a:pt x="400" y="250"/>
                  <a:pt x="400" y="250"/>
                  <a:pt x="400" y="250"/>
                </a:cubicBezTo>
                <a:cubicBezTo>
                  <a:pt x="397" y="251"/>
                  <a:pt x="395" y="252"/>
                  <a:pt x="393" y="252"/>
                </a:cubicBezTo>
                <a:cubicBezTo>
                  <a:pt x="393" y="248"/>
                  <a:pt x="393" y="248"/>
                  <a:pt x="393" y="248"/>
                </a:cubicBezTo>
                <a:cubicBezTo>
                  <a:pt x="396" y="247"/>
                  <a:pt x="398" y="247"/>
                  <a:pt x="400" y="246"/>
                </a:cubicBezTo>
                <a:close/>
                <a:moveTo>
                  <a:pt x="400" y="258"/>
                </a:moveTo>
                <a:cubicBezTo>
                  <a:pt x="400" y="262"/>
                  <a:pt x="400" y="262"/>
                  <a:pt x="400" y="262"/>
                </a:cubicBezTo>
                <a:cubicBezTo>
                  <a:pt x="397" y="263"/>
                  <a:pt x="395" y="263"/>
                  <a:pt x="393" y="264"/>
                </a:cubicBezTo>
                <a:cubicBezTo>
                  <a:pt x="393" y="260"/>
                  <a:pt x="393" y="260"/>
                  <a:pt x="393" y="260"/>
                </a:cubicBezTo>
                <a:cubicBezTo>
                  <a:pt x="395" y="260"/>
                  <a:pt x="398" y="259"/>
                  <a:pt x="400" y="258"/>
                </a:cubicBezTo>
                <a:close/>
                <a:moveTo>
                  <a:pt x="400" y="271"/>
                </a:moveTo>
                <a:cubicBezTo>
                  <a:pt x="400" y="275"/>
                  <a:pt x="400" y="275"/>
                  <a:pt x="400" y="275"/>
                </a:cubicBezTo>
                <a:cubicBezTo>
                  <a:pt x="397" y="275"/>
                  <a:pt x="395" y="276"/>
                  <a:pt x="393" y="277"/>
                </a:cubicBezTo>
                <a:cubicBezTo>
                  <a:pt x="393" y="273"/>
                  <a:pt x="393" y="273"/>
                  <a:pt x="393" y="273"/>
                </a:cubicBezTo>
                <a:cubicBezTo>
                  <a:pt x="396" y="272"/>
                  <a:pt x="398" y="272"/>
                  <a:pt x="400" y="271"/>
                </a:cubicBezTo>
                <a:close/>
                <a:moveTo>
                  <a:pt x="400" y="284"/>
                </a:moveTo>
                <a:cubicBezTo>
                  <a:pt x="400" y="287"/>
                  <a:pt x="400" y="287"/>
                  <a:pt x="400" y="287"/>
                </a:cubicBezTo>
                <a:cubicBezTo>
                  <a:pt x="398" y="288"/>
                  <a:pt x="395" y="288"/>
                  <a:pt x="393" y="289"/>
                </a:cubicBezTo>
                <a:cubicBezTo>
                  <a:pt x="393" y="285"/>
                  <a:pt x="393" y="285"/>
                  <a:pt x="393" y="285"/>
                </a:cubicBezTo>
                <a:cubicBezTo>
                  <a:pt x="397" y="285"/>
                  <a:pt x="399" y="284"/>
                  <a:pt x="400" y="284"/>
                </a:cubicBezTo>
                <a:close/>
                <a:moveTo>
                  <a:pt x="400" y="293"/>
                </a:moveTo>
                <a:cubicBezTo>
                  <a:pt x="400" y="301"/>
                  <a:pt x="400" y="301"/>
                  <a:pt x="400" y="301"/>
                </a:cubicBezTo>
                <a:cubicBezTo>
                  <a:pt x="399" y="299"/>
                  <a:pt x="397" y="298"/>
                  <a:pt x="393" y="298"/>
                </a:cubicBezTo>
                <a:cubicBezTo>
                  <a:pt x="393" y="293"/>
                  <a:pt x="393" y="293"/>
                  <a:pt x="393" y="293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400" y="308"/>
                </a:moveTo>
                <a:cubicBezTo>
                  <a:pt x="400" y="311"/>
                  <a:pt x="400" y="311"/>
                  <a:pt x="400" y="311"/>
                </a:cubicBezTo>
                <a:cubicBezTo>
                  <a:pt x="398" y="311"/>
                  <a:pt x="395" y="311"/>
                  <a:pt x="393" y="311"/>
                </a:cubicBezTo>
                <a:cubicBezTo>
                  <a:pt x="393" y="303"/>
                  <a:pt x="393" y="303"/>
                  <a:pt x="393" y="303"/>
                </a:cubicBezTo>
                <a:cubicBezTo>
                  <a:pt x="395" y="305"/>
                  <a:pt x="396" y="308"/>
                  <a:pt x="398" y="309"/>
                </a:cubicBezTo>
                <a:cubicBezTo>
                  <a:pt x="400" y="308"/>
                  <a:pt x="400" y="308"/>
                  <a:pt x="400" y="308"/>
                </a:cubicBezTo>
                <a:close/>
                <a:moveTo>
                  <a:pt x="400" y="336"/>
                </a:moveTo>
                <a:cubicBezTo>
                  <a:pt x="400" y="434"/>
                  <a:pt x="400" y="434"/>
                  <a:pt x="400" y="434"/>
                </a:cubicBezTo>
                <a:cubicBezTo>
                  <a:pt x="397" y="432"/>
                  <a:pt x="397" y="432"/>
                  <a:pt x="397" y="432"/>
                </a:cubicBezTo>
                <a:cubicBezTo>
                  <a:pt x="393" y="434"/>
                  <a:pt x="393" y="434"/>
                  <a:pt x="393" y="434"/>
                </a:cubicBezTo>
                <a:cubicBezTo>
                  <a:pt x="393" y="338"/>
                  <a:pt x="393" y="338"/>
                  <a:pt x="393" y="338"/>
                </a:cubicBezTo>
                <a:cubicBezTo>
                  <a:pt x="397" y="328"/>
                  <a:pt x="397" y="328"/>
                  <a:pt x="397" y="328"/>
                </a:cubicBezTo>
                <a:cubicBezTo>
                  <a:pt x="398" y="330"/>
                  <a:pt x="398" y="331"/>
                  <a:pt x="400" y="336"/>
                </a:cubicBezTo>
                <a:close/>
                <a:moveTo>
                  <a:pt x="400" y="493"/>
                </a:moveTo>
                <a:cubicBezTo>
                  <a:pt x="400" y="501"/>
                  <a:pt x="400" y="501"/>
                  <a:pt x="400" y="501"/>
                </a:cubicBezTo>
                <a:cubicBezTo>
                  <a:pt x="399" y="499"/>
                  <a:pt x="397" y="497"/>
                  <a:pt x="393" y="496"/>
                </a:cubicBezTo>
                <a:cubicBezTo>
                  <a:pt x="393" y="493"/>
                  <a:pt x="393" y="493"/>
                  <a:pt x="393" y="493"/>
                </a:cubicBezTo>
                <a:cubicBezTo>
                  <a:pt x="397" y="493"/>
                  <a:pt x="397" y="493"/>
                  <a:pt x="397" y="493"/>
                </a:cubicBezTo>
                <a:cubicBezTo>
                  <a:pt x="398" y="493"/>
                  <a:pt x="399" y="493"/>
                  <a:pt x="400" y="493"/>
                </a:cubicBezTo>
                <a:close/>
                <a:moveTo>
                  <a:pt x="400" y="507"/>
                </a:moveTo>
                <a:cubicBezTo>
                  <a:pt x="400" y="510"/>
                  <a:pt x="400" y="510"/>
                  <a:pt x="400" y="510"/>
                </a:cubicBezTo>
                <a:cubicBezTo>
                  <a:pt x="398" y="510"/>
                  <a:pt x="395" y="511"/>
                  <a:pt x="393" y="511"/>
                </a:cubicBezTo>
                <a:cubicBezTo>
                  <a:pt x="393" y="503"/>
                  <a:pt x="393" y="503"/>
                  <a:pt x="393" y="503"/>
                </a:cubicBezTo>
                <a:cubicBezTo>
                  <a:pt x="394" y="505"/>
                  <a:pt x="396" y="506"/>
                  <a:pt x="398" y="508"/>
                </a:cubicBezTo>
                <a:cubicBezTo>
                  <a:pt x="399" y="508"/>
                  <a:pt x="399" y="507"/>
                  <a:pt x="400" y="507"/>
                </a:cubicBezTo>
                <a:close/>
                <a:moveTo>
                  <a:pt x="400" y="515"/>
                </a:moveTo>
                <a:cubicBezTo>
                  <a:pt x="400" y="518"/>
                  <a:pt x="400" y="518"/>
                  <a:pt x="400" y="518"/>
                </a:cubicBezTo>
                <a:cubicBezTo>
                  <a:pt x="397" y="519"/>
                  <a:pt x="395" y="520"/>
                  <a:pt x="393" y="520"/>
                </a:cubicBezTo>
                <a:cubicBezTo>
                  <a:pt x="393" y="516"/>
                  <a:pt x="393" y="516"/>
                  <a:pt x="393" y="516"/>
                </a:cubicBezTo>
                <a:cubicBezTo>
                  <a:pt x="395" y="516"/>
                  <a:pt x="398" y="516"/>
                  <a:pt x="400" y="515"/>
                </a:cubicBezTo>
                <a:close/>
                <a:moveTo>
                  <a:pt x="400" y="527"/>
                </a:moveTo>
                <a:cubicBezTo>
                  <a:pt x="400" y="531"/>
                  <a:pt x="400" y="531"/>
                  <a:pt x="400" y="531"/>
                </a:cubicBezTo>
                <a:cubicBezTo>
                  <a:pt x="393" y="533"/>
                  <a:pt x="393" y="533"/>
                  <a:pt x="393" y="533"/>
                </a:cubicBezTo>
                <a:cubicBezTo>
                  <a:pt x="393" y="528"/>
                  <a:pt x="393" y="528"/>
                  <a:pt x="393" y="528"/>
                </a:cubicBezTo>
                <a:cubicBezTo>
                  <a:pt x="395" y="528"/>
                  <a:pt x="398" y="527"/>
                  <a:pt x="400" y="527"/>
                </a:cubicBezTo>
                <a:close/>
                <a:moveTo>
                  <a:pt x="400" y="540"/>
                </a:moveTo>
                <a:cubicBezTo>
                  <a:pt x="400" y="544"/>
                  <a:pt x="400" y="544"/>
                  <a:pt x="400" y="544"/>
                </a:cubicBezTo>
                <a:cubicBezTo>
                  <a:pt x="398" y="544"/>
                  <a:pt x="395" y="545"/>
                  <a:pt x="393" y="545"/>
                </a:cubicBezTo>
                <a:cubicBezTo>
                  <a:pt x="393" y="541"/>
                  <a:pt x="393" y="541"/>
                  <a:pt x="393" y="541"/>
                </a:cubicBezTo>
                <a:cubicBezTo>
                  <a:pt x="396" y="540"/>
                  <a:pt x="398" y="540"/>
                  <a:pt x="400" y="540"/>
                </a:cubicBezTo>
                <a:close/>
                <a:moveTo>
                  <a:pt x="400" y="551"/>
                </a:moveTo>
                <a:cubicBezTo>
                  <a:pt x="400" y="556"/>
                  <a:pt x="400" y="556"/>
                  <a:pt x="400" y="556"/>
                </a:cubicBezTo>
                <a:cubicBezTo>
                  <a:pt x="397" y="556"/>
                  <a:pt x="395" y="556"/>
                  <a:pt x="393" y="557"/>
                </a:cubicBezTo>
                <a:cubicBezTo>
                  <a:pt x="393" y="553"/>
                  <a:pt x="393" y="553"/>
                  <a:pt x="393" y="553"/>
                </a:cubicBezTo>
                <a:cubicBezTo>
                  <a:pt x="395" y="552"/>
                  <a:pt x="398" y="552"/>
                  <a:pt x="400" y="551"/>
                </a:cubicBezTo>
                <a:close/>
                <a:moveTo>
                  <a:pt x="400" y="564"/>
                </a:moveTo>
                <a:cubicBezTo>
                  <a:pt x="400" y="568"/>
                  <a:pt x="400" y="568"/>
                  <a:pt x="400" y="568"/>
                </a:cubicBezTo>
                <a:cubicBezTo>
                  <a:pt x="397" y="569"/>
                  <a:pt x="395" y="569"/>
                  <a:pt x="393" y="569"/>
                </a:cubicBezTo>
                <a:cubicBezTo>
                  <a:pt x="393" y="565"/>
                  <a:pt x="393" y="565"/>
                  <a:pt x="393" y="565"/>
                </a:cubicBezTo>
                <a:cubicBezTo>
                  <a:pt x="400" y="564"/>
                  <a:pt x="400" y="564"/>
                  <a:pt x="400" y="564"/>
                </a:cubicBezTo>
                <a:close/>
                <a:moveTo>
                  <a:pt x="400" y="577"/>
                </a:moveTo>
                <a:cubicBezTo>
                  <a:pt x="400" y="580"/>
                  <a:pt x="400" y="580"/>
                  <a:pt x="400" y="580"/>
                </a:cubicBezTo>
                <a:cubicBezTo>
                  <a:pt x="397" y="581"/>
                  <a:pt x="395" y="581"/>
                  <a:pt x="393" y="582"/>
                </a:cubicBezTo>
                <a:cubicBezTo>
                  <a:pt x="393" y="578"/>
                  <a:pt x="393" y="578"/>
                  <a:pt x="393" y="578"/>
                </a:cubicBezTo>
                <a:cubicBezTo>
                  <a:pt x="397" y="578"/>
                  <a:pt x="399" y="577"/>
                  <a:pt x="400" y="577"/>
                </a:cubicBezTo>
                <a:close/>
                <a:moveTo>
                  <a:pt x="400" y="589"/>
                </a:moveTo>
                <a:cubicBezTo>
                  <a:pt x="400" y="593"/>
                  <a:pt x="400" y="593"/>
                  <a:pt x="400" y="593"/>
                </a:cubicBezTo>
                <a:cubicBezTo>
                  <a:pt x="398" y="594"/>
                  <a:pt x="395" y="594"/>
                  <a:pt x="393" y="595"/>
                </a:cubicBezTo>
                <a:cubicBezTo>
                  <a:pt x="393" y="591"/>
                  <a:pt x="393" y="591"/>
                  <a:pt x="393" y="591"/>
                </a:cubicBezTo>
                <a:cubicBezTo>
                  <a:pt x="395" y="590"/>
                  <a:pt x="398" y="590"/>
                  <a:pt x="400" y="589"/>
                </a:cubicBezTo>
                <a:close/>
                <a:moveTo>
                  <a:pt x="400" y="602"/>
                </a:moveTo>
                <a:cubicBezTo>
                  <a:pt x="400" y="605"/>
                  <a:pt x="400" y="605"/>
                  <a:pt x="400" y="605"/>
                </a:cubicBezTo>
                <a:cubicBezTo>
                  <a:pt x="398" y="606"/>
                  <a:pt x="395" y="607"/>
                  <a:pt x="393" y="607"/>
                </a:cubicBezTo>
                <a:cubicBezTo>
                  <a:pt x="393" y="603"/>
                  <a:pt x="393" y="603"/>
                  <a:pt x="393" y="603"/>
                </a:cubicBezTo>
                <a:cubicBezTo>
                  <a:pt x="396" y="603"/>
                  <a:pt x="398" y="602"/>
                  <a:pt x="400" y="602"/>
                </a:cubicBezTo>
                <a:close/>
                <a:moveTo>
                  <a:pt x="400" y="612"/>
                </a:moveTo>
                <a:cubicBezTo>
                  <a:pt x="400" y="617"/>
                  <a:pt x="400" y="617"/>
                  <a:pt x="400" y="617"/>
                </a:cubicBezTo>
                <a:cubicBezTo>
                  <a:pt x="400" y="618"/>
                  <a:pt x="399" y="618"/>
                  <a:pt x="399" y="618"/>
                </a:cubicBezTo>
                <a:cubicBezTo>
                  <a:pt x="399" y="619"/>
                  <a:pt x="400" y="620"/>
                  <a:pt x="400" y="620"/>
                </a:cubicBezTo>
                <a:cubicBezTo>
                  <a:pt x="400" y="631"/>
                  <a:pt x="400" y="631"/>
                  <a:pt x="400" y="631"/>
                </a:cubicBezTo>
                <a:cubicBezTo>
                  <a:pt x="397" y="626"/>
                  <a:pt x="396" y="623"/>
                  <a:pt x="393" y="620"/>
                </a:cubicBezTo>
                <a:cubicBezTo>
                  <a:pt x="393" y="612"/>
                  <a:pt x="393" y="612"/>
                  <a:pt x="393" y="612"/>
                </a:cubicBezTo>
                <a:cubicBezTo>
                  <a:pt x="395" y="612"/>
                  <a:pt x="398" y="612"/>
                  <a:pt x="400" y="612"/>
                </a:cubicBezTo>
                <a:close/>
                <a:moveTo>
                  <a:pt x="400" y="634"/>
                </a:moveTo>
                <a:cubicBezTo>
                  <a:pt x="400" y="639"/>
                  <a:pt x="400" y="639"/>
                  <a:pt x="400" y="639"/>
                </a:cubicBezTo>
                <a:cubicBezTo>
                  <a:pt x="398" y="639"/>
                  <a:pt x="395" y="639"/>
                  <a:pt x="393" y="639"/>
                </a:cubicBezTo>
                <a:cubicBezTo>
                  <a:pt x="393" y="635"/>
                  <a:pt x="393" y="635"/>
                  <a:pt x="393" y="635"/>
                </a:cubicBezTo>
                <a:cubicBezTo>
                  <a:pt x="395" y="634"/>
                  <a:pt x="398" y="634"/>
                  <a:pt x="400" y="634"/>
                </a:cubicBezTo>
                <a:close/>
                <a:moveTo>
                  <a:pt x="400" y="749"/>
                </a:moveTo>
                <a:cubicBezTo>
                  <a:pt x="400" y="757"/>
                  <a:pt x="400" y="757"/>
                  <a:pt x="400" y="757"/>
                </a:cubicBezTo>
                <a:cubicBezTo>
                  <a:pt x="400" y="757"/>
                  <a:pt x="399" y="758"/>
                  <a:pt x="399" y="758"/>
                </a:cubicBezTo>
                <a:cubicBezTo>
                  <a:pt x="400" y="760"/>
                  <a:pt x="400" y="760"/>
                  <a:pt x="400" y="760"/>
                </a:cubicBezTo>
                <a:cubicBezTo>
                  <a:pt x="400" y="775"/>
                  <a:pt x="400" y="775"/>
                  <a:pt x="400" y="775"/>
                </a:cubicBezTo>
                <a:cubicBezTo>
                  <a:pt x="397" y="771"/>
                  <a:pt x="395" y="768"/>
                  <a:pt x="393" y="765"/>
                </a:cubicBezTo>
                <a:cubicBezTo>
                  <a:pt x="393" y="750"/>
                  <a:pt x="393" y="750"/>
                  <a:pt x="393" y="750"/>
                </a:cubicBezTo>
                <a:cubicBezTo>
                  <a:pt x="395" y="750"/>
                  <a:pt x="398" y="749"/>
                  <a:pt x="400" y="749"/>
                </a:cubicBezTo>
                <a:close/>
                <a:moveTo>
                  <a:pt x="391" y="0"/>
                </a:moveTo>
                <a:cubicBezTo>
                  <a:pt x="393" y="0"/>
                  <a:pt x="393" y="0"/>
                  <a:pt x="393" y="0"/>
                </a:cubicBezTo>
                <a:cubicBezTo>
                  <a:pt x="393" y="8"/>
                  <a:pt x="393" y="8"/>
                  <a:pt x="393" y="8"/>
                </a:cubicBezTo>
                <a:cubicBezTo>
                  <a:pt x="393" y="8"/>
                  <a:pt x="392" y="8"/>
                  <a:pt x="391" y="8"/>
                </a:cubicBezTo>
                <a:cubicBezTo>
                  <a:pt x="391" y="0"/>
                  <a:pt x="391" y="0"/>
                  <a:pt x="391" y="0"/>
                </a:cubicBezTo>
                <a:close/>
                <a:moveTo>
                  <a:pt x="393" y="794"/>
                </a:moveTo>
                <a:cubicBezTo>
                  <a:pt x="391" y="794"/>
                  <a:pt x="391" y="794"/>
                  <a:pt x="391" y="794"/>
                </a:cubicBezTo>
                <a:cubicBezTo>
                  <a:pt x="391" y="786"/>
                  <a:pt x="391" y="786"/>
                  <a:pt x="391" y="786"/>
                </a:cubicBezTo>
                <a:cubicBezTo>
                  <a:pt x="392" y="787"/>
                  <a:pt x="393" y="787"/>
                  <a:pt x="393" y="787"/>
                </a:cubicBezTo>
                <a:cubicBezTo>
                  <a:pt x="393" y="794"/>
                  <a:pt x="393" y="794"/>
                  <a:pt x="393" y="794"/>
                </a:cubicBezTo>
                <a:close/>
                <a:moveTo>
                  <a:pt x="393" y="18"/>
                </a:moveTo>
                <a:cubicBezTo>
                  <a:pt x="393" y="35"/>
                  <a:pt x="393" y="35"/>
                  <a:pt x="393" y="35"/>
                </a:cubicBezTo>
                <a:cubicBezTo>
                  <a:pt x="393" y="34"/>
                  <a:pt x="392" y="33"/>
                  <a:pt x="391" y="32"/>
                </a:cubicBezTo>
                <a:cubicBezTo>
                  <a:pt x="391" y="15"/>
                  <a:pt x="391" y="15"/>
                  <a:pt x="391" y="15"/>
                </a:cubicBezTo>
                <a:cubicBezTo>
                  <a:pt x="393" y="18"/>
                  <a:pt x="393" y="18"/>
                  <a:pt x="393" y="18"/>
                </a:cubicBezTo>
                <a:close/>
                <a:moveTo>
                  <a:pt x="393" y="38"/>
                </a:moveTo>
                <a:cubicBezTo>
                  <a:pt x="393" y="46"/>
                  <a:pt x="393" y="46"/>
                  <a:pt x="393" y="46"/>
                </a:cubicBezTo>
                <a:cubicBezTo>
                  <a:pt x="393" y="46"/>
                  <a:pt x="392" y="46"/>
                  <a:pt x="391" y="46"/>
                </a:cubicBezTo>
                <a:cubicBezTo>
                  <a:pt x="391" y="38"/>
                  <a:pt x="391" y="38"/>
                  <a:pt x="391" y="38"/>
                </a:cubicBezTo>
                <a:cubicBezTo>
                  <a:pt x="392" y="38"/>
                  <a:pt x="393" y="38"/>
                  <a:pt x="393" y="38"/>
                </a:cubicBezTo>
                <a:close/>
                <a:moveTo>
                  <a:pt x="393" y="165"/>
                </a:moveTo>
                <a:cubicBezTo>
                  <a:pt x="393" y="170"/>
                  <a:pt x="393" y="170"/>
                  <a:pt x="393" y="170"/>
                </a:cubicBezTo>
                <a:cubicBezTo>
                  <a:pt x="393" y="171"/>
                  <a:pt x="392" y="171"/>
                  <a:pt x="392" y="171"/>
                </a:cubicBezTo>
                <a:cubicBezTo>
                  <a:pt x="392" y="171"/>
                  <a:pt x="393" y="172"/>
                  <a:pt x="393" y="173"/>
                </a:cubicBezTo>
                <a:cubicBezTo>
                  <a:pt x="393" y="184"/>
                  <a:pt x="393" y="184"/>
                  <a:pt x="393" y="184"/>
                </a:cubicBezTo>
                <a:cubicBezTo>
                  <a:pt x="393" y="183"/>
                  <a:pt x="392" y="182"/>
                  <a:pt x="391" y="181"/>
                </a:cubicBezTo>
                <a:cubicBezTo>
                  <a:pt x="391" y="165"/>
                  <a:pt x="391" y="165"/>
                  <a:pt x="391" y="165"/>
                </a:cubicBezTo>
                <a:cubicBezTo>
                  <a:pt x="393" y="165"/>
                  <a:pt x="393" y="165"/>
                  <a:pt x="393" y="165"/>
                </a:cubicBezTo>
                <a:close/>
                <a:moveTo>
                  <a:pt x="393" y="188"/>
                </a:moveTo>
                <a:cubicBezTo>
                  <a:pt x="393" y="192"/>
                  <a:pt x="393" y="192"/>
                  <a:pt x="393" y="192"/>
                </a:cubicBezTo>
                <a:cubicBezTo>
                  <a:pt x="391" y="193"/>
                  <a:pt x="391" y="193"/>
                  <a:pt x="391" y="193"/>
                </a:cubicBezTo>
                <a:cubicBezTo>
                  <a:pt x="391" y="188"/>
                  <a:pt x="391" y="188"/>
                  <a:pt x="391" y="188"/>
                </a:cubicBezTo>
                <a:cubicBezTo>
                  <a:pt x="393" y="188"/>
                  <a:pt x="393" y="188"/>
                  <a:pt x="393" y="188"/>
                </a:cubicBezTo>
                <a:close/>
                <a:moveTo>
                  <a:pt x="393" y="199"/>
                </a:moveTo>
                <a:cubicBezTo>
                  <a:pt x="393" y="202"/>
                  <a:pt x="393" y="202"/>
                  <a:pt x="393" y="202"/>
                </a:cubicBezTo>
                <a:cubicBezTo>
                  <a:pt x="393" y="202"/>
                  <a:pt x="392" y="203"/>
                  <a:pt x="391" y="203"/>
                </a:cubicBezTo>
                <a:cubicBezTo>
                  <a:pt x="391" y="199"/>
                  <a:pt x="391" y="199"/>
                  <a:pt x="391" y="199"/>
                </a:cubicBezTo>
                <a:cubicBezTo>
                  <a:pt x="393" y="199"/>
                  <a:pt x="393" y="199"/>
                  <a:pt x="393" y="199"/>
                </a:cubicBezTo>
                <a:close/>
                <a:moveTo>
                  <a:pt x="393" y="211"/>
                </a:moveTo>
                <a:cubicBezTo>
                  <a:pt x="393" y="215"/>
                  <a:pt x="393" y="215"/>
                  <a:pt x="393" y="215"/>
                </a:cubicBezTo>
                <a:cubicBezTo>
                  <a:pt x="391" y="215"/>
                  <a:pt x="391" y="215"/>
                  <a:pt x="391" y="215"/>
                </a:cubicBezTo>
                <a:cubicBezTo>
                  <a:pt x="391" y="211"/>
                  <a:pt x="391" y="211"/>
                  <a:pt x="391" y="211"/>
                </a:cubicBezTo>
                <a:cubicBezTo>
                  <a:pt x="393" y="211"/>
                  <a:pt x="393" y="211"/>
                  <a:pt x="393" y="211"/>
                </a:cubicBezTo>
                <a:close/>
                <a:moveTo>
                  <a:pt x="393" y="223"/>
                </a:moveTo>
                <a:cubicBezTo>
                  <a:pt x="393" y="227"/>
                  <a:pt x="393" y="227"/>
                  <a:pt x="393" y="227"/>
                </a:cubicBezTo>
                <a:cubicBezTo>
                  <a:pt x="393" y="227"/>
                  <a:pt x="392" y="227"/>
                  <a:pt x="391" y="228"/>
                </a:cubicBezTo>
                <a:cubicBezTo>
                  <a:pt x="391" y="223"/>
                  <a:pt x="391" y="223"/>
                  <a:pt x="391" y="223"/>
                </a:cubicBezTo>
                <a:cubicBezTo>
                  <a:pt x="393" y="223"/>
                  <a:pt x="393" y="223"/>
                  <a:pt x="393" y="223"/>
                </a:cubicBezTo>
                <a:close/>
                <a:moveTo>
                  <a:pt x="393" y="235"/>
                </a:moveTo>
                <a:cubicBezTo>
                  <a:pt x="393" y="239"/>
                  <a:pt x="393" y="239"/>
                  <a:pt x="393" y="239"/>
                </a:cubicBezTo>
                <a:cubicBezTo>
                  <a:pt x="391" y="240"/>
                  <a:pt x="391" y="240"/>
                  <a:pt x="391" y="240"/>
                </a:cubicBezTo>
                <a:cubicBezTo>
                  <a:pt x="391" y="236"/>
                  <a:pt x="391" y="236"/>
                  <a:pt x="391" y="236"/>
                </a:cubicBezTo>
                <a:cubicBezTo>
                  <a:pt x="393" y="235"/>
                  <a:pt x="393" y="235"/>
                  <a:pt x="393" y="235"/>
                </a:cubicBezTo>
                <a:close/>
                <a:moveTo>
                  <a:pt x="393" y="248"/>
                </a:moveTo>
                <a:cubicBezTo>
                  <a:pt x="393" y="252"/>
                  <a:pt x="393" y="252"/>
                  <a:pt x="393" y="252"/>
                </a:cubicBezTo>
                <a:cubicBezTo>
                  <a:pt x="393" y="252"/>
                  <a:pt x="392" y="253"/>
                  <a:pt x="391" y="253"/>
                </a:cubicBezTo>
                <a:cubicBezTo>
                  <a:pt x="391" y="248"/>
                  <a:pt x="391" y="248"/>
                  <a:pt x="391" y="248"/>
                </a:cubicBezTo>
                <a:cubicBezTo>
                  <a:pt x="392" y="248"/>
                  <a:pt x="393" y="248"/>
                  <a:pt x="393" y="248"/>
                </a:cubicBezTo>
                <a:close/>
                <a:moveTo>
                  <a:pt x="393" y="260"/>
                </a:moveTo>
                <a:cubicBezTo>
                  <a:pt x="393" y="264"/>
                  <a:pt x="393" y="264"/>
                  <a:pt x="393" y="264"/>
                </a:cubicBezTo>
                <a:cubicBezTo>
                  <a:pt x="393" y="264"/>
                  <a:pt x="392" y="265"/>
                  <a:pt x="391" y="265"/>
                </a:cubicBezTo>
                <a:cubicBezTo>
                  <a:pt x="391" y="261"/>
                  <a:pt x="391" y="261"/>
                  <a:pt x="391" y="261"/>
                </a:cubicBezTo>
                <a:cubicBezTo>
                  <a:pt x="393" y="260"/>
                  <a:pt x="393" y="260"/>
                  <a:pt x="393" y="260"/>
                </a:cubicBezTo>
                <a:close/>
                <a:moveTo>
                  <a:pt x="393" y="273"/>
                </a:moveTo>
                <a:cubicBezTo>
                  <a:pt x="393" y="277"/>
                  <a:pt x="393" y="277"/>
                  <a:pt x="393" y="277"/>
                </a:cubicBezTo>
                <a:cubicBezTo>
                  <a:pt x="393" y="277"/>
                  <a:pt x="392" y="277"/>
                  <a:pt x="391" y="277"/>
                </a:cubicBezTo>
                <a:cubicBezTo>
                  <a:pt x="391" y="273"/>
                  <a:pt x="391" y="273"/>
                  <a:pt x="391" y="273"/>
                </a:cubicBezTo>
                <a:cubicBezTo>
                  <a:pt x="392" y="273"/>
                  <a:pt x="393" y="273"/>
                  <a:pt x="393" y="273"/>
                </a:cubicBezTo>
                <a:close/>
                <a:moveTo>
                  <a:pt x="393" y="285"/>
                </a:moveTo>
                <a:cubicBezTo>
                  <a:pt x="393" y="289"/>
                  <a:pt x="393" y="289"/>
                  <a:pt x="393" y="289"/>
                </a:cubicBezTo>
                <a:cubicBezTo>
                  <a:pt x="393" y="289"/>
                  <a:pt x="392" y="290"/>
                  <a:pt x="391" y="290"/>
                </a:cubicBezTo>
                <a:cubicBezTo>
                  <a:pt x="391" y="285"/>
                  <a:pt x="391" y="285"/>
                  <a:pt x="391" y="285"/>
                </a:cubicBezTo>
                <a:cubicBezTo>
                  <a:pt x="393" y="285"/>
                  <a:pt x="393" y="285"/>
                  <a:pt x="393" y="285"/>
                </a:cubicBezTo>
                <a:close/>
                <a:moveTo>
                  <a:pt x="393" y="293"/>
                </a:moveTo>
                <a:cubicBezTo>
                  <a:pt x="393" y="298"/>
                  <a:pt x="393" y="298"/>
                  <a:pt x="393" y="298"/>
                </a:cubicBezTo>
                <a:cubicBezTo>
                  <a:pt x="393" y="298"/>
                  <a:pt x="392" y="298"/>
                  <a:pt x="391" y="298"/>
                </a:cubicBezTo>
                <a:cubicBezTo>
                  <a:pt x="391" y="293"/>
                  <a:pt x="391" y="293"/>
                  <a:pt x="391" y="293"/>
                </a:cubicBezTo>
                <a:cubicBezTo>
                  <a:pt x="393" y="293"/>
                  <a:pt x="393" y="293"/>
                  <a:pt x="393" y="293"/>
                </a:cubicBezTo>
                <a:close/>
                <a:moveTo>
                  <a:pt x="393" y="303"/>
                </a:moveTo>
                <a:cubicBezTo>
                  <a:pt x="393" y="311"/>
                  <a:pt x="393" y="311"/>
                  <a:pt x="393" y="311"/>
                </a:cubicBezTo>
                <a:cubicBezTo>
                  <a:pt x="393" y="312"/>
                  <a:pt x="392" y="312"/>
                  <a:pt x="391" y="312"/>
                </a:cubicBezTo>
                <a:cubicBezTo>
                  <a:pt x="391" y="308"/>
                  <a:pt x="391" y="308"/>
                  <a:pt x="391" y="308"/>
                </a:cubicBezTo>
                <a:cubicBezTo>
                  <a:pt x="392" y="308"/>
                  <a:pt x="392" y="308"/>
                  <a:pt x="392" y="308"/>
                </a:cubicBezTo>
                <a:cubicBezTo>
                  <a:pt x="391" y="306"/>
                  <a:pt x="391" y="306"/>
                  <a:pt x="391" y="306"/>
                </a:cubicBezTo>
                <a:cubicBezTo>
                  <a:pt x="391" y="299"/>
                  <a:pt x="391" y="299"/>
                  <a:pt x="391" y="299"/>
                </a:cubicBezTo>
                <a:cubicBezTo>
                  <a:pt x="392" y="300"/>
                  <a:pt x="393" y="302"/>
                  <a:pt x="393" y="303"/>
                </a:cubicBezTo>
                <a:close/>
                <a:moveTo>
                  <a:pt x="393" y="338"/>
                </a:moveTo>
                <a:cubicBezTo>
                  <a:pt x="393" y="434"/>
                  <a:pt x="393" y="434"/>
                  <a:pt x="393" y="434"/>
                </a:cubicBezTo>
                <a:cubicBezTo>
                  <a:pt x="391" y="436"/>
                  <a:pt x="391" y="436"/>
                  <a:pt x="391" y="436"/>
                </a:cubicBezTo>
                <a:cubicBezTo>
                  <a:pt x="391" y="343"/>
                  <a:pt x="391" y="343"/>
                  <a:pt x="391" y="343"/>
                </a:cubicBezTo>
                <a:cubicBezTo>
                  <a:pt x="393" y="338"/>
                  <a:pt x="393" y="338"/>
                  <a:pt x="393" y="338"/>
                </a:cubicBezTo>
                <a:close/>
                <a:moveTo>
                  <a:pt x="393" y="493"/>
                </a:moveTo>
                <a:cubicBezTo>
                  <a:pt x="393" y="496"/>
                  <a:pt x="393" y="496"/>
                  <a:pt x="393" y="496"/>
                </a:cubicBezTo>
                <a:cubicBezTo>
                  <a:pt x="393" y="496"/>
                  <a:pt x="392" y="496"/>
                  <a:pt x="391" y="496"/>
                </a:cubicBezTo>
                <a:cubicBezTo>
                  <a:pt x="391" y="492"/>
                  <a:pt x="391" y="492"/>
                  <a:pt x="391" y="492"/>
                </a:cubicBezTo>
                <a:cubicBezTo>
                  <a:pt x="393" y="493"/>
                  <a:pt x="393" y="493"/>
                  <a:pt x="393" y="493"/>
                </a:cubicBezTo>
                <a:close/>
                <a:moveTo>
                  <a:pt x="393" y="503"/>
                </a:moveTo>
                <a:cubicBezTo>
                  <a:pt x="393" y="511"/>
                  <a:pt x="393" y="511"/>
                  <a:pt x="393" y="511"/>
                </a:cubicBezTo>
                <a:cubicBezTo>
                  <a:pt x="391" y="511"/>
                  <a:pt x="391" y="511"/>
                  <a:pt x="391" y="511"/>
                </a:cubicBezTo>
                <a:cubicBezTo>
                  <a:pt x="391" y="498"/>
                  <a:pt x="391" y="498"/>
                  <a:pt x="391" y="498"/>
                </a:cubicBezTo>
                <a:cubicBezTo>
                  <a:pt x="392" y="500"/>
                  <a:pt x="393" y="501"/>
                  <a:pt x="393" y="503"/>
                </a:cubicBezTo>
                <a:close/>
                <a:moveTo>
                  <a:pt x="393" y="516"/>
                </a:moveTo>
                <a:cubicBezTo>
                  <a:pt x="393" y="520"/>
                  <a:pt x="393" y="520"/>
                  <a:pt x="393" y="520"/>
                </a:cubicBezTo>
                <a:cubicBezTo>
                  <a:pt x="393" y="521"/>
                  <a:pt x="392" y="521"/>
                  <a:pt x="391" y="521"/>
                </a:cubicBezTo>
                <a:cubicBezTo>
                  <a:pt x="391" y="516"/>
                  <a:pt x="391" y="516"/>
                  <a:pt x="391" y="516"/>
                </a:cubicBezTo>
                <a:cubicBezTo>
                  <a:pt x="392" y="516"/>
                  <a:pt x="393" y="516"/>
                  <a:pt x="393" y="516"/>
                </a:cubicBezTo>
                <a:close/>
                <a:moveTo>
                  <a:pt x="393" y="528"/>
                </a:moveTo>
                <a:cubicBezTo>
                  <a:pt x="393" y="533"/>
                  <a:pt x="393" y="533"/>
                  <a:pt x="393" y="533"/>
                </a:cubicBezTo>
                <a:cubicBezTo>
                  <a:pt x="391" y="533"/>
                  <a:pt x="391" y="533"/>
                  <a:pt x="391" y="533"/>
                </a:cubicBezTo>
                <a:cubicBezTo>
                  <a:pt x="391" y="529"/>
                  <a:pt x="391" y="529"/>
                  <a:pt x="391" y="529"/>
                </a:cubicBezTo>
                <a:cubicBezTo>
                  <a:pt x="393" y="528"/>
                  <a:pt x="393" y="528"/>
                  <a:pt x="393" y="528"/>
                </a:cubicBezTo>
                <a:close/>
                <a:moveTo>
                  <a:pt x="393" y="541"/>
                </a:moveTo>
                <a:cubicBezTo>
                  <a:pt x="393" y="545"/>
                  <a:pt x="393" y="545"/>
                  <a:pt x="393" y="545"/>
                </a:cubicBezTo>
                <a:cubicBezTo>
                  <a:pt x="391" y="546"/>
                  <a:pt x="391" y="546"/>
                  <a:pt x="391" y="546"/>
                </a:cubicBezTo>
                <a:cubicBezTo>
                  <a:pt x="391" y="541"/>
                  <a:pt x="391" y="541"/>
                  <a:pt x="391" y="541"/>
                </a:cubicBezTo>
                <a:cubicBezTo>
                  <a:pt x="392" y="541"/>
                  <a:pt x="393" y="541"/>
                  <a:pt x="393" y="541"/>
                </a:cubicBezTo>
                <a:close/>
                <a:moveTo>
                  <a:pt x="393" y="553"/>
                </a:moveTo>
                <a:cubicBezTo>
                  <a:pt x="393" y="557"/>
                  <a:pt x="393" y="557"/>
                  <a:pt x="393" y="557"/>
                </a:cubicBezTo>
                <a:cubicBezTo>
                  <a:pt x="393" y="557"/>
                  <a:pt x="392" y="558"/>
                  <a:pt x="391" y="558"/>
                </a:cubicBezTo>
                <a:cubicBezTo>
                  <a:pt x="391" y="554"/>
                  <a:pt x="391" y="554"/>
                  <a:pt x="391" y="554"/>
                </a:cubicBezTo>
                <a:cubicBezTo>
                  <a:pt x="393" y="553"/>
                  <a:pt x="393" y="553"/>
                  <a:pt x="393" y="553"/>
                </a:cubicBezTo>
                <a:close/>
                <a:moveTo>
                  <a:pt x="393" y="565"/>
                </a:moveTo>
                <a:cubicBezTo>
                  <a:pt x="393" y="569"/>
                  <a:pt x="393" y="569"/>
                  <a:pt x="393" y="569"/>
                </a:cubicBezTo>
                <a:cubicBezTo>
                  <a:pt x="393" y="570"/>
                  <a:pt x="392" y="570"/>
                  <a:pt x="391" y="571"/>
                </a:cubicBezTo>
                <a:cubicBezTo>
                  <a:pt x="391" y="566"/>
                  <a:pt x="391" y="566"/>
                  <a:pt x="391" y="566"/>
                </a:cubicBezTo>
                <a:cubicBezTo>
                  <a:pt x="393" y="565"/>
                  <a:pt x="393" y="565"/>
                  <a:pt x="393" y="565"/>
                </a:cubicBezTo>
                <a:close/>
                <a:moveTo>
                  <a:pt x="393" y="578"/>
                </a:moveTo>
                <a:cubicBezTo>
                  <a:pt x="393" y="582"/>
                  <a:pt x="393" y="582"/>
                  <a:pt x="393" y="582"/>
                </a:cubicBezTo>
                <a:cubicBezTo>
                  <a:pt x="393" y="582"/>
                  <a:pt x="392" y="583"/>
                  <a:pt x="391" y="583"/>
                </a:cubicBezTo>
                <a:cubicBezTo>
                  <a:pt x="391" y="579"/>
                  <a:pt x="391" y="579"/>
                  <a:pt x="391" y="579"/>
                </a:cubicBezTo>
                <a:cubicBezTo>
                  <a:pt x="393" y="578"/>
                  <a:pt x="393" y="578"/>
                  <a:pt x="393" y="578"/>
                </a:cubicBezTo>
                <a:close/>
                <a:moveTo>
                  <a:pt x="393" y="591"/>
                </a:moveTo>
                <a:cubicBezTo>
                  <a:pt x="393" y="595"/>
                  <a:pt x="393" y="595"/>
                  <a:pt x="393" y="595"/>
                </a:cubicBezTo>
                <a:cubicBezTo>
                  <a:pt x="391" y="595"/>
                  <a:pt x="391" y="595"/>
                  <a:pt x="391" y="595"/>
                </a:cubicBezTo>
                <a:cubicBezTo>
                  <a:pt x="391" y="591"/>
                  <a:pt x="391" y="591"/>
                  <a:pt x="391" y="591"/>
                </a:cubicBezTo>
                <a:cubicBezTo>
                  <a:pt x="393" y="591"/>
                  <a:pt x="393" y="591"/>
                  <a:pt x="393" y="591"/>
                </a:cubicBezTo>
                <a:close/>
                <a:moveTo>
                  <a:pt x="393" y="603"/>
                </a:moveTo>
                <a:cubicBezTo>
                  <a:pt x="393" y="607"/>
                  <a:pt x="393" y="607"/>
                  <a:pt x="393" y="607"/>
                </a:cubicBezTo>
                <a:cubicBezTo>
                  <a:pt x="393" y="607"/>
                  <a:pt x="392" y="607"/>
                  <a:pt x="391" y="608"/>
                </a:cubicBezTo>
                <a:cubicBezTo>
                  <a:pt x="391" y="603"/>
                  <a:pt x="391" y="603"/>
                  <a:pt x="391" y="603"/>
                </a:cubicBezTo>
                <a:cubicBezTo>
                  <a:pt x="392" y="603"/>
                  <a:pt x="393" y="603"/>
                  <a:pt x="393" y="603"/>
                </a:cubicBezTo>
                <a:close/>
                <a:moveTo>
                  <a:pt x="393" y="612"/>
                </a:moveTo>
                <a:cubicBezTo>
                  <a:pt x="393" y="620"/>
                  <a:pt x="393" y="620"/>
                  <a:pt x="393" y="620"/>
                </a:cubicBezTo>
                <a:cubicBezTo>
                  <a:pt x="393" y="620"/>
                  <a:pt x="392" y="619"/>
                  <a:pt x="391" y="619"/>
                </a:cubicBezTo>
                <a:cubicBezTo>
                  <a:pt x="391" y="612"/>
                  <a:pt x="391" y="612"/>
                  <a:pt x="391" y="612"/>
                </a:cubicBezTo>
                <a:cubicBezTo>
                  <a:pt x="393" y="612"/>
                  <a:pt x="393" y="612"/>
                  <a:pt x="393" y="612"/>
                </a:cubicBezTo>
                <a:close/>
                <a:moveTo>
                  <a:pt x="393" y="635"/>
                </a:moveTo>
                <a:cubicBezTo>
                  <a:pt x="393" y="639"/>
                  <a:pt x="393" y="639"/>
                  <a:pt x="393" y="639"/>
                </a:cubicBezTo>
                <a:cubicBezTo>
                  <a:pt x="391" y="639"/>
                  <a:pt x="391" y="639"/>
                  <a:pt x="391" y="639"/>
                </a:cubicBezTo>
                <a:cubicBezTo>
                  <a:pt x="391" y="634"/>
                  <a:pt x="391" y="634"/>
                  <a:pt x="391" y="634"/>
                </a:cubicBezTo>
                <a:cubicBezTo>
                  <a:pt x="392" y="634"/>
                  <a:pt x="392" y="634"/>
                  <a:pt x="393" y="635"/>
                </a:cubicBezTo>
                <a:cubicBezTo>
                  <a:pt x="393" y="635"/>
                  <a:pt x="393" y="635"/>
                  <a:pt x="393" y="635"/>
                </a:cubicBezTo>
                <a:close/>
                <a:moveTo>
                  <a:pt x="393" y="750"/>
                </a:moveTo>
                <a:cubicBezTo>
                  <a:pt x="393" y="765"/>
                  <a:pt x="393" y="765"/>
                  <a:pt x="393" y="765"/>
                </a:cubicBezTo>
                <a:cubicBezTo>
                  <a:pt x="393" y="764"/>
                  <a:pt x="392" y="763"/>
                  <a:pt x="391" y="763"/>
                </a:cubicBezTo>
                <a:cubicBezTo>
                  <a:pt x="391" y="751"/>
                  <a:pt x="391" y="751"/>
                  <a:pt x="391" y="751"/>
                </a:cubicBezTo>
                <a:cubicBezTo>
                  <a:pt x="392" y="751"/>
                  <a:pt x="393" y="750"/>
                  <a:pt x="393" y="750"/>
                </a:cubicBezTo>
                <a:close/>
                <a:moveTo>
                  <a:pt x="391" y="694"/>
                </a:moveTo>
                <a:cubicBezTo>
                  <a:pt x="391" y="685"/>
                  <a:pt x="391" y="685"/>
                  <a:pt x="391" y="685"/>
                </a:cubicBezTo>
                <a:cubicBezTo>
                  <a:pt x="392" y="688"/>
                  <a:pt x="392" y="691"/>
                  <a:pt x="391" y="694"/>
                </a:cubicBezTo>
                <a:close/>
                <a:moveTo>
                  <a:pt x="387" y="0"/>
                </a:moveTo>
                <a:cubicBezTo>
                  <a:pt x="391" y="0"/>
                  <a:pt x="391" y="0"/>
                  <a:pt x="391" y="0"/>
                </a:cubicBezTo>
                <a:cubicBezTo>
                  <a:pt x="391" y="8"/>
                  <a:pt x="391" y="8"/>
                  <a:pt x="391" y="8"/>
                </a:cubicBezTo>
                <a:cubicBezTo>
                  <a:pt x="390" y="8"/>
                  <a:pt x="389" y="9"/>
                  <a:pt x="388" y="9"/>
                </a:cubicBezTo>
                <a:cubicBezTo>
                  <a:pt x="388" y="10"/>
                  <a:pt x="389" y="11"/>
                  <a:pt x="391" y="15"/>
                </a:cubicBezTo>
                <a:cubicBezTo>
                  <a:pt x="391" y="32"/>
                  <a:pt x="391" y="32"/>
                  <a:pt x="391" y="32"/>
                </a:cubicBezTo>
                <a:cubicBezTo>
                  <a:pt x="390" y="29"/>
                  <a:pt x="389" y="27"/>
                  <a:pt x="387" y="25"/>
                </a:cubicBezTo>
                <a:cubicBezTo>
                  <a:pt x="387" y="0"/>
                  <a:pt x="387" y="0"/>
                  <a:pt x="387" y="0"/>
                </a:cubicBezTo>
                <a:close/>
                <a:moveTo>
                  <a:pt x="391" y="794"/>
                </a:moveTo>
                <a:cubicBezTo>
                  <a:pt x="390" y="794"/>
                  <a:pt x="389" y="794"/>
                  <a:pt x="387" y="794"/>
                </a:cubicBezTo>
                <a:cubicBezTo>
                  <a:pt x="387" y="784"/>
                  <a:pt x="387" y="784"/>
                  <a:pt x="387" y="784"/>
                </a:cubicBezTo>
                <a:cubicBezTo>
                  <a:pt x="388" y="785"/>
                  <a:pt x="390" y="786"/>
                  <a:pt x="391" y="786"/>
                </a:cubicBezTo>
                <a:cubicBezTo>
                  <a:pt x="391" y="794"/>
                  <a:pt x="391" y="794"/>
                  <a:pt x="391" y="794"/>
                </a:cubicBezTo>
                <a:close/>
                <a:moveTo>
                  <a:pt x="391" y="38"/>
                </a:moveTo>
                <a:cubicBezTo>
                  <a:pt x="391" y="46"/>
                  <a:pt x="391" y="46"/>
                  <a:pt x="391" y="46"/>
                </a:cubicBezTo>
                <a:cubicBezTo>
                  <a:pt x="391" y="46"/>
                  <a:pt x="390" y="47"/>
                  <a:pt x="389" y="47"/>
                </a:cubicBezTo>
                <a:cubicBezTo>
                  <a:pt x="387" y="47"/>
                  <a:pt x="387" y="47"/>
                  <a:pt x="387" y="47"/>
                </a:cubicBezTo>
                <a:cubicBezTo>
                  <a:pt x="387" y="39"/>
                  <a:pt x="387" y="39"/>
                  <a:pt x="387" y="39"/>
                </a:cubicBezTo>
                <a:cubicBezTo>
                  <a:pt x="389" y="39"/>
                  <a:pt x="390" y="39"/>
                  <a:pt x="391" y="38"/>
                </a:cubicBezTo>
                <a:close/>
                <a:moveTo>
                  <a:pt x="391" y="165"/>
                </a:moveTo>
                <a:cubicBezTo>
                  <a:pt x="391" y="181"/>
                  <a:pt x="391" y="181"/>
                  <a:pt x="391" y="181"/>
                </a:cubicBezTo>
                <a:cubicBezTo>
                  <a:pt x="390" y="178"/>
                  <a:pt x="389" y="176"/>
                  <a:pt x="387" y="174"/>
                </a:cubicBezTo>
                <a:cubicBezTo>
                  <a:pt x="387" y="165"/>
                  <a:pt x="387" y="165"/>
                  <a:pt x="387" y="165"/>
                </a:cubicBezTo>
                <a:cubicBezTo>
                  <a:pt x="389" y="165"/>
                  <a:pt x="390" y="165"/>
                  <a:pt x="391" y="165"/>
                </a:cubicBezTo>
                <a:close/>
                <a:moveTo>
                  <a:pt x="391" y="188"/>
                </a:moveTo>
                <a:cubicBezTo>
                  <a:pt x="391" y="193"/>
                  <a:pt x="391" y="193"/>
                  <a:pt x="391" y="193"/>
                </a:cubicBezTo>
                <a:cubicBezTo>
                  <a:pt x="389" y="193"/>
                  <a:pt x="389" y="193"/>
                  <a:pt x="389" y="193"/>
                </a:cubicBezTo>
                <a:cubicBezTo>
                  <a:pt x="388" y="195"/>
                  <a:pt x="388" y="197"/>
                  <a:pt x="388" y="199"/>
                </a:cubicBezTo>
                <a:cubicBezTo>
                  <a:pt x="389" y="199"/>
                  <a:pt x="390" y="199"/>
                  <a:pt x="391" y="199"/>
                </a:cubicBezTo>
                <a:cubicBezTo>
                  <a:pt x="391" y="203"/>
                  <a:pt x="391" y="203"/>
                  <a:pt x="391" y="203"/>
                </a:cubicBezTo>
                <a:cubicBezTo>
                  <a:pt x="389" y="205"/>
                  <a:pt x="388" y="207"/>
                  <a:pt x="388" y="212"/>
                </a:cubicBezTo>
                <a:cubicBezTo>
                  <a:pt x="389" y="212"/>
                  <a:pt x="390" y="211"/>
                  <a:pt x="391" y="211"/>
                </a:cubicBezTo>
                <a:cubicBezTo>
                  <a:pt x="391" y="215"/>
                  <a:pt x="391" y="215"/>
                  <a:pt x="391" y="215"/>
                </a:cubicBezTo>
                <a:cubicBezTo>
                  <a:pt x="389" y="216"/>
                  <a:pt x="389" y="216"/>
                  <a:pt x="389" y="216"/>
                </a:cubicBezTo>
                <a:cubicBezTo>
                  <a:pt x="389" y="218"/>
                  <a:pt x="388" y="221"/>
                  <a:pt x="388" y="224"/>
                </a:cubicBezTo>
                <a:cubicBezTo>
                  <a:pt x="391" y="223"/>
                  <a:pt x="391" y="223"/>
                  <a:pt x="391" y="223"/>
                </a:cubicBezTo>
                <a:cubicBezTo>
                  <a:pt x="391" y="228"/>
                  <a:pt x="391" y="228"/>
                  <a:pt x="391" y="228"/>
                </a:cubicBezTo>
                <a:cubicBezTo>
                  <a:pt x="389" y="229"/>
                  <a:pt x="388" y="232"/>
                  <a:pt x="388" y="237"/>
                </a:cubicBezTo>
                <a:cubicBezTo>
                  <a:pt x="389" y="237"/>
                  <a:pt x="390" y="236"/>
                  <a:pt x="391" y="236"/>
                </a:cubicBezTo>
                <a:cubicBezTo>
                  <a:pt x="391" y="240"/>
                  <a:pt x="391" y="240"/>
                  <a:pt x="391" y="240"/>
                </a:cubicBezTo>
                <a:cubicBezTo>
                  <a:pt x="389" y="241"/>
                  <a:pt x="389" y="241"/>
                  <a:pt x="389" y="241"/>
                </a:cubicBezTo>
                <a:cubicBezTo>
                  <a:pt x="389" y="243"/>
                  <a:pt x="388" y="246"/>
                  <a:pt x="388" y="249"/>
                </a:cubicBezTo>
                <a:cubicBezTo>
                  <a:pt x="389" y="248"/>
                  <a:pt x="390" y="248"/>
                  <a:pt x="391" y="248"/>
                </a:cubicBezTo>
                <a:cubicBezTo>
                  <a:pt x="391" y="253"/>
                  <a:pt x="391" y="253"/>
                  <a:pt x="391" y="253"/>
                </a:cubicBezTo>
                <a:cubicBezTo>
                  <a:pt x="389" y="254"/>
                  <a:pt x="388" y="257"/>
                  <a:pt x="388" y="262"/>
                </a:cubicBezTo>
                <a:cubicBezTo>
                  <a:pt x="391" y="261"/>
                  <a:pt x="391" y="261"/>
                  <a:pt x="391" y="261"/>
                </a:cubicBezTo>
                <a:cubicBezTo>
                  <a:pt x="391" y="265"/>
                  <a:pt x="391" y="265"/>
                  <a:pt x="391" y="265"/>
                </a:cubicBezTo>
                <a:cubicBezTo>
                  <a:pt x="389" y="266"/>
                  <a:pt x="388" y="269"/>
                  <a:pt x="388" y="273"/>
                </a:cubicBezTo>
                <a:cubicBezTo>
                  <a:pt x="389" y="273"/>
                  <a:pt x="390" y="273"/>
                  <a:pt x="391" y="273"/>
                </a:cubicBezTo>
                <a:cubicBezTo>
                  <a:pt x="391" y="277"/>
                  <a:pt x="391" y="277"/>
                  <a:pt x="391" y="277"/>
                </a:cubicBezTo>
                <a:cubicBezTo>
                  <a:pt x="389" y="279"/>
                  <a:pt x="388" y="281"/>
                  <a:pt x="388" y="286"/>
                </a:cubicBezTo>
                <a:cubicBezTo>
                  <a:pt x="391" y="285"/>
                  <a:pt x="391" y="285"/>
                  <a:pt x="391" y="285"/>
                </a:cubicBezTo>
                <a:cubicBezTo>
                  <a:pt x="391" y="290"/>
                  <a:pt x="391" y="290"/>
                  <a:pt x="391" y="290"/>
                </a:cubicBezTo>
                <a:cubicBezTo>
                  <a:pt x="390" y="291"/>
                  <a:pt x="389" y="292"/>
                  <a:pt x="389" y="293"/>
                </a:cubicBezTo>
                <a:cubicBezTo>
                  <a:pt x="391" y="293"/>
                  <a:pt x="391" y="293"/>
                  <a:pt x="391" y="293"/>
                </a:cubicBezTo>
                <a:cubicBezTo>
                  <a:pt x="391" y="298"/>
                  <a:pt x="391" y="298"/>
                  <a:pt x="391" y="298"/>
                </a:cubicBezTo>
                <a:cubicBezTo>
                  <a:pt x="391" y="298"/>
                  <a:pt x="391" y="298"/>
                  <a:pt x="391" y="298"/>
                </a:cubicBezTo>
                <a:cubicBezTo>
                  <a:pt x="391" y="298"/>
                  <a:pt x="391" y="299"/>
                  <a:pt x="391" y="299"/>
                </a:cubicBezTo>
                <a:cubicBezTo>
                  <a:pt x="391" y="306"/>
                  <a:pt x="391" y="306"/>
                  <a:pt x="391" y="306"/>
                </a:cubicBezTo>
                <a:cubicBezTo>
                  <a:pt x="390" y="304"/>
                  <a:pt x="389" y="302"/>
                  <a:pt x="387" y="301"/>
                </a:cubicBezTo>
                <a:cubicBezTo>
                  <a:pt x="387" y="188"/>
                  <a:pt x="387" y="188"/>
                  <a:pt x="387" y="188"/>
                </a:cubicBezTo>
                <a:cubicBezTo>
                  <a:pt x="391" y="188"/>
                  <a:pt x="391" y="188"/>
                  <a:pt x="391" y="188"/>
                </a:cubicBezTo>
                <a:close/>
                <a:moveTo>
                  <a:pt x="391" y="308"/>
                </a:moveTo>
                <a:cubicBezTo>
                  <a:pt x="391" y="312"/>
                  <a:pt x="391" y="312"/>
                  <a:pt x="391" y="312"/>
                </a:cubicBezTo>
                <a:cubicBezTo>
                  <a:pt x="390" y="312"/>
                  <a:pt x="389" y="312"/>
                  <a:pt x="387" y="312"/>
                </a:cubicBezTo>
                <a:cubicBezTo>
                  <a:pt x="387" y="309"/>
                  <a:pt x="387" y="309"/>
                  <a:pt x="387" y="309"/>
                </a:cubicBezTo>
                <a:cubicBezTo>
                  <a:pt x="389" y="308"/>
                  <a:pt x="390" y="308"/>
                  <a:pt x="391" y="308"/>
                </a:cubicBezTo>
                <a:close/>
                <a:moveTo>
                  <a:pt x="391" y="343"/>
                </a:moveTo>
                <a:cubicBezTo>
                  <a:pt x="391" y="436"/>
                  <a:pt x="391" y="436"/>
                  <a:pt x="391" y="436"/>
                </a:cubicBezTo>
                <a:cubicBezTo>
                  <a:pt x="387" y="438"/>
                  <a:pt x="387" y="438"/>
                  <a:pt x="387" y="438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91" y="343"/>
                  <a:pt x="391" y="343"/>
                  <a:pt x="391" y="343"/>
                </a:cubicBezTo>
                <a:close/>
                <a:moveTo>
                  <a:pt x="391" y="492"/>
                </a:moveTo>
                <a:cubicBezTo>
                  <a:pt x="391" y="496"/>
                  <a:pt x="391" y="496"/>
                  <a:pt x="391" y="496"/>
                </a:cubicBezTo>
                <a:cubicBezTo>
                  <a:pt x="391" y="496"/>
                  <a:pt x="391" y="496"/>
                  <a:pt x="390" y="496"/>
                </a:cubicBezTo>
                <a:cubicBezTo>
                  <a:pt x="391" y="497"/>
                  <a:pt x="391" y="498"/>
                  <a:pt x="391" y="498"/>
                </a:cubicBezTo>
                <a:cubicBezTo>
                  <a:pt x="391" y="511"/>
                  <a:pt x="391" y="511"/>
                  <a:pt x="391" y="511"/>
                </a:cubicBezTo>
                <a:cubicBezTo>
                  <a:pt x="388" y="511"/>
                  <a:pt x="388" y="511"/>
                  <a:pt x="388" y="511"/>
                </a:cubicBezTo>
                <a:cubicBezTo>
                  <a:pt x="388" y="513"/>
                  <a:pt x="388" y="515"/>
                  <a:pt x="388" y="517"/>
                </a:cubicBezTo>
                <a:cubicBezTo>
                  <a:pt x="389" y="517"/>
                  <a:pt x="390" y="517"/>
                  <a:pt x="391" y="516"/>
                </a:cubicBezTo>
                <a:cubicBezTo>
                  <a:pt x="391" y="521"/>
                  <a:pt x="391" y="521"/>
                  <a:pt x="391" y="521"/>
                </a:cubicBezTo>
                <a:cubicBezTo>
                  <a:pt x="389" y="523"/>
                  <a:pt x="388" y="525"/>
                  <a:pt x="388" y="530"/>
                </a:cubicBezTo>
                <a:cubicBezTo>
                  <a:pt x="389" y="529"/>
                  <a:pt x="390" y="529"/>
                  <a:pt x="391" y="529"/>
                </a:cubicBezTo>
                <a:cubicBezTo>
                  <a:pt x="391" y="533"/>
                  <a:pt x="391" y="533"/>
                  <a:pt x="391" y="533"/>
                </a:cubicBezTo>
                <a:cubicBezTo>
                  <a:pt x="389" y="533"/>
                  <a:pt x="389" y="533"/>
                  <a:pt x="389" y="533"/>
                </a:cubicBezTo>
                <a:cubicBezTo>
                  <a:pt x="389" y="536"/>
                  <a:pt x="388" y="539"/>
                  <a:pt x="388" y="542"/>
                </a:cubicBezTo>
                <a:cubicBezTo>
                  <a:pt x="389" y="542"/>
                  <a:pt x="390" y="541"/>
                  <a:pt x="391" y="541"/>
                </a:cubicBezTo>
                <a:cubicBezTo>
                  <a:pt x="391" y="546"/>
                  <a:pt x="391" y="546"/>
                  <a:pt x="391" y="546"/>
                </a:cubicBezTo>
                <a:cubicBezTo>
                  <a:pt x="390" y="546"/>
                  <a:pt x="390" y="546"/>
                  <a:pt x="390" y="546"/>
                </a:cubicBezTo>
                <a:cubicBezTo>
                  <a:pt x="389" y="549"/>
                  <a:pt x="389" y="549"/>
                  <a:pt x="388" y="554"/>
                </a:cubicBezTo>
                <a:cubicBezTo>
                  <a:pt x="389" y="554"/>
                  <a:pt x="390" y="554"/>
                  <a:pt x="391" y="554"/>
                </a:cubicBezTo>
                <a:cubicBezTo>
                  <a:pt x="391" y="558"/>
                  <a:pt x="391" y="558"/>
                  <a:pt x="391" y="558"/>
                </a:cubicBezTo>
                <a:cubicBezTo>
                  <a:pt x="389" y="560"/>
                  <a:pt x="388" y="562"/>
                  <a:pt x="388" y="566"/>
                </a:cubicBezTo>
                <a:cubicBezTo>
                  <a:pt x="391" y="566"/>
                  <a:pt x="391" y="566"/>
                  <a:pt x="391" y="566"/>
                </a:cubicBezTo>
                <a:cubicBezTo>
                  <a:pt x="391" y="571"/>
                  <a:pt x="391" y="571"/>
                  <a:pt x="391" y="571"/>
                </a:cubicBezTo>
                <a:cubicBezTo>
                  <a:pt x="389" y="572"/>
                  <a:pt x="388" y="575"/>
                  <a:pt x="388" y="579"/>
                </a:cubicBezTo>
                <a:cubicBezTo>
                  <a:pt x="391" y="579"/>
                  <a:pt x="391" y="579"/>
                  <a:pt x="391" y="579"/>
                </a:cubicBezTo>
                <a:cubicBezTo>
                  <a:pt x="391" y="583"/>
                  <a:pt x="391" y="583"/>
                  <a:pt x="391" y="583"/>
                </a:cubicBezTo>
                <a:cubicBezTo>
                  <a:pt x="389" y="585"/>
                  <a:pt x="388" y="587"/>
                  <a:pt x="388" y="592"/>
                </a:cubicBezTo>
                <a:cubicBezTo>
                  <a:pt x="391" y="591"/>
                  <a:pt x="391" y="591"/>
                  <a:pt x="391" y="591"/>
                </a:cubicBezTo>
                <a:cubicBezTo>
                  <a:pt x="391" y="595"/>
                  <a:pt x="391" y="595"/>
                  <a:pt x="391" y="595"/>
                </a:cubicBezTo>
                <a:cubicBezTo>
                  <a:pt x="389" y="596"/>
                  <a:pt x="389" y="596"/>
                  <a:pt x="389" y="596"/>
                </a:cubicBezTo>
                <a:cubicBezTo>
                  <a:pt x="389" y="599"/>
                  <a:pt x="388" y="601"/>
                  <a:pt x="388" y="604"/>
                </a:cubicBezTo>
                <a:cubicBezTo>
                  <a:pt x="389" y="604"/>
                  <a:pt x="390" y="603"/>
                  <a:pt x="391" y="603"/>
                </a:cubicBezTo>
                <a:cubicBezTo>
                  <a:pt x="391" y="608"/>
                  <a:pt x="391" y="608"/>
                  <a:pt x="391" y="608"/>
                </a:cubicBezTo>
                <a:cubicBezTo>
                  <a:pt x="391" y="608"/>
                  <a:pt x="390" y="608"/>
                  <a:pt x="390" y="608"/>
                </a:cubicBezTo>
                <a:cubicBezTo>
                  <a:pt x="390" y="610"/>
                  <a:pt x="390" y="611"/>
                  <a:pt x="390" y="612"/>
                </a:cubicBezTo>
                <a:cubicBezTo>
                  <a:pt x="391" y="612"/>
                  <a:pt x="391" y="612"/>
                  <a:pt x="391" y="612"/>
                </a:cubicBezTo>
                <a:cubicBezTo>
                  <a:pt x="391" y="619"/>
                  <a:pt x="391" y="619"/>
                  <a:pt x="391" y="619"/>
                </a:cubicBezTo>
                <a:cubicBezTo>
                  <a:pt x="390" y="618"/>
                  <a:pt x="389" y="617"/>
                  <a:pt x="387" y="617"/>
                </a:cubicBezTo>
                <a:cubicBezTo>
                  <a:pt x="387" y="506"/>
                  <a:pt x="387" y="506"/>
                  <a:pt x="387" y="506"/>
                </a:cubicBezTo>
                <a:cubicBezTo>
                  <a:pt x="388" y="506"/>
                  <a:pt x="389" y="506"/>
                  <a:pt x="390" y="506"/>
                </a:cubicBezTo>
                <a:cubicBezTo>
                  <a:pt x="389" y="504"/>
                  <a:pt x="388" y="502"/>
                  <a:pt x="387" y="500"/>
                </a:cubicBezTo>
                <a:cubicBezTo>
                  <a:pt x="387" y="491"/>
                  <a:pt x="387" y="491"/>
                  <a:pt x="387" y="491"/>
                </a:cubicBezTo>
                <a:cubicBezTo>
                  <a:pt x="391" y="492"/>
                  <a:pt x="391" y="492"/>
                  <a:pt x="391" y="492"/>
                </a:cubicBezTo>
                <a:close/>
                <a:moveTo>
                  <a:pt x="391" y="634"/>
                </a:moveTo>
                <a:cubicBezTo>
                  <a:pt x="391" y="639"/>
                  <a:pt x="391" y="639"/>
                  <a:pt x="391" y="639"/>
                </a:cubicBezTo>
                <a:cubicBezTo>
                  <a:pt x="387" y="639"/>
                  <a:pt x="387" y="639"/>
                  <a:pt x="387" y="639"/>
                </a:cubicBezTo>
                <a:cubicBezTo>
                  <a:pt x="387" y="630"/>
                  <a:pt x="387" y="630"/>
                  <a:pt x="387" y="630"/>
                </a:cubicBezTo>
                <a:cubicBezTo>
                  <a:pt x="388" y="631"/>
                  <a:pt x="390" y="633"/>
                  <a:pt x="391" y="634"/>
                </a:cubicBezTo>
                <a:close/>
                <a:moveTo>
                  <a:pt x="391" y="685"/>
                </a:moveTo>
                <a:cubicBezTo>
                  <a:pt x="391" y="694"/>
                  <a:pt x="391" y="694"/>
                  <a:pt x="391" y="694"/>
                </a:cubicBezTo>
                <a:cubicBezTo>
                  <a:pt x="391" y="698"/>
                  <a:pt x="389" y="701"/>
                  <a:pt x="387" y="705"/>
                </a:cubicBezTo>
                <a:cubicBezTo>
                  <a:pt x="387" y="675"/>
                  <a:pt x="387" y="675"/>
                  <a:pt x="387" y="675"/>
                </a:cubicBezTo>
                <a:cubicBezTo>
                  <a:pt x="389" y="678"/>
                  <a:pt x="391" y="681"/>
                  <a:pt x="391" y="685"/>
                </a:cubicBezTo>
                <a:close/>
                <a:moveTo>
                  <a:pt x="391" y="751"/>
                </a:moveTo>
                <a:cubicBezTo>
                  <a:pt x="391" y="763"/>
                  <a:pt x="391" y="763"/>
                  <a:pt x="391" y="763"/>
                </a:cubicBezTo>
                <a:cubicBezTo>
                  <a:pt x="390" y="761"/>
                  <a:pt x="389" y="760"/>
                  <a:pt x="387" y="759"/>
                </a:cubicBezTo>
                <a:cubicBezTo>
                  <a:pt x="387" y="749"/>
                  <a:pt x="387" y="749"/>
                  <a:pt x="387" y="749"/>
                </a:cubicBezTo>
                <a:cubicBezTo>
                  <a:pt x="388" y="749"/>
                  <a:pt x="389" y="750"/>
                  <a:pt x="390" y="751"/>
                </a:cubicBezTo>
                <a:lnTo>
                  <a:pt x="391" y="751"/>
                </a:lnTo>
                <a:close/>
                <a:moveTo>
                  <a:pt x="380" y="2"/>
                </a:moveTo>
                <a:cubicBezTo>
                  <a:pt x="382" y="1"/>
                  <a:pt x="385" y="1"/>
                  <a:pt x="387" y="0"/>
                </a:cubicBezTo>
                <a:cubicBezTo>
                  <a:pt x="387" y="0"/>
                  <a:pt x="387" y="0"/>
                  <a:pt x="387" y="0"/>
                </a:cubicBezTo>
                <a:cubicBezTo>
                  <a:pt x="387" y="25"/>
                  <a:pt x="387" y="25"/>
                  <a:pt x="387" y="25"/>
                </a:cubicBezTo>
                <a:cubicBezTo>
                  <a:pt x="385" y="22"/>
                  <a:pt x="383" y="19"/>
                  <a:pt x="380" y="16"/>
                </a:cubicBezTo>
                <a:cubicBezTo>
                  <a:pt x="380" y="2"/>
                  <a:pt x="380" y="2"/>
                  <a:pt x="380" y="2"/>
                </a:cubicBezTo>
                <a:close/>
                <a:moveTo>
                  <a:pt x="387" y="794"/>
                </a:moveTo>
                <a:cubicBezTo>
                  <a:pt x="385" y="793"/>
                  <a:pt x="383" y="793"/>
                  <a:pt x="380" y="793"/>
                </a:cubicBezTo>
                <a:cubicBezTo>
                  <a:pt x="380" y="780"/>
                  <a:pt x="380" y="780"/>
                  <a:pt x="380" y="780"/>
                </a:cubicBezTo>
                <a:cubicBezTo>
                  <a:pt x="382" y="781"/>
                  <a:pt x="385" y="783"/>
                  <a:pt x="387" y="784"/>
                </a:cubicBezTo>
                <a:cubicBezTo>
                  <a:pt x="387" y="794"/>
                  <a:pt x="387" y="794"/>
                  <a:pt x="387" y="794"/>
                </a:cubicBezTo>
                <a:close/>
                <a:moveTo>
                  <a:pt x="387" y="39"/>
                </a:moveTo>
                <a:cubicBezTo>
                  <a:pt x="387" y="47"/>
                  <a:pt x="387" y="47"/>
                  <a:pt x="387" y="47"/>
                </a:cubicBezTo>
                <a:cubicBezTo>
                  <a:pt x="380" y="46"/>
                  <a:pt x="380" y="46"/>
                  <a:pt x="380" y="46"/>
                </a:cubicBezTo>
                <a:cubicBezTo>
                  <a:pt x="380" y="39"/>
                  <a:pt x="380" y="39"/>
                  <a:pt x="380" y="39"/>
                </a:cubicBezTo>
                <a:cubicBezTo>
                  <a:pt x="383" y="39"/>
                  <a:pt x="385" y="39"/>
                  <a:pt x="387" y="39"/>
                </a:cubicBezTo>
                <a:close/>
                <a:moveTo>
                  <a:pt x="387" y="165"/>
                </a:moveTo>
                <a:cubicBezTo>
                  <a:pt x="387" y="174"/>
                  <a:pt x="387" y="174"/>
                  <a:pt x="387" y="174"/>
                </a:cubicBezTo>
                <a:cubicBezTo>
                  <a:pt x="385" y="172"/>
                  <a:pt x="383" y="171"/>
                  <a:pt x="380" y="170"/>
                </a:cubicBezTo>
                <a:cubicBezTo>
                  <a:pt x="380" y="165"/>
                  <a:pt x="380" y="165"/>
                  <a:pt x="380" y="165"/>
                </a:cubicBezTo>
                <a:cubicBezTo>
                  <a:pt x="383" y="165"/>
                  <a:pt x="385" y="165"/>
                  <a:pt x="387" y="165"/>
                </a:cubicBezTo>
                <a:close/>
                <a:moveTo>
                  <a:pt x="387" y="188"/>
                </a:moveTo>
                <a:cubicBezTo>
                  <a:pt x="387" y="301"/>
                  <a:pt x="387" y="301"/>
                  <a:pt x="387" y="301"/>
                </a:cubicBezTo>
                <a:cubicBezTo>
                  <a:pt x="385" y="300"/>
                  <a:pt x="384" y="299"/>
                  <a:pt x="380" y="299"/>
                </a:cubicBezTo>
                <a:cubicBezTo>
                  <a:pt x="380" y="295"/>
                  <a:pt x="380" y="295"/>
                  <a:pt x="380" y="295"/>
                </a:cubicBezTo>
                <a:cubicBezTo>
                  <a:pt x="382" y="295"/>
                  <a:pt x="383" y="295"/>
                  <a:pt x="384" y="295"/>
                </a:cubicBezTo>
                <a:cubicBezTo>
                  <a:pt x="384" y="260"/>
                  <a:pt x="384" y="226"/>
                  <a:pt x="384" y="192"/>
                </a:cubicBezTo>
                <a:cubicBezTo>
                  <a:pt x="383" y="192"/>
                  <a:pt x="382" y="192"/>
                  <a:pt x="380" y="192"/>
                </a:cubicBezTo>
                <a:cubicBezTo>
                  <a:pt x="380" y="182"/>
                  <a:pt x="380" y="182"/>
                  <a:pt x="380" y="182"/>
                </a:cubicBezTo>
                <a:cubicBezTo>
                  <a:pt x="385" y="188"/>
                  <a:pt x="385" y="188"/>
                  <a:pt x="385" y="188"/>
                </a:cubicBezTo>
                <a:cubicBezTo>
                  <a:pt x="387" y="188"/>
                  <a:pt x="387" y="188"/>
                  <a:pt x="387" y="188"/>
                </a:cubicBezTo>
                <a:close/>
                <a:moveTo>
                  <a:pt x="387" y="309"/>
                </a:moveTo>
                <a:cubicBezTo>
                  <a:pt x="387" y="312"/>
                  <a:pt x="387" y="312"/>
                  <a:pt x="387" y="312"/>
                </a:cubicBezTo>
                <a:cubicBezTo>
                  <a:pt x="385" y="312"/>
                  <a:pt x="383" y="313"/>
                  <a:pt x="380" y="313"/>
                </a:cubicBezTo>
                <a:cubicBezTo>
                  <a:pt x="380" y="303"/>
                  <a:pt x="380" y="303"/>
                  <a:pt x="380" y="303"/>
                </a:cubicBezTo>
                <a:cubicBezTo>
                  <a:pt x="382" y="305"/>
                  <a:pt x="383" y="306"/>
                  <a:pt x="385" y="309"/>
                </a:cubicBezTo>
                <a:cubicBezTo>
                  <a:pt x="387" y="309"/>
                  <a:pt x="387" y="309"/>
                  <a:pt x="387" y="309"/>
                </a:cubicBezTo>
                <a:close/>
                <a:moveTo>
                  <a:pt x="387" y="356"/>
                </a:moveTo>
                <a:cubicBezTo>
                  <a:pt x="387" y="438"/>
                  <a:pt x="387" y="438"/>
                  <a:pt x="387" y="438"/>
                </a:cubicBezTo>
                <a:cubicBezTo>
                  <a:pt x="380" y="443"/>
                  <a:pt x="380" y="443"/>
                  <a:pt x="380" y="443"/>
                </a:cubicBezTo>
                <a:cubicBezTo>
                  <a:pt x="380" y="375"/>
                  <a:pt x="380" y="375"/>
                  <a:pt x="380" y="375"/>
                </a:cubicBezTo>
                <a:cubicBezTo>
                  <a:pt x="387" y="356"/>
                  <a:pt x="387" y="356"/>
                  <a:pt x="387" y="356"/>
                </a:cubicBezTo>
                <a:close/>
                <a:moveTo>
                  <a:pt x="387" y="491"/>
                </a:moveTo>
                <a:cubicBezTo>
                  <a:pt x="387" y="500"/>
                  <a:pt x="387" y="500"/>
                  <a:pt x="387" y="500"/>
                </a:cubicBezTo>
                <a:cubicBezTo>
                  <a:pt x="385" y="495"/>
                  <a:pt x="385" y="495"/>
                  <a:pt x="385" y="495"/>
                </a:cubicBezTo>
                <a:cubicBezTo>
                  <a:pt x="383" y="495"/>
                  <a:pt x="382" y="495"/>
                  <a:pt x="380" y="495"/>
                </a:cubicBezTo>
                <a:cubicBezTo>
                  <a:pt x="380" y="490"/>
                  <a:pt x="380" y="490"/>
                  <a:pt x="380" y="490"/>
                </a:cubicBezTo>
                <a:cubicBezTo>
                  <a:pt x="387" y="491"/>
                  <a:pt x="387" y="491"/>
                  <a:pt x="387" y="491"/>
                </a:cubicBezTo>
                <a:close/>
                <a:moveTo>
                  <a:pt x="387" y="506"/>
                </a:moveTo>
                <a:cubicBezTo>
                  <a:pt x="387" y="617"/>
                  <a:pt x="387" y="617"/>
                  <a:pt x="387" y="617"/>
                </a:cubicBezTo>
                <a:cubicBezTo>
                  <a:pt x="385" y="616"/>
                  <a:pt x="383" y="616"/>
                  <a:pt x="380" y="616"/>
                </a:cubicBezTo>
                <a:cubicBezTo>
                  <a:pt x="380" y="612"/>
                  <a:pt x="380" y="612"/>
                  <a:pt x="380" y="612"/>
                </a:cubicBezTo>
                <a:cubicBezTo>
                  <a:pt x="382" y="612"/>
                  <a:pt x="383" y="611"/>
                  <a:pt x="384" y="611"/>
                </a:cubicBezTo>
                <a:cubicBezTo>
                  <a:pt x="384" y="577"/>
                  <a:pt x="384" y="544"/>
                  <a:pt x="384" y="510"/>
                </a:cubicBezTo>
                <a:cubicBezTo>
                  <a:pt x="380" y="509"/>
                  <a:pt x="380" y="509"/>
                  <a:pt x="380" y="509"/>
                </a:cubicBezTo>
                <a:cubicBezTo>
                  <a:pt x="380" y="501"/>
                  <a:pt x="380" y="501"/>
                  <a:pt x="380" y="501"/>
                </a:cubicBezTo>
                <a:cubicBezTo>
                  <a:pt x="381" y="503"/>
                  <a:pt x="382" y="505"/>
                  <a:pt x="384" y="506"/>
                </a:cubicBezTo>
                <a:cubicBezTo>
                  <a:pt x="385" y="506"/>
                  <a:pt x="386" y="506"/>
                  <a:pt x="387" y="506"/>
                </a:cubicBezTo>
                <a:close/>
                <a:moveTo>
                  <a:pt x="387" y="630"/>
                </a:moveTo>
                <a:cubicBezTo>
                  <a:pt x="387" y="639"/>
                  <a:pt x="387" y="639"/>
                  <a:pt x="387" y="639"/>
                </a:cubicBezTo>
                <a:cubicBezTo>
                  <a:pt x="380" y="639"/>
                  <a:pt x="380" y="639"/>
                  <a:pt x="380" y="639"/>
                </a:cubicBezTo>
                <a:cubicBezTo>
                  <a:pt x="380" y="633"/>
                  <a:pt x="380" y="633"/>
                  <a:pt x="380" y="633"/>
                </a:cubicBezTo>
                <a:cubicBezTo>
                  <a:pt x="382" y="633"/>
                  <a:pt x="382" y="633"/>
                  <a:pt x="382" y="633"/>
                </a:cubicBezTo>
                <a:cubicBezTo>
                  <a:pt x="381" y="632"/>
                  <a:pt x="381" y="631"/>
                  <a:pt x="380" y="631"/>
                </a:cubicBezTo>
                <a:cubicBezTo>
                  <a:pt x="380" y="618"/>
                  <a:pt x="380" y="618"/>
                  <a:pt x="380" y="618"/>
                </a:cubicBezTo>
                <a:cubicBezTo>
                  <a:pt x="383" y="623"/>
                  <a:pt x="384" y="626"/>
                  <a:pt x="387" y="630"/>
                </a:cubicBezTo>
                <a:close/>
                <a:moveTo>
                  <a:pt x="387" y="675"/>
                </a:moveTo>
                <a:cubicBezTo>
                  <a:pt x="387" y="705"/>
                  <a:pt x="387" y="705"/>
                  <a:pt x="387" y="705"/>
                </a:cubicBezTo>
                <a:cubicBezTo>
                  <a:pt x="385" y="707"/>
                  <a:pt x="383" y="709"/>
                  <a:pt x="380" y="711"/>
                </a:cubicBezTo>
                <a:cubicBezTo>
                  <a:pt x="380" y="672"/>
                  <a:pt x="380" y="672"/>
                  <a:pt x="380" y="672"/>
                </a:cubicBezTo>
                <a:cubicBezTo>
                  <a:pt x="382" y="673"/>
                  <a:pt x="385" y="673"/>
                  <a:pt x="387" y="674"/>
                </a:cubicBezTo>
                <a:cubicBezTo>
                  <a:pt x="387" y="675"/>
                  <a:pt x="387" y="675"/>
                  <a:pt x="387" y="675"/>
                </a:cubicBezTo>
                <a:close/>
                <a:moveTo>
                  <a:pt x="387" y="749"/>
                </a:moveTo>
                <a:cubicBezTo>
                  <a:pt x="387" y="759"/>
                  <a:pt x="387" y="759"/>
                  <a:pt x="387" y="759"/>
                </a:cubicBezTo>
                <a:cubicBezTo>
                  <a:pt x="385" y="758"/>
                  <a:pt x="383" y="758"/>
                  <a:pt x="380" y="757"/>
                </a:cubicBezTo>
                <a:cubicBezTo>
                  <a:pt x="380" y="747"/>
                  <a:pt x="380" y="747"/>
                  <a:pt x="380" y="747"/>
                </a:cubicBezTo>
                <a:cubicBezTo>
                  <a:pt x="383" y="748"/>
                  <a:pt x="385" y="748"/>
                  <a:pt x="387" y="749"/>
                </a:cubicBezTo>
                <a:close/>
                <a:moveTo>
                  <a:pt x="379" y="2"/>
                </a:moveTo>
                <a:cubicBezTo>
                  <a:pt x="380" y="2"/>
                  <a:pt x="380" y="2"/>
                  <a:pt x="380" y="2"/>
                </a:cubicBezTo>
                <a:cubicBezTo>
                  <a:pt x="380" y="16"/>
                  <a:pt x="380" y="16"/>
                  <a:pt x="380" y="16"/>
                </a:cubicBezTo>
                <a:cubicBezTo>
                  <a:pt x="380" y="16"/>
                  <a:pt x="380" y="15"/>
                  <a:pt x="379" y="15"/>
                </a:cubicBezTo>
                <a:cubicBezTo>
                  <a:pt x="379" y="2"/>
                  <a:pt x="379" y="2"/>
                  <a:pt x="379" y="2"/>
                </a:cubicBezTo>
                <a:close/>
                <a:moveTo>
                  <a:pt x="380" y="793"/>
                </a:moveTo>
                <a:cubicBezTo>
                  <a:pt x="379" y="793"/>
                  <a:pt x="379" y="793"/>
                  <a:pt x="379" y="793"/>
                </a:cubicBezTo>
                <a:cubicBezTo>
                  <a:pt x="379" y="778"/>
                  <a:pt x="379" y="778"/>
                  <a:pt x="379" y="778"/>
                </a:cubicBezTo>
                <a:cubicBezTo>
                  <a:pt x="380" y="779"/>
                  <a:pt x="380" y="779"/>
                  <a:pt x="380" y="780"/>
                </a:cubicBezTo>
                <a:cubicBezTo>
                  <a:pt x="380" y="793"/>
                  <a:pt x="380" y="793"/>
                  <a:pt x="380" y="793"/>
                </a:cubicBezTo>
                <a:close/>
                <a:moveTo>
                  <a:pt x="380" y="39"/>
                </a:moveTo>
                <a:cubicBezTo>
                  <a:pt x="380" y="46"/>
                  <a:pt x="380" y="46"/>
                  <a:pt x="380" y="46"/>
                </a:cubicBezTo>
                <a:cubicBezTo>
                  <a:pt x="379" y="46"/>
                  <a:pt x="379" y="46"/>
                  <a:pt x="379" y="46"/>
                </a:cubicBezTo>
                <a:cubicBezTo>
                  <a:pt x="379" y="39"/>
                  <a:pt x="379" y="39"/>
                  <a:pt x="379" y="39"/>
                </a:cubicBezTo>
                <a:cubicBezTo>
                  <a:pt x="380" y="39"/>
                  <a:pt x="380" y="39"/>
                  <a:pt x="380" y="39"/>
                </a:cubicBezTo>
                <a:cubicBezTo>
                  <a:pt x="380" y="39"/>
                  <a:pt x="380" y="39"/>
                  <a:pt x="380" y="39"/>
                </a:cubicBezTo>
                <a:close/>
                <a:moveTo>
                  <a:pt x="380" y="165"/>
                </a:moveTo>
                <a:cubicBezTo>
                  <a:pt x="380" y="170"/>
                  <a:pt x="380" y="170"/>
                  <a:pt x="380" y="170"/>
                </a:cubicBezTo>
                <a:cubicBezTo>
                  <a:pt x="380" y="170"/>
                  <a:pt x="380" y="170"/>
                  <a:pt x="379" y="170"/>
                </a:cubicBezTo>
                <a:cubicBezTo>
                  <a:pt x="379" y="165"/>
                  <a:pt x="379" y="165"/>
                  <a:pt x="379" y="165"/>
                </a:cubicBezTo>
                <a:cubicBezTo>
                  <a:pt x="380" y="165"/>
                  <a:pt x="380" y="165"/>
                  <a:pt x="380" y="165"/>
                </a:cubicBezTo>
                <a:close/>
                <a:moveTo>
                  <a:pt x="380" y="182"/>
                </a:moveTo>
                <a:cubicBezTo>
                  <a:pt x="380" y="192"/>
                  <a:pt x="380" y="192"/>
                  <a:pt x="380" y="192"/>
                </a:cubicBezTo>
                <a:cubicBezTo>
                  <a:pt x="380" y="192"/>
                  <a:pt x="380" y="192"/>
                  <a:pt x="379" y="192"/>
                </a:cubicBezTo>
                <a:cubicBezTo>
                  <a:pt x="379" y="181"/>
                  <a:pt x="379" y="181"/>
                  <a:pt x="379" y="181"/>
                </a:cubicBezTo>
                <a:cubicBezTo>
                  <a:pt x="380" y="182"/>
                  <a:pt x="380" y="182"/>
                  <a:pt x="380" y="182"/>
                </a:cubicBezTo>
                <a:close/>
                <a:moveTo>
                  <a:pt x="380" y="295"/>
                </a:moveTo>
                <a:cubicBezTo>
                  <a:pt x="380" y="299"/>
                  <a:pt x="380" y="299"/>
                  <a:pt x="380" y="299"/>
                </a:cubicBezTo>
                <a:cubicBezTo>
                  <a:pt x="380" y="299"/>
                  <a:pt x="380" y="299"/>
                  <a:pt x="379" y="299"/>
                </a:cubicBezTo>
                <a:cubicBezTo>
                  <a:pt x="379" y="296"/>
                  <a:pt x="379" y="296"/>
                  <a:pt x="379" y="296"/>
                </a:cubicBezTo>
                <a:cubicBezTo>
                  <a:pt x="380" y="295"/>
                  <a:pt x="380" y="295"/>
                  <a:pt x="380" y="295"/>
                </a:cubicBezTo>
                <a:close/>
                <a:moveTo>
                  <a:pt x="380" y="303"/>
                </a:moveTo>
                <a:cubicBezTo>
                  <a:pt x="380" y="313"/>
                  <a:pt x="380" y="313"/>
                  <a:pt x="380" y="313"/>
                </a:cubicBezTo>
                <a:cubicBezTo>
                  <a:pt x="379" y="313"/>
                  <a:pt x="379" y="313"/>
                  <a:pt x="379" y="313"/>
                </a:cubicBezTo>
                <a:cubicBezTo>
                  <a:pt x="379" y="310"/>
                  <a:pt x="379" y="310"/>
                  <a:pt x="379" y="310"/>
                </a:cubicBezTo>
                <a:cubicBezTo>
                  <a:pt x="380" y="310"/>
                  <a:pt x="380" y="309"/>
                  <a:pt x="380" y="309"/>
                </a:cubicBezTo>
                <a:cubicBezTo>
                  <a:pt x="379" y="307"/>
                  <a:pt x="379" y="307"/>
                  <a:pt x="379" y="307"/>
                </a:cubicBezTo>
                <a:cubicBezTo>
                  <a:pt x="379" y="302"/>
                  <a:pt x="379" y="302"/>
                  <a:pt x="379" y="302"/>
                </a:cubicBezTo>
                <a:cubicBezTo>
                  <a:pt x="380" y="302"/>
                  <a:pt x="380" y="302"/>
                  <a:pt x="380" y="303"/>
                </a:cubicBezTo>
                <a:close/>
                <a:moveTo>
                  <a:pt x="380" y="375"/>
                </a:moveTo>
                <a:cubicBezTo>
                  <a:pt x="380" y="443"/>
                  <a:pt x="380" y="443"/>
                  <a:pt x="380" y="443"/>
                </a:cubicBezTo>
                <a:cubicBezTo>
                  <a:pt x="379" y="444"/>
                  <a:pt x="379" y="444"/>
                  <a:pt x="379" y="444"/>
                </a:cubicBezTo>
                <a:cubicBezTo>
                  <a:pt x="379" y="377"/>
                  <a:pt x="379" y="377"/>
                  <a:pt x="379" y="377"/>
                </a:cubicBezTo>
                <a:cubicBezTo>
                  <a:pt x="380" y="377"/>
                  <a:pt x="380" y="377"/>
                  <a:pt x="380" y="377"/>
                </a:cubicBezTo>
                <a:cubicBezTo>
                  <a:pt x="380" y="375"/>
                  <a:pt x="380" y="375"/>
                  <a:pt x="380" y="375"/>
                </a:cubicBezTo>
                <a:close/>
                <a:moveTo>
                  <a:pt x="380" y="490"/>
                </a:moveTo>
                <a:cubicBezTo>
                  <a:pt x="380" y="495"/>
                  <a:pt x="380" y="495"/>
                  <a:pt x="380" y="495"/>
                </a:cubicBezTo>
                <a:cubicBezTo>
                  <a:pt x="379" y="495"/>
                  <a:pt x="379" y="495"/>
                  <a:pt x="379" y="495"/>
                </a:cubicBezTo>
                <a:cubicBezTo>
                  <a:pt x="379" y="490"/>
                  <a:pt x="379" y="490"/>
                  <a:pt x="379" y="490"/>
                </a:cubicBezTo>
                <a:cubicBezTo>
                  <a:pt x="380" y="490"/>
                  <a:pt x="380" y="490"/>
                  <a:pt x="380" y="490"/>
                </a:cubicBezTo>
                <a:close/>
                <a:moveTo>
                  <a:pt x="380" y="501"/>
                </a:moveTo>
                <a:cubicBezTo>
                  <a:pt x="380" y="509"/>
                  <a:pt x="380" y="509"/>
                  <a:pt x="380" y="509"/>
                </a:cubicBezTo>
                <a:cubicBezTo>
                  <a:pt x="379" y="509"/>
                  <a:pt x="379" y="509"/>
                  <a:pt x="379" y="509"/>
                </a:cubicBezTo>
                <a:cubicBezTo>
                  <a:pt x="379" y="497"/>
                  <a:pt x="379" y="497"/>
                  <a:pt x="379" y="497"/>
                </a:cubicBezTo>
                <a:cubicBezTo>
                  <a:pt x="380" y="499"/>
                  <a:pt x="380" y="500"/>
                  <a:pt x="380" y="501"/>
                </a:cubicBezTo>
                <a:close/>
                <a:moveTo>
                  <a:pt x="380" y="612"/>
                </a:moveTo>
                <a:cubicBezTo>
                  <a:pt x="380" y="616"/>
                  <a:pt x="380" y="616"/>
                  <a:pt x="380" y="616"/>
                </a:cubicBezTo>
                <a:cubicBezTo>
                  <a:pt x="380" y="616"/>
                  <a:pt x="380" y="616"/>
                  <a:pt x="380" y="616"/>
                </a:cubicBezTo>
                <a:cubicBezTo>
                  <a:pt x="380" y="616"/>
                  <a:pt x="380" y="617"/>
                  <a:pt x="380" y="618"/>
                </a:cubicBezTo>
                <a:cubicBezTo>
                  <a:pt x="380" y="631"/>
                  <a:pt x="380" y="631"/>
                  <a:pt x="380" y="631"/>
                </a:cubicBezTo>
                <a:cubicBezTo>
                  <a:pt x="380" y="630"/>
                  <a:pt x="380" y="629"/>
                  <a:pt x="379" y="628"/>
                </a:cubicBezTo>
                <a:cubicBezTo>
                  <a:pt x="379" y="612"/>
                  <a:pt x="379" y="612"/>
                  <a:pt x="379" y="612"/>
                </a:cubicBezTo>
                <a:cubicBezTo>
                  <a:pt x="380" y="612"/>
                  <a:pt x="380" y="612"/>
                  <a:pt x="380" y="612"/>
                </a:cubicBezTo>
                <a:close/>
                <a:moveTo>
                  <a:pt x="380" y="633"/>
                </a:moveTo>
                <a:cubicBezTo>
                  <a:pt x="380" y="639"/>
                  <a:pt x="380" y="639"/>
                  <a:pt x="380" y="639"/>
                </a:cubicBezTo>
                <a:cubicBezTo>
                  <a:pt x="379" y="639"/>
                  <a:pt x="379" y="639"/>
                  <a:pt x="379" y="639"/>
                </a:cubicBezTo>
                <a:cubicBezTo>
                  <a:pt x="379" y="633"/>
                  <a:pt x="379" y="633"/>
                  <a:pt x="379" y="633"/>
                </a:cubicBezTo>
                <a:cubicBezTo>
                  <a:pt x="380" y="633"/>
                  <a:pt x="380" y="633"/>
                  <a:pt x="380" y="633"/>
                </a:cubicBezTo>
                <a:close/>
                <a:moveTo>
                  <a:pt x="380" y="672"/>
                </a:moveTo>
                <a:cubicBezTo>
                  <a:pt x="380" y="711"/>
                  <a:pt x="380" y="711"/>
                  <a:pt x="380" y="711"/>
                </a:cubicBezTo>
                <a:cubicBezTo>
                  <a:pt x="380" y="711"/>
                  <a:pt x="380" y="711"/>
                  <a:pt x="380" y="712"/>
                </a:cubicBezTo>
                <a:cubicBezTo>
                  <a:pt x="379" y="712"/>
                  <a:pt x="379" y="712"/>
                  <a:pt x="379" y="712"/>
                </a:cubicBezTo>
                <a:cubicBezTo>
                  <a:pt x="379" y="699"/>
                  <a:pt x="379" y="699"/>
                  <a:pt x="379" y="699"/>
                </a:cubicBezTo>
                <a:cubicBezTo>
                  <a:pt x="380" y="699"/>
                  <a:pt x="380" y="698"/>
                  <a:pt x="380" y="698"/>
                </a:cubicBezTo>
                <a:cubicBezTo>
                  <a:pt x="380" y="697"/>
                  <a:pt x="380" y="697"/>
                  <a:pt x="380" y="696"/>
                </a:cubicBezTo>
                <a:cubicBezTo>
                  <a:pt x="380" y="696"/>
                  <a:pt x="379" y="696"/>
                  <a:pt x="379" y="696"/>
                </a:cubicBezTo>
                <a:cubicBezTo>
                  <a:pt x="379" y="688"/>
                  <a:pt x="379" y="688"/>
                  <a:pt x="379" y="688"/>
                </a:cubicBezTo>
                <a:cubicBezTo>
                  <a:pt x="380" y="688"/>
                  <a:pt x="380" y="688"/>
                  <a:pt x="380" y="688"/>
                </a:cubicBezTo>
                <a:cubicBezTo>
                  <a:pt x="380" y="685"/>
                  <a:pt x="380" y="682"/>
                  <a:pt x="379" y="680"/>
                </a:cubicBezTo>
                <a:cubicBezTo>
                  <a:pt x="379" y="672"/>
                  <a:pt x="379" y="672"/>
                  <a:pt x="379" y="672"/>
                </a:cubicBezTo>
                <a:cubicBezTo>
                  <a:pt x="380" y="672"/>
                  <a:pt x="380" y="672"/>
                  <a:pt x="380" y="672"/>
                </a:cubicBezTo>
                <a:close/>
                <a:moveTo>
                  <a:pt x="380" y="747"/>
                </a:moveTo>
                <a:cubicBezTo>
                  <a:pt x="380" y="757"/>
                  <a:pt x="380" y="757"/>
                  <a:pt x="380" y="757"/>
                </a:cubicBezTo>
                <a:cubicBezTo>
                  <a:pt x="380" y="757"/>
                  <a:pt x="380" y="757"/>
                  <a:pt x="379" y="757"/>
                </a:cubicBezTo>
                <a:cubicBezTo>
                  <a:pt x="379" y="747"/>
                  <a:pt x="379" y="747"/>
                  <a:pt x="379" y="747"/>
                </a:cubicBezTo>
                <a:cubicBezTo>
                  <a:pt x="380" y="747"/>
                  <a:pt x="380" y="747"/>
                  <a:pt x="380" y="747"/>
                </a:cubicBezTo>
                <a:close/>
                <a:moveTo>
                  <a:pt x="377" y="2"/>
                </a:moveTo>
                <a:cubicBezTo>
                  <a:pt x="378" y="2"/>
                  <a:pt x="378" y="2"/>
                  <a:pt x="379" y="2"/>
                </a:cubicBezTo>
                <a:cubicBezTo>
                  <a:pt x="379" y="15"/>
                  <a:pt x="379" y="15"/>
                  <a:pt x="379" y="15"/>
                </a:cubicBezTo>
                <a:cubicBezTo>
                  <a:pt x="378" y="14"/>
                  <a:pt x="378" y="13"/>
                  <a:pt x="377" y="13"/>
                </a:cubicBezTo>
                <a:cubicBezTo>
                  <a:pt x="377" y="2"/>
                  <a:pt x="377" y="2"/>
                  <a:pt x="377" y="2"/>
                </a:cubicBezTo>
                <a:close/>
                <a:moveTo>
                  <a:pt x="379" y="793"/>
                </a:moveTo>
                <a:cubicBezTo>
                  <a:pt x="377" y="793"/>
                  <a:pt x="377" y="793"/>
                  <a:pt x="377" y="793"/>
                </a:cubicBezTo>
                <a:cubicBezTo>
                  <a:pt x="377" y="775"/>
                  <a:pt x="377" y="775"/>
                  <a:pt x="377" y="775"/>
                </a:cubicBezTo>
                <a:cubicBezTo>
                  <a:pt x="377" y="776"/>
                  <a:pt x="378" y="777"/>
                  <a:pt x="379" y="778"/>
                </a:cubicBezTo>
                <a:cubicBezTo>
                  <a:pt x="379" y="793"/>
                  <a:pt x="379" y="793"/>
                  <a:pt x="379" y="793"/>
                </a:cubicBezTo>
                <a:close/>
                <a:moveTo>
                  <a:pt x="379" y="39"/>
                </a:moveTo>
                <a:cubicBezTo>
                  <a:pt x="379" y="46"/>
                  <a:pt x="379" y="46"/>
                  <a:pt x="379" y="46"/>
                </a:cubicBezTo>
                <a:cubicBezTo>
                  <a:pt x="377" y="46"/>
                  <a:pt x="377" y="46"/>
                  <a:pt x="377" y="46"/>
                </a:cubicBezTo>
                <a:cubicBezTo>
                  <a:pt x="377" y="38"/>
                  <a:pt x="377" y="38"/>
                  <a:pt x="377" y="38"/>
                </a:cubicBezTo>
                <a:cubicBezTo>
                  <a:pt x="378" y="38"/>
                  <a:pt x="378" y="38"/>
                  <a:pt x="379" y="39"/>
                </a:cubicBezTo>
                <a:close/>
                <a:moveTo>
                  <a:pt x="379" y="165"/>
                </a:moveTo>
                <a:cubicBezTo>
                  <a:pt x="379" y="170"/>
                  <a:pt x="379" y="170"/>
                  <a:pt x="379" y="170"/>
                </a:cubicBezTo>
                <a:cubicBezTo>
                  <a:pt x="378" y="170"/>
                  <a:pt x="378" y="170"/>
                  <a:pt x="377" y="170"/>
                </a:cubicBezTo>
                <a:cubicBezTo>
                  <a:pt x="377" y="166"/>
                  <a:pt x="377" y="166"/>
                  <a:pt x="377" y="166"/>
                </a:cubicBezTo>
                <a:cubicBezTo>
                  <a:pt x="379" y="165"/>
                  <a:pt x="379" y="165"/>
                  <a:pt x="379" y="165"/>
                </a:cubicBezTo>
                <a:close/>
                <a:moveTo>
                  <a:pt x="379" y="181"/>
                </a:moveTo>
                <a:cubicBezTo>
                  <a:pt x="379" y="192"/>
                  <a:pt x="379" y="192"/>
                  <a:pt x="379" y="192"/>
                </a:cubicBezTo>
                <a:cubicBezTo>
                  <a:pt x="378" y="192"/>
                  <a:pt x="378" y="192"/>
                  <a:pt x="377" y="193"/>
                </a:cubicBezTo>
                <a:cubicBezTo>
                  <a:pt x="377" y="177"/>
                  <a:pt x="377" y="177"/>
                  <a:pt x="377" y="177"/>
                </a:cubicBezTo>
                <a:cubicBezTo>
                  <a:pt x="379" y="181"/>
                  <a:pt x="379" y="181"/>
                  <a:pt x="379" y="181"/>
                </a:cubicBezTo>
                <a:close/>
                <a:moveTo>
                  <a:pt x="379" y="296"/>
                </a:moveTo>
                <a:cubicBezTo>
                  <a:pt x="379" y="299"/>
                  <a:pt x="379" y="299"/>
                  <a:pt x="379" y="299"/>
                </a:cubicBezTo>
                <a:cubicBezTo>
                  <a:pt x="379" y="299"/>
                  <a:pt x="378" y="299"/>
                  <a:pt x="378" y="299"/>
                </a:cubicBezTo>
                <a:cubicBezTo>
                  <a:pt x="378" y="300"/>
                  <a:pt x="379" y="301"/>
                  <a:pt x="379" y="302"/>
                </a:cubicBezTo>
                <a:cubicBezTo>
                  <a:pt x="379" y="307"/>
                  <a:pt x="379" y="307"/>
                  <a:pt x="379" y="307"/>
                </a:cubicBezTo>
                <a:cubicBezTo>
                  <a:pt x="378" y="306"/>
                  <a:pt x="377" y="305"/>
                  <a:pt x="377" y="305"/>
                </a:cubicBezTo>
                <a:cubicBezTo>
                  <a:pt x="377" y="296"/>
                  <a:pt x="377" y="296"/>
                  <a:pt x="377" y="296"/>
                </a:cubicBezTo>
                <a:cubicBezTo>
                  <a:pt x="378" y="296"/>
                  <a:pt x="378" y="296"/>
                  <a:pt x="379" y="296"/>
                </a:cubicBezTo>
                <a:close/>
                <a:moveTo>
                  <a:pt x="379" y="310"/>
                </a:moveTo>
                <a:cubicBezTo>
                  <a:pt x="379" y="313"/>
                  <a:pt x="379" y="313"/>
                  <a:pt x="379" y="313"/>
                </a:cubicBezTo>
                <a:cubicBezTo>
                  <a:pt x="378" y="313"/>
                  <a:pt x="378" y="314"/>
                  <a:pt x="377" y="314"/>
                </a:cubicBezTo>
                <a:cubicBezTo>
                  <a:pt x="377" y="311"/>
                  <a:pt x="377" y="311"/>
                  <a:pt x="377" y="311"/>
                </a:cubicBezTo>
                <a:cubicBezTo>
                  <a:pt x="378" y="311"/>
                  <a:pt x="378" y="310"/>
                  <a:pt x="379" y="310"/>
                </a:cubicBezTo>
                <a:close/>
                <a:moveTo>
                  <a:pt x="379" y="377"/>
                </a:moveTo>
                <a:cubicBezTo>
                  <a:pt x="379" y="444"/>
                  <a:pt x="379" y="444"/>
                  <a:pt x="379" y="444"/>
                </a:cubicBezTo>
                <a:cubicBezTo>
                  <a:pt x="377" y="446"/>
                  <a:pt x="377" y="446"/>
                  <a:pt x="377" y="446"/>
                </a:cubicBezTo>
                <a:cubicBezTo>
                  <a:pt x="377" y="377"/>
                  <a:pt x="377" y="377"/>
                  <a:pt x="377" y="377"/>
                </a:cubicBezTo>
                <a:cubicBezTo>
                  <a:pt x="379" y="377"/>
                  <a:pt x="379" y="377"/>
                  <a:pt x="379" y="377"/>
                </a:cubicBezTo>
                <a:close/>
                <a:moveTo>
                  <a:pt x="379" y="490"/>
                </a:moveTo>
                <a:cubicBezTo>
                  <a:pt x="379" y="495"/>
                  <a:pt x="379" y="495"/>
                  <a:pt x="379" y="495"/>
                </a:cubicBezTo>
                <a:cubicBezTo>
                  <a:pt x="378" y="495"/>
                  <a:pt x="378" y="495"/>
                  <a:pt x="378" y="495"/>
                </a:cubicBezTo>
                <a:cubicBezTo>
                  <a:pt x="379" y="496"/>
                  <a:pt x="379" y="497"/>
                  <a:pt x="379" y="497"/>
                </a:cubicBezTo>
                <a:cubicBezTo>
                  <a:pt x="379" y="509"/>
                  <a:pt x="379" y="509"/>
                  <a:pt x="379" y="509"/>
                </a:cubicBezTo>
                <a:cubicBezTo>
                  <a:pt x="377" y="508"/>
                  <a:pt x="377" y="508"/>
                  <a:pt x="377" y="508"/>
                </a:cubicBezTo>
                <a:cubicBezTo>
                  <a:pt x="377" y="505"/>
                  <a:pt x="377" y="505"/>
                  <a:pt x="377" y="505"/>
                </a:cubicBezTo>
                <a:cubicBezTo>
                  <a:pt x="377" y="505"/>
                  <a:pt x="377" y="505"/>
                  <a:pt x="377" y="505"/>
                </a:cubicBezTo>
                <a:cubicBezTo>
                  <a:pt x="377" y="504"/>
                  <a:pt x="377" y="504"/>
                  <a:pt x="377" y="504"/>
                </a:cubicBezTo>
                <a:cubicBezTo>
                  <a:pt x="377" y="489"/>
                  <a:pt x="377" y="489"/>
                  <a:pt x="377" y="489"/>
                </a:cubicBezTo>
                <a:cubicBezTo>
                  <a:pt x="379" y="490"/>
                  <a:pt x="379" y="490"/>
                  <a:pt x="379" y="490"/>
                </a:cubicBezTo>
                <a:close/>
                <a:moveTo>
                  <a:pt x="379" y="612"/>
                </a:moveTo>
                <a:cubicBezTo>
                  <a:pt x="379" y="628"/>
                  <a:pt x="379" y="628"/>
                  <a:pt x="379" y="628"/>
                </a:cubicBezTo>
                <a:cubicBezTo>
                  <a:pt x="378" y="626"/>
                  <a:pt x="377" y="624"/>
                  <a:pt x="377" y="623"/>
                </a:cubicBezTo>
                <a:cubicBezTo>
                  <a:pt x="377" y="612"/>
                  <a:pt x="377" y="612"/>
                  <a:pt x="377" y="612"/>
                </a:cubicBezTo>
                <a:cubicBezTo>
                  <a:pt x="379" y="612"/>
                  <a:pt x="379" y="612"/>
                  <a:pt x="379" y="612"/>
                </a:cubicBezTo>
                <a:close/>
                <a:moveTo>
                  <a:pt x="379" y="633"/>
                </a:moveTo>
                <a:cubicBezTo>
                  <a:pt x="379" y="639"/>
                  <a:pt x="379" y="639"/>
                  <a:pt x="379" y="639"/>
                </a:cubicBezTo>
                <a:cubicBezTo>
                  <a:pt x="377" y="639"/>
                  <a:pt x="377" y="639"/>
                  <a:pt x="377" y="639"/>
                </a:cubicBezTo>
                <a:cubicBezTo>
                  <a:pt x="377" y="633"/>
                  <a:pt x="377" y="633"/>
                  <a:pt x="377" y="633"/>
                </a:cubicBezTo>
                <a:cubicBezTo>
                  <a:pt x="378" y="633"/>
                  <a:pt x="378" y="633"/>
                  <a:pt x="379" y="633"/>
                </a:cubicBezTo>
                <a:close/>
                <a:moveTo>
                  <a:pt x="379" y="672"/>
                </a:moveTo>
                <a:cubicBezTo>
                  <a:pt x="379" y="680"/>
                  <a:pt x="379" y="680"/>
                  <a:pt x="379" y="680"/>
                </a:cubicBezTo>
                <a:cubicBezTo>
                  <a:pt x="379" y="679"/>
                  <a:pt x="379" y="679"/>
                  <a:pt x="378" y="679"/>
                </a:cubicBezTo>
                <a:cubicBezTo>
                  <a:pt x="378" y="679"/>
                  <a:pt x="377" y="679"/>
                  <a:pt x="377" y="679"/>
                </a:cubicBezTo>
                <a:cubicBezTo>
                  <a:pt x="377" y="672"/>
                  <a:pt x="377" y="672"/>
                  <a:pt x="377" y="672"/>
                </a:cubicBezTo>
                <a:cubicBezTo>
                  <a:pt x="378" y="672"/>
                  <a:pt x="378" y="672"/>
                  <a:pt x="379" y="672"/>
                </a:cubicBezTo>
                <a:close/>
                <a:moveTo>
                  <a:pt x="379" y="688"/>
                </a:moveTo>
                <a:cubicBezTo>
                  <a:pt x="379" y="696"/>
                  <a:pt x="379" y="696"/>
                  <a:pt x="379" y="696"/>
                </a:cubicBezTo>
                <a:cubicBezTo>
                  <a:pt x="378" y="697"/>
                  <a:pt x="378" y="697"/>
                  <a:pt x="377" y="697"/>
                </a:cubicBezTo>
                <a:cubicBezTo>
                  <a:pt x="377" y="690"/>
                  <a:pt x="377" y="690"/>
                  <a:pt x="377" y="690"/>
                </a:cubicBezTo>
                <a:cubicBezTo>
                  <a:pt x="378" y="689"/>
                  <a:pt x="379" y="689"/>
                  <a:pt x="379" y="688"/>
                </a:cubicBezTo>
                <a:close/>
                <a:moveTo>
                  <a:pt x="379" y="699"/>
                </a:moveTo>
                <a:cubicBezTo>
                  <a:pt x="379" y="712"/>
                  <a:pt x="379" y="712"/>
                  <a:pt x="379" y="712"/>
                </a:cubicBezTo>
                <a:cubicBezTo>
                  <a:pt x="377" y="712"/>
                  <a:pt x="377" y="712"/>
                  <a:pt x="377" y="712"/>
                </a:cubicBezTo>
                <a:cubicBezTo>
                  <a:pt x="377" y="703"/>
                  <a:pt x="377" y="703"/>
                  <a:pt x="377" y="703"/>
                </a:cubicBezTo>
                <a:cubicBezTo>
                  <a:pt x="378" y="702"/>
                  <a:pt x="378" y="701"/>
                  <a:pt x="379" y="699"/>
                </a:cubicBezTo>
                <a:close/>
                <a:moveTo>
                  <a:pt x="379" y="747"/>
                </a:moveTo>
                <a:cubicBezTo>
                  <a:pt x="379" y="757"/>
                  <a:pt x="379" y="757"/>
                  <a:pt x="379" y="757"/>
                </a:cubicBezTo>
                <a:cubicBezTo>
                  <a:pt x="378" y="756"/>
                  <a:pt x="378" y="756"/>
                  <a:pt x="377" y="756"/>
                </a:cubicBezTo>
                <a:cubicBezTo>
                  <a:pt x="377" y="747"/>
                  <a:pt x="377" y="747"/>
                  <a:pt x="377" y="747"/>
                </a:cubicBezTo>
                <a:cubicBezTo>
                  <a:pt x="378" y="747"/>
                  <a:pt x="378" y="747"/>
                  <a:pt x="379" y="747"/>
                </a:cubicBezTo>
                <a:close/>
                <a:moveTo>
                  <a:pt x="373" y="2"/>
                </a:moveTo>
                <a:cubicBezTo>
                  <a:pt x="374" y="2"/>
                  <a:pt x="376" y="2"/>
                  <a:pt x="377" y="2"/>
                </a:cubicBezTo>
                <a:cubicBezTo>
                  <a:pt x="377" y="13"/>
                  <a:pt x="377" y="13"/>
                  <a:pt x="377" y="13"/>
                </a:cubicBezTo>
                <a:cubicBezTo>
                  <a:pt x="376" y="12"/>
                  <a:pt x="374" y="11"/>
                  <a:pt x="373" y="10"/>
                </a:cubicBezTo>
                <a:cubicBezTo>
                  <a:pt x="373" y="2"/>
                  <a:pt x="373" y="2"/>
                  <a:pt x="373" y="2"/>
                </a:cubicBezTo>
                <a:close/>
                <a:moveTo>
                  <a:pt x="377" y="793"/>
                </a:moveTo>
                <a:cubicBezTo>
                  <a:pt x="376" y="793"/>
                  <a:pt x="374" y="793"/>
                  <a:pt x="373" y="793"/>
                </a:cubicBezTo>
                <a:cubicBezTo>
                  <a:pt x="373" y="768"/>
                  <a:pt x="373" y="768"/>
                  <a:pt x="373" y="768"/>
                </a:cubicBezTo>
                <a:cubicBezTo>
                  <a:pt x="374" y="771"/>
                  <a:pt x="376" y="773"/>
                  <a:pt x="377" y="775"/>
                </a:cubicBezTo>
                <a:cubicBezTo>
                  <a:pt x="377" y="793"/>
                  <a:pt x="377" y="793"/>
                  <a:pt x="377" y="793"/>
                </a:cubicBezTo>
                <a:close/>
                <a:moveTo>
                  <a:pt x="377" y="38"/>
                </a:moveTo>
                <a:cubicBezTo>
                  <a:pt x="377" y="46"/>
                  <a:pt x="377" y="46"/>
                  <a:pt x="377" y="46"/>
                </a:cubicBezTo>
                <a:cubicBezTo>
                  <a:pt x="373" y="46"/>
                  <a:pt x="373" y="46"/>
                  <a:pt x="373" y="46"/>
                </a:cubicBezTo>
                <a:cubicBezTo>
                  <a:pt x="373" y="35"/>
                  <a:pt x="373" y="35"/>
                  <a:pt x="373" y="35"/>
                </a:cubicBezTo>
                <a:cubicBezTo>
                  <a:pt x="374" y="36"/>
                  <a:pt x="376" y="37"/>
                  <a:pt x="377" y="38"/>
                </a:cubicBezTo>
                <a:close/>
                <a:moveTo>
                  <a:pt x="377" y="166"/>
                </a:moveTo>
                <a:cubicBezTo>
                  <a:pt x="377" y="170"/>
                  <a:pt x="377" y="170"/>
                  <a:pt x="377" y="170"/>
                </a:cubicBezTo>
                <a:cubicBezTo>
                  <a:pt x="376" y="170"/>
                  <a:pt x="374" y="171"/>
                  <a:pt x="373" y="171"/>
                </a:cubicBezTo>
                <a:cubicBezTo>
                  <a:pt x="373" y="166"/>
                  <a:pt x="373" y="166"/>
                  <a:pt x="373" y="166"/>
                </a:cubicBezTo>
                <a:cubicBezTo>
                  <a:pt x="377" y="166"/>
                  <a:pt x="377" y="166"/>
                  <a:pt x="377" y="166"/>
                </a:cubicBezTo>
                <a:close/>
                <a:moveTo>
                  <a:pt x="377" y="177"/>
                </a:moveTo>
                <a:cubicBezTo>
                  <a:pt x="377" y="193"/>
                  <a:pt x="377" y="193"/>
                  <a:pt x="377" y="193"/>
                </a:cubicBezTo>
                <a:cubicBezTo>
                  <a:pt x="376" y="193"/>
                  <a:pt x="375" y="193"/>
                  <a:pt x="373" y="194"/>
                </a:cubicBezTo>
                <a:cubicBezTo>
                  <a:pt x="373" y="188"/>
                  <a:pt x="373" y="188"/>
                  <a:pt x="373" y="188"/>
                </a:cubicBezTo>
                <a:cubicBezTo>
                  <a:pt x="375" y="188"/>
                  <a:pt x="375" y="188"/>
                  <a:pt x="375" y="188"/>
                </a:cubicBezTo>
                <a:cubicBezTo>
                  <a:pt x="375" y="187"/>
                  <a:pt x="375" y="187"/>
                  <a:pt x="373" y="183"/>
                </a:cubicBezTo>
                <a:cubicBezTo>
                  <a:pt x="373" y="174"/>
                  <a:pt x="373" y="174"/>
                  <a:pt x="373" y="174"/>
                </a:cubicBezTo>
                <a:cubicBezTo>
                  <a:pt x="377" y="177"/>
                  <a:pt x="377" y="177"/>
                  <a:pt x="377" y="177"/>
                </a:cubicBezTo>
                <a:close/>
                <a:moveTo>
                  <a:pt x="377" y="296"/>
                </a:moveTo>
                <a:cubicBezTo>
                  <a:pt x="377" y="305"/>
                  <a:pt x="377" y="305"/>
                  <a:pt x="377" y="305"/>
                </a:cubicBezTo>
                <a:cubicBezTo>
                  <a:pt x="376" y="303"/>
                  <a:pt x="374" y="302"/>
                  <a:pt x="373" y="302"/>
                </a:cubicBezTo>
                <a:cubicBezTo>
                  <a:pt x="373" y="297"/>
                  <a:pt x="373" y="297"/>
                  <a:pt x="373" y="297"/>
                </a:cubicBezTo>
                <a:cubicBezTo>
                  <a:pt x="374" y="297"/>
                  <a:pt x="376" y="296"/>
                  <a:pt x="377" y="296"/>
                </a:cubicBezTo>
                <a:close/>
                <a:moveTo>
                  <a:pt x="377" y="311"/>
                </a:moveTo>
                <a:cubicBezTo>
                  <a:pt x="377" y="314"/>
                  <a:pt x="377" y="314"/>
                  <a:pt x="377" y="314"/>
                </a:cubicBezTo>
                <a:cubicBezTo>
                  <a:pt x="376" y="314"/>
                  <a:pt x="374" y="315"/>
                  <a:pt x="373" y="315"/>
                </a:cubicBezTo>
                <a:cubicBezTo>
                  <a:pt x="373" y="311"/>
                  <a:pt x="373" y="311"/>
                  <a:pt x="373" y="311"/>
                </a:cubicBezTo>
                <a:cubicBezTo>
                  <a:pt x="374" y="311"/>
                  <a:pt x="374" y="311"/>
                  <a:pt x="374" y="311"/>
                </a:cubicBezTo>
                <a:cubicBezTo>
                  <a:pt x="375" y="311"/>
                  <a:pt x="376" y="311"/>
                  <a:pt x="377" y="311"/>
                </a:cubicBezTo>
                <a:close/>
                <a:moveTo>
                  <a:pt x="377" y="377"/>
                </a:moveTo>
                <a:cubicBezTo>
                  <a:pt x="377" y="446"/>
                  <a:pt x="377" y="446"/>
                  <a:pt x="377" y="446"/>
                </a:cubicBezTo>
                <a:cubicBezTo>
                  <a:pt x="373" y="448"/>
                  <a:pt x="373" y="448"/>
                  <a:pt x="373" y="448"/>
                </a:cubicBezTo>
                <a:cubicBezTo>
                  <a:pt x="373" y="377"/>
                  <a:pt x="373" y="377"/>
                  <a:pt x="373" y="377"/>
                </a:cubicBezTo>
                <a:cubicBezTo>
                  <a:pt x="377" y="377"/>
                  <a:pt x="377" y="377"/>
                  <a:pt x="377" y="377"/>
                </a:cubicBezTo>
                <a:close/>
                <a:moveTo>
                  <a:pt x="377" y="489"/>
                </a:moveTo>
                <a:cubicBezTo>
                  <a:pt x="377" y="504"/>
                  <a:pt x="377" y="504"/>
                  <a:pt x="377" y="504"/>
                </a:cubicBezTo>
                <a:cubicBezTo>
                  <a:pt x="376" y="501"/>
                  <a:pt x="374" y="498"/>
                  <a:pt x="373" y="495"/>
                </a:cubicBezTo>
                <a:cubicBezTo>
                  <a:pt x="373" y="489"/>
                  <a:pt x="373" y="489"/>
                  <a:pt x="373" y="489"/>
                </a:cubicBezTo>
                <a:cubicBezTo>
                  <a:pt x="377" y="489"/>
                  <a:pt x="377" y="489"/>
                  <a:pt x="377" y="489"/>
                </a:cubicBezTo>
                <a:close/>
                <a:moveTo>
                  <a:pt x="377" y="505"/>
                </a:moveTo>
                <a:cubicBezTo>
                  <a:pt x="377" y="508"/>
                  <a:pt x="377" y="508"/>
                  <a:pt x="377" y="508"/>
                </a:cubicBezTo>
                <a:cubicBezTo>
                  <a:pt x="376" y="508"/>
                  <a:pt x="374" y="508"/>
                  <a:pt x="373" y="507"/>
                </a:cubicBezTo>
                <a:cubicBezTo>
                  <a:pt x="373" y="505"/>
                  <a:pt x="373" y="505"/>
                  <a:pt x="373" y="505"/>
                </a:cubicBezTo>
                <a:cubicBezTo>
                  <a:pt x="374" y="505"/>
                  <a:pt x="374" y="505"/>
                  <a:pt x="374" y="505"/>
                </a:cubicBezTo>
                <a:cubicBezTo>
                  <a:pt x="377" y="505"/>
                  <a:pt x="377" y="505"/>
                  <a:pt x="377" y="505"/>
                </a:cubicBezTo>
                <a:close/>
                <a:moveTo>
                  <a:pt x="377" y="612"/>
                </a:moveTo>
                <a:cubicBezTo>
                  <a:pt x="377" y="623"/>
                  <a:pt x="377" y="623"/>
                  <a:pt x="377" y="623"/>
                </a:cubicBezTo>
                <a:cubicBezTo>
                  <a:pt x="376" y="621"/>
                  <a:pt x="375" y="620"/>
                  <a:pt x="373" y="618"/>
                </a:cubicBezTo>
                <a:cubicBezTo>
                  <a:pt x="373" y="612"/>
                  <a:pt x="373" y="612"/>
                  <a:pt x="373" y="612"/>
                </a:cubicBezTo>
                <a:cubicBezTo>
                  <a:pt x="374" y="612"/>
                  <a:pt x="374" y="612"/>
                  <a:pt x="375" y="612"/>
                </a:cubicBezTo>
                <a:cubicBezTo>
                  <a:pt x="377" y="612"/>
                  <a:pt x="377" y="612"/>
                  <a:pt x="377" y="612"/>
                </a:cubicBezTo>
                <a:close/>
                <a:moveTo>
                  <a:pt x="377" y="633"/>
                </a:moveTo>
                <a:cubicBezTo>
                  <a:pt x="377" y="639"/>
                  <a:pt x="377" y="639"/>
                  <a:pt x="377" y="639"/>
                </a:cubicBezTo>
                <a:cubicBezTo>
                  <a:pt x="375" y="639"/>
                  <a:pt x="375" y="639"/>
                  <a:pt x="375" y="639"/>
                </a:cubicBezTo>
                <a:cubicBezTo>
                  <a:pt x="374" y="639"/>
                  <a:pt x="374" y="639"/>
                  <a:pt x="373" y="639"/>
                </a:cubicBezTo>
                <a:cubicBezTo>
                  <a:pt x="373" y="633"/>
                  <a:pt x="373" y="633"/>
                  <a:pt x="373" y="633"/>
                </a:cubicBezTo>
                <a:cubicBezTo>
                  <a:pt x="374" y="633"/>
                  <a:pt x="376" y="633"/>
                  <a:pt x="377" y="633"/>
                </a:cubicBezTo>
                <a:close/>
                <a:moveTo>
                  <a:pt x="377" y="672"/>
                </a:moveTo>
                <a:cubicBezTo>
                  <a:pt x="377" y="679"/>
                  <a:pt x="377" y="679"/>
                  <a:pt x="377" y="679"/>
                </a:cubicBezTo>
                <a:cubicBezTo>
                  <a:pt x="376" y="679"/>
                  <a:pt x="375" y="679"/>
                  <a:pt x="373" y="680"/>
                </a:cubicBezTo>
                <a:cubicBezTo>
                  <a:pt x="373" y="672"/>
                  <a:pt x="373" y="672"/>
                  <a:pt x="373" y="672"/>
                </a:cubicBezTo>
                <a:cubicBezTo>
                  <a:pt x="374" y="672"/>
                  <a:pt x="376" y="672"/>
                  <a:pt x="377" y="672"/>
                </a:cubicBezTo>
                <a:close/>
                <a:moveTo>
                  <a:pt x="377" y="690"/>
                </a:moveTo>
                <a:cubicBezTo>
                  <a:pt x="377" y="697"/>
                  <a:pt x="377" y="697"/>
                  <a:pt x="377" y="697"/>
                </a:cubicBezTo>
                <a:cubicBezTo>
                  <a:pt x="376" y="697"/>
                  <a:pt x="374" y="697"/>
                  <a:pt x="373" y="697"/>
                </a:cubicBezTo>
                <a:cubicBezTo>
                  <a:pt x="373" y="687"/>
                  <a:pt x="373" y="687"/>
                  <a:pt x="373" y="687"/>
                </a:cubicBezTo>
                <a:cubicBezTo>
                  <a:pt x="374" y="688"/>
                  <a:pt x="374" y="689"/>
                  <a:pt x="375" y="690"/>
                </a:cubicBezTo>
                <a:cubicBezTo>
                  <a:pt x="376" y="690"/>
                  <a:pt x="376" y="690"/>
                  <a:pt x="377" y="690"/>
                </a:cubicBezTo>
                <a:close/>
                <a:moveTo>
                  <a:pt x="377" y="703"/>
                </a:moveTo>
                <a:cubicBezTo>
                  <a:pt x="377" y="712"/>
                  <a:pt x="377" y="712"/>
                  <a:pt x="377" y="712"/>
                </a:cubicBezTo>
                <a:cubicBezTo>
                  <a:pt x="373" y="712"/>
                  <a:pt x="373" y="712"/>
                  <a:pt x="373" y="712"/>
                </a:cubicBezTo>
                <a:cubicBezTo>
                  <a:pt x="373" y="703"/>
                  <a:pt x="373" y="703"/>
                  <a:pt x="373" y="703"/>
                </a:cubicBezTo>
                <a:cubicBezTo>
                  <a:pt x="374" y="703"/>
                  <a:pt x="375" y="703"/>
                  <a:pt x="376" y="703"/>
                </a:cubicBezTo>
                <a:cubicBezTo>
                  <a:pt x="377" y="703"/>
                  <a:pt x="377" y="703"/>
                  <a:pt x="377" y="703"/>
                </a:cubicBezTo>
                <a:close/>
                <a:moveTo>
                  <a:pt x="377" y="747"/>
                </a:moveTo>
                <a:cubicBezTo>
                  <a:pt x="377" y="756"/>
                  <a:pt x="377" y="756"/>
                  <a:pt x="377" y="756"/>
                </a:cubicBezTo>
                <a:cubicBezTo>
                  <a:pt x="376" y="756"/>
                  <a:pt x="374" y="756"/>
                  <a:pt x="373" y="756"/>
                </a:cubicBezTo>
                <a:cubicBezTo>
                  <a:pt x="373" y="747"/>
                  <a:pt x="373" y="747"/>
                  <a:pt x="373" y="747"/>
                </a:cubicBezTo>
                <a:cubicBezTo>
                  <a:pt x="374" y="747"/>
                  <a:pt x="376" y="747"/>
                  <a:pt x="377" y="747"/>
                </a:cubicBezTo>
                <a:close/>
                <a:moveTo>
                  <a:pt x="373" y="551"/>
                </a:moveTo>
                <a:cubicBezTo>
                  <a:pt x="373" y="544"/>
                  <a:pt x="373" y="544"/>
                  <a:pt x="373" y="544"/>
                </a:cubicBezTo>
                <a:cubicBezTo>
                  <a:pt x="375" y="545"/>
                  <a:pt x="376" y="546"/>
                  <a:pt x="377" y="548"/>
                </a:cubicBezTo>
                <a:cubicBezTo>
                  <a:pt x="375" y="549"/>
                  <a:pt x="374" y="550"/>
                  <a:pt x="373" y="551"/>
                </a:cubicBezTo>
                <a:close/>
                <a:moveTo>
                  <a:pt x="373" y="264"/>
                </a:moveTo>
                <a:cubicBezTo>
                  <a:pt x="373" y="258"/>
                  <a:pt x="373" y="258"/>
                  <a:pt x="373" y="258"/>
                </a:cubicBezTo>
                <a:cubicBezTo>
                  <a:pt x="375" y="258"/>
                  <a:pt x="375" y="258"/>
                  <a:pt x="375" y="258"/>
                </a:cubicBezTo>
                <a:cubicBezTo>
                  <a:pt x="375" y="260"/>
                  <a:pt x="375" y="261"/>
                  <a:pt x="375" y="263"/>
                </a:cubicBezTo>
                <a:cubicBezTo>
                  <a:pt x="375" y="264"/>
                  <a:pt x="374" y="264"/>
                  <a:pt x="373" y="264"/>
                </a:cubicBezTo>
                <a:close/>
                <a:moveTo>
                  <a:pt x="370" y="2"/>
                </a:moveTo>
                <a:cubicBezTo>
                  <a:pt x="371" y="2"/>
                  <a:pt x="372" y="2"/>
                  <a:pt x="373" y="2"/>
                </a:cubicBezTo>
                <a:cubicBezTo>
                  <a:pt x="373" y="10"/>
                  <a:pt x="373" y="10"/>
                  <a:pt x="373" y="10"/>
                </a:cubicBezTo>
                <a:cubicBezTo>
                  <a:pt x="372" y="10"/>
                  <a:pt x="371" y="9"/>
                  <a:pt x="370" y="9"/>
                </a:cubicBezTo>
                <a:cubicBezTo>
                  <a:pt x="370" y="2"/>
                  <a:pt x="370" y="2"/>
                  <a:pt x="370" y="2"/>
                </a:cubicBezTo>
                <a:close/>
                <a:moveTo>
                  <a:pt x="373" y="793"/>
                </a:moveTo>
                <a:cubicBezTo>
                  <a:pt x="372" y="793"/>
                  <a:pt x="371" y="793"/>
                  <a:pt x="370" y="793"/>
                </a:cubicBezTo>
                <a:cubicBezTo>
                  <a:pt x="370" y="785"/>
                  <a:pt x="370" y="785"/>
                  <a:pt x="370" y="785"/>
                </a:cubicBezTo>
                <a:cubicBezTo>
                  <a:pt x="371" y="785"/>
                  <a:pt x="371" y="785"/>
                  <a:pt x="372" y="784"/>
                </a:cubicBezTo>
                <a:cubicBezTo>
                  <a:pt x="371" y="783"/>
                  <a:pt x="371" y="781"/>
                  <a:pt x="370" y="780"/>
                </a:cubicBezTo>
                <a:cubicBezTo>
                  <a:pt x="370" y="760"/>
                  <a:pt x="370" y="760"/>
                  <a:pt x="370" y="760"/>
                </a:cubicBezTo>
                <a:cubicBezTo>
                  <a:pt x="371" y="763"/>
                  <a:pt x="372" y="766"/>
                  <a:pt x="373" y="768"/>
                </a:cubicBezTo>
                <a:cubicBezTo>
                  <a:pt x="373" y="793"/>
                  <a:pt x="373" y="793"/>
                  <a:pt x="373" y="793"/>
                </a:cubicBezTo>
                <a:close/>
                <a:moveTo>
                  <a:pt x="373" y="35"/>
                </a:moveTo>
                <a:cubicBezTo>
                  <a:pt x="373" y="46"/>
                  <a:pt x="373" y="46"/>
                  <a:pt x="373" y="46"/>
                </a:cubicBezTo>
                <a:cubicBezTo>
                  <a:pt x="370" y="46"/>
                  <a:pt x="370" y="46"/>
                  <a:pt x="370" y="46"/>
                </a:cubicBezTo>
                <a:cubicBezTo>
                  <a:pt x="370" y="32"/>
                  <a:pt x="370" y="32"/>
                  <a:pt x="370" y="32"/>
                </a:cubicBezTo>
                <a:cubicBezTo>
                  <a:pt x="371" y="33"/>
                  <a:pt x="372" y="34"/>
                  <a:pt x="373" y="35"/>
                </a:cubicBezTo>
                <a:close/>
                <a:moveTo>
                  <a:pt x="373" y="166"/>
                </a:moveTo>
                <a:cubicBezTo>
                  <a:pt x="373" y="171"/>
                  <a:pt x="373" y="171"/>
                  <a:pt x="373" y="171"/>
                </a:cubicBezTo>
                <a:cubicBezTo>
                  <a:pt x="373" y="171"/>
                  <a:pt x="372" y="171"/>
                  <a:pt x="372" y="172"/>
                </a:cubicBezTo>
                <a:cubicBezTo>
                  <a:pt x="373" y="174"/>
                  <a:pt x="373" y="174"/>
                  <a:pt x="373" y="174"/>
                </a:cubicBezTo>
                <a:cubicBezTo>
                  <a:pt x="373" y="183"/>
                  <a:pt x="373" y="183"/>
                  <a:pt x="373" y="183"/>
                </a:cubicBezTo>
                <a:cubicBezTo>
                  <a:pt x="373" y="182"/>
                  <a:pt x="372" y="180"/>
                  <a:pt x="370" y="177"/>
                </a:cubicBezTo>
                <a:cubicBezTo>
                  <a:pt x="370" y="166"/>
                  <a:pt x="370" y="166"/>
                  <a:pt x="370" y="166"/>
                </a:cubicBezTo>
                <a:cubicBezTo>
                  <a:pt x="371" y="166"/>
                  <a:pt x="371" y="166"/>
                  <a:pt x="371" y="166"/>
                </a:cubicBezTo>
                <a:cubicBezTo>
                  <a:pt x="373" y="166"/>
                  <a:pt x="373" y="166"/>
                  <a:pt x="373" y="166"/>
                </a:cubicBezTo>
                <a:close/>
                <a:moveTo>
                  <a:pt x="373" y="188"/>
                </a:moveTo>
                <a:cubicBezTo>
                  <a:pt x="373" y="194"/>
                  <a:pt x="373" y="194"/>
                  <a:pt x="373" y="194"/>
                </a:cubicBezTo>
                <a:cubicBezTo>
                  <a:pt x="372" y="194"/>
                  <a:pt x="372" y="194"/>
                  <a:pt x="372" y="194"/>
                </a:cubicBezTo>
                <a:cubicBezTo>
                  <a:pt x="372" y="194"/>
                  <a:pt x="371" y="194"/>
                  <a:pt x="370" y="194"/>
                </a:cubicBezTo>
                <a:cubicBezTo>
                  <a:pt x="370" y="188"/>
                  <a:pt x="370" y="188"/>
                  <a:pt x="370" y="188"/>
                </a:cubicBezTo>
                <a:cubicBezTo>
                  <a:pt x="371" y="188"/>
                  <a:pt x="372" y="188"/>
                  <a:pt x="373" y="188"/>
                </a:cubicBezTo>
                <a:close/>
                <a:moveTo>
                  <a:pt x="373" y="258"/>
                </a:moveTo>
                <a:cubicBezTo>
                  <a:pt x="373" y="264"/>
                  <a:pt x="373" y="264"/>
                  <a:pt x="373" y="264"/>
                </a:cubicBezTo>
                <a:cubicBezTo>
                  <a:pt x="372" y="265"/>
                  <a:pt x="371" y="266"/>
                  <a:pt x="370" y="266"/>
                </a:cubicBezTo>
                <a:cubicBezTo>
                  <a:pt x="370" y="257"/>
                  <a:pt x="370" y="257"/>
                  <a:pt x="370" y="257"/>
                </a:cubicBezTo>
                <a:cubicBezTo>
                  <a:pt x="371" y="258"/>
                  <a:pt x="372" y="258"/>
                  <a:pt x="373" y="258"/>
                </a:cubicBezTo>
                <a:close/>
                <a:moveTo>
                  <a:pt x="373" y="297"/>
                </a:moveTo>
                <a:cubicBezTo>
                  <a:pt x="373" y="302"/>
                  <a:pt x="373" y="302"/>
                  <a:pt x="373" y="302"/>
                </a:cubicBezTo>
                <a:cubicBezTo>
                  <a:pt x="372" y="302"/>
                  <a:pt x="371" y="302"/>
                  <a:pt x="370" y="302"/>
                </a:cubicBezTo>
                <a:cubicBezTo>
                  <a:pt x="370" y="298"/>
                  <a:pt x="370" y="298"/>
                  <a:pt x="370" y="298"/>
                </a:cubicBezTo>
                <a:cubicBezTo>
                  <a:pt x="371" y="298"/>
                  <a:pt x="372" y="297"/>
                  <a:pt x="373" y="297"/>
                </a:cubicBezTo>
                <a:close/>
                <a:moveTo>
                  <a:pt x="373" y="311"/>
                </a:moveTo>
                <a:cubicBezTo>
                  <a:pt x="373" y="315"/>
                  <a:pt x="373" y="315"/>
                  <a:pt x="373" y="315"/>
                </a:cubicBezTo>
                <a:cubicBezTo>
                  <a:pt x="372" y="315"/>
                  <a:pt x="371" y="315"/>
                  <a:pt x="370" y="316"/>
                </a:cubicBezTo>
                <a:cubicBezTo>
                  <a:pt x="370" y="308"/>
                  <a:pt x="370" y="308"/>
                  <a:pt x="370" y="308"/>
                </a:cubicBezTo>
                <a:cubicBezTo>
                  <a:pt x="373" y="311"/>
                  <a:pt x="373" y="311"/>
                  <a:pt x="373" y="311"/>
                </a:cubicBezTo>
                <a:close/>
                <a:moveTo>
                  <a:pt x="373" y="377"/>
                </a:moveTo>
                <a:cubicBezTo>
                  <a:pt x="373" y="448"/>
                  <a:pt x="373" y="448"/>
                  <a:pt x="373" y="448"/>
                </a:cubicBezTo>
                <a:cubicBezTo>
                  <a:pt x="370" y="451"/>
                  <a:pt x="370" y="451"/>
                  <a:pt x="370" y="451"/>
                </a:cubicBezTo>
                <a:cubicBezTo>
                  <a:pt x="370" y="377"/>
                  <a:pt x="370" y="377"/>
                  <a:pt x="370" y="377"/>
                </a:cubicBezTo>
                <a:cubicBezTo>
                  <a:pt x="373" y="377"/>
                  <a:pt x="373" y="377"/>
                  <a:pt x="373" y="377"/>
                </a:cubicBezTo>
                <a:close/>
                <a:moveTo>
                  <a:pt x="373" y="489"/>
                </a:moveTo>
                <a:cubicBezTo>
                  <a:pt x="373" y="495"/>
                  <a:pt x="373" y="495"/>
                  <a:pt x="373" y="495"/>
                </a:cubicBezTo>
                <a:cubicBezTo>
                  <a:pt x="373" y="493"/>
                  <a:pt x="373" y="493"/>
                  <a:pt x="373" y="493"/>
                </a:cubicBezTo>
                <a:cubicBezTo>
                  <a:pt x="370" y="492"/>
                  <a:pt x="370" y="492"/>
                  <a:pt x="370" y="492"/>
                </a:cubicBezTo>
                <a:cubicBezTo>
                  <a:pt x="370" y="488"/>
                  <a:pt x="370" y="488"/>
                  <a:pt x="370" y="488"/>
                </a:cubicBezTo>
                <a:cubicBezTo>
                  <a:pt x="373" y="489"/>
                  <a:pt x="373" y="489"/>
                  <a:pt x="373" y="489"/>
                </a:cubicBezTo>
                <a:close/>
                <a:moveTo>
                  <a:pt x="373" y="505"/>
                </a:moveTo>
                <a:cubicBezTo>
                  <a:pt x="373" y="507"/>
                  <a:pt x="373" y="507"/>
                  <a:pt x="373" y="507"/>
                </a:cubicBezTo>
                <a:cubicBezTo>
                  <a:pt x="372" y="507"/>
                  <a:pt x="371" y="507"/>
                  <a:pt x="370" y="506"/>
                </a:cubicBezTo>
                <a:cubicBezTo>
                  <a:pt x="370" y="501"/>
                  <a:pt x="370" y="501"/>
                  <a:pt x="370" y="501"/>
                </a:cubicBezTo>
                <a:cubicBezTo>
                  <a:pt x="371" y="502"/>
                  <a:pt x="372" y="504"/>
                  <a:pt x="373" y="505"/>
                </a:cubicBezTo>
                <a:close/>
                <a:moveTo>
                  <a:pt x="373" y="544"/>
                </a:moveTo>
                <a:cubicBezTo>
                  <a:pt x="373" y="551"/>
                  <a:pt x="373" y="551"/>
                  <a:pt x="373" y="551"/>
                </a:cubicBezTo>
                <a:cubicBezTo>
                  <a:pt x="372" y="551"/>
                  <a:pt x="371" y="552"/>
                  <a:pt x="370" y="552"/>
                </a:cubicBezTo>
                <a:cubicBezTo>
                  <a:pt x="370" y="543"/>
                  <a:pt x="370" y="543"/>
                  <a:pt x="370" y="543"/>
                </a:cubicBezTo>
                <a:cubicBezTo>
                  <a:pt x="371" y="543"/>
                  <a:pt x="372" y="544"/>
                  <a:pt x="373" y="544"/>
                </a:cubicBezTo>
                <a:close/>
                <a:moveTo>
                  <a:pt x="373" y="612"/>
                </a:moveTo>
                <a:cubicBezTo>
                  <a:pt x="373" y="618"/>
                  <a:pt x="373" y="618"/>
                  <a:pt x="373" y="618"/>
                </a:cubicBezTo>
                <a:cubicBezTo>
                  <a:pt x="372" y="618"/>
                  <a:pt x="371" y="617"/>
                  <a:pt x="370" y="616"/>
                </a:cubicBezTo>
                <a:cubicBezTo>
                  <a:pt x="370" y="610"/>
                  <a:pt x="370" y="610"/>
                  <a:pt x="370" y="610"/>
                </a:cubicBezTo>
                <a:cubicBezTo>
                  <a:pt x="371" y="611"/>
                  <a:pt x="372" y="611"/>
                  <a:pt x="373" y="612"/>
                </a:cubicBezTo>
                <a:close/>
                <a:moveTo>
                  <a:pt x="373" y="633"/>
                </a:moveTo>
                <a:cubicBezTo>
                  <a:pt x="373" y="639"/>
                  <a:pt x="373" y="639"/>
                  <a:pt x="373" y="639"/>
                </a:cubicBezTo>
                <a:cubicBezTo>
                  <a:pt x="372" y="639"/>
                  <a:pt x="371" y="638"/>
                  <a:pt x="370" y="638"/>
                </a:cubicBezTo>
                <a:cubicBezTo>
                  <a:pt x="370" y="632"/>
                  <a:pt x="370" y="632"/>
                  <a:pt x="370" y="632"/>
                </a:cubicBezTo>
                <a:cubicBezTo>
                  <a:pt x="371" y="633"/>
                  <a:pt x="372" y="633"/>
                  <a:pt x="372" y="633"/>
                </a:cubicBezTo>
                <a:cubicBezTo>
                  <a:pt x="373" y="633"/>
                  <a:pt x="373" y="633"/>
                  <a:pt x="373" y="633"/>
                </a:cubicBezTo>
                <a:close/>
                <a:moveTo>
                  <a:pt x="373" y="672"/>
                </a:moveTo>
                <a:cubicBezTo>
                  <a:pt x="373" y="680"/>
                  <a:pt x="373" y="680"/>
                  <a:pt x="373" y="680"/>
                </a:cubicBezTo>
                <a:cubicBezTo>
                  <a:pt x="373" y="680"/>
                  <a:pt x="373" y="680"/>
                  <a:pt x="373" y="680"/>
                </a:cubicBezTo>
                <a:cubicBezTo>
                  <a:pt x="373" y="683"/>
                  <a:pt x="373" y="685"/>
                  <a:pt x="373" y="687"/>
                </a:cubicBezTo>
                <a:cubicBezTo>
                  <a:pt x="373" y="697"/>
                  <a:pt x="373" y="697"/>
                  <a:pt x="373" y="697"/>
                </a:cubicBezTo>
                <a:cubicBezTo>
                  <a:pt x="372" y="697"/>
                  <a:pt x="371" y="697"/>
                  <a:pt x="370" y="696"/>
                </a:cubicBezTo>
                <a:cubicBezTo>
                  <a:pt x="370" y="672"/>
                  <a:pt x="370" y="672"/>
                  <a:pt x="370" y="672"/>
                </a:cubicBezTo>
                <a:cubicBezTo>
                  <a:pt x="371" y="672"/>
                  <a:pt x="372" y="672"/>
                  <a:pt x="373" y="672"/>
                </a:cubicBezTo>
                <a:close/>
                <a:moveTo>
                  <a:pt x="373" y="703"/>
                </a:moveTo>
                <a:cubicBezTo>
                  <a:pt x="373" y="712"/>
                  <a:pt x="373" y="712"/>
                  <a:pt x="373" y="712"/>
                </a:cubicBezTo>
                <a:cubicBezTo>
                  <a:pt x="372" y="712"/>
                  <a:pt x="371" y="712"/>
                  <a:pt x="370" y="712"/>
                </a:cubicBezTo>
                <a:cubicBezTo>
                  <a:pt x="370" y="703"/>
                  <a:pt x="370" y="703"/>
                  <a:pt x="370" y="703"/>
                </a:cubicBezTo>
                <a:cubicBezTo>
                  <a:pt x="371" y="703"/>
                  <a:pt x="372" y="703"/>
                  <a:pt x="373" y="703"/>
                </a:cubicBezTo>
                <a:close/>
                <a:moveTo>
                  <a:pt x="373" y="747"/>
                </a:moveTo>
                <a:cubicBezTo>
                  <a:pt x="373" y="756"/>
                  <a:pt x="373" y="756"/>
                  <a:pt x="373" y="756"/>
                </a:cubicBezTo>
                <a:cubicBezTo>
                  <a:pt x="372" y="756"/>
                  <a:pt x="371" y="756"/>
                  <a:pt x="370" y="756"/>
                </a:cubicBezTo>
                <a:cubicBezTo>
                  <a:pt x="370" y="747"/>
                  <a:pt x="370" y="747"/>
                  <a:pt x="370" y="747"/>
                </a:cubicBezTo>
                <a:cubicBezTo>
                  <a:pt x="371" y="747"/>
                  <a:pt x="372" y="747"/>
                  <a:pt x="373" y="747"/>
                </a:cubicBezTo>
                <a:close/>
                <a:moveTo>
                  <a:pt x="370" y="529"/>
                </a:moveTo>
                <a:cubicBezTo>
                  <a:pt x="370" y="522"/>
                  <a:pt x="370" y="522"/>
                  <a:pt x="370" y="522"/>
                </a:cubicBezTo>
                <a:cubicBezTo>
                  <a:pt x="371" y="524"/>
                  <a:pt x="371" y="527"/>
                  <a:pt x="370" y="529"/>
                </a:cubicBezTo>
                <a:close/>
                <a:moveTo>
                  <a:pt x="370" y="129"/>
                </a:moveTo>
                <a:cubicBezTo>
                  <a:pt x="370" y="121"/>
                  <a:pt x="370" y="121"/>
                  <a:pt x="370" y="121"/>
                </a:cubicBezTo>
                <a:cubicBezTo>
                  <a:pt x="371" y="122"/>
                  <a:pt x="372" y="122"/>
                  <a:pt x="372" y="122"/>
                </a:cubicBezTo>
                <a:cubicBezTo>
                  <a:pt x="372" y="125"/>
                  <a:pt x="371" y="127"/>
                  <a:pt x="370" y="129"/>
                </a:cubicBezTo>
                <a:close/>
                <a:moveTo>
                  <a:pt x="367" y="2"/>
                </a:moveTo>
                <a:cubicBezTo>
                  <a:pt x="368" y="2"/>
                  <a:pt x="369" y="2"/>
                  <a:pt x="370" y="2"/>
                </a:cubicBezTo>
                <a:cubicBezTo>
                  <a:pt x="370" y="9"/>
                  <a:pt x="370" y="9"/>
                  <a:pt x="370" y="9"/>
                </a:cubicBezTo>
                <a:cubicBezTo>
                  <a:pt x="369" y="9"/>
                  <a:pt x="368" y="8"/>
                  <a:pt x="367" y="8"/>
                </a:cubicBezTo>
                <a:cubicBezTo>
                  <a:pt x="367" y="2"/>
                  <a:pt x="367" y="2"/>
                  <a:pt x="367" y="2"/>
                </a:cubicBezTo>
                <a:close/>
                <a:moveTo>
                  <a:pt x="370" y="793"/>
                </a:moveTo>
                <a:cubicBezTo>
                  <a:pt x="369" y="792"/>
                  <a:pt x="368" y="792"/>
                  <a:pt x="367" y="792"/>
                </a:cubicBezTo>
                <a:cubicBezTo>
                  <a:pt x="367" y="786"/>
                  <a:pt x="367" y="786"/>
                  <a:pt x="367" y="786"/>
                </a:cubicBezTo>
                <a:cubicBezTo>
                  <a:pt x="368" y="785"/>
                  <a:pt x="369" y="785"/>
                  <a:pt x="370" y="785"/>
                </a:cubicBezTo>
                <a:cubicBezTo>
                  <a:pt x="370" y="793"/>
                  <a:pt x="370" y="793"/>
                  <a:pt x="370" y="793"/>
                </a:cubicBezTo>
                <a:close/>
                <a:moveTo>
                  <a:pt x="370" y="32"/>
                </a:moveTo>
                <a:cubicBezTo>
                  <a:pt x="370" y="46"/>
                  <a:pt x="370" y="46"/>
                  <a:pt x="370" y="46"/>
                </a:cubicBezTo>
                <a:cubicBezTo>
                  <a:pt x="369" y="46"/>
                  <a:pt x="369" y="46"/>
                  <a:pt x="369" y="46"/>
                </a:cubicBezTo>
                <a:cubicBezTo>
                  <a:pt x="368" y="46"/>
                  <a:pt x="368" y="46"/>
                  <a:pt x="367" y="46"/>
                </a:cubicBezTo>
                <a:cubicBezTo>
                  <a:pt x="367" y="29"/>
                  <a:pt x="367" y="29"/>
                  <a:pt x="367" y="29"/>
                </a:cubicBezTo>
                <a:cubicBezTo>
                  <a:pt x="368" y="30"/>
                  <a:pt x="369" y="31"/>
                  <a:pt x="370" y="32"/>
                </a:cubicBezTo>
                <a:close/>
                <a:moveTo>
                  <a:pt x="370" y="121"/>
                </a:moveTo>
                <a:cubicBezTo>
                  <a:pt x="370" y="129"/>
                  <a:pt x="370" y="129"/>
                  <a:pt x="370" y="129"/>
                </a:cubicBezTo>
                <a:cubicBezTo>
                  <a:pt x="369" y="131"/>
                  <a:pt x="368" y="133"/>
                  <a:pt x="367" y="134"/>
                </a:cubicBezTo>
                <a:cubicBezTo>
                  <a:pt x="367" y="121"/>
                  <a:pt x="367" y="121"/>
                  <a:pt x="367" y="121"/>
                </a:cubicBezTo>
                <a:cubicBezTo>
                  <a:pt x="368" y="121"/>
                  <a:pt x="369" y="121"/>
                  <a:pt x="370" y="121"/>
                </a:cubicBezTo>
                <a:close/>
                <a:moveTo>
                  <a:pt x="370" y="166"/>
                </a:moveTo>
                <a:cubicBezTo>
                  <a:pt x="370" y="177"/>
                  <a:pt x="370" y="177"/>
                  <a:pt x="370" y="177"/>
                </a:cubicBezTo>
                <a:cubicBezTo>
                  <a:pt x="369" y="176"/>
                  <a:pt x="369" y="176"/>
                  <a:pt x="369" y="176"/>
                </a:cubicBezTo>
                <a:cubicBezTo>
                  <a:pt x="368" y="175"/>
                  <a:pt x="367" y="175"/>
                  <a:pt x="367" y="175"/>
                </a:cubicBezTo>
                <a:cubicBezTo>
                  <a:pt x="367" y="166"/>
                  <a:pt x="367" y="166"/>
                  <a:pt x="367" y="166"/>
                </a:cubicBezTo>
                <a:cubicBezTo>
                  <a:pt x="368" y="166"/>
                  <a:pt x="369" y="166"/>
                  <a:pt x="370" y="166"/>
                </a:cubicBezTo>
                <a:close/>
                <a:moveTo>
                  <a:pt x="370" y="188"/>
                </a:moveTo>
                <a:cubicBezTo>
                  <a:pt x="370" y="194"/>
                  <a:pt x="370" y="194"/>
                  <a:pt x="370" y="194"/>
                </a:cubicBezTo>
                <a:cubicBezTo>
                  <a:pt x="369" y="194"/>
                  <a:pt x="368" y="194"/>
                  <a:pt x="367" y="194"/>
                </a:cubicBezTo>
                <a:cubicBezTo>
                  <a:pt x="367" y="188"/>
                  <a:pt x="367" y="188"/>
                  <a:pt x="367" y="188"/>
                </a:cubicBezTo>
                <a:cubicBezTo>
                  <a:pt x="368" y="188"/>
                  <a:pt x="369" y="188"/>
                  <a:pt x="370" y="188"/>
                </a:cubicBezTo>
                <a:close/>
                <a:moveTo>
                  <a:pt x="370" y="257"/>
                </a:moveTo>
                <a:cubicBezTo>
                  <a:pt x="370" y="266"/>
                  <a:pt x="370" y="266"/>
                  <a:pt x="370" y="266"/>
                </a:cubicBezTo>
                <a:cubicBezTo>
                  <a:pt x="369" y="266"/>
                  <a:pt x="368" y="267"/>
                  <a:pt x="367" y="268"/>
                </a:cubicBezTo>
                <a:cubicBezTo>
                  <a:pt x="367" y="257"/>
                  <a:pt x="367" y="257"/>
                  <a:pt x="367" y="257"/>
                </a:cubicBezTo>
                <a:cubicBezTo>
                  <a:pt x="370" y="257"/>
                  <a:pt x="370" y="257"/>
                  <a:pt x="370" y="257"/>
                </a:cubicBezTo>
                <a:close/>
                <a:moveTo>
                  <a:pt x="370" y="298"/>
                </a:moveTo>
                <a:cubicBezTo>
                  <a:pt x="370" y="302"/>
                  <a:pt x="370" y="302"/>
                  <a:pt x="370" y="302"/>
                </a:cubicBezTo>
                <a:cubicBezTo>
                  <a:pt x="369" y="302"/>
                  <a:pt x="368" y="302"/>
                  <a:pt x="367" y="302"/>
                </a:cubicBezTo>
                <a:cubicBezTo>
                  <a:pt x="367" y="299"/>
                  <a:pt x="367" y="299"/>
                  <a:pt x="367" y="299"/>
                </a:cubicBezTo>
                <a:cubicBezTo>
                  <a:pt x="368" y="298"/>
                  <a:pt x="369" y="298"/>
                  <a:pt x="370" y="298"/>
                </a:cubicBezTo>
                <a:close/>
                <a:moveTo>
                  <a:pt x="370" y="308"/>
                </a:moveTo>
                <a:cubicBezTo>
                  <a:pt x="370" y="316"/>
                  <a:pt x="370" y="316"/>
                  <a:pt x="370" y="316"/>
                </a:cubicBezTo>
                <a:cubicBezTo>
                  <a:pt x="369" y="316"/>
                  <a:pt x="368" y="316"/>
                  <a:pt x="367" y="317"/>
                </a:cubicBezTo>
                <a:cubicBezTo>
                  <a:pt x="367" y="314"/>
                  <a:pt x="367" y="314"/>
                  <a:pt x="367" y="314"/>
                </a:cubicBezTo>
                <a:cubicBezTo>
                  <a:pt x="368" y="314"/>
                  <a:pt x="368" y="313"/>
                  <a:pt x="369" y="313"/>
                </a:cubicBezTo>
                <a:cubicBezTo>
                  <a:pt x="368" y="312"/>
                  <a:pt x="368" y="311"/>
                  <a:pt x="367" y="309"/>
                </a:cubicBezTo>
                <a:cubicBezTo>
                  <a:pt x="367" y="305"/>
                  <a:pt x="367" y="305"/>
                  <a:pt x="367" y="305"/>
                </a:cubicBezTo>
                <a:cubicBezTo>
                  <a:pt x="370" y="308"/>
                  <a:pt x="370" y="308"/>
                  <a:pt x="370" y="308"/>
                </a:cubicBezTo>
                <a:close/>
                <a:moveTo>
                  <a:pt x="370" y="377"/>
                </a:moveTo>
                <a:cubicBezTo>
                  <a:pt x="370" y="451"/>
                  <a:pt x="370" y="451"/>
                  <a:pt x="370" y="451"/>
                </a:cubicBezTo>
                <a:cubicBezTo>
                  <a:pt x="367" y="453"/>
                  <a:pt x="367" y="453"/>
                  <a:pt x="367" y="453"/>
                </a:cubicBezTo>
                <a:cubicBezTo>
                  <a:pt x="367" y="417"/>
                  <a:pt x="367" y="417"/>
                  <a:pt x="367" y="417"/>
                </a:cubicBezTo>
                <a:cubicBezTo>
                  <a:pt x="368" y="411"/>
                  <a:pt x="368" y="411"/>
                  <a:pt x="368" y="411"/>
                </a:cubicBezTo>
                <a:cubicBezTo>
                  <a:pt x="367" y="410"/>
                  <a:pt x="367" y="410"/>
                  <a:pt x="367" y="410"/>
                </a:cubicBezTo>
                <a:cubicBezTo>
                  <a:pt x="367" y="378"/>
                  <a:pt x="367" y="378"/>
                  <a:pt x="367" y="378"/>
                </a:cubicBezTo>
                <a:cubicBezTo>
                  <a:pt x="370" y="377"/>
                  <a:pt x="370" y="377"/>
                  <a:pt x="370" y="377"/>
                </a:cubicBezTo>
                <a:close/>
                <a:moveTo>
                  <a:pt x="370" y="488"/>
                </a:moveTo>
                <a:cubicBezTo>
                  <a:pt x="370" y="492"/>
                  <a:pt x="370" y="492"/>
                  <a:pt x="370" y="492"/>
                </a:cubicBezTo>
                <a:cubicBezTo>
                  <a:pt x="367" y="491"/>
                  <a:pt x="367" y="491"/>
                  <a:pt x="367" y="491"/>
                </a:cubicBezTo>
                <a:cubicBezTo>
                  <a:pt x="367" y="487"/>
                  <a:pt x="367" y="487"/>
                  <a:pt x="367" y="487"/>
                </a:cubicBezTo>
                <a:cubicBezTo>
                  <a:pt x="370" y="488"/>
                  <a:pt x="370" y="488"/>
                  <a:pt x="370" y="488"/>
                </a:cubicBezTo>
                <a:close/>
                <a:moveTo>
                  <a:pt x="370" y="501"/>
                </a:moveTo>
                <a:cubicBezTo>
                  <a:pt x="368" y="499"/>
                  <a:pt x="368" y="496"/>
                  <a:pt x="367" y="491"/>
                </a:cubicBezTo>
                <a:cubicBezTo>
                  <a:pt x="367" y="506"/>
                  <a:pt x="367" y="506"/>
                  <a:pt x="367" y="506"/>
                </a:cubicBezTo>
                <a:cubicBezTo>
                  <a:pt x="368" y="506"/>
                  <a:pt x="369" y="506"/>
                  <a:pt x="370" y="506"/>
                </a:cubicBezTo>
                <a:cubicBezTo>
                  <a:pt x="370" y="501"/>
                  <a:pt x="370" y="501"/>
                  <a:pt x="370" y="501"/>
                </a:cubicBezTo>
                <a:close/>
                <a:moveTo>
                  <a:pt x="370" y="522"/>
                </a:moveTo>
                <a:cubicBezTo>
                  <a:pt x="370" y="529"/>
                  <a:pt x="370" y="529"/>
                  <a:pt x="370" y="529"/>
                </a:cubicBezTo>
                <a:cubicBezTo>
                  <a:pt x="369" y="530"/>
                  <a:pt x="368" y="532"/>
                  <a:pt x="367" y="533"/>
                </a:cubicBezTo>
                <a:cubicBezTo>
                  <a:pt x="367" y="521"/>
                  <a:pt x="367" y="521"/>
                  <a:pt x="367" y="521"/>
                </a:cubicBezTo>
                <a:cubicBezTo>
                  <a:pt x="369" y="521"/>
                  <a:pt x="369" y="521"/>
                  <a:pt x="369" y="521"/>
                </a:cubicBezTo>
                <a:cubicBezTo>
                  <a:pt x="369" y="521"/>
                  <a:pt x="370" y="522"/>
                  <a:pt x="370" y="522"/>
                </a:cubicBezTo>
                <a:close/>
                <a:moveTo>
                  <a:pt x="370" y="543"/>
                </a:moveTo>
                <a:cubicBezTo>
                  <a:pt x="370" y="552"/>
                  <a:pt x="370" y="552"/>
                  <a:pt x="370" y="552"/>
                </a:cubicBezTo>
                <a:cubicBezTo>
                  <a:pt x="369" y="553"/>
                  <a:pt x="368" y="553"/>
                  <a:pt x="367" y="553"/>
                </a:cubicBezTo>
                <a:cubicBezTo>
                  <a:pt x="367" y="542"/>
                  <a:pt x="367" y="542"/>
                  <a:pt x="367" y="542"/>
                </a:cubicBezTo>
                <a:cubicBezTo>
                  <a:pt x="368" y="542"/>
                  <a:pt x="369" y="543"/>
                  <a:pt x="370" y="543"/>
                </a:cubicBezTo>
                <a:close/>
                <a:moveTo>
                  <a:pt x="370" y="610"/>
                </a:moveTo>
                <a:cubicBezTo>
                  <a:pt x="370" y="616"/>
                  <a:pt x="370" y="616"/>
                  <a:pt x="370" y="616"/>
                </a:cubicBezTo>
                <a:cubicBezTo>
                  <a:pt x="369" y="616"/>
                  <a:pt x="368" y="616"/>
                  <a:pt x="367" y="615"/>
                </a:cubicBezTo>
                <a:cubicBezTo>
                  <a:pt x="367" y="609"/>
                  <a:pt x="367" y="609"/>
                  <a:pt x="367" y="609"/>
                </a:cubicBezTo>
                <a:cubicBezTo>
                  <a:pt x="368" y="610"/>
                  <a:pt x="369" y="610"/>
                  <a:pt x="370" y="610"/>
                </a:cubicBezTo>
                <a:close/>
                <a:moveTo>
                  <a:pt x="370" y="632"/>
                </a:moveTo>
                <a:cubicBezTo>
                  <a:pt x="370" y="638"/>
                  <a:pt x="370" y="638"/>
                  <a:pt x="370" y="638"/>
                </a:cubicBezTo>
                <a:cubicBezTo>
                  <a:pt x="369" y="638"/>
                  <a:pt x="368" y="638"/>
                  <a:pt x="367" y="637"/>
                </a:cubicBezTo>
                <a:cubicBezTo>
                  <a:pt x="367" y="628"/>
                  <a:pt x="367" y="628"/>
                  <a:pt x="367" y="628"/>
                </a:cubicBezTo>
                <a:cubicBezTo>
                  <a:pt x="368" y="630"/>
                  <a:pt x="369" y="631"/>
                  <a:pt x="370" y="632"/>
                </a:cubicBezTo>
                <a:close/>
                <a:moveTo>
                  <a:pt x="370" y="672"/>
                </a:moveTo>
                <a:cubicBezTo>
                  <a:pt x="370" y="696"/>
                  <a:pt x="370" y="696"/>
                  <a:pt x="370" y="696"/>
                </a:cubicBezTo>
                <a:cubicBezTo>
                  <a:pt x="369" y="696"/>
                  <a:pt x="368" y="695"/>
                  <a:pt x="367" y="694"/>
                </a:cubicBezTo>
                <a:cubicBezTo>
                  <a:pt x="367" y="674"/>
                  <a:pt x="367" y="674"/>
                  <a:pt x="367" y="674"/>
                </a:cubicBezTo>
                <a:cubicBezTo>
                  <a:pt x="368" y="673"/>
                  <a:pt x="369" y="673"/>
                  <a:pt x="370" y="672"/>
                </a:cubicBezTo>
                <a:close/>
                <a:moveTo>
                  <a:pt x="370" y="703"/>
                </a:moveTo>
                <a:cubicBezTo>
                  <a:pt x="370" y="712"/>
                  <a:pt x="370" y="712"/>
                  <a:pt x="370" y="712"/>
                </a:cubicBezTo>
                <a:cubicBezTo>
                  <a:pt x="369" y="712"/>
                  <a:pt x="368" y="712"/>
                  <a:pt x="367" y="712"/>
                </a:cubicBezTo>
                <a:cubicBezTo>
                  <a:pt x="367" y="702"/>
                  <a:pt x="367" y="702"/>
                  <a:pt x="367" y="702"/>
                </a:cubicBezTo>
                <a:cubicBezTo>
                  <a:pt x="368" y="703"/>
                  <a:pt x="369" y="703"/>
                  <a:pt x="370" y="703"/>
                </a:cubicBezTo>
                <a:close/>
                <a:moveTo>
                  <a:pt x="370" y="747"/>
                </a:moveTo>
                <a:cubicBezTo>
                  <a:pt x="370" y="756"/>
                  <a:pt x="370" y="756"/>
                  <a:pt x="370" y="756"/>
                </a:cubicBezTo>
                <a:cubicBezTo>
                  <a:pt x="369" y="756"/>
                  <a:pt x="369" y="756"/>
                  <a:pt x="368" y="756"/>
                </a:cubicBezTo>
                <a:cubicBezTo>
                  <a:pt x="369" y="757"/>
                  <a:pt x="369" y="759"/>
                  <a:pt x="370" y="760"/>
                </a:cubicBezTo>
                <a:cubicBezTo>
                  <a:pt x="370" y="780"/>
                  <a:pt x="370" y="780"/>
                  <a:pt x="370" y="780"/>
                </a:cubicBezTo>
                <a:cubicBezTo>
                  <a:pt x="369" y="777"/>
                  <a:pt x="368" y="775"/>
                  <a:pt x="367" y="773"/>
                </a:cubicBezTo>
                <a:cubicBezTo>
                  <a:pt x="367" y="747"/>
                  <a:pt x="367" y="747"/>
                  <a:pt x="367" y="747"/>
                </a:cubicBezTo>
                <a:cubicBezTo>
                  <a:pt x="368" y="747"/>
                  <a:pt x="369" y="747"/>
                  <a:pt x="370" y="747"/>
                </a:cubicBezTo>
                <a:close/>
                <a:moveTo>
                  <a:pt x="367" y="580"/>
                </a:moveTo>
                <a:cubicBezTo>
                  <a:pt x="367" y="572"/>
                  <a:pt x="367" y="572"/>
                  <a:pt x="367" y="572"/>
                </a:cubicBezTo>
                <a:cubicBezTo>
                  <a:pt x="369" y="574"/>
                  <a:pt x="368" y="576"/>
                  <a:pt x="367" y="580"/>
                </a:cubicBezTo>
                <a:close/>
                <a:moveTo>
                  <a:pt x="361" y="2"/>
                </a:moveTo>
                <a:cubicBezTo>
                  <a:pt x="363" y="2"/>
                  <a:pt x="365" y="2"/>
                  <a:pt x="367" y="2"/>
                </a:cubicBezTo>
                <a:cubicBezTo>
                  <a:pt x="367" y="8"/>
                  <a:pt x="367" y="8"/>
                  <a:pt x="367" y="8"/>
                </a:cubicBezTo>
                <a:cubicBezTo>
                  <a:pt x="365" y="8"/>
                  <a:pt x="363" y="8"/>
                  <a:pt x="361" y="9"/>
                </a:cubicBezTo>
                <a:cubicBezTo>
                  <a:pt x="361" y="2"/>
                  <a:pt x="361" y="2"/>
                  <a:pt x="361" y="2"/>
                </a:cubicBezTo>
                <a:close/>
                <a:moveTo>
                  <a:pt x="367" y="792"/>
                </a:moveTo>
                <a:cubicBezTo>
                  <a:pt x="365" y="792"/>
                  <a:pt x="363" y="792"/>
                  <a:pt x="361" y="792"/>
                </a:cubicBezTo>
                <a:cubicBezTo>
                  <a:pt x="361" y="785"/>
                  <a:pt x="361" y="785"/>
                  <a:pt x="361" y="785"/>
                </a:cubicBezTo>
                <a:cubicBezTo>
                  <a:pt x="362" y="785"/>
                  <a:pt x="363" y="786"/>
                  <a:pt x="364" y="786"/>
                </a:cubicBezTo>
                <a:cubicBezTo>
                  <a:pt x="365" y="786"/>
                  <a:pt x="366" y="786"/>
                  <a:pt x="367" y="786"/>
                </a:cubicBezTo>
                <a:cubicBezTo>
                  <a:pt x="367" y="792"/>
                  <a:pt x="367" y="792"/>
                  <a:pt x="367" y="792"/>
                </a:cubicBezTo>
                <a:close/>
                <a:moveTo>
                  <a:pt x="367" y="29"/>
                </a:moveTo>
                <a:cubicBezTo>
                  <a:pt x="367" y="46"/>
                  <a:pt x="367" y="46"/>
                  <a:pt x="367" y="46"/>
                </a:cubicBezTo>
                <a:cubicBezTo>
                  <a:pt x="365" y="47"/>
                  <a:pt x="363" y="47"/>
                  <a:pt x="361" y="48"/>
                </a:cubicBezTo>
                <a:cubicBezTo>
                  <a:pt x="361" y="40"/>
                  <a:pt x="361" y="40"/>
                  <a:pt x="361" y="40"/>
                </a:cubicBezTo>
                <a:cubicBezTo>
                  <a:pt x="362" y="40"/>
                  <a:pt x="362" y="40"/>
                  <a:pt x="362" y="40"/>
                </a:cubicBezTo>
                <a:cubicBezTo>
                  <a:pt x="362" y="38"/>
                  <a:pt x="361" y="37"/>
                  <a:pt x="361" y="35"/>
                </a:cubicBezTo>
                <a:cubicBezTo>
                  <a:pt x="361" y="21"/>
                  <a:pt x="361" y="21"/>
                  <a:pt x="361" y="21"/>
                </a:cubicBezTo>
                <a:cubicBezTo>
                  <a:pt x="363" y="23"/>
                  <a:pt x="364" y="26"/>
                  <a:pt x="367" y="29"/>
                </a:cubicBezTo>
                <a:close/>
                <a:moveTo>
                  <a:pt x="367" y="121"/>
                </a:moveTo>
                <a:cubicBezTo>
                  <a:pt x="367" y="134"/>
                  <a:pt x="367" y="134"/>
                  <a:pt x="367" y="134"/>
                </a:cubicBezTo>
                <a:cubicBezTo>
                  <a:pt x="365" y="136"/>
                  <a:pt x="363" y="137"/>
                  <a:pt x="361" y="138"/>
                </a:cubicBezTo>
                <a:cubicBezTo>
                  <a:pt x="361" y="120"/>
                  <a:pt x="361" y="120"/>
                  <a:pt x="361" y="120"/>
                </a:cubicBezTo>
                <a:cubicBezTo>
                  <a:pt x="363" y="121"/>
                  <a:pt x="365" y="121"/>
                  <a:pt x="367" y="121"/>
                </a:cubicBezTo>
                <a:close/>
                <a:moveTo>
                  <a:pt x="367" y="166"/>
                </a:moveTo>
                <a:cubicBezTo>
                  <a:pt x="367" y="175"/>
                  <a:pt x="367" y="175"/>
                  <a:pt x="367" y="175"/>
                </a:cubicBezTo>
                <a:cubicBezTo>
                  <a:pt x="364" y="174"/>
                  <a:pt x="363" y="173"/>
                  <a:pt x="361" y="173"/>
                </a:cubicBezTo>
                <a:cubicBezTo>
                  <a:pt x="361" y="167"/>
                  <a:pt x="361" y="167"/>
                  <a:pt x="361" y="167"/>
                </a:cubicBezTo>
                <a:cubicBezTo>
                  <a:pt x="362" y="167"/>
                  <a:pt x="364" y="167"/>
                  <a:pt x="367" y="166"/>
                </a:cubicBezTo>
                <a:close/>
                <a:moveTo>
                  <a:pt x="367" y="188"/>
                </a:moveTo>
                <a:cubicBezTo>
                  <a:pt x="367" y="194"/>
                  <a:pt x="367" y="194"/>
                  <a:pt x="367" y="194"/>
                </a:cubicBezTo>
                <a:cubicBezTo>
                  <a:pt x="365" y="194"/>
                  <a:pt x="363" y="194"/>
                  <a:pt x="361" y="195"/>
                </a:cubicBezTo>
                <a:cubicBezTo>
                  <a:pt x="361" y="184"/>
                  <a:pt x="361" y="184"/>
                  <a:pt x="361" y="184"/>
                </a:cubicBezTo>
                <a:cubicBezTo>
                  <a:pt x="364" y="189"/>
                  <a:pt x="364" y="189"/>
                  <a:pt x="364" y="189"/>
                </a:cubicBezTo>
                <a:cubicBezTo>
                  <a:pt x="367" y="188"/>
                  <a:pt x="367" y="188"/>
                  <a:pt x="367" y="188"/>
                </a:cubicBezTo>
                <a:close/>
                <a:moveTo>
                  <a:pt x="367" y="257"/>
                </a:moveTo>
                <a:cubicBezTo>
                  <a:pt x="367" y="268"/>
                  <a:pt x="367" y="268"/>
                  <a:pt x="367" y="268"/>
                </a:cubicBezTo>
                <a:cubicBezTo>
                  <a:pt x="365" y="268"/>
                  <a:pt x="364" y="269"/>
                  <a:pt x="363" y="270"/>
                </a:cubicBezTo>
                <a:cubicBezTo>
                  <a:pt x="362" y="274"/>
                  <a:pt x="362" y="278"/>
                  <a:pt x="361" y="283"/>
                </a:cubicBezTo>
                <a:cubicBezTo>
                  <a:pt x="361" y="246"/>
                  <a:pt x="361" y="246"/>
                  <a:pt x="361" y="246"/>
                </a:cubicBezTo>
                <a:cubicBezTo>
                  <a:pt x="362" y="246"/>
                  <a:pt x="362" y="246"/>
                  <a:pt x="362" y="246"/>
                </a:cubicBezTo>
                <a:cubicBezTo>
                  <a:pt x="362" y="250"/>
                  <a:pt x="362" y="253"/>
                  <a:pt x="362" y="257"/>
                </a:cubicBezTo>
                <a:cubicBezTo>
                  <a:pt x="363" y="257"/>
                  <a:pt x="365" y="257"/>
                  <a:pt x="367" y="257"/>
                </a:cubicBezTo>
                <a:close/>
                <a:moveTo>
                  <a:pt x="367" y="299"/>
                </a:moveTo>
                <a:cubicBezTo>
                  <a:pt x="367" y="302"/>
                  <a:pt x="367" y="302"/>
                  <a:pt x="367" y="302"/>
                </a:cubicBezTo>
                <a:cubicBezTo>
                  <a:pt x="366" y="302"/>
                  <a:pt x="365" y="302"/>
                  <a:pt x="364" y="302"/>
                </a:cubicBezTo>
                <a:cubicBezTo>
                  <a:pt x="365" y="303"/>
                  <a:pt x="366" y="304"/>
                  <a:pt x="367" y="305"/>
                </a:cubicBezTo>
                <a:cubicBezTo>
                  <a:pt x="367" y="309"/>
                  <a:pt x="367" y="309"/>
                  <a:pt x="367" y="309"/>
                </a:cubicBezTo>
                <a:cubicBezTo>
                  <a:pt x="365" y="308"/>
                  <a:pt x="363" y="307"/>
                  <a:pt x="361" y="306"/>
                </a:cubicBezTo>
                <a:cubicBezTo>
                  <a:pt x="361" y="301"/>
                  <a:pt x="361" y="301"/>
                  <a:pt x="361" y="301"/>
                </a:cubicBezTo>
                <a:cubicBezTo>
                  <a:pt x="363" y="300"/>
                  <a:pt x="365" y="299"/>
                  <a:pt x="367" y="299"/>
                </a:cubicBezTo>
                <a:close/>
                <a:moveTo>
                  <a:pt x="367" y="314"/>
                </a:moveTo>
                <a:cubicBezTo>
                  <a:pt x="367" y="317"/>
                  <a:pt x="367" y="317"/>
                  <a:pt x="367" y="317"/>
                </a:cubicBezTo>
                <a:cubicBezTo>
                  <a:pt x="365" y="317"/>
                  <a:pt x="362" y="318"/>
                  <a:pt x="361" y="319"/>
                </a:cubicBezTo>
                <a:cubicBezTo>
                  <a:pt x="361" y="313"/>
                  <a:pt x="361" y="313"/>
                  <a:pt x="361" y="313"/>
                </a:cubicBezTo>
                <a:cubicBezTo>
                  <a:pt x="363" y="315"/>
                  <a:pt x="363" y="315"/>
                  <a:pt x="363" y="315"/>
                </a:cubicBezTo>
                <a:cubicBezTo>
                  <a:pt x="364" y="314"/>
                  <a:pt x="366" y="314"/>
                  <a:pt x="367" y="314"/>
                </a:cubicBezTo>
                <a:close/>
                <a:moveTo>
                  <a:pt x="367" y="378"/>
                </a:moveTo>
                <a:cubicBezTo>
                  <a:pt x="367" y="410"/>
                  <a:pt x="367" y="410"/>
                  <a:pt x="367" y="410"/>
                </a:cubicBezTo>
                <a:cubicBezTo>
                  <a:pt x="361" y="405"/>
                  <a:pt x="361" y="405"/>
                  <a:pt x="361" y="405"/>
                </a:cubicBezTo>
                <a:cubicBezTo>
                  <a:pt x="361" y="378"/>
                  <a:pt x="361" y="378"/>
                  <a:pt x="361" y="378"/>
                </a:cubicBezTo>
                <a:cubicBezTo>
                  <a:pt x="367" y="378"/>
                  <a:pt x="367" y="378"/>
                  <a:pt x="367" y="378"/>
                </a:cubicBezTo>
                <a:close/>
                <a:moveTo>
                  <a:pt x="367" y="417"/>
                </a:moveTo>
                <a:cubicBezTo>
                  <a:pt x="367" y="453"/>
                  <a:pt x="367" y="453"/>
                  <a:pt x="367" y="453"/>
                </a:cubicBezTo>
                <a:cubicBezTo>
                  <a:pt x="361" y="457"/>
                  <a:pt x="361" y="457"/>
                  <a:pt x="361" y="457"/>
                </a:cubicBezTo>
                <a:cubicBezTo>
                  <a:pt x="361" y="436"/>
                  <a:pt x="361" y="436"/>
                  <a:pt x="361" y="436"/>
                </a:cubicBezTo>
                <a:cubicBezTo>
                  <a:pt x="363" y="430"/>
                  <a:pt x="365" y="423"/>
                  <a:pt x="367" y="417"/>
                </a:cubicBezTo>
                <a:close/>
                <a:moveTo>
                  <a:pt x="367" y="487"/>
                </a:moveTo>
                <a:cubicBezTo>
                  <a:pt x="367" y="491"/>
                  <a:pt x="367" y="491"/>
                  <a:pt x="367" y="491"/>
                </a:cubicBezTo>
                <a:cubicBezTo>
                  <a:pt x="367" y="506"/>
                  <a:pt x="367" y="506"/>
                  <a:pt x="367" y="506"/>
                </a:cubicBezTo>
                <a:cubicBezTo>
                  <a:pt x="365" y="505"/>
                  <a:pt x="363" y="504"/>
                  <a:pt x="361" y="504"/>
                </a:cubicBezTo>
                <a:cubicBezTo>
                  <a:pt x="361" y="501"/>
                  <a:pt x="361" y="501"/>
                  <a:pt x="361" y="501"/>
                </a:cubicBezTo>
                <a:cubicBezTo>
                  <a:pt x="361" y="501"/>
                  <a:pt x="361" y="501"/>
                  <a:pt x="362" y="502"/>
                </a:cubicBezTo>
                <a:cubicBezTo>
                  <a:pt x="363" y="502"/>
                  <a:pt x="363" y="502"/>
                  <a:pt x="364" y="502"/>
                </a:cubicBezTo>
                <a:cubicBezTo>
                  <a:pt x="364" y="497"/>
                  <a:pt x="363" y="493"/>
                  <a:pt x="361" y="490"/>
                </a:cubicBezTo>
                <a:cubicBezTo>
                  <a:pt x="361" y="485"/>
                  <a:pt x="361" y="485"/>
                  <a:pt x="361" y="485"/>
                </a:cubicBezTo>
                <a:cubicBezTo>
                  <a:pt x="362" y="486"/>
                  <a:pt x="363" y="486"/>
                  <a:pt x="364" y="487"/>
                </a:cubicBezTo>
                <a:cubicBezTo>
                  <a:pt x="367" y="487"/>
                  <a:pt x="367" y="487"/>
                  <a:pt x="367" y="487"/>
                </a:cubicBezTo>
                <a:close/>
                <a:moveTo>
                  <a:pt x="367" y="521"/>
                </a:moveTo>
                <a:cubicBezTo>
                  <a:pt x="367" y="533"/>
                  <a:pt x="367" y="533"/>
                  <a:pt x="367" y="533"/>
                </a:cubicBezTo>
                <a:cubicBezTo>
                  <a:pt x="365" y="536"/>
                  <a:pt x="362" y="539"/>
                  <a:pt x="363" y="542"/>
                </a:cubicBezTo>
                <a:cubicBezTo>
                  <a:pt x="364" y="542"/>
                  <a:pt x="366" y="542"/>
                  <a:pt x="367" y="542"/>
                </a:cubicBezTo>
                <a:cubicBezTo>
                  <a:pt x="367" y="553"/>
                  <a:pt x="367" y="553"/>
                  <a:pt x="367" y="553"/>
                </a:cubicBezTo>
                <a:cubicBezTo>
                  <a:pt x="365" y="554"/>
                  <a:pt x="363" y="554"/>
                  <a:pt x="361" y="554"/>
                </a:cubicBezTo>
                <a:cubicBezTo>
                  <a:pt x="361" y="525"/>
                  <a:pt x="361" y="525"/>
                  <a:pt x="361" y="525"/>
                </a:cubicBezTo>
                <a:cubicBezTo>
                  <a:pt x="361" y="524"/>
                  <a:pt x="362" y="523"/>
                  <a:pt x="363" y="521"/>
                </a:cubicBezTo>
                <a:cubicBezTo>
                  <a:pt x="367" y="521"/>
                  <a:pt x="367" y="521"/>
                  <a:pt x="367" y="521"/>
                </a:cubicBezTo>
                <a:close/>
                <a:moveTo>
                  <a:pt x="367" y="572"/>
                </a:moveTo>
                <a:cubicBezTo>
                  <a:pt x="367" y="580"/>
                  <a:pt x="367" y="580"/>
                  <a:pt x="367" y="580"/>
                </a:cubicBezTo>
                <a:cubicBezTo>
                  <a:pt x="365" y="583"/>
                  <a:pt x="363" y="587"/>
                  <a:pt x="361" y="593"/>
                </a:cubicBezTo>
                <a:cubicBezTo>
                  <a:pt x="361" y="593"/>
                  <a:pt x="361" y="593"/>
                  <a:pt x="361" y="593"/>
                </a:cubicBezTo>
                <a:cubicBezTo>
                  <a:pt x="361" y="569"/>
                  <a:pt x="361" y="569"/>
                  <a:pt x="361" y="569"/>
                </a:cubicBezTo>
                <a:cubicBezTo>
                  <a:pt x="363" y="570"/>
                  <a:pt x="366" y="571"/>
                  <a:pt x="367" y="572"/>
                </a:cubicBezTo>
                <a:close/>
                <a:moveTo>
                  <a:pt x="367" y="609"/>
                </a:moveTo>
                <a:cubicBezTo>
                  <a:pt x="367" y="615"/>
                  <a:pt x="367" y="615"/>
                  <a:pt x="367" y="615"/>
                </a:cubicBezTo>
                <a:cubicBezTo>
                  <a:pt x="365" y="615"/>
                  <a:pt x="363" y="614"/>
                  <a:pt x="361" y="614"/>
                </a:cubicBezTo>
                <a:cubicBezTo>
                  <a:pt x="363" y="619"/>
                  <a:pt x="364" y="624"/>
                  <a:pt x="367" y="628"/>
                </a:cubicBezTo>
                <a:cubicBezTo>
                  <a:pt x="367" y="637"/>
                  <a:pt x="367" y="637"/>
                  <a:pt x="367" y="637"/>
                </a:cubicBezTo>
                <a:cubicBezTo>
                  <a:pt x="365" y="637"/>
                  <a:pt x="363" y="637"/>
                  <a:pt x="361" y="637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08"/>
                  <a:pt x="361" y="608"/>
                  <a:pt x="361" y="608"/>
                </a:cubicBezTo>
                <a:cubicBezTo>
                  <a:pt x="363" y="608"/>
                  <a:pt x="365" y="609"/>
                  <a:pt x="367" y="609"/>
                </a:cubicBezTo>
                <a:close/>
                <a:moveTo>
                  <a:pt x="367" y="674"/>
                </a:moveTo>
                <a:cubicBezTo>
                  <a:pt x="367" y="694"/>
                  <a:pt x="367" y="694"/>
                  <a:pt x="367" y="694"/>
                </a:cubicBezTo>
                <a:cubicBezTo>
                  <a:pt x="361" y="690"/>
                  <a:pt x="360" y="679"/>
                  <a:pt x="367" y="674"/>
                </a:cubicBezTo>
                <a:close/>
                <a:moveTo>
                  <a:pt x="367" y="702"/>
                </a:moveTo>
                <a:cubicBezTo>
                  <a:pt x="367" y="712"/>
                  <a:pt x="367" y="712"/>
                  <a:pt x="367" y="712"/>
                </a:cubicBezTo>
                <a:cubicBezTo>
                  <a:pt x="365" y="711"/>
                  <a:pt x="363" y="711"/>
                  <a:pt x="361" y="710"/>
                </a:cubicBezTo>
                <a:cubicBezTo>
                  <a:pt x="362" y="702"/>
                  <a:pt x="362" y="702"/>
                  <a:pt x="364" y="701"/>
                </a:cubicBezTo>
                <a:cubicBezTo>
                  <a:pt x="365" y="701"/>
                  <a:pt x="366" y="702"/>
                  <a:pt x="367" y="702"/>
                </a:cubicBezTo>
                <a:close/>
                <a:moveTo>
                  <a:pt x="367" y="747"/>
                </a:moveTo>
                <a:cubicBezTo>
                  <a:pt x="367" y="773"/>
                  <a:pt x="367" y="773"/>
                  <a:pt x="367" y="773"/>
                </a:cubicBezTo>
                <a:cubicBezTo>
                  <a:pt x="364" y="769"/>
                  <a:pt x="363" y="765"/>
                  <a:pt x="361" y="762"/>
                </a:cubicBezTo>
                <a:cubicBezTo>
                  <a:pt x="361" y="748"/>
                  <a:pt x="361" y="748"/>
                  <a:pt x="361" y="748"/>
                </a:cubicBezTo>
                <a:cubicBezTo>
                  <a:pt x="362" y="748"/>
                  <a:pt x="364" y="748"/>
                  <a:pt x="367" y="747"/>
                </a:cubicBezTo>
                <a:close/>
                <a:moveTo>
                  <a:pt x="354" y="3"/>
                </a:moveTo>
                <a:cubicBezTo>
                  <a:pt x="355" y="3"/>
                  <a:pt x="356" y="2"/>
                  <a:pt x="357" y="2"/>
                </a:cubicBezTo>
                <a:cubicBezTo>
                  <a:pt x="358" y="2"/>
                  <a:pt x="359" y="2"/>
                  <a:pt x="361" y="2"/>
                </a:cubicBezTo>
                <a:cubicBezTo>
                  <a:pt x="361" y="9"/>
                  <a:pt x="361" y="9"/>
                  <a:pt x="361" y="9"/>
                </a:cubicBezTo>
                <a:cubicBezTo>
                  <a:pt x="359" y="9"/>
                  <a:pt x="356" y="10"/>
                  <a:pt x="354" y="12"/>
                </a:cubicBezTo>
                <a:cubicBezTo>
                  <a:pt x="354" y="3"/>
                  <a:pt x="354" y="3"/>
                  <a:pt x="354" y="3"/>
                </a:cubicBezTo>
                <a:close/>
                <a:moveTo>
                  <a:pt x="361" y="792"/>
                </a:moveTo>
                <a:cubicBezTo>
                  <a:pt x="358" y="792"/>
                  <a:pt x="356" y="792"/>
                  <a:pt x="354" y="791"/>
                </a:cubicBezTo>
                <a:cubicBezTo>
                  <a:pt x="354" y="782"/>
                  <a:pt x="354" y="782"/>
                  <a:pt x="354" y="782"/>
                </a:cubicBezTo>
                <a:cubicBezTo>
                  <a:pt x="356" y="783"/>
                  <a:pt x="358" y="784"/>
                  <a:pt x="361" y="785"/>
                </a:cubicBezTo>
                <a:cubicBezTo>
                  <a:pt x="361" y="792"/>
                  <a:pt x="361" y="792"/>
                  <a:pt x="361" y="792"/>
                </a:cubicBezTo>
                <a:close/>
                <a:moveTo>
                  <a:pt x="361" y="21"/>
                </a:moveTo>
                <a:cubicBezTo>
                  <a:pt x="361" y="35"/>
                  <a:pt x="361" y="35"/>
                  <a:pt x="361" y="35"/>
                </a:cubicBezTo>
                <a:cubicBezTo>
                  <a:pt x="359" y="31"/>
                  <a:pt x="357" y="27"/>
                  <a:pt x="354" y="24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6" y="15"/>
                  <a:pt x="359" y="18"/>
                  <a:pt x="361" y="21"/>
                </a:cubicBezTo>
                <a:close/>
                <a:moveTo>
                  <a:pt x="361" y="40"/>
                </a:moveTo>
                <a:cubicBezTo>
                  <a:pt x="361" y="48"/>
                  <a:pt x="361" y="48"/>
                  <a:pt x="361" y="48"/>
                </a:cubicBezTo>
                <a:cubicBezTo>
                  <a:pt x="358" y="48"/>
                  <a:pt x="356" y="48"/>
                  <a:pt x="354" y="49"/>
                </a:cubicBezTo>
                <a:cubicBezTo>
                  <a:pt x="354" y="41"/>
                  <a:pt x="354" y="41"/>
                  <a:pt x="354" y="41"/>
                </a:cubicBezTo>
                <a:cubicBezTo>
                  <a:pt x="357" y="41"/>
                  <a:pt x="358" y="41"/>
                  <a:pt x="361" y="40"/>
                </a:cubicBezTo>
                <a:close/>
                <a:moveTo>
                  <a:pt x="361" y="120"/>
                </a:moveTo>
                <a:cubicBezTo>
                  <a:pt x="361" y="138"/>
                  <a:pt x="361" y="138"/>
                  <a:pt x="361" y="138"/>
                </a:cubicBezTo>
                <a:cubicBezTo>
                  <a:pt x="359" y="139"/>
                  <a:pt x="357" y="139"/>
                  <a:pt x="354" y="139"/>
                </a:cubicBezTo>
                <a:cubicBezTo>
                  <a:pt x="354" y="120"/>
                  <a:pt x="354" y="120"/>
                  <a:pt x="354" y="120"/>
                </a:cubicBezTo>
                <a:cubicBezTo>
                  <a:pt x="356" y="120"/>
                  <a:pt x="358" y="120"/>
                  <a:pt x="361" y="120"/>
                </a:cubicBezTo>
                <a:close/>
                <a:moveTo>
                  <a:pt x="361" y="167"/>
                </a:moveTo>
                <a:cubicBezTo>
                  <a:pt x="361" y="173"/>
                  <a:pt x="361" y="173"/>
                  <a:pt x="361" y="173"/>
                </a:cubicBezTo>
                <a:cubicBezTo>
                  <a:pt x="359" y="173"/>
                  <a:pt x="357" y="173"/>
                  <a:pt x="354" y="173"/>
                </a:cubicBezTo>
                <a:cubicBezTo>
                  <a:pt x="354" y="169"/>
                  <a:pt x="354" y="169"/>
                  <a:pt x="354" y="169"/>
                </a:cubicBezTo>
                <a:cubicBezTo>
                  <a:pt x="356" y="168"/>
                  <a:pt x="358" y="168"/>
                  <a:pt x="361" y="167"/>
                </a:cubicBezTo>
                <a:close/>
                <a:moveTo>
                  <a:pt x="361" y="184"/>
                </a:moveTo>
                <a:cubicBezTo>
                  <a:pt x="361" y="195"/>
                  <a:pt x="361" y="195"/>
                  <a:pt x="361" y="195"/>
                </a:cubicBezTo>
                <a:cubicBezTo>
                  <a:pt x="358" y="195"/>
                  <a:pt x="356" y="195"/>
                  <a:pt x="354" y="196"/>
                </a:cubicBezTo>
                <a:cubicBezTo>
                  <a:pt x="354" y="191"/>
                  <a:pt x="354" y="191"/>
                  <a:pt x="354" y="191"/>
                </a:cubicBezTo>
                <a:cubicBezTo>
                  <a:pt x="355" y="191"/>
                  <a:pt x="356" y="191"/>
                  <a:pt x="357" y="191"/>
                </a:cubicBezTo>
                <a:cubicBezTo>
                  <a:pt x="356" y="188"/>
                  <a:pt x="355" y="186"/>
                  <a:pt x="354" y="185"/>
                </a:cubicBezTo>
                <a:cubicBezTo>
                  <a:pt x="354" y="177"/>
                  <a:pt x="354" y="177"/>
                  <a:pt x="354" y="177"/>
                </a:cubicBezTo>
                <a:cubicBezTo>
                  <a:pt x="361" y="184"/>
                  <a:pt x="361" y="184"/>
                  <a:pt x="361" y="184"/>
                </a:cubicBezTo>
                <a:close/>
                <a:moveTo>
                  <a:pt x="361" y="246"/>
                </a:moveTo>
                <a:cubicBezTo>
                  <a:pt x="361" y="283"/>
                  <a:pt x="361" y="283"/>
                  <a:pt x="361" y="283"/>
                </a:cubicBezTo>
                <a:cubicBezTo>
                  <a:pt x="359" y="287"/>
                  <a:pt x="357" y="291"/>
                  <a:pt x="354" y="293"/>
                </a:cubicBezTo>
                <a:cubicBezTo>
                  <a:pt x="354" y="220"/>
                  <a:pt x="354" y="220"/>
                  <a:pt x="354" y="220"/>
                </a:cubicBezTo>
                <a:cubicBezTo>
                  <a:pt x="355" y="220"/>
                  <a:pt x="355" y="220"/>
                  <a:pt x="355" y="220"/>
                </a:cubicBezTo>
                <a:cubicBezTo>
                  <a:pt x="356" y="220"/>
                  <a:pt x="357" y="221"/>
                  <a:pt x="357" y="221"/>
                </a:cubicBezTo>
                <a:cubicBezTo>
                  <a:pt x="358" y="230"/>
                  <a:pt x="358" y="238"/>
                  <a:pt x="358" y="246"/>
                </a:cubicBezTo>
                <a:cubicBezTo>
                  <a:pt x="361" y="246"/>
                  <a:pt x="361" y="246"/>
                  <a:pt x="361" y="246"/>
                </a:cubicBezTo>
                <a:close/>
                <a:moveTo>
                  <a:pt x="361" y="301"/>
                </a:moveTo>
                <a:cubicBezTo>
                  <a:pt x="361" y="306"/>
                  <a:pt x="361" y="306"/>
                  <a:pt x="361" y="306"/>
                </a:cubicBezTo>
                <a:cubicBezTo>
                  <a:pt x="359" y="305"/>
                  <a:pt x="356" y="306"/>
                  <a:pt x="354" y="306"/>
                </a:cubicBezTo>
                <a:cubicBezTo>
                  <a:pt x="354" y="303"/>
                  <a:pt x="354" y="303"/>
                  <a:pt x="354" y="303"/>
                </a:cubicBezTo>
                <a:cubicBezTo>
                  <a:pt x="356" y="302"/>
                  <a:pt x="358" y="301"/>
                  <a:pt x="361" y="301"/>
                </a:cubicBezTo>
                <a:close/>
                <a:moveTo>
                  <a:pt x="361" y="313"/>
                </a:moveTo>
                <a:cubicBezTo>
                  <a:pt x="361" y="319"/>
                  <a:pt x="361" y="319"/>
                  <a:pt x="361" y="319"/>
                </a:cubicBezTo>
                <a:cubicBezTo>
                  <a:pt x="358" y="320"/>
                  <a:pt x="356" y="321"/>
                  <a:pt x="354" y="322"/>
                </a:cubicBezTo>
                <a:cubicBezTo>
                  <a:pt x="354" y="318"/>
                  <a:pt x="354" y="318"/>
                  <a:pt x="354" y="318"/>
                </a:cubicBezTo>
                <a:cubicBezTo>
                  <a:pt x="355" y="318"/>
                  <a:pt x="356" y="317"/>
                  <a:pt x="358" y="316"/>
                </a:cubicBezTo>
                <a:cubicBezTo>
                  <a:pt x="357" y="315"/>
                  <a:pt x="356" y="315"/>
                  <a:pt x="354" y="314"/>
                </a:cubicBezTo>
                <a:cubicBezTo>
                  <a:pt x="354" y="309"/>
                  <a:pt x="354" y="309"/>
                  <a:pt x="354" y="309"/>
                </a:cubicBezTo>
                <a:cubicBezTo>
                  <a:pt x="356" y="310"/>
                  <a:pt x="357" y="311"/>
                  <a:pt x="361" y="313"/>
                </a:cubicBezTo>
                <a:close/>
                <a:moveTo>
                  <a:pt x="361" y="378"/>
                </a:moveTo>
                <a:cubicBezTo>
                  <a:pt x="361" y="405"/>
                  <a:pt x="361" y="405"/>
                  <a:pt x="361" y="405"/>
                </a:cubicBezTo>
                <a:cubicBezTo>
                  <a:pt x="354" y="400"/>
                  <a:pt x="354" y="400"/>
                  <a:pt x="354" y="400"/>
                </a:cubicBezTo>
                <a:cubicBezTo>
                  <a:pt x="354" y="378"/>
                  <a:pt x="354" y="378"/>
                  <a:pt x="354" y="378"/>
                </a:cubicBezTo>
                <a:cubicBezTo>
                  <a:pt x="361" y="378"/>
                  <a:pt x="361" y="378"/>
                  <a:pt x="361" y="378"/>
                </a:cubicBezTo>
                <a:close/>
                <a:moveTo>
                  <a:pt x="361" y="436"/>
                </a:moveTo>
                <a:cubicBezTo>
                  <a:pt x="361" y="457"/>
                  <a:pt x="361" y="457"/>
                  <a:pt x="361" y="457"/>
                </a:cubicBezTo>
                <a:cubicBezTo>
                  <a:pt x="354" y="462"/>
                  <a:pt x="354" y="462"/>
                  <a:pt x="354" y="462"/>
                </a:cubicBezTo>
                <a:cubicBezTo>
                  <a:pt x="354" y="457"/>
                  <a:pt x="354" y="457"/>
                  <a:pt x="354" y="457"/>
                </a:cubicBezTo>
                <a:cubicBezTo>
                  <a:pt x="356" y="450"/>
                  <a:pt x="358" y="443"/>
                  <a:pt x="361" y="436"/>
                </a:cubicBezTo>
                <a:close/>
                <a:moveTo>
                  <a:pt x="361" y="485"/>
                </a:moveTo>
                <a:cubicBezTo>
                  <a:pt x="361" y="490"/>
                  <a:pt x="361" y="490"/>
                  <a:pt x="361" y="490"/>
                </a:cubicBezTo>
                <a:cubicBezTo>
                  <a:pt x="360" y="489"/>
                  <a:pt x="358" y="488"/>
                  <a:pt x="357" y="487"/>
                </a:cubicBezTo>
                <a:cubicBezTo>
                  <a:pt x="357" y="490"/>
                  <a:pt x="357" y="494"/>
                  <a:pt x="357" y="497"/>
                </a:cubicBezTo>
                <a:cubicBezTo>
                  <a:pt x="358" y="498"/>
                  <a:pt x="359" y="499"/>
                  <a:pt x="361" y="501"/>
                </a:cubicBezTo>
                <a:cubicBezTo>
                  <a:pt x="361" y="504"/>
                  <a:pt x="361" y="504"/>
                  <a:pt x="361" y="504"/>
                </a:cubicBezTo>
                <a:cubicBezTo>
                  <a:pt x="358" y="503"/>
                  <a:pt x="356" y="502"/>
                  <a:pt x="354" y="501"/>
                </a:cubicBezTo>
                <a:cubicBezTo>
                  <a:pt x="354" y="482"/>
                  <a:pt x="354" y="482"/>
                  <a:pt x="354" y="482"/>
                </a:cubicBezTo>
                <a:cubicBezTo>
                  <a:pt x="356" y="483"/>
                  <a:pt x="359" y="484"/>
                  <a:pt x="361" y="485"/>
                </a:cubicBezTo>
                <a:close/>
                <a:moveTo>
                  <a:pt x="361" y="525"/>
                </a:moveTo>
                <a:cubicBezTo>
                  <a:pt x="361" y="554"/>
                  <a:pt x="361" y="554"/>
                  <a:pt x="361" y="554"/>
                </a:cubicBezTo>
                <a:cubicBezTo>
                  <a:pt x="359" y="554"/>
                  <a:pt x="359" y="554"/>
                  <a:pt x="359" y="554"/>
                </a:cubicBezTo>
                <a:cubicBezTo>
                  <a:pt x="356" y="559"/>
                  <a:pt x="357" y="561"/>
                  <a:pt x="357" y="568"/>
                </a:cubicBezTo>
                <a:cubicBezTo>
                  <a:pt x="358" y="568"/>
                  <a:pt x="359" y="569"/>
                  <a:pt x="361" y="569"/>
                </a:cubicBezTo>
                <a:cubicBezTo>
                  <a:pt x="361" y="593"/>
                  <a:pt x="361" y="593"/>
                  <a:pt x="361" y="593"/>
                </a:cubicBezTo>
                <a:cubicBezTo>
                  <a:pt x="358" y="593"/>
                  <a:pt x="358" y="593"/>
                  <a:pt x="356" y="591"/>
                </a:cubicBezTo>
                <a:cubicBezTo>
                  <a:pt x="355" y="588"/>
                  <a:pt x="355" y="584"/>
                  <a:pt x="354" y="581"/>
                </a:cubicBezTo>
                <a:cubicBezTo>
                  <a:pt x="354" y="540"/>
                  <a:pt x="354" y="540"/>
                  <a:pt x="354" y="540"/>
                </a:cubicBezTo>
                <a:cubicBezTo>
                  <a:pt x="356" y="535"/>
                  <a:pt x="358" y="530"/>
                  <a:pt x="361" y="525"/>
                </a:cubicBezTo>
                <a:close/>
                <a:moveTo>
                  <a:pt x="361" y="608"/>
                </a:moveTo>
                <a:cubicBezTo>
                  <a:pt x="361" y="631"/>
                  <a:pt x="361" y="631"/>
                  <a:pt x="361" y="631"/>
                </a:cubicBezTo>
                <a:cubicBezTo>
                  <a:pt x="359" y="624"/>
                  <a:pt x="357" y="619"/>
                  <a:pt x="354" y="616"/>
                </a:cubicBezTo>
                <a:cubicBezTo>
                  <a:pt x="354" y="607"/>
                  <a:pt x="354" y="607"/>
                  <a:pt x="354" y="607"/>
                </a:cubicBezTo>
                <a:cubicBezTo>
                  <a:pt x="356" y="607"/>
                  <a:pt x="359" y="607"/>
                  <a:pt x="361" y="608"/>
                </a:cubicBezTo>
                <a:close/>
                <a:moveTo>
                  <a:pt x="361" y="631"/>
                </a:moveTo>
                <a:cubicBezTo>
                  <a:pt x="361" y="637"/>
                  <a:pt x="361" y="637"/>
                  <a:pt x="361" y="637"/>
                </a:cubicBezTo>
                <a:cubicBezTo>
                  <a:pt x="359" y="636"/>
                  <a:pt x="356" y="636"/>
                  <a:pt x="354" y="636"/>
                </a:cubicBezTo>
                <a:cubicBezTo>
                  <a:pt x="354" y="631"/>
                  <a:pt x="354" y="631"/>
                  <a:pt x="354" y="631"/>
                </a:cubicBezTo>
                <a:cubicBezTo>
                  <a:pt x="355" y="631"/>
                  <a:pt x="355" y="631"/>
                  <a:pt x="355" y="631"/>
                </a:cubicBezTo>
                <a:cubicBezTo>
                  <a:pt x="361" y="631"/>
                  <a:pt x="361" y="631"/>
                  <a:pt x="361" y="631"/>
                </a:cubicBezTo>
                <a:close/>
                <a:moveTo>
                  <a:pt x="361" y="748"/>
                </a:moveTo>
                <a:cubicBezTo>
                  <a:pt x="361" y="762"/>
                  <a:pt x="361" y="762"/>
                  <a:pt x="361" y="762"/>
                </a:cubicBezTo>
                <a:cubicBezTo>
                  <a:pt x="359" y="760"/>
                  <a:pt x="357" y="758"/>
                  <a:pt x="354" y="756"/>
                </a:cubicBezTo>
                <a:cubicBezTo>
                  <a:pt x="354" y="747"/>
                  <a:pt x="354" y="747"/>
                  <a:pt x="354" y="747"/>
                </a:cubicBezTo>
                <a:cubicBezTo>
                  <a:pt x="355" y="747"/>
                  <a:pt x="357" y="747"/>
                  <a:pt x="358" y="748"/>
                </a:cubicBezTo>
                <a:cubicBezTo>
                  <a:pt x="359" y="748"/>
                  <a:pt x="360" y="748"/>
                  <a:pt x="361" y="748"/>
                </a:cubicBezTo>
                <a:close/>
                <a:moveTo>
                  <a:pt x="354" y="217"/>
                </a:moveTo>
                <a:cubicBezTo>
                  <a:pt x="354" y="209"/>
                  <a:pt x="354" y="209"/>
                  <a:pt x="354" y="209"/>
                </a:cubicBezTo>
                <a:cubicBezTo>
                  <a:pt x="355" y="209"/>
                  <a:pt x="355" y="209"/>
                  <a:pt x="355" y="209"/>
                </a:cubicBezTo>
                <a:cubicBezTo>
                  <a:pt x="356" y="211"/>
                  <a:pt x="356" y="211"/>
                  <a:pt x="357" y="215"/>
                </a:cubicBezTo>
                <a:cubicBezTo>
                  <a:pt x="356" y="215"/>
                  <a:pt x="355" y="216"/>
                  <a:pt x="354" y="217"/>
                </a:cubicBezTo>
                <a:close/>
                <a:moveTo>
                  <a:pt x="349" y="4"/>
                </a:moveTo>
                <a:cubicBezTo>
                  <a:pt x="351" y="4"/>
                  <a:pt x="352" y="3"/>
                  <a:pt x="354" y="3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24"/>
                  <a:pt x="354" y="24"/>
                  <a:pt x="354" y="24"/>
                </a:cubicBezTo>
                <a:cubicBezTo>
                  <a:pt x="353" y="22"/>
                  <a:pt x="351" y="21"/>
                  <a:pt x="349" y="19"/>
                </a:cubicBezTo>
                <a:cubicBezTo>
                  <a:pt x="349" y="4"/>
                  <a:pt x="349" y="4"/>
                  <a:pt x="349" y="4"/>
                </a:cubicBezTo>
                <a:close/>
                <a:moveTo>
                  <a:pt x="354" y="791"/>
                </a:moveTo>
                <a:cubicBezTo>
                  <a:pt x="353" y="791"/>
                  <a:pt x="351" y="791"/>
                  <a:pt x="349" y="791"/>
                </a:cubicBezTo>
                <a:cubicBezTo>
                  <a:pt x="349" y="779"/>
                  <a:pt x="349" y="779"/>
                  <a:pt x="349" y="779"/>
                </a:cubicBezTo>
                <a:cubicBezTo>
                  <a:pt x="350" y="780"/>
                  <a:pt x="352" y="781"/>
                  <a:pt x="354" y="782"/>
                </a:cubicBezTo>
                <a:cubicBezTo>
                  <a:pt x="354" y="791"/>
                  <a:pt x="354" y="791"/>
                  <a:pt x="354" y="791"/>
                </a:cubicBezTo>
                <a:close/>
                <a:moveTo>
                  <a:pt x="354" y="41"/>
                </a:moveTo>
                <a:cubicBezTo>
                  <a:pt x="354" y="49"/>
                  <a:pt x="354" y="49"/>
                  <a:pt x="354" y="49"/>
                </a:cubicBezTo>
                <a:cubicBezTo>
                  <a:pt x="353" y="49"/>
                  <a:pt x="351" y="49"/>
                  <a:pt x="349" y="49"/>
                </a:cubicBezTo>
                <a:cubicBezTo>
                  <a:pt x="349" y="42"/>
                  <a:pt x="349" y="42"/>
                  <a:pt x="349" y="42"/>
                </a:cubicBezTo>
                <a:cubicBezTo>
                  <a:pt x="351" y="41"/>
                  <a:pt x="353" y="41"/>
                  <a:pt x="354" y="41"/>
                </a:cubicBezTo>
                <a:close/>
                <a:moveTo>
                  <a:pt x="354" y="120"/>
                </a:moveTo>
                <a:cubicBezTo>
                  <a:pt x="354" y="139"/>
                  <a:pt x="354" y="139"/>
                  <a:pt x="354" y="139"/>
                </a:cubicBezTo>
                <a:cubicBezTo>
                  <a:pt x="353" y="140"/>
                  <a:pt x="351" y="140"/>
                  <a:pt x="349" y="140"/>
                </a:cubicBezTo>
                <a:cubicBezTo>
                  <a:pt x="349" y="119"/>
                  <a:pt x="349" y="119"/>
                  <a:pt x="349" y="119"/>
                </a:cubicBezTo>
                <a:cubicBezTo>
                  <a:pt x="351" y="119"/>
                  <a:pt x="353" y="119"/>
                  <a:pt x="354" y="120"/>
                </a:cubicBezTo>
                <a:close/>
                <a:moveTo>
                  <a:pt x="354" y="169"/>
                </a:moveTo>
                <a:cubicBezTo>
                  <a:pt x="354" y="173"/>
                  <a:pt x="354" y="173"/>
                  <a:pt x="354" y="173"/>
                </a:cubicBezTo>
                <a:cubicBezTo>
                  <a:pt x="353" y="174"/>
                  <a:pt x="353" y="174"/>
                  <a:pt x="351" y="174"/>
                </a:cubicBezTo>
                <a:cubicBezTo>
                  <a:pt x="354" y="177"/>
                  <a:pt x="354" y="177"/>
                  <a:pt x="354" y="177"/>
                </a:cubicBezTo>
                <a:cubicBezTo>
                  <a:pt x="354" y="185"/>
                  <a:pt x="354" y="185"/>
                  <a:pt x="354" y="185"/>
                </a:cubicBezTo>
                <a:cubicBezTo>
                  <a:pt x="353" y="183"/>
                  <a:pt x="351" y="181"/>
                  <a:pt x="349" y="180"/>
                </a:cubicBezTo>
                <a:cubicBezTo>
                  <a:pt x="349" y="169"/>
                  <a:pt x="349" y="169"/>
                  <a:pt x="349" y="169"/>
                </a:cubicBezTo>
                <a:cubicBezTo>
                  <a:pt x="351" y="169"/>
                  <a:pt x="352" y="169"/>
                  <a:pt x="354" y="169"/>
                </a:cubicBezTo>
                <a:close/>
                <a:moveTo>
                  <a:pt x="354" y="191"/>
                </a:moveTo>
                <a:cubicBezTo>
                  <a:pt x="354" y="196"/>
                  <a:pt x="354" y="196"/>
                  <a:pt x="354" y="196"/>
                </a:cubicBezTo>
                <a:cubicBezTo>
                  <a:pt x="352" y="196"/>
                  <a:pt x="351" y="197"/>
                  <a:pt x="349" y="197"/>
                </a:cubicBezTo>
                <a:cubicBezTo>
                  <a:pt x="349" y="192"/>
                  <a:pt x="349" y="192"/>
                  <a:pt x="349" y="192"/>
                </a:cubicBezTo>
                <a:cubicBezTo>
                  <a:pt x="351" y="192"/>
                  <a:pt x="353" y="192"/>
                  <a:pt x="354" y="191"/>
                </a:cubicBezTo>
                <a:close/>
                <a:moveTo>
                  <a:pt x="354" y="209"/>
                </a:moveTo>
                <a:cubicBezTo>
                  <a:pt x="354" y="217"/>
                  <a:pt x="354" y="217"/>
                  <a:pt x="354" y="217"/>
                </a:cubicBezTo>
                <a:cubicBezTo>
                  <a:pt x="353" y="218"/>
                  <a:pt x="351" y="219"/>
                  <a:pt x="349" y="220"/>
                </a:cubicBezTo>
                <a:cubicBezTo>
                  <a:pt x="349" y="210"/>
                  <a:pt x="349" y="210"/>
                  <a:pt x="349" y="210"/>
                </a:cubicBezTo>
                <a:cubicBezTo>
                  <a:pt x="351" y="209"/>
                  <a:pt x="353" y="209"/>
                  <a:pt x="354" y="209"/>
                </a:cubicBezTo>
                <a:close/>
                <a:moveTo>
                  <a:pt x="354" y="220"/>
                </a:moveTo>
                <a:cubicBezTo>
                  <a:pt x="354" y="293"/>
                  <a:pt x="354" y="293"/>
                  <a:pt x="354" y="293"/>
                </a:cubicBezTo>
                <a:cubicBezTo>
                  <a:pt x="353" y="294"/>
                  <a:pt x="351" y="295"/>
                  <a:pt x="349" y="295"/>
                </a:cubicBezTo>
                <a:cubicBezTo>
                  <a:pt x="349" y="283"/>
                  <a:pt x="349" y="283"/>
                  <a:pt x="349" y="283"/>
                </a:cubicBezTo>
                <a:cubicBezTo>
                  <a:pt x="351" y="281"/>
                  <a:pt x="353" y="278"/>
                  <a:pt x="354" y="273"/>
                </a:cubicBezTo>
                <a:cubicBezTo>
                  <a:pt x="352" y="274"/>
                  <a:pt x="350" y="274"/>
                  <a:pt x="349" y="275"/>
                </a:cubicBezTo>
                <a:cubicBezTo>
                  <a:pt x="349" y="242"/>
                  <a:pt x="349" y="242"/>
                  <a:pt x="349" y="242"/>
                </a:cubicBezTo>
                <a:cubicBezTo>
                  <a:pt x="350" y="241"/>
                  <a:pt x="350" y="241"/>
                  <a:pt x="350" y="241"/>
                </a:cubicBezTo>
                <a:cubicBezTo>
                  <a:pt x="350" y="241"/>
                  <a:pt x="349" y="241"/>
                  <a:pt x="349" y="241"/>
                </a:cubicBezTo>
                <a:cubicBezTo>
                  <a:pt x="349" y="222"/>
                  <a:pt x="349" y="222"/>
                  <a:pt x="349" y="222"/>
                </a:cubicBezTo>
                <a:cubicBezTo>
                  <a:pt x="351" y="222"/>
                  <a:pt x="353" y="221"/>
                  <a:pt x="354" y="220"/>
                </a:cubicBezTo>
                <a:close/>
                <a:moveTo>
                  <a:pt x="354" y="303"/>
                </a:moveTo>
                <a:cubicBezTo>
                  <a:pt x="354" y="306"/>
                  <a:pt x="354" y="306"/>
                  <a:pt x="354" y="306"/>
                </a:cubicBezTo>
                <a:cubicBezTo>
                  <a:pt x="354" y="307"/>
                  <a:pt x="353" y="307"/>
                  <a:pt x="353" y="307"/>
                </a:cubicBezTo>
                <a:cubicBezTo>
                  <a:pt x="353" y="308"/>
                  <a:pt x="354" y="308"/>
                  <a:pt x="354" y="309"/>
                </a:cubicBezTo>
                <a:cubicBezTo>
                  <a:pt x="354" y="314"/>
                  <a:pt x="354" y="314"/>
                  <a:pt x="354" y="314"/>
                </a:cubicBezTo>
                <a:cubicBezTo>
                  <a:pt x="353" y="313"/>
                  <a:pt x="351" y="312"/>
                  <a:pt x="349" y="311"/>
                </a:cubicBezTo>
                <a:cubicBezTo>
                  <a:pt x="349" y="305"/>
                  <a:pt x="349" y="305"/>
                  <a:pt x="349" y="305"/>
                </a:cubicBezTo>
                <a:cubicBezTo>
                  <a:pt x="351" y="304"/>
                  <a:pt x="353" y="304"/>
                  <a:pt x="354" y="303"/>
                </a:cubicBezTo>
                <a:close/>
                <a:moveTo>
                  <a:pt x="354" y="318"/>
                </a:moveTo>
                <a:cubicBezTo>
                  <a:pt x="354" y="322"/>
                  <a:pt x="354" y="322"/>
                  <a:pt x="354" y="322"/>
                </a:cubicBezTo>
                <a:cubicBezTo>
                  <a:pt x="352" y="323"/>
                  <a:pt x="350" y="325"/>
                  <a:pt x="349" y="326"/>
                </a:cubicBezTo>
                <a:cubicBezTo>
                  <a:pt x="349" y="319"/>
                  <a:pt x="349" y="319"/>
                  <a:pt x="349" y="319"/>
                </a:cubicBezTo>
                <a:cubicBezTo>
                  <a:pt x="350" y="319"/>
                  <a:pt x="350" y="319"/>
                  <a:pt x="350" y="319"/>
                </a:cubicBezTo>
                <a:cubicBezTo>
                  <a:pt x="352" y="319"/>
                  <a:pt x="353" y="319"/>
                  <a:pt x="354" y="318"/>
                </a:cubicBezTo>
                <a:close/>
                <a:moveTo>
                  <a:pt x="354" y="378"/>
                </a:moveTo>
                <a:cubicBezTo>
                  <a:pt x="354" y="400"/>
                  <a:pt x="354" y="400"/>
                  <a:pt x="354" y="400"/>
                </a:cubicBezTo>
                <a:cubicBezTo>
                  <a:pt x="349" y="396"/>
                  <a:pt x="349" y="396"/>
                  <a:pt x="349" y="396"/>
                </a:cubicBezTo>
                <a:cubicBezTo>
                  <a:pt x="349" y="378"/>
                  <a:pt x="349" y="378"/>
                  <a:pt x="349" y="378"/>
                </a:cubicBezTo>
                <a:cubicBezTo>
                  <a:pt x="354" y="378"/>
                  <a:pt x="354" y="378"/>
                  <a:pt x="354" y="378"/>
                </a:cubicBezTo>
                <a:close/>
                <a:moveTo>
                  <a:pt x="354" y="457"/>
                </a:moveTo>
                <a:cubicBezTo>
                  <a:pt x="354" y="462"/>
                  <a:pt x="354" y="462"/>
                  <a:pt x="354" y="462"/>
                </a:cubicBezTo>
                <a:cubicBezTo>
                  <a:pt x="353" y="463"/>
                  <a:pt x="353" y="463"/>
                  <a:pt x="353" y="463"/>
                </a:cubicBezTo>
                <a:cubicBezTo>
                  <a:pt x="354" y="457"/>
                  <a:pt x="354" y="457"/>
                  <a:pt x="354" y="457"/>
                </a:cubicBezTo>
                <a:close/>
                <a:moveTo>
                  <a:pt x="354" y="482"/>
                </a:moveTo>
                <a:cubicBezTo>
                  <a:pt x="354" y="501"/>
                  <a:pt x="354" y="501"/>
                  <a:pt x="354" y="501"/>
                </a:cubicBezTo>
                <a:cubicBezTo>
                  <a:pt x="352" y="501"/>
                  <a:pt x="351" y="500"/>
                  <a:pt x="349" y="499"/>
                </a:cubicBezTo>
                <a:cubicBezTo>
                  <a:pt x="349" y="496"/>
                  <a:pt x="349" y="496"/>
                  <a:pt x="349" y="496"/>
                </a:cubicBezTo>
                <a:cubicBezTo>
                  <a:pt x="349" y="496"/>
                  <a:pt x="350" y="497"/>
                  <a:pt x="350" y="497"/>
                </a:cubicBezTo>
                <a:cubicBezTo>
                  <a:pt x="351" y="497"/>
                  <a:pt x="352" y="497"/>
                  <a:pt x="353" y="497"/>
                </a:cubicBezTo>
                <a:cubicBezTo>
                  <a:pt x="351" y="491"/>
                  <a:pt x="352" y="487"/>
                  <a:pt x="349" y="483"/>
                </a:cubicBezTo>
                <a:cubicBezTo>
                  <a:pt x="349" y="479"/>
                  <a:pt x="349" y="479"/>
                  <a:pt x="349" y="479"/>
                </a:cubicBezTo>
                <a:cubicBezTo>
                  <a:pt x="351" y="480"/>
                  <a:pt x="352" y="481"/>
                  <a:pt x="354" y="482"/>
                </a:cubicBezTo>
                <a:close/>
                <a:moveTo>
                  <a:pt x="354" y="540"/>
                </a:moveTo>
                <a:cubicBezTo>
                  <a:pt x="354" y="581"/>
                  <a:pt x="354" y="581"/>
                  <a:pt x="354" y="581"/>
                </a:cubicBezTo>
                <a:cubicBezTo>
                  <a:pt x="354" y="579"/>
                  <a:pt x="354" y="579"/>
                  <a:pt x="354" y="579"/>
                </a:cubicBezTo>
                <a:cubicBezTo>
                  <a:pt x="352" y="579"/>
                  <a:pt x="351" y="578"/>
                  <a:pt x="349" y="578"/>
                </a:cubicBezTo>
                <a:cubicBezTo>
                  <a:pt x="349" y="556"/>
                  <a:pt x="349" y="556"/>
                  <a:pt x="349" y="556"/>
                </a:cubicBezTo>
                <a:cubicBezTo>
                  <a:pt x="351" y="551"/>
                  <a:pt x="352" y="546"/>
                  <a:pt x="354" y="540"/>
                </a:cubicBezTo>
                <a:close/>
                <a:moveTo>
                  <a:pt x="354" y="607"/>
                </a:moveTo>
                <a:cubicBezTo>
                  <a:pt x="354" y="616"/>
                  <a:pt x="354" y="616"/>
                  <a:pt x="354" y="616"/>
                </a:cubicBezTo>
                <a:cubicBezTo>
                  <a:pt x="353" y="614"/>
                  <a:pt x="351" y="613"/>
                  <a:pt x="349" y="612"/>
                </a:cubicBezTo>
                <a:cubicBezTo>
                  <a:pt x="349" y="606"/>
                  <a:pt x="349" y="606"/>
                  <a:pt x="349" y="606"/>
                </a:cubicBezTo>
                <a:cubicBezTo>
                  <a:pt x="351" y="606"/>
                  <a:pt x="353" y="606"/>
                  <a:pt x="354" y="607"/>
                </a:cubicBezTo>
                <a:close/>
                <a:moveTo>
                  <a:pt x="354" y="631"/>
                </a:moveTo>
                <a:cubicBezTo>
                  <a:pt x="354" y="636"/>
                  <a:pt x="354" y="636"/>
                  <a:pt x="354" y="636"/>
                </a:cubicBezTo>
                <a:cubicBezTo>
                  <a:pt x="353" y="636"/>
                  <a:pt x="351" y="635"/>
                  <a:pt x="349" y="635"/>
                </a:cubicBezTo>
                <a:cubicBezTo>
                  <a:pt x="349" y="628"/>
                  <a:pt x="349" y="628"/>
                  <a:pt x="349" y="628"/>
                </a:cubicBezTo>
                <a:cubicBezTo>
                  <a:pt x="351" y="629"/>
                  <a:pt x="352" y="630"/>
                  <a:pt x="354" y="631"/>
                </a:cubicBezTo>
                <a:close/>
                <a:moveTo>
                  <a:pt x="354" y="747"/>
                </a:moveTo>
                <a:cubicBezTo>
                  <a:pt x="354" y="756"/>
                  <a:pt x="354" y="756"/>
                  <a:pt x="354" y="756"/>
                </a:cubicBezTo>
                <a:cubicBezTo>
                  <a:pt x="353" y="755"/>
                  <a:pt x="351" y="755"/>
                  <a:pt x="349" y="754"/>
                </a:cubicBezTo>
                <a:cubicBezTo>
                  <a:pt x="349" y="745"/>
                  <a:pt x="349" y="745"/>
                  <a:pt x="349" y="745"/>
                </a:cubicBezTo>
                <a:cubicBezTo>
                  <a:pt x="351" y="746"/>
                  <a:pt x="352" y="746"/>
                  <a:pt x="354" y="747"/>
                </a:cubicBezTo>
                <a:close/>
                <a:moveTo>
                  <a:pt x="344" y="5"/>
                </a:moveTo>
                <a:cubicBezTo>
                  <a:pt x="346" y="4"/>
                  <a:pt x="347" y="4"/>
                  <a:pt x="349" y="4"/>
                </a:cubicBezTo>
                <a:cubicBezTo>
                  <a:pt x="349" y="19"/>
                  <a:pt x="349" y="19"/>
                  <a:pt x="349" y="19"/>
                </a:cubicBezTo>
                <a:cubicBezTo>
                  <a:pt x="347" y="18"/>
                  <a:pt x="346" y="17"/>
                  <a:pt x="344" y="17"/>
                </a:cubicBezTo>
                <a:cubicBezTo>
                  <a:pt x="344" y="5"/>
                  <a:pt x="344" y="5"/>
                  <a:pt x="344" y="5"/>
                </a:cubicBezTo>
                <a:close/>
                <a:moveTo>
                  <a:pt x="349" y="791"/>
                </a:moveTo>
                <a:cubicBezTo>
                  <a:pt x="347" y="791"/>
                  <a:pt x="346" y="790"/>
                  <a:pt x="344" y="790"/>
                </a:cubicBezTo>
                <a:cubicBezTo>
                  <a:pt x="344" y="772"/>
                  <a:pt x="344" y="772"/>
                  <a:pt x="344" y="772"/>
                </a:cubicBezTo>
                <a:cubicBezTo>
                  <a:pt x="346" y="775"/>
                  <a:pt x="347" y="777"/>
                  <a:pt x="349" y="779"/>
                </a:cubicBezTo>
                <a:cubicBezTo>
                  <a:pt x="349" y="791"/>
                  <a:pt x="349" y="791"/>
                  <a:pt x="349" y="791"/>
                </a:cubicBezTo>
                <a:close/>
                <a:moveTo>
                  <a:pt x="349" y="42"/>
                </a:moveTo>
                <a:cubicBezTo>
                  <a:pt x="349" y="49"/>
                  <a:pt x="349" y="49"/>
                  <a:pt x="349" y="49"/>
                </a:cubicBezTo>
                <a:cubicBezTo>
                  <a:pt x="344" y="50"/>
                  <a:pt x="344" y="50"/>
                  <a:pt x="344" y="50"/>
                </a:cubicBezTo>
                <a:cubicBezTo>
                  <a:pt x="344" y="41"/>
                  <a:pt x="344" y="41"/>
                  <a:pt x="344" y="41"/>
                </a:cubicBezTo>
                <a:cubicBezTo>
                  <a:pt x="345" y="41"/>
                  <a:pt x="345" y="41"/>
                  <a:pt x="345" y="42"/>
                </a:cubicBezTo>
                <a:cubicBezTo>
                  <a:pt x="349" y="42"/>
                  <a:pt x="349" y="42"/>
                  <a:pt x="349" y="42"/>
                </a:cubicBezTo>
                <a:close/>
                <a:moveTo>
                  <a:pt x="349" y="119"/>
                </a:moveTo>
                <a:cubicBezTo>
                  <a:pt x="349" y="140"/>
                  <a:pt x="349" y="140"/>
                  <a:pt x="349" y="140"/>
                </a:cubicBezTo>
                <a:cubicBezTo>
                  <a:pt x="347" y="140"/>
                  <a:pt x="346" y="140"/>
                  <a:pt x="344" y="140"/>
                </a:cubicBezTo>
                <a:cubicBezTo>
                  <a:pt x="344" y="118"/>
                  <a:pt x="344" y="118"/>
                  <a:pt x="344" y="118"/>
                </a:cubicBezTo>
                <a:cubicBezTo>
                  <a:pt x="346" y="118"/>
                  <a:pt x="347" y="118"/>
                  <a:pt x="349" y="119"/>
                </a:cubicBezTo>
                <a:close/>
                <a:moveTo>
                  <a:pt x="349" y="169"/>
                </a:moveTo>
                <a:cubicBezTo>
                  <a:pt x="349" y="180"/>
                  <a:pt x="349" y="180"/>
                  <a:pt x="349" y="180"/>
                </a:cubicBezTo>
                <a:cubicBezTo>
                  <a:pt x="347" y="180"/>
                  <a:pt x="346" y="179"/>
                  <a:pt x="344" y="179"/>
                </a:cubicBezTo>
                <a:cubicBezTo>
                  <a:pt x="344" y="171"/>
                  <a:pt x="344" y="171"/>
                  <a:pt x="344" y="171"/>
                </a:cubicBezTo>
                <a:cubicBezTo>
                  <a:pt x="346" y="170"/>
                  <a:pt x="347" y="170"/>
                  <a:pt x="349" y="169"/>
                </a:cubicBezTo>
                <a:close/>
                <a:moveTo>
                  <a:pt x="349" y="192"/>
                </a:moveTo>
                <a:cubicBezTo>
                  <a:pt x="349" y="197"/>
                  <a:pt x="349" y="197"/>
                  <a:pt x="349" y="197"/>
                </a:cubicBezTo>
                <a:cubicBezTo>
                  <a:pt x="347" y="197"/>
                  <a:pt x="346" y="198"/>
                  <a:pt x="344" y="198"/>
                </a:cubicBezTo>
                <a:cubicBezTo>
                  <a:pt x="344" y="190"/>
                  <a:pt x="344" y="190"/>
                  <a:pt x="344" y="190"/>
                </a:cubicBezTo>
                <a:cubicBezTo>
                  <a:pt x="345" y="191"/>
                  <a:pt x="346" y="192"/>
                  <a:pt x="346" y="192"/>
                </a:cubicBezTo>
                <a:cubicBezTo>
                  <a:pt x="349" y="192"/>
                  <a:pt x="349" y="192"/>
                  <a:pt x="349" y="192"/>
                </a:cubicBezTo>
                <a:close/>
                <a:moveTo>
                  <a:pt x="349" y="210"/>
                </a:moveTo>
                <a:cubicBezTo>
                  <a:pt x="349" y="220"/>
                  <a:pt x="349" y="220"/>
                  <a:pt x="349" y="220"/>
                </a:cubicBezTo>
                <a:cubicBezTo>
                  <a:pt x="347" y="220"/>
                  <a:pt x="346" y="221"/>
                  <a:pt x="344" y="222"/>
                </a:cubicBezTo>
                <a:cubicBezTo>
                  <a:pt x="344" y="211"/>
                  <a:pt x="344" y="211"/>
                  <a:pt x="344" y="211"/>
                </a:cubicBezTo>
                <a:cubicBezTo>
                  <a:pt x="346" y="210"/>
                  <a:pt x="347" y="210"/>
                  <a:pt x="349" y="210"/>
                </a:cubicBezTo>
                <a:close/>
                <a:moveTo>
                  <a:pt x="349" y="222"/>
                </a:moveTo>
                <a:cubicBezTo>
                  <a:pt x="349" y="241"/>
                  <a:pt x="349" y="241"/>
                  <a:pt x="349" y="241"/>
                </a:cubicBezTo>
                <a:cubicBezTo>
                  <a:pt x="347" y="241"/>
                  <a:pt x="346" y="241"/>
                  <a:pt x="344" y="241"/>
                </a:cubicBezTo>
                <a:cubicBezTo>
                  <a:pt x="344" y="234"/>
                  <a:pt x="344" y="234"/>
                  <a:pt x="344" y="234"/>
                </a:cubicBezTo>
                <a:cubicBezTo>
                  <a:pt x="345" y="234"/>
                  <a:pt x="346" y="233"/>
                  <a:pt x="348" y="233"/>
                </a:cubicBezTo>
                <a:cubicBezTo>
                  <a:pt x="348" y="233"/>
                  <a:pt x="348" y="232"/>
                  <a:pt x="348" y="231"/>
                </a:cubicBezTo>
                <a:cubicBezTo>
                  <a:pt x="346" y="231"/>
                  <a:pt x="345" y="232"/>
                  <a:pt x="344" y="232"/>
                </a:cubicBezTo>
                <a:cubicBezTo>
                  <a:pt x="344" y="224"/>
                  <a:pt x="344" y="224"/>
                  <a:pt x="344" y="224"/>
                </a:cubicBezTo>
                <a:cubicBezTo>
                  <a:pt x="349" y="222"/>
                  <a:pt x="349" y="222"/>
                  <a:pt x="349" y="222"/>
                </a:cubicBezTo>
                <a:close/>
                <a:moveTo>
                  <a:pt x="349" y="242"/>
                </a:moveTo>
                <a:cubicBezTo>
                  <a:pt x="349" y="275"/>
                  <a:pt x="349" y="275"/>
                  <a:pt x="349" y="275"/>
                </a:cubicBezTo>
                <a:cubicBezTo>
                  <a:pt x="347" y="275"/>
                  <a:pt x="346" y="276"/>
                  <a:pt x="344" y="27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45"/>
                  <a:pt x="344" y="245"/>
                  <a:pt x="344" y="245"/>
                </a:cubicBezTo>
                <a:cubicBezTo>
                  <a:pt x="346" y="244"/>
                  <a:pt x="347" y="243"/>
                  <a:pt x="349" y="242"/>
                </a:cubicBezTo>
                <a:close/>
                <a:moveTo>
                  <a:pt x="349" y="283"/>
                </a:moveTo>
                <a:cubicBezTo>
                  <a:pt x="349" y="295"/>
                  <a:pt x="349" y="295"/>
                  <a:pt x="349" y="295"/>
                </a:cubicBezTo>
                <a:cubicBezTo>
                  <a:pt x="348" y="295"/>
                  <a:pt x="347" y="295"/>
                  <a:pt x="346" y="295"/>
                </a:cubicBezTo>
                <a:cubicBezTo>
                  <a:pt x="346" y="295"/>
                  <a:pt x="345" y="294"/>
                  <a:pt x="344" y="294"/>
                </a:cubicBezTo>
                <a:cubicBezTo>
                  <a:pt x="344" y="285"/>
                  <a:pt x="344" y="285"/>
                  <a:pt x="344" y="285"/>
                </a:cubicBezTo>
                <a:cubicBezTo>
                  <a:pt x="346" y="284"/>
                  <a:pt x="348" y="283"/>
                  <a:pt x="349" y="283"/>
                </a:cubicBezTo>
                <a:close/>
                <a:moveTo>
                  <a:pt x="349" y="305"/>
                </a:moveTo>
                <a:cubicBezTo>
                  <a:pt x="349" y="311"/>
                  <a:pt x="349" y="311"/>
                  <a:pt x="349" y="311"/>
                </a:cubicBezTo>
                <a:cubicBezTo>
                  <a:pt x="347" y="311"/>
                  <a:pt x="346" y="311"/>
                  <a:pt x="344" y="312"/>
                </a:cubicBezTo>
                <a:cubicBezTo>
                  <a:pt x="344" y="307"/>
                  <a:pt x="344" y="307"/>
                  <a:pt x="344" y="307"/>
                </a:cubicBezTo>
                <a:cubicBezTo>
                  <a:pt x="346" y="306"/>
                  <a:pt x="347" y="306"/>
                  <a:pt x="349" y="305"/>
                </a:cubicBezTo>
                <a:close/>
                <a:moveTo>
                  <a:pt x="349" y="319"/>
                </a:moveTo>
                <a:cubicBezTo>
                  <a:pt x="349" y="326"/>
                  <a:pt x="349" y="326"/>
                  <a:pt x="349" y="326"/>
                </a:cubicBezTo>
                <a:cubicBezTo>
                  <a:pt x="349" y="326"/>
                  <a:pt x="348" y="327"/>
                  <a:pt x="348" y="327"/>
                </a:cubicBezTo>
                <a:cubicBezTo>
                  <a:pt x="346" y="327"/>
                  <a:pt x="345" y="328"/>
                  <a:pt x="344" y="329"/>
                </a:cubicBezTo>
                <a:cubicBezTo>
                  <a:pt x="344" y="324"/>
                  <a:pt x="344" y="324"/>
                  <a:pt x="344" y="324"/>
                </a:cubicBezTo>
                <a:cubicBezTo>
                  <a:pt x="345" y="324"/>
                  <a:pt x="346" y="323"/>
                  <a:pt x="348" y="322"/>
                </a:cubicBezTo>
                <a:cubicBezTo>
                  <a:pt x="346" y="321"/>
                  <a:pt x="345" y="321"/>
                  <a:pt x="344" y="320"/>
                </a:cubicBezTo>
                <a:cubicBezTo>
                  <a:pt x="344" y="316"/>
                  <a:pt x="344" y="316"/>
                  <a:pt x="344" y="316"/>
                </a:cubicBezTo>
                <a:cubicBezTo>
                  <a:pt x="346" y="317"/>
                  <a:pt x="347" y="318"/>
                  <a:pt x="349" y="319"/>
                </a:cubicBezTo>
                <a:close/>
                <a:moveTo>
                  <a:pt x="349" y="378"/>
                </a:moveTo>
                <a:cubicBezTo>
                  <a:pt x="349" y="396"/>
                  <a:pt x="349" y="396"/>
                  <a:pt x="349" y="396"/>
                </a:cubicBezTo>
                <a:cubicBezTo>
                  <a:pt x="344" y="393"/>
                  <a:pt x="344" y="393"/>
                  <a:pt x="344" y="393"/>
                </a:cubicBezTo>
                <a:cubicBezTo>
                  <a:pt x="344" y="378"/>
                  <a:pt x="344" y="378"/>
                  <a:pt x="344" y="378"/>
                </a:cubicBezTo>
                <a:cubicBezTo>
                  <a:pt x="349" y="378"/>
                  <a:pt x="349" y="378"/>
                  <a:pt x="349" y="378"/>
                </a:cubicBezTo>
                <a:close/>
                <a:moveTo>
                  <a:pt x="349" y="479"/>
                </a:moveTo>
                <a:cubicBezTo>
                  <a:pt x="349" y="483"/>
                  <a:pt x="349" y="483"/>
                  <a:pt x="349" y="483"/>
                </a:cubicBezTo>
                <a:cubicBezTo>
                  <a:pt x="348" y="482"/>
                  <a:pt x="347" y="481"/>
                  <a:pt x="346" y="481"/>
                </a:cubicBezTo>
                <a:cubicBezTo>
                  <a:pt x="345" y="488"/>
                  <a:pt x="344" y="491"/>
                  <a:pt x="349" y="496"/>
                </a:cubicBezTo>
                <a:cubicBezTo>
                  <a:pt x="349" y="499"/>
                  <a:pt x="349" y="499"/>
                  <a:pt x="349" y="499"/>
                </a:cubicBezTo>
                <a:cubicBezTo>
                  <a:pt x="347" y="498"/>
                  <a:pt x="346" y="498"/>
                  <a:pt x="344" y="497"/>
                </a:cubicBezTo>
                <a:cubicBezTo>
                  <a:pt x="344" y="476"/>
                  <a:pt x="344" y="476"/>
                  <a:pt x="344" y="476"/>
                </a:cubicBezTo>
                <a:cubicBezTo>
                  <a:pt x="346" y="477"/>
                  <a:pt x="347" y="478"/>
                  <a:pt x="349" y="479"/>
                </a:cubicBezTo>
                <a:close/>
                <a:moveTo>
                  <a:pt x="349" y="556"/>
                </a:moveTo>
                <a:cubicBezTo>
                  <a:pt x="349" y="578"/>
                  <a:pt x="349" y="578"/>
                  <a:pt x="349" y="578"/>
                </a:cubicBezTo>
                <a:cubicBezTo>
                  <a:pt x="348" y="578"/>
                  <a:pt x="348" y="578"/>
                  <a:pt x="348" y="578"/>
                </a:cubicBezTo>
                <a:cubicBezTo>
                  <a:pt x="346" y="582"/>
                  <a:pt x="345" y="585"/>
                  <a:pt x="344" y="588"/>
                </a:cubicBezTo>
                <a:cubicBezTo>
                  <a:pt x="344" y="564"/>
                  <a:pt x="344" y="564"/>
                  <a:pt x="344" y="564"/>
                </a:cubicBezTo>
                <a:cubicBezTo>
                  <a:pt x="345" y="563"/>
                  <a:pt x="346" y="562"/>
                  <a:pt x="347" y="561"/>
                </a:cubicBezTo>
                <a:cubicBezTo>
                  <a:pt x="348" y="559"/>
                  <a:pt x="348" y="558"/>
                  <a:pt x="349" y="556"/>
                </a:cubicBezTo>
                <a:close/>
                <a:moveTo>
                  <a:pt x="349" y="606"/>
                </a:moveTo>
                <a:cubicBezTo>
                  <a:pt x="349" y="612"/>
                  <a:pt x="349" y="612"/>
                  <a:pt x="349" y="612"/>
                </a:cubicBezTo>
                <a:cubicBezTo>
                  <a:pt x="348" y="611"/>
                  <a:pt x="346" y="611"/>
                  <a:pt x="344" y="610"/>
                </a:cubicBezTo>
                <a:cubicBezTo>
                  <a:pt x="344" y="605"/>
                  <a:pt x="344" y="605"/>
                  <a:pt x="344" y="605"/>
                </a:cubicBezTo>
                <a:cubicBezTo>
                  <a:pt x="346" y="605"/>
                  <a:pt x="347" y="606"/>
                  <a:pt x="349" y="606"/>
                </a:cubicBezTo>
                <a:close/>
                <a:moveTo>
                  <a:pt x="349" y="628"/>
                </a:moveTo>
                <a:cubicBezTo>
                  <a:pt x="349" y="635"/>
                  <a:pt x="349" y="635"/>
                  <a:pt x="349" y="635"/>
                </a:cubicBezTo>
                <a:cubicBezTo>
                  <a:pt x="347" y="635"/>
                  <a:pt x="346" y="635"/>
                  <a:pt x="344" y="634"/>
                </a:cubicBezTo>
                <a:cubicBezTo>
                  <a:pt x="344" y="614"/>
                  <a:pt x="344" y="614"/>
                  <a:pt x="344" y="614"/>
                </a:cubicBezTo>
                <a:cubicBezTo>
                  <a:pt x="345" y="619"/>
                  <a:pt x="346" y="623"/>
                  <a:pt x="348" y="628"/>
                </a:cubicBezTo>
                <a:cubicBezTo>
                  <a:pt x="349" y="628"/>
                  <a:pt x="349" y="628"/>
                  <a:pt x="349" y="628"/>
                </a:cubicBezTo>
                <a:close/>
                <a:moveTo>
                  <a:pt x="349" y="745"/>
                </a:moveTo>
                <a:cubicBezTo>
                  <a:pt x="349" y="754"/>
                  <a:pt x="349" y="754"/>
                  <a:pt x="349" y="754"/>
                </a:cubicBezTo>
                <a:cubicBezTo>
                  <a:pt x="347" y="753"/>
                  <a:pt x="346" y="753"/>
                  <a:pt x="344" y="753"/>
                </a:cubicBezTo>
                <a:cubicBezTo>
                  <a:pt x="344" y="745"/>
                  <a:pt x="344" y="745"/>
                  <a:pt x="344" y="745"/>
                </a:cubicBezTo>
                <a:cubicBezTo>
                  <a:pt x="346" y="745"/>
                  <a:pt x="347" y="745"/>
                  <a:pt x="349" y="745"/>
                </a:cubicBezTo>
                <a:close/>
                <a:moveTo>
                  <a:pt x="344" y="686"/>
                </a:moveTo>
                <a:cubicBezTo>
                  <a:pt x="344" y="667"/>
                  <a:pt x="344" y="667"/>
                  <a:pt x="344" y="667"/>
                </a:cubicBezTo>
                <a:cubicBezTo>
                  <a:pt x="345" y="667"/>
                  <a:pt x="345" y="667"/>
                  <a:pt x="346" y="667"/>
                </a:cubicBezTo>
                <a:cubicBezTo>
                  <a:pt x="346" y="671"/>
                  <a:pt x="346" y="678"/>
                  <a:pt x="344" y="686"/>
                </a:cubicBezTo>
                <a:close/>
                <a:moveTo>
                  <a:pt x="344" y="540"/>
                </a:moveTo>
                <a:cubicBezTo>
                  <a:pt x="344" y="534"/>
                  <a:pt x="344" y="534"/>
                  <a:pt x="344" y="534"/>
                </a:cubicBezTo>
                <a:cubicBezTo>
                  <a:pt x="345" y="534"/>
                  <a:pt x="346" y="534"/>
                  <a:pt x="348" y="535"/>
                </a:cubicBezTo>
                <a:cubicBezTo>
                  <a:pt x="348" y="537"/>
                  <a:pt x="346" y="538"/>
                  <a:pt x="344" y="540"/>
                </a:cubicBezTo>
                <a:close/>
                <a:moveTo>
                  <a:pt x="337" y="6"/>
                </a:moveTo>
                <a:cubicBezTo>
                  <a:pt x="340" y="5"/>
                  <a:pt x="342" y="5"/>
                  <a:pt x="344" y="5"/>
                </a:cubicBezTo>
                <a:cubicBezTo>
                  <a:pt x="344" y="17"/>
                  <a:pt x="344" y="17"/>
                  <a:pt x="344" y="17"/>
                </a:cubicBezTo>
                <a:cubicBezTo>
                  <a:pt x="342" y="16"/>
                  <a:pt x="340" y="15"/>
                  <a:pt x="337" y="14"/>
                </a:cubicBezTo>
                <a:cubicBezTo>
                  <a:pt x="337" y="6"/>
                  <a:pt x="337" y="6"/>
                  <a:pt x="337" y="6"/>
                </a:cubicBezTo>
                <a:close/>
                <a:moveTo>
                  <a:pt x="344" y="790"/>
                </a:moveTo>
                <a:cubicBezTo>
                  <a:pt x="342" y="790"/>
                  <a:pt x="340" y="789"/>
                  <a:pt x="337" y="789"/>
                </a:cubicBezTo>
                <a:cubicBezTo>
                  <a:pt x="337" y="781"/>
                  <a:pt x="337" y="781"/>
                  <a:pt x="337" y="781"/>
                </a:cubicBezTo>
                <a:cubicBezTo>
                  <a:pt x="338" y="781"/>
                  <a:pt x="338" y="781"/>
                  <a:pt x="338" y="781"/>
                </a:cubicBezTo>
                <a:cubicBezTo>
                  <a:pt x="338" y="780"/>
                  <a:pt x="338" y="779"/>
                  <a:pt x="337" y="778"/>
                </a:cubicBezTo>
                <a:cubicBezTo>
                  <a:pt x="337" y="755"/>
                  <a:pt x="337" y="755"/>
                  <a:pt x="337" y="755"/>
                </a:cubicBezTo>
                <a:cubicBezTo>
                  <a:pt x="340" y="762"/>
                  <a:pt x="342" y="768"/>
                  <a:pt x="344" y="772"/>
                </a:cubicBezTo>
                <a:cubicBezTo>
                  <a:pt x="344" y="790"/>
                  <a:pt x="344" y="790"/>
                  <a:pt x="344" y="790"/>
                </a:cubicBezTo>
                <a:close/>
                <a:moveTo>
                  <a:pt x="344" y="41"/>
                </a:moveTo>
                <a:cubicBezTo>
                  <a:pt x="344" y="50"/>
                  <a:pt x="344" y="50"/>
                  <a:pt x="344" y="50"/>
                </a:cubicBezTo>
                <a:cubicBezTo>
                  <a:pt x="342" y="50"/>
                  <a:pt x="340" y="51"/>
                  <a:pt x="337" y="51"/>
                </a:cubicBezTo>
                <a:cubicBezTo>
                  <a:pt x="337" y="35"/>
                  <a:pt x="337" y="35"/>
                  <a:pt x="337" y="35"/>
                </a:cubicBezTo>
                <a:cubicBezTo>
                  <a:pt x="340" y="37"/>
                  <a:pt x="342" y="39"/>
                  <a:pt x="344" y="41"/>
                </a:cubicBezTo>
                <a:close/>
                <a:moveTo>
                  <a:pt x="344" y="118"/>
                </a:moveTo>
                <a:cubicBezTo>
                  <a:pt x="344" y="140"/>
                  <a:pt x="344" y="140"/>
                  <a:pt x="344" y="140"/>
                </a:cubicBezTo>
                <a:cubicBezTo>
                  <a:pt x="343" y="140"/>
                  <a:pt x="343" y="140"/>
                  <a:pt x="343" y="140"/>
                </a:cubicBezTo>
                <a:cubicBezTo>
                  <a:pt x="342" y="139"/>
                  <a:pt x="340" y="137"/>
                  <a:pt x="337" y="136"/>
                </a:cubicBezTo>
                <a:cubicBezTo>
                  <a:pt x="337" y="116"/>
                  <a:pt x="337" y="116"/>
                  <a:pt x="337" y="116"/>
                </a:cubicBezTo>
                <a:cubicBezTo>
                  <a:pt x="340" y="117"/>
                  <a:pt x="342" y="117"/>
                  <a:pt x="344" y="118"/>
                </a:cubicBezTo>
                <a:close/>
                <a:moveTo>
                  <a:pt x="344" y="171"/>
                </a:moveTo>
                <a:cubicBezTo>
                  <a:pt x="344" y="179"/>
                  <a:pt x="344" y="179"/>
                  <a:pt x="344" y="179"/>
                </a:cubicBezTo>
                <a:cubicBezTo>
                  <a:pt x="342" y="178"/>
                  <a:pt x="340" y="178"/>
                  <a:pt x="337" y="178"/>
                </a:cubicBezTo>
                <a:cubicBezTo>
                  <a:pt x="337" y="171"/>
                  <a:pt x="337" y="171"/>
                  <a:pt x="337" y="171"/>
                </a:cubicBezTo>
                <a:cubicBezTo>
                  <a:pt x="337" y="171"/>
                  <a:pt x="337" y="171"/>
                  <a:pt x="337" y="171"/>
                </a:cubicBezTo>
                <a:cubicBezTo>
                  <a:pt x="340" y="171"/>
                  <a:pt x="342" y="171"/>
                  <a:pt x="344" y="171"/>
                </a:cubicBezTo>
                <a:close/>
                <a:moveTo>
                  <a:pt x="344" y="190"/>
                </a:moveTo>
                <a:cubicBezTo>
                  <a:pt x="344" y="198"/>
                  <a:pt x="344" y="198"/>
                  <a:pt x="344" y="198"/>
                </a:cubicBezTo>
                <a:cubicBezTo>
                  <a:pt x="342" y="199"/>
                  <a:pt x="339" y="200"/>
                  <a:pt x="337" y="201"/>
                </a:cubicBezTo>
                <a:cubicBezTo>
                  <a:pt x="337" y="201"/>
                  <a:pt x="337" y="201"/>
                  <a:pt x="337" y="201"/>
                </a:cubicBezTo>
                <a:cubicBezTo>
                  <a:pt x="337" y="195"/>
                  <a:pt x="337" y="195"/>
                  <a:pt x="337" y="195"/>
                </a:cubicBezTo>
                <a:cubicBezTo>
                  <a:pt x="338" y="195"/>
                  <a:pt x="339" y="194"/>
                  <a:pt x="340" y="194"/>
                </a:cubicBezTo>
                <a:cubicBezTo>
                  <a:pt x="339" y="193"/>
                  <a:pt x="338" y="193"/>
                  <a:pt x="337" y="192"/>
                </a:cubicBezTo>
                <a:cubicBezTo>
                  <a:pt x="337" y="185"/>
                  <a:pt x="337" y="185"/>
                  <a:pt x="337" y="185"/>
                </a:cubicBezTo>
                <a:cubicBezTo>
                  <a:pt x="339" y="187"/>
                  <a:pt x="342" y="189"/>
                  <a:pt x="344" y="190"/>
                </a:cubicBezTo>
                <a:close/>
                <a:moveTo>
                  <a:pt x="344" y="211"/>
                </a:moveTo>
                <a:cubicBezTo>
                  <a:pt x="344" y="222"/>
                  <a:pt x="344" y="222"/>
                  <a:pt x="344" y="222"/>
                </a:cubicBezTo>
                <a:cubicBezTo>
                  <a:pt x="342" y="222"/>
                  <a:pt x="340" y="223"/>
                  <a:pt x="337" y="224"/>
                </a:cubicBezTo>
                <a:cubicBezTo>
                  <a:pt x="337" y="213"/>
                  <a:pt x="337" y="213"/>
                  <a:pt x="337" y="213"/>
                </a:cubicBezTo>
                <a:cubicBezTo>
                  <a:pt x="340" y="212"/>
                  <a:pt x="342" y="211"/>
                  <a:pt x="344" y="211"/>
                </a:cubicBezTo>
                <a:close/>
                <a:moveTo>
                  <a:pt x="344" y="224"/>
                </a:moveTo>
                <a:cubicBezTo>
                  <a:pt x="337" y="226"/>
                  <a:pt x="337" y="226"/>
                  <a:pt x="337" y="226"/>
                </a:cubicBezTo>
                <a:cubicBezTo>
                  <a:pt x="337" y="234"/>
                  <a:pt x="337" y="234"/>
                  <a:pt x="337" y="234"/>
                </a:cubicBezTo>
                <a:cubicBezTo>
                  <a:pt x="340" y="233"/>
                  <a:pt x="342" y="233"/>
                  <a:pt x="344" y="232"/>
                </a:cubicBezTo>
                <a:cubicBezTo>
                  <a:pt x="344" y="224"/>
                  <a:pt x="344" y="224"/>
                  <a:pt x="344" y="224"/>
                </a:cubicBezTo>
                <a:close/>
                <a:moveTo>
                  <a:pt x="344" y="234"/>
                </a:moveTo>
                <a:cubicBezTo>
                  <a:pt x="344" y="241"/>
                  <a:pt x="344" y="241"/>
                  <a:pt x="344" y="241"/>
                </a:cubicBezTo>
                <a:cubicBezTo>
                  <a:pt x="342" y="242"/>
                  <a:pt x="339" y="243"/>
                  <a:pt x="337" y="244"/>
                </a:cubicBezTo>
                <a:cubicBezTo>
                  <a:pt x="337" y="237"/>
                  <a:pt x="337" y="237"/>
                  <a:pt x="337" y="237"/>
                </a:cubicBezTo>
                <a:cubicBezTo>
                  <a:pt x="340" y="236"/>
                  <a:pt x="342" y="235"/>
                  <a:pt x="344" y="234"/>
                </a:cubicBezTo>
                <a:close/>
                <a:moveTo>
                  <a:pt x="344" y="245"/>
                </a:moveTo>
                <a:cubicBezTo>
                  <a:pt x="344" y="267"/>
                  <a:pt x="344" y="267"/>
                  <a:pt x="344" y="267"/>
                </a:cubicBezTo>
                <a:cubicBezTo>
                  <a:pt x="343" y="266"/>
                  <a:pt x="343" y="266"/>
                  <a:pt x="337" y="264"/>
                </a:cubicBezTo>
                <a:cubicBezTo>
                  <a:pt x="337" y="248"/>
                  <a:pt x="337" y="248"/>
                  <a:pt x="337" y="248"/>
                </a:cubicBezTo>
                <a:cubicBezTo>
                  <a:pt x="340" y="247"/>
                  <a:pt x="342" y="246"/>
                  <a:pt x="344" y="245"/>
                </a:cubicBezTo>
                <a:close/>
                <a:moveTo>
                  <a:pt x="344" y="267"/>
                </a:moveTo>
                <a:cubicBezTo>
                  <a:pt x="344" y="277"/>
                  <a:pt x="344" y="277"/>
                  <a:pt x="344" y="277"/>
                </a:cubicBezTo>
                <a:cubicBezTo>
                  <a:pt x="342" y="278"/>
                  <a:pt x="340" y="279"/>
                  <a:pt x="337" y="278"/>
                </a:cubicBezTo>
                <a:cubicBezTo>
                  <a:pt x="337" y="272"/>
                  <a:pt x="337" y="272"/>
                  <a:pt x="337" y="272"/>
                </a:cubicBezTo>
                <a:cubicBezTo>
                  <a:pt x="339" y="269"/>
                  <a:pt x="340" y="269"/>
                  <a:pt x="344" y="267"/>
                </a:cubicBezTo>
                <a:close/>
                <a:moveTo>
                  <a:pt x="344" y="285"/>
                </a:moveTo>
                <a:cubicBezTo>
                  <a:pt x="344" y="294"/>
                  <a:pt x="344" y="294"/>
                  <a:pt x="344" y="294"/>
                </a:cubicBezTo>
                <a:cubicBezTo>
                  <a:pt x="342" y="292"/>
                  <a:pt x="341" y="290"/>
                  <a:pt x="342" y="286"/>
                </a:cubicBezTo>
                <a:cubicBezTo>
                  <a:pt x="343" y="286"/>
                  <a:pt x="344" y="285"/>
                  <a:pt x="344" y="285"/>
                </a:cubicBezTo>
                <a:close/>
                <a:moveTo>
                  <a:pt x="344" y="307"/>
                </a:moveTo>
                <a:cubicBezTo>
                  <a:pt x="344" y="312"/>
                  <a:pt x="344" y="312"/>
                  <a:pt x="344" y="312"/>
                </a:cubicBezTo>
                <a:cubicBezTo>
                  <a:pt x="343" y="312"/>
                  <a:pt x="342" y="313"/>
                  <a:pt x="341" y="314"/>
                </a:cubicBezTo>
                <a:cubicBezTo>
                  <a:pt x="342" y="315"/>
                  <a:pt x="343" y="315"/>
                  <a:pt x="344" y="316"/>
                </a:cubicBezTo>
                <a:cubicBezTo>
                  <a:pt x="344" y="320"/>
                  <a:pt x="344" y="320"/>
                  <a:pt x="344" y="320"/>
                </a:cubicBezTo>
                <a:cubicBezTo>
                  <a:pt x="342" y="319"/>
                  <a:pt x="340" y="318"/>
                  <a:pt x="337" y="318"/>
                </a:cubicBezTo>
                <a:cubicBezTo>
                  <a:pt x="337" y="312"/>
                  <a:pt x="337" y="312"/>
                  <a:pt x="337" y="312"/>
                </a:cubicBezTo>
                <a:cubicBezTo>
                  <a:pt x="338" y="311"/>
                  <a:pt x="340" y="310"/>
                  <a:pt x="342" y="308"/>
                </a:cubicBezTo>
                <a:cubicBezTo>
                  <a:pt x="343" y="308"/>
                  <a:pt x="343" y="307"/>
                  <a:pt x="344" y="307"/>
                </a:cubicBezTo>
                <a:close/>
                <a:moveTo>
                  <a:pt x="344" y="324"/>
                </a:moveTo>
                <a:cubicBezTo>
                  <a:pt x="344" y="329"/>
                  <a:pt x="344" y="329"/>
                  <a:pt x="344" y="329"/>
                </a:cubicBezTo>
                <a:cubicBezTo>
                  <a:pt x="341" y="330"/>
                  <a:pt x="340" y="333"/>
                  <a:pt x="337" y="334"/>
                </a:cubicBezTo>
                <a:cubicBezTo>
                  <a:pt x="337" y="330"/>
                  <a:pt x="337" y="330"/>
                  <a:pt x="337" y="330"/>
                </a:cubicBezTo>
                <a:cubicBezTo>
                  <a:pt x="338" y="330"/>
                  <a:pt x="338" y="330"/>
                  <a:pt x="338" y="329"/>
                </a:cubicBezTo>
                <a:cubicBezTo>
                  <a:pt x="337" y="329"/>
                  <a:pt x="337" y="329"/>
                  <a:pt x="337" y="329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41" y="325"/>
                  <a:pt x="342" y="325"/>
                  <a:pt x="344" y="324"/>
                </a:cubicBezTo>
                <a:close/>
                <a:moveTo>
                  <a:pt x="344" y="378"/>
                </a:moveTo>
                <a:cubicBezTo>
                  <a:pt x="344" y="393"/>
                  <a:pt x="344" y="393"/>
                  <a:pt x="344" y="393"/>
                </a:cubicBezTo>
                <a:cubicBezTo>
                  <a:pt x="337" y="387"/>
                  <a:pt x="337" y="387"/>
                  <a:pt x="337" y="387"/>
                </a:cubicBezTo>
                <a:cubicBezTo>
                  <a:pt x="337" y="379"/>
                  <a:pt x="337" y="379"/>
                  <a:pt x="337" y="379"/>
                </a:cubicBezTo>
                <a:cubicBezTo>
                  <a:pt x="344" y="378"/>
                  <a:pt x="344" y="378"/>
                  <a:pt x="344" y="378"/>
                </a:cubicBezTo>
                <a:close/>
                <a:moveTo>
                  <a:pt x="344" y="476"/>
                </a:moveTo>
                <a:cubicBezTo>
                  <a:pt x="344" y="497"/>
                  <a:pt x="344" y="497"/>
                  <a:pt x="344" y="497"/>
                </a:cubicBezTo>
                <a:cubicBezTo>
                  <a:pt x="342" y="495"/>
                  <a:pt x="340" y="494"/>
                  <a:pt x="337" y="493"/>
                </a:cubicBezTo>
                <a:cubicBezTo>
                  <a:pt x="337" y="488"/>
                  <a:pt x="337" y="488"/>
                  <a:pt x="337" y="488"/>
                </a:cubicBezTo>
                <a:cubicBezTo>
                  <a:pt x="338" y="489"/>
                  <a:pt x="338" y="490"/>
                  <a:pt x="340" y="491"/>
                </a:cubicBezTo>
                <a:cubicBezTo>
                  <a:pt x="340" y="484"/>
                  <a:pt x="342" y="479"/>
                  <a:pt x="337" y="474"/>
                </a:cubicBezTo>
                <a:cubicBezTo>
                  <a:pt x="337" y="470"/>
                  <a:pt x="337" y="470"/>
                  <a:pt x="337" y="470"/>
                </a:cubicBezTo>
                <a:cubicBezTo>
                  <a:pt x="339" y="471"/>
                  <a:pt x="340" y="472"/>
                  <a:pt x="342" y="473"/>
                </a:cubicBezTo>
                <a:cubicBezTo>
                  <a:pt x="343" y="474"/>
                  <a:pt x="343" y="475"/>
                  <a:pt x="344" y="476"/>
                </a:cubicBezTo>
                <a:close/>
                <a:moveTo>
                  <a:pt x="344" y="534"/>
                </a:moveTo>
                <a:cubicBezTo>
                  <a:pt x="344" y="540"/>
                  <a:pt x="344" y="540"/>
                  <a:pt x="344" y="540"/>
                </a:cubicBezTo>
                <a:cubicBezTo>
                  <a:pt x="342" y="542"/>
                  <a:pt x="340" y="544"/>
                  <a:pt x="337" y="545"/>
                </a:cubicBezTo>
                <a:cubicBezTo>
                  <a:pt x="337" y="536"/>
                  <a:pt x="337" y="536"/>
                  <a:pt x="337" y="536"/>
                </a:cubicBezTo>
                <a:cubicBezTo>
                  <a:pt x="339" y="535"/>
                  <a:pt x="341" y="535"/>
                  <a:pt x="344" y="534"/>
                </a:cubicBezTo>
                <a:close/>
                <a:moveTo>
                  <a:pt x="344" y="564"/>
                </a:moveTo>
                <a:cubicBezTo>
                  <a:pt x="344" y="588"/>
                  <a:pt x="344" y="588"/>
                  <a:pt x="344" y="588"/>
                </a:cubicBezTo>
                <a:cubicBezTo>
                  <a:pt x="344" y="590"/>
                  <a:pt x="344" y="590"/>
                  <a:pt x="343" y="591"/>
                </a:cubicBezTo>
                <a:cubicBezTo>
                  <a:pt x="342" y="592"/>
                  <a:pt x="340" y="593"/>
                  <a:pt x="338" y="593"/>
                </a:cubicBezTo>
                <a:cubicBezTo>
                  <a:pt x="338" y="592"/>
                  <a:pt x="338" y="590"/>
                  <a:pt x="337" y="589"/>
                </a:cubicBezTo>
                <a:cubicBezTo>
                  <a:pt x="337" y="580"/>
                  <a:pt x="337" y="580"/>
                  <a:pt x="337" y="580"/>
                </a:cubicBezTo>
                <a:cubicBezTo>
                  <a:pt x="338" y="580"/>
                  <a:pt x="338" y="580"/>
                  <a:pt x="338" y="580"/>
                </a:cubicBezTo>
                <a:cubicBezTo>
                  <a:pt x="340" y="576"/>
                  <a:pt x="341" y="569"/>
                  <a:pt x="344" y="564"/>
                </a:cubicBezTo>
                <a:close/>
                <a:moveTo>
                  <a:pt x="344" y="605"/>
                </a:moveTo>
                <a:cubicBezTo>
                  <a:pt x="344" y="610"/>
                  <a:pt x="344" y="610"/>
                  <a:pt x="344" y="610"/>
                </a:cubicBezTo>
                <a:cubicBezTo>
                  <a:pt x="344" y="610"/>
                  <a:pt x="343" y="610"/>
                  <a:pt x="343" y="610"/>
                </a:cubicBezTo>
                <a:cubicBezTo>
                  <a:pt x="343" y="612"/>
                  <a:pt x="344" y="613"/>
                  <a:pt x="344" y="614"/>
                </a:cubicBezTo>
                <a:cubicBezTo>
                  <a:pt x="344" y="634"/>
                  <a:pt x="344" y="634"/>
                  <a:pt x="344" y="634"/>
                </a:cubicBezTo>
                <a:cubicBezTo>
                  <a:pt x="342" y="634"/>
                  <a:pt x="339" y="633"/>
                  <a:pt x="337" y="633"/>
                </a:cubicBezTo>
                <a:cubicBezTo>
                  <a:pt x="337" y="627"/>
                  <a:pt x="337" y="627"/>
                  <a:pt x="337" y="627"/>
                </a:cubicBezTo>
                <a:cubicBezTo>
                  <a:pt x="338" y="627"/>
                  <a:pt x="338" y="627"/>
                  <a:pt x="338" y="628"/>
                </a:cubicBezTo>
                <a:cubicBezTo>
                  <a:pt x="339" y="627"/>
                  <a:pt x="340" y="627"/>
                  <a:pt x="342" y="626"/>
                </a:cubicBezTo>
                <a:cubicBezTo>
                  <a:pt x="340" y="622"/>
                  <a:pt x="339" y="618"/>
                  <a:pt x="337" y="614"/>
                </a:cubicBezTo>
                <a:cubicBezTo>
                  <a:pt x="337" y="604"/>
                  <a:pt x="337" y="604"/>
                  <a:pt x="337" y="604"/>
                </a:cubicBezTo>
                <a:cubicBezTo>
                  <a:pt x="338" y="604"/>
                  <a:pt x="338" y="604"/>
                  <a:pt x="338" y="605"/>
                </a:cubicBezTo>
                <a:cubicBezTo>
                  <a:pt x="340" y="605"/>
                  <a:pt x="342" y="605"/>
                  <a:pt x="344" y="605"/>
                </a:cubicBezTo>
                <a:close/>
                <a:moveTo>
                  <a:pt x="344" y="667"/>
                </a:moveTo>
                <a:cubicBezTo>
                  <a:pt x="344" y="686"/>
                  <a:pt x="344" y="686"/>
                  <a:pt x="344" y="686"/>
                </a:cubicBezTo>
                <a:cubicBezTo>
                  <a:pt x="342" y="695"/>
                  <a:pt x="340" y="704"/>
                  <a:pt x="337" y="708"/>
                </a:cubicBezTo>
                <a:cubicBezTo>
                  <a:pt x="337" y="708"/>
                  <a:pt x="337" y="708"/>
                  <a:pt x="337" y="708"/>
                </a:cubicBezTo>
                <a:cubicBezTo>
                  <a:pt x="337" y="667"/>
                  <a:pt x="337" y="667"/>
                  <a:pt x="337" y="667"/>
                </a:cubicBezTo>
                <a:cubicBezTo>
                  <a:pt x="339" y="667"/>
                  <a:pt x="342" y="667"/>
                  <a:pt x="344" y="667"/>
                </a:cubicBezTo>
                <a:close/>
                <a:moveTo>
                  <a:pt x="344" y="745"/>
                </a:moveTo>
                <a:cubicBezTo>
                  <a:pt x="344" y="753"/>
                  <a:pt x="344" y="753"/>
                  <a:pt x="344" y="753"/>
                </a:cubicBezTo>
                <a:cubicBezTo>
                  <a:pt x="342" y="753"/>
                  <a:pt x="340" y="753"/>
                  <a:pt x="337" y="753"/>
                </a:cubicBezTo>
                <a:cubicBezTo>
                  <a:pt x="337" y="745"/>
                  <a:pt x="337" y="745"/>
                  <a:pt x="337" y="745"/>
                </a:cubicBezTo>
                <a:cubicBezTo>
                  <a:pt x="340" y="745"/>
                  <a:pt x="342" y="745"/>
                  <a:pt x="344" y="745"/>
                </a:cubicBezTo>
                <a:close/>
                <a:moveTo>
                  <a:pt x="337" y="532"/>
                </a:moveTo>
                <a:cubicBezTo>
                  <a:pt x="337" y="522"/>
                  <a:pt x="337" y="522"/>
                  <a:pt x="337" y="522"/>
                </a:cubicBezTo>
                <a:cubicBezTo>
                  <a:pt x="343" y="523"/>
                  <a:pt x="343" y="523"/>
                  <a:pt x="343" y="523"/>
                </a:cubicBezTo>
                <a:cubicBezTo>
                  <a:pt x="344" y="526"/>
                  <a:pt x="341" y="529"/>
                  <a:pt x="337" y="532"/>
                </a:cubicBezTo>
                <a:close/>
                <a:moveTo>
                  <a:pt x="337" y="517"/>
                </a:moveTo>
                <a:cubicBezTo>
                  <a:pt x="337" y="509"/>
                  <a:pt x="337" y="509"/>
                  <a:pt x="337" y="509"/>
                </a:cubicBezTo>
                <a:cubicBezTo>
                  <a:pt x="339" y="508"/>
                  <a:pt x="340" y="508"/>
                  <a:pt x="342" y="508"/>
                </a:cubicBezTo>
                <a:cubicBezTo>
                  <a:pt x="344" y="511"/>
                  <a:pt x="344" y="513"/>
                  <a:pt x="343" y="516"/>
                </a:cubicBezTo>
                <a:cubicBezTo>
                  <a:pt x="341" y="516"/>
                  <a:pt x="339" y="517"/>
                  <a:pt x="337" y="517"/>
                </a:cubicBezTo>
                <a:close/>
                <a:moveTo>
                  <a:pt x="337" y="101"/>
                </a:moveTo>
                <a:cubicBezTo>
                  <a:pt x="337" y="84"/>
                  <a:pt x="337" y="84"/>
                  <a:pt x="337" y="84"/>
                </a:cubicBezTo>
                <a:cubicBezTo>
                  <a:pt x="338" y="84"/>
                  <a:pt x="339" y="84"/>
                  <a:pt x="340" y="84"/>
                </a:cubicBezTo>
                <a:cubicBezTo>
                  <a:pt x="343" y="91"/>
                  <a:pt x="342" y="94"/>
                  <a:pt x="340" y="100"/>
                </a:cubicBezTo>
                <a:lnTo>
                  <a:pt x="337" y="101"/>
                </a:lnTo>
                <a:close/>
                <a:moveTo>
                  <a:pt x="328" y="7"/>
                </a:moveTo>
                <a:cubicBezTo>
                  <a:pt x="331" y="7"/>
                  <a:pt x="334" y="6"/>
                  <a:pt x="337" y="6"/>
                </a:cubicBezTo>
                <a:cubicBezTo>
                  <a:pt x="337" y="14"/>
                  <a:pt x="337" y="14"/>
                  <a:pt x="337" y="14"/>
                </a:cubicBezTo>
                <a:cubicBezTo>
                  <a:pt x="334" y="14"/>
                  <a:pt x="331" y="14"/>
                  <a:pt x="328" y="14"/>
                </a:cubicBezTo>
                <a:cubicBezTo>
                  <a:pt x="328" y="7"/>
                  <a:pt x="328" y="7"/>
                  <a:pt x="328" y="7"/>
                </a:cubicBezTo>
                <a:close/>
                <a:moveTo>
                  <a:pt x="337" y="789"/>
                </a:moveTo>
                <a:cubicBezTo>
                  <a:pt x="334" y="789"/>
                  <a:pt x="331" y="788"/>
                  <a:pt x="328" y="788"/>
                </a:cubicBezTo>
                <a:cubicBezTo>
                  <a:pt x="328" y="781"/>
                  <a:pt x="328" y="781"/>
                  <a:pt x="328" y="781"/>
                </a:cubicBezTo>
                <a:cubicBezTo>
                  <a:pt x="331" y="781"/>
                  <a:pt x="334" y="781"/>
                  <a:pt x="337" y="781"/>
                </a:cubicBezTo>
                <a:cubicBezTo>
                  <a:pt x="337" y="789"/>
                  <a:pt x="337" y="789"/>
                  <a:pt x="337" y="789"/>
                </a:cubicBezTo>
                <a:close/>
                <a:moveTo>
                  <a:pt x="337" y="35"/>
                </a:moveTo>
                <a:cubicBezTo>
                  <a:pt x="337" y="51"/>
                  <a:pt x="337" y="51"/>
                  <a:pt x="337" y="51"/>
                </a:cubicBezTo>
                <a:cubicBezTo>
                  <a:pt x="334" y="52"/>
                  <a:pt x="331" y="52"/>
                  <a:pt x="328" y="53"/>
                </a:cubicBezTo>
                <a:cubicBezTo>
                  <a:pt x="328" y="45"/>
                  <a:pt x="328" y="45"/>
                  <a:pt x="328" y="45"/>
                </a:cubicBezTo>
                <a:cubicBezTo>
                  <a:pt x="329" y="44"/>
                  <a:pt x="331" y="44"/>
                  <a:pt x="332" y="43"/>
                </a:cubicBezTo>
                <a:cubicBezTo>
                  <a:pt x="331" y="41"/>
                  <a:pt x="329" y="40"/>
                  <a:pt x="328" y="38"/>
                </a:cubicBezTo>
                <a:cubicBezTo>
                  <a:pt x="328" y="26"/>
                  <a:pt x="328" y="26"/>
                  <a:pt x="328" y="26"/>
                </a:cubicBezTo>
                <a:cubicBezTo>
                  <a:pt x="331" y="29"/>
                  <a:pt x="334" y="33"/>
                  <a:pt x="337" y="35"/>
                </a:cubicBezTo>
                <a:close/>
                <a:moveTo>
                  <a:pt x="337" y="84"/>
                </a:moveTo>
                <a:cubicBezTo>
                  <a:pt x="337" y="101"/>
                  <a:pt x="337" y="101"/>
                  <a:pt x="337" y="101"/>
                </a:cubicBezTo>
                <a:cubicBezTo>
                  <a:pt x="334" y="102"/>
                  <a:pt x="331" y="103"/>
                  <a:pt x="328" y="103"/>
                </a:cubicBezTo>
                <a:cubicBezTo>
                  <a:pt x="328" y="87"/>
                  <a:pt x="328" y="87"/>
                  <a:pt x="328" y="87"/>
                </a:cubicBezTo>
                <a:cubicBezTo>
                  <a:pt x="331" y="86"/>
                  <a:pt x="334" y="85"/>
                  <a:pt x="337" y="84"/>
                </a:cubicBezTo>
                <a:close/>
                <a:moveTo>
                  <a:pt x="337" y="116"/>
                </a:moveTo>
                <a:cubicBezTo>
                  <a:pt x="337" y="136"/>
                  <a:pt x="337" y="136"/>
                  <a:pt x="337" y="136"/>
                </a:cubicBezTo>
                <a:cubicBezTo>
                  <a:pt x="334" y="134"/>
                  <a:pt x="331" y="131"/>
                  <a:pt x="328" y="129"/>
                </a:cubicBezTo>
                <a:cubicBezTo>
                  <a:pt x="328" y="113"/>
                  <a:pt x="328" y="113"/>
                  <a:pt x="328" y="113"/>
                </a:cubicBezTo>
                <a:cubicBezTo>
                  <a:pt x="331" y="114"/>
                  <a:pt x="334" y="115"/>
                  <a:pt x="337" y="116"/>
                </a:cubicBezTo>
                <a:close/>
                <a:moveTo>
                  <a:pt x="337" y="171"/>
                </a:moveTo>
                <a:cubicBezTo>
                  <a:pt x="337" y="178"/>
                  <a:pt x="337" y="178"/>
                  <a:pt x="337" y="178"/>
                </a:cubicBezTo>
                <a:cubicBezTo>
                  <a:pt x="336" y="178"/>
                  <a:pt x="334" y="178"/>
                  <a:pt x="332" y="178"/>
                </a:cubicBezTo>
                <a:cubicBezTo>
                  <a:pt x="334" y="181"/>
                  <a:pt x="335" y="183"/>
                  <a:pt x="337" y="185"/>
                </a:cubicBezTo>
                <a:cubicBezTo>
                  <a:pt x="337" y="192"/>
                  <a:pt x="337" y="192"/>
                  <a:pt x="337" y="192"/>
                </a:cubicBezTo>
                <a:cubicBezTo>
                  <a:pt x="333" y="190"/>
                  <a:pt x="330" y="187"/>
                  <a:pt x="328" y="185"/>
                </a:cubicBezTo>
                <a:cubicBezTo>
                  <a:pt x="328" y="175"/>
                  <a:pt x="328" y="175"/>
                  <a:pt x="328" y="175"/>
                </a:cubicBezTo>
                <a:cubicBezTo>
                  <a:pt x="331" y="174"/>
                  <a:pt x="334" y="173"/>
                  <a:pt x="337" y="171"/>
                </a:cubicBezTo>
                <a:close/>
                <a:moveTo>
                  <a:pt x="337" y="195"/>
                </a:moveTo>
                <a:cubicBezTo>
                  <a:pt x="337" y="201"/>
                  <a:pt x="337" y="201"/>
                  <a:pt x="337" y="201"/>
                </a:cubicBezTo>
                <a:cubicBezTo>
                  <a:pt x="334" y="202"/>
                  <a:pt x="331" y="202"/>
                  <a:pt x="328" y="203"/>
                </a:cubicBezTo>
                <a:cubicBezTo>
                  <a:pt x="328" y="197"/>
                  <a:pt x="328" y="197"/>
                  <a:pt x="328" y="197"/>
                </a:cubicBezTo>
                <a:cubicBezTo>
                  <a:pt x="332" y="197"/>
                  <a:pt x="334" y="196"/>
                  <a:pt x="337" y="195"/>
                </a:cubicBezTo>
                <a:close/>
                <a:moveTo>
                  <a:pt x="337" y="213"/>
                </a:moveTo>
                <a:cubicBezTo>
                  <a:pt x="337" y="224"/>
                  <a:pt x="337" y="224"/>
                  <a:pt x="337" y="224"/>
                </a:cubicBezTo>
                <a:cubicBezTo>
                  <a:pt x="335" y="225"/>
                  <a:pt x="333" y="226"/>
                  <a:pt x="331" y="226"/>
                </a:cubicBezTo>
                <a:cubicBezTo>
                  <a:pt x="331" y="227"/>
                  <a:pt x="331" y="228"/>
                  <a:pt x="331" y="229"/>
                </a:cubicBezTo>
                <a:cubicBezTo>
                  <a:pt x="337" y="226"/>
                  <a:pt x="337" y="226"/>
                  <a:pt x="337" y="226"/>
                </a:cubicBezTo>
                <a:cubicBezTo>
                  <a:pt x="337" y="234"/>
                  <a:pt x="337" y="234"/>
                  <a:pt x="337" y="234"/>
                </a:cubicBezTo>
                <a:cubicBezTo>
                  <a:pt x="334" y="235"/>
                  <a:pt x="330" y="237"/>
                  <a:pt x="328" y="239"/>
                </a:cubicBezTo>
                <a:cubicBezTo>
                  <a:pt x="328" y="216"/>
                  <a:pt x="328" y="216"/>
                  <a:pt x="328" y="216"/>
                </a:cubicBezTo>
                <a:cubicBezTo>
                  <a:pt x="331" y="215"/>
                  <a:pt x="334" y="214"/>
                  <a:pt x="337" y="213"/>
                </a:cubicBezTo>
                <a:close/>
                <a:moveTo>
                  <a:pt x="337" y="237"/>
                </a:moveTo>
                <a:cubicBezTo>
                  <a:pt x="334" y="239"/>
                  <a:pt x="331" y="240"/>
                  <a:pt x="328" y="242"/>
                </a:cubicBezTo>
                <a:cubicBezTo>
                  <a:pt x="328" y="260"/>
                  <a:pt x="328" y="260"/>
                  <a:pt x="328" y="260"/>
                </a:cubicBezTo>
                <a:cubicBezTo>
                  <a:pt x="329" y="260"/>
                  <a:pt x="331" y="260"/>
                  <a:pt x="332" y="260"/>
                </a:cubicBezTo>
                <a:cubicBezTo>
                  <a:pt x="332" y="260"/>
                  <a:pt x="332" y="259"/>
                  <a:pt x="332" y="258"/>
                </a:cubicBezTo>
                <a:cubicBezTo>
                  <a:pt x="333" y="258"/>
                  <a:pt x="334" y="258"/>
                  <a:pt x="335" y="258"/>
                </a:cubicBezTo>
                <a:cubicBezTo>
                  <a:pt x="335" y="260"/>
                  <a:pt x="335" y="262"/>
                  <a:pt x="336" y="264"/>
                </a:cubicBezTo>
                <a:cubicBezTo>
                  <a:pt x="337" y="264"/>
                  <a:pt x="337" y="264"/>
                  <a:pt x="337" y="264"/>
                </a:cubicBezTo>
                <a:cubicBezTo>
                  <a:pt x="337" y="248"/>
                  <a:pt x="337" y="248"/>
                  <a:pt x="337" y="248"/>
                </a:cubicBezTo>
                <a:cubicBezTo>
                  <a:pt x="335" y="249"/>
                  <a:pt x="333" y="249"/>
                  <a:pt x="330" y="250"/>
                </a:cubicBezTo>
                <a:cubicBezTo>
                  <a:pt x="332" y="247"/>
                  <a:pt x="334" y="245"/>
                  <a:pt x="337" y="244"/>
                </a:cubicBezTo>
                <a:cubicBezTo>
                  <a:pt x="337" y="237"/>
                  <a:pt x="337" y="237"/>
                  <a:pt x="337" y="237"/>
                </a:cubicBezTo>
                <a:close/>
                <a:moveTo>
                  <a:pt x="337" y="272"/>
                </a:moveTo>
                <a:cubicBezTo>
                  <a:pt x="337" y="278"/>
                  <a:pt x="337" y="278"/>
                  <a:pt x="337" y="278"/>
                </a:cubicBezTo>
                <a:cubicBezTo>
                  <a:pt x="337" y="278"/>
                  <a:pt x="336" y="277"/>
                  <a:pt x="336" y="277"/>
                </a:cubicBezTo>
                <a:cubicBezTo>
                  <a:pt x="336" y="276"/>
                  <a:pt x="336" y="275"/>
                  <a:pt x="336" y="273"/>
                </a:cubicBezTo>
                <a:cubicBezTo>
                  <a:pt x="336" y="273"/>
                  <a:pt x="337" y="272"/>
                  <a:pt x="337" y="272"/>
                </a:cubicBezTo>
                <a:close/>
                <a:moveTo>
                  <a:pt x="337" y="312"/>
                </a:moveTo>
                <a:cubicBezTo>
                  <a:pt x="337" y="318"/>
                  <a:pt x="337" y="318"/>
                  <a:pt x="337" y="318"/>
                </a:cubicBezTo>
                <a:cubicBezTo>
                  <a:pt x="335" y="318"/>
                  <a:pt x="333" y="319"/>
                  <a:pt x="330" y="321"/>
                </a:cubicBezTo>
                <a:cubicBezTo>
                  <a:pt x="332" y="322"/>
                  <a:pt x="335" y="323"/>
                  <a:pt x="337" y="325"/>
                </a:cubicBezTo>
                <a:cubicBezTo>
                  <a:pt x="337" y="329"/>
                  <a:pt x="337" y="329"/>
                  <a:pt x="337" y="329"/>
                </a:cubicBezTo>
                <a:cubicBezTo>
                  <a:pt x="333" y="327"/>
                  <a:pt x="330" y="326"/>
                  <a:pt x="328" y="326"/>
                </a:cubicBezTo>
                <a:cubicBezTo>
                  <a:pt x="328" y="316"/>
                  <a:pt x="328" y="316"/>
                  <a:pt x="328" y="316"/>
                </a:cubicBezTo>
                <a:cubicBezTo>
                  <a:pt x="329" y="317"/>
                  <a:pt x="329" y="317"/>
                  <a:pt x="329" y="317"/>
                </a:cubicBezTo>
                <a:cubicBezTo>
                  <a:pt x="334" y="314"/>
                  <a:pt x="335" y="313"/>
                  <a:pt x="337" y="312"/>
                </a:cubicBezTo>
                <a:close/>
                <a:moveTo>
                  <a:pt x="337" y="330"/>
                </a:moveTo>
                <a:cubicBezTo>
                  <a:pt x="337" y="334"/>
                  <a:pt x="337" y="334"/>
                  <a:pt x="337" y="334"/>
                </a:cubicBezTo>
                <a:cubicBezTo>
                  <a:pt x="336" y="335"/>
                  <a:pt x="335" y="336"/>
                  <a:pt x="334" y="336"/>
                </a:cubicBezTo>
                <a:cubicBezTo>
                  <a:pt x="333" y="339"/>
                  <a:pt x="330" y="342"/>
                  <a:pt x="328" y="344"/>
                </a:cubicBezTo>
                <a:cubicBezTo>
                  <a:pt x="328" y="338"/>
                  <a:pt x="328" y="338"/>
                  <a:pt x="328" y="338"/>
                </a:cubicBezTo>
                <a:cubicBezTo>
                  <a:pt x="328" y="338"/>
                  <a:pt x="328" y="338"/>
                  <a:pt x="328" y="338"/>
                </a:cubicBezTo>
                <a:cubicBezTo>
                  <a:pt x="328" y="337"/>
                  <a:pt x="328" y="337"/>
                  <a:pt x="328" y="337"/>
                </a:cubicBezTo>
                <a:cubicBezTo>
                  <a:pt x="328" y="332"/>
                  <a:pt x="328" y="332"/>
                  <a:pt x="328" y="332"/>
                </a:cubicBezTo>
                <a:cubicBezTo>
                  <a:pt x="332" y="332"/>
                  <a:pt x="334" y="332"/>
                  <a:pt x="337" y="330"/>
                </a:cubicBezTo>
                <a:close/>
                <a:moveTo>
                  <a:pt x="337" y="379"/>
                </a:moveTo>
                <a:cubicBezTo>
                  <a:pt x="337" y="387"/>
                  <a:pt x="337" y="387"/>
                  <a:pt x="337" y="387"/>
                </a:cubicBezTo>
                <a:cubicBezTo>
                  <a:pt x="328" y="381"/>
                  <a:pt x="328" y="381"/>
                  <a:pt x="328" y="381"/>
                </a:cubicBezTo>
                <a:cubicBezTo>
                  <a:pt x="328" y="379"/>
                  <a:pt x="328" y="379"/>
                  <a:pt x="328" y="379"/>
                </a:cubicBezTo>
                <a:cubicBezTo>
                  <a:pt x="337" y="379"/>
                  <a:pt x="337" y="379"/>
                  <a:pt x="337" y="379"/>
                </a:cubicBezTo>
                <a:close/>
                <a:moveTo>
                  <a:pt x="337" y="470"/>
                </a:moveTo>
                <a:cubicBezTo>
                  <a:pt x="337" y="474"/>
                  <a:pt x="337" y="474"/>
                  <a:pt x="337" y="474"/>
                </a:cubicBezTo>
                <a:cubicBezTo>
                  <a:pt x="337" y="474"/>
                  <a:pt x="337" y="474"/>
                  <a:pt x="337" y="474"/>
                </a:cubicBezTo>
                <a:cubicBezTo>
                  <a:pt x="335" y="479"/>
                  <a:pt x="334" y="484"/>
                  <a:pt x="337" y="488"/>
                </a:cubicBezTo>
                <a:cubicBezTo>
                  <a:pt x="337" y="493"/>
                  <a:pt x="337" y="493"/>
                  <a:pt x="337" y="493"/>
                </a:cubicBezTo>
                <a:cubicBezTo>
                  <a:pt x="335" y="491"/>
                  <a:pt x="333" y="490"/>
                  <a:pt x="331" y="488"/>
                </a:cubicBezTo>
                <a:cubicBezTo>
                  <a:pt x="330" y="488"/>
                  <a:pt x="329" y="489"/>
                  <a:pt x="328" y="489"/>
                </a:cubicBezTo>
                <a:cubicBezTo>
                  <a:pt x="328" y="482"/>
                  <a:pt x="328" y="482"/>
                  <a:pt x="328" y="482"/>
                </a:cubicBezTo>
                <a:cubicBezTo>
                  <a:pt x="328" y="482"/>
                  <a:pt x="329" y="482"/>
                  <a:pt x="329" y="483"/>
                </a:cubicBezTo>
                <a:cubicBezTo>
                  <a:pt x="332" y="478"/>
                  <a:pt x="330" y="472"/>
                  <a:pt x="330" y="466"/>
                </a:cubicBezTo>
                <a:cubicBezTo>
                  <a:pt x="328" y="466"/>
                  <a:pt x="328" y="466"/>
                  <a:pt x="328" y="466"/>
                </a:cubicBezTo>
                <a:cubicBezTo>
                  <a:pt x="328" y="461"/>
                  <a:pt x="328" y="461"/>
                  <a:pt x="328" y="461"/>
                </a:cubicBezTo>
                <a:cubicBezTo>
                  <a:pt x="331" y="464"/>
                  <a:pt x="334" y="467"/>
                  <a:pt x="337" y="470"/>
                </a:cubicBezTo>
                <a:close/>
                <a:moveTo>
                  <a:pt x="337" y="509"/>
                </a:moveTo>
                <a:cubicBezTo>
                  <a:pt x="337" y="517"/>
                  <a:pt x="337" y="517"/>
                  <a:pt x="337" y="517"/>
                </a:cubicBezTo>
                <a:cubicBezTo>
                  <a:pt x="334" y="518"/>
                  <a:pt x="331" y="519"/>
                  <a:pt x="328" y="521"/>
                </a:cubicBezTo>
                <a:cubicBezTo>
                  <a:pt x="328" y="511"/>
                  <a:pt x="328" y="511"/>
                  <a:pt x="328" y="511"/>
                </a:cubicBezTo>
                <a:cubicBezTo>
                  <a:pt x="331" y="510"/>
                  <a:pt x="334" y="509"/>
                  <a:pt x="337" y="509"/>
                </a:cubicBezTo>
                <a:close/>
                <a:moveTo>
                  <a:pt x="337" y="522"/>
                </a:moveTo>
                <a:cubicBezTo>
                  <a:pt x="337" y="532"/>
                  <a:pt x="337" y="532"/>
                  <a:pt x="337" y="532"/>
                </a:cubicBezTo>
                <a:cubicBezTo>
                  <a:pt x="334" y="534"/>
                  <a:pt x="331" y="537"/>
                  <a:pt x="328" y="539"/>
                </a:cubicBezTo>
                <a:cubicBezTo>
                  <a:pt x="328" y="530"/>
                  <a:pt x="328" y="530"/>
                  <a:pt x="328" y="530"/>
                </a:cubicBezTo>
                <a:cubicBezTo>
                  <a:pt x="331" y="527"/>
                  <a:pt x="333" y="525"/>
                  <a:pt x="336" y="522"/>
                </a:cubicBezTo>
                <a:cubicBezTo>
                  <a:pt x="337" y="522"/>
                  <a:pt x="337" y="522"/>
                  <a:pt x="337" y="522"/>
                </a:cubicBezTo>
                <a:close/>
                <a:moveTo>
                  <a:pt x="337" y="536"/>
                </a:moveTo>
                <a:cubicBezTo>
                  <a:pt x="334" y="538"/>
                  <a:pt x="331" y="542"/>
                  <a:pt x="328" y="545"/>
                </a:cubicBezTo>
                <a:cubicBezTo>
                  <a:pt x="328" y="577"/>
                  <a:pt x="328" y="577"/>
                  <a:pt x="328" y="577"/>
                </a:cubicBezTo>
                <a:cubicBezTo>
                  <a:pt x="331" y="571"/>
                  <a:pt x="334" y="563"/>
                  <a:pt x="334" y="557"/>
                </a:cubicBezTo>
                <a:cubicBezTo>
                  <a:pt x="330" y="552"/>
                  <a:pt x="333" y="549"/>
                  <a:pt x="337" y="545"/>
                </a:cubicBezTo>
                <a:cubicBezTo>
                  <a:pt x="337" y="536"/>
                  <a:pt x="337" y="536"/>
                  <a:pt x="337" y="536"/>
                </a:cubicBezTo>
                <a:close/>
                <a:moveTo>
                  <a:pt x="337" y="580"/>
                </a:moveTo>
                <a:cubicBezTo>
                  <a:pt x="337" y="589"/>
                  <a:pt x="337" y="589"/>
                  <a:pt x="337" y="589"/>
                </a:cubicBezTo>
                <a:cubicBezTo>
                  <a:pt x="336" y="587"/>
                  <a:pt x="336" y="585"/>
                  <a:pt x="336" y="580"/>
                </a:cubicBezTo>
                <a:cubicBezTo>
                  <a:pt x="337" y="580"/>
                  <a:pt x="337" y="580"/>
                  <a:pt x="337" y="580"/>
                </a:cubicBezTo>
                <a:close/>
                <a:moveTo>
                  <a:pt x="337" y="604"/>
                </a:moveTo>
                <a:cubicBezTo>
                  <a:pt x="337" y="614"/>
                  <a:pt x="337" y="614"/>
                  <a:pt x="337" y="614"/>
                </a:cubicBezTo>
                <a:cubicBezTo>
                  <a:pt x="335" y="608"/>
                  <a:pt x="335" y="608"/>
                  <a:pt x="335" y="608"/>
                </a:cubicBezTo>
                <a:cubicBezTo>
                  <a:pt x="333" y="607"/>
                  <a:pt x="330" y="607"/>
                  <a:pt x="328" y="606"/>
                </a:cubicBezTo>
                <a:cubicBezTo>
                  <a:pt x="328" y="601"/>
                  <a:pt x="328" y="601"/>
                  <a:pt x="328" y="601"/>
                </a:cubicBezTo>
                <a:cubicBezTo>
                  <a:pt x="334" y="602"/>
                  <a:pt x="335" y="603"/>
                  <a:pt x="337" y="604"/>
                </a:cubicBezTo>
                <a:close/>
                <a:moveTo>
                  <a:pt x="337" y="627"/>
                </a:moveTo>
                <a:cubicBezTo>
                  <a:pt x="337" y="633"/>
                  <a:pt x="337" y="633"/>
                  <a:pt x="337" y="633"/>
                </a:cubicBezTo>
                <a:cubicBezTo>
                  <a:pt x="334" y="632"/>
                  <a:pt x="331" y="630"/>
                  <a:pt x="328" y="628"/>
                </a:cubicBezTo>
                <a:cubicBezTo>
                  <a:pt x="328" y="619"/>
                  <a:pt x="328" y="619"/>
                  <a:pt x="328" y="619"/>
                </a:cubicBezTo>
                <a:cubicBezTo>
                  <a:pt x="330" y="622"/>
                  <a:pt x="332" y="624"/>
                  <a:pt x="337" y="627"/>
                </a:cubicBezTo>
                <a:close/>
                <a:moveTo>
                  <a:pt x="337" y="667"/>
                </a:moveTo>
                <a:cubicBezTo>
                  <a:pt x="337" y="708"/>
                  <a:pt x="337" y="708"/>
                  <a:pt x="337" y="708"/>
                </a:cubicBezTo>
                <a:cubicBezTo>
                  <a:pt x="334" y="707"/>
                  <a:pt x="331" y="706"/>
                  <a:pt x="328" y="705"/>
                </a:cubicBezTo>
                <a:cubicBezTo>
                  <a:pt x="328" y="704"/>
                  <a:pt x="328" y="704"/>
                  <a:pt x="328" y="704"/>
                </a:cubicBezTo>
                <a:cubicBezTo>
                  <a:pt x="330" y="695"/>
                  <a:pt x="331" y="686"/>
                  <a:pt x="333" y="677"/>
                </a:cubicBezTo>
                <a:cubicBezTo>
                  <a:pt x="331" y="678"/>
                  <a:pt x="330" y="679"/>
                  <a:pt x="328" y="679"/>
                </a:cubicBezTo>
                <a:cubicBezTo>
                  <a:pt x="328" y="669"/>
                  <a:pt x="328" y="669"/>
                  <a:pt x="328" y="669"/>
                </a:cubicBezTo>
                <a:cubicBezTo>
                  <a:pt x="331" y="668"/>
                  <a:pt x="334" y="667"/>
                  <a:pt x="337" y="667"/>
                </a:cubicBezTo>
                <a:close/>
                <a:moveTo>
                  <a:pt x="337" y="745"/>
                </a:moveTo>
                <a:cubicBezTo>
                  <a:pt x="337" y="753"/>
                  <a:pt x="337" y="753"/>
                  <a:pt x="337" y="753"/>
                </a:cubicBezTo>
                <a:cubicBezTo>
                  <a:pt x="336" y="753"/>
                  <a:pt x="336" y="753"/>
                  <a:pt x="336" y="753"/>
                </a:cubicBezTo>
                <a:cubicBezTo>
                  <a:pt x="337" y="753"/>
                  <a:pt x="337" y="754"/>
                  <a:pt x="337" y="755"/>
                </a:cubicBezTo>
                <a:cubicBezTo>
                  <a:pt x="337" y="778"/>
                  <a:pt x="337" y="778"/>
                  <a:pt x="337" y="778"/>
                </a:cubicBezTo>
                <a:cubicBezTo>
                  <a:pt x="333" y="768"/>
                  <a:pt x="331" y="762"/>
                  <a:pt x="328" y="757"/>
                </a:cubicBezTo>
                <a:cubicBezTo>
                  <a:pt x="328" y="743"/>
                  <a:pt x="328" y="743"/>
                  <a:pt x="328" y="743"/>
                </a:cubicBezTo>
                <a:cubicBezTo>
                  <a:pt x="328" y="744"/>
                  <a:pt x="329" y="744"/>
                  <a:pt x="329" y="744"/>
                </a:cubicBezTo>
                <a:cubicBezTo>
                  <a:pt x="332" y="744"/>
                  <a:pt x="335" y="744"/>
                  <a:pt x="337" y="745"/>
                </a:cubicBezTo>
                <a:close/>
                <a:moveTo>
                  <a:pt x="322" y="8"/>
                </a:moveTo>
                <a:cubicBezTo>
                  <a:pt x="324" y="8"/>
                  <a:pt x="326" y="7"/>
                  <a:pt x="328" y="7"/>
                </a:cubicBezTo>
                <a:cubicBezTo>
                  <a:pt x="328" y="14"/>
                  <a:pt x="328" y="14"/>
                  <a:pt x="328" y="14"/>
                </a:cubicBezTo>
                <a:cubicBezTo>
                  <a:pt x="326" y="14"/>
                  <a:pt x="324" y="15"/>
                  <a:pt x="322" y="15"/>
                </a:cubicBezTo>
                <a:cubicBezTo>
                  <a:pt x="322" y="8"/>
                  <a:pt x="322" y="8"/>
                  <a:pt x="322" y="8"/>
                </a:cubicBezTo>
                <a:close/>
                <a:moveTo>
                  <a:pt x="328" y="788"/>
                </a:moveTo>
                <a:cubicBezTo>
                  <a:pt x="326" y="787"/>
                  <a:pt x="324" y="787"/>
                  <a:pt x="322" y="787"/>
                </a:cubicBezTo>
                <a:cubicBezTo>
                  <a:pt x="322" y="778"/>
                  <a:pt x="322" y="778"/>
                  <a:pt x="322" y="778"/>
                </a:cubicBezTo>
                <a:cubicBezTo>
                  <a:pt x="323" y="779"/>
                  <a:pt x="325" y="780"/>
                  <a:pt x="328" y="781"/>
                </a:cubicBezTo>
                <a:cubicBezTo>
                  <a:pt x="328" y="781"/>
                  <a:pt x="328" y="781"/>
                  <a:pt x="328" y="781"/>
                </a:cubicBezTo>
                <a:cubicBezTo>
                  <a:pt x="328" y="788"/>
                  <a:pt x="328" y="788"/>
                  <a:pt x="328" y="788"/>
                </a:cubicBezTo>
                <a:close/>
                <a:moveTo>
                  <a:pt x="328" y="26"/>
                </a:moveTo>
                <a:cubicBezTo>
                  <a:pt x="328" y="38"/>
                  <a:pt x="328" y="38"/>
                  <a:pt x="328" y="38"/>
                </a:cubicBezTo>
                <a:cubicBezTo>
                  <a:pt x="326" y="36"/>
                  <a:pt x="324" y="33"/>
                  <a:pt x="322" y="31"/>
                </a:cubicBezTo>
                <a:cubicBezTo>
                  <a:pt x="322" y="18"/>
                  <a:pt x="322" y="18"/>
                  <a:pt x="322" y="18"/>
                </a:cubicBezTo>
                <a:cubicBezTo>
                  <a:pt x="323" y="21"/>
                  <a:pt x="325" y="24"/>
                  <a:pt x="328" y="26"/>
                </a:cubicBezTo>
                <a:close/>
                <a:moveTo>
                  <a:pt x="328" y="45"/>
                </a:moveTo>
                <a:cubicBezTo>
                  <a:pt x="328" y="53"/>
                  <a:pt x="328" y="53"/>
                  <a:pt x="328" y="53"/>
                </a:cubicBezTo>
                <a:cubicBezTo>
                  <a:pt x="326" y="53"/>
                  <a:pt x="324" y="54"/>
                  <a:pt x="322" y="55"/>
                </a:cubicBezTo>
                <a:cubicBezTo>
                  <a:pt x="322" y="46"/>
                  <a:pt x="322" y="46"/>
                  <a:pt x="322" y="46"/>
                </a:cubicBezTo>
                <a:cubicBezTo>
                  <a:pt x="324" y="46"/>
                  <a:pt x="326" y="45"/>
                  <a:pt x="328" y="45"/>
                </a:cubicBezTo>
                <a:close/>
                <a:moveTo>
                  <a:pt x="328" y="87"/>
                </a:moveTo>
                <a:cubicBezTo>
                  <a:pt x="328" y="103"/>
                  <a:pt x="328" y="103"/>
                  <a:pt x="328" y="103"/>
                </a:cubicBezTo>
                <a:cubicBezTo>
                  <a:pt x="326" y="104"/>
                  <a:pt x="324" y="104"/>
                  <a:pt x="322" y="105"/>
                </a:cubicBezTo>
                <a:cubicBezTo>
                  <a:pt x="322" y="89"/>
                  <a:pt x="322" y="89"/>
                  <a:pt x="322" y="89"/>
                </a:cubicBezTo>
                <a:cubicBezTo>
                  <a:pt x="324" y="89"/>
                  <a:pt x="326" y="88"/>
                  <a:pt x="328" y="87"/>
                </a:cubicBezTo>
                <a:close/>
                <a:moveTo>
                  <a:pt x="328" y="113"/>
                </a:moveTo>
                <a:cubicBezTo>
                  <a:pt x="328" y="129"/>
                  <a:pt x="328" y="129"/>
                  <a:pt x="328" y="129"/>
                </a:cubicBezTo>
                <a:cubicBezTo>
                  <a:pt x="326" y="128"/>
                  <a:pt x="324" y="127"/>
                  <a:pt x="322" y="126"/>
                </a:cubicBezTo>
                <a:cubicBezTo>
                  <a:pt x="322" y="111"/>
                  <a:pt x="322" y="111"/>
                  <a:pt x="322" y="111"/>
                </a:cubicBezTo>
                <a:cubicBezTo>
                  <a:pt x="324" y="112"/>
                  <a:pt x="326" y="113"/>
                  <a:pt x="328" y="113"/>
                </a:cubicBezTo>
                <a:close/>
                <a:moveTo>
                  <a:pt x="328" y="175"/>
                </a:moveTo>
                <a:cubicBezTo>
                  <a:pt x="328" y="185"/>
                  <a:pt x="328" y="185"/>
                  <a:pt x="328" y="185"/>
                </a:cubicBezTo>
                <a:cubicBezTo>
                  <a:pt x="326" y="183"/>
                  <a:pt x="324" y="182"/>
                  <a:pt x="322" y="183"/>
                </a:cubicBezTo>
                <a:cubicBezTo>
                  <a:pt x="322" y="177"/>
                  <a:pt x="322" y="177"/>
                  <a:pt x="322" y="177"/>
                </a:cubicBezTo>
                <a:cubicBezTo>
                  <a:pt x="324" y="176"/>
                  <a:pt x="326" y="176"/>
                  <a:pt x="328" y="175"/>
                </a:cubicBezTo>
                <a:close/>
                <a:moveTo>
                  <a:pt x="328" y="197"/>
                </a:moveTo>
                <a:cubicBezTo>
                  <a:pt x="328" y="203"/>
                  <a:pt x="328" y="203"/>
                  <a:pt x="328" y="203"/>
                </a:cubicBezTo>
                <a:cubicBezTo>
                  <a:pt x="326" y="204"/>
                  <a:pt x="324" y="205"/>
                  <a:pt x="322" y="205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193"/>
                  <a:pt x="322" y="193"/>
                  <a:pt x="322" y="193"/>
                </a:cubicBezTo>
                <a:cubicBezTo>
                  <a:pt x="327" y="197"/>
                  <a:pt x="327" y="197"/>
                  <a:pt x="327" y="197"/>
                </a:cubicBezTo>
                <a:cubicBezTo>
                  <a:pt x="328" y="197"/>
                  <a:pt x="328" y="197"/>
                  <a:pt x="328" y="197"/>
                </a:cubicBezTo>
                <a:close/>
                <a:moveTo>
                  <a:pt x="328" y="216"/>
                </a:moveTo>
                <a:cubicBezTo>
                  <a:pt x="328" y="239"/>
                  <a:pt x="328" y="239"/>
                  <a:pt x="328" y="239"/>
                </a:cubicBezTo>
                <a:cubicBezTo>
                  <a:pt x="327" y="240"/>
                  <a:pt x="326" y="241"/>
                  <a:pt x="325" y="243"/>
                </a:cubicBezTo>
                <a:cubicBezTo>
                  <a:pt x="326" y="243"/>
                  <a:pt x="327" y="242"/>
                  <a:pt x="328" y="242"/>
                </a:cubicBezTo>
                <a:cubicBezTo>
                  <a:pt x="328" y="260"/>
                  <a:pt x="328" y="260"/>
                  <a:pt x="328" y="260"/>
                </a:cubicBezTo>
                <a:cubicBezTo>
                  <a:pt x="325" y="259"/>
                  <a:pt x="323" y="257"/>
                  <a:pt x="322" y="256"/>
                </a:cubicBezTo>
                <a:cubicBezTo>
                  <a:pt x="322" y="219"/>
                  <a:pt x="322" y="219"/>
                  <a:pt x="322" y="219"/>
                </a:cubicBezTo>
                <a:cubicBezTo>
                  <a:pt x="324" y="218"/>
                  <a:pt x="326" y="217"/>
                  <a:pt x="328" y="216"/>
                </a:cubicBezTo>
                <a:close/>
                <a:moveTo>
                  <a:pt x="328" y="316"/>
                </a:moveTo>
                <a:cubicBezTo>
                  <a:pt x="328" y="326"/>
                  <a:pt x="328" y="326"/>
                  <a:pt x="328" y="326"/>
                </a:cubicBezTo>
                <a:cubicBezTo>
                  <a:pt x="326" y="326"/>
                  <a:pt x="324" y="327"/>
                  <a:pt x="322" y="329"/>
                </a:cubicBezTo>
                <a:cubicBezTo>
                  <a:pt x="322" y="325"/>
                  <a:pt x="322" y="325"/>
                  <a:pt x="322" y="325"/>
                </a:cubicBezTo>
                <a:cubicBezTo>
                  <a:pt x="325" y="322"/>
                  <a:pt x="325" y="319"/>
                  <a:pt x="322" y="314"/>
                </a:cubicBezTo>
                <a:cubicBezTo>
                  <a:pt x="322" y="310"/>
                  <a:pt x="322" y="310"/>
                  <a:pt x="322" y="310"/>
                </a:cubicBezTo>
                <a:cubicBezTo>
                  <a:pt x="324" y="312"/>
                  <a:pt x="326" y="314"/>
                  <a:pt x="328" y="316"/>
                </a:cubicBezTo>
                <a:close/>
                <a:moveTo>
                  <a:pt x="328" y="332"/>
                </a:moveTo>
                <a:cubicBezTo>
                  <a:pt x="328" y="337"/>
                  <a:pt x="328" y="337"/>
                  <a:pt x="328" y="337"/>
                </a:cubicBezTo>
                <a:cubicBezTo>
                  <a:pt x="328" y="337"/>
                  <a:pt x="328" y="336"/>
                  <a:pt x="328" y="336"/>
                </a:cubicBezTo>
                <a:cubicBezTo>
                  <a:pt x="325" y="336"/>
                  <a:pt x="323" y="335"/>
                  <a:pt x="322" y="335"/>
                </a:cubicBezTo>
                <a:cubicBezTo>
                  <a:pt x="322" y="331"/>
                  <a:pt x="322" y="331"/>
                  <a:pt x="322" y="331"/>
                </a:cubicBezTo>
                <a:cubicBezTo>
                  <a:pt x="323" y="332"/>
                  <a:pt x="324" y="332"/>
                  <a:pt x="325" y="332"/>
                </a:cubicBezTo>
                <a:cubicBezTo>
                  <a:pt x="326" y="332"/>
                  <a:pt x="327" y="332"/>
                  <a:pt x="328" y="332"/>
                </a:cubicBezTo>
                <a:close/>
                <a:moveTo>
                  <a:pt x="328" y="338"/>
                </a:moveTo>
                <a:cubicBezTo>
                  <a:pt x="328" y="344"/>
                  <a:pt x="328" y="344"/>
                  <a:pt x="328" y="344"/>
                </a:cubicBezTo>
                <a:cubicBezTo>
                  <a:pt x="326" y="346"/>
                  <a:pt x="325" y="348"/>
                  <a:pt x="324" y="350"/>
                </a:cubicBezTo>
                <a:cubicBezTo>
                  <a:pt x="323" y="351"/>
                  <a:pt x="322" y="351"/>
                  <a:pt x="322" y="352"/>
                </a:cubicBezTo>
                <a:cubicBezTo>
                  <a:pt x="322" y="341"/>
                  <a:pt x="322" y="341"/>
                  <a:pt x="322" y="341"/>
                </a:cubicBezTo>
                <a:cubicBezTo>
                  <a:pt x="324" y="341"/>
                  <a:pt x="326" y="341"/>
                  <a:pt x="328" y="338"/>
                </a:cubicBezTo>
                <a:close/>
                <a:moveTo>
                  <a:pt x="328" y="379"/>
                </a:moveTo>
                <a:cubicBezTo>
                  <a:pt x="328" y="381"/>
                  <a:pt x="328" y="381"/>
                  <a:pt x="328" y="381"/>
                </a:cubicBezTo>
                <a:cubicBezTo>
                  <a:pt x="325" y="379"/>
                  <a:pt x="325" y="379"/>
                  <a:pt x="325" y="379"/>
                </a:cubicBezTo>
                <a:cubicBezTo>
                  <a:pt x="328" y="379"/>
                  <a:pt x="328" y="379"/>
                  <a:pt x="328" y="379"/>
                </a:cubicBezTo>
                <a:close/>
                <a:moveTo>
                  <a:pt x="328" y="461"/>
                </a:moveTo>
                <a:cubicBezTo>
                  <a:pt x="328" y="466"/>
                  <a:pt x="328" y="466"/>
                  <a:pt x="328" y="466"/>
                </a:cubicBezTo>
                <a:cubicBezTo>
                  <a:pt x="327" y="466"/>
                  <a:pt x="327" y="466"/>
                  <a:pt x="327" y="466"/>
                </a:cubicBezTo>
                <a:cubicBezTo>
                  <a:pt x="325" y="474"/>
                  <a:pt x="324" y="476"/>
                  <a:pt x="328" y="482"/>
                </a:cubicBezTo>
                <a:cubicBezTo>
                  <a:pt x="328" y="489"/>
                  <a:pt x="328" y="489"/>
                  <a:pt x="328" y="489"/>
                </a:cubicBezTo>
                <a:cubicBezTo>
                  <a:pt x="326" y="490"/>
                  <a:pt x="324" y="491"/>
                  <a:pt x="322" y="493"/>
                </a:cubicBezTo>
                <a:cubicBezTo>
                  <a:pt x="322" y="485"/>
                  <a:pt x="322" y="485"/>
                  <a:pt x="322" y="485"/>
                </a:cubicBezTo>
                <a:cubicBezTo>
                  <a:pt x="323" y="485"/>
                  <a:pt x="324" y="485"/>
                  <a:pt x="325" y="484"/>
                </a:cubicBezTo>
                <a:cubicBezTo>
                  <a:pt x="324" y="483"/>
                  <a:pt x="323" y="482"/>
                  <a:pt x="322" y="480"/>
                </a:cubicBezTo>
                <a:cubicBezTo>
                  <a:pt x="322" y="468"/>
                  <a:pt x="322" y="468"/>
                  <a:pt x="322" y="468"/>
                </a:cubicBezTo>
                <a:cubicBezTo>
                  <a:pt x="323" y="465"/>
                  <a:pt x="323" y="462"/>
                  <a:pt x="322" y="459"/>
                </a:cubicBezTo>
                <a:cubicBezTo>
                  <a:pt x="322" y="452"/>
                  <a:pt x="322" y="452"/>
                  <a:pt x="322" y="452"/>
                </a:cubicBezTo>
                <a:cubicBezTo>
                  <a:pt x="323" y="455"/>
                  <a:pt x="326" y="458"/>
                  <a:pt x="328" y="461"/>
                </a:cubicBezTo>
                <a:close/>
                <a:moveTo>
                  <a:pt x="328" y="511"/>
                </a:moveTo>
                <a:cubicBezTo>
                  <a:pt x="328" y="521"/>
                  <a:pt x="328" y="521"/>
                  <a:pt x="328" y="521"/>
                </a:cubicBezTo>
                <a:cubicBezTo>
                  <a:pt x="326" y="522"/>
                  <a:pt x="324" y="523"/>
                  <a:pt x="322" y="524"/>
                </a:cubicBezTo>
                <a:cubicBezTo>
                  <a:pt x="322" y="514"/>
                  <a:pt x="322" y="514"/>
                  <a:pt x="322" y="514"/>
                </a:cubicBezTo>
                <a:cubicBezTo>
                  <a:pt x="324" y="513"/>
                  <a:pt x="326" y="512"/>
                  <a:pt x="328" y="511"/>
                </a:cubicBezTo>
                <a:close/>
                <a:moveTo>
                  <a:pt x="328" y="530"/>
                </a:moveTo>
                <a:cubicBezTo>
                  <a:pt x="328" y="539"/>
                  <a:pt x="328" y="539"/>
                  <a:pt x="328" y="539"/>
                </a:cubicBezTo>
                <a:cubicBezTo>
                  <a:pt x="325" y="541"/>
                  <a:pt x="323" y="544"/>
                  <a:pt x="323" y="547"/>
                </a:cubicBezTo>
                <a:cubicBezTo>
                  <a:pt x="324" y="547"/>
                  <a:pt x="325" y="547"/>
                  <a:pt x="327" y="547"/>
                </a:cubicBezTo>
                <a:cubicBezTo>
                  <a:pt x="327" y="546"/>
                  <a:pt x="327" y="546"/>
                  <a:pt x="328" y="545"/>
                </a:cubicBezTo>
                <a:cubicBezTo>
                  <a:pt x="328" y="577"/>
                  <a:pt x="328" y="577"/>
                  <a:pt x="328" y="577"/>
                </a:cubicBezTo>
                <a:cubicBezTo>
                  <a:pt x="326" y="581"/>
                  <a:pt x="324" y="584"/>
                  <a:pt x="323" y="588"/>
                </a:cubicBezTo>
                <a:cubicBezTo>
                  <a:pt x="322" y="588"/>
                  <a:pt x="322" y="588"/>
                  <a:pt x="322" y="588"/>
                </a:cubicBezTo>
                <a:cubicBezTo>
                  <a:pt x="322" y="571"/>
                  <a:pt x="322" y="571"/>
                  <a:pt x="322" y="571"/>
                </a:cubicBezTo>
                <a:cubicBezTo>
                  <a:pt x="323" y="568"/>
                  <a:pt x="325" y="566"/>
                  <a:pt x="325" y="562"/>
                </a:cubicBezTo>
                <a:cubicBezTo>
                  <a:pt x="324" y="561"/>
                  <a:pt x="323" y="560"/>
                  <a:pt x="322" y="559"/>
                </a:cubicBezTo>
                <a:cubicBezTo>
                  <a:pt x="322" y="536"/>
                  <a:pt x="322" y="536"/>
                  <a:pt x="322" y="536"/>
                </a:cubicBezTo>
                <a:cubicBezTo>
                  <a:pt x="324" y="534"/>
                  <a:pt x="326" y="532"/>
                  <a:pt x="328" y="530"/>
                </a:cubicBezTo>
                <a:close/>
                <a:moveTo>
                  <a:pt x="328" y="601"/>
                </a:moveTo>
                <a:cubicBezTo>
                  <a:pt x="328" y="606"/>
                  <a:pt x="328" y="606"/>
                  <a:pt x="328" y="606"/>
                </a:cubicBezTo>
                <a:cubicBezTo>
                  <a:pt x="327" y="606"/>
                  <a:pt x="326" y="605"/>
                  <a:pt x="325" y="605"/>
                </a:cubicBezTo>
                <a:cubicBezTo>
                  <a:pt x="326" y="612"/>
                  <a:pt x="327" y="616"/>
                  <a:pt x="328" y="619"/>
                </a:cubicBezTo>
                <a:cubicBezTo>
                  <a:pt x="328" y="628"/>
                  <a:pt x="328" y="628"/>
                  <a:pt x="328" y="628"/>
                </a:cubicBezTo>
                <a:cubicBezTo>
                  <a:pt x="328" y="628"/>
                  <a:pt x="328" y="628"/>
                  <a:pt x="328" y="628"/>
                </a:cubicBezTo>
                <a:cubicBezTo>
                  <a:pt x="326" y="628"/>
                  <a:pt x="324" y="627"/>
                  <a:pt x="322" y="627"/>
                </a:cubicBezTo>
                <a:cubicBezTo>
                  <a:pt x="322" y="622"/>
                  <a:pt x="322" y="622"/>
                  <a:pt x="322" y="622"/>
                </a:cubicBezTo>
                <a:cubicBezTo>
                  <a:pt x="322" y="622"/>
                  <a:pt x="322" y="622"/>
                  <a:pt x="322" y="622"/>
                </a:cubicBezTo>
                <a:cubicBezTo>
                  <a:pt x="322" y="621"/>
                  <a:pt x="322" y="621"/>
                  <a:pt x="322" y="621"/>
                </a:cubicBezTo>
                <a:cubicBezTo>
                  <a:pt x="322" y="599"/>
                  <a:pt x="322" y="599"/>
                  <a:pt x="322" y="599"/>
                </a:cubicBezTo>
                <a:cubicBezTo>
                  <a:pt x="324" y="600"/>
                  <a:pt x="326" y="600"/>
                  <a:pt x="328" y="601"/>
                </a:cubicBezTo>
                <a:close/>
                <a:moveTo>
                  <a:pt x="328" y="669"/>
                </a:moveTo>
                <a:cubicBezTo>
                  <a:pt x="328" y="679"/>
                  <a:pt x="328" y="679"/>
                  <a:pt x="328" y="679"/>
                </a:cubicBezTo>
                <a:cubicBezTo>
                  <a:pt x="327" y="680"/>
                  <a:pt x="327" y="680"/>
                  <a:pt x="326" y="680"/>
                </a:cubicBezTo>
                <a:cubicBezTo>
                  <a:pt x="325" y="677"/>
                  <a:pt x="323" y="675"/>
                  <a:pt x="322" y="672"/>
                </a:cubicBezTo>
                <a:cubicBezTo>
                  <a:pt x="324" y="671"/>
                  <a:pt x="326" y="670"/>
                  <a:pt x="328" y="669"/>
                </a:cubicBezTo>
                <a:close/>
                <a:moveTo>
                  <a:pt x="328" y="704"/>
                </a:moveTo>
                <a:cubicBezTo>
                  <a:pt x="328" y="705"/>
                  <a:pt x="328" y="705"/>
                  <a:pt x="328" y="705"/>
                </a:cubicBezTo>
                <a:cubicBezTo>
                  <a:pt x="328" y="705"/>
                  <a:pt x="328" y="705"/>
                  <a:pt x="328" y="705"/>
                </a:cubicBezTo>
                <a:cubicBezTo>
                  <a:pt x="328" y="704"/>
                  <a:pt x="328" y="704"/>
                  <a:pt x="328" y="704"/>
                </a:cubicBezTo>
                <a:close/>
                <a:moveTo>
                  <a:pt x="328" y="743"/>
                </a:moveTo>
                <a:cubicBezTo>
                  <a:pt x="328" y="757"/>
                  <a:pt x="328" y="757"/>
                  <a:pt x="328" y="757"/>
                </a:cubicBezTo>
                <a:cubicBezTo>
                  <a:pt x="326" y="754"/>
                  <a:pt x="324" y="752"/>
                  <a:pt x="322" y="750"/>
                </a:cubicBezTo>
                <a:cubicBezTo>
                  <a:pt x="322" y="740"/>
                  <a:pt x="322" y="740"/>
                  <a:pt x="322" y="740"/>
                </a:cubicBezTo>
                <a:cubicBezTo>
                  <a:pt x="324" y="741"/>
                  <a:pt x="326" y="742"/>
                  <a:pt x="328" y="743"/>
                </a:cubicBezTo>
                <a:close/>
                <a:moveTo>
                  <a:pt x="322" y="296"/>
                </a:moveTo>
                <a:cubicBezTo>
                  <a:pt x="322" y="269"/>
                  <a:pt x="322" y="269"/>
                  <a:pt x="322" y="269"/>
                </a:cubicBezTo>
                <a:cubicBezTo>
                  <a:pt x="325" y="278"/>
                  <a:pt x="329" y="292"/>
                  <a:pt x="322" y="296"/>
                </a:cubicBezTo>
                <a:close/>
                <a:moveTo>
                  <a:pt x="315" y="10"/>
                </a:moveTo>
                <a:cubicBezTo>
                  <a:pt x="317" y="9"/>
                  <a:pt x="319" y="9"/>
                  <a:pt x="322" y="8"/>
                </a:cubicBezTo>
                <a:cubicBezTo>
                  <a:pt x="322" y="15"/>
                  <a:pt x="322" y="15"/>
                  <a:pt x="322" y="15"/>
                </a:cubicBezTo>
                <a:cubicBezTo>
                  <a:pt x="321" y="16"/>
                  <a:pt x="321" y="16"/>
                  <a:pt x="321" y="16"/>
                </a:cubicBezTo>
                <a:cubicBezTo>
                  <a:pt x="321" y="16"/>
                  <a:pt x="321" y="17"/>
                  <a:pt x="322" y="18"/>
                </a:cubicBezTo>
                <a:cubicBezTo>
                  <a:pt x="322" y="31"/>
                  <a:pt x="322" y="31"/>
                  <a:pt x="322" y="31"/>
                </a:cubicBezTo>
                <a:cubicBezTo>
                  <a:pt x="319" y="29"/>
                  <a:pt x="317" y="27"/>
                  <a:pt x="315" y="25"/>
                </a:cubicBezTo>
                <a:cubicBezTo>
                  <a:pt x="315" y="10"/>
                  <a:pt x="315" y="10"/>
                  <a:pt x="315" y="10"/>
                </a:cubicBezTo>
                <a:close/>
                <a:moveTo>
                  <a:pt x="322" y="787"/>
                </a:moveTo>
                <a:cubicBezTo>
                  <a:pt x="319" y="787"/>
                  <a:pt x="317" y="786"/>
                  <a:pt x="315" y="786"/>
                </a:cubicBezTo>
                <a:cubicBezTo>
                  <a:pt x="315" y="772"/>
                  <a:pt x="315" y="772"/>
                  <a:pt x="315" y="772"/>
                </a:cubicBezTo>
                <a:cubicBezTo>
                  <a:pt x="317" y="774"/>
                  <a:pt x="319" y="776"/>
                  <a:pt x="322" y="778"/>
                </a:cubicBezTo>
                <a:cubicBezTo>
                  <a:pt x="322" y="787"/>
                  <a:pt x="322" y="787"/>
                  <a:pt x="322" y="787"/>
                </a:cubicBezTo>
                <a:close/>
                <a:moveTo>
                  <a:pt x="322" y="46"/>
                </a:moveTo>
                <a:cubicBezTo>
                  <a:pt x="322" y="55"/>
                  <a:pt x="322" y="55"/>
                  <a:pt x="322" y="55"/>
                </a:cubicBezTo>
                <a:cubicBezTo>
                  <a:pt x="321" y="55"/>
                  <a:pt x="321" y="55"/>
                  <a:pt x="321" y="55"/>
                </a:cubicBezTo>
                <a:cubicBezTo>
                  <a:pt x="315" y="55"/>
                  <a:pt x="315" y="55"/>
                  <a:pt x="315" y="55"/>
                </a:cubicBezTo>
                <a:cubicBezTo>
                  <a:pt x="315" y="47"/>
                  <a:pt x="315" y="47"/>
                  <a:pt x="315" y="47"/>
                </a:cubicBezTo>
                <a:cubicBezTo>
                  <a:pt x="317" y="47"/>
                  <a:pt x="320" y="47"/>
                  <a:pt x="322" y="46"/>
                </a:cubicBezTo>
                <a:close/>
                <a:moveTo>
                  <a:pt x="322" y="89"/>
                </a:moveTo>
                <a:cubicBezTo>
                  <a:pt x="322" y="105"/>
                  <a:pt x="322" y="105"/>
                  <a:pt x="322" y="105"/>
                </a:cubicBezTo>
                <a:cubicBezTo>
                  <a:pt x="318" y="106"/>
                  <a:pt x="318" y="106"/>
                  <a:pt x="318" y="106"/>
                </a:cubicBezTo>
                <a:cubicBezTo>
                  <a:pt x="318" y="107"/>
                  <a:pt x="317" y="108"/>
                  <a:pt x="317" y="110"/>
                </a:cubicBezTo>
                <a:cubicBezTo>
                  <a:pt x="319" y="110"/>
                  <a:pt x="320" y="111"/>
                  <a:pt x="322" y="111"/>
                </a:cubicBezTo>
                <a:cubicBezTo>
                  <a:pt x="322" y="126"/>
                  <a:pt x="322" y="126"/>
                  <a:pt x="322" y="126"/>
                </a:cubicBezTo>
                <a:cubicBezTo>
                  <a:pt x="319" y="124"/>
                  <a:pt x="317" y="123"/>
                  <a:pt x="315" y="123"/>
                </a:cubicBezTo>
                <a:cubicBezTo>
                  <a:pt x="315" y="92"/>
                  <a:pt x="315" y="92"/>
                  <a:pt x="315" y="92"/>
                </a:cubicBezTo>
                <a:cubicBezTo>
                  <a:pt x="317" y="91"/>
                  <a:pt x="319" y="91"/>
                  <a:pt x="322" y="89"/>
                </a:cubicBezTo>
                <a:close/>
                <a:moveTo>
                  <a:pt x="322" y="177"/>
                </a:moveTo>
                <a:cubicBezTo>
                  <a:pt x="322" y="183"/>
                  <a:pt x="322" y="183"/>
                  <a:pt x="322" y="183"/>
                </a:cubicBezTo>
                <a:cubicBezTo>
                  <a:pt x="320" y="183"/>
                  <a:pt x="318" y="183"/>
                  <a:pt x="315" y="185"/>
                </a:cubicBezTo>
                <a:cubicBezTo>
                  <a:pt x="315" y="179"/>
                  <a:pt x="315" y="179"/>
                  <a:pt x="315" y="179"/>
                </a:cubicBezTo>
                <a:cubicBezTo>
                  <a:pt x="322" y="177"/>
                  <a:pt x="322" y="177"/>
                  <a:pt x="322" y="177"/>
                </a:cubicBezTo>
                <a:close/>
                <a:moveTo>
                  <a:pt x="322" y="193"/>
                </a:moveTo>
                <a:cubicBezTo>
                  <a:pt x="322" y="200"/>
                  <a:pt x="322" y="200"/>
                  <a:pt x="322" y="200"/>
                </a:cubicBezTo>
                <a:cubicBezTo>
                  <a:pt x="319" y="198"/>
                  <a:pt x="317" y="196"/>
                  <a:pt x="315" y="195"/>
                </a:cubicBezTo>
                <a:cubicBezTo>
                  <a:pt x="315" y="188"/>
                  <a:pt x="315" y="188"/>
                  <a:pt x="315" y="188"/>
                </a:cubicBezTo>
                <a:cubicBezTo>
                  <a:pt x="317" y="190"/>
                  <a:pt x="319" y="191"/>
                  <a:pt x="322" y="193"/>
                </a:cubicBezTo>
                <a:close/>
                <a:moveTo>
                  <a:pt x="322" y="200"/>
                </a:moveTo>
                <a:cubicBezTo>
                  <a:pt x="322" y="205"/>
                  <a:pt x="322" y="205"/>
                  <a:pt x="322" y="205"/>
                </a:cubicBezTo>
                <a:cubicBezTo>
                  <a:pt x="319" y="206"/>
                  <a:pt x="317" y="207"/>
                  <a:pt x="315" y="208"/>
                </a:cubicBezTo>
                <a:cubicBezTo>
                  <a:pt x="315" y="203"/>
                  <a:pt x="315" y="203"/>
                  <a:pt x="315" y="203"/>
                </a:cubicBezTo>
                <a:cubicBezTo>
                  <a:pt x="319" y="202"/>
                  <a:pt x="319" y="202"/>
                  <a:pt x="322" y="200"/>
                </a:cubicBezTo>
                <a:close/>
                <a:moveTo>
                  <a:pt x="322" y="219"/>
                </a:moveTo>
                <a:cubicBezTo>
                  <a:pt x="322" y="256"/>
                  <a:pt x="322" y="256"/>
                  <a:pt x="322" y="256"/>
                </a:cubicBezTo>
                <a:cubicBezTo>
                  <a:pt x="318" y="252"/>
                  <a:pt x="317" y="246"/>
                  <a:pt x="317" y="239"/>
                </a:cubicBezTo>
                <a:cubicBezTo>
                  <a:pt x="320" y="235"/>
                  <a:pt x="320" y="235"/>
                  <a:pt x="320" y="234"/>
                </a:cubicBezTo>
                <a:cubicBezTo>
                  <a:pt x="318" y="234"/>
                  <a:pt x="316" y="235"/>
                  <a:pt x="315" y="235"/>
                </a:cubicBezTo>
                <a:cubicBezTo>
                  <a:pt x="315" y="223"/>
                  <a:pt x="315" y="223"/>
                  <a:pt x="315" y="223"/>
                </a:cubicBezTo>
                <a:cubicBezTo>
                  <a:pt x="317" y="222"/>
                  <a:pt x="319" y="220"/>
                  <a:pt x="322" y="219"/>
                </a:cubicBezTo>
                <a:close/>
                <a:moveTo>
                  <a:pt x="322" y="269"/>
                </a:moveTo>
                <a:cubicBezTo>
                  <a:pt x="322" y="296"/>
                  <a:pt x="322" y="296"/>
                  <a:pt x="322" y="296"/>
                </a:cubicBezTo>
                <a:cubicBezTo>
                  <a:pt x="321" y="297"/>
                  <a:pt x="320" y="298"/>
                  <a:pt x="318" y="298"/>
                </a:cubicBezTo>
                <a:cubicBezTo>
                  <a:pt x="315" y="292"/>
                  <a:pt x="316" y="283"/>
                  <a:pt x="315" y="275"/>
                </a:cubicBezTo>
                <a:cubicBezTo>
                  <a:pt x="315" y="256"/>
                  <a:pt x="315" y="256"/>
                  <a:pt x="315" y="256"/>
                </a:cubicBezTo>
                <a:cubicBezTo>
                  <a:pt x="317" y="259"/>
                  <a:pt x="319" y="261"/>
                  <a:pt x="320" y="264"/>
                </a:cubicBezTo>
                <a:cubicBezTo>
                  <a:pt x="321" y="265"/>
                  <a:pt x="321" y="267"/>
                  <a:pt x="322" y="269"/>
                </a:cubicBezTo>
                <a:close/>
                <a:moveTo>
                  <a:pt x="322" y="310"/>
                </a:moveTo>
                <a:cubicBezTo>
                  <a:pt x="322" y="314"/>
                  <a:pt x="322" y="314"/>
                  <a:pt x="322" y="314"/>
                </a:cubicBezTo>
                <a:cubicBezTo>
                  <a:pt x="321" y="314"/>
                  <a:pt x="321" y="314"/>
                  <a:pt x="321" y="313"/>
                </a:cubicBezTo>
                <a:cubicBezTo>
                  <a:pt x="320" y="318"/>
                  <a:pt x="317" y="321"/>
                  <a:pt x="315" y="325"/>
                </a:cubicBezTo>
                <a:cubicBezTo>
                  <a:pt x="315" y="317"/>
                  <a:pt x="315" y="317"/>
                  <a:pt x="315" y="317"/>
                </a:cubicBezTo>
                <a:cubicBezTo>
                  <a:pt x="317" y="314"/>
                  <a:pt x="317" y="312"/>
                  <a:pt x="315" y="308"/>
                </a:cubicBezTo>
                <a:cubicBezTo>
                  <a:pt x="315" y="302"/>
                  <a:pt x="315" y="302"/>
                  <a:pt x="315" y="302"/>
                </a:cubicBezTo>
                <a:cubicBezTo>
                  <a:pt x="317" y="305"/>
                  <a:pt x="319" y="307"/>
                  <a:pt x="322" y="310"/>
                </a:cubicBezTo>
                <a:close/>
                <a:moveTo>
                  <a:pt x="322" y="325"/>
                </a:moveTo>
                <a:cubicBezTo>
                  <a:pt x="320" y="326"/>
                  <a:pt x="317" y="328"/>
                  <a:pt x="315" y="331"/>
                </a:cubicBezTo>
                <a:cubicBezTo>
                  <a:pt x="315" y="337"/>
                  <a:pt x="315" y="337"/>
                  <a:pt x="315" y="337"/>
                </a:cubicBezTo>
                <a:cubicBezTo>
                  <a:pt x="317" y="335"/>
                  <a:pt x="319" y="335"/>
                  <a:pt x="322" y="335"/>
                </a:cubicBezTo>
                <a:cubicBezTo>
                  <a:pt x="322" y="331"/>
                  <a:pt x="322" y="331"/>
                  <a:pt x="322" y="331"/>
                </a:cubicBezTo>
                <a:cubicBezTo>
                  <a:pt x="319" y="330"/>
                  <a:pt x="319" y="330"/>
                  <a:pt x="319" y="330"/>
                </a:cubicBezTo>
                <a:cubicBezTo>
                  <a:pt x="320" y="330"/>
                  <a:pt x="321" y="329"/>
                  <a:pt x="322" y="329"/>
                </a:cubicBezTo>
                <a:cubicBezTo>
                  <a:pt x="322" y="325"/>
                  <a:pt x="322" y="325"/>
                  <a:pt x="322" y="325"/>
                </a:cubicBezTo>
                <a:close/>
                <a:moveTo>
                  <a:pt x="322" y="341"/>
                </a:moveTo>
                <a:cubicBezTo>
                  <a:pt x="322" y="352"/>
                  <a:pt x="322" y="352"/>
                  <a:pt x="322" y="352"/>
                </a:cubicBezTo>
                <a:cubicBezTo>
                  <a:pt x="319" y="355"/>
                  <a:pt x="317" y="359"/>
                  <a:pt x="315" y="362"/>
                </a:cubicBezTo>
                <a:cubicBezTo>
                  <a:pt x="315" y="351"/>
                  <a:pt x="315" y="351"/>
                  <a:pt x="315" y="351"/>
                </a:cubicBezTo>
                <a:cubicBezTo>
                  <a:pt x="317" y="350"/>
                  <a:pt x="320" y="349"/>
                  <a:pt x="321" y="346"/>
                </a:cubicBezTo>
                <a:cubicBezTo>
                  <a:pt x="315" y="346"/>
                  <a:pt x="315" y="346"/>
                  <a:pt x="315" y="346"/>
                </a:cubicBezTo>
                <a:cubicBezTo>
                  <a:pt x="315" y="341"/>
                  <a:pt x="315" y="341"/>
                  <a:pt x="315" y="341"/>
                </a:cubicBezTo>
                <a:cubicBezTo>
                  <a:pt x="316" y="342"/>
                  <a:pt x="316" y="342"/>
                  <a:pt x="316" y="342"/>
                </a:cubicBezTo>
                <a:cubicBezTo>
                  <a:pt x="318" y="341"/>
                  <a:pt x="320" y="341"/>
                  <a:pt x="322" y="341"/>
                </a:cubicBezTo>
                <a:close/>
                <a:moveTo>
                  <a:pt x="322" y="452"/>
                </a:moveTo>
                <a:cubicBezTo>
                  <a:pt x="322" y="459"/>
                  <a:pt x="322" y="459"/>
                  <a:pt x="322" y="459"/>
                </a:cubicBezTo>
                <a:cubicBezTo>
                  <a:pt x="321" y="458"/>
                  <a:pt x="321" y="457"/>
                  <a:pt x="320" y="456"/>
                </a:cubicBezTo>
                <a:cubicBezTo>
                  <a:pt x="317" y="463"/>
                  <a:pt x="315" y="467"/>
                  <a:pt x="319" y="474"/>
                </a:cubicBezTo>
                <a:cubicBezTo>
                  <a:pt x="320" y="472"/>
                  <a:pt x="321" y="470"/>
                  <a:pt x="322" y="468"/>
                </a:cubicBezTo>
                <a:cubicBezTo>
                  <a:pt x="322" y="480"/>
                  <a:pt x="322" y="480"/>
                  <a:pt x="322" y="480"/>
                </a:cubicBezTo>
                <a:cubicBezTo>
                  <a:pt x="319" y="478"/>
                  <a:pt x="317" y="476"/>
                  <a:pt x="315" y="474"/>
                </a:cubicBezTo>
                <a:cubicBezTo>
                  <a:pt x="315" y="457"/>
                  <a:pt x="315" y="457"/>
                  <a:pt x="315" y="457"/>
                </a:cubicBezTo>
                <a:cubicBezTo>
                  <a:pt x="316" y="455"/>
                  <a:pt x="317" y="452"/>
                  <a:pt x="315" y="448"/>
                </a:cubicBezTo>
                <a:cubicBezTo>
                  <a:pt x="315" y="441"/>
                  <a:pt x="315" y="441"/>
                  <a:pt x="315" y="441"/>
                </a:cubicBezTo>
                <a:cubicBezTo>
                  <a:pt x="316" y="443"/>
                  <a:pt x="317" y="445"/>
                  <a:pt x="319" y="446"/>
                </a:cubicBezTo>
                <a:cubicBezTo>
                  <a:pt x="320" y="448"/>
                  <a:pt x="321" y="450"/>
                  <a:pt x="322" y="452"/>
                </a:cubicBezTo>
                <a:close/>
                <a:moveTo>
                  <a:pt x="322" y="485"/>
                </a:moveTo>
                <a:cubicBezTo>
                  <a:pt x="322" y="493"/>
                  <a:pt x="322" y="493"/>
                  <a:pt x="322" y="493"/>
                </a:cubicBezTo>
                <a:cubicBezTo>
                  <a:pt x="319" y="496"/>
                  <a:pt x="317" y="499"/>
                  <a:pt x="315" y="502"/>
                </a:cubicBezTo>
                <a:cubicBezTo>
                  <a:pt x="315" y="494"/>
                  <a:pt x="315" y="494"/>
                  <a:pt x="315" y="494"/>
                </a:cubicBezTo>
                <a:cubicBezTo>
                  <a:pt x="318" y="493"/>
                  <a:pt x="320" y="492"/>
                  <a:pt x="321" y="489"/>
                </a:cubicBezTo>
                <a:cubicBezTo>
                  <a:pt x="320" y="488"/>
                  <a:pt x="317" y="487"/>
                  <a:pt x="315" y="486"/>
                </a:cubicBezTo>
                <a:cubicBezTo>
                  <a:pt x="315" y="481"/>
                  <a:pt x="315" y="481"/>
                  <a:pt x="315" y="481"/>
                </a:cubicBezTo>
                <a:cubicBezTo>
                  <a:pt x="316" y="482"/>
                  <a:pt x="318" y="484"/>
                  <a:pt x="319" y="485"/>
                </a:cubicBezTo>
                <a:cubicBezTo>
                  <a:pt x="322" y="485"/>
                  <a:pt x="322" y="485"/>
                  <a:pt x="322" y="485"/>
                </a:cubicBezTo>
                <a:close/>
                <a:moveTo>
                  <a:pt x="322" y="514"/>
                </a:moveTo>
                <a:cubicBezTo>
                  <a:pt x="322" y="524"/>
                  <a:pt x="322" y="524"/>
                  <a:pt x="322" y="524"/>
                </a:cubicBezTo>
                <a:cubicBezTo>
                  <a:pt x="319" y="526"/>
                  <a:pt x="317" y="528"/>
                  <a:pt x="315" y="531"/>
                </a:cubicBezTo>
                <a:cubicBezTo>
                  <a:pt x="315" y="518"/>
                  <a:pt x="315" y="518"/>
                  <a:pt x="315" y="518"/>
                </a:cubicBezTo>
                <a:cubicBezTo>
                  <a:pt x="317" y="517"/>
                  <a:pt x="319" y="516"/>
                  <a:pt x="322" y="514"/>
                </a:cubicBezTo>
                <a:close/>
                <a:moveTo>
                  <a:pt x="322" y="536"/>
                </a:moveTo>
                <a:cubicBezTo>
                  <a:pt x="322" y="559"/>
                  <a:pt x="322" y="559"/>
                  <a:pt x="322" y="559"/>
                </a:cubicBezTo>
                <a:cubicBezTo>
                  <a:pt x="320" y="558"/>
                  <a:pt x="317" y="557"/>
                  <a:pt x="315" y="557"/>
                </a:cubicBezTo>
                <a:cubicBezTo>
                  <a:pt x="315" y="541"/>
                  <a:pt x="315" y="541"/>
                  <a:pt x="315" y="541"/>
                </a:cubicBezTo>
                <a:cubicBezTo>
                  <a:pt x="317" y="540"/>
                  <a:pt x="319" y="538"/>
                  <a:pt x="322" y="536"/>
                </a:cubicBezTo>
                <a:close/>
                <a:moveTo>
                  <a:pt x="322" y="571"/>
                </a:moveTo>
                <a:cubicBezTo>
                  <a:pt x="322" y="588"/>
                  <a:pt x="322" y="588"/>
                  <a:pt x="322" y="588"/>
                </a:cubicBezTo>
                <a:cubicBezTo>
                  <a:pt x="319" y="588"/>
                  <a:pt x="319" y="588"/>
                  <a:pt x="319" y="588"/>
                </a:cubicBezTo>
                <a:cubicBezTo>
                  <a:pt x="313" y="578"/>
                  <a:pt x="318" y="576"/>
                  <a:pt x="322" y="571"/>
                </a:cubicBezTo>
                <a:close/>
                <a:moveTo>
                  <a:pt x="322" y="599"/>
                </a:moveTo>
                <a:cubicBezTo>
                  <a:pt x="322" y="621"/>
                  <a:pt x="322" y="621"/>
                  <a:pt x="322" y="621"/>
                </a:cubicBezTo>
                <a:cubicBezTo>
                  <a:pt x="320" y="611"/>
                  <a:pt x="320" y="606"/>
                  <a:pt x="315" y="602"/>
                </a:cubicBezTo>
                <a:cubicBezTo>
                  <a:pt x="315" y="595"/>
                  <a:pt x="315" y="595"/>
                  <a:pt x="315" y="595"/>
                </a:cubicBezTo>
                <a:cubicBezTo>
                  <a:pt x="318" y="597"/>
                  <a:pt x="319" y="597"/>
                  <a:pt x="321" y="599"/>
                </a:cubicBezTo>
                <a:cubicBezTo>
                  <a:pt x="322" y="599"/>
                  <a:pt x="322" y="599"/>
                  <a:pt x="322" y="599"/>
                </a:cubicBezTo>
                <a:close/>
                <a:moveTo>
                  <a:pt x="322" y="622"/>
                </a:moveTo>
                <a:cubicBezTo>
                  <a:pt x="319" y="622"/>
                  <a:pt x="319" y="622"/>
                  <a:pt x="319" y="622"/>
                </a:cubicBezTo>
                <a:cubicBezTo>
                  <a:pt x="318" y="621"/>
                  <a:pt x="317" y="620"/>
                  <a:pt x="315" y="620"/>
                </a:cubicBezTo>
                <a:cubicBezTo>
                  <a:pt x="315" y="625"/>
                  <a:pt x="315" y="625"/>
                  <a:pt x="315" y="625"/>
                </a:cubicBezTo>
                <a:cubicBezTo>
                  <a:pt x="317" y="626"/>
                  <a:pt x="319" y="626"/>
                  <a:pt x="322" y="627"/>
                </a:cubicBezTo>
                <a:cubicBezTo>
                  <a:pt x="322" y="622"/>
                  <a:pt x="322" y="622"/>
                  <a:pt x="322" y="622"/>
                </a:cubicBezTo>
                <a:close/>
                <a:moveTo>
                  <a:pt x="322" y="740"/>
                </a:moveTo>
                <a:cubicBezTo>
                  <a:pt x="322" y="750"/>
                  <a:pt x="322" y="750"/>
                  <a:pt x="322" y="750"/>
                </a:cubicBezTo>
                <a:cubicBezTo>
                  <a:pt x="320" y="749"/>
                  <a:pt x="318" y="748"/>
                  <a:pt x="315" y="747"/>
                </a:cubicBezTo>
                <a:cubicBezTo>
                  <a:pt x="315" y="739"/>
                  <a:pt x="315" y="739"/>
                  <a:pt x="315" y="739"/>
                </a:cubicBezTo>
                <a:cubicBezTo>
                  <a:pt x="317" y="739"/>
                  <a:pt x="320" y="740"/>
                  <a:pt x="322" y="740"/>
                </a:cubicBezTo>
                <a:close/>
                <a:moveTo>
                  <a:pt x="311" y="11"/>
                </a:moveTo>
                <a:cubicBezTo>
                  <a:pt x="313" y="11"/>
                  <a:pt x="314" y="10"/>
                  <a:pt x="315" y="10"/>
                </a:cubicBezTo>
                <a:cubicBezTo>
                  <a:pt x="315" y="25"/>
                  <a:pt x="315" y="25"/>
                  <a:pt x="315" y="25"/>
                </a:cubicBezTo>
                <a:cubicBezTo>
                  <a:pt x="314" y="24"/>
                  <a:pt x="313" y="23"/>
                  <a:pt x="311" y="23"/>
                </a:cubicBezTo>
                <a:cubicBezTo>
                  <a:pt x="311" y="11"/>
                  <a:pt x="311" y="11"/>
                  <a:pt x="311" y="11"/>
                </a:cubicBezTo>
                <a:close/>
                <a:moveTo>
                  <a:pt x="315" y="786"/>
                </a:moveTo>
                <a:cubicBezTo>
                  <a:pt x="314" y="785"/>
                  <a:pt x="312" y="785"/>
                  <a:pt x="311" y="785"/>
                </a:cubicBezTo>
                <a:cubicBezTo>
                  <a:pt x="311" y="765"/>
                  <a:pt x="311" y="765"/>
                  <a:pt x="311" y="765"/>
                </a:cubicBezTo>
                <a:cubicBezTo>
                  <a:pt x="312" y="768"/>
                  <a:pt x="313" y="770"/>
                  <a:pt x="315" y="772"/>
                </a:cubicBezTo>
                <a:cubicBezTo>
                  <a:pt x="315" y="786"/>
                  <a:pt x="315" y="786"/>
                  <a:pt x="315" y="786"/>
                </a:cubicBezTo>
                <a:close/>
                <a:moveTo>
                  <a:pt x="315" y="47"/>
                </a:moveTo>
                <a:cubicBezTo>
                  <a:pt x="315" y="55"/>
                  <a:pt x="315" y="55"/>
                  <a:pt x="315" y="55"/>
                </a:cubicBezTo>
                <a:cubicBezTo>
                  <a:pt x="311" y="55"/>
                  <a:pt x="311" y="55"/>
                  <a:pt x="311" y="55"/>
                </a:cubicBezTo>
                <a:cubicBezTo>
                  <a:pt x="311" y="45"/>
                  <a:pt x="311" y="45"/>
                  <a:pt x="311" y="45"/>
                </a:cubicBezTo>
                <a:cubicBezTo>
                  <a:pt x="315" y="47"/>
                  <a:pt x="315" y="47"/>
                  <a:pt x="315" y="47"/>
                </a:cubicBezTo>
                <a:cubicBezTo>
                  <a:pt x="315" y="47"/>
                  <a:pt x="315" y="47"/>
                  <a:pt x="315" y="47"/>
                </a:cubicBezTo>
                <a:close/>
                <a:moveTo>
                  <a:pt x="315" y="92"/>
                </a:moveTo>
                <a:cubicBezTo>
                  <a:pt x="315" y="123"/>
                  <a:pt x="315" y="123"/>
                  <a:pt x="315" y="123"/>
                </a:cubicBezTo>
                <a:cubicBezTo>
                  <a:pt x="314" y="122"/>
                  <a:pt x="313" y="122"/>
                  <a:pt x="312" y="122"/>
                </a:cubicBezTo>
                <a:cubicBezTo>
                  <a:pt x="312" y="125"/>
                  <a:pt x="311" y="127"/>
                  <a:pt x="311" y="130"/>
                </a:cubicBezTo>
                <a:cubicBezTo>
                  <a:pt x="311" y="93"/>
                  <a:pt x="311" y="93"/>
                  <a:pt x="311" y="93"/>
                </a:cubicBezTo>
                <a:cubicBezTo>
                  <a:pt x="313" y="93"/>
                  <a:pt x="314" y="93"/>
                  <a:pt x="315" y="92"/>
                </a:cubicBezTo>
                <a:close/>
                <a:moveTo>
                  <a:pt x="315" y="179"/>
                </a:moveTo>
                <a:cubicBezTo>
                  <a:pt x="315" y="185"/>
                  <a:pt x="315" y="185"/>
                  <a:pt x="315" y="185"/>
                </a:cubicBezTo>
                <a:cubicBezTo>
                  <a:pt x="314" y="185"/>
                  <a:pt x="313" y="185"/>
                  <a:pt x="313" y="186"/>
                </a:cubicBezTo>
                <a:cubicBezTo>
                  <a:pt x="315" y="188"/>
                  <a:pt x="315" y="188"/>
                  <a:pt x="315" y="188"/>
                </a:cubicBezTo>
                <a:cubicBezTo>
                  <a:pt x="315" y="195"/>
                  <a:pt x="315" y="195"/>
                  <a:pt x="315" y="195"/>
                </a:cubicBezTo>
                <a:cubicBezTo>
                  <a:pt x="314" y="194"/>
                  <a:pt x="312" y="193"/>
                  <a:pt x="311" y="192"/>
                </a:cubicBezTo>
                <a:cubicBezTo>
                  <a:pt x="311" y="181"/>
                  <a:pt x="311" y="181"/>
                  <a:pt x="311" y="181"/>
                </a:cubicBezTo>
                <a:cubicBezTo>
                  <a:pt x="312" y="180"/>
                  <a:pt x="314" y="180"/>
                  <a:pt x="315" y="179"/>
                </a:cubicBezTo>
                <a:close/>
                <a:moveTo>
                  <a:pt x="315" y="203"/>
                </a:moveTo>
                <a:cubicBezTo>
                  <a:pt x="315" y="208"/>
                  <a:pt x="315" y="208"/>
                  <a:pt x="315" y="208"/>
                </a:cubicBezTo>
                <a:cubicBezTo>
                  <a:pt x="314" y="208"/>
                  <a:pt x="312" y="209"/>
                  <a:pt x="311" y="209"/>
                </a:cubicBezTo>
                <a:cubicBezTo>
                  <a:pt x="311" y="204"/>
                  <a:pt x="311" y="204"/>
                  <a:pt x="311" y="204"/>
                </a:cubicBezTo>
                <a:cubicBezTo>
                  <a:pt x="313" y="203"/>
                  <a:pt x="314" y="203"/>
                  <a:pt x="315" y="203"/>
                </a:cubicBezTo>
                <a:close/>
                <a:moveTo>
                  <a:pt x="315" y="223"/>
                </a:moveTo>
                <a:cubicBezTo>
                  <a:pt x="315" y="235"/>
                  <a:pt x="315" y="235"/>
                  <a:pt x="315" y="235"/>
                </a:cubicBezTo>
                <a:cubicBezTo>
                  <a:pt x="314" y="236"/>
                  <a:pt x="313" y="237"/>
                  <a:pt x="311" y="238"/>
                </a:cubicBezTo>
                <a:cubicBezTo>
                  <a:pt x="311" y="225"/>
                  <a:pt x="311" y="225"/>
                  <a:pt x="311" y="225"/>
                </a:cubicBezTo>
                <a:cubicBezTo>
                  <a:pt x="312" y="224"/>
                  <a:pt x="314" y="224"/>
                  <a:pt x="315" y="223"/>
                </a:cubicBezTo>
                <a:close/>
                <a:moveTo>
                  <a:pt x="315" y="256"/>
                </a:moveTo>
                <a:cubicBezTo>
                  <a:pt x="315" y="275"/>
                  <a:pt x="315" y="275"/>
                  <a:pt x="315" y="275"/>
                </a:cubicBezTo>
                <a:cubicBezTo>
                  <a:pt x="315" y="274"/>
                  <a:pt x="315" y="273"/>
                  <a:pt x="314" y="272"/>
                </a:cubicBezTo>
                <a:cubicBezTo>
                  <a:pt x="313" y="271"/>
                  <a:pt x="313" y="269"/>
                  <a:pt x="311" y="267"/>
                </a:cubicBezTo>
                <a:cubicBezTo>
                  <a:pt x="311" y="250"/>
                  <a:pt x="311" y="250"/>
                  <a:pt x="311" y="250"/>
                </a:cubicBezTo>
                <a:cubicBezTo>
                  <a:pt x="312" y="252"/>
                  <a:pt x="313" y="254"/>
                  <a:pt x="315" y="256"/>
                </a:cubicBezTo>
                <a:close/>
                <a:moveTo>
                  <a:pt x="315" y="302"/>
                </a:moveTo>
                <a:cubicBezTo>
                  <a:pt x="315" y="308"/>
                  <a:pt x="315" y="308"/>
                  <a:pt x="315" y="308"/>
                </a:cubicBezTo>
                <a:cubicBezTo>
                  <a:pt x="315" y="307"/>
                  <a:pt x="314" y="306"/>
                  <a:pt x="313" y="305"/>
                </a:cubicBezTo>
                <a:cubicBezTo>
                  <a:pt x="313" y="306"/>
                  <a:pt x="312" y="307"/>
                  <a:pt x="311" y="308"/>
                </a:cubicBezTo>
                <a:cubicBezTo>
                  <a:pt x="311" y="299"/>
                  <a:pt x="311" y="299"/>
                  <a:pt x="311" y="299"/>
                </a:cubicBezTo>
                <a:cubicBezTo>
                  <a:pt x="315" y="302"/>
                  <a:pt x="315" y="302"/>
                  <a:pt x="315" y="302"/>
                </a:cubicBezTo>
                <a:close/>
                <a:moveTo>
                  <a:pt x="315" y="317"/>
                </a:moveTo>
                <a:cubicBezTo>
                  <a:pt x="315" y="325"/>
                  <a:pt x="315" y="325"/>
                  <a:pt x="315" y="325"/>
                </a:cubicBezTo>
                <a:cubicBezTo>
                  <a:pt x="314" y="327"/>
                  <a:pt x="313" y="329"/>
                  <a:pt x="314" y="332"/>
                </a:cubicBezTo>
                <a:cubicBezTo>
                  <a:pt x="314" y="332"/>
                  <a:pt x="315" y="331"/>
                  <a:pt x="315" y="331"/>
                </a:cubicBezTo>
                <a:cubicBezTo>
                  <a:pt x="315" y="337"/>
                  <a:pt x="315" y="337"/>
                  <a:pt x="315" y="337"/>
                </a:cubicBezTo>
                <a:cubicBezTo>
                  <a:pt x="314" y="338"/>
                  <a:pt x="313" y="339"/>
                  <a:pt x="313" y="341"/>
                </a:cubicBezTo>
                <a:cubicBezTo>
                  <a:pt x="313" y="341"/>
                  <a:pt x="314" y="341"/>
                  <a:pt x="315" y="341"/>
                </a:cubicBezTo>
                <a:cubicBezTo>
                  <a:pt x="315" y="346"/>
                  <a:pt x="315" y="346"/>
                  <a:pt x="315" y="346"/>
                </a:cubicBezTo>
                <a:cubicBezTo>
                  <a:pt x="311" y="346"/>
                  <a:pt x="311" y="346"/>
                  <a:pt x="311" y="346"/>
                </a:cubicBezTo>
                <a:cubicBezTo>
                  <a:pt x="311" y="322"/>
                  <a:pt x="311" y="322"/>
                  <a:pt x="311" y="322"/>
                </a:cubicBezTo>
                <a:cubicBezTo>
                  <a:pt x="313" y="320"/>
                  <a:pt x="314" y="319"/>
                  <a:pt x="315" y="317"/>
                </a:cubicBezTo>
                <a:close/>
                <a:moveTo>
                  <a:pt x="315" y="351"/>
                </a:moveTo>
                <a:cubicBezTo>
                  <a:pt x="315" y="362"/>
                  <a:pt x="315" y="362"/>
                  <a:pt x="315" y="362"/>
                </a:cubicBezTo>
                <a:cubicBezTo>
                  <a:pt x="313" y="366"/>
                  <a:pt x="312" y="369"/>
                  <a:pt x="311" y="372"/>
                </a:cubicBezTo>
                <a:cubicBezTo>
                  <a:pt x="311" y="361"/>
                  <a:pt x="311" y="361"/>
                  <a:pt x="311" y="361"/>
                </a:cubicBezTo>
                <a:cubicBezTo>
                  <a:pt x="313" y="361"/>
                  <a:pt x="313" y="361"/>
                  <a:pt x="313" y="361"/>
                </a:cubicBezTo>
                <a:cubicBezTo>
                  <a:pt x="313" y="359"/>
                  <a:pt x="314" y="357"/>
                  <a:pt x="315" y="356"/>
                </a:cubicBezTo>
                <a:cubicBezTo>
                  <a:pt x="314" y="356"/>
                  <a:pt x="312" y="356"/>
                  <a:pt x="311" y="356"/>
                </a:cubicBezTo>
                <a:cubicBezTo>
                  <a:pt x="311" y="351"/>
                  <a:pt x="311" y="351"/>
                  <a:pt x="311" y="351"/>
                </a:cubicBezTo>
                <a:cubicBezTo>
                  <a:pt x="313" y="351"/>
                  <a:pt x="314" y="351"/>
                  <a:pt x="315" y="351"/>
                </a:cubicBezTo>
                <a:close/>
                <a:moveTo>
                  <a:pt x="315" y="441"/>
                </a:moveTo>
                <a:cubicBezTo>
                  <a:pt x="315" y="448"/>
                  <a:pt x="315" y="448"/>
                  <a:pt x="315" y="448"/>
                </a:cubicBezTo>
                <a:cubicBezTo>
                  <a:pt x="315" y="447"/>
                  <a:pt x="315" y="447"/>
                  <a:pt x="314" y="446"/>
                </a:cubicBezTo>
                <a:cubicBezTo>
                  <a:pt x="313" y="448"/>
                  <a:pt x="312" y="449"/>
                  <a:pt x="311" y="451"/>
                </a:cubicBezTo>
                <a:cubicBezTo>
                  <a:pt x="311" y="432"/>
                  <a:pt x="311" y="432"/>
                  <a:pt x="311" y="432"/>
                </a:cubicBezTo>
                <a:cubicBezTo>
                  <a:pt x="312" y="435"/>
                  <a:pt x="313" y="438"/>
                  <a:pt x="315" y="441"/>
                </a:cubicBezTo>
                <a:close/>
                <a:moveTo>
                  <a:pt x="315" y="457"/>
                </a:moveTo>
                <a:cubicBezTo>
                  <a:pt x="315" y="474"/>
                  <a:pt x="315" y="474"/>
                  <a:pt x="315" y="474"/>
                </a:cubicBezTo>
                <a:cubicBezTo>
                  <a:pt x="315" y="473"/>
                  <a:pt x="314" y="473"/>
                  <a:pt x="314" y="472"/>
                </a:cubicBezTo>
                <a:cubicBezTo>
                  <a:pt x="313" y="473"/>
                  <a:pt x="312" y="474"/>
                  <a:pt x="311" y="474"/>
                </a:cubicBezTo>
                <a:cubicBezTo>
                  <a:pt x="311" y="464"/>
                  <a:pt x="311" y="464"/>
                  <a:pt x="311" y="464"/>
                </a:cubicBezTo>
                <a:cubicBezTo>
                  <a:pt x="311" y="464"/>
                  <a:pt x="311" y="464"/>
                  <a:pt x="311" y="464"/>
                </a:cubicBezTo>
                <a:cubicBezTo>
                  <a:pt x="313" y="461"/>
                  <a:pt x="314" y="459"/>
                  <a:pt x="315" y="457"/>
                </a:cubicBezTo>
                <a:close/>
                <a:moveTo>
                  <a:pt x="315" y="481"/>
                </a:moveTo>
                <a:cubicBezTo>
                  <a:pt x="315" y="486"/>
                  <a:pt x="315" y="486"/>
                  <a:pt x="315" y="486"/>
                </a:cubicBezTo>
                <a:cubicBezTo>
                  <a:pt x="314" y="485"/>
                  <a:pt x="313" y="484"/>
                  <a:pt x="311" y="484"/>
                </a:cubicBezTo>
                <a:cubicBezTo>
                  <a:pt x="311" y="479"/>
                  <a:pt x="311" y="479"/>
                  <a:pt x="311" y="479"/>
                </a:cubicBezTo>
                <a:cubicBezTo>
                  <a:pt x="313" y="480"/>
                  <a:pt x="314" y="480"/>
                  <a:pt x="315" y="481"/>
                </a:cubicBezTo>
                <a:close/>
                <a:moveTo>
                  <a:pt x="315" y="494"/>
                </a:moveTo>
                <a:cubicBezTo>
                  <a:pt x="315" y="502"/>
                  <a:pt x="315" y="502"/>
                  <a:pt x="315" y="502"/>
                </a:cubicBezTo>
                <a:cubicBezTo>
                  <a:pt x="315" y="503"/>
                  <a:pt x="314" y="504"/>
                  <a:pt x="314" y="504"/>
                </a:cubicBezTo>
                <a:cubicBezTo>
                  <a:pt x="313" y="504"/>
                  <a:pt x="312" y="505"/>
                  <a:pt x="311" y="505"/>
                </a:cubicBezTo>
                <a:cubicBezTo>
                  <a:pt x="311" y="500"/>
                  <a:pt x="311" y="500"/>
                  <a:pt x="311" y="500"/>
                </a:cubicBezTo>
                <a:cubicBezTo>
                  <a:pt x="312" y="499"/>
                  <a:pt x="312" y="499"/>
                  <a:pt x="313" y="499"/>
                </a:cubicBezTo>
                <a:cubicBezTo>
                  <a:pt x="312" y="498"/>
                  <a:pt x="312" y="498"/>
                  <a:pt x="311" y="498"/>
                </a:cubicBezTo>
                <a:cubicBezTo>
                  <a:pt x="311" y="494"/>
                  <a:pt x="311" y="494"/>
                  <a:pt x="311" y="494"/>
                </a:cubicBezTo>
                <a:cubicBezTo>
                  <a:pt x="313" y="495"/>
                  <a:pt x="313" y="495"/>
                  <a:pt x="313" y="495"/>
                </a:cubicBezTo>
                <a:cubicBezTo>
                  <a:pt x="313" y="495"/>
                  <a:pt x="314" y="494"/>
                  <a:pt x="315" y="494"/>
                </a:cubicBezTo>
                <a:close/>
                <a:moveTo>
                  <a:pt x="315" y="518"/>
                </a:moveTo>
                <a:cubicBezTo>
                  <a:pt x="315" y="531"/>
                  <a:pt x="315" y="531"/>
                  <a:pt x="315" y="531"/>
                </a:cubicBezTo>
                <a:cubicBezTo>
                  <a:pt x="313" y="534"/>
                  <a:pt x="312" y="537"/>
                  <a:pt x="312" y="542"/>
                </a:cubicBezTo>
                <a:cubicBezTo>
                  <a:pt x="312" y="542"/>
                  <a:pt x="313" y="542"/>
                  <a:pt x="313" y="542"/>
                </a:cubicBezTo>
                <a:cubicBezTo>
                  <a:pt x="314" y="542"/>
                  <a:pt x="314" y="542"/>
                  <a:pt x="315" y="541"/>
                </a:cubicBezTo>
                <a:cubicBezTo>
                  <a:pt x="315" y="557"/>
                  <a:pt x="315" y="557"/>
                  <a:pt x="315" y="557"/>
                </a:cubicBezTo>
                <a:cubicBezTo>
                  <a:pt x="314" y="556"/>
                  <a:pt x="313" y="556"/>
                  <a:pt x="311" y="555"/>
                </a:cubicBezTo>
                <a:cubicBezTo>
                  <a:pt x="311" y="522"/>
                  <a:pt x="311" y="522"/>
                  <a:pt x="311" y="522"/>
                </a:cubicBezTo>
                <a:cubicBezTo>
                  <a:pt x="312" y="521"/>
                  <a:pt x="314" y="520"/>
                  <a:pt x="315" y="518"/>
                </a:cubicBezTo>
                <a:close/>
                <a:moveTo>
                  <a:pt x="315" y="595"/>
                </a:moveTo>
                <a:cubicBezTo>
                  <a:pt x="315" y="602"/>
                  <a:pt x="315" y="602"/>
                  <a:pt x="315" y="602"/>
                </a:cubicBezTo>
                <a:cubicBezTo>
                  <a:pt x="314" y="601"/>
                  <a:pt x="313" y="600"/>
                  <a:pt x="311" y="599"/>
                </a:cubicBezTo>
                <a:cubicBezTo>
                  <a:pt x="311" y="593"/>
                  <a:pt x="311" y="593"/>
                  <a:pt x="311" y="593"/>
                </a:cubicBezTo>
                <a:cubicBezTo>
                  <a:pt x="312" y="594"/>
                  <a:pt x="313" y="594"/>
                  <a:pt x="314" y="594"/>
                </a:cubicBezTo>
                <a:cubicBezTo>
                  <a:pt x="315" y="595"/>
                  <a:pt x="315" y="595"/>
                  <a:pt x="315" y="595"/>
                </a:cubicBezTo>
                <a:close/>
                <a:moveTo>
                  <a:pt x="315" y="620"/>
                </a:moveTo>
                <a:cubicBezTo>
                  <a:pt x="315" y="625"/>
                  <a:pt x="315" y="625"/>
                  <a:pt x="315" y="625"/>
                </a:cubicBezTo>
                <a:cubicBezTo>
                  <a:pt x="314" y="624"/>
                  <a:pt x="313" y="624"/>
                  <a:pt x="311" y="624"/>
                </a:cubicBezTo>
                <a:cubicBezTo>
                  <a:pt x="311" y="618"/>
                  <a:pt x="311" y="618"/>
                  <a:pt x="311" y="618"/>
                </a:cubicBezTo>
                <a:cubicBezTo>
                  <a:pt x="311" y="618"/>
                  <a:pt x="311" y="618"/>
                  <a:pt x="311" y="618"/>
                </a:cubicBezTo>
                <a:cubicBezTo>
                  <a:pt x="315" y="620"/>
                  <a:pt x="315" y="620"/>
                  <a:pt x="315" y="620"/>
                </a:cubicBezTo>
                <a:close/>
                <a:moveTo>
                  <a:pt x="315" y="739"/>
                </a:moveTo>
                <a:cubicBezTo>
                  <a:pt x="315" y="747"/>
                  <a:pt x="315" y="747"/>
                  <a:pt x="315" y="747"/>
                </a:cubicBezTo>
                <a:cubicBezTo>
                  <a:pt x="314" y="747"/>
                  <a:pt x="313" y="746"/>
                  <a:pt x="311" y="746"/>
                </a:cubicBezTo>
                <a:cubicBezTo>
                  <a:pt x="311" y="738"/>
                  <a:pt x="311" y="738"/>
                  <a:pt x="311" y="738"/>
                </a:cubicBezTo>
                <a:cubicBezTo>
                  <a:pt x="312" y="739"/>
                  <a:pt x="314" y="739"/>
                  <a:pt x="315" y="739"/>
                </a:cubicBezTo>
                <a:close/>
                <a:moveTo>
                  <a:pt x="310" y="12"/>
                </a:moveTo>
                <a:cubicBezTo>
                  <a:pt x="310" y="12"/>
                  <a:pt x="310" y="12"/>
                  <a:pt x="310" y="12"/>
                </a:cubicBezTo>
                <a:cubicBezTo>
                  <a:pt x="310" y="11"/>
                  <a:pt x="311" y="11"/>
                  <a:pt x="311" y="11"/>
                </a:cubicBezTo>
                <a:cubicBezTo>
                  <a:pt x="311" y="23"/>
                  <a:pt x="311" y="23"/>
                  <a:pt x="311" y="23"/>
                </a:cubicBezTo>
                <a:cubicBezTo>
                  <a:pt x="311" y="23"/>
                  <a:pt x="310" y="23"/>
                  <a:pt x="310" y="23"/>
                </a:cubicBezTo>
                <a:cubicBezTo>
                  <a:pt x="310" y="12"/>
                  <a:pt x="310" y="12"/>
                  <a:pt x="310" y="12"/>
                </a:cubicBezTo>
                <a:close/>
                <a:moveTo>
                  <a:pt x="311" y="785"/>
                </a:moveTo>
                <a:cubicBezTo>
                  <a:pt x="310" y="785"/>
                  <a:pt x="310" y="785"/>
                  <a:pt x="310" y="785"/>
                </a:cubicBezTo>
                <a:cubicBezTo>
                  <a:pt x="310" y="762"/>
                  <a:pt x="310" y="762"/>
                  <a:pt x="310" y="762"/>
                </a:cubicBezTo>
                <a:cubicBezTo>
                  <a:pt x="310" y="763"/>
                  <a:pt x="311" y="764"/>
                  <a:pt x="311" y="765"/>
                </a:cubicBezTo>
                <a:cubicBezTo>
                  <a:pt x="311" y="785"/>
                  <a:pt x="311" y="785"/>
                  <a:pt x="311" y="785"/>
                </a:cubicBezTo>
                <a:close/>
                <a:moveTo>
                  <a:pt x="311" y="45"/>
                </a:moveTo>
                <a:cubicBezTo>
                  <a:pt x="311" y="55"/>
                  <a:pt x="311" y="55"/>
                  <a:pt x="311" y="55"/>
                </a:cubicBezTo>
                <a:cubicBezTo>
                  <a:pt x="310" y="55"/>
                  <a:pt x="310" y="55"/>
                  <a:pt x="310" y="55"/>
                </a:cubicBezTo>
                <a:cubicBezTo>
                  <a:pt x="310" y="44"/>
                  <a:pt x="310" y="44"/>
                  <a:pt x="310" y="44"/>
                </a:cubicBezTo>
                <a:cubicBezTo>
                  <a:pt x="311" y="45"/>
                  <a:pt x="311" y="45"/>
                  <a:pt x="311" y="45"/>
                </a:cubicBezTo>
                <a:close/>
                <a:moveTo>
                  <a:pt x="311" y="93"/>
                </a:moveTo>
                <a:cubicBezTo>
                  <a:pt x="311" y="130"/>
                  <a:pt x="311" y="130"/>
                  <a:pt x="311" y="130"/>
                </a:cubicBezTo>
                <a:cubicBezTo>
                  <a:pt x="311" y="132"/>
                  <a:pt x="310" y="134"/>
                  <a:pt x="310" y="136"/>
                </a:cubicBezTo>
                <a:cubicBezTo>
                  <a:pt x="310" y="94"/>
                  <a:pt x="310" y="94"/>
                  <a:pt x="310" y="94"/>
                </a:cubicBezTo>
                <a:cubicBezTo>
                  <a:pt x="310" y="94"/>
                  <a:pt x="311" y="94"/>
                  <a:pt x="311" y="93"/>
                </a:cubicBezTo>
                <a:close/>
                <a:moveTo>
                  <a:pt x="311" y="181"/>
                </a:moveTo>
                <a:cubicBezTo>
                  <a:pt x="311" y="192"/>
                  <a:pt x="311" y="192"/>
                  <a:pt x="311" y="192"/>
                </a:cubicBezTo>
                <a:cubicBezTo>
                  <a:pt x="311" y="192"/>
                  <a:pt x="310" y="192"/>
                  <a:pt x="310" y="192"/>
                </a:cubicBezTo>
                <a:cubicBezTo>
                  <a:pt x="310" y="181"/>
                  <a:pt x="310" y="181"/>
                  <a:pt x="310" y="181"/>
                </a:cubicBezTo>
                <a:cubicBezTo>
                  <a:pt x="311" y="181"/>
                  <a:pt x="311" y="181"/>
                  <a:pt x="311" y="181"/>
                </a:cubicBezTo>
                <a:close/>
                <a:moveTo>
                  <a:pt x="311" y="204"/>
                </a:moveTo>
                <a:cubicBezTo>
                  <a:pt x="311" y="209"/>
                  <a:pt x="311" y="209"/>
                  <a:pt x="311" y="209"/>
                </a:cubicBezTo>
                <a:cubicBezTo>
                  <a:pt x="310" y="210"/>
                  <a:pt x="310" y="210"/>
                  <a:pt x="310" y="210"/>
                </a:cubicBezTo>
                <a:cubicBezTo>
                  <a:pt x="310" y="204"/>
                  <a:pt x="310" y="204"/>
                  <a:pt x="310" y="204"/>
                </a:cubicBezTo>
                <a:cubicBezTo>
                  <a:pt x="310" y="204"/>
                  <a:pt x="310" y="204"/>
                  <a:pt x="310" y="204"/>
                </a:cubicBezTo>
                <a:cubicBezTo>
                  <a:pt x="311" y="204"/>
                  <a:pt x="311" y="204"/>
                  <a:pt x="311" y="204"/>
                </a:cubicBezTo>
                <a:close/>
                <a:moveTo>
                  <a:pt x="311" y="225"/>
                </a:moveTo>
                <a:cubicBezTo>
                  <a:pt x="311" y="238"/>
                  <a:pt x="311" y="238"/>
                  <a:pt x="311" y="238"/>
                </a:cubicBezTo>
                <a:cubicBezTo>
                  <a:pt x="310" y="239"/>
                  <a:pt x="310" y="239"/>
                  <a:pt x="310" y="239"/>
                </a:cubicBezTo>
                <a:cubicBezTo>
                  <a:pt x="310" y="226"/>
                  <a:pt x="310" y="226"/>
                  <a:pt x="310" y="226"/>
                </a:cubicBezTo>
                <a:cubicBezTo>
                  <a:pt x="311" y="225"/>
                  <a:pt x="311" y="225"/>
                  <a:pt x="311" y="225"/>
                </a:cubicBezTo>
                <a:close/>
                <a:moveTo>
                  <a:pt x="311" y="250"/>
                </a:moveTo>
                <a:cubicBezTo>
                  <a:pt x="311" y="267"/>
                  <a:pt x="311" y="267"/>
                  <a:pt x="311" y="267"/>
                </a:cubicBezTo>
                <a:cubicBezTo>
                  <a:pt x="310" y="266"/>
                  <a:pt x="310" y="266"/>
                  <a:pt x="310" y="266"/>
                </a:cubicBezTo>
                <a:cubicBezTo>
                  <a:pt x="310" y="248"/>
                  <a:pt x="310" y="248"/>
                  <a:pt x="310" y="248"/>
                </a:cubicBezTo>
                <a:cubicBezTo>
                  <a:pt x="310" y="249"/>
                  <a:pt x="311" y="249"/>
                  <a:pt x="311" y="250"/>
                </a:cubicBezTo>
                <a:close/>
                <a:moveTo>
                  <a:pt x="311" y="299"/>
                </a:moveTo>
                <a:cubicBezTo>
                  <a:pt x="311" y="308"/>
                  <a:pt x="311" y="308"/>
                  <a:pt x="311" y="308"/>
                </a:cubicBezTo>
                <a:cubicBezTo>
                  <a:pt x="310" y="309"/>
                  <a:pt x="310" y="309"/>
                  <a:pt x="310" y="309"/>
                </a:cubicBezTo>
                <a:cubicBezTo>
                  <a:pt x="310" y="298"/>
                  <a:pt x="310" y="298"/>
                  <a:pt x="310" y="298"/>
                </a:cubicBezTo>
                <a:cubicBezTo>
                  <a:pt x="311" y="299"/>
                  <a:pt x="311" y="299"/>
                  <a:pt x="311" y="299"/>
                </a:cubicBezTo>
                <a:close/>
                <a:moveTo>
                  <a:pt x="311" y="322"/>
                </a:moveTo>
                <a:cubicBezTo>
                  <a:pt x="311" y="346"/>
                  <a:pt x="311" y="346"/>
                  <a:pt x="311" y="346"/>
                </a:cubicBezTo>
                <a:cubicBezTo>
                  <a:pt x="310" y="346"/>
                  <a:pt x="310" y="346"/>
                  <a:pt x="310" y="346"/>
                </a:cubicBezTo>
                <a:cubicBezTo>
                  <a:pt x="310" y="337"/>
                  <a:pt x="310" y="337"/>
                  <a:pt x="310" y="337"/>
                </a:cubicBezTo>
                <a:cubicBezTo>
                  <a:pt x="311" y="336"/>
                  <a:pt x="311" y="336"/>
                  <a:pt x="311" y="336"/>
                </a:cubicBezTo>
                <a:cubicBezTo>
                  <a:pt x="310" y="335"/>
                  <a:pt x="310" y="335"/>
                  <a:pt x="310" y="334"/>
                </a:cubicBezTo>
                <a:cubicBezTo>
                  <a:pt x="310" y="324"/>
                  <a:pt x="310" y="324"/>
                  <a:pt x="310" y="324"/>
                </a:cubicBezTo>
                <a:cubicBezTo>
                  <a:pt x="311" y="322"/>
                  <a:pt x="311" y="322"/>
                  <a:pt x="311" y="322"/>
                </a:cubicBezTo>
                <a:close/>
                <a:moveTo>
                  <a:pt x="311" y="351"/>
                </a:moveTo>
                <a:cubicBezTo>
                  <a:pt x="311" y="356"/>
                  <a:pt x="311" y="356"/>
                  <a:pt x="311" y="356"/>
                </a:cubicBezTo>
                <a:cubicBezTo>
                  <a:pt x="310" y="356"/>
                  <a:pt x="310" y="356"/>
                  <a:pt x="310" y="356"/>
                </a:cubicBezTo>
                <a:cubicBezTo>
                  <a:pt x="310" y="351"/>
                  <a:pt x="310" y="351"/>
                  <a:pt x="310" y="351"/>
                </a:cubicBezTo>
                <a:cubicBezTo>
                  <a:pt x="310" y="351"/>
                  <a:pt x="311" y="351"/>
                  <a:pt x="311" y="351"/>
                </a:cubicBezTo>
                <a:close/>
                <a:moveTo>
                  <a:pt x="311" y="361"/>
                </a:moveTo>
                <a:cubicBezTo>
                  <a:pt x="311" y="372"/>
                  <a:pt x="311" y="372"/>
                  <a:pt x="311" y="372"/>
                </a:cubicBezTo>
                <a:cubicBezTo>
                  <a:pt x="311" y="374"/>
                  <a:pt x="310" y="375"/>
                  <a:pt x="310" y="377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1"/>
                  <a:pt x="310" y="361"/>
                  <a:pt x="310" y="361"/>
                </a:cubicBezTo>
                <a:cubicBezTo>
                  <a:pt x="311" y="361"/>
                  <a:pt x="311" y="361"/>
                  <a:pt x="311" y="361"/>
                </a:cubicBezTo>
                <a:close/>
                <a:moveTo>
                  <a:pt x="311" y="432"/>
                </a:moveTo>
                <a:cubicBezTo>
                  <a:pt x="311" y="451"/>
                  <a:pt x="311" y="451"/>
                  <a:pt x="311" y="451"/>
                </a:cubicBezTo>
                <a:cubicBezTo>
                  <a:pt x="311" y="452"/>
                  <a:pt x="310" y="453"/>
                  <a:pt x="310" y="453"/>
                </a:cubicBezTo>
                <a:cubicBezTo>
                  <a:pt x="310" y="443"/>
                  <a:pt x="310" y="443"/>
                  <a:pt x="310" y="443"/>
                </a:cubicBezTo>
                <a:cubicBezTo>
                  <a:pt x="310" y="440"/>
                  <a:pt x="310" y="438"/>
                  <a:pt x="310" y="436"/>
                </a:cubicBezTo>
                <a:cubicBezTo>
                  <a:pt x="310" y="436"/>
                  <a:pt x="310" y="436"/>
                  <a:pt x="310" y="436"/>
                </a:cubicBezTo>
                <a:cubicBezTo>
                  <a:pt x="310" y="428"/>
                  <a:pt x="310" y="428"/>
                  <a:pt x="310" y="428"/>
                </a:cubicBezTo>
                <a:cubicBezTo>
                  <a:pt x="310" y="429"/>
                  <a:pt x="311" y="430"/>
                  <a:pt x="311" y="432"/>
                </a:cubicBezTo>
                <a:close/>
                <a:moveTo>
                  <a:pt x="311" y="464"/>
                </a:moveTo>
                <a:cubicBezTo>
                  <a:pt x="311" y="474"/>
                  <a:pt x="311" y="474"/>
                  <a:pt x="311" y="474"/>
                </a:cubicBezTo>
                <a:cubicBezTo>
                  <a:pt x="311" y="475"/>
                  <a:pt x="310" y="475"/>
                  <a:pt x="310" y="476"/>
                </a:cubicBezTo>
                <a:cubicBezTo>
                  <a:pt x="310" y="471"/>
                  <a:pt x="310" y="471"/>
                  <a:pt x="310" y="471"/>
                </a:cubicBezTo>
                <a:cubicBezTo>
                  <a:pt x="310" y="470"/>
                  <a:pt x="311" y="469"/>
                  <a:pt x="311" y="468"/>
                </a:cubicBezTo>
                <a:cubicBezTo>
                  <a:pt x="310" y="467"/>
                  <a:pt x="310" y="467"/>
                  <a:pt x="310" y="467"/>
                </a:cubicBezTo>
                <a:cubicBezTo>
                  <a:pt x="310" y="461"/>
                  <a:pt x="310" y="461"/>
                  <a:pt x="310" y="461"/>
                </a:cubicBezTo>
                <a:cubicBezTo>
                  <a:pt x="310" y="462"/>
                  <a:pt x="310" y="463"/>
                  <a:pt x="311" y="464"/>
                </a:cubicBezTo>
                <a:close/>
                <a:moveTo>
                  <a:pt x="311" y="479"/>
                </a:moveTo>
                <a:cubicBezTo>
                  <a:pt x="311" y="484"/>
                  <a:pt x="311" y="484"/>
                  <a:pt x="311" y="484"/>
                </a:cubicBezTo>
                <a:cubicBezTo>
                  <a:pt x="311" y="484"/>
                  <a:pt x="310" y="483"/>
                  <a:pt x="310" y="483"/>
                </a:cubicBezTo>
                <a:cubicBezTo>
                  <a:pt x="310" y="478"/>
                  <a:pt x="310" y="478"/>
                  <a:pt x="310" y="478"/>
                </a:cubicBezTo>
                <a:cubicBezTo>
                  <a:pt x="310" y="479"/>
                  <a:pt x="311" y="479"/>
                  <a:pt x="311" y="479"/>
                </a:cubicBezTo>
                <a:close/>
                <a:moveTo>
                  <a:pt x="311" y="494"/>
                </a:moveTo>
                <a:cubicBezTo>
                  <a:pt x="311" y="498"/>
                  <a:pt x="311" y="498"/>
                  <a:pt x="311" y="498"/>
                </a:cubicBezTo>
                <a:cubicBezTo>
                  <a:pt x="311" y="497"/>
                  <a:pt x="310" y="497"/>
                  <a:pt x="310" y="497"/>
                </a:cubicBezTo>
                <a:cubicBezTo>
                  <a:pt x="310" y="493"/>
                  <a:pt x="310" y="493"/>
                  <a:pt x="310" y="493"/>
                </a:cubicBezTo>
                <a:cubicBezTo>
                  <a:pt x="311" y="494"/>
                  <a:pt x="311" y="494"/>
                  <a:pt x="311" y="494"/>
                </a:cubicBezTo>
                <a:close/>
                <a:moveTo>
                  <a:pt x="311" y="500"/>
                </a:moveTo>
                <a:cubicBezTo>
                  <a:pt x="311" y="505"/>
                  <a:pt x="311" y="505"/>
                  <a:pt x="311" y="505"/>
                </a:cubicBezTo>
                <a:cubicBezTo>
                  <a:pt x="311" y="506"/>
                  <a:pt x="310" y="506"/>
                  <a:pt x="310" y="506"/>
                </a:cubicBezTo>
                <a:cubicBezTo>
                  <a:pt x="310" y="500"/>
                  <a:pt x="310" y="500"/>
                  <a:pt x="310" y="500"/>
                </a:cubicBezTo>
                <a:cubicBezTo>
                  <a:pt x="310" y="500"/>
                  <a:pt x="311" y="500"/>
                  <a:pt x="311" y="500"/>
                </a:cubicBezTo>
                <a:close/>
                <a:moveTo>
                  <a:pt x="311" y="522"/>
                </a:moveTo>
                <a:cubicBezTo>
                  <a:pt x="311" y="555"/>
                  <a:pt x="311" y="555"/>
                  <a:pt x="311" y="555"/>
                </a:cubicBezTo>
                <a:cubicBezTo>
                  <a:pt x="310" y="555"/>
                  <a:pt x="310" y="555"/>
                  <a:pt x="310" y="555"/>
                </a:cubicBezTo>
                <a:cubicBezTo>
                  <a:pt x="310" y="523"/>
                  <a:pt x="310" y="523"/>
                  <a:pt x="310" y="523"/>
                </a:cubicBezTo>
                <a:cubicBezTo>
                  <a:pt x="310" y="522"/>
                  <a:pt x="311" y="522"/>
                  <a:pt x="311" y="522"/>
                </a:cubicBezTo>
                <a:close/>
                <a:moveTo>
                  <a:pt x="311" y="593"/>
                </a:moveTo>
                <a:cubicBezTo>
                  <a:pt x="311" y="599"/>
                  <a:pt x="311" y="599"/>
                  <a:pt x="311" y="599"/>
                </a:cubicBezTo>
                <a:cubicBezTo>
                  <a:pt x="311" y="599"/>
                  <a:pt x="310" y="599"/>
                  <a:pt x="310" y="599"/>
                </a:cubicBezTo>
                <a:cubicBezTo>
                  <a:pt x="310" y="593"/>
                  <a:pt x="310" y="593"/>
                  <a:pt x="310" y="593"/>
                </a:cubicBezTo>
                <a:cubicBezTo>
                  <a:pt x="310" y="593"/>
                  <a:pt x="311" y="593"/>
                  <a:pt x="311" y="593"/>
                </a:cubicBezTo>
                <a:close/>
                <a:moveTo>
                  <a:pt x="311" y="618"/>
                </a:moveTo>
                <a:cubicBezTo>
                  <a:pt x="311" y="624"/>
                  <a:pt x="311" y="624"/>
                  <a:pt x="311" y="624"/>
                </a:cubicBezTo>
                <a:cubicBezTo>
                  <a:pt x="310" y="623"/>
                  <a:pt x="310" y="623"/>
                  <a:pt x="310" y="623"/>
                </a:cubicBezTo>
                <a:cubicBezTo>
                  <a:pt x="310" y="614"/>
                  <a:pt x="310" y="614"/>
                  <a:pt x="310" y="614"/>
                </a:cubicBezTo>
                <a:cubicBezTo>
                  <a:pt x="310" y="615"/>
                  <a:pt x="311" y="616"/>
                  <a:pt x="311" y="618"/>
                </a:cubicBezTo>
                <a:close/>
                <a:moveTo>
                  <a:pt x="311" y="738"/>
                </a:moveTo>
                <a:cubicBezTo>
                  <a:pt x="311" y="746"/>
                  <a:pt x="311" y="746"/>
                  <a:pt x="311" y="746"/>
                </a:cubicBezTo>
                <a:cubicBezTo>
                  <a:pt x="311" y="746"/>
                  <a:pt x="310" y="746"/>
                  <a:pt x="310" y="746"/>
                </a:cubicBezTo>
                <a:cubicBezTo>
                  <a:pt x="310" y="738"/>
                  <a:pt x="310" y="738"/>
                  <a:pt x="310" y="738"/>
                </a:cubicBezTo>
                <a:lnTo>
                  <a:pt x="311" y="738"/>
                </a:lnTo>
                <a:close/>
                <a:moveTo>
                  <a:pt x="309" y="12"/>
                </a:moveTo>
                <a:cubicBezTo>
                  <a:pt x="309" y="12"/>
                  <a:pt x="310" y="12"/>
                  <a:pt x="310" y="12"/>
                </a:cubicBezTo>
                <a:cubicBezTo>
                  <a:pt x="310" y="23"/>
                  <a:pt x="310" y="23"/>
                  <a:pt x="310" y="23"/>
                </a:cubicBezTo>
                <a:cubicBezTo>
                  <a:pt x="310" y="22"/>
                  <a:pt x="309" y="22"/>
                  <a:pt x="309" y="22"/>
                </a:cubicBezTo>
                <a:cubicBezTo>
                  <a:pt x="309" y="12"/>
                  <a:pt x="309" y="12"/>
                  <a:pt x="309" y="12"/>
                </a:cubicBezTo>
                <a:close/>
                <a:moveTo>
                  <a:pt x="310" y="785"/>
                </a:moveTo>
                <a:cubicBezTo>
                  <a:pt x="309" y="785"/>
                  <a:pt x="309" y="785"/>
                  <a:pt x="309" y="785"/>
                </a:cubicBezTo>
                <a:cubicBezTo>
                  <a:pt x="309" y="758"/>
                  <a:pt x="309" y="758"/>
                  <a:pt x="309" y="758"/>
                </a:cubicBezTo>
                <a:cubicBezTo>
                  <a:pt x="309" y="760"/>
                  <a:pt x="310" y="761"/>
                  <a:pt x="310" y="762"/>
                </a:cubicBezTo>
                <a:cubicBezTo>
                  <a:pt x="310" y="785"/>
                  <a:pt x="310" y="785"/>
                  <a:pt x="310" y="785"/>
                </a:cubicBezTo>
                <a:close/>
                <a:moveTo>
                  <a:pt x="310" y="44"/>
                </a:moveTo>
                <a:cubicBezTo>
                  <a:pt x="310" y="55"/>
                  <a:pt x="310" y="55"/>
                  <a:pt x="310" y="55"/>
                </a:cubicBezTo>
                <a:cubicBezTo>
                  <a:pt x="309" y="55"/>
                  <a:pt x="309" y="55"/>
                  <a:pt x="309" y="55"/>
                </a:cubicBezTo>
                <a:cubicBezTo>
                  <a:pt x="309" y="44"/>
                  <a:pt x="309" y="44"/>
                  <a:pt x="309" y="44"/>
                </a:cubicBezTo>
                <a:cubicBezTo>
                  <a:pt x="310" y="44"/>
                  <a:pt x="310" y="44"/>
                  <a:pt x="310" y="44"/>
                </a:cubicBezTo>
                <a:close/>
                <a:moveTo>
                  <a:pt x="310" y="94"/>
                </a:moveTo>
                <a:cubicBezTo>
                  <a:pt x="310" y="136"/>
                  <a:pt x="310" y="136"/>
                  <a:pt x="310" y="136"/>
                </a:cubicBezTo>
                <a:cubicBezTo>
                  <a:pt x="310" y="138"/>
                  <a:pt x="309" y="139"/>
                  <a:pt x="309" y="141"/>
                </a:cubicBezTo>
                <a:cubicBezTo>
                  <a:pt x="309" y="94"/>
                  <a:pt x="309" y="94"/>
                  <a:pt x="309" y="94"/>
                </a:cubicBezTo>
                <a:cubicBezTo>
                  <a:pt x="309" y="94"/>
                  <a:pt x="310" y="94"/>
                  <a:pt x="310" y="94"/>
                </a:cubicBezTo>
                <a:close/>
                <a:moveTo>
                  <a:pt x="310" y="181"/>
                </a:moveTo>
                <a:cubicBezTo>
                  <a:pt x="310" y="192"/>
                  <a:pt x="310" y="192"/>
                  <a:pt x="310" y="192"/>
                </a:cubicBezTo>
                <a:cubicBezTo>
                  <a:pt x="310" y="192"/>
                  <a:pt x="309" y="192"/>
                  <a:pt x="309" y="191"/>
                </a:cubicBezTo>
                <a:cubicBezTo>
                  <a:pt x="309" y="181"/>
                  <a:pt x="309" y="181"/>
                  <a:pt x="309" y="181"/>
                </a:cubicBezTo>
                <a:cubicBezTo>
                  <a:pt x="310" y="181"/>
                  <a:pt x="310" y="181"/>
                  <a:pt x="310" y="181"/>
                </a:cubicBezTo>
                <a:close/>
                <a:moveTo>
                  <a:pt x="310" y="204"/>
                </a:moveTo>
                <a:cubicBezTo>
                  <a:pt x="310" y="210"/>
                  <a:pt x="310" y="210"/>
                  <a:pt x="310" y="210"/>
                </a:cubicBezTo>
                <a:cubicBezTo>
                  <a:pt x="309" y="210"/>
                  <a:pt x="309" y="210"/>
                  <a:pt x="309" y="210"/>
                </a:cubicBezTo>
                <a:cubicBezTo>
                  <a:pt x="309" y="203"/>
                  <a:pt x="309" y="203"/>
                  <a:pt x="309" y="203"/>
                </a:cubicBezTo>
                <a:cubicBezTo>
                  <a:pt x="310" y="204"/>
                  <a:pt x="310" y="204"/>
                  <a:pt x="310" y="204"/>
                </a:cubicBezTo>
                <a:close/>
                <a:moveTo>
                  <a:pt x="310" y="226"/>
                </a:moveTo>
                <a:cubicBezTo>
                  <a:pt x="310" y="239"/>
                  <a:pt x="310" y="239"/>
                  <a:pt x="310" y="239"/>
                </a:cubicBezTo>
                <a:cubicBezTo>
                  <a:pt x="310" y="239"/>
                  <a:pt x="309" y="239"/>
                  <a:pt x="309" y="240"/>
                </a:cubicBezTo>
                <a:cubicBezTo>
                  <a:pt x="309" y="226"/>
                  <a:pt x="309" y="226"/>
                  <a:pt x="309" y="226"/>
                </a:cubicBezTo>
                <a:cubicBezTo>
                  <a:pt x="310" y="226"/>
                  <a:pt x="310" y="226"/>
                  <a:pt x="310" y="226"/>
                </a:cubicBezTo>
                <a:close/>
                <a:moveTo>
                  <a:pt x="310" y="248"/>
                </a:moveTo>
                <a:cubicBezTo>
                  <a:pt x="310" y="266"/>
                  <a:pt x="310" y="266"/>
                  <a:pt x="310" y="266"/>
                </a:cubicBezTo>
                <a:cubicBezTo>
                  <a:pt x="309" y="264"/>
                  <a:pt x="309" y="264"/>
                  <a:pt x="309" y="264"/>
                </a:cubicBezTo>
                <a:cubicBezTo>
                  <a:pt x="309" y="245"/>
                  <a:pt x="309" y="245"/>
                  <a:pt x="309" y="245"/>
                </a:cubicBezTo>
                <a:cubicBezTo>
                  <a:pt x="309" y="246"/>
                  <a:pt x="310" y="247"/>
                  <a:pt x="310" y="248"/>
                </a:cubicBezTo>
                <a:close/>
                <a:moveTo>
                  <a:pt x="310" y="298"/>
                </a:moveTo>
                <a:cubicBezTo>
                  <a:pt x="310" y="309"/>
                  <a:pt x="310" y="309"/>
                  <a:pt x="310" y="309"/>
                </a:cubicBezTo>
                <a:cubicBezTo>
                  <a:pt x="309" y="311"/>
                  <a:pt x="309" y="311"/>
                  <a:pt x="309" y="311"/>
                </a:cubicBezTo>
                <a:cubicBezTo>
                  <a:pt x="309" y="296"/>
                  <a:pt x="309" y="296"/>
                  <a:pt x="309" y="296"/>
                </a:cubicBezTo>
                <a:cubicBezTo>
                  <a:pt x="310" y="298"/>
                  <a:pt x="310" y="298"/>
                  <a:pt x="310" y="298"/>
                </a:cubicBezTo>
                <a:close/>
                <a:moveTo>
                  <a:pt x="310" y="324"/>
                </a:moveTo>
                <a:cubicBezTo>
                  <a:pt x="310" y="334"/>
                  <a:pt x="310" y="334"/>
                  <a:pt x="310" y="334"/>
                </a:cubicBezTo>
                <a:cubicBezTo>
                  <a:pt x="310" y="333"/>
                  <a:pt x="309" y="333"/>
                  <a:pt x="309" y="332"/>
                </a:cubicBezTo>
                <a:cubicBezTo>
                  <a:pt x="309" y="325"/>
                  <a:pt x="309" y="325"/>
                  <a:pt x="309" y="325"/>
                </a:cubicBezTo>
                <a:cubicBezTo>
                  <a:pt x="309" y="324"/>
                  <a:pt x="310" y="324"/>
                  <a:pt x="310" y="324"/>
                </a:cubicBezTo>
                <a:close/>
                <a:moveTo>
                  <a:pt x="310" y="337"/>
                </a:moveTo>
                <a:cubicBezTo>
                  <a:pt x="310" y="346"/>
                  <a:pt x="310" y="346"/>
                  <a:pt x="310" y="346"/>
                </a:cubicBezTo>
                <a:cubicBezTo>
                  <a:pt x="309" y="346"/>
                  <a:pt x="309" y="346"/>
                  <a:pt x="309" y="346"/>
                </a:cubicBezTo>
                <a:cubicBezTo>
                  <a:pt x="309" y="338"/>
                  <a:pt x="309" y="338"/>
                  <a:pt x="309" y="338"/>
                </a:cubicBezTo>
                <a:cubicBezTo>
                  <a:pt x="309" y="338"/>
                  <a:pt x="310" y="337"/>
                  <a:pt x="310" y="337"/>
                </a:cubicBezTo>
                <a:close/>
                <a:moveTo>
                  <a:pt x="310" y="351"/>
                </a:moveTo>
                <a:cubicBezTo>
                  <a:pt x="310" y="356"/>
                  <a:pt x="310" y="356"/>
                  <a:pt x="310" y="356"/>
                </a:cubicBezTo>
                <a:cubicBezTo>
                  <a:pt x="309" y="356"/>
                  <a:pt x="309" y="356"/>
                  <a:pt x="309" y="356"/>
                </a:cubicBezTo>
                <a:cubicBezTo>
                  <a:pt x="309" y="352"/>
                  <a:pt x="309" y="352"/>
                  <a:pt x="309" y="352"/>
                </a:cubicBezTo>
                <a:cubicBezTo>
                  <a:pt x="310" y="351"/>
                  <a:pt x="310" y="351"/>
                  <a:pt x="310" y="351"/>
                </a:cubicBezTo>
                <a:close/>
                <a:moveTo>
                  <a:pt x="310" y="361"/>
                </a:moveTo>
                <a:cubicBezTo>
                  <a:pt x="310" y="366"/>
                  <a:pt x="310" y="366"/>
                  <a:pt x="310" y="366"/>
                </a:cubicBezTo>
                <a:cubicBezTo>
                  <a:pt x="309" y="366"/>
                  <a:pt x="309" y="366"/>
                  <a:pt x="309" y="366"/>
                </a:cubicBezTo>
                <a:cubicBezTo>
                  <a:pt x="309" y="362"/>
                  <a:pt x="309" y="362"/>
                  <a:pt x="309" y="362"/>
                </a:cubicBezTo>
                <a:cubicBezTo>
                  <a:pt x="310" y="361"/>
                  <a:pt x="310" y="361"/>
                  <a:pt x="310" y="361"/>
                </a:cubicBezTo>
                <a:close/>
                <a:moveTo>
                  <a:pt x="310" y="366"/>
                </a:moveTo>
                <a:cubicBezTo>
                  <a:pt x="310" y="377"/>
                  <a:pt x="310" y="377"/>
                  <a:pt x="310" y="377"/>
                </a:cubicBezTo>
                <a:cubicBezTo>
                  <a:pt x="310" y="378"/>
                  <a:pt x="309" y="380"/>
                  <a:pt x="309" y="382"/>
                </a:cubicBezTo>
                <a:cubicBezTo>
                  <a:pt x="309" y="369"/>
                  <a:pt x="309" y="369"/>
                  <a:pt x="309" y="369"/>
                </a:cubicBezTo>
                <a:cubicBezTo>
                  <a:pt x="309" y="368"/>
                  <a:pt x="310" y="367"/>
                  <a:pt x="310" y="366"/>
                </a:cubicBezTo>
                <a:close/>
                <a:moveTo>
                  <a:pt x="310" y="428"/>
                </a:moveTo>
                <a:cubicBezTo>
                  <a:pt x="310" y="436"/>
                  <a:pt x="310" y="436"/>
                  <a:pt x="310" y="436"/>
                </a:cubicBezTo>
                <a:cubicBezTo>
                  <a:pt x="310" y="436"/>
                  <a:pt x="309" y="436"/>
                  <a:pt x="309" y="436"/>
                </a:cubicBezTo>
                <a:cubicBezTo>
                  <a:pt x="309" y="424"/>
                  <a:pt x="309" y="424"/>
                  <a:pt x="309" y="424"/>
                </a:cubicBezTo>
                <a:cubicBezTo>
                  <a:pt x="309" y="425"/>
                  <a:pt x="310" y="426"/>
                  <a:pt x="310" y="428"/>
                </a:cubicBezTo>
                <a:close/>
                <a:moveTo>
                  <a:pt x="310" y="443"/>
                </a:moveTo>
                <a:cubicBezTo>
                  <a:pt x="310" y="453"/>
                  <a:pt x="310" y="453"/>
                  <a:pt x="310" y="453"/>
                </a:cubicBezTo>
                <a:cubicBezTo>
                  <a:pt x="309" y="456"/>
                  <a:pt x="309" y="458"/>
                  <a:pt x="310" y="461"/>
                </a:cubicBezTo>
                <a:cubicBezTo>
                  <a:pt x="310" y="467"/>
                  <a:pt x="310" y="467"/>
                  <a:pt x="310" y="467"/>
                </a:cubicBezTo>
                <a:cubicBezTo>
                  <a:pt x="310" y="466"/>
                  <a:pt x="309" y="466"/>
                  <a:pt x="309" y="466"/>
                </a:cubicBezTo>
                <a:cubicBezTo>
                  <a:pt x="309" y="447"/>
                  <a:pt x="309" y="447"/>
                  <a:pt x="309" y="447"/>
                </a:cubicBezTo>
                <a:cubicBezTo>
                  <a:pt x="309" y="446"/>
                  <a:pt x="310" y="444"/>
                  <a:pt x="310" y="443"/>
                </a:cubicBezTo>
                <a:close/>
                <a:moveTo>
                  <a:pt x="310" y="471"/>
                </a:moveTo>
                <a:cubicBezTo>
                  <a:pt x="310" y="476"/>
                  <a:pt x="310" y="476"/>
                  <a:pt x="310" y="476"/>
                </a:cubicBezTo>
                <a:cubicBezTo>
                  <a:pt x="310" y="476"/>
                  <a:pt x="309" y="477"/>
                  <a:pt x="309" y="478"/>
                </a:cubicBezTo>
                <a:cubicBezTo>
                  <a:pt x="309" y="473"/>
                  <a:pt x="309" y="473"/>
                  <a:pt x="309" y="473"/>
                </a:cubicBezTo>
                <a:cubicBezTo>
                  <a:pt x="309" y="472"/>
                  <a:pt x="310" y="471"/>
                  <a:pt x="310" y="471"/>
                </a:cubicBezTo>
                <a:close/>
                <a:moveTo>
                  <a:pt x="310" y="478"/>
                </a:moveTo>
                <a:cubicBezTo>
                  <a:pt x="310" y="483"/>
                  <a:pt x="310" y="483"/>
                  <a:pt x="310" y="483"/>
                </a:cubicBezTo>
                <a:cubicBezTo>
                  <a:pt x="310" y="483"/>
                  <a:pt x="309" y="483"/>
                  <a:pt x="309" y="483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10" y="478"/>
                  <a:pt x="310" y="478"/>
                </a:cubicBezTo>
                <a:close/>
                <a:moveTo>
                  <a:pt x="310" y="493"/>
                </a:moveTo>
                <a:cubicBezTo>
                  <a:pt x="310" y="497"/>
                  <a:pt x="310" y="497"/>
                  <a:pt x="310" y="497"/>
                </a:cubicBezTo>
                <a:cubicBezTo>
                  <a:pt x="309" y="496"/>
                  <a:pt x="309" y="496"/>
                  <a:pt x="309" y="496"/>
                </a:cubicBezTo>
                <a:cubicBezTo>
                  <a:pt x="309" y="492"/>
                  <a:pt x="309" y="492"/>
                  <a:pt x="309" y="492"/>
                </a:cubicBezTo>
                <a:cubicBezTo>
                  <a:pt x="310" y="493"/>
                  <a:pt x="310" y="493"/>
                  <a:pt x="310" y="493"/>
                </a:cubicBezTo>
                <a:close/>
                <a:moveTo>
                  <a:pt x="310" y="500"/>
                </a:moveTo>
                <a:cubicBezTo>
                  <a:pt x="310" y="506"/>
                  <a:pt x="310" y="506"/>
                  <a:pt x="310" y="506"/>
                </a:cubicBezTo>
                <a:cubicBezTo>
                  <a:pt x="310" y="506"/>
                  <a:pt x="309" y="506"/>
                  <a:pt x="309" y="507"/>
                </a:cubicBezTo>
                <a:cubicBezTo>
                  <a:pt x="309" y="501"/>
                  <a:pt x="309" y="501"/>
                  <a:pt x="309" y="501"/>
                </a:cubicBezTo>
                <a:cubicBezTo>
                  <a:pt x="309" y="501"/>
                  <a:pt x="310" y="501"/>
                  <a:pt x="310" y="500"/>
                </a:cubicBezTo>
                <a:close/>
                <a:moveTo>
                  <a:pt x="310" y="523"/>
                </a:moveTo>
                <a:cubicBezTo>
                  <a:pt x="310" y="555"/>
                  <a:pt x="310" y="555"/>
                  <a:pt x="310" y="555"/>
                </a:cubicBezTo>
                <a:cubicBezTo>
                  <a:pt x="309" y="554"/>
                  <a:pt x="309" y="554"/>
                  <a:pt x="309" y="554"/>
                </a:cubicBezTo>
                <a:cubicBezTo>
                  <a:pt x="309" y="524"/>
                  <a:pt x="309" y="524"/>
                  <a:pt x="309" y="524"/>
                </a:cubicBezTo>
                <a:cubicBezTo>
                  <a:pt x="309" y="523"/>
                  <a:pt x="310" y="523"/>
                  <a:pt x="310" y="523"/>
                </a:cubicBezTo>
                <a:close/>
                <a:moveTo>
                  <a:pt x="310" y="593"/>
                </a:moveTo>
                <a:cubicBezTo>
                  <a:pt x="310" y="599"/>
                  <a:pt x="310" y="599"/>
                  <a:pt x="310" y="599"/>
                </a:cubicBezTo>
                <a:cubicBezTo>
                  <a:pt x="310" y="599"/>
                  <a:pt x="309" y="599"/>
                  <a:pt x="309" y="599"/>
                </a:cubicBezTo>
                <a:cubicBezTo>
                  <a:pt x="309" y="593"/>
                  <a:pt x="309" y="593"/>
                  <a:pt x="309" y="593"/>
                </a:cubicBezTo>
                <a:cubicBezTo>
                  <a:pt x="309" y="593"/>
                  <a:pt x="310" y="593"/>
                  <a:pt x="310" y="593"/>
                </a:cubicBezTo>
                <a:close/>
                <a:moveTo>
                  <a:pt x="310" y="614"/>
                </a:moveTo>
                <a:cubicBezTo>
                  <a:pt x="310" y="623"/>
                  <a:pt x="310" y="623"/>
                  <a:pt x="310" y="623"/>
                </a:cubicBezTo>
                <a:cubicBezTo>
                  <a:pt x="309" y="623"/>
                  <a:pt x="309" y="623"/>
                  <a:pt x="309" y="623"/>
                </a:cubicBezTo>
                <a:cubicBezTo>
                  <a:pt x="309" y="609"/>
                  <a:pt x="309" y="609"/>
                  <a:pt x="309" y="609"/>
                </a:cubicBezTo>
                <a:cubicBezTo>
                  <a:pt x="309" y="611"/>
                  <a:pt x="310" y="613"/>
                  <a:pt x="310" y="614"/>
                </a:cubicBezTo>
                <a:close/>
                <a:moveTo>
                  <a:pt x="310" y="738"/>
                </a:moveTo>
                <a:cubicBezTo>
                  <a:pt x="310" y="746"/>
                  <a:pt x="310" y="746"/>
                  <a:pt x="310" y="746"/>
                </a:cubicBezTo>
                <a:cubicBezTo>
                  <a:pt x="309" y="746"/>
                  <a:pt x="309" y="746"/>
                  <a:pt x="309" y="746"/>
                </a:cubicBezTo>
                <a:cubicBezTo>
                  <a:pt x="309" y="738"/>
                  <a:pt x="309" y="738"/>
                  <a:pt x="309" y="738"/>
                </a:cubicBezTo>
                <a:lnTo>
                  <a:pt x="310" y="738"/>
                </a:lnTo>
                <a:close/>
                <a:moveTo>
                  <a:pt x="307" y="12"/>
                </a:moveTo>
                <a:cubicBezTo>
                  <a:pt x="308" y="12"/>
                  <a:pt x="308" y="12"/>
                  <a:pt x="309" y="12"/>
                </a:cubicBezTo>
                <a:cubicBezTo>
                  <a:pt x="309" y="22"/>
                  <a:pt x="309" y="22"/>
                  <a:pt x="309" y="22"/>
                </a:cubicBezTo>
                <a:cubicBezTo>
                  <a:pt x="308" y="22"/>
                  <a:pt x="308" y="22"/>
                  <a:pt x="307" y="22"/>
                </a:cubicBezTo>
                <a:cubicBezTo>
                  <a:pt x="307" y="12"/>
                  <a:pt x="307" y="12"/>
                  <a:pt x="307" y="12"/>
                </a:cubicBezTo>
                <a:close/>
                <a:moveTo>
                  <a:pt x="309" y="785"/>
                </a:moveTo>
                <a:cubicBezTo>
                  <a:pt x="307" y="784"/>
                  <a:pt x="307" y="784"/>
                  <a:pt x="307" y="784"/>
                </a:cubicBezTo>
                <a:cubicBezTo>
                  <a:pt x="307" y="752"/>
                  <a:pt x="307" y="752"/>
                  <a:pt x="307" y="752"/>
                </a:cubicBezTo>
                <a:cubicBezTo>
                  <a:pt x="308" y="754"/>
                  <a:pt x="308" y="756"/>
                  <a:pt x="309" y="758"/>
                </a:cubicBezTo>
                <a:cubicBezTo>
                  <a:pt x="309" y="785"/>
                  <a:pt x="309" y="785"/>
                  <a:pt x="309" y="785"/>
                </a:cubicBezTo>
                <a:close/>
                <a:moveTo>
                  <a:pt x="309" y="44"/>
                </a:moveTo>
                <a:cubicBezTo>
                  <a:pt x="309" y="55"/>
                  <a:pt x="309" y="55"/>
                  <a:pt x="309" y="55"/>
                </a:cubicBezTo>
                <a:cubicBezTo>
                  <a:pt x="309" y="55"/>
                  <a:pt x="309" y="55"/>
                  <a:pt x="309" y="55"/>
                </a:cubicBezTo>
                <a:cubicBezTo>
                  <a:pt x="308" y="55"/>
                  <a:pt x="308" y="56"/>
                  <a:pt x="307" y="56"/>
                </a:cubicBezTo>
                <a:cubicBezTo>
                  <a:pt x="307" y="42"/>
                  <a:pt x="307" y="42"/>
                  <a:pt x="307" y="42"/>
                </a:cubicBezTo>
                <a:cubicBezTo>
                  <a:pt x="309" y="44"/>
                  <a:pt x="309" y="44"/>
                  <a:pt x="309" y="44"/>
                </a:cubicBezTo>
                <a:close/>
                <a:moveTo>
                  <a:pt x="309" y="94"/>
                </a:moveTo>
                <a:cubicBezTo>
                  <a:pt x="309" y="141"/>
                  <a:pt x="309" y="141"/>
                  <a:pt x="309" y="141"/>
                </a:cubicBezTo>
                <a:cubicBezTo>
                  <a:pt x="308" y="143"/>
                  <a:pt x="308" y="145"/>
                  <a:pt x="307" y="147"/>
                </a:cubicBezTo>
                <a:cubicBezTo>
                  <a:pt x="307" y="94"/>
                  <a:pt x="307" y="94"/>
                  <a:pt x="307" y="94"/>
                </a:cubicBezTo>
                <a:cubicBezTo>
                  <a:pt x="308" y="94"/>
                  <a:pt x="308" y="94"/>
                  <a:pt x="309" y="94"/>
                </a:cubicBezTo>
                <a:close/>
                <a:moveTo>
                  <a:pt x="309" y="181"/>
                </a:moveTo>
                <a:cubicBezTo>
                  <a:pt x="309" y="191"/>
                  <a:pt x="309" y="191"/>
                  <a:pt x="309" y="191"/>
                </a:cubicBezTo>
                <a:cubicBezTo>
                  <a:pt x="308" y="191"/>
                  <a:pt x="308" y="191"/>
                  <a:pt x="307" y="191"/>
                </a:cubicBezTo>
                <a:cubicBezTo>
                  <a:pt x="307" y="182"/>
                  <a:pt x="307" y="182"/>
                  <a:pt x="307" y="182"/>
                </a:cubicBezTo>
                <a:cubicBezTo>
                  <a:pt x="309" y="181"/>
                  <a:pt x="309" y="181"/>
                  <a:pt x="309" y="181"/>
                </a:cubicBezTo>
                <a:close/>
                <a:moveTo>
                  <a:pt x="309" y="203"/>
                </a:moveTo>
                <a:cubicBezTo>
                  <a:pt x="309" y="210"/>
                  <a:pt x="309" y="210"/>
                  <a:pt x="309" y="210"/>
                </a:cubicBezTo>
                <a:cubicBezTo>
                  <a:pt x="308" y="210"/>
                  <a:pt x="308" y="211"/>
                  <a:pt x="307" y="211"/>
                </a:cubicBezTo>
                <a:cubicBezTo>
                  <a:pt x="307" y="202"/>
                  <a:pt x="307" y="202"/>
                  <a:pt x="307" y="202"/>
                </a:cubicBezTo>
                <a:cubicBezTo>
                  <a:pt x="309" y="203"/>
                  <a:pt x="309" y="203"/>
                  <a:pt x="309" y="203"/>
                </a:cubicBezTo>
                <a:close/>
                <a:moveTo>
                  <a:pt x="309" y="226"/>
                </a:moveTo>
                <a:cubicBezTo>
                  <a:pt x="309" y="240"/>
                  <a:pt x="309" y="240"/>
                  <a:pt x="309" y="240"/>
                </a:cubicBezTo>
                <a:cubicBezTo>
                  <a:pt x="308" y="240"/>
                  <a:pt x="308" y="240"/>
                  <a:pt x="308" y="240"/>
                </a:cubicBezTo>
                <a:cubicBezTo>
                  <a:pt x="308" y="242"/>
                  <a:pt x="309" y="243"/>
                  <a:pt x="309" y="245"/>
                </a:cubicBezTo>
                <a:cubicBezTo>
                  <a:pt x="309" y="264"/>
                  <a:pt x="309" y="264"/>
                  <a:pt x="309" y="264"/>
                </a:cubicBezTo>
                <a:cubicBezTo>
                  <a:pt x="307" y="262"/>
                  <a:pt x="307" y="262"/>
                  <a:pt x="307" y="262"/>
                </a:cubicBezTo>
                <a:cubicBezTo>
                  <a:pt x="307" y="228"/>
                  <a:pt x="307" y="228"/>
                  <a:pt x="307" y="228"/>
                </a:cubicBezTo>
                <a:cubicBezTo>
                  <a:pt x="308" y="227"/>
                  <a:pt x="308" y="227"/>
                  <a:pt x="309" y="226"/>
                </a:cubicBezTo>
                <a:close/>
                <a:moveTo>
                  <a:pt x="309" y="296"/>
                </a:moveTo>
                <a:cubicBezTo>
                  <a:pt x="309" y="311"/>
                  <a:pt x="309" y="311"/>
                  <a:pt x="309" y="311"/>
                </a:cubicBezTo>
                <a:cubicBezTo>
                  <a:pt x="308" y="311"/>
                  <a:pt x="308" y="312"/>
                  <a:pt x="307" y="313"/>
                </a:cubicBezTo>
                <a:cubicBezTo>
                  <a:pt x="307" y="304"/>
                  <a:pt x="307" y="304"/>
                  <a:pt x="307" y="304"/>
                </a:cubicBezTo>
                <a:cubicBezTo>
                  <a:pt x="308" y="303"/>
                  <a:pt x="308" y="302"/>
                  <a:pt x="307" y="301"/>
                </a:cubicBezTo>
                <a:cubicBezTo>
                  <a:pt x="307" y="295"/>
                  <a:pt x="307" y="295"/>
                  <a:pt x="307" y="295"/>
                </a:cubicBezTo>
                <a:cubicBezTo>
                  <a:pt x="309" y="296"/>
                  <a:pt x="309" y="296"/>
                  <a:pt x="309" y="296"/>
                </a:cubicBezTo>
                <a:close/>
                <a:moveTo>
                  <a:pt x="309" y="325"/>
                </a:moveTo>
                <a:cubicBezTo>
                  <a:pt x="309" y="332"/>
                  <a:pt x="309" y="332"/>
                  <a:pt x="309" y="332"/>
                </a:cubicBezTo>
                <a:cubicBezTo>
                  <a:pt x="308" y="332"/>
                  <a:pt x="308" y="331"/>
                  <a:pt x="307" y="330"/>
                </a:cubicBezTo>
                <a:cubicBezTo>
                  <a:pt x="307" y="326"/>
                  <a:pt x="307" y="326"/>
                  <a:pt x="307" y="326"/>
                </a:cubicBezTo>
                <a:cubicBezTo>
                  <a:pt x="307" y="326"/>
                  <a:pt x="308" y="326"/>
                  <a:pt x="308" y="326"/>
                </a:cubicBezTo>
                <a:cubicBezTo>
                  <a:pt x="308" y="326"/>
                  <a:pt x="308" y="325"/>
                  <a:pt x="309" y="325"/>
                </a:cubicBezTo>
                <a:close/>
                <a:moveTo>
                  <a:pt x="309" y="338"/>
                </a:moveTo>
                <a:cubicBezTo>
                  <a:pt x="309" y="346"/>
                  <a:pt x="309" y="346"/>
                  <a:pt x="309" y="346"/>
                </a:cubicBezTo>
                <a:cubicBezTo>
                  <a:pt x="308" y="346"/>
                  <a:pt x="308" y="346"/>
                  <a:pt x="308" y="346"/>
                </a:cubicBezTo>
                <a:cubicBezTo>
                  <a:pt x="307" y="348"/>
                  <a:pt x="307" y="348"/>
                  <a:pt x="307" y="348"/>
                </a:cubicBezTo>
                <a:cubicBezTo>
                  <a:pt x="307" y="341"/>
                  <a:pt x="307" y="341"/>
                  <a:pt x="307" y="341"/>
                </a:cubicBezTo>
                <a:cubicBezTo>
                  <a:pt x="308" y="340"/>
                  <a:pt x="308" y="339"/>
                  <a:pt x="309" y="338"/>
                </a:cubicBezTo>
                <a:close/>
                <a:moveTo>
                  <a:pt x="309" y="352"/>
                </a:moveTo>
                <a:cubicBezTo>
                  <a:pt x="309" y="356"/>
                  <a:pt x="309" y="356"/>
                  <a:pt x="309" y="356"/>
                </a:cubicBezTo>
                <a:cubicBezTo>
                  <a:pt x="307" y="356"/>
                  <a:pt x="307" y="356"/>
                  <a:pt x="307" y="356"/>
                </a:cubicBezTo>
                <a:cubicBezTo>
                  <a:pt x="307" y="352"/>
                  <a:pt x="307" y="352"/>
                  <a:pt x="307" y="352"/>
                </a:cubicBezTo>
                <a:cubicBezTo>
                  <a:pt x="309" y="352"/>
                  <a:pt x="309" y="352"/>
                  <a:pt x="309" y="352"/>
                </a:cubicBezTo>
                <a:close/>
                <a:moveTo>
                  <a:pt x="309" y="362"/>
                </a:moveTo>
                <a:cubicBezTo>
                  <a:pt x="309" y="366"/>
                  <a:pt x="309" y="366"/>
                  <a:pt x="309" y="366"/>
                </a:cubicBezTo>
                <a:cubicBezTo>
                  <a:pt x="308" y="367"/>
                  <a:pt x="308" y="367"/>
                  <a:pt x="307" y="367"/>
                </a:cubicBezTo>
                <a:cubicBezTo>
                  <a:pt x="307" y="362"/>
                  <a:pt x="307" y="362"/>
                  <a:pt x="307" y="362"/>
                </a:cubicBezTo>
                <a:cubicBezTo>
                  <a:pt x="309" y="362"/>
                  <a:pt x="309" y="362"/>
                  <a:pt x="309" y="362"/>
                </a:cubicBezTo>
                <a:close/>
                <a:moveTo>
                  <a:pt x="309" y="369"/>
                </a:moveTo>
                <a:cubicBezTo>
                  <a:pt x="309" y="382"/>
                  <a:pt x="309" y="382"/>
                  <a:pt x="309" y="382"/>
                </a:cubicBezTo>
                <a:cubicBezTo>
                  <a:pt x="308" y="387"/>
                  <a:pt x="308" y="393"/>
                  <a:pt x="307" y="398"/>
                </a:cubicBezTo>
                <a:cubicBezTo>
                  <a:pt x="307" y="371"/>
                  <a:pt x="307" y="371"/>
                  <a:pt x="307" y="371"/>
                </a:cubicBezTo>
                <a:cubicBezTo>
                  <a:pt x="308" y="370"/>
                  <a:pt x="308" y="370"/>
                  <a:pt x="309" y="369"/>
                </a:cubicBezTo>
                <a:close/>
                <a:moveTo>
                  <a:pt x="309" y="424"/>
                </a:moveTo>
                <a:cubicBezTo>
                  <a:pt x="309" y="436"/>
                  <a:pt x="309" y="436"/>
                  <a:pt x="309" y="436"/>
                </a:cubicBezTo>
                <a:cubicBezTo>
                  <a:pt x="308" y="436"/>
                  <a:pt x="308" y="437"/>
                  <a:pt x="307" y="437"/>
                </a:cubicBezTo>
                <a:cubicBezTo>
                  <a:pt x="307" y="408"/>
                  <a:pt x="307" y="408"/>
                  <a:pt x="307" y="408"/>
                </a:cubicBezTo>
                <a:cubicBezTo>
                  <a:pt x="307" y="413"/>
                  <a:pt x="308" y="417"/>
                  <a:pt x="308" y="422"/>
                </a:cubicBezTo>
                <a:cubicBezTo>
                  <a:pt x="308" y="422"/>
                  <a:pt x="309" y="423"/>
                  <a:pt x="309" y="424"/>
                </a:cubicBezTo>
                <a:close/>
                <a:moveTo>
                  <a:pt x="309" y="447"/>
                </a:moveTo>
                <a:cubicBezTo>
                  <a:pt x="309" y="466"/>
                  <a:pt x="309" y="466"/>
                  <a:pt x="309" y="466"/>
                </a:cubicBezTo>
                <a:cubicBezTo>
                  <a:pt x="308" y="465"/>
                  <a:pt x="308" y="464"/>
                  <a:pt x="307" y="464"/>
                </a:cubicBezTo>
                <a:cubicBezTo>
                  <a:pt x="307" y="449"/>
                  <a:pt x="307" y="449"/>
                  <a:pt x="307" y="449"/>
                </a:cubicBezTo>
                <a:cubicBezTo>
                  <a:pt x="308" y="449"/>
                  <a:pt x="308" y="448"/>
                  <a:pt x="309" y="447"/>
                </a:cubicBezTo>
                <a:close/>
                <a:moveTo>
                  <a:pt x="309" y="473"/>
                </a:move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83"/>
                  <a:pt x="309" y="483"/>
                  <a:pt x="309" y="483"/>
                </a:cubicBezTo>
                <a:cubicBezTo>
                  <a:pt x="308" y="483"/>
                  <a:pt x="308" y="482"/>
                  <a:pt x="307" y="482"/>
                </a:cubicBezTo>
                <a:cubicBezTo>
                  <a:pt x="307" y="475"/>
                  <a:pt x="307" y="475"/>
                  <a:pt x="307" y="475"/>
                </a:cubicBezTo>
                <a:cubicBezTo>
                  <a:pt x="308" y="474"/>
                  <a:pt x="308" y="473"/>
                  <a:pt x="309" y="473"/>
                </a:cubicBezTo>
                <a:close/>
                <a:moveTo>
                  <a:pt x="309" y="492"/>
                </a:moveTo>
                <a:cubicBezTo>
                  <a:pt x="309" y="496"/>
                  <a:pt x="309" y="496"/>
                  <a:pt x="309" y="496"/>
                </a:cubicBezTo>
                <a:cubicBezTo>
                  <a:pt x="307" y="495"/>
                  <a:pt x="307" y="495"/>
                  <a:pt x="307" y="495"/>
                </a:cubicBezTo>
                <a:cubicBezTo>
                  <a:pt x="307" y="491"/>
                  <a:pt x="307" y="491"/>
                  <a:pt x="307" y="491"/>
                </a:cubicBezTo>
                <a:cubicBezTo>
                  <a:pt x="309" y="492"/>
                  <a:pt x="309" y="492"/>
                  <a:pt x="309" y="492"/>
                </a:cubicBezTo>
                <a:close/>
                <a:moveTo>
                  <a:pt x="309" y="501"/>
                </a:moveTo>
                <a:cubicBezTo>
                  <a:pt x="309" y="507"/>
                  <a:pt x="309" y="507"/>
                  <a:pt x="309" y="507"/>
                </a:cubicBezTo>
                <a:cubicBezTo>
                  <a:pt x="308" y="507"/>
                  <a:pt x="308" y="508"/>
                  <a:pt x="307" y="508"/>
                </a:cubicBezTo>
                <a:cubicBezTo>
                  <a:pt x="307" y="502"/>
                  <a:pt x="307" y="502"/>
                  <a:pt x="307" y="502"/>
                </a:cubicBezTo>
                <a:cubicBezTo>
                  <a:pt x="308" y="501"/>
                  <a:pt x="308" y="501"/>
                  <a:pt x="309" y="501"/>
                </a:cubicBezTo>
                <a:close/>
                <a:moveTo>
                  <a:pt x="309" y="524"/>
                </a:moveTo>
                <a:cubicBezTo>
                  <a:pt x="309" y="554"/>
                  <a:pt x="309" y="554"/>
                  <a:pt x="309" y="554"/>
                </a:cubicBezTo>
                <a:cubicBezTo>
                  <a:pt x="308" y="554"/>
                  <a:pt x="308" y="554"/>
                  <a:pt x="307" y="554"/>
                </a:cubicBezTo>
                <a:cubicBezTo>
                  <a:pt x="307" y="525"/>
                  <a:pt x="307" y="525"/>
                  <a:pt x="307" y="525"/>
                </a:cubicBezTo>
                <a:cubicBezTo>
                  <a:pt x="308" y="525"/>
                  <a:pt x="308" y="524"/>
                  <a:pt x="309" y="524"/>
                </a:cubicBezTo>
                <a:close/>
                <a:moveTo>
                  <a:pt x="309" y="593"/>
                </a:moveTo>
                <a:cubicBezTo>
                  <a:pt x="309" y="599"/>
                  <a:pt x="309" y="599"/>
                  <a:pt x="309" y="599"/>
                </a:cubicBezTo>
                <a:cubicBezTo>
                  <a:pt x="308" y="599"/>
                  <a:pt x="308" y="598"/>
                  <a:pt x="308" y="598"/>
                </a:cubicBezTo>
                <a:cubicBezTo>
                  <a:pt x="308" y="603"/>
                  <a:pt x="308" y="606"/>
                  <a:pt x="309" y="609"/>
                </a:cubicBezTo>
                <a:cubicBezTo>
                  <a:pt x="309" y="623"/>
                  <a:pt x="309" y="623"/>
                  <a:pt x="309" y="623"/>
                </a:cubicBezTo>
                <a:cubicBezTo>
                  <a:pt x="307" y="622"/>
                  <a:pt x="307" y="622"/>
                  <a:pt x="307" y="622"/>
                </a:cubicBezTo>
                <a:cubicBezTo>
                  <a:pt x="307" y="592"/>
                  <a:pt x="307" y="592"/>
                  <a:pt x="307" y="592"/>
                </a:cubicBezTo>
                <a:cubicBezTo>
                  <a:pt x="308" y="592"/>
                  <a:pt x="308" y="593"/>
                  <a:pt x="309" y="593"/>
                </a:cubicBezTo>
                <a:close/>
                <a:moveTo>
                  <a:pt x="309" y="738"/>
                </a:moveTo>
                <a:cubicBezTo>
                  <a:pt x="309" y="746"/>
                  <a:pt x="309" y="746"/>
                  <a:pt x="309" y="746"/>
                </a:cubicBezTo>
                <a:cubicBezTo>
                  <a:pt x="308" y="745"/>
                  <a:pt x="308" y="745"/>
                  <a:pt x="307" y="745"/>
                </a:cubicBezTo>
                <a:cubicBezTo>
                  <a:pt x="307" y="738"/>
                  <a:pt x="307" y="738"/>
                  <a:pt x="307" y="738"/>
                </a:cubicBezTo>
                <a:cubicBezTo>
                  <a:pt x="308" y="738"/>
                  <a:pt x="308" y="738"/>
                  <a:pt x="309" y="738"/>
                </a:cubicBezTo>
                <a:close/>
                <a:moveTo>
                  <a:pt x="307" y="675"/>
                </a:move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lnTo>
                  <a:pt x="307" y="675"/>
                </a:lnTo>
                <a:close/>
                <a:moveTo>
                  <a:pt x="306" y="12"/>
                </a:moveTo>
                <a:cubicBezTo>
                  <a:pt x="306" y="12"/>
                  <a:pt x="307" y="12"/>
                  <a:pt x="307" y="12"/>
                </a:cubicBezTo>
                <a:cubicBezTo>
                  <a:pt x="307" y="22"/>
                  <a:pt x="307" y="22"/>
                  <a:pt x="307" y="22"/>
                </a:cubicBezTo>
                <a:cubicBezTo>
                  <a:pt x="307" y="21"/>
                  <a:pt x="306" y="21"/>
                  <a:pt x="306" y="21"/>
                </a:cubicBezTo>
                <a:cubicBezTo>
                  <a:pt x="306" y="12"/>
                  <a:pt x="306" y="12"/>
                  <a:pt x="306" y="12"/>
                </a:cubicBezTo>
                <a:close/>
                <a:moveTo>
                  <a:pt x="307" y="784"/>
                </a:moveTo>
                <a:cubicBezTo>
                  <a:pt x="306" y="784"/>
                  <a:pt x="306" y="784"/>
                  <a:pt x="306" y="784"/>
                </a:cubicBezTo>
                <a:cubicBezTo>
                  <a:pt x="306" y="747"/>
                  <a:pt x="306" y="747"/>
                  <a:pt x="306" y="747"/>
                </a:cubicBezTo>
                <a:cubicBezTo>
                  <a:pt x="306" y="749"/>
                  <a:pt x="307" y="750"/>
                  <a:pt x="307" y="752"/>
                </a:cubicBezTo>
                <a:cubicBezTo>
                  <a:pt x="307" y="784"/>
                  <a:pt x="307" y="784"/>
                  <a:pt x="307" y="784"/>
                </a:cubicBezTo>
                <a:close/>
                <a:moveTo>
                  <a:pt x="307" y="42"/>
                </a:moveTo>
                <a:cubicBezTo>
                  <a:pt x="307" y="56"/>
                  <a:pt x="307" y="56"/>
                  <a:pt x="307" y="56"/>
                </a:cubicBezTo>
                <a:cubicBezTo>
                  <a:pt x="306" y="57"/>
                  <a:pt x="306" y="57"/>
                  <a:pt x="306" y="57"/>
                </a:cubicBezTo>
                <a:cubicBezTo>
                  <a:pt x="306" y="42"/>
                  <a:pt x="306" y="42"/>
                  <a:pt x="306" y="42"/>
                </a:cubicBezTo>
                <a:cubicBezTo>
                  <a:pt x="307" y="42"/>
                  <a:pt x="307" y="42"/>
                  <a:pt x="307" y="42"/>
                </a:cubicBezTo>
                <a:close/>
                <a:moveTo>
                  <a:pt x="307" y="94"/>
                </a:moveTo>
                <a:cubicBezTo>
                  <a:pt x="307" y="147"/>
                  <a:pt x="307" y="147"/>
                  <a:pt x="307" y="147"/>
                </a:cubicBezTo>
                <a:cubicBezTo>
                  <a:pt x="307" y="149"/>
                  <a:pt x="306" y="150"/>
                  <a:pt x="306" y="151"/>
                </a:cubicBezTo>
                <a:cubicBezTo>
                  <a:pt x="306" y="95"/>
                  <a:pt x="306" y="95"/>
                  <a:pt x="306" y="95"/>
                </a:cubicBezTo>
                <a:cubicBezTo>
                  <a:pt x="306" y="95"/>
                  <a:pt x="307" y="94"/>
                  <a:pt x="307" y="94"/>
                </a:cubicBezTo>
                <a:close/>
                <a:moveTo>
                  <a:pt x="307" y="182"/>
                </a:moveTo>
                <a:cubicBezTo>
                  <a:pt x="307" y="191"/>
                  <a:pt x="307" y="191"/>
                  <a:pt x="307" y="191"/>
                </a:cubicBezTo>
                <a:cubicBezTo>
                  <a:pt x="307" y="191"/>
                  <a:pt x="306" y="191"/>
                  <a:pt x="306" y="191"/>
                </a:cubicBezTo>
                <a:cubicBezTo>
                  <a:pt x="306" y="182"/>
                  <a:pt x="306" y="182"/>
                  <a:pt x="306" y="182"/>
                </a:cubicBezTo>
                <a:cubicBezTo>
                  <a:pt x="307" y="182"/>
                  <a:pt x="307" y="182"/>
                  <a:pt x="307" y="182"/>
                </a:cubicBezTo>
                <a:close/>
                <a:moveTo>
                  <a:pt x="307" y="202"/>
                </a:moveTo>
                <a:cubicBezTo>
                  <a:pt x="307" y="211"/>
                  <a:pt x="307" y="211"/>
                  <a:pt x="307" y="211"/>
                </a:cubicBezTo>
                <a:cubicBezTo>
                  <a:pt x="306" y="211"/>
                  <a:pt x="306" y="211"/>
                  <a:pt x="306" y="211"/>
                </a:cubicBezTo>
                <a:cubicBezTo>
                  <a:pt x="306" y="201"/>
                  <a:pt x="306" y="201"/>
                  <a:pt x="306" y="201"/>
                </a:cubicBezTo>
                <a:cubicBezTo>
                  <a:pt x="307" y="202"/>
                  <a:pt x="307" y="202"/>
                  <a:pt x="307" y="202"/>
                </a:cubicBezTo>
                <a:close/>
                <a:moveTo>
                  <a:pt x="307" y="228"/>
                </a:moveTo>
                <a:cubicBezTo>
                  <a:pt x="307" y="262"/>
                  <a:pt x="307" y="262"/>
                  <a:pt x="307" y="262"/>
                </a:cubicBezTo>
                <a:cubicBezTo>
                  <a:pt x="306" y="260"/>
                  <a:pt x="306" y="260"/>
                  <a:pt x="306" y="260"/>
                </a:cubicBezTo>
                <a:cubicBezTo>
                  <a:pt x="306" y="228"/>
                  <a:pt x="306" y="228"/>
                  <a:pt x="306" y="228"/>
                </a:cubicBezTo>
                <a:cubicBezTo>
                  <a:pt x="306" y="228"/>
                  <a:pt x="307" y="228"/>
                  <a:pt x="307" y="228"/>
                </a:cubicBezTo>
                <a:close/>
                <a:moveTo>
                  <a:pt x="307" y="295"/>
                </a:moveTo>
                <a:cubicBezTo>
                  <a:pt x="307" y="301"/>
                  <a:pt x="307" y="301"/>
                  <a:pt x="307" y="301"/>
                </a:cubicBezTo>
                <a:cubicBezTo>
                  <a:pt x="307" y="300"/>
                  <a:pt x="307" y="299"/>
                  <a:pt x="306" y="298"/>
                </a:cubicBezTo>
                <a:cubicBezTo>
                  <a:pt x="306" y="294"/>
                  <a:pt x="306" y="294"/>
                  <a:pt x="306" y="294"/>
                </a:cubicBezTo>
                <a:cubicBezTo>
                  <a:pt x="307" y="295"/>
                  <a:pt x="307" y="295"/>
                  <a:pt x="307" y="295"/>
                </a:cubicBezTo>
                <a:close/>
                <a:moveTo>
                  <a:pt x="307" y="304"/>
                </a:moveTo>
                <a:cubicBezTo>
                  <a:pt x="307" y="313"/>
                  <a:pt x="307" y="313"/>
                  <a:pt x="307" y="313"/>
                </a:cubicBezTo>
                <a:cubicBezTo>
                  <a:pt x="307" y="314"/>
                  <a:pt x="306" y="314"/>
                  <a:pt x="306" y="315"/>
                </a:cubicBezTo>
                <a:cubicBezTo>
                  <a:pt x="306" y="308"/>
                  <a:pt x="306" y="308"/>
                  <a:pt x="306" y="308"/>
                </a:cubicBezTo>
                <a:cubicBezTo>
                  <a:pt x="307" y="307"/>
                  <a:pt x="307" y="305"/>
                  <a:pt x="307" y="304"/>
                </a:cubicBezTo>
                <a:close/>
                <a:moveTo>
                  <a:pt x="307" y="326"/>
                </a:moveTo>
                <a:cubicBezTo>
                  <a:pt x="307" y="330"/>
                  <a:pt x="307" y="330"/>
                  <a:pt x="307" y="330"/>
                </a:cubicBezTo>
                <a:cubicBezTo>
                  <a:pt x="307" y="330"/>
                  <a:pt x="306" y="329"/>
                  <a:pt x="306" y="329"/>
                </a:cubicBezTo>
                <a:cubicBezTo>
                  <a:pt x="306" y="324"/>
                  <a:pt x="306" y="324"/>
                  <a:pt x="306" y="324"/>
                </a:cubicBezTo>
                <a:cubicBezTo>
                  <a:pt x="306" y="325"/>
                  <a:pt x="307" y="325"/>
                  <a:pt x="307" y="326"/>
                </a:cubicBezTo>
                <a:close/>
                <a:moveTo>
                  <a:pt x="307" y="341"/>
                </a:moveTo>
                <a:cubicBezTo>
                  <a:pt x="307" y="348"/>
                  <a:pt x="307" y="348"/>
                  <a:pt x="307" y="348"/>
                </a:cubicBezTo>
                <a:cubicBezTo>
                  <a:pt x="306" y="349"/>
                  <a:pt x="306" y="349"/>
                  <a:pt x="306" y="349"/>
                </a:cubicBezTo>
                <a:cubicBezTo>
                  <a:pt x="306" y="343"/>
                  <a:pt x="306" y="343"/>
                  <a:pt x="306" y="343"/>
                </a:cubicBezTo>
                <a:cubicBezTo>
                  <a:pt x="306" y="342"/>
                  <a:pt x="307" y="342"/>
                  <a:pt x="307" y="341"/>
                </a:cubicBezTo>
                <a:close/>
                <a:moveTo>
                  <a:pt x="307" y="352"/>
                </a:moveTo>
                <a:cubicBezTo>
                  <a:pt x="307" y="356"/>
                  <a:pt x="307" y="356"/>
                  <a:pt x="307" y="356"/>
                </a:cubicBezTo>
                <a:cubicBezTo>
                  <a:pt x="306" y="357"/>
                  <a:pt x="306" y="357"/>
                  <a:pt x="306" y="357"/>
                </a:cubicBezTo>
                <a:cubicBezTo>
                  <a:pt x="306" y="352"/>
                  <a:pt x="306" y="352"/>
                  <a:pt x="306" y="352"/>
                </a:cubicBezTo>
                <a:cubicBezTo>
                  <a:pt x="307" y="352"/>
                  <a:pt x="307" y="352"/>
                  <a:pt x="307" y="352"/>
                </a:cubicBezTo>
                <a:close/>
                <a:moveTo>
                  <a:pt x="307" y="362"/>
                </a:moveTo>
                <a:cubicBezTo>
                  <a:pt x="307" y="367"/>
                  <a:pt x="307" y="367"/>
                  <a:pt x="307" y="367"/>
                </a:cubicBezTo>
                <a:cubicBezTo>
                  <a:pt x="306" y="367"/>
                  <a:pt x="306" y="367"/>
                  <a:pt x="306" y="367"/>
                </a:cubicBezTo>
                <a:cubicBezTo>
                  <a:pt x="306" y="362"/>
                  <a:pt x="306" y="362"/>
                  <a:pt x="306" y="362"/>
                </a:cubicBezTo>
                <a:cubicBezTo>
                  <a:pt x="307" y="362"/>
                  <a:pt x="307" y="362"/>
                  <a:pt x="307" y="362"/>
                </a:cubicBezTo>
                <a:close/>
                <a:moveTo>
                  <a:pt x="307" y="371"/>
                </a:moveTo>
                <a:cubicBezTo>
                  <a:pt x="307" y="398"/>
                  <a:pt x="307" y="398"/>
                  <a:pt x="307" y="398"/>
                </a:cubicBezTo>
                <a:cubicBezTo>
                  <a:pt x="307" y="402"/>
                  <a:pt x="307" y="405"/>
                  <a:pt x="307" y="408"/>
                </a:cubicBezTo>
                <a:cubicBezTo>
                  <a:pt x="307" y="437"/>
                  <a:pt x="307" y="437"/>
                  <a:pt x="307" y="437"/>
                </a:cubicBezTo>
                <a:cubicBezTo>
                  <a:pt x="307" y="438"/>
                  <a:pt x="306" y="438"/>
                  <a:pt x="306" y="438"/>
                </a:cubicBezTo>
                <a:cubicBezTo>
                  <a:pt x="306" y="428"/>
                  <a:pt x="306" y="428"/>
                  <a:pt x="306" y="428"/>
                </a:cubicBezTo>
                <a:cubicBezTo>
                  <a:pt x="306" y="427"/>
                  <a:pt x="306" y="426"/>
                  <a:pt x="306" y="425"/>
                </a:cubicBezTo>
                <a:cubicBezTo>
                  <a:pt x="306" y="425"/>
                  <a:pt x="306" y="425"/>
                  <a:pt x="306" y="425"/>
                </a:cubicBezTo>
                <a:cubicBezTo>
                  <a:pt x="306" y="372"/>
                  <a:pt x="306" y="372"/>
                  <a:pt x="306" y="372"/>
                </a:cubicBezTo>
                <a:cubicBezTo>
                  <a:pt x="306" y="372"/>
                  <a:pt x="307" y="371"/>
                  <a:pt x="307" y="371"/>
                </a:cubicBezTo>
                <a:close/>
                <a:moveTo>
                  <a:pt x="307" y="449"/>
                </a:moveTo>
                <a:cubicBezTo>
                  <a:pt x="307" y="464"/>
                  <a:pt x="307" y="464"/>
                  <a:pt x="307" y="464"/>
                </a:cubicBezTo>
                <a:cubicBezTo>
                  <a:pt x="307" y="463"/>
                  <a:pt x="306" y="463"/>
                  <a:pt x="306" y="462"/>
                </a:cubicBezTo>
                <a:cubicBezTo>
                  <a:pt x="306" y="451"/>
                  <a:pt x="306" y="451"/>
                  <a:pt x="306" y="451"/>
                </a:cubicBezTo>
                <a:cubicBezTo>
                  <a:pt x="306" y="450"/>
                  <a:pt x="307" y="450"/>
                  <a:pt x="307" y="449"/>
                </a:cubicBezTo>
                <a:close/>
                <a:moveTo>
                  <a:pt x="307" y="475"/>
                </a:moveTo>
                <a:cubicBezTo>
                  <a:pt x="307" y="482"/>
                  <a:pt x="307" y="482"/>
                  <a:pt x="307" y="482"/>
                </a:cubicBezTo>
                <a:cubicBezTo>
                  <a:pt x="307" y="482"/>
                  <a:pt x="306" y="482"/>
                  <a:pt x="306" y="482"/>
                </a:cubicBezTo>
                <a:cubicBezTo>
                  <a:pt x="306" y="476"/>
                  <a:pt x="306" y="476"/>
                  <a:pt x="306" y="476"/>
                </a:cubicBezTo>
                <a:cubicBezTo>
                  <a:pt x="306" y="476"/>
                  <a:pt x="307" y="475"/>
                  <a:pt x="307" y="475"/>
                </a:cubicBezTo>
                <a:close/>
                <a:moveTo>
                  <a:pt x="307" y="491"/>
                </a:moveTo>
                <a:cubicBezTo>
                  <a:pt x="307" y="495"/>
                  <a:pt x="307" y="495"/>
                  <a:pt x="307" y="495"/>
                </a:cubicBezTo>
                <a:cubicBezTo>
                  <a:pt x="307" y="495"/>
                  <a:pt x="306" y="495"/>
                  <a:pt x="306" y="494"/>
                </a:cubicBezTo>
                <a:cubicBezTo>
                  <a:pt x="306" y="490"/>
                  <a:pt x="306" y="490"/>
                  <a:pt x="306" y="490"/>
                </a:cubicBezTo>
                <a:cubicBezTo>
                  <a:pt x="307" y="491"/>
                  <a:pt x="307" y="491"/>
                  <a:pt x="307" y="491"/>
                </a:cubicBezTo>
                <a:close/>
                <a:moveTo>
                  <a:pt x="307" y="502"/>
                </a:moveTo>
                <a:cubicBezTo>
                  <a:pt x="307" y="508"/>
                  <a:pt x="307" y="508"/>
                  <a:pt x="307" y="508"/>
                </a:cubicBezTo>
                <a:cubicBezTo>
                  <a:pt x="307" y="509"/>
                  <a:pt x="306" y="509"/>
                  <a:pt x="306" y="510"/>
                </a:cubicBezTo>
                <a:cubicBezTo>
                  <a:pt x="306" y="502"/>
                  <a:pt x="306" y="502"/>
                  <a:pt x="306" y="502"/>
                </a:cubicBezTo>
                <a:cubicBezTo>
                  <a:pt x="306" y="502"/>
                  <a:pt x="307" y="502"/>
                  <a:pt x="307" y="502"/>
                </a:cubicBezTo>
                <a:close/>
                <a:moveTo>
                  <a:pt x="307" y="525"/>
                </a:moveTo>
                <a:cubicBezTo>
                  <a:pt x="307" y="554"/>
                  <a:pt x="307" y="554"/>
                  <a:pt x="307" y="554"/>
                </a:cubicBezTo>
                <a:cubicBezTo>
                  <a:pt x="307" y="554"/>
                  <a:pt x="306" y="554"/>
                  <a:pt x="306" y="554"/>
                </a:cubicBezTo>
                <a:cubicBezTo>
                  <a:pt x="306" y="527"/>
                  <a:pt x="306" y="527"/>
                  <a:pt x="306" y="527"/>
                </a:cubicBezTo>
                <a:cubicBezTo>
                  <a:pt x="306" y="526"/>
                  <a:pt x="307" y="526"/>
                  <a:pt x="307" y="525"/>
                </a:cubicBezTo>
                <a:close/>
                <a:moveTo>
                  <a:pt x="307" y="592"/>
                </a:moveTo>
                <a:cubicBezTo>
                  <a:pt x="307" y="622"/>
                  <a:pt x="307" y="622"/>
                  <a:pt x="307" y="622"/>
                </a:cubicBezTo>
                <a:cubicBezTo>
                  <a:pt x="306" y="622"/>
                  <a:pt x="306" y="622"/>
                  <a:pt x="306" y="622"/>
                </a:cubicBezTo>
                <a:cubicBezTo>
                  <a:pt x="306" y="592"/>
                  <a:pt x="306" y="592"/>
                  <a:pt x="306" y="592"/>
                </a:cubicBezTo>
                <a:cubicBezTo>
                  <a:pt x="306" y="592"/>
                  <a:pt x="307" y="592"/>
                  <a:pt x="307" y="592"/>
                </a:cubicBezTo>
                <a:close/>
                <a:moveTo>
                  <a:pt x="307" y="674"/>
                </a:moveTo>
                <a:cubicBezTo>
                  <a:pt x="307" y="675"/>
                  <a:pt x="307" y="675"/>
                  <a:pt x="307" y="675"/>
                </a:cubicBezTo>
                <a:cubicBezTo>
                  <a:pt x="307" y="676"/>
                  <a:pt x="306" y="677"/>
                  <a:pt x="306" y="678"/>
                </a:cubicBezTo>
                <a:cubicBezTo>
                  <a:pt x="306" y="673"/>
                  <a:pt x="306" y="673"/>
                  <a:pt x="306" y="673"/>
                </a:cubicBezTo>
                <a:cubicBezTo>
                  <a:pt x="307" y="673"/>
                  <a:pt x="307" y="674"/>
                  <a:pt x="307" y="674"/>
                </a:cubicBezTo>
                <a:close/>
                <a:moveTo>
                  <a:pt x="307" y="738"/>
                </a:moveTo>
                <a:cubicBezTo>
                  <a:pt x="307" y="745"/>
                  <a:pt x="307" y="745"/>
                  <a:pt x="307" y="745"/>
                </a:cubicBezTo>
                <a:cubicBezTo>
                  <a:pt x="306" y="745"/>
                  <a:pt x="306" y="745"/>
                  <a:pt x="306" y="745"/>
                </a:cubicBezTo>
                <a:cubicBezTo>
                  <a:pt x="306" y="738"/>
                  <a:pt x="306" y="738"/>
                  <a:pt x="306" y="738"/>
                </a:cubicBezTo>
                <a:lnTo>
                  <a:pt x="307" y="738"/>
                </a:lnTo>
                <a:close/>
                <a:moveTo>
                  <a:pt x="301" y="12"/>
                </a:moveTo>
                <a:cubicBezTo>
                  <a:pt x="303" y="12"/>
                  <a:pt x="304" y="12"/>
                  <a:pt x="306" y="12"/>
                </a:cubicBezTo>
                <a:cubicBezTo>
                  <a:pt x="306" y="21"/>
                  <a:pt x="306" y="21"/>
                  <a:pt x="306" y="21"/>
                </a:cubicBezTo>
                <a:cubicBezTo>
                  <a:pt x="304" y="21"/>
                  <a:pt x="303" y="21"/>
                  <a:pt x="301" y="21"/>
                </a:cubicBezTo>
                <a:cubicBezTo>
                  <a:pt x="301" y="12"/>
                  <a:pt x="301" y="12"/>
                  <a:pt x="301" y="12"/>
                </a:cubicBezTo>
                <a:close/>
                <a:moveTo>
                  <a:pt x="306" y="784"/>
                </a:moveTo>
                <a:cubicBezTo>
                  <a:pt x="304" y="783"/>
                  <a:pt x="303" y="783"/>
                  <a:pt x="301" y="783"/>
                </a:cubicBezTo>
                <a:cubicBezTo>
                  <a:pt x="301" y="775"/>
                  <a:pt x="301" y="775"/>
                  <a:pt x="301" y="775"/>
                </a:cubicBezTo>
                <a:cubicBezTo>
                  <a:pt x="303" y="776"/>
                  <a:pt x="303" y="776"/>
                  <a:pt x="303" y="776"/>
                </a:cubicBezTo>
                <a:cubicBezTo>
                  <a:pt x="304" y="776"/>
                  <a:pt x="304" y="776"/>
                  <a:pt x="305" y="776"/>
                </a:cubicBezTo>
                <a:cubicBezTo>
                  <a:pt x="304" y="770"/>
                  <a:pt x="302" y="765"/>
                  <a:pt x="301" y="760"/>
                </a:cubicBezTo>
                <a:cubicBezTo>
                  <a:pt x="301" y="738"/>
                  <a:pt x="301" y="738"/>
                  <a:pt x="301" y="738"/>
                </a:cubicBezTo>
                <a:cubicBezTo>
                  <a:pt x="302" y="738"/>
                  <a:pt x="304" y="738"/>
                  <a:pt x="306" y="738"/>
                </a:cubicBezTo>
                <a:cubicBezTo>
                  <a:pt x="306" y="745"/>
                  <a:pt x="306" y="745"/>
                  <a:pt x="306" y="745"/>
                </a:cubicBezTo>
                <a:cubicBezTo>
                  <a:pt x="305" y="745"/>
                  <a:pt x="305" y="745"/>
                  <a:pt x="305" y="745"/>
                </a:cubicBezTo>
                <a:cubicBezTo>
                  <a:pt x="306" y="746"/>
                  <a:pt x="306" y="747"/>
                  <a:pt x="306" y="747"/>
                </a:cubicBezTo>
                <a:cubicBezTo>
                  <a:pt x="306" y="784"/>
                  <a:pt x="306" y="784"/>
                  <a:pt x="306" y="784"/>
                </a:cubicBezTo>
                <a:close/>
                <a:moveTo>
                  <a:pt x="306" y="42"/>
                </a:moveTo>
                <a:cubicBezTo>
                  <a:pt x="306" y="57"/>
                  <a:pt x="306" y="57"/>
                  <a:pt x="306" y="57"/>
                </a:cubicBezTo>
                <a:cubicBezTo>
                  <a:pt x="304" y="57"/>
                  <a:pt x="303" y="58"/>
                  <a:pt x="301" y="59"/>
                </a:cubicBezTo>
                <a:cubicBezTo>
                  <a:pt x="301" y="51"/>
                  <a:pt x="301" y="51"/>
                  <a:pt x="301" y="51"/>
                </a:cubicBezTo>
                <a:cubicBezTo>
                  <a:pt x="302" y="50"/>
                  <a:pt x="302" y="50"/>
                  <a:pt x="302" y="50"/>
                </a:cubicBezTo>
                <a:cubicBezTo>
                  <a:pt x="301" y="50"/>
                  <a:pt x="301" y="50"/>
                  <a:pt x="301" y="50"/>
                </a:cubicBezTo>
                <a:cubicBezTo>
                  <a:pt x="301" y="38"/>
                  <a:pt x="301" y="38"/>
                  <a:pt x="301" y="38"/>
                </a:cubicBezTo>
                <a:cubicBezTo>
                  <a:pt x="301" y="38"/>
                  <a:pt x="302" y="38"/>
                  <a:pt x="302" y="39"/>
                </a:cubicBezTo>
                <a:cubicBezTo>
                  <a:pt x="303" y="40"/>
                  <a:pt x="305" y="40"/>
                  <a:pt x="306" y="42"/>
                </a:cubicBezTo>
                <a:close/>
                <a:moveTo>
                  <a:pt x="306" y="95"/>
                </a:moveTo>
                <a:cubicBezTo>
                  <a:pt x="306" y="151"/>
                  <a:pt x="306" y="151"/>
                  <a:pt x="306" y="151"/>
                </a:cubicBezTo>
                <a:cubicBezTo>
                  <a:pt x="305" y="154"/>
                  <a:pt x="304" y="157"/>
                  <a:pt x="303" y="159"/>
                </a:cubicBezTo>
                <a:cubicBezTo>
                  <a:pt x="302" y="160"/>
                  <a:pt x="302" y="161"/>
                  <a:pt x="301" y="161"/>
                </a:cubicBezTo>
                <a:cubicBezTo>
                  <a:pt x="301" y="126"/>
                  <a:pt x="301" y="126"/>
                  <a:pt x="301" y="126"/>
                </a:cubicBezTo>
                <a:cubicBezTo>
                  <a:pt x="301" y="123"/>
                  <a:pt x="302" y="119"/>
                  <a:pt x="302" y="114"/>
                </a:cubicBezTo>
                <a:cubicBezTo>
                  <a:pt x="302" y="115"/>
                  <a:pt x="301" y="115"/>
                  <a:pt x="301" y="115"/>
                </a:cubicBezTo>
                <a:cubicBezTo>
                  <a:pt x="301" y="81"/>
                  <a:pt x="301" y="81"/>
                  <a:pt x="301" y="81"/>
                </a:cubicBezTo>
                <a:cubicBezTo>
                  <a:pt x="301" y="81"/>
                  <a:pt x="302" y="81"/>
                  <a:pt x="302" y="81"/>
                </a:cubicBezTo>
                <a:cubicBezTo>
                  <a:pt x="304" y="84"/>
                  <a:pt x="304" y="84"/>
                  <a:pt x="305" y="95"/>
                </a:cubicBezTo>
                <a:cubicBezTo>
                  <a:pt x="306" y="95"/>
                  <a:pt x="306" y="95"/>
                  <a:pt x="306" y="95"/>
                </a:cubicBezTo>
                <a:close/>
                <a:moveTo>
                  <a:pt x="306" y="182"/>
                </a:moveTo>
                <a:cubicBezTo>
                  <a:pt x="306" y="191"/>
                  <a:pt x="306" y="191"/>
                  <a:pt x="306" y="191"/>
                </a:cubicBezTo>
                <a:cubicBezTo>
                  <a:pt x="304" y="190"/>
                  <a:pt x="303" y="190"/>
                  <a:pt x="301" y="191"/>
                </a:cubicBezTo>
                <a:cubicBezTo>
                  <a:pt x="301" y="184"/>
                  <a:pt x="301" y="184"/>
                  <a:pt x="301" y="184"/>
                </a:cubicBezTo>
                <a:cubicBezTo>
                  <a:pt x="303" y="184"/>
                  <a:pt x="304" y="183"/>
                  <a:pt x="306" y="182"/>
                </a:cubicBezTo>
                <a:close/>
                <a:moveTo>
                  <a:pt x="306" y="201"/>
                </a:moveTo>
                <a:cubicBezTo>
                  <a:pt x="306" y="211"/>
                  <a:pt x="306" y="211"/>
                  <a:pt x="306" y="211"/>
                </a:cubicBezTo>
                <a:cubicBezTo>
                  <a:pt x="304" y="212"/>
                  <a:pt x="303" y="213"/>
                  <a:pt x="301" y="214"/>
                </a:cubicBezTo>
                <a:cubicBezTo>
                  <a:pt x="301" y="210"/>
                  <a:pt x="301" y="210"/>
                  <a:pt x="301" y="210"/>
                </a:cubicBezTo>
                <a:cubicBezTo>
                  <a:pt x="302" y="209"/>
                  <a:pt x="303" y="209"/>
                  <a:pt x="304" y="208"/>
                </a:cubicBezTo>
                <a:cubicBezTo>
                  <a:pt x="303" y="207"/>
                  <a:pt x="302" y="206"/>
                  <a:pt x="301" y="205"/>
                </a:cubicBezTo>
                <a:cubicBezTo>
                  <a:pt x="301" y="198"/>
                  <a:pt x="301" y="198"/>
                  <a:pt x="301" y="198"/>
                </a:cubicBezTo>
                <a:cubicBezTo>
                  <a:pt x="303" y="199"/>
                  <a:pt x="304" y="201"/>
                  <a:pt x="306" y="201"/>
                </a:cubicBezTo>
                <a:close/>
                <a:moveTo>
                  <a:pt x="306" y="228"/>
                </a:moveTo>
                <a:cubicBezTo>
                  <a:pt x="306" y="260"/>
                  <a:pt x="306" y="260"/>
                  <a:pt x="306" y="260"/>
                </a:cubicBezTo>
                <a:cubicBezTo>
                  <a:pt x="304" y="257"/>
                  <a:pt x="302" y="254"/>
                  <a:pt x="301" y="252"/>
                </a:cubicBezTo>
                <a:cubicBezTo>
                  <a:pt x="301" y="232"/>
                  <a:pt x="301" y="232"/>
                  <a:pt x="301" y="232"/>
                </a:cubicBezTo>
                <a:cubicBezTo>
                  <a:pt x="302" y="231"/>
                  <a:pt x="304" y="230"/>
                  <a:pt x="306" y="228"/>
                </a:cubicBezTo>
                <a:close/>
                <a:moveTo>
                  <a:pt x="306" y="294"/>
                </a:moveTo>
                <a:cubicBezTo>
                  <a:pt x="306" y="298"/>
                  <a:pt x="306" y="298"/>
                  <a:pt x="306" y="298"/>
                </a:cubicBezTo>
                <a:cubicBezTo>
                  <a:pt x="305" y="298"/>
                  <a:pt x="304" y="297"/>
                  <a:pt x="303" y="297"/>
                </a:cubicBezTo>
                <a:cubicBezTo>
                  <a:pt x="302" y="298"/>
                  <a:pt x="302" y="299"/>
                  <a:pt x="301" y="300"/>
                </a:cubicBezTo>
                <a:cubicBezTo>
                  <a:pt x="301" y="288"/>
                  <a:pt x="301" y="288"/>
                  <a:pt x="301" y="288"/>
                </a:cubicBezTo>
                <a:cubicBezTo>
                  <a:pt x="306" y="294"/>
                  <a:pt x="306" y="294"/>
                  <a:pt x="306" y="294"/>
                </a:cubicBezTo>
                <a:close/>
                <a:moveTo>
                  <a:pt x="306" y="308"/>
                </a:moveTo>
                <a:cubicBezTo>
                  <a:pt x="306" y="315"/>
                  <a:pt x="306" y="315"/>
                  <a:pt x="306" y="315"/>
                </a:cubicBezTo>
                <a:cubicBezTo>
                  <a:pt x="305" y="318"/>
                  <a:pt x="304" y="321"/>
                  <a:pt x="306" y="324"/>
                </a:cubicBezTo>
                <a:cubicBezTo>
                  <a:pt x="306" y="329"/>
                  <a:pt x="306" y="329"/>
                  <a:pt x="306" y="329"/>
                </a:cubicBezTo>
                <a:cubicBezTo>
                  <a:pt x="304" y="327"/>
                  <a:pt x="303" y="325"/>
                  <a:pt x="301" y="323"/>
                </a:cubicBezTo>
                <a:cubicBezTo>
                  <a:pt x="301" y="316"/>
                  <a:pt x="301" y="316"/>
                  <a:pt x="301" y="316"/>
                </a:cubicBezTo>
                <a:cubicBezTo>
                  <a:pt x="302" y="314"/>
                  <a:pt x="305" y="311"/>
                  <a:pt x="306" y="308"/>
                </a:cubicBezTo>
                <a:close/>
                <a:moveTo>
                  <a:pt x="306" y="343"/>
                </a:moveTo>
                <a:cubicBezTo>
                  <a:pt x="306" y="349"/>
                  <a:pt x="306" y="349"/>
                  <a:pt x="306" y="349"/>
                </a:cubicBezTo>
                <a:cubicBezTo>
                  <a:pt x="306" y="350"/>
                  <a:pt x="305" y="351"/>
                  <a:pt x="304" y="352"/>
                </a:cubicBezTo>
                <a:cubicBezTo>
                  <a:pt x="305" y="352"/>
                  <a:pt x="306" y="352"/>
                  <a:pt x="306" y="352"/>
                </a:cubicBezTo>
                <a:cubicBezTo>
                  <a:pt x="306" y="357"/>
                  <a:pt x="306" y="357"/>
                  <a:pt x="306" y="357"/>
                </a:cubicBezTo>
                <a:cubicBezTo>
                  <a:pt x="302" y="357"/>
                  <a:pt x="302" y="357"/>
                  <a:pt x="302" y="357"/>
                </a:cubicBezTo>
                <a:cubicBezTo>
                  <a:pt x="302" y="358"/>
                  <a:pt x="301" y="359"/>
                  <a:pt x="301" y="360"/>
                </a:cubicBezTo>
                <a:cubicBezTo>
                  <a:pt x="301" y="352"/>
                  <a:pt x="301" y="352"/>
                  <a:pt x="301" y="352"/>
                </a:cubicBezTo>
                <a:cubicBezTo>
                  <a:pt x="302" y="349"/>
                  <a:pt x="304" y="346"/>
                  <a:pt x="306" y="343"/>
                </a:cubicBezTo>
                <a:close/>
                <a:moveTo>
                  <a:pt x="306" y="362"/>
                </a:moveTo>
                <a:cubicBezTo>
                  <a:pt x="306" y="367"/>
                  <a:pt x="306" y="367"/>
                  <a:pt x="306" y="367"/>
                </a:cubicBezTo>
                <a:cubicBezTo>
                  <a:pt x="304" y="367"/>
                  <a:pt x="302" y="368"/>
                  <a:pt x="301" y="368"/>
                </a:cubicBezTo>
                <a:cubicBezTo>
                  <a:pt x="301" y="364"/>
                  <a:pt x="301" y="364"/>
                  <a:pt x="301" y="364"/>
                </a:cubicBezTo>
                <a:cubicBezTo>
                  <a:pt x="306" y="362"/>
                  <a:pt x="306" y="362"/>
                  <a:pt x="306" y="362"/>
                </a:cubicBezTo>
                <a:close/>
                <a:moveTo>
                  <a:pt x="306" y="372"/>
                </a:moveTo>
                <a:cubicBezTo>
                  <a:pt x="306" y="425"/>
                  <a:pt x="306" y="425"/>
                  <a:pt x="306" y="425"/>
                </a:cubicBezTo>
                <a:cubicBezTo>
                  <a:pt x="304" y="426"/>
                  <a:pt x="302" y="427"/>
                  <a:pt x="301" y="428"/>
                </a:cubicBezTo>
                <a:cubicBezTo>
                  <a:pt x="301" y="422"/>
                  <a:pt x="301" y="422"/>
                  <a:pt x="301" y="422"/>
                </a:cubicBezTo>
                <a:cubicBezTo>
                  <a:pt x="304" y="419"/>
                  <a:pt x="304" y="419"/>
                  <a:pt x="304" y="419"/>
                </a:cubicBezTo>
                <a:cubicBezTo>
                  <a:pt x="304" y="417"/>
                  <a:pt x="303" y="415"/>
                  <a:pt x="303" y="413"/>
                </a:cubicBezTo>
                <a:cubicBezTo>
                  <a:pt x="301" y="414"/>
                  <a:pt x="301" y="414"/>
                  <a:pt x="301" y="414"/>
                </a:cubicBezTo>
                <a:cubicBezTo>
                  <a:pt x="301" y="409"/>
                  <a:pt x="301" y="409"/>
                  <a:pt x="301" y="409"/>
                </a:cubicBezTo>
                <a:cubicBezTo>
                  <a:pt x="302" y="408"/>
                  <a:pt x="302" y="408"/>
                  <a:pt x="302" y="408"/>
                </a:cubicBezTo>
                <a:cubicBezTo>
                  <a:pt x="302" y="405"/>
                  <a:pt x="302" y="403"/>
                  <a:pt x="302" y="401"/>
                </a:cubicBezTo>
                <a:cubicBezTo>
                  <a:pt x="302" y="401"/>
                  <a:pt x="301" y="402"/>
                  <a:pt x="301" y="402"/>
                </a:cubicBezTo>
                <a:cubicBezTo>
                  <a:pt x="301" y="397"/>
                  <a:pt x="301" y="397"/>
                  <a:pt x="301" y="397"/>
                </a:cubicBezTo>
                <a:cubicBezTo>
                  <a:pt x="303" y="395"/>
                  <a:pt x="304" y="393"/>
                  <a:pt x="303" y="389"/>
                </a:cubicBezTo>
                <a:cubicBezTo>
                  <a:pt x="302" y="389"/>
                  <a:pt x="302" y="390"/>
                  <a:pt x="301" y="390"/>
                </a:cubicBezTo>
                <a:cubicBezTo>
                  <a:pt x="301" y="385"/>
                  <a:pt x="301" y="385"/>
                  <a:pt x="301" y="385"/>
                </a:cubicBezTo>
                <a:cubicBezTo>
                  <a:pt x="304" y="384"/>
                  <a:pt x="306" y="381"/>
                  <a:pt x="306" y="377"/>
                </a:cubicBezTo>
                <a:cubicBezTo>
                  <a:pt x="301" y="379"/>
                  <a:pt x="301" y="379"/>
                  <a:pt x="301" y="379"/>
                </a:cubicBezTo>
                <a:cubicBezTo>
                  <a:pt x="301" y="374"/>
                  <a:pt x="301" y="374"/>
                  <a:pt x="301" y="374"/>
                </a:cubicBezTo>
                <a:cubicBezTo>
                  <a:pt x="303" y="374"/>
                  <a:pt x="305" y="373"/>
                  <a:pt x="306" y="372"/>
                </a:cubicBezTo>
                <a:close/>
                <a:moveTo>
                  <a:pt x="306" y="428"/>
                </a:moveTo>
                <a:cubicBezTo>
                  <a:pt x="306" y="438"/>
                  <a:pt x="306" y="438"/>
                  <a:pt x="306" y="438"/>
                </a:cubicBezTo>
                <a:cubicBezTo>
                  <a:pt x="302" y="442"/>
                  <a:pt x="302" y="447"/>
                  <a:pt x="304" y="452"/>
                </a:cubicBezTo>
                <a:cubicBezTo>
                  <a:pt x="305" y="452"/>
                  <a:pt x="306" y="451"/>
                  <a:pt x="306" y="451"/>
                </a:cubicBezTo>
                <a:cubicBezTo>
                  <a:pt x="306" y="462"/>
                  <a:pt x="306" y="462"/>
                  <a:pt x="306" y="462"/>
                </a:cubicBezTo>
                <a:cubicBezTo>
                  <a:pt x="304" y="460"/>
                  <a:pt x="302" y="457"/>
                  <a:pt x="301" y="454"/>
                </a:cubicBezTo>
                <a:cubicBezTo>
                  <a:pt x="301" y="440"/>
                  <a:pt x="301" y="440"/>
                  <a:pt x="301" y="440"/>
                </a:cubicBezTo>
                <a:cubicBezTo>
                  <a:pt x="302" y="435"/>
                  <a:pt x="305" y="433"/>
                  <a:pt x="306" y="428"/>
                </a:cubicBezTo>
                <a:close/>
                <a:moveTo>
                  <a:pt x="306" y="476"/>
                </a:moveTo>
                <a:cubicBezTo>
                  <a:pt x="306" y="482"/>
                  <a:pt x="306" y="482"/>
                  <a:pt x="306" y="482"/>
                </a:cubicBezTo>
                <a:cubicBezTo>
                  <a:pt x="303" y="482"/>
                  <a:pt x="301" y="482"/>
                  <a:pt x="302" y="487"/>
                </a:cubicBezTo>
                <a:cubicBezTo>
                  <a:pt x="303" y="488"/>
                  <a:pt x="304" y="489"/>
                  <a:pt x="306" y="490"/>
                </a:cubicBezTo>
                <a:cubicBezTo>
                  <a:pt x="306" y="494"/>
                  <a:pt x="306" y="494"/>
                  <a:pt x="306" y="494"/>
                </a:cubicBezTo>
                <a:cubicBezTo>
                  <a:pt x="304" y="493"/>
                  <a:pt x="302" y="492"/>
                  <a:pt x="301" y="491"/>
                </a:cubicBezTo>
                <a:cubicBezTo>
                  <a:pt x="301" y="481"/>
                  <a:pt x="301" y="481"/>
                  <a:pt x="301" y="481"/>
                </a:cubicBezTo>
                <a:cubicBezTo>
                  <a:pt x="303" y="479"/>
                  <a:pt x="304" y="478"/>
                  <a:pt x="306" y="476"/>
                </a:cubicBezTo>
                <a:close/>
                <a:moveTo>
                  <a:pt x="306" y="502"/>
                </a:moveTo>
                <a:cubicBezTo>
                  <a:pt x="306" y="510"/>
                  <a:pt x="306" y="510"/>
                  <a:pt x="306" y="510"/>
                </a:cubicBezTo>
                <a:cubicBezTo>
                  <a:pt x="304" y="512"/>
                  <a:pt x="303" y="514"/>
                  <a:pt x="301" y="516"/>
                </a:cubicBezTo>
                <a:cubicBezTo>
                  <a:pt x="301" y="510"/>
                  <a:pt x="301" y="510"/>
                  <a:pt x="301" y="510"/>
                </a:cubicBezTo>
                <a:cubicBezTo>
                  <a:pt x="302" y="509"/>
                  <a:pt x="303" y="508"/>
                  <a:pt x="303" y="506"/>
                </a:cubicBezTo>
                <a:cubicBezTo>
                  <a:pt x="302" y="506"/>
                  <a:pt x="302" y="506"/>
                  <a:pt x="301" y="505"/>
                </a:cubicBezTo>
                <a:cubicBezTo>
                  <a:pt x="301" y="502"/>
                  <a:pt x="301" y="502"/>
                  <a:pt x="301" y="502"/>
                </a:cubicBezTo>
                <a:cubicBezTo>
                  <a:pt x="302" y="503"/>
                  <a:pt x="302" y="503"/>
                  <a:pt x="302" y="503"/>
                </a:cubicBezTo>
                <a:cubicBezTo>
                  <a:pt x="304" y="503"/>
                  <a:pt x="305" y="502"/>
                  <a:pt x="306" y="502"/>
                </a:cubicBezTo>
                <a:close/>
                <a:moveTo>
                  <a:pt x="306" y="527"/>
                </a:moveTo>
                <a:cubicBezTo>
                  <a:pt x="306" y="554"/>
                  <a:pt x="306" y="554"/>
                  <a:pt x="306" y="554"/>
                </a:cubicBezTo>
                <a:cubicBezTo>
                  <a:pt x="304" y="553"/>
                  <a:pt x="302" y="552"/>
                  <a:pt x="301" y="552"/>
                </a:cubicBezTo>
                <a:cubicBezTo>
                  <a:pt x="301" y="534"/>
                  <a:pt x="301" y="534"/>
                  <a:pt x="301" y="534"/>
                </a:cubicBezTo>
                <a:cubicBezTo>
                  <a:pt x="302" y="531"/>
                  <a:pt x="304" y="529"/>
                  <a:pt x="306" y="527"/>
                </a:cubicBezTo>
                <a:close/>
                <a:moveTo>
                  <a:pt x="306" y="592"/>
                </a:moveTo>
                <a:cubicBezTo>
                  <a:pt x="306" y="622"/>
                  <a:pt x="306" y="622"/>
                  <a:pt x="306" y="622"/>
                </a:cubicBezTo>
                <a:cubicBezTo>
                  <a:pt x="304" y="621"/>
                  <a:pt x="303" y="620"/>
                  <a:pt x="301" y="620"/>
                </a:cubicBezTo>
                <a:cubicBezTo>
                  <a:pt x="301" y="614"/>
                  <a:pt x="301" y="614"/>
                  <a:pt x="301" y="614"/>
                </a:cubicBezTo>
                <a:cubicBezTo>
                  <a:pt x="302" y="615"/>
                  <a:pt x="302" y="615"/>
                  <a:pt x="302" y="615"/>
                </a:cubicBezTo>
                <a:cubicBezTo>
                  <a:pt x="303" y="608"/>
                  <a:pt x="303" y="603"/>
                  <a:pt x="301" y="598"/>
                </a:cubicBezTo>
                <a:cubicBezTo>
                  <a:pt x="301" y="589"/>
                  <a:pt x="301" y="589"/>
                  <a:pt x="301" y="589"/>
                </a:cubicBezTo>
                <a:cubicBezTo>
                  <a:pt x="303" y="590"/>
                  <a:pt x="304" y="591"/>
                  <a:pt x="306" y="592"/>
                </a:cubicBezTo>
                <a:close/>
                <a:moveTo>
                  <a:pt x="306" y="673"/>
                </a:moveTo>
                <a:cubicBezTo>
                  <a:pt x="306" y="678"/>
                  <a:pt x="306" y="678"/>
                  <a:pt x="306" y="678"/>
                </a:cubicBezTo>
                <a:cubicBezTo>
                  <a:pt x="305" y="680"/>
                  <a:pt x="305" y="682"/>
                  <a:pt x="304" y="684"/>
                </a:cubicBezTo>
                <a:cubicBezTo>
                  <a:pt x="303" y="684"/>
                  <a:pt x="303" y="684"/>
                  <a:pt x="302" y="684"/>
                </a:cubicBezTo>
                <a:cubicBezTo>
                  <a:pt x="301" y="684"/>
                  <a:pt x="301" y="684"/>
                  <a:pt x="301" y="684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4" y="672"/>
                  <a:pt x="305" y="673"/>
                  <a:pt x="306" y="673"/>
                </a:cubicBezTo>
                <a:close/>
                <a:moveTo>
                  <a:pt x="297" y="13"/>
                </a:moveTo>
                <a:cubicBezTo>
                  <a:pt x="298" y="13"/>
                  <a:pt x="300" y="13"/>
                  <a:pt x="301" y="1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0" y="21"/>
                  <a:pt x="298" y="21"/>
                  <a:pt x="297" y="21"/>
                </a:cubicBezTo>
                <a:cubicBezTo>
                  <a:pt x="297" y="13"/>
                  <a:pt x="297" y="13"/>
                  <a:pt x="297" y="13"/>
                </a:cubicBezTo>
                <a:close/>
                <a:moveTo>
                  <a:pt x="301" y="783"/>
                </a:moveTo>
                <a:cubicBezTo>
                  <a:pt x="300" y="783"/>
                  <a:pt x="298" y="782"/>
                  <a:pt x="297" y="782"/>
                </a:cubicBezTo>
                <a:cubicBezTo>
                  <a:pt x="297" y="773"/>
                  <a:pt x="297" y="773"/>
                  <a:pt x="297" y="773"/>
                </a:cubicBezTo>
                <a:cubicBezTo>
                  <a:pt x="298" y="774"/>
                  <a:pt x="299" y="775"/>
                  <a:pt x="301" y="775"/>
                </a:cubicBezTo>
                <a:cubicBezTo>
                  <a:pt x="301" y="783"/>
                  <a:pt x="301" y="783"/>
                  <a:pt x="301" y="783"/>
                </a:cubicBezTo>
                <a:close/>
                <a:moveTo>
                  <a:pt x="301" y="38"/>
                </a:moveTo>
                <a:cubicBezTo>
                  <a:pt x="301" y="50"/>
                  <a:pt x="301" y="50"/>
                  <a:pt x="301" y="50"/>
                </a:cubicBezTo>
                <a:cubicBezTo>
                  <a:pt x="299" y="48"/>
                  <a:pt x="298" y="47"/>
                  <a:pt x="297" y="46"/>
                </a:cubicBezTo>
                <a:cubicBezTo>
                  <a:pt x="297" y="33"/>
                  <a:pt x="297" y="33"/>
                  <a:pt x="297" y="33"/>
                </a:cubicBezTo>
                <a:cubicBezTo>
                  <a:pt x="298" y="35"/>
                  <a:pt x="300" y="36"/>
                  <a:pt x="301" y="38"/>
                </a:cubicBezTo>
                <a:close/>
                <a:moveTo>
                  <a:pt x="301" y="51"/>
                </a:moveTo>
                <a:cubicBezTo>
                  <a:pt x="301" y="59"/>
                  <a:pt x="301" y="59"/>
                  <a:pt x="301" y="59"/>
                </a:cubicBezTo>
                <a:cubicBezTo>
                  <a:pt x="300" y="59"/>
                  <a:pt x="298" y="60"/>
                  <a:pt x="297" y="60"/>
                </a:cubicBezTo>
                <a:cubicBezTo>
                  <a:pt x="297" y="53"/>
                  <a:pt x="297" y="53"/>
                  <a:pt x="297" y="53"/>
                </a:cubicBezTo>
                <a:cubicBezTo>
                  <a:pt x="298" y="52"/>
                  <a:pt x="299" y="51"/>
                  <a:pt x="301" y="51"/>
                </a:cubicBezTo>
                <a:close/>
                <a:moveTo>
                  <a:pt x="301" y="81"/>
                </a:moveTo>
                <a:cubicBezTo>
                  <a:pt x="301" y="115"/>
                  <a:pt x="301" y="115"/>
                  <a:pt x="301" y="115"/>
                </a:cubicBezTo>
                <a:cubicBezTo>
                  <a:pt x="300" y="115"/>
                  <a:pt x="298" y="116"/>
                  <a:pt x="297" y="117"/>
                </a:cubicBezTo>
                <a:cubicBezTo>
                  <a:pt x="297" y="82"/>
                  <a:pt x="297" y="82"/>
                  <a:pt x="297" y="82"/>
                </a:cubicBezTo>
                <a:cubicBezTo>
                  <a:pt x="298" y="81"/>
                  <a:pt x="299" y="81"/>
                  <a:pt x="301" y="81"/>
                </a:cubicBezTo>
                <a:close/>
                <a:moveTo>
                  <a:pt x="301" y="126"/>
                </a:moveTo>
                <a:cubicBezTo>
                  <a:pt x="301" y="161"/>
                  <a:pt x="301" y="161"/>
                  <a:pt x="301" y="161"/>
                </a:cubicBezTo>
                <a:cubicBezTo>
                  <a:pt x="300" y="162"/>
                  <a:pt x="298" y="163"/>
                  <a:pt x="297" y="163"/>
                </a:cubicBezTo>
                <a:cubicBezTo>
                  <a:pt x="297" y="138"/>
                  <a:pt x="297" y="138"/>
                  <a:pt x="297" y="138"/>
                </a:cubicBezTo>
                <a:cubicBezTo>
                  <a:pt x="299" y="135"/>
                  <a:pt x="300" y="131"/>
                  <a:pt x="301" y="126"/>
                </a:cubicBezTo>
                <a:close/>
                <a:moveTo>
                  <a:pt x="301" y="184"/>
                </a:moveTo>
                <a:cubicBezTo>
                  <a:pt x="301" y="191"/>
                  <a:pt x="301" y="191"/>
                  <a:pt x="301" y="191"/>
                </a:cubicBezTo>
                <a:cubicBezTo>
                  <a:pt x="300" y="191"/>
                  <a:pt x="298" y="192"/>
                  <a:pt x="297" y="192"/>
                </a:cubicBezTo>
                <a:cubicBezTo>
                  <a:pt x="297" y="186"/>
                  <a:pt x="297" y="186"/>
                  <a:pt x="297" y="186"/>
                </a:cubicBezTo>
                <a:cubicBezTo>
                  <a:pt x="298" y="185"/>
                  <a:pt x="300" y="185"/>
                  <a:pt x="301" y="184"/>
                </a:cubicBezTo>
                <a:close/>
                <a:moveTo>
                  <a:pt x="301" y="198"/>
                </a:moveTo>
                <a:cubicBezTo>
                  <a:pt x="301" y="205"/>
                  <a:pt x="301" y="205"/>
                  <a:pt x="301" y="205"/>
                </a:cubicBezTo>
                <a:cubicBezTo>
                  <a:pt x="299" y="204"/>
                  <a:pt x="298" y="203"/>
                  <a:pt x="297" y="202"/>
                </a:cubicBezTo>
                <a:cubicBezTo>
                  <a:pt x="297" y="196"/>
                  <a:pt x="297" y="196"/>
                  <a:pt x="297" y="196"/>
                </a:cubicBezTo>
                <a:cubicBezTo>
                  <a:pt x="301" y="198"/>
                  <a:pt x="301" y="198"/>
                  <a:pt x="301" y="198"/>
                </a:cubicBezTo>
                <a:close/>
                <a:moveTo>
                  <a:pt x="301" y="210"/>
                </a:moveTo>
                <a:cubicBezTo>
                  <a:pt x="301" y="214"/>
                  <a:pt x="301" y="214"/>
                  <a:pt x="301" y="214"/>
                </a:cubicBezTo>
                <a:cubicBezTo>
                  <a:pt x="300" y="215"/>
                  <a:pt x="298" y="216"/>
                  <a:pt x="297" y="216"/>
                </a:cubicBezTo>
                <a:cubicBezTo>
                  <a:pt x="297" y="211"/>
                  <a:pt x="297" y="211"/>
                  <a:pt x="297" y="211"/>
                </a:cubicBezTo>
                <a:cubicBezTo>
                  <a:pt x="298" y="211"/>
                  <a:pt x="300" y="210"/>
                  <a:pt x="301" y="210"/>
                </a:cubicBezTo>
                <a:close/>
                <a:moveTo>
                  <a:pt x="301" y="232"/>
                </a:moveTo>
                <a:cubicBezTo>
                  <a:pt x="301" y="252"/>
                  <a:pt x="301" y="252"/>
                  <a:pt x="301" y="252"/>
                </a:cubicBezTo>
                <a:cubicBezTo>
                  <a:pt x="299" y="248"/>
                  <a:pt x="298" y="245"/>
                  <a:pt x="297" y="243"/>
                </a:cubicBezTo>
                <a:cubicBezTo>
                  <a:pt x="297" y="236"/>
                  <a:pt x="297" y="236"/>
                  <a:pt x="297" y="236"/>
                </a:cubicBezTo>
                <a:cubicBezTo>
                  <a:pt x="298" y="235"/>
                  <a:pt x="299" y="233"/>
                  <a:pt x="301" y="232"/>
                </a:cubicBezTo>
                <a:close/>
                <a:moveTo>
                  <a:pt x="301" y="288"/>
                </a:moveTo>
                <a:cubicBezTo>
                  <a:pt x="301" y="300"/>
                  <a:pt x="301" y="300"/>
                  <a:pt x="301" y="300"/>
                </a:cubicBezTo>
                <a:cubicBezTo>
                  <a:pt x="299" y="303"/>
                  <a:pt x="298" y="305"/>
                  <a:pt x="297" y="308"/>
                </a:cubicBezTo>
                <a:cubicBezTo>
                  <a:pt x="297" y="300"/>
                  <a:pt x="297" y="300"/>
                  <a:pt x="297" y="300"/>
                </a:cubicBezTo>
                <a:cubicBezTo>
                  <a:pt x="299" y="297"/>
                  <a:pt x="300" y="294"/>
                  <a:pt x="297" y="289"/>
                </a:cubicBezTo>
                <a:cubicBezTo>
                  <a:pt x="297" y="284"/>
                  <a:pt x="297" y="284"/>
                  <a:pt x="297" y="284"/>
                </a:cubicBezTo>
                <a:cubicBezTo>
                  <a:pt x="301" y="288"/>
                  <a:pt x="301" y="288"/>
                  <a:pt x="301" y="288"/>
                </a:cubicBezTo>
                <a:close/>
                <a:moveTo>
                  <a:pt x="301" y="316"/>
                </a:moveTo>
                <a:cubicBezTo>
                  <a:pt x="301" y="323"/>
                  <a:pt x="301" y="323"/>
                  <a:pt x="301" y="323"/>
                </a:cubicBezTo>
                <a:cubicBezTo>
                  <a:pt x="300" y="322"/>
                  <a:pt x="298" y="321"/>
                  <a:pt x="297" y="319"/>
                </a:cubicBezTo>
                <a:cubicBezTo>
                  <a:pt x="297" y="314"/>
                  <a:pt x="297" y="314"/>
                  <a:pt x="297" y="314"/>
                </a:cubicBezTo>
                <a:cubicBezTo>
                  <a:pt x="300" y="318"/>
                  <a:pt x="300" y="318"/>
                  <a:pt x="300" y="318"/>
                </a:cubicBezTo>
                <a:cubicBezTo>
                  <a:pt x="300" y="317"/>
                  <a:pt x="300" y="317"/>
                  <a:pt x="301" y="316"/>
                </a:cubicBezTo>
                <a:close/>
                <a:moveTo>
                  <a:pt x="301" y="352"/>
                </a:moveTo>
                <a:cubicBezTo>
                  <a:pt x="301" y="360"/>
                  <a:pt x="301" y="360"/>
                  <a:pt x="301" y="360"/>
                </a:cubicBezTo>
                <a:cubicBezTo>
                  <a:pt x="300" y="361"/>
                  <a:pt x="300" y="363"/>
                  <a:pt x="300" y="364"/>
                </a:cubicBezTo>
                <a:cubicBezTo>
                  <a:pt x="301" y="364"/>
                  <a:pt x="301" y="364"/>
                  <a:pt x="301" y="364"/>
                </a:cubicBezTo>
                <a:cubicBezTo>
                  <a:pt x="301" y="368"/>
                  <a:pt x="301" y="368"/>
                  <a:pt x="301" y="368"/>
                </a:cubicBezTo>
                <a:cubicBezTo>
                  <a:pt x="299" y="369"/>
                  <a:pt x="298" y="370"/>
                  <a:pt x="297" y="372"/>
                </a:cubicBezTo>
                <a:cubicBezTo>
                  <a:pt x="297" y="362"/>
                  <a:pt x="297" y="362"/>
                  <a:pt x="297" y="362"/>
                </a:cubicBezTo>
                <a:cubicBezTo>
                  <a:pt x="298" y="359"/>
                  <a:pt x="299" y="355"/>
                  <a:pt x="301" y="352"/>
                </a:cubicBezTo>
                <a:close/>
                <a:moveTo>
                  <a:pt x="301" y="374"/>
                </a:moveTo>
                <a:cubicBezTo>
                  <a:pt x="301" y="379"/>
                  <a:pt x="301" y="379"/>
                  <a:pt x="301" y="379"/>
                </a:cubicBezTo>
                <a:cubicBezTo>
                  <a:pt x="297" y="380"/>
                  <a:pt x="297" y="380"/>
                  <a:pt x="297" y="380"/>
                </a:cubicBezTo>
                <a:cubicBezTo>
                  <a:pt x="297" y="375"/>
                  <a:pt x="297" y="375"/>
                  <a:pt x="297" y="375"/>
                </a:cubicBezTo>
                <a:cubicBezTo>
                  <a:pt x="298" y="375"/>
                  <a:pt x="300" y="375"/>
                  <a:pt x="301" y="374"/>
                </a:cubicBezTo>
                <a:close/>
                <a:moveTo>
                  <a:pt x="301" y="385"/>
                </a:moveTo>
                <a:cubicBezTo>
                  <a:pt x="301" y="390"/>
                  <a:pt x="301" y="390"/>
                  <a:pt x="301" y="390"/>
                </a:cubicBezTo>
                <a:cubicBezTo>
                  <a:pt x="299" y="391"/>
                  <a:pt x="298" y="391"/>
                  <a:pt x="297" y="392"/>
                </a:cubicBezTo>
                <a:cubicBezTo>
                  <a:pt x="297" y="387"/>
                  <a:pt x="297" y="387"/>
                  <a:pt x="297" y="387"/>
                </a:cubicBezTo>
                <a:cubicBezTo>
                  <a:pt x="298" y="387"/>
                  <a:pt x="300" y="386"/>
                  <a:pt x="301" y="385"/>
                </a:cubicBezTo>
                <a:close/>
                <a:moveTo>
                  <a:pt x="301" y="397"/>
                </a:moveTo>
                <a:cubicBezTo>
                  <a:pt x="301" y="402"/>
                  <a:pt x="301" y="402"/>
                  <a:pt x="301" y="402"/>
                </a:cubicBezTo>
                <a:cubicBezTo>
                  <a:pt x="300" y="402"/>
                  <a:pt x="299" y="403"/>
                  <a:pt x="297" y="404"/>
                </a:cubicBezTo>
                <a:cubicBezTo>
                  <a:pt x="297" y="399"/>
                  <a:pt x="297" y="399"/>
                  <a:pt x="297" y="399"/>
                </a:cubicBezTo>
                <a:cubicBezTo>
                  <a:pt x="298" y="399"/>
                  <a:pt x="300" y="398"/>
                  <a:pt x="301" y="397"/>
                </a:cubicBezTo>
                <a:close/>
                <a:moveTo>
                  <a:pt x="301" y="409"/>
                </a:moveTo>
                <a:cubicBezTo>
                  <a:pt x="301" y="414"/>
                  <a:pt x="301" y="414"/>
                  <a:pt x="301" y="414"/>
                </a:cubicBezTo>
                <a:cubicBezTo>
                  <a:pt x="299" y="416"/>
                  <a:pt x="298" y="417"/>
                  <a:pt x="297" y="418"/>
                </a:cubicBezTo>
                <a:cubicBezTo>
                  <a:pt x="297" y="412"/>
                  <a:pt x="297" y="412"/>
                  <a:pt x="297" y="412"/>
                </a:cubicBezTo>
                <a:cubicBezTo>
                  <a:pt x="298" y="411"/>
                  <a:pt x="300" y="410"/>
                  <a:pt x="301" y="409"/>
                </a:cubicBezTo>
                <a:close/>
                <a:moveTo>
                  <a:pt x="301" y="422"/>
                </a:moveTo>
                <a:cubicBezTo>
                  <a:pt x="301" y="428"/>
                  <a:pt x="301" y="428"/>
                  <a:pt x="301" y="428"/>
                </a:cubicBezTo>
                <a:cubicBezTo>
                  <a:pt x="298" y="431"/>
                  <a:pt x="298" y="435"/>
                  <a:pt x="298" y="440"/>
                </a:cubicBezTo>
                <a:cubicBezTo>
                  <a:pt x="299" y="440"/>
                  <a:pt x="300" y="440"/>
                  <a:pt x="301" y="440"/>
                </a:cubicBezTo>
                <a:cubicBezTo>
                  <a:pt x="301" y="440"/>
                  <a:pt x="301" y="440"/>
                  <a:pt x="301" y="440"/>
                </a:cubicBezTo>
                <a:cubicBezTo>
                  <a:pt x="301" y="454"/>
                  <a:pt x="301" y="454"/>
                  <a:pt x="301" y="454"/>
                </a:cubicBezTo>
                <a:cubicBezTo>
                  <a:pt x="299" y="451"/>
                  <a:pt x="298" y="448"/>
                  <a:pt x="297" y="444"/>
                </a:cubicBezTo>
                <a:cubicBezTo>
                  <a:pt x="297" y="427"/>
                  <a:pt x="297" y="427"/>
                  <a:pt x="297" y="427"/>
                </a:cubicBezTo>
                <a:cubicBezTo>
                  <a:pt x="298" y="425"/>
                  <a:pt x="300" y="424"/>
                  <a:pt x="301" y="422"/>
                </a:cubicBezTo>
                <a:close/>
                <a:moveTo>
                  <a:pt x="301" y="481"/>
                </a:moveTo>
                <a:cubicBezTo>
                  <a:pt x="301" y="491"/>
                  <a:pt x="301" y="491"/>
                  <a:pt x="301" y="491"/>
                </a:cubicBezTo>
                <a:cubicBezTo>
                  <a:pt x="299" y="491"/>
                  <a:pt x="298" y="491"/>
                  <a:pt x="297" y="491"/>
                </a:cubicBezTo>
                <a:cubicBezTo>
                  <a:pt x="297" y="485"/>
                  <a:pt x="297" y="485"/>
                  <a:pt x="297" y="485"/>
                </a:cubicBezTo>
                <a:cubicBezTo>
                  <a:pt x="298" y="483"/>
                  <a:pt x="300" y="482"/>
                  <a:pt x="301" y="481"/>
                </a:cubicBezTo>
                <a:close/>
                <a:moveTo>
                  <a:pt x="301" y="502"/>
                </a:moveTo>
                <a:cubicBezTo>
                  <a:pt x="301" y="505"/>
                  <a:pt x="301" y="505"/>
                  <a:pt x="301" y="505"/>
                </a:cubicBezTo>
                <a:cubicBezTo>
                  <a:pt x="300" y="505"/>
                  <a:pt x="298" y="504"/>
                  <a:pt x="297" y="503"/>
                </a:cubicBezTo>
                <a:cubicBezTo>
                  <a:pt x="297" y="499"/>
                  <a:pt x="297" y="499"/>
                  <a:pt x="297" y="499"/>
                </a:cubicBezTo>
                <a:cubicBezTo>
                  <a:pt x="298" y="499"/>
                  <a:pt x="299" y="501"/>
                  <a:pt x="301" y="502"/>
                </a:cubicBezTo>
                <a:close/>
                <a:moveTo>
                  <a:pt x="301" y="510"/>
                </a:moveTo>
                <a:cubicBezTo>
                  <a:pt x="301" y="516"/>
                  <a:pt x="301" y="516"/>
                  <a:pt x="301" y="516"/>
                </a:cubicBezTo>
                <a:cubicBezTo>
                  <a:pt x="300" y="518"/>
                  <a:pt x="298" y="520"/>
                  <a:pt x="297" y="521"/>
                </a:cubicBezTo>
                <a:cubicBezTo>
                  <a:pt x="297" y="512"/>
                  <a:pt x="297" y="512"/>
                  <a:pt x="297" y="512"/>
                </a:cubicBezTo>
                <a:cubicBezTo>
                  <a:pt x="298" y="512"/>
                  <a:pt x="300" y="511"/>
                  <a:pt x="301" y="510"/>
                </a:cubicBezTo>
                <a:close/>
                <a:moveTo>
                  <a:pt x="301" y="534"/>
                </a:moveTo>
                <a:cubicBezTo>
                  <a:pt x="301" y="552"/>
                  <a:pt x="301" y="552"/>
                  <a:pt x="301" y="552"/>
                </a:cubicBezTo>
                <a:cubicBezTo>
                  <a:pt x="299" y="551"/>
                  <a:pt x="298" y="550"/>
                  <a:pt x="297" y="548"/>
                </a:cubicBezTo>
                <a:cubicBezTo>
                  <a:pt x="297" y="540"/>
                  <a:pt x="297" y="540"/>
                  <a:pt x="297" y="540"/>
                </a:cubicBezTo>
                <a:cubicBezTo>
                  <a:pt x="297" y="540"/>
                  <a:pt x="298" y="539"/>
                  <a:pt x="299" y="538"/>
                </a:cubicBezTo>
                <a:cubicBezTo>
                  <a:pt x="299" y="537"/>
                  <a:pt x="300" y="535"/>
                  <a:pt x="301" y="534"/>
                </a:cubicBezTo>
                <a:close/>
                <a:moveTo>
                  <a:pt x="301" y="589"/>
                </a:moveTo>
                <a:cubicBezTo>
                  <a:pt x="301" y="598"/>
                  <a:pt x="301" y="598"/>
                  <a:pt x="301" y="598"/>
                </a:cubicBezTo>
                <a:cubicBezTo>
                  <a:pt x="300" y="596"/>
                  <a:pt x="298" y="594"/>
                  <a:pt x="297" y="593"/>
                </a:cubicBezTo>
                <a:cubicBezTo>
                  <a:pt x="297" y="587"/>
                  <a:pt x="297" y="587"/>
                  <a:pt x="297" y="587"/>
                </a:cubicBezTo>
                <a:cubicBezTo>
                  <a:pt x="298" y="588"/>
                  <a:pt x="300" y="588"/>
                  <a:pt x="301" y="589"/>
                </a:cubicBezTo>
                <a:close/>
                <a:moveTo>
                  <a:pt x="301" y="614"/>
                </a:moveTo>
                <a:cubicBezTo>
                  <a:pt x="301" y="620"/>
                  <a:pt x="301" y="620"/>
                  <a:pt x="301" y="620"/>
                </a:cubicBezTo>
                <a:cubicBezTo>
                  <a:pt x="300" y="619"/>
                  <a:pt x="298" y="619"/>
                  <a:pt x="297" y="618"/>
                </a:cubicBezTo>
                <a:cubicBezTo>
                  <a:pt x="297" y="611"/>
                  <a:pt x="297" y="611"/>
                  <a:pt x="297" y="611"/>
                </a:cubicBezTo>
                <a:cubicBezTo>
                  <a:pt x="298" y="612"/>
                  <a:pt x="299" y="613"/>
                  <a:pt x="301" y="614"/>
                </a:cubicBezTo>
                <a:close/>
                <a:moveTo>
                  <a:pt x="301" y="671"/>
                </a:moveTo>
                <a:cubicBezTo>
                  <a:pt x="301" y="684"/>
                  <a:pt x="301" y="684"/>
                  <a:pt x="301" y="684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7" y="669"/>
                  <a:pt x="297" y="669"/>
                  <a:pt x="297" y="669"/>
                </a:cubicBezTo>
                <a:cubicBezTo>
                  <a:pt x="298" y="670"/>
                  <a:pt x="300" y="671"/>
                  <a:pt x="301" y="671"/>
                </a:cubicBezTo>
                <a:close/>
                <a:moveTo>
                  <a:pt x="301" y="738"/>
                </a:moveTo>
                <a:cubicBezTo>
                  <a:pt x="301" y="760"/>
                  <a:pt x="301" y="760"/>
                  <a:pt x="301" y="760"/>
                </a:cubicBezTo>
                <a:cubicBezTo>
                  <a:pt x="300" y="756"/>
                  <a:pt x="298" y="752"/>
                  <a:pt x="297" y="749"/>
                </a:cubicBezTo>
                <a:cubicBezTo>
                  <a:pt x="297" y="735"/>
                  <a:pt x="297" y="735"/>
                  <a:pt x="297" y="735"/>
                </a:cubicBezTo>
                <a:cubicBezTo>
                  <a:pt x="298" y="736"/>
                  <a:pt x="299" y="737"/>
                  <a:pt x="300" y="738"/>
                </a:cubicBezTo>
                <a:cubicBezTo>
                  <a:pt x="300" y="738"/>
                  <a:pt x="300" y="738"/>
                  <a:pt x="301" y="738"/>
                </a:cubicBezTo>
                <a:close/>
                <a:moveTo>
                  <a:pt x="295" y="14"/>
                </a:moveTo>
                <a:cubicBezTo>
                  <a:pt x="296" y="14"/>
                  <a:pt x="296" y="14"/>
                  <a:pt x="297" y="13"/>
                </a:cubicBezTo>
                <a:cubicBezTo>
                  <a:pt x="297" y="21"/>
                  <a:pt x="297" y="21"/>
                  <a:pt x="297" y="21"/>
                </a:cubicBezTo>
                <a:cubicBezTo>
                  <a:pt x="296" y="21"/>
                  <a:pt x="296" y="22"/>
                  <a:pt x="295" y="22"/>
                </a:cubicBezTo>
                <a:cubicBezTo>
                  <a:pt x="295" y="14"/>
                  <a:pt x="295" y="14"/>
                  <a:pt x="295" y="14"/>
                </a:cubicBezTo>
                <a:close/>
                <a:moveTo>
                  <a:pt x="297" y="782"/>
                </a:moveTo>
                <a:cubicBezTo>
                  <a:pt x="295" y="781"/>
                  <a:pt x="295" y="781"/>
                  <a:pt x="295" y="781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6" y="773"/>
                  <a:pt x="296" y="773"/>
                  <a:pt x="297" y="773"/>
                </a:cubicBezTo>
                <a:cubicBezTo>
                  <a:pt x="297" y="782"/>
                  <a:pt x="297" y="782"/>
                  <a:pt x="297" y="782"/>
                </a:cubicBezTo>
                <a:close/>
                <a:moveTo>
                  <a:pt x="297" y="33"/>
                </a:moveTo>
                <a:cubicBezTo>
                  <a:pt x="297" y="46"/>
                  <a:pt x="297" y="46"/>
                  <a:pt x="297" y="46"/>
                </a:cubicBezTo>
                <a:cubicBezTo>
                  <a:pt x="296" y="46"/>
                  <a:pt x="296" y="45"/>
                  <a:pt x="295" y="44"/>
                </a:cubicBezTo>
                <a:cubicBezTo>
                  <a:pt x="295" y="31"/>
                  <a:pt x="295" y="31"/>
                  <a:pt x="295" y="31"/>
                </a:cubicBezTo>
                <a:cubicBezTo>
                  <a:pt x="296" y="32"/>
                  <a:pt x="296" y="32"/>
                  <a:pt x="297" y="33"/>
                </a:cubicBezTo>
                <a:close/>
                <a:moveTo>
                  <a:pt x="297" y="53"/>
                </a:moveTo>
                <a:cubicBezTo>
                  <a:pt x="297" y="60"/>
                  <a:pt x="297" y="60"/>
                  <a:pt x="297" y="60"/>
                </a:cubicBezTo>
                <a:cubicBezTo>
                  <a:pt x="295" y="61"/>
                  <a:pt x="295" y="61"/>
                  <a:pt x="295" y="61"/>
                </a:cubicBezTo>
                <a:cubicBezTo>
                  <a:pt x="295" y="53"/>
                  <a:pt x="295" y="53"/>
                  <a:pt x="295" y="53"/>
                </a:cubicBezTo>
                <a:cubicBezTo>
                  <a:pt x="296" y="53"/>
                  <a:pt x="296" y="53"/>
                  <a:pt x="297" y="53"/>
                </a:cubicBezTo>
                <a:close/>
                <a:moveTo>
                  <a:pt x="297" y="82"/>
                </a:moveTo>
                <a:cubicBezTo>
                  <a:pt x="297" y="117"/>
                  <a:pt x="297" y="117"/>
                  <a:pt x="297" y="117"/>
                </a:cubicBezTo>
                <a:cubicBezTo>
                  <a:pt x="296" y="117"/>
                  <a:pt x="296" y="117"/>
                  <a:pt x="295" y="118"/>
                </a:cubicBezTo>
                <a:cubicBezTo>
                  <a:pt x="295" y="82"/>
                  <a:pt x="295" y="82"/>
                  <a:pt x="295" y="82"/>
                </a:cubicBezTo>
                <a:cubicBezTo>
                  <a:pt x="295" y="82"/>
                  <a:pt x="296" y="82"/>
                  <a:pt x="297" y="82"/>
                </a:cubicBezTo>
                <a:close/>
                <a:moveTo>
                  <a:pt x="297" y="138"/>
                </a:moveTo>
                <a:cubicBezTo>
                  <a:pt x="297" y="163"/>
                  <a:pt x="297" y="163"/>
                  <a:pt x="297" y="163"/>
                </a:cubicBezTo>
                <a:cubicBezTo>
                  <a:pt x="296" y="163"/>
                  <a:pt x="296" y="163"/>
                  <a:pt x="295" y="164"/>
                </a:cubicBezTo>
                <a:cubicBezTo>
                  <a:pt x="295" y="140"/>
                  <a:pt x="295" y="140"/>
                  <a:pt x="295" y="140"/>
                </a:cubicBezTo>
                <a:cubicBezTo>
                  <a:pt x="296" y="139"/>
                  <a:pt x="296" y="139"/>
                  <a:pt x="297" y="138"/>
                </a:cubicBezTo>
                <a:close/>
                <a:moveTo>
                  <a:pt x="297" y="186"/>
                </a:moveTo>
                <a:cubicBezTo>
                  <a:pt x="297" y="192"/>
                  <a:pt x="297" y="192"/>
                  <a:pt x="297" y="192"/>
                </a:cubicBezTo>
                <a:cubicBezTo>
                  <a:pt x="296" y="192"/>
                  <a:pt x="296" y="193"/>
                  <a:pt x="295" y="193"/>
                </a:cubicBezTo>
                <a:cubicBezTo>
                  <a:pt x="295" y="187"/>
                  <a:pt x="295" y="187"/>
                  <a:pt x="295" y="187"/>
                </a:cubicBezTo>
                <a:cubicBezTo>
                  <a:pt x="296" y="186"/>
                  <a:pt x="296" y="186"/>
                  <a:pt x="297" y="186"/>
                </a:cubicBezTo>
                <a:close/>
                <a:moveTo>
                  <a:pt x="297" y="196"/>
                </a:moveTo>
                <a:cubicBezTo>
                  <a:pt x="297" y="202"/>
                  <a:pt x="297" y="202"/>
                  <a:pt x="297" y="202"/>
                </a:cubicBezTo>
                <a:cubicBezTo>
                  <a:pt x="296" y="202"/>
                  <a:pt x="296" y="201"/>
                  <a:pt x="295" y="201"/>
                </a:cubicBezTo>
                <a:cubicBezTo>
                  <a:pt x="295" y="195"/>
                  <a:pt x="295" y="195"/>
                  <a:pt x="295" y="195"/>
                </a:cubicBezTo>
                <a:cubicBezTo>
                  <a:pt x="297" y="196"/>
                  <a:pt x="297" y="196"/>
                  <a:pt x="297" y="196"/>
                </a:cubicBezTo>
                <a:close/>
                <a:moveTo>
                  <a:pt x="297" y="211"/>
                </a:moveTo>
                <a:cubicBezTo>
                  <a:pt x="297" y="216"/>
                  <a:pt x="297" y="216"/>
                  <a:pt x="297" y="216"/>
                </a:cubicBezTo>
                <a:cubicBezTo>
                  <a:pt x="296" y="217"/>
                  <a:pt x="296" y="217"/>
                  <a:pt x="295" y="218"/>
                </a:cubicBezTo>
                <a:cubicBezTo>
                  <a:pt x="295" y="211"/>
                  <a:pt x="295" y="211"/>
                  <a:pt x="295" y="211"/>
                </a:cubicBezTo>
                <a:cubicBezTo>
                  <a:pt x="296" y="211"/>
                  <a:pt x="296" y="211"/>
                  <a:pt x="297" y="211"/>
                </a:cubicBezTo>
                <a:close/>
                <a:moveTo>
                  <a:pt x="297" y="236"/>
                </a:moveTo>
                <a:cubicBezTo>
                  <a:pt x="297" y="243"/>
                  <a:pt x="297" y="243"/>
                  <a:pt x="297" y="243"/>
                </a:cubicBezTo>
                <a:cubicBezTo>
                  <a:pt x="296" y="241"/>
                  <a:pt x="296" y="239"/>
                  <a:pt x="296" y="237"/>
                </a:cubicBezTo>
                <a:cubicBezTo>
                  <a:pt x="296" y="237"/>
                  <a:pt x="296" y="236"/>
                  <a:pt x="297" y="236"/>
                </a:cubicBezTo>
                <a:close/>
                <a:moveTo>
                  <a:pt x="297" y="284"/>
                </a:moveTo>
                <a:cubicBezTo>
                  <a:pt x="297" y="289"/>
                  <a:pt x="297" y="289"/>
                  <a:pt x="297" y="289"/>
                </a:cubicBezTo>
                <a:cubicBezTo>
                  <a:pt x="296" y="289"/>
                  <a:pt x="296" y="288"/>
                  <a:pt x="296" y="288"/>
                </a:cubicBezTo>
                <a:cubicBezTo>
                  <a:pt x="295" y="288"/>
                  <a:pt x="295" y="288"/>
                  <a:pt x="295" y="288"/>
                </a:cubicBezTo>
                <a:cubicBezTo>
                  <a:pt x="295" y="282"/>
                  <a:pt x="295" y="282"/>
                  <a:pt x="295" y="282"/>
                </a:cubicBezTo>
                <a:cubicBezTo>
                  <a:pt x="297" y="284"/>
                  <a:pt x="297" y="284"/>
                  <a:pt x="297" y="284"/>
                </a:cubicBezTo>
                <a:close/>
                <a:moveTo>
                  <a:pt x="297" y="300"/>
                </a:moveTo>
                <a:cubicBezTo>
                  <a:pt x="297" y="308"/>
                  <a:pt x="297" y="308"/>
                  <a:pt x="297" y="308"/>
                </a:cubicBezTo>
                <a:cubicBezTo>
                  <a:pt x="296" y="309"/>
                  <a:pt x="296" y="311"/>
                  <a:pt x="296" y="312"/>
                </a:cubicBezTo>
                <a:cubicBezTo>
                  <a:pt x="297" y="314"/>
                  <a:pt x="297" y="314"/>
                  <a:pt x="297" y="314"/>
                </a:cubicBezTo>
                <a:cubicBezTo>
                  <a:pt x="297" y="319"/>
                  <a:pt x="297" y="319"/>
                  <a:pt x="297" y="319"/>
                </a:cubicBezTo>
                <a:cubicBezTo>
                  <a:pt x="296" y="319"/>
                  <a:pt x="296" y="318"/>
                  <a:pt x="295" y="318"/>
                </a:cubicBezTo>
                <a:cubicBezTo>
                  <a:pt x="295" y="303"/>
                  <a:pt x="295" y="303"/>
                  <a:pt x="295" y="303"/>
                </a:cubicBezTo>
                <a:cubicBezTo>
                  <a:pt x="296" y="302"/>
                  <a:pt x="296" y="301"/>
                  <a:pt x="297" y="300"/>
                </a:cubicBezTo>
                <a:close/>
                <a:moveTo>
                  <a:pt x="297" y="362"/>
                </a:moveTo>
                <a:cubicBezTo>
                  <a:pt x="297" y="372"/>
                  <a:pt x="297" y="372"/>
                  <a:pt x="297" y="372"/>
                </a:cubicBezTo>
                <a:cubicBezTo>
                  <a:pt x="296" y="373"/>
                  <a:pt x="296" y="374"/>
                  <a:pt x="295" y="376"/>
                </a:cubicBezTo>
                <a:cubicBezTo>
                  <a:pt x="295" y="366"/>
                  <a:pt x="295" y="366"/>
                  <a:pt x="295" y="366"/>
                </a:cubicBezTo>
                <a:cubicBezTo>
                  <a:pt x="296" y="365"/>
                  <a:pt x="296" y="363"/>
                  <a:pt x="297" y="362"/>
                </a:cubicBezTo>
                <a:close/>
                <a:moveTo>
                  <a:pt x="297" y="375"/>
                </a:moveTo>
                <a:cubicBezTo>
                  <a:pt x="295" y="376"/>
                  <a:pt x="295" y="376"/>
                  <a:pt x="295" y="376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7" y="380"/>
                  <a:pt x="297" y="380"/>
                  <a:pt x="297" y="380"/>
                </a:cubicBezTo>
                <a:cubicBezTo>
                  <a:pt x="297" y="375"/>
                  <a:pt x="297" y="375"/>
                  <a:pt x="297" y="375"/>
                </a:cubicBezTo>
                <a:close/>
                <a:moveTo>
                  <a:pt x="297" y="387"/>
                </a:moveTo>
                <a:cubicBezTo>
                  <a:pt x="297" y="392"/>
                  <a:pt x="297" y="392"/>
                  <a:pt x="297" y="392"/>
                </a:cubicBezTo>
                <a:cubicBezTo>
                  <a:pt x="296" y="393"/>
                  <a:pt x="295" y="393"/>
                  <a:pt x="295" y="393"/>
                </a:cubicBezTo>
                <a:cubicBezTo>
                  <a:pt x="295" y="388"/>
                  <a:pt x="295" y="388"/>
                  <a:pt x="295" y="388"/>
                </a:cubicBezTo>
                <a:cubicBezTo>
                  <a:pt x="296" y="388"/>
                  <a:pt x="296" y="387"/>
                  <a:pt x="297" y="387"/>
                </a:cubicBezTo>
                <a:close/>
                <a:moveTo>
                  <a:pt x="297" y="399"/>
                </a:moveTo>
                <a:cubicBezTo>
                  <a:pt x="297" y="404"/>
                  <a:pt x="297" y="404"/>
                  <a:pt x="297" y="404"/>
                </a:cubicBezTo>
                <a:cubicBezTo>
                  <a:pt x="295" y="405"/>
                  <a:pt x="295" y="405"/>
                  <a:pt x="295" y="405"/>
                </a:cubicBezTo>
                <a:cubicBezTo>
                  <a:pt x="295" y="400"/>
                  <a:pt x="295" y="400"/>
                  <a:pt x="295" y="400"/>
                </a:cubicBezTo>
                <a:cubicBezTo>
                  <a:pt x="296" y="400"/>
                  <a:pt x="296" y="400"/>
                  <a:pt x="297" y="399"/>
                </a:cubicBezTo>
                <a:close/>
                <a:moveTo>
                  <a:pt x="297" y="412"/>
                </a:moveTo>
                <a:cubicBezTo>
                  <a:pt x="297" y="418"/>
                  <a:pt x="297" y="418"/>
                  <a:pt x="297" y="418"/>
                </a:cubicBezTo>
                <a:cubicBezTo>
                  <a:pt x="296" y="419"/>
                  <a:pt x="295" y="420"/>
                  <a:pt x="295" y="421"/>
                </a:cubicBezTo>
                <a:cubicBezTo>
                  <a:pt x="295" y="414"/>
                  <a:pt x="295" y="414"/>
                  <a:pt x="295" y="414"/>
                </a:cubicBezTo>
                <a:cubicBezTo>
                  <a:pt x="297" y="412"/>
                  <a:pt x="297" y="412"/>
                  <a:pt x="297" y="412"/>
                </a:cubicBezTo>
                <a:close/>
                <a:moveTo>
                  <a:pt x="297" y="427"/>
                </a:moveTo>
                <a:cubicBezTo>
                  <a:pt x="297" y="444"/>
                  <a:pt x="297" y="444"/>
                  <a:pt x="297" y="444"/>
                </a:cubicBezTo>
                <a:cubicBezTo>
                  <a:pt x="296" y="443"/>
                  <a:pt x="295" y="441"/>
                  <a:pt x="295" y="440"/>
                </a:cubicBezTo>
                <a:cubicBezTo>
                  <a:pt x="295" y="429"/>
                  <a:pt x="295" y="429"/>
                  <a:pt x="295" y="429"/>
                </a:cubicBezTo>
                <a:cubicBezTo>
                  <a:pt x="297" y="427"/>
                  <a:pt x="297" y="427"/>
                  <a:pt x="297" y="427"/>
                </a:cubicBezTo>
                <a:close/>
                <a:moveTo>
                  <a:pt x="297" y="485"/>
                </a:moveTo>
                <a:cubicBezTo>
                  <a:pt x="297" y="491"/>
                  <a:pt x="297" y="491"/>
                  <a:pt x="297" y="491"/>
                </a:cubicBezTo>
                <a:cubicBezTo>
                  <a:pt x="296" y="491"/>
                  <a:pt x="296" y="491"/>
                  <a:pt x="295" y="492"/>
                </a:cubicBezTo>
                <a:cubicBezTo>
                  <a:pt x="295" y="486"/>
                  <a:pt x="295" y="486"/>
                  <a:pt x="295" y="486"/>
                </a:cubicBezTo>
                <a:cubicBezTo>
                  <a:pt x="296" y="485"/>
                  <a:pt x="296" y="485"/>
                  <a:pt x="297" y="485"/>
                </a:cubicBezTo>
                <a:close/>
                <a:moveTo>
                  <a:pt x="297" y="499"/>
                </a:moveTo>
                <a:cubicBezTo>
                  <a:pt x="297" y="503"/>
                  <a:pt x="297" y="503"/>
                  <a:pt x="297" y="503"/>
                </a:cubicBezTo>
                <a:cubicBezTo>
                  <a:pt x="296" y="503"/>
                  <a:pt x="296" y="502"/>
                  <a:pt x="295" y="502"/>
                </a:cubicBezTo>
                <a:cubicBezTo>
                  <a:pt x="295" y="497"/>
                  <a:pt x="295" y="497"/>
                  <a:pt x="295" y="497"/>
                </a:cubicBezTo>
                <a:cubicBezTo>
                  <a:pt x="296" y="498"/>
                  <a:pt x="296" y="498"/>
                  <a:pt x="297" y="499"/>
                </a:cubicBezTo>
                <a:close/>
                <a:moveTo>
                  <a:pt x="297" y="512"/>
                </a:moveTo>
                <a:cubicBezTo>
                  <a:pt x="297" y="521"/>
                  <a:pt x="297" y="521"/>
                  <a:pt x="297" y="521"/>
                </a:cubicBezTo>
                <a:cubicBezTo>
                  <a:pt x="296" y="521"/>
                  <a:pt x="296" y="522"/>
                  <a:pt x="295" y="522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6" y="512"/>
                  <a:pt x="296" y="512"/>
                  <a:pt x="297" y="512"/>
                </a:cubicBezTo>
                <a:close/>
                <a:moveTo>
                  <a:pt x="297" y="540"/>
                </a:moveTo>
                <a:cubicBezTo>
                  <a:pt x="297" y="548"/>
                  <a:pt x="297" y="548"/>
                  <a:pt x="297" y="548"/>
                </a:cubicBezTo>
                <a:cubicBezTo>
                  <a:pt x="296" y="548"/>
                  <a:pt x="295" y="547"/>
                  <a:pt x="295" y="546"/>
                </a:cubicBezTo>
                <a:cubicBezTo>
                  <a:pt x="295" y="542"/>
                  <a:pt x="295" y="542"/>
                  <a:pt x="295" y="542"/>
                </a:cubicBezTo>
                <a:cubicBezTo>
                  <a:pt x="296" y="542"/>
                  <a:pt x="296" y="541"/>
                  <a:pt x="297" y="540"/>
                </a:cubicBezTo>
                <a:close/>
                <a:moveTo>
                  <a:pt x="297" y="587"/>
                </a:moveTo>
                <a:cubicBezTo>
                  <a:pt x="297" y="593"/>
                  <a:pt x="297" y="593"/>
                  <a:pt x="297" y="593"/>
                </a:cubicBezTo>
                <a:cubicBezTo>
                  <a:pt x="296" y="592"/>
                  <a:pt x="296" y="592"/>
                  <a:pt x="295" y="591"/>
                </a:cubicBezTo>
                <a:cubicBezTo>
                  <a:pt x="295" y="586"/>
                  <a:pt x="295" y="586"/>
                  <a:pt x="295" y="586"/>
                </a:cubicBezTo>
                <a:cubicBezTo>
                  <a:pt x="296" y="586"/>
                  <a:pt x="296" y="586"/>
                  <a:pt x="297" y="587"/>
                </a:cubicBezTo>
                <a:close/>
                <a:moveTo>
                  <a:pt x="297" y="611"/>
                </a:moveTo>
                <a:cubicBezTo>
                  <a:pt x="297" y="618"/>
                  <a:pt x="297" y="618"/>
                  <a:pt x="297" y="618"/>
                </a:cubicBezTo>
                <a:cubicBezTo>
                  <a:pt x="296" y="618"/>
                  <a:pt x="296" y="618"/>
                  <a:pt x="295" y="617"/>
                </a:cubicBezTo>
                <a:cubicBezTo>
                  <a:pt x="295" y="610"/>
                  <a:pt x="295" y="610"/>
                  <a:pt x="295" y="610"/>
                </a:cubicBezTo>
                <a:cubicBezTo>
                  <a:pt x="295" y="610"/>
                  <a:pt x="296" y="611"/>
                  <a:pt x="297" y="611"/>
                </a:cubicBezTo>
                <a:close/>
                <a:moveTo>
                  <a:pt x="297" y="669"/>
                </a:moveTo>
                <a:cubicBezTo>
                  <a:pt x="297" y="682"/>
                  <a:pt x="297" y="682"/>
                  <a:pt x="297" y="682"/>
                </a:cubicBezTo>
                <a:cubicBezTo>
                  <a:pt x="295" y="681"/>
                  <a:pt x="295" y="681"/>
                  <a:pt x="295" y="681"/>
                </a:cubicBezTo>
                <a:cubicBezTo>
                  <a:pt x="295" y="669"/>
                  <a:pt x="295" y="669"/>
                  <a:pt x="295" y="669"/>
                </a:cubicBezTo>
                <a:cubicBezTo>
                  <a:pt x="297" y="669"/>
                  <a:pt x="297" y="669"/>
                  <a:pt x="297" y="669"/>
                </a:cubicBezTo>
                <a:close/>
                <a:moveTo>
                  <a:pt x="297" y="735"/>
                </a:moveTo>
                <a:cubicBezTo>
                  <a:pt x="297" y="749"/>
                  <a:pt x="297" y="749"/>
                  <a:pt x="297" y="749"/>
                </a:cubicBezTo>
                <a:cubicBezTo>
                  <a:pt x="296" y="748"/>
                  <a:pt x="296" y="747"/>
                  <a:pt x="295" y="746"/>
                </a:cubicBezTo>
                <a:cubicBezTo>
                  <a:pt x="295" y="734"/>
                  <a:pt x="295" y="734"/>
                  <a:pt x="295" y="734"/>
                </a:cubicBezTo>
                <a:cubicBezTo>
                  <a:pt x="296" y="734"/>
                  <a:pt x="296" y="735"/>
                  <a:pt x="297" y="735"/>
                </a:cubicBezTo>
                <a:close/>
                <a:moveTo>
                  <a:pt x="295" y="336"/>
                </a:moveTo>
                <a:cubicBezTo>
                  <a:pt x="295" y="335"/>
                  <a:pt x="295" y="335"/>
                  <a:pt x="295" y="335"/>
                </a:cubicBezTo>
                <a:cubicBezTo>
                  <a:pt x="295" y="335"/>
                  <a:pt x="295" y="336"/>
                  <a:pt x="295" y="336"/>
                </a:cubicBezTo>
                <a:close/>
                <a:moveTo>
                  <a:pt x="295" y="14"/>
                </a:moveTo>
                <a:cubicBezTo>
                  <a:pt x="295" y="14"/>
                  <a:pt x="295" y="14"/>
                  <a:pt x="295" y="14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5" y="14"/>
                  <a:pt x="295" y="14"/>
                  <a:pt x="295" y="14"/>
                </a:cubicBezTo>
                <a:close/>
                <a:moveTo>
                  <a:pt x="295" y="781"/>
                </a:moveTo>
                <a:cubicBezTo>
                  <a:pt x="295" y="781"/>
                  <a:pt x="295" y="781"/>
                  <a:pt x="295" y="781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5" y="781"/>
                  <a:pt x="295" y="781"/>
                  <a:pt x="295" y="781"/>
                </a:cubicBezTo>
                <a:close/>
                <a:moveTo>
                  <a:pt x="295" y="31"/>
                </a:moveTo>
                <a:cubicBezTo>
                  <a:pt x="295" y="44"/>
                  <a:pt x="295" y="44"/>
                  <a:pt x="295" y="44"/>
                </a:cubicBezTo>
                <a:cubicBezTo>
                  <a:pt x="295" y="44"/>
                  <a:pt x="295" y="44"/>
                  <a:pt x="295" y="44"/>
                </a:cubicBezTo>
                <a:cubicBezTo>
                  <a:pt x="295" y="31"/>
                  <a:pt x="295" y="31"/>
                  <a:pt x="295" y="31"/>
                </a:cubicBezTo>
                <a:cubicBezTo>
                  <a:pt x="295" y="31"/>
                  <a:pt x="295" y="31"/>
                  <a:pt x="295" y="31"/>
                </a:cubicBezTo>
                <a:close/>
                <a:moveTo>
                  <a:pt x="295" y="53"/>
                </a:moveTo>
                <a:cubicBezTo>
                  <a:pt x="295" y="61"/>
                  <a:pt x="295" y="61"/>
                  <a:pt x="295" y="61"/>
                </a:cubicBezTo>
                <a:cubicBezTo>
                  <a:pt x="295" y="61"/>
                  <a:pt x="295" y="61"/>
                  <a:pt x="295" y="61"/>
                </a:cubicBezTo>
                <a:cubicBezTo>
                  <a:pt x="295" y="53"/>
                  <a:pt x="295" y="53"/>
                  <a:pt x="295" y="53"/>
                </a:cubicBezTo>
                <a:cubicBezTo>
                  <a:pt x="295" y="53"/>
                  <a:pt x="295" y="53"/>
                  <a:pt x="295" y="53"/>
                </a:cubicBezTo>
                <a:close/>
                <a:moveTo>
                  <a:pt x="295" y="82"/>
                </a:moveTo>
                <a:cubicBezTo>
                  <a:pt x="295" y="118"/>
                  <a:pt x="295" y="118"/>
                  <a:pt x="295" y="118"/>
                </a:cubicBezTo>
                <a:cubicBezTo>
                  <a:pt x="295" y="118"/>
                  <a:pt x="295" y="118"/>
                  <a:pt x="295" y="118"/>
                </a:cubicBezTo>
                <a:cubicBezTo>
                  <a:pt x="295" y="82"/>
                  <a:pt x="295" y="82"/>
                  <a:pt x="295" y="82"/>
                </a:cubicBezTo>
                <a:cubicBezTo>
                  <a:pt x="295" y="82"/>
                  <a:pt x="295" y="82"/>
                  <a:pt x="295" y="82"/>
                </a:cubicBezTo>
                <a:close/>
                <a:moveTo>
                  <a:pt x="295" y="140"/>
                </a:moveTo>
                <a:cubicBezTo>
                  <a:pt x="295" y="164"/>
                  <a:pt x="295" y="164"/>
                  <a:pt x="295" y="164"/>
                </a:cubicBezTo>
                <a:cubicBezTo>
                  <a:pt x="295" y="164"/>
                  <a:pt x="295" y="164"/>
                  <a:pt x="295" y="164"/>
                </a:cubicBezTo>
                <a:cubicBezTo>
                  <a:pt x="295" y="141"/>
                  <a:pt x="295" y="141"/>
                  <a:pt x="295" y="141"/>
                </a:cubicBezTo>
                <a:cubicBezTo>
                  <a:pt x="295" y="140"/>
                  <a:pt x="295" y="140"/>
                  <a:pt x="295" y="140"/>
                </a:cubicBezTo>
                <a:close/>
                <a:moveTo>
                  <a:pt x="295" y="187"/>
                </a:moveTo>
                <a:cubicBezTo>
                  <a:pt x="295" y="193"/>
                  <a:pt x="295" y="193"/>
                  <a:pt x="295" y="193"/>
                </a:cubicBezTo>
                <a:cubicBezTo>
                  <a:pt x="295" y="193"/>
                  <a:pt x="295" y="193"/>
                  <a:pt x="295" y="193"/>
                </a:cubicBezTo>
                <a:cubicBezTo>
                  <a:pt x="295" y="187"/>
                  <a:pt x="295" y="187"/>
                  <a:pt x="295" y="187"/>
                </a:cubicBezTo>
                <a:cubicBezTo>
                  <a:pt x="295" y="187"/>
                  <a:pt x="295" y="187"/>
                  <a:pt x="295" y="187"/>
                </a:cubicBezTo>
                <a:close/>
                <a:moveTo>
                  <a:pt x="295" y="195"/>
                </a:moveTo>
                <a:cubicBezTo>
                  <a:pt x="295" y="201"/>
                  <a:pt x="295" y="201"/>
                  <a:pt x="295" y="201"/>
                </a:cubicBezTo>
                <a:cubicBezTo>
                  <a:pt x="295" y="201"/>
                  <a:pt x="295" y="201"/>
                  <a:pt x="295" y="201"/>
                </a:cubicBezTo>
                <a:cubicBezTo>
                  <a:pt x="295" y="194"/>
                  <a:pt x="295" y="194"/>
                  <a:pt x="295" y="194"/>
                </a:cubicBezTo>
                <a:cubicBezTo>
                  <a:pt x="295" y="195"/>
                  <a:pt x="295" y="195"/>
                  <a:pt x="295" y="195"/>
                </a:cubicBezTo>
                <a:close/>
                <a:moveTo>
                  <a:pt x="295" y="211"/>
                </a:moveTo>
                <a:cubicBezTo>
                  <a:pt x="295" y="218"/>
                  <a:pt x="295" y="218"/>
                  <a:pt x="295" y="218"/>
                </a:cubicBezTo>
                <a:cubicBezTo>
                  <a:pt x="295" y="218"/>
                  <a:pt x="295" y="218"/>
                  <a:pt x="295" y="218"/>
                </a:cubicBezTo>
                <a:cubicBezTo>
                  <a:pt x="295" y="212"/>
                  <a:pt x="295" y="212"/>
                  <a:pt x="295" y="212"/>
                </a:cubicBezTo>
                <a:cubicBezTo>
                  <a:pt x="295" y="211"/>
                  <a:pt x="295" y="211"/>
                  <a:pt x="295" y="211"/>
                </a:cubicBezTo>
                <a:close/>
                <a:moveTo>
                  <a:pt x="295" y="282"/>
                </a:moveTo>
                <a:cubicBezTo>
                  <a:pt x="295" y="288"/>
                  <a:pt x="295" y="288"/>
                  <a:pt x="295" y="288"/>
                </a:cubicBezTo>
                <a:cubicBezTo>
                  <a:pt x="295" y="289"/>
                  <a:pt x="295" y="289"/>
                  <a:pt x="295" y="289"/>
                </a:cubicBezTo>
                <a:cubicBezTo>
                  <a:pt x="295" y="282"/>
                  <a:pt x="295" y="282"/>
                  <a:pt x="295" y="282"/>
                </a:cubicBezTo>
                <a:cubicBezTo>
                  <a:pt x="295" y="282"/>
                  <a:pt x="295" y="282"/>
                  <a:pt x="295" y="282"/>
                </a:cubicBezTo>
                <a:close/>
                <a:moveTo>
                  <a:pt x="295" y="303"/>
                </a:moveTo>
                <a:cubicBezTo>
                  <a:pt x="295" y="318"/>
                  <a:pt x="295" y="318"/>
                  <a:pt x="295" y="318"/>
                </a:cubicBezTo>
                <a:cubicBezTo>
                  <a:pt x="295" y="318"/>
                  <a:pt x="295" y="318"/>
                  <a:pt x="295" y="318"/>
                </a:cubicBezTo>
                <a:cubicBezTo>
                  <a:pt x="295" y="303"/>
                  <a:pt x="295" y="303"/>
                  <a:pt x="295" y="303"/>
                </a:cubicBezTo>
                <a:cubicBezTo>
                  <a:pt x="295" y="303"/>
                  <a:pt x="295" y="303"/>
                  <a:pt x="295" y="303"/>
                </a:cubicBezTo>
                <a:close/>
                <a:moveTo>
                  <a:pt x="295" y="335"/>
                </a:moveTo>
                <a:cubicBezTo>
                  <a:pt x="295" y="336"/>
                  <a:pt x="295" y="336"/>
                  <a:pt x="295" y="336"/>
                </a:cubicBezTo>
                <a:cubicBezTo>
                  <a:pt x="295" y="337"/>
                  <a:pt x="295" y="338"/>
                  <a:pt x="295" y="339"/>
                </a:cubicBezTo>
                <a:cubicBezTo>
                  <a:pt x="295" y="332"/>
                  <a:pt x="295" y="332"/>
                  <a:pt x="295" y="332"/>
                </a:cubicBezTo>
                <a:cubicBezTo>
                  <a:pt x="295" y="333"/>
                  <a:pt x="295" y="334"/>
                  <a:pt x="295" y="335"/>
                </a:cubicBezTo>
                <a:close/>
                <a:moveTo>
                  <a:pt x="295" y="366"/>
                </a:moveTo>
                <a:cubicBezTo>
                  <a:pt x="295" y="376"/>
                  <a:pt x="295" y="376"/>
                  <a:pt x="295" y="376"/>
                </a:cubicBezTo>
                <a:cubicBezTo>
                  <a:pt x="295" y="376"/>
                  <a:pt x="295" y="376"/>
                  <a:pt x="295" y="376"/>
                </a:cubicBezTo>
                <a:cubicBezTo>
                  <a:pt x="295" y="376"/>
                  <a:pt x="295" y="376"/>
                  <a:pt x="295" y="376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67"/>
                  <a:pt x="295" y="367"/>
                  <a:pt x="295" y="367"/>
                </a:cubicBezTo>
                <a:cubicBezTo>
                  <a:pt x="295" y="366"/>
                  <a:pt x="295" y="366"/>
                  <a:pt x="295" y="366"/>
                </a:cubicBezTo>
                <a:close/>
                <a:moveTo>
                  <a:pt x="295" y="388"/>
                </a:moveTo>
                <a:cubicBezTo>
                  <a:pt x="295" y="393"/>
                  <a:pt x="295" y="393"/>
                  <a:pt x="295" y="393"/>
                </a:cubicBezTo>
                <a:cubicBezTo>
                  <a:pt x="295" y="394"/>
                  <a:pt x="295" y="394"/>
                  <a:pt x="295" y="394"/>
                </a:cubicBezTo>
                <a:cubicBezTo>
                  <a:pt x="295" y="388"/>
                  <a:pt x="295" y="388"/>
                  <a:pt x="295" y="388"/>
                </a:cubicBezTo>
                <a:cubicBezTo>
                  <a:pt x="295" y="388"/>
                  <a:pt x="295" y="388"/>
                  <a:pt x="295" y="388"/>
                </a:cubicBezTo>
                <a:close/>
                <a:moveTo>
                  <a:pt x="295" y="400"/>
                </a:moveTo>
                <a:cubicBezTo>
                  <a:pt x="295" y="405"/>
                  <a:pt x="295" y="405"/>
                  <a:pt x="295" y="405"/>
                </a:cubicBezTo>
                <a:cubicBezTo>
                  <a:pt x="295" y="405"/>
                  <a:pt x="295" y="405"/>
                  <a:pt x="295" y="405"/>
                </a:cubicBezTo>
                <a:cubicBezTo>
                  <a:pt x="295" y="400"/>
                  <a:pt x="295" y="400"/>
                  <a:pt x="295" y="400"/>
                </a:cubicBezTo>
                <a:cubicBezTo>
                  <a:pt x="295" y="400"/>
                  <a:pt x="295" y="400"/>
                  <a:pt x="295" y="400"/>
                </a:cubicBezTo>
                <a:close/>
                <a:moveTo>
                  <a:pt x="295" y="414"/>
                </a:moveTo>
                <a:cubicBezTo>
                  <a:pt x="295" y="421"/>
                  <a:pt x="295" y="421"/>
                  <a:pt x="295" y="421"/>
                </a:cubicBezTo>
                <a:cubicBezTo>
                  <a:pt x="294" y="423"/>
                  <a:pt x="295" y="425"/>
                  <a:pt x="295" y="429"/>
                </a:cubicBezTo>
                <a:cubicBezTo>
                  <a:pt x="295" y="429"/>
                  <a:pt x="295" y="429"/>
                  <a:pt x="295" y="429"/>
                </a:cubicBezTo>
                <a:cubicBezTo>
                  <a:pt x="295" y="440"/>
                  <a:pt x="295" y="440"/>
                  <a:pt x="295" y="440"/>
                </a:cubicBezTo>
                <a:cubicBezTo>
                  <a:pt x="295" y="439"/>
                  <a:pt x="295" y="439"/>
                  <a:pt x="295" y="439"/>
                </a:cubicBezTo>
                <a:cubicBezTo>
                  <a:pt x="295" y="414"/>
                  <a:pt x="295" y="414"/>
                  <a:pt x="295" y="414"/>
                </a:cubicBezTo>
                <a:cubicBezTo>
                  <a:pt x="295" y="414"/>
                  <a:pt x="295" y="414"/>
                  <a:pt x="295" y="414"/>
                </a:cubicBezTo>
                <a:close/>
                <a:moveTo>
                  <a:pt x="295" y="486"/>
                </a:moveTo>
                <a:cubicBezTo>
                  <a:pt x="295" y="492"/>
                  <a:pt x="295" y="492"/>
                  <a:pt x="295" y="492"/>
                </a:cubicBezTo>
                <a:cubicBezTo>
                  <a:pt x="295" y="492"/>
                  <a:pt x="295" y="492"/>
                  <a:pt x="295" y="492"/>
                </a:cubicBezTo>
                <a:cubicBezTo>
                  <a:pt x="295" y="486"/>
                  <a:pt x="295" y="486"/>
                  <a:pt x="295" y="486"/>
                </a:cubicBezTo>
                <a:cubicBezTo>
                  <a:pt x="295" y="486"/>
                  <a:pt x="295" y="486"/>
                  <a:pt x="295" y="486"/>
                </a:cubicBezTo>
                <a:close/>
                <a:moveTo>
                  <a:pt x="295" y="497"/>
                </a:moveTo>
                <a:cubicBezTo>
                  <a:pt x="295" y="502"/>
                  <a:pt x="295" y="502"/>
                  <a:pt x="295" y="502"/>
                </a:cubicBezTo>
                <a:cubicBezTo>
                  <a:pt x="295" y="502"/>
                  <a:pt x="295" y="502"/>
                  <a:pt x="295" y="502"/>
                </a:cubicBezTo>
                <a:cubicBezTo>
                  <a:pt x="295" y="497"/>
                  <a:pt x="295" y="497"/>
                  <a:pt x="295" y="497"/>
                </a:cubicBezTo>
                <a:cubicBezTo>
                  <a:pt x="295" y="497"/>
                  <a:pt x="295" y="497"/>
                  <a:pt x="295" y="497"/>
                </a:cubicBezTo>
                <a:close/>
                <a:moveTo>
                  <a:pt x="295" y="512"/>
                </a:moveTo>
                <a:cubicBezTo>
                  <a:pt x="295" y="522"/>
                  <a:pt x="295" y="522"/>
                  <a:pt x="295" y="522"/>
                </a:cubicBezTo>
                <a:cubicBezTo>
                  <a:pt x="295" y="522"/>
                  <a:pt x="295" y="522"/>
                  <a:pt x="295" y="522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5" y="512"/>
                  <a:pt x="295" y="512"/>
                  <a:pt x="295" y="512"/>
                </a:cubicBezTo>
                <a:close/>
                <a:moveTo>
                  <a:pt x="295" y="542"/>
                </a:moveTo>
                <a:cubicBezTo>
                  <a:pt x="295" y="546"/>
                  <a:pt x="295" y="546"/>
                  <a:pt x="295" y="546"/>
                </a:cubicBezTo>
                <a:cubicBezTo>
                  <a:pt x="295" y="546"/>
                  <a:pt x="295" y="545"/>
                  <a:pt x="295" y="545"/>
                </a:cubicBezTo>
                <a:cubicBezTo>
                  <a:pt x="295" y="542"/>
                  <a:pt x="295" y="542"/>
                  <a:pt x="295" y="542"/>
                </a:cubicBezTo>
                <a:cubicBezTo>
                  <a:pt x="295" y="542"/>
                  <a:pt x="295" y="542"/>
                  <a:pt x="295" y="542"/>
                </a:cubicBezTo>
                <a:close/>
                <a:moveTo>
                  <a:pt x="295" y="586"/>
                </a:moveTo>
                <a:cubicBezTo>
                  <a:pt x="295" y="591"/>
                  <a:pt x="295" y="591"/>
                  <a:pt x="295" y="591"/>
                </a:cubicBezTo>
                <a:cubicBezTo>
                  <a:pt x="295" y="591"/>
                  <a:pt x="295" y="591"/>
                  <a:pt x="295" y="591"/>
                </a:cubicBezTo>
                <a:cubicBezTo>
                  <a:pt x="295" y="586"/>
                  <a:pt x="295" y="586"/>
                  <a:pt x="295" y="586"/>
                </a:cubicBezTo>
                <a:cubicBezTo>
                  <a:pt x="295" y="586"/>
                  <a:pt x="295" y="586"/>
                  <a:pt x="295" y="586"/>
                </a:cubicBezTo>
                <a:close/>
                <a:moveTo>
                  <a:pt x="295" y="610"/>
                </a:moveTo>
                <a:cubicBezTo>
                  <a:pt x="295" y="617"/>
                  <a:pt x="295" y="617"/>
                  <a:pt x="295" y="617"/>
                </a:cubicBezTo>
                <a:cubicBezTo>
                  <a:pt x="295" y="617"/>
                  <a:pt x="295" y="617"/>
                  <a:pt x="295" y="617"/>
                </a:cubicBezTo>
                <a:cubicBezTo>
                  <a:pt x="295" y="609"/>
                  <a:pt x="295" y="609"/>
                  <a:pt x="295" y="609"/>
                </a:cubicBezTo>
                <a:cubicBezTo>
                  <a:pt x="295" y="610"/>
                  <a:pt x="295" y="610"/>
                  <a:pt x="295" y="610"/>
                </a:cubicBezTo>
                <a:close/>
                <a:moveTo>
                  <a:pt x="295" y="669"/>
                </a:moveTo>
                <a:cubicBezTo>
                  <a:pt x="295" y="681"/>
                  <a:pt x="295" y="681"/>
                  <a:pt x="295" y="681"/>
                </a:cubicBezTo>
                <a:cubicBezTo>
                  <a:pt x="295" y="681"/>
                  <a:pt x="295" y="681"/>
                  <a:pt x="295" y="681"/>
                </a:cubicBezTo>
                <a:cubicBezTo>
                  <a:pt x="295" y="669"/>
                  <a:pt x="295" y="669"/>
                  <a:pt x="295" y="669"/>
                </a:cubicBezTo>
                <a:cubicBezTo>
                  <a:pt x="295" y="669"/>
                  <a:pt x="295" y="669"/>
                  <a:pt x="295" y="669"/>
                </a:cubicBezTo>
                <a:close/>
                <a:moveTo>
                  <a:pt x="295" y="734"/>
                </a:moveTo>
                <a:cubicBezTo>
                  <a:pt x="295" y="746"/>
                  <a:pt x="295" y="746"/>
                  <a:pt x="295" y="746"/>
                </a:cubicBezTo>
                <a:cubicBezTo>
                  <a:pt x="295" y="746"/>
                  <a:pt x="295" y="746"/>
                  <a:pt x="295" y="746"/>
                </a:cubicBezTo>
                <a:cubicBezTo>
                  <a:pt x="295" y="734"/>
                  <a:pt x="295" y="734"/>
                  <a:pt x="295" y="734"/>
                </a:cubicBezTo>
                <a:close/>
                <a:moveTo>
                  <a:pt x="293" y="14"/>
                </a:moveTo>
                <a:cubicBezTo>
                  <a:pt x="293" y="14"/>
                  <a:pt x="294" y="14"/>
                  <a:pt x="295" y="14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4" y="22"/>
                  <a:pt x="293" y="22"/>
                  <a:pt x="293" y="22"/>
                </a:cubicBezTo>
                <a:cubicBezTo>
                  <a:pt x="293" y="14"/>
                  <a:pt x="293" y="14"/>
                  <a:pt x="293" y="14"/>
                </a:cubicBezTo>
                <a:close/>
                <a:moveTo>
                  <a:pt x="295" y="781"/>
                </a:moveTo>
                <a:cubicBezTo>
                  <a:pt x="293" y="781"/>
                  <a:pt x="293" y="781"/>
                  <a:pt x="293" y="781"/>
                </a:cubicBezTo>
                <a:cubicBezTo>
                  <a:pt x="293" y="772"/>
                  <a:pt x="293" y="772"/>
                  <a:pt x="293" y="772"/>
                </a:cubicBezTo>
                <a:cubicBezTo>
                  <a:pt x="293" y="772"/>
                  <a:pt x="294" y="773"/>
                  <a:pt x="295" y="773"/>
                </a:cubicBezTo>
                <a:cubicBezTo>
                  <a:pt x="295" y="781"/>
                  <a:pt x="295" y="781"/>
                  <a:pt x="295" y="781"/>
                </a:cubicBezTo>
                <a:close/>
                <a:moveTo>
                  <a:pt x="295" y="31"/>
                </a:moveTo>
                <a:cubicBezTo>
                  <a:pt x="295" y="44"/>
                  <a:pt x="295" y="44"/>
                  <a:pt x="295" y="44"/>
                </a:cubicBezTo>
                <a:cubicBezTo>
                  <a:pt x="294" y="43"/>
                  <a:pt x="294" y="43"/>
                  <a:pt x="293" y="42"/>
                </a:cubicBezTo>
                <a:cubicBezTo>
                  <a:pt x="293" y="29"/>
                  <a:pt x="293" y="29"/>
                  <a:pt x="293" y="29"/>
                </a:cubicBezTo>
                <a:cubicBezTo>
                  <a:pt x="293" y="30"/>
                  <a:pt x="294" y="30"/>
                  <a:pt x="295" y="31"/>
                </a:cubicBezTo>
                <a:close/>
                <a:moveTo>
                  <a:pt x="295" y="53"/>
                </a:moveTo>
                <a:cubicBezTo>
                  <a:pt x="295" y="61"/>
                  <a:pt x="295" y="61"/>
                  <a:pt x="295" y="61"/>
                </a:cubicBezTo>
                <a:cubicBezTo>
                  <a:pt x="293" y="62"/>
                  <a:pt x="293" y="62"/>
                  <a:pt x="293" y="62"/>
                </a:cubicBezTo>
                <a:cubicBezTo>
                  <a:pt x="293" y="54"/>
                  <a:pt x="293" y="54"/>
                  <a:pt x="293" y="54"/>
                </a:cubicBezTo>
                <a:cubicBezTo>
                  <a:pt x="293" y="54"/>
                  <a:pt x="294" y="53"/>
                  <a:pt x="295" y="53"/>
                </a:cubicBezTo>
                <a:close/>
                <a:moveTo>
                  <a:pt x="295" y="82"/>
                </a:moveTo>
                <a:cubicBezTo>
                  <a:pt x="295" y="118"/>
                  <a:pt x="295" y="118"/>
                  <a:pt x="295" y="118"/>
                </a:cubicBezTo>
                <a:cubicBezTo>
                  <a:pt x="294" y="118"/>
                  <a:pt x="293" y="119"/>
                  <a:pt x="293" y="119"/>
                </a:cubicBezTo>
                <a:cubicBezTo>
                  <a:pt x="293" y="101"/>
                  <a:pt x="293" y="101"/>
                  <a:pt x="293" y="101"/>
                </a:cubicBezTo>
                <a:cubicBezTo>
                  <a:pt x="293" y="101"/>
                  <a:pt x="294" y="101"/>
                  <a:pt x="294" y="101"/>
                </a:cubicBezTo>
                <a:cubicBezTo>
                  <a:pt x="294" y="97"/>
                  <a:pt x="293" y="93"/>
                  <a:pt x="293" y="89"/>
                </a:cubicBezTo>
                <a:cubicBezTo>
                  <a:pt x="293" y="86"/>
                  <a:pt x="293" y="86"/>
                  <a:pt x="293" y="86"/>
                </a:cubicBezTo>
                <a:cubicBezTo>
                  <a:pt x="293" y="84"/>
                  <a:pt x="294" y="83"/>
                  <a:pt x="295" y="82"/>
                </a:cubicBezTo>
                <a:close/>
                <a:moveTo>
                  <a:pt x="295" y="141"/>
                </a:moveTo>
                <a:cubicBezTo>
                  <a:pt x="295" y="164"/>
                  <a:pt x="295" y="164"/>
                  <a:pt x="295" y="164"/>
                </a:cubicBezTo>
                <a:cubicBezTo>
                  <a:pt x="294" y="164"/>
                  <a:pt x="293" y="164"/>
                  <a:pt x="293" y="164"/>
                </a:cubicBezTo>
                <a:cubicBezTo>
                  <a:pt x="293" y="142"/>
                  <a:pt x="293" y="142"/>
                  <a:pt x="293" y="142"/>
                </a:cubicBezTo>
                <a:cubicBezTo>
                  <a:pt x="294" y="142"/>
                  <a:pt x="294" y="141"/>
                  <a:pt x="295" y="141"/>
                </a:cubicBezTo>
                <a:close/>
                <a:moveTo>
                  <a:pt x="295" y="187"/>
                </a:moveTo>
                <a:cubicBezTo>
                  <a:pt x="295" y="193"/>
                  <a:pt x="295" y="193"/>
                  <a:pt x="295" y="193"/>
                </a:cubicBezTo>
                <a:cubicBezTo>
                  <a:pt x="294" y="194"/>
                  <a:pt x="294" y="194"/>
                  <a:pt x="294" y="194"/>
                </a:cubicBezTo>
                <a:cubicBezTo>
                  <a:pt x="295" y="194"/>
                  <a:pt x="295" y="194"/>
                  <a:pt x="295" y="194"/>
                </a:cubicBezTo>
                <a:cubicBezTo>
                  <a:pt x="295" y="201"/>
                  <a:pt x="295" y="201"/>
                  <a:pt x="295" y="201"/>
                </a:cubicBezTo>
                <a:cubicBezTo>
                  <a:pt x="294" y="201"/>
                  <a:pt x="293" y="201"/>
                  <a:pt x="293" y="200"/>
                </a:cubicBezTo>
                <a:cubicBezTo>
                  <a:pt x="293" y="188"/>
                  <a:pt x="293" y="188"/>
                  <a:pt x="293" y="188"/>
                </a:cubicBezTo>
                <a:cubicBezTo>
                  <a:pt x="293" y="187"/>
                  <a:pt x="294" y="187"/>
                  <a:pt x="295" y="187"/>
                </a:cubicBezTo>
                <a:close/>
                <a:moveTo>
                  <a:pt x="295" y="212"/>
                </a:moveTo>
                <a:cubicBezTo>
                  <a:pt x="295" y="218"/>
                  <a:pt x="295" y="218"/>
                  <a:pt x="295" y="218"/>
                </a:cubicBezTo>
                <a:cubicBezTo>
                  <a:pt x="294" y="218"/>
                  <a:pt x="293" y="218"/>
                  <a:pt x="293" y="219"/>
                </a:cubicBezTo>
                <a:cubicBezTo>
                  <a:pt x="293" y="212"/>
                  <a:pt x="293" y="212"/>
                  <a:pt x="293" y="212"/>
                </a:cubicBezTo>
                <a:cubicBezTo>
                  <a:pt x="295" y="212"/>
                  <a:pt x="295" y="212"/>
                  <a:pt x="295" y="212"/>
                </a:cubicBezTo>
                <a:close/>
                <a:moveTo>
                  <a:pt x="295" y="282"/>
                </a:moveTo>
                <a:cubicBezTo>
                  <a:pt x="295" y="289"/>
                  <a:pt x="295" y="289"/>
                  <a:pt x="295" y="289"/>
                </a:cubicBezTo>
                <a:cubicBezTo>
                  <a:pt x="294" y="290"/>
                  <a:pt x="293" y="290"/>
                  <a:pt x="293" y="291"/>
                </a:cubicBezTo>
                <a:cubicBezTo>
                  <a:pt x="293" y="280"/>
                  <a:pt x="293" y="280"/>
                  <a:pt x="293" y="280"/>
                </a:cubicBezTo>
                <a:cubicBezTo>
                  <a:pt x="295" y="282"/>
                  <a:pt x="295" y="282"/>
                  <a:pt x="295" y="282"/>
                </a:cubicBezTo>
                <a:close/>
                <a:moveTo>
                  <a:pt x="295" y="303"/>
                </a:moveTo>
                <a:cubicBezTo>
                  <a:pt x="295" y="318"/>
                  <a:pt x="295" y="318"/>
                  <a:pt x="295" y="318"/>
                </a:cubicBezTo>
                <a:cubicBezTo>
                  <a:pt x="294" y="317"/>
                  <a:pt x="293" y="317"/>
                  <a:pt x="293" y="316"/>
                </a:cubicBezTo>
                <a:cubicBezTo>
                  <a:pt x="293" y="305"/>
                  <a:pt x="293" y="305"/>
                  <a:pt x="293" y="305"/>
                </a:cubicBezTo>
                <a:cubicBezTo>
                  <a:pt x="293" y="305"/>
                  <a:pt x="294" y="304"/>
                  <a:pt x="295" y="303"/>
                </a:cubicBezTo>
                <a:close/>
                <a:moveTo>
                  <a:pt x="295" y="332"/>
                </a:moveTo>
                <a:cubicBezTo>
                  <a:pt x="295" y="339"/>
                  <a:pt x="295" y="339"/>
                  <a:pt x="295" y="339"/>
                </a:cubicBezTo>
                <a:cubicBezTo>
                  <a:pt x="294" y="341"/>
                  <a:pt x="294" y="342"/>
                  <a:pt x="293" y="343"/>
                </a:cubicBezTo>
                <a:cubicBezTo>
                  <a:pt x="293" y="329"/>
                  <a:pt x="293" y="329"/>
                  <a:pt x="293" y="329"/>
                </a:cubicBezTo>
                <a:cubicBezTo>
                  <a:pt x="293" y="329"/>
                  <a:pt x="294" y="329"/>
                  <a:pt x="294" y="330"/>
                </a:cubicBezTo>
                <a:cubicBezTo>
                  <a:pt x="294" y="330"/>
                  <a:pt x="294" y="331"/>
                  <a:pt x="295" y="332"/>
                </a:cubicBezTo>
                <a:close/>
                <a:moveTo>
                  <a:pt x="295" y="367"/>
                </a:moveTo>
                <a:cubicBezTo>
                  <a:pt x="295" y="381"/>
                  <a:pt x="295" y="381"/>
                  <a:pt x="295" y="381"/>
                </a:cubicBezTo>
                <a:cubicBezTo>
                  <a:pt x="294" y="383"/>
                  <a:pt x="293" y="386"/>
                  <a:pt x="293" y="388"/>
                </a:cubicBezTo>
                <a:cubicBezTo>
                  <a:pt x="293" y="372"/>
                  <a:pt x="293" y="372"/>
                  <a:pt x="293" y="372"/>
                </a:cubicBezTo>
                <a:cubicBezTo>
                  <a:pt x="293" y="370"/>
                  <a:pt x="294" y="369"/>
                  <a:pt x="295" y="367"/>
                </a:cubicBezTo>
                <a:close/>
                <a:moveTo>
                  <a:pt x="295" y="388"/>
                </a:moveTo>
                <a:cubicBezTo>
                  <a:pt x="295" y="394"/>
                  <a:pt x="295" y="394"/>
                  <a:pt x="295" y="394"/>
                </a:cubicBezTo>
                <a:cubicBezTo>
                  <a:pt x="294" y="395"/>
                  <a:pt x="293" y="396"/>
                  <a:pt x="293" y="397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88"/>
                  <a:pt x="294" y="388"/>
                  <a:pt x="295" y="388"/>
                </a:cubicBezTo>
                <a:close/>
                <a:moveTo>
                  <a:pt x="295" y="400"/>
                </a:moveTo>
                <a:cubicBezTo>
                  <a:pt x="295" y="405"/>
                  <a:pt x="295" y="405"/>
                  <a:pt x="295" y="405"/>
                </a:cubicBezTo>
                <a:cubicBezTo>
                  <a:pt x="294" y="405"/>
                  <a:pt x="294" y="405"/>
                  <a:pt x="294" y="405"/>
                </a:cubicBezTo>
                <a:cubicBezTo>
                  <a:pt x="293" y="408"/>
                  <a:pt x="293" y="410"/>
                  <a:pt x="293" y="413"/>
                </a:cubicBezTo>
                <a:cubicBezTo>
                  <a:pt x="293" y="401"/>
                  <a:pt x="293" y="401"/>
                  <a:pt x="293" y="401"/>
                </a:cubicBezTo>
                <a:cubicBezTo>
                  <a:pt x="293" y="401"/>
                  <a:pt x="294" y="400"/>
                  <a:pt x="295" y="400"/>
                </a:cubicBezTo>
                <a:close/>
                <a:moveTo>
                  <a:pt x="295" y="414"/>
                </a:moveTo>
                <a:cubicBezTo>
                  <a:pt x="295" y="439"/>
                  <a:pt x="295" y="439"/>
                  <a:pt x="295" y="439"/>
                </a:cubicBezTo>
                <a:cubicBezTo>
                  <a:pt x="294" y="437"/>
                  <a:pt x="293" y="435"/>
                  <a:pt x="293" y="433"/>
                </a:cubicBezTo>
                <a:cubicBezTo>
                  <a:pt x="293" y="415"/>
                  <a:pt x="293" y="415"/>
                  <a:pt x="293" y="415"/>
                </a:cubicBezTo>
                <a:cubicBezTo>
                  <a:pt x="295" y="414"/>
                  <a:pt x="295" y="414"/>
                  <a:pt x="295" y="414"/>
                </a:cubicBezTo>
                <a:close/>
                <a:moveTo>
                  <a:pt x="295" y="486"/>
                </a:moveTo>
                <a:cubicBezTo>
                  <a:pt x="295" y="492"/>
                  <a:pt x="295" y="492"/>
                  <a:pt x="295" y="492"/>
                </a:cubicBezTo>
                <a:cubicBezTo>
                  <a:pt x="294" y="492"/>
                  <a:pt x="293" y="493"/>
                  <a:pt x="293" y="493"/>
                </a:cubicBezTo>
                <a:cubicBezTo>
                  <a:pt x="293" y="488"/>
                  <a:pt x="293" y="488"/>
                  <a:pt x="293" y="488"/>
                </a:cubicBezTo>
                <a:cubicBezTo>
                  <a:pt x="293" y="487"/>
                  <a:pt x="294" y="487"/>
                  <a:pt x="295" y="486"/>
                </a:cubicBezTo>
                <a:close/>
                <a:moveTo>
                  <a:pt x="295" y="497"/>
                </a:moveTo>
                <a:cubicBezTo>
                  <a:pt x="295" y="502"/>
                  <a:pt x="295" y="502"/>
                  <a:pt x="295" y="502"/>
                </a:cubicBezTo>
                <a:cubicBezTo>
                  <a:pt x="294" y="501"/>
                  <a:pt x="293" y="501"/>
                  <a:pt x="293" y="501"/>
                </a:cubicBezTo>
                <a:cubicBezTo>
                  <a:pt x="293" y="496"/>
                  <a:pt x="293" y="496"/>
                  <a:pt x="293" y="496"/>
                </a:cubicBezTo>
                <a:cubicBezTo>
                  <a:pt x="294" y="497"/>
                  <a:pt x="294" y="497"/>
                  <a:pt x="295" y="497"/>
                </a:cubicBezTo>
                <a:close/>
                <a:moveTo>
                  <a:pt x="295" y="512"/>
                </a:moveTo>
                <a:cubicBezTo>
                  <a:pt x="295" y="516"/>
                  <a:pt x="295" y="516"/>
                  <a:pt x="295" y="516"/>
                </a:cubicBezTo>
                <a:cubicBezTo>
                  <a:pt x="294" y="516"/>
                  <a:pt x="293" y="515"/>
                  <a:pt x="293" y="515"/>
                </a:cubicBezTo>
                <a:cubicBezTo>
                  <a:pt x="293" y="511"/>
                  <a:pt x="293" y="511"/>
                  <a:pt x="293" y="511"/>
                </a:cubicBezTo>
                <a:cubicBezTo>
                  <a:pt x="295" y="512"/>
                  <a:pt x="295" y="512"/>
                  <a:pt x="295" y="512"/>
                </a:cubicBezTo>
                <a:close/>
                <a:moveTo>
                  <a:pt x="295" y="516"/>
                </a:moveTo>
                <a:cubicBezTo>
                  <a:pt x="295" y="522"/>
                  <a:pt x="295" y="522"/>
                  <a:pt x="295" y="522"/>
                </a:cubicBezTo>
                <a:cubicBezTo>
                  <a:pt x="294" y="522"/>
                  <a:pt x="294" y="523"/>
                  <a:pt x="293" y="523"/>
                </a:cubicBezTo>
                <a:cubicBezTo>
                  <a:pt x="293" y="523"/>
                  <a:pt x="293" y="523"/>
                  <a:pt x="293" y="523"/>
                </a:cubicBezTo>
                <a:cubicBezTo>
                  <a:pt x="293" y="518"/>
                  <a:pt x="293" y="518"/>
                  <a:pt x="293" y="518"/>
                </a:cubicBezTo>
                <a:cubicBezTo>
                  <a:pt x="293" y="518"/>
                  <a:pt x="294" y="517"/>
                  <a:pt x="295" y="516"/>
                </a:cubicBezTo>
                <a:close/>
                <a:moveTo>
                  <a:pt x="295" y="542"/>
                </a:moveTo>
                <a:cubicBezTo>
                  <a:pt x="295" y="545"/>
                  <a:pt x="295" y="545"/>
                  <a:pt x="295" y="545"/>
                </a:cubicBezTo>
                <a:cubicBezTo>
                  <a:pt x="294" y="544"/>
                  <a:pt x="294" y="544"/>
                  <a:pt x="294" y="543"/>
                </a:cubicBezTo>
                <a:cubicBezTo>
                  <a:pt x="295" y="542"/>
                  <a:pt x="295" y="542"/>
                  <a:pt x="295" y="542"/>
                </a:cubicBezTo>
                <a:close/>
                <a:moveTo>
                  <a:pt x="295" y="586"/>
                </a:moveTo>
                <a:cubicBezTo>
                  <a:pt x="295" y="591"/>
                  <a:pt x="295" y="591"/>
                  <a:pt x="295" y="591"/>
                </a:cubicBezTo>
                <a:cubicBezTo>
                  <a:pt x="294" y="590"/>
                  <a:pt x="293" y="590"/>
                  <a:pt x="293" y="590"/>
                </a:cubicBezTo>
                <a:cubicBezTo>
                  <a:pt x="293" y="584"/>
                  <a:pt x="293" y="584"/>
                  <a:pt x="293" y="584"/>
                </a:cubicBezTo>
                <a:cubicBezTo>
                  <a:pt x="293" y="585"/>
                  <a:pt x="294" y="585"/>
                  <a:pt x="295" y="586"/>
                </a:cubicBezTo>
                <a:close/>
                <a:moveTo>
                  <a:pt x="295" y="609"/>
                </a:moveTo>
                <a:cubicBezTo>
                  <a:pt x="295" y="617"/>
                  <a:pt x="295" y="617"/>
                  <a:pt x="295" y="617"/>
                </a:cubicBezTo>
                <a:cubicBezTo>
                  <a:pt x="294" y="617"/>
                  <a:pt x="293" y="617"/>
                  <a:pt x="293" y="616"/>
                </a:cubicBezTo>
                <a:cubicBezTo>
                  <a:pt x="293" y="607"/>
                  <a:pt x="293" y="607"/>
                  <a:pt x="293" y="607"/>
                </a:cubicBezTo>
                <a:cubicBezTo>
                  <a:pt x="293" y="608"/>
                  <a:pt x="294" y="609"/>
                  <a:pt x="295" y="609"/>
                </a:cubicBezTo>
                <a:close/>
                <a:moveTo>
                  <a:pt x="295" y="669"/>
                </a:moveTo>
                <a:cubicBezTo>
                  <a:pt x="295" y="681"/>
                  <a:pt x="295" y="681"/>
                  <a:pt x="295" y="681"/>
                </a:cubicBezTo>
                <a:cubicBezTo>
                  <a:pt x="293" y="680"/>
                  <a:pt x="293" y="680"/>
                  <a:pt x="293" y="680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5" y="669"/>
                  <a:pt x="295" y="669"/>
                  <a:pt x="295" y="669"/>
                </a:cubicBezTo>
                <a:close/>
                <a:moveTo>
                  <a:pt x="295" y="734"/>
                </a:moveTo>
                <a:cubicBezTo>
                  <a:pt x="295" y="746"/>
                  <a:pt x="295" y="746"/>
                  <a:pt x="295" y="746"/>
                </a:cubicBezTo>
                <a:cubicBezTo>
                  <a:pt x="294" y="745"/>
                  <a:pt x="294" y="745"/>
                  <a:pt x="293" y="744"/>
                </a:cubicBezTo>
                <a:cubicBezTo>
                  <a:pt x="293" y="733"/>
                  <a:pt x="293" y="733"/>
                  <a:pt x="293" y="733"/>
                </a:cubicBezTo>
                <a:cubicBezTo>
                  <a:pt x="293" y="733"/>
                  <a:pt x="294" y="734"/>
                  <a:pt x="295" y="734"/>
                </a:cubicBezTo>
                <a:close/>
                <a:moveTo>
                  <a:pt x="293" y="468"/>
                </a:moveTo>
                <a:cubicBezTo>
                  <a:pt x="293" y="462"/>
                  <a:pt x="293" y="462"/>
                  <a:pt x="293" y="462"/>
                </a:cubicBezTo>
                <a:cubicBezTo>
                  <a:pt x="294" y="465"/>
                  <a:pt x="295" y="467"/>
                  <a:pt x="293" y="468"/>
                </a:cubicBezTo>
                <a:close/>
                <a:moveTo>
                  <a:pt x="293" y="452"/>
                </a:moveTo>
                <a:cubicBezTo>
                  <a:pt x="293" y="448"/>
                  <a:pt x="293" y="448"/>
                  <a:pt x="293" y="448"/>
                </a:cubicBezTo>
                <a:cubicBezTo>
                  <a:pt x="293" y="450"/>
                  <a:pt x="293" y="451"/>
                  <a:pt x="293" y="452"/>
                </a:cubicBezTo>
                <a:close/>
                <a:moveTo>
                  <a:pt x="291" y="15"/>
                </a:moveTo>
                <a:cubicBezTo>
                  <a:pt x="291" y="15"/>
                  <a:pt x="292" y="15"/>
                  <a:pt x="293" y="14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2" y="23"/>
                  <a:pt x="291" y="23"/>
                  <a:pt x="291" y="23"/>
                </a:cubicBezTo>
                <a:cubicBezTo>
                  <a:pt x="291" y="15"/>
                  <a:pt x="291" y="15"/>
                  <a:pt x="291" y="15"/>
                </a:cubicBezTo>
                <a:close/>
                <a:moveTo>
                  <a:pt x="293" y="781"/>
                </a:moveTo>
                <a:cubicBezTo>
                  <a:pt x="291" y="780"/>
                  <a:pt x="291" y="780"/>
                  <a:pt x="291" y="780"/>
                </a:cubicBezTo>
                <a:cubicBezTo>
                  <a:pt x="291" y="771"/>
                  <a:pt x="291" y="771"/>
                  <a:pt x="291" y="771"/>
                </a:cubicBezTo>
                <a:cubicBezTo>
                  <a:pt x="291" y="771"/>
                  <a:pt x="292" y="772"/>
                  <a:pt x="293" y="772"/>
                </a:cubicBezTo>
                <a:cubicBezTo>
                  <a:pt x="293" y="781"/>
                  <a:pt x="293" y="781"/>
                  <a:pt x="293" y="781"/>
                </a:cubicBezTo>
                <a:close/>
                <a:moveTo>
                  <a:pt x="293" y="29"/>
                </a:moveTo>
                <a:cubicBezTo>
                  <a:pt x="293" y="42"/>
                  <a:pt x="293" y="42"/>
                  <a:pt x="293" y="42"/>
                </a:cubicBezTo>
                <a:cubicBezTo>
                  <a:pt x="292" y="41"/>
                  <a:pt x="291" y="40"/>
                  <a:pt x="291" y="39"/>
                </a:cubicBezTo>
                <a:cubicBezTo>
                  <a:pt x="291" y="27"/>
                  <a:pt x="291" y="27"/>
                  <a:pt x="291" y="27"/>
                </a:cubicBezTo>
                <a:cubicBezTo>
                  <a:pt x="291" y="28"/>
                  <a:pt x="292" y="29"/>
                  <a:pt x="293" y="29"/>
                </a:cubicBezTo>
                <a:close/>
                <a:moveTo>
                  <a:pt x="293" y="54"/>
                </a:moveTo>
                <a:cubicBezTo>
                  <a:pt x="293" y="62"/>
                  <a:pt x="293" y="62"/>
                  <a:pt x="293" y="62"/>
                </a:cubicBezTo>
                <a:cubicBezTo>
                  <a:pt x="292" y="62"/>
                  <a:pt x="291" y="62"/>
                  <a:pt x="291" y="63"/>
                </a:cubicBezTo>
                <a:cubicBezTo>
                  <a:pt x="291" y="55"/>
                  <a:pt x="291" y="55"/>
                  <a:pt x="291" y="55"/>
                </a:cubicBezTo>
                <a:cubicBezTo>
                  <a:pt x="291" y="54"/>
                  <a:pt x="292" y="54"/>
                  <a:pt x="293" y="54"/>
                </a:cubicBezTo>
                <a:close/>
                <a:moveTo>
                  <a:pt x="293" y="86"/>
                </a:moveTo>
                <a:cubicBezTo>
                  <a:pt x="293" y="89"/>
                  <a:pt x="293" y="89"/>
                  <a:pt x="293" y="89"/>
                </a:cubicBezTo>
                <a:cubicBezTo>
                  <a:pt x="293" y="88"/>
                  <a:pt x="293" y="86"/>
                  <a:pt x="293" y="86"/>
                </a:cubicBezTo>
                <a:close/>
                <a:moveTo>
                  <a:pt x="293" y="101"/>
                </a:moveTo>
                <a:cubicBezTo>
                  <a:pt x="293" y="119"/>
                  <a:pt x="293" y="119"/>
                  <a:pt x="293" y="119"/>
                </a:cubicBezTo>
                <a:cubicBezTo>
                  <a:pt x="292" y="120"/>
                  <a:pt x="291" y="120"/>
                  <a:pt x="291" y="121"/>
                </a:cubicBezTo>
                <a:cubicBezTo>
                  <a:pt x="291" y="102"/>
                  <a:pt x="291" y="102"/>
                  <a:pt x="291" y="102"/>
                </a:cubicBezTo>
                <a:cubicBezTo>
                  <a:pt x="291" y="102"/>
                  <a:pt x="292" y="102"/>
                  <a:pt x="293" y="101"/>
                </a:cubicBezTo>
                <a:close/>
                <a:moveTo>
                  <a:pt x="293" y="142"/>
                </a:moveTo>
                <a:cubicBezTo>
                  <a:pt x="293" y="164"/>
                  <a:pt x="293" y="164"/>
                  <a:pt x="293" y="164"/>
                </a:cubicBezTo>
                <a:cubicBezTo>
                  <a:pt x="292" y="164"/>
                  <a:pt x="291" y="164"/>
                  <a:pt x="291" y="165"/>
                </a:cubicBezTo>
                <a:cubicBezTo>
                  <a:pt x="291" y="144"/>
                  <a:pt x="291" y="144"/>
                  <a:pt x="291" y="144"/>
                </a:cubicBezTo>
                <a:cubicBezTo>
                  <a:pt x="291" y="144"/>
                  <a:pt x="292" y="143"/>
                  <a:pt x="293" y="142"/>
                </a:cubicBezTo>
                <a:close/>
                <a:moveTo>
                  <a:pt x="293" y="188"/>
                </a:moveTo>
                <a:cubicBezTo>
                  <a:pt x="293" y="200"/>
                  <a:pt x="293" y="200"/>
                  <a:pt x="293" y="200"/>
                </a:cubicBezTo>
                <a:cubicBezTo>
                  <a:pt x="292" y="200"/>
                  <a:pt x="291" y="200"/>
                  <a:pt x="291" y="199"/>
                </a:cubicBezTo>
                <a:cubicBezTo>
                  <a:pt x="291" y="189"/>
                  <a:pt x="291" y="189"/>
                  <a:pt x="291" y="189"/>
                </a:cubicBezTo>
                <a:cubicBezTo>
                  <a:pt x="291" y="188"/>
                  <a:pt x="292" y="188"/>
                  <a:pt x="293" y="188"/>
                </a:cubicBezTo>
                <a:close/>
                <a:moveTo>
                  <a:pt x="293" y="212"/>
                </a:moveTo>
                <a:cubicBezTo>
                  <a:pt x="293" y="219"/>
                  <a:pt x="293" y="219"/>
                  <a:pt x="293" y="219"/>
                </a:cubicBezTo>
                <a:cubicBezTo>
                  <a:pt x="292" y="219"/>
                  <a:pt x="291" y="220"/>
                  <a:pt x="291" y="220"/>
                </a:cubicBezTo>
                <a:cubicBezTo>
                  <a:pt x="291" y="211"/>
                  <a:pt x="291" y="211"/>
                  <a:pt x="291" y="211"/>
                </a:cubicBezTo>
                <a:cubicBezTo>
                  <a:pt x="293" y="212"/>
                  <a:pt x="293" y="212"/>
                  <a:pt x="293" y="212"/>
                </a:cubicBezTo>
                <a:cubicBezTo>
                  <a:pt x="293" y="212"/>
                  <a:pt x="293" y="212"/>
                  <a:pt x="293" y="212"/>
                </a:cubicBezTo>
                <a:close/>
                <a:moveTo>
                  <a:pt x="293" y="280"/>
                </a:moveTo>
                <a:cubicBezTo>
                  <a:pt x="293" y="291"/>
                  <a:pt x="293" y="291"/>
                  <a:pt x="293" y="291"/>
                </a:cubicBezTo>
                <a:cubicBezTo>
                  <a:pt x="292" y="292"/>
                  <a:pt x="291" y="293"/>
                  <a:pt x="291" y="294"/>
                </a:cubicBezTo>
                <a:cubicBezTo>
                  <a:pt x="291" y="278"/>
                  <a:pt x="291" y="278"/>
                  <a:pt x="291" y="278"/>
                </a:cubicBezTo>
                <a:cubicBezTo>
                  <a:pt x="293" y="280"/>
                  <a:pt x="293" y="280"/>
                  <a:pt x="293" y="280"/>
                </a:cubicBezTo>
                <a:close/>
                <a:moveTo>
                  <a:pt x="293" y="305"/>
                </a:moveTo>
                <a:cubicBezTo>
                  <a:pt x="293" y="316"/>
                  <a:pt x="293" y="316"/>
                  <a:pt x="293" y="316"/>
                </a:cubicBezTo>
                <a:cubicBezTo>
                  <a:pt x="292" y="315"/>
                  <a:pt x="291" y="315"/>
                  <a:pt x="291" y="314"/>
                </a:cubicBezTo>
                <a:cubicBezTo>
                  <a:pt x="291" y="309"/>
                  <a:pt x="291" y="309"/>
                  <a:pt x="291" y="309"/>
                </a:cubicBezTo>
                <a:cubicBezTo>
                  <a:pt x="291" y="307"/>
                  <a:pt x="292" y="306"/>
                  <a:pt x="293" y="305"/>
                </a:cubicBezTo>
                <a:close/>
                <a:moveTo>
                  <a:pt x="293" y="329"/>
                </a:moveTo>
                <a:cubicBezTo>
                  <a:pt x="293" y="343"/>
                  <a:pt x="293" y="343"/>
                  <a:pt x="293" y="343"/>
                </a:cubicBezTo>
                <a:cubicBezTo>
                  <a:pt x="292" y="345"/>
                  <a:pt x="291" y="346"/>
                  <a:pt x="291" y="347"/>
                </a:cubicBezTo>
                <a:cubicBezTo>
                  <a:pt x="291" y="326"/>
                  <a:pt x="291" y="326"/>
                  <a:pt x="291" y="326"/>
                </a:cubicBezTo>
                <a:cubicBezTo>
                  <a:pt x="291" y="327"/>
                  <a:pt x="292" y="328"/>
                  <a:pt x="293" y="329"/>
                </a:cubicBezTo>
                <a:close/>
                <a:moveTo>
                  <a:pt x="293" y="372"/>
                </a:moveTo>
                <a:cubicBezTo>
                  <a:pt x="293" y="388"/>
                  <a:pt x="293" y="388"/>
                  <a:pt x="293" y="388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97"/>
                  <a:pt x="293" y="397"/>
                  <a:pt x="293" y="397"/>
                </a:cubicBezTo>
                <a:cubicBezTo>
                  <a:pt x="292" y="398"/>
                  <a:pt x="292" y="400"/>
                  <a:pt x="291" y="402"/>
                </a:cubicBezTo>
                <a:cubicBezTo>
                  <a:pt x="292" y="402"/>
                  <a:pt x="293" y="401"/>
                  <a:pt x="293" y="401"/>
                </a:cubicBezTo>
                <a:cubicBezTo>
                  <a:pt x="293" y="413"/>
                  <a:pt x="293" y="413"/>
                  <a:pt x="293" y="413"/>
                </a:cubicBezTo>
                <a:cubicBezTo>
                  <a:pt x="293" y="414"/>
                  <a:pt x="293" y="415"/>
                  <a:pt x="293" y="416"/>
                </a:cubicBezTo>
                <a:cubicBezTo>
                  <a:pt x="293" y="415"/>
                  <a:pt x="293" y="415"/>
                  <a:pt x="293" y="415"/>
                </a:cubicBezTo>
                <a:cubicBezTo>
                  <a:pt x="293" y="433"/>
                  <a:pt x="293" y="433"/>
                  <a:pt x="293" y="433"/>
                </a:cubicBezTo>
                <a:cubicBezTo>
                  <a:pt x="292" y="429"/>
                  <a:pt x="291" y="426"/>
                  <a:pt x="291" y="422"/>
                </a:cubicBezTo>
                <a:cubicBezTo>
                  <a:pt x="291" y="381"/>
                  <a:pt x="291" y="381"/>
                  <a:pt x="291" y="381"/>
                </a:cubicBezTo>
                <a:cubicBezTo>
                  <a:pt x="291" y="378"/>
                  <a:pt x="292" y="375"/>
                  <a:pt x="293" y="372"/>
                </a:cubicBezTo>
                <a:close/>
                <a:moveTo>
                  <a:pt x="293" y="448"/>
                </a:moveTo>
                <a:cubicBezTo>
                  <a:pt x="293" y="452"/>
                  <a:pt x="293" y="452"/>
                  <a:pt x="293" y="452"/>
                </a:cubicBezTo>
                <a:cubicBezTo>
                  <a:pt x="293" y="453"/>
                  <a:pt x="292" y="455"/>
                  <a:pt x="291" y="457"/>
                </a:cubicBezTo>
                <a:cubicBezTo>
                  <a:pt x="291" y="447"/>
                  <a:pt x="291" y="447"/>
                  <a:pt x="291" y="447"/>
                </a:cubicBezTo>
                <a:cubicBezTo>
                  <a:pt x="291" y="447"/>
                  <a:pt x="292" y="447"/>
                  <a:pt x="293" y="447"/>
                </a:cubicBezTo>
                <a:cubicBezTo>
                  <a:pt x="293" y="448"/>
                  <a:pt x="293" y="448"/>
                  <a:pt x="293" y="448"/>
                </a:cubicBezTo>
                <a:close/>
                <a:moveTo>
                  <a:pt x="293" y="462"/>
                </a:moveTo>
                <a:cubicBezTo>
                  <a:pt x="293" y="468"/>
                  <a:pt x="293" y="468"/>
                  <a:pt x="293" y="468"/>
                </a:cubicBezTo>
                <a:cubicBezTo>
                  <a:pt x="292" y="469"/>
                  <a:pt x="291" y="469"/>
                  <a:pt x="291" y="469"/>
                </a:cubicBezTo>
                <a:cubicBezTo>
                  <a:pt x="291" y="459"/>
                  <a:pt x="291" y="459"/>
                  <a:pt x="291" y="459"/>
                </a:cubicBezTo>
                <a:cubicBezTo>
                  <a:pt x="291" y="460"/>
                  <a:pt x="292" y="461"/>
                  <a:pt x="293" y="462"/>
                </a:cubicBezTo>
                <a:close/>
                <a:moveTo>
                  <a:pt x="293" y="488"/>
                </a:moveTo>
                <a:cubicBezTo>
                  <a:pt x="293" y="493"/>
                  <a:pt x="293" y="493"/>
                  <a:pt x="293" y="493"/>
                </a:cubicBezTo>
                <a:cubicBezTo>
                  <a:pt x="293" y="494"/>
                  <a:pt x="292" y="495"/>
                  <a:pt x="291" y="496"/>
                </a:cubicBezTo>
                <a:cubicBezTo>
                  <a:pt x="292" y="496"/>
                  <a:pt x="293" y="496"/>
                  <a:pt x="293" y="496"/>
                </a:cubicBezTo>
                <a:cubicBezTo>
                  <a:pt x="293" y="501"/>
                  <a:pt x="293" y="501"/>
                  <a:pt x="293" y="501"/>
                </a:cubicBezTo>
                <a:cubicBezTo>
                  <a:pt x="292" y="501"/>
                  <a:pt x="291" y="500"/>
                  <a:pt x="291" y="500"/>
                </a:cubicBezTo>
                <a:cubicBezTo>
                  <a:pt x="291" y="490"/>
                  <a:pt x="291" y="490"/>
                  <a:pt x="291" y="490"/>
                </a:cubicBezTo>
                <a:cubicBezTo>
                  <a:pt x="291" y="489"/>
                  <a:pt x="292" y="489"/>
                  <a:pt x="293" y="488"/>
                </a:cubicBezTo>
                <a:close/>
                <a:moveTo>
                  <a:pt x="293" y="511"/>
                </a:moveTo>
                <a:cubicBezTo>
                  <a:pt x="293" y="515"/>
                  <a:pt x="293" y="515"/>
                  <a:pt x="293" y="515"/>
                </a:cubicBezTo>
                <a:cubicBezTo>
                  <a:pt x="292" y="514"/>
                  <a:pt x="291" y="514"/>
                  <a:pt x="291" y="513"/>
                </a:cubicBezTo>
                <a:cubicBezTo>
                  <a:pt x="291" y="509"/>
                  <a:pt x="291" y="509"/>
                  <a:pt x="291" y="509"/>
                </a:cubicBezTo>
                <a:cubicBezTo>
                  <a:pt x="291" y="510"/>
                  <a:pt x="292" y="510"/>
                  <a:pt x="293" y="511"/>
                </a:cubicBezTo>
                <a:close/>
                <a:moveTo>
                  <a:pt x="293" y="518"/>
                </a:moveTo>
                <a:cubicBezTo>
                  <a:pt x="293" y="523"/>
                  <a:pt x="293" y="523"/>
                  <a:pt x="293" y="523"/>
                </a:cubicBezTo>
                <a:cubicBezTo>
                  <a:pt x="291" y="526"/>
                  <a:pt x="291" y="526"/>
                  <a:pt x="291" y="526"/>
                </a:cubicBezTo>
                <a:cubicBezTo>
                  <a:pt x="291" y="519"/>
                  <a:pt x="291" y="519"/>
                  <a:pt x="291" y="519"/>
                </a:cubicBezTo>
                <a:cubicBezTo>
                  <a:pt x="291" y="519"/>
                  <a:pt x="292" y="518"/>
                  <a:pt x="293" y="518"/>
                </a:cubicBezTo>
                <a:close/>
                <a:moveTo>
                  <a:pt x="293" y="584"/>
                </a:moveTo>
                <a:cubicBezTo>
                  <a:pt x="293" y="590"/>
                  <a:pt x="293" y="590"/>
                  <a:pt x="293" y="590"/>
                </a:cubicBezTo>
                <a:cubicBezTo>
                  <a:pt x="292" y="590"/>
                  <a:pt x="292" y="589"/>
                  <a:pt x="291" y="589"/>
                </a:cubicBezTo>
                <a:cubicBezTo>
                  <a:pt x="291" y="598"/>
                  <a:pt x="290" y="603"/>
                  <a:pt x="293" y="607"/>
                </a:cubicBezTo>
                <a:cubicBezTo>
                  <a:pt x="293" y="616"/>
                  <a:pt x="293" y="616"/>
                  <a:pt x="293" y="616"/>
                </a:cubicBezTo>
                <a:cubicBezTo>
                  <a:pt x="292" y="616"/>
                  <a:pt x="291" y="616"/>
                  <a:pt x="291" y="615"/>
                </a:cubicBezTo>
                <a:cubicBezTo>
                  <a:pt x="291" y="583"/>
                  <a:pt x="291" y="583"/>
                  <a:pt x="291" y="583"/>
                </a:cubicBezTo>
                <a:cubicBezTo>
                  <a:pt x="291" y="584"/>
                  <a:pt x="292" y="584"/>
                  <a:pt x="293" y="584"/>
                </a:cubicBezTo>
                <a:close/>
                <a:moveTo>
                  <a:pt x="293" y="668"/>
                </a:moveTo>
                <a:cubicBezTo>
                  <a:pt x="293" y="680"/>
                  <a:pt x="293" y="680"/>
                  <a:pt x="293" y="680"/>
                </a:cubicBezTo>
                <a:cubicBezTo>
                  <a:pt x="291" y="679"/>
                  <a:pt x="291" y="679"/>
                  <a:pt x="291" y="679"/>
                </a:cubicBezTo>
                <a:cubicBezTo>
                  <a:pt x="291" y="667"/>
                  <a:pt x="291" y="667"/>
                  <a:pt x="291" y="667"/>
                </a:cubicBezTo>
                <a:cubicBezTo>
                  <a:pt x="293" y="668"/>
                  <a:pt x="293" y="668"/>
                  <a:pt x="293" y="668"/>
                </a:cubicBezTo>
                <a:close/>
                <a:moveTo>
                  <a:pt x="293" y="733"/>
                </a:moveTo>
                <a:cubicBezTo>
                  <a:pt x="293" y="744"/>
                  <a:pt x="293" y="744"/>
                  <a:pt x="293" y="744"/>
                </a:cubicBezTo>
                <a:cubicBezTo>
                  <a:pt x="292" y="743"/>
                  <a:pt x="291" y="743"/>
                  <a:pt x="291" y="742"/>
                </a:cubicBezTo>
                <a:cubicBezTo>
                  <a:pt x="291" y="732"/>
                  <a:pt x="291" y="732"/>
                  <a:pt x="291" y="732"/>
                </a:cubicBezTo>
                <a:cubicBezTo>
                  <a:pt x="291" y="732"/>
                  <a:pt x="292" y="732"/>
                  <a:pt x="293" y="733"/>
                </a:cubicBezTo>
                <a:close/>
                <a:moveTo>
                  <a:pt x="289" y="16"/>
                </a:moveTo>
                <a:cubicBezTo>
                  <a:pt x="291" y="15"/>
                  <a:pt x="291" y="15"/>
                  <a:pt x="291" y="15"/>
                </a:cubicBezTo>
                <a:cubicBezTo>
                  <a:pt x="291" y="23"/>
                  <a:pt x="291" y="23"/>
                  <a:pt x="291" y="23"/>
                </a:cubicBezTo>
                <a:cubicBezTo>
                  <a:pt x="290" y="23"/>
                  <a:pt x="289" y="23"/>
                  <a:pt x="289" y="23"/>
                </a:cubicBezTo>
                <a:cubicBezTo>
                  <a:pt x="289" y="24"/>
                  <a:pt x="289" y="24"/>
                  <a:pt x="289" y="24"/>
                </a:cubicBezTo>
                <a:cubicBezTo>
                  <a:pt x="289" y="16"/>
                  <a:pt x="289" y="16"/>
                  <a:pt x="289" y="16"/>
                </a:cubicBezTo>
                <a:close/>
                <a:moveTo>
                  <a:pt x="291" y="780"/>
                </a:moveTo>
                <a:cubicBezTo>
                  <a:pt x="289" y="780"/>
                  <a:pt x="289" y="780"/>
                  <a:pt x="289" y="780"/>
                </a:cubicBezTo>
                <a:cubicBezTo>
                  <a:pt x="289" y="770"/>
                  <a:pt x="289" y="770"/>
                  <a:pt x="289" y="770"/>
                </a:cubicBezTo>
                <a:cubicBezTo>
                  <a:pt x="289" y="770"/>
                  <a:pt x="290" y="770"/>
                  <a:pt x="291" y="771"/>
                </a:cubicBezTo>
                <a:cubicBezTo>
                  <a:pt x="291" y="780"/>
                  <a:pt x="291" y="780"/>
                  <a:pt x="291" y="780"/>
                </a:cubicBezTo>
                <a:close/>
                <a:moveTo>
                  <a:pt x="291" y="27"/>
                </a:moveTo>
                <a:cubicBezTo>
                  <a:pt x="291" y="39"/>
                  <a:pt x="291" y="39"/>
                  <a:pt x="291" y="39"/>
                </a:cubicBezTo>
                <a:cubicBezTo>
                  <a:pt x="289" y="37"/>
                  <a:pt x="289" y="37"/>
                  <a:pt x="289" y="37"/>
                </a:cubicBezTo>
                <a:cubicBezTo>
                  <a:pt x="289" y="27"/>
                  <a:pt x="289" y="27"/>
                  <a:pt x="289" y="27"/>
                </a:cubicBezTo>
                <a:cubicBezTo>
                  <a:pt x="289" y="27"/>
                  <a:pt x="290" y="27"/>
                  <a:pt x="291" y="27"/>
                </a:cubicBezTo>
                <a:close/>
                <a:moveTo>
                  <a:pt x="291" y="55"/>
                </a:moveTo>
                <a:cubicBezTo>
                  <a:pt x="291" y="63"/>
                  <a:pt x="291" y="63"/>
                  <a:pt x="291" y="63"/>
                </a:cubicBezTo>
                <a:cubicBezTo>
                  <a:pt x="289" y="63"/>
                  <a:pt x="289" y="63"/>
                  <a:pt x="289" y="63"/>
                </a:cubicBezTo>
                <a:cubicBezTo>
                  <a:pt x="289" y="55"/>
                  <a:pt x="289" y="55"/>
                  <a:pt x="289" y="55"/>
                </a:cubicBezTo>
                <a:cubicBezTo>
                  <a:pt x="289" y="55"/>
                  <a:pt x="290" y="55"/>
                  <a:pt x="291" y="55"/>
                </a:cubicBezTo>
                <a:close/>
                <a:moveTo>
                  <a:pt x="291" y="102"/>
                </a:moveTo>
                <a:cubicBezTo>
                  <a:pt x="291" y="121"/>
                  <a:pt x="291" y="121"/>
                  <a:pt x="291" y="121"/>
                </a:cubicBezTo>
                <a:cubicBezTo>
                  <a:pt x="289" y="122"/>
                  <a:pt x="289" y="122"/>
                  <a:pt x="289" y="122"/>
                </a:cubicBezTo>
                <a:cubicBezTo>
                  <a:pt x="289" y="103"/>
                  <a:pt x="289" y="103"/>
                  <a:pt x="289" y="103"/>
                </a:cubicBezTo>
                <a:cubicBezTo>
                  <a:pt x="291" y="102"/>
                  <a:pt x="291" y="102"/>
                  <a:pt x="291" y="102"/>
                </a:cubicBezTo>
                <a:close/>
                <a:moveTo>
                  <a:pt x="291" y="144"/>
                </a:moveTo>
                <a:cubicBezTo>
                  <a:pt x="291" y="165"/>
                  <a:pt x="291" y="165"/>
                  <a:pt x="291" y="165"/>
                </a:cubicBezTo>
                <a:cubicBezTo>
                  <a:pt x="290" y="165"/>
                  <a:pt x="289" y="165"/>
                  <a:pt x="289" y="165"/>
                </a:cubicBezTo>
                <a:cubicBezTo>
                  <a:pt x="289" y="145"/>
                  <a:pt x="289" y="145"/>
                  <a:pt x="289" y="145"/>
                </a:cubicBezTo>
                <a:cubicBezTo>
                  <a:pt x="289" y="145"/>
                  <a:pt x="290" y="145"/>
                  <a:pt x="291" y="144"/>
                </a:cubicBezTo>
                <a:close/>
                <a:moveTo>
                  <a:pt x="291" y="189"/>
                </a:moveTo>
                <a:cubicBezTo>
                  <a:pt x="291" y="199"/>
                  <a:pt x="291" y="199"/>
                  <a:pt x="291" y="199"/>
                </a:cubicBezTo>
                <a:cubicBezTo>
                  <a:pt x="290" y="199"/>
                  <a:pt x="289" y="199"/>
                  <a:pt x="289" y="199"/>
                </a:cubicBezTo>
                <a:cubicBezTo>
                  <a:pt x="289" y="190"/>
                  <a:pt x="289" y="190"/>
                  <a:pt x="289" y="190"/>
                </a:cubicBezTo>
                <a:cubicBezTo>
                  <a:pt x="289" y="189"/>
                  <a:pt x="290" y="189"/>
                  <a:pt x="291" y="189"/>
                </a:cubicBezTo>
                <a:close/>
                <a:moveTo>
                  <a:pt x="291" y="211"/>
                </a:moveTo>
                <a:cubicBezTo>
                  <a:pt x="291" y="220"/>
                  <a:pt x="291" y="220"/>
                  <a:pt x="291" y="220"/>
                </a:cubicBezTo>
                <a:cubicBezTo>
                  <a:pt x="290" y="221"/>
                  <a:pt x="289" y="221"/>
                  <a:pt x="289" y="222"/>
                </a:cubicBezTo>
                <a:cubicBezTo>
                  <a:pt x="289" y="210"/>
                  <a:pt x="289" y="210"/>
                  <a:pt x="289" y="210"/>
                </a:cubicBezTo>
                <a:cubicBezTo>
                  <a:pt x="291" y="211"/>
                  <a:pt x="291" y="211"/>
                  <a:pt x="291" y="211"/>
                </a:cubicBezTo>
                <a:close/>
                <a:moveTo>
                  <a:pt x="291" y="278"/>
                </a:moveTo>
                <a:cubicBezTo>
                  <a:pt x="291" y="294"/>
                  <a:pt x="291" y="294"/>
                  <a:pt x="291" y="294"/>
                </a:cubicBezTo>
                <a:cubicBezTo>
                  <a:pt x="290" y="295"/>
                  <a:pt x="289" y="296"/>
                  <a:pt x="289" y="297"/>
                </a:cubicBezTo>
                <a:cubicBezTo>
                  <a:pt x="289" y="290"/>
                  <a:pt x="289" y="290"/>
                  <a:pt x="289" y="290"/>
                </a:cubicBezTo>
                <a:cubicBezTo>
                  <a:pt x="290" y="287"/>
                  <a:pt x="291" y="283"/>
                  <a:pt x="289" y="281"/>
                </a:cubicBezTo>
                <a:cubicBezTo>
                  <a:pt x="289" y="276"/>
                  <a:pt x="289" y="276"/>
                  <a:pt x="289" y="276"/>
                </a:cubicBezTo>
                <a:cubicBezTo>
                  <a:pt x="291" y="278"/>
                  <a:pt x="291" y="278"/>
                  <a:pt x="291" y="278"/>
                </a:cubicBezTo>
                <a:close/>
                <a:moveTo>
                  <a:pt x="291" y="309"/>
                </a:moveTo>
                <a:cubicBezTo>
                  <a:pt x="291" y="314"/>
                  <a:pt x="291" y="314"/>
                  <a:pt x="291" y="314"/>
                </a:cubicBezTo>
                <a:cubicBezTo>
                  <a:pt x="289" y="313"/>
                  <a:pt x="289" y="313"/>
                  <a:pt x="289" y="313"/>
                </a:cubicBezTo>
                <a:cubicBezTo>
                  <a:pt x="289" y="307"/>
                  <a:pt x="289" y="307"/>
                  <a:pt x="289" y="307"/>
                </a:cubicBezTo>
                <a:cubicBezTo>
                  <a:pt x="289" y="307"/>
                  <a:pt x="290" y="308"/>
                  <a:pt x="290" y="309"/>
                </a:cubicBezTo>
                <a:cubicBezTo>
                  <a:pt x="291" y="309"/>
                  <a:pt x="291" y="309"/>
                  <a:pt x="291" y="309"/>
                </a:cubicBezTo>
                <a:close/>
                <a:moveTo>
                  <a:pt x="291" y="326"/>
                </a:moveTo>
                <a:cubicBezTo>
                  <a:pt x="291" y="347"/>
                  <a:pt x="291" y="347"/>
                  <a:pt x="291" y="347"/>
                </a:cubicBezTo>
                <a:cubicBezTo>
                  <a:pt x="290" y="347"/>
                  <a:pt x="289" y="348"/>
                  <a:pt x="289" y="348"/>
                </a:cubicBezTo>
                <a:cubicBezTo>
                  <a:pt x="289" y="325"/>
                  <a:pt x="289" y="325"/>
                  <a:pt x="289" y="325"/>
                </a:cubicBezTo>
                <a:cubicBezTo>
                  <a:pt x="289" y="325"/>
                  <a:pt x="290" y="326"/>
                  <a:pt x="291" y="326"/>
                </a:cubicBezTo>
                <a:close/>
                <a:moveTo>
                  <a:pt x="291" y="381"/>
                </a:moveTo>
                <a:cubicBezTo>
                  <a:pt x="291" y="422"/>
                  <a:pt x="291" y="422"/>
                  <a:pt x="291" y="422"/>
                </a:cubicBezTo>
                <a:cubicBezTo>
                  <a:pt x="290" y="420"/>
                  <a:pt x="289" y="417"/>
                  <a:pt x="289" y="415"/>
                </a:cubicBezTo>
                <a:cubicBezTo>
                  <a:pt x="289" y="415"/>
                  <a:pt x="289" y="415"/>
                  <a:pt x="289" y="415"/>
                </a:cubicBezTo>
                <a:cubicBezTo>
                  <a:pt x="289" y="410"/>
                  <a:pt x="289" y="410"/>
                  <a:pt x="289" y="410"/>
                </a:cubicBezTo>
                <a:cubicBezTo>
                  <a:pt x="289" y="410"/>
                  <a:pt x="289" y="410"/>
                  <a:pt x="289" y="410"/>
                </a:cubicBezTo>
                <a:cubicBezTo>
                  <a:pt x="289" y="404"/>
                  <a:pt x="289" y="399"/>
                  <a:pt x="289" y="393"/>
                </a:cubicBezTo>
                <a:cubicBezTo>
                  <a:pt x="289" y="393"/>
                  <a:pt x="289" y="393"/>
                  <a:pt x="289" y="393"/>
                </a:cubicBezTo>
                <a:cubicBezTo>
                  <a:pt x="289" y="387"/>
                  <a:pt x="289" y="387"/>
                  <a:pt x="289" y="387"/>
                </a:cubicBezTo>
                <a:cubicBezTo>
                  <a:pt x="289" y="385"/>
                  <a:pt x="290" y="383"/>
                  <a:pt x="291" y="381"/>
                </a:cubicBezTo>
                <a:close/>
                <a:moveTo>
                  <a:pt x="291" y="447"/>
                </a:moveTo>
                <a:cubicBezTo>
                  <a:pt x="291" y="457"/>
                  <a:pt x="291" y="457"/>
                  <a:pt x="291" y="457"/>
                </a:cubicBezTo>
                <a:cubicBezTo>
                  <a:pt x="290" y="457"/>
                  <a:pt x="290" y="457"/>
                  <a:pt x="290" y="457"/>
                </a:cubicBezTo>
                <a:cubicBezTo>
                  <a:pt x="290" y="458"/>
                  <a:pt x="290" y="458"/>
                  <a:pt x="291" y="459"/>
                </a:cubicBezTo>
                <a:cubicBezTo>
                  <a:pt x="291" y="469"/>
                  <a:pt x="291" y="469"/>
                  <a:pt x="291" y="469"/>
                </a:cubicBezTo>
                <a:cubicBezTo>
                  <a:pt x="290" y="469"/>
                  <a:pt x="290" y="469"/>
                  <a:pt x="290" y="469"/>
                </a:cubicBezTo>
                <a:cubicBezTo>
                  <a:pt x="290" y="469"/>
                  <a:pt x="289" y="468"/>
                  <a:pt x="289" y="468"/>
                </a:cubicBezTo>
                <a:cubicBezTo>
                  <a:pt x="289" y="447"/>
                  <a:pt x="289" y="447"/>
                  <a:pt x="289" y="447"/>
                </a:cubicBezTo>
                <a:cubicBezTo>
                  <a:pt x="289" y="447"/>
                  <a:pt x="290" y="447"/>
                  <a:pt x="291" y="447"/>
                </a:cubicBezTo>
                <a:close/>
                <a:moveTo>
                  <a:pt x="291" y="490"/>
                </a:moveTo>
                <a:cubicBezTo>
                  <a:pt x="291" y="500"/>
                  <a:pt x="291" y="500"/>
                  <a:pt x="291" y="500"/>
                </a:cubicBezTo>
                <a:cubicBezTo>
                  <a:pt x="290" y="500"/>
                  <a:pt x="289" y="500"/>
                  <a:pt x="289" y="500"/>
                </a:cubicBezTo>
                <a:cubicBezTo>
                  <a:pt x="289" y="492"/>
                  <a:pt x="289" y="492"/>
                  <a:pt x="289" y="492"/>
                </a:cubicBezTo>
                <a:cubicBezTo>
                  <a:pt x="289" y="492"/>
                  <a:pt x="290" y="491"/>
                  <a:pt x="291" y="490"/>
                </a:cubicBezTo>
                <a:close/>
                <a:moveTo>
                  <a:pt x="291" y="509"/>
                </a:moveTo>
                <a:cubicBezTo>
                  <a:pt x="291" y="513"/>
                  <a:pt x="291" y="513"/>
                  <a:pt x="291" y="513"/>
                </a:cubicBezTo>
                <a:cubicBezTo>
                  <a:pt x="290" y="513"/>
                  <a:pt x="289" y="512"/>
                  <a:pt x="289" y="512"/>
                </a:cubicBezTo>
                <a:cubicBezTo>
                  <a:pt x="289" y="508"/>
                  <a:pt x="289" y="508"/>
                  <a:pt x="289" y="508"/>
                </a:cubicBezTo>
                <a:cubicBezTo>
                  <a:pt x="291" y="509"/>
                  <a:pt x="291" y="509"/>
                  <a:pt x="291" y="509"/>
                </a:cubicBezTo>
                <a:close/>
                <a:moveTo>
                  <a:pt x="291" y="519"/>
                </a:moveTo>
                <a:cubicBezTo>
                  <a:pt x="291" y="526"/>
                  <a:pt x="291" y="526"/>
                  <a:pt x="291" y="526"/>
                </a:cubicBezTo>
                <a:cubicBezTo>
                  <a:pt x="289" y="527"/>
                  <a:pt x="289" y="527"/>
                  <a:pt x="289" y="527"/>
                </a:cubicBezTo>
                <a:cubicBezTo>
                  <a:pt x="289" y="520"/>
                  <a:pt x="289" y="520"/>
                  <a:pt x="289" y="520"/>
                </a:cubicBezTo>
                <a:cubicBezTo>
                  <a:pt x="289" y="520"/>
                  <a:pt x="290" y="519"/>
                  <a:pt x="291" y="519"/>
                </a:cubicBezTo>
                <a:close/>
                <a:moveTo>
                  <a:pt x="291" y="583"/>
                </a:moveTo>
                <a:cubicBezTo>
                  <a:pt x="291" y="615"/>
                  <a:pt x="291" y="615"/>
                  <a:pt x="291" y="615"/>
                </a:cubicBezTo>
                <a:cubicBezTo>
                  <a:pt x="290" y="615"/>
                  <a:pt x="289" y="614"/>
                  <a:pt x="289" y="614"/>
                </a:cubicBezTo>
                <a:cubicBezTo>
                  <a:pt x="289" y="582"/>
                  <a:pt x="289" y="582"/>
                  <a:pt x="289" y="582"/>
                </a:cubicBezTo>
                <a:cubicBezTo>
                  <a:pt x="291" y="583"/>
                  <a:pt x="291" y="583"/>
                  <a:pt x="291" y="583"/>
                </a:cubicBezTo>
                <a:close/>
                <a:moveTo>
                  <a:pt x="291" y="667"/>
                </a:moveTo>
                <a:cubicBezTo>
                  <a:pt x="291" y="679"/>
                  <a:pt x="291" y="679"/>
                  <a:pt x="291" y="679"/>
                </a:cubicBezTo>
                <a:cubicBezTo>
                  <a:pt x="289" y="679"/>
                  <a:pt x="289" y="679"/>
                  <a:pt x="289" y="679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91" y="667"/>
                  <a:pt x="291" y="667"/>
                  <a:pt x="291" y="667"/>
                </a:cubicBezTo>
                <a:close/>
                <a:moveTo>
                  <a:pt x="291" y="732"/>
                </a:moveTo>
                <a:cubicBezTo>
                  <a:pt x="291" y="742"/>
                  <a:pt x="291" y="742"/>
                  <a:pt x="291" y="742"/>
                </a:cubicBezTo>
                <a:cubicBezTo>
                  <a:pt x="290" y="741"/>
                  <a:pt x="289" y="741"/>
                  <a:pt x="289" y="741"/>
                </a:cubicBezTo>
                <a:cubicBezTo>
                  <a:pt x="289" y="731"/>
                  <a:pt x="289" y="731"/>
                  <a:pt x="289" y="731"/>
                </a:cubicBezTo>
                <a:cubicBezTo>
                  <a:pt x="289" y="732"/>
                  <a:pt x="290" y="732"/>
                  <a:pt x="291" y="732"/>
                </a:cubicBezTo>
                <a:close/>
                <a:moveTo>
                  <a:pt x="286" y="17"/>
                </a:moveTo>
                <a:cubicBezTo>
                  <a:pt x="287" y="17"/>
                  <a:pt x="288" y="16"/>
                  <a:pt x="289" y="16"/>
                </a:cubicBezTo>
                <a:cubicBezTo>
                  <a:pt x="289" y="24"/>
                  <a:pt x="289" y="24"/>
                  <a:pt x="289" y="24"/>
                </a:cubicBezTo>
                <a:cubicBezTo>
                  <a:pt x="289" y="25"/>
                  <a:pt x="288" y="25"/>
                  <a:pt x="288" y="26"/>
                </a:cubicBezTo>
                <a:cubicBezTo>
                  <a:pt x="288" y="26"/>
                  <a:pt x="289" y="27"/>
                  <a:pt x="289" y="27"/>
                </a:cubicBezTo>
                <a:cubicBezTo>
                  <a:pt x="289" y="37"/>
                  <a:pt x="289" y="37"/>
                  <a:pt x="289" y="37"/>
                </a:cubicBezTo>
                <a:cubicBezTo>
                  <a:pt x="287" y="35"/>
                  <a:pt x="287" y="35"/>
                  <a:pt x="287" y="35"/>
                </a:cubicBezTo>
                <a:cubicBezTo>
                  <a:pt x="286" y="35"/>
                  <a:pt x="286" y="35"/>
                  <a:pt x="286" y="35"/>
                </a:cubicBezTo>
                <a:cubicBezTo>
                  <a:pt x="286" y="17"/>
                  <a:pt x="286" y="17"/>
                  <a:pt x="286" y="17"/>
                </a:cubicBezTo>
                <a:close/>
                <a:moveTo>
                  <a:pt x="289" y="780"/>
                </a:moveTo>
                <a:cubicBezTo>
                  <a:pt x="288" y="780"/>
                  <a:pt x="288" y="780"/>
                  <a:pt x="288" y="780"/>
                </a:cubicBezTo>
                <a:cubicBezTo>
                  <a:pt x="287" y="779"/>
                  <a:pt x="286" y="779"/>
                  <a:pt x="286" y="779"/>
                </a:cubicBezTo>
                <a:cubicBezTo>
                  <a:pt x="286" y="767"/>
                  <a:pt x="286" y="767"/>
                  <a:pt x="286" y="767"/>
                </a:cubicBezTo>
                <a:cubicBezTo>
                  <a:pt x="287" y="768"/>
                  <a:pt x="288" y="769"/>
                  <a:pt x="289" y="770"/>
                </a:cubicBezTo>
                <a:cubicBezTo>
                  <a:pt x="289" y="780"/>
                  <a:pt x="289" y="780"/>
                  <a:pt x="289" y="780"/>
                </a:cubicBezTo>
                <a:close/>
                <a:moveTo>
                  <a:pt x="289" y="55"/>
                </a:moveTo>
                <a:cubicBezTo>
                  <a:pt x="289" y="63"/>
                  <a:pt x="289" y="63"/>
                  <a:pt x="289" y="63"/>
                </a:cubicBezTo>
                <a:cubicBezTo>
                  <a:pt x="286" y="64"/>
                  <a:pt x="286" y="64"/>
                  <a:pt x="286" y="64"/>
                </a:cubicBezTo>
                <a:cubicBezTo>
                  <a:pt x="286" y="55"/>
                  <a:pt x="286" y="55"/>
                  <a:pt x="286" y="55"/>
                </a:cubicBezTo>
                <a:cubicBezTo>
                  <a:pt x="287" y="55"/>
                  <a:pt x="288" y="55"/>
                  <a:pt x="289" y="55"/>
                </a:cubicBezTo>
                <a:close/>
                <a:moveTo>
                  <a:pt x="289" y="103"/>
                </a:moveTo>
                <a:cubicBezTo>
                  <a:pt x="289" y="122"/>
                  <a:pt x="289" y="122"/>
                  <a:pt x="289" y="122"/>
                </a:cubicBezTo>
                <a:cubicBezTo>
                  <a:pt x="288" y="123"/>
                  <a:pt x="287" y="124"/>
                  <a:pt x="286" y="125"/>
                </a:cubicBezTo>
                <a:cubicBezTo>
                  <a:pt x="286" y="105"/>
                  <a:pt x="286" y="105"/>
                  <a:pt x="286" y="105"/>
                </a:cubicBezTo>
                <a:cubicBezTo>
                  <a:pt x="287" y="104"/>
                  <a:pt x="288" y="103"/>
                  <a:pt x="289" y="103"/>
                </a:cubicBezTo>
                <a:close/>
                <a:moveTo>
                  <a:pt x="289" y="145"/>
                </a:moveTo>
                <a:cubicBezTo>
                  <a:pt x="289" y="165"/>
                  <a:pt x="289" y="165"/>
                  <a:pt x="289" y="165"/>
                </a:cubicBezTo>
                <a:cubicBezTo>
                  <a:pt x="288" y="165"/>
                  <a:pt x="287" y="165"/>
                  <a:pt x="286" y="165"/>
                </a:cubicBezTo>
                <a:cubicBezTo>
                  <a:pt x="286" y="147"/>
                  <a:pt x="286" y="147"/>
                  <a:pt x="286" y="147"/>
                </a:cubicBezTo>
                <a:cubicBezTo>
                  <a:pt x="287" y="146"/>
                  <a:pt x="288" y="146"/>
                  <a:pt x="289" y="145"/>
                </a:cubicBezTo>
                <a:close/>
                <a:moveTo>
                  <a:pt x="289" y="190"/>
                </a:moveTo>
                <a:cubicBezTo>
                  <a:pt x="289" y="199"/>
                  <a:pt x="289" y="199"/>
                  <a:pt x="289" y="199"/>
                </a:cubicBezTo>
                <a:cubicBezTo>
                  <a:pt x="288" y="199"/>
                  <a:pt x="287" y="199"/>
                  <a:pt x="286" y="199"/>
                </a:cubicBezTo>
                <a:cubicBezTo>
                  <a:pt x="286" y="191"/>
                  <a:pt x="286" y="191"/>
                  <a:pt x="286" y="191"/>
                </a:cubicBezTo>
                <a:cubicBezTo>
                  <a:pt x="287" y="190"/>
                  <a:pt x="288" y="190"/>
                  <a:pt x="289" y="190"/>
                </a:cubicBezTo>
                <a:close/>
                <a:moveTo>
                  <a:pt x="289" y="210"/>
                </a:moveTo>
                <a:cubicBezTo>
                  <a:pt x="289" y="222"/>
                  <a:pt x="289" y="222"/>
                  <a:pt x="289" y="222"/>
                </a:cubicBezTo>
                <a:cubicBezTo>
                  <a:pt x="288" y="222"/>
                  <a:pt x="287" y="223"/>
                  <a:pt x="287" y="223"/>
                </a:cubicBezTo>
                <a:cubicBezTo>
                  <a:pt x="286" y="224"/>
                  <a:pt x="286" y="224"/>
                  <a:pt x="286" y="224"/>
                </a:cubicBezTo>
                <a:cubicBezTo>
                  <a:pt x="286" y="218"/>
                  <a:pt x="286" y="218"/>
                  <a:pt x="286" y="218"/>
                </a:cubicBezTo>
                <a:cubicBezTo>
                  <a:pt x="286" y="218"/>
                  <a:pt x="287" y="217"/>
                  <a:pt x="288" y="216"/>
                </a:cubicBezTo>
                <a:cubicBezTo>
                  <a:pt x="286" y="215"/>
                  <a:pt x="286" y="215"/>
                  <a:pt x="286" y="215"/>
                </a:cubicBezTo>
                <a:cubicBezTo>
                  <a:pt x="286" y="208"/>
                  <a:pt x="286" y="208"/>
                  <a:pt x="286" y="208"/>
                </a:cubicBezTo>
                <a:cubicBezTo>
                  <a:pt x="289" y="210"/>
                  <a:pt x="289" y="210"/>
                  <a:pt x="289" y="210"/>
                </a:cubicBezTo>
                <a:close/>
                <a:moveTo>
                  <a:pt x="289" y="276"/>
                </a:moveTo>
                <a:cubicBezTo>
                  <a:pt x="289" y="281"/>
                  <a:pt x="289" y="281"/>
                  <a:pt x="289" y="281"/>
                </a:cubicBezTo>
                <a:cubicBezTo>
                  <a:pt x="288" y="280"/>
                  <a:pt x="287" y="280"/>
                  <a:pt x="286" y="279"/>
                </a:cubicBezTo>
                <a:cubicBezTo>
                  <a:pt x="286" y="279"/>
                  <a:pt x="286" y="279"/>
                  <a:pt x="286" y="279"/>
                </a:cubicBezTo>
                <a:cubicBezTo>
                  <a:pt x="286" y="273"/>
                  <a:pt x="286" y="273"/>
                  <a:pt x="286" y="273"/>
                </a:cubicBezTo>
                <a:cubicBezTo>
                  <a:pt x="289" y="276"/>
                  <a:pt x="289" y="276"/>
                  <a:pt x="289" y="276"/>
                </a:cubicBezTo>
                <a:close/>
                <a:moveTo>
                  <a:pt x="289" y="290"/>
                </a:moveTo>
                <a:cubicBezTo>
                  <a:pt x="289" y="297"/>
                  <a:pt x="289" y="297"/>
                  <a:pt x="289" y="297"/>
                </a:cubicBezTo>
                <a:cubicBezTo>
                  <a:pt x="287" y="300"/>
                  <a:pt x="287" y="303"/>
                  <a:pt x="289" y="307"/>
                </a:cubicBezTo>
                <a:cubicBezTo>
                  <a:pt x="289" y="313"/>
                  <a:pt x="289" y="313"/>
                  <a:pt x="289" y="313"/>
                </a:cubicBezTo>
                <a:cubicBezTo>
                  <a:pt x="287" y="311"/>
                  <a:pt x="286" y="311"/>
                  <a:pt x="286" y="310"/>
                </a:cubicBezTo>
                <a:cubicBezTo>
                  <a:pt x="286" y="310"/>
                  <a:pt x="286" y="310"/>
                  <a:pt x="286" y="310"/>
                </a:cubicBezTo>
                <a:cubicBezTo>
                  <a:pt x="286" y="296"/>
                  <a:pt x="286" y="296"/>
                  <a:pt x="286" y="296"/>
                </a:cubicBezTo>
                <a:cubicBezTo>
                  <a:pt x="287" y="294"/>
                  <a:pt x="288" y="292"/>
                  <a:pt x="289" y="290"/>
                </a:cubicBezTo>
                <a:close/>
                <a:moveTo>
                  <a:pt x="289" y="325"/>
                </a:moveTo>
                <a:cubicBezTo>
                  <a:pt x="289" y="348"/>
                  <a:pt x="289" y="348"/>
                  <a:pt x="289" y="348"/>
                </a:cubicBezTo>
                <a:cubicBezTo>
                  <a:pt x="288" y="349"/>
                  <a:pt x="287" y="349"/>
                  <a:pt x="286" y="350"/>
                </a:cubicBezTo>
                <a:cubicBezTo>
                  <a:pt x="286" y="338"/>
                  <a:pt x="286" y="338"/>
                  <a:pt x="286" y="338"/>
                </a:cubicBezTo>
                <a:cubicBezTo>
                  <a:pt x="286" y="336"/>
                  <a:pt x="286" y="334"/>
                  <a:pt x="286" y="332"/>
                </a:cubicBezTo>
                <a:cubicBezTo>
                  <a:pt x="286" y="332"/>
                  <a:pt x="286" y="332"/>
                  <a:pt x="286" y="332"/>
                </a:cubicBezTo>
                <a:cubicBezTo>
                  <a:pt x="286" y="320"/>
                  <a:pt x="286" y="320"/>
                  <a:pt x="286" y="320"/>
                </a:cubicBezTo>
                <a:cubicBezTo>
                  <a:pt x="286" y="320"/>
                  <a:pt x="286" y="320"/>
                  <a:pt x="286" y="320"/>
                </a:cubicBezTo>
                <a:cubicBezTo>
                  <a:pt x="287" y="322"/>
                  <a:pt x="288" y="324"/>
                  <a:pt x="289" y="325"/>
                </a:cubicBezTo>
                <a:close/>
                <a:moveTo>
                  <a:pt x="289" y="387"/>
                </a:moveTo>
                <a:cubicBezTo>
                  <a:pt x="289" y="393"/>
                  <a:pt x="289" y="393"/>
                  <a:pt x="289" y="393"/>
                </a:cubicBezTo>
                <a:cubicBezTo>
                  <a:pt x="286" y="393"/>
                  <a:pt x="286" y="393"/>
                  <a:pt x="286" y="393"/>
                </a:cubicBezTo>
                <a:cubicBezTo>
                  <a:pt x="286" y="389"/>
                  <a:pt x="286" y="389"/>
                  <a:pt x="286" y="389"/>
                </a:cubicBezTo>
                <a:cubicBezTo>
                  <a:pt x="288" y="389"/>
                  <a:pt x="288" y="389"/>
                  <a:pt x="288" y="389"/>
                </a:cubicBezTo>
                <a:cubicBezTo>
                  <a:pt x="288" y="389"/>
                  <a:pt x="289" y="388"/>
                  <a:pt x="289" y="387"/>
                </a:cubicBezTo>
                <a:close/>
                <a:moveTo>
                  <a:pt x="289" y="410"/>
                </a:moveTo>
                <a:cubicBezTo>
                  <a:pt x="289" y="415"/>
                  <a:pt x="289" y="415"/>
                  <a:pt x="289" y="415"/>
                </a:cubicBezTo>
                <a:cubicBezTo>
                  <a:pt x="286" y="415"/>
                  <a:pt x="286" y="415"/>
                  <a:pt x="286" y="415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9" y="410"/>
                  <a:pt x="289" y="410"/>
                  <a:pt x="289" y="410"/>
                </a:cubicBezTo>
                <a:close/>
                <a:moveTo>
                  <a:pt x="289" y="447"/>
                </a:moveTo>
                <a:cubicBezTo>
                  <a:pt x="289" y="468"/>
                  <a:pt x="289" y="468"/>
                  <a:pt x="289" y="468"/>
                </a:cubicBezTo>
                <a:cubicBezTo>
                  <a:pt x="288" y="467"/>
                  <a:pt x="287" y="466"/>
                  <a:pt x="286" y="465"/>
                </a:cubicBezTo>
                <a:cubicBezTo>
                  <a:pt x="286" y="449"/>
                  <a:pt x="286" y="449"/>
                  <a:pt x="286" y="449"/>
                </a:cubicBezTo>
                <a:cubicBezTo>
                  <a:pt x="287" y="448"/>
                  <a:pt x="288" y="447"/>
                  <a:pt x="289" y="447"/>
                </a:cubicBezTo>
                <a:close/>
                <a:moveTo>
                  <a:pt x="289" y="492"/>
                </a:moveTo>
                <a:cubicBezTo>
                  <a:pt x="289" y="500"/>
                  <a:pt x="289" y="500"/>
                  <a:pt x="289" y="500"/>
                </a:cubicBezTo>
                <a:cubicBezTo>
                  <a:pt x="287" y="499"/>
                  <a:pt x="287" y="499"/>
                  <a:pt x="286" y="500"/>
                </a:cubicBezTo>
                <a:cubicBezTo>
                  <a:pt x="286" y="497"/>
                  <a:pt x="286" y="497"/>
                  <a:pt x="286" y="497"/>
                </a:cubicBezTo>
                <a:cubicBezTo>
                  <a:pt x="287" y="496"/>
                  <a:pt x="287" y="496"/>
                  <a:pt x="287" y="496"/>
                </a:cubicBezTo>
                <a:cubicBezTo>
                  <a:pt x="287" y="495"/>
                  <a:pt x="288" y="493"/>
                  <a:pt x="289" y="492"/>
                </a:cubicBezTo>
                <a:close/>
                <a:moveTo>
                  <a:pt x="289" y="508"/>
                </a:moveTo>
                <a:cubicBezTo>
                  <a:pt x="289" y="512"/>
                  <a:pt x="289" y="512"/>
                  <a:pt x="289" y="512"/>
                </a:cubicBezTo>
                <a:cubicBezTo>
                  <a:pt x="288" y="511"/>
                  <a:pt x="287" y="510"/>
                  <a:pt x="286" y="510"/>
                </a:cubicBezTo>
                <a:cubicBezTo>
                  <a:pt x="286" y="505"/>
                  <a:pt x="286" y="505"/>
                  <a:pt x="286" y="505"/>
                </a:cubicBezTo>
                <a:cubicBezTo>
                  <a:pt x="289" y="508"/>
                  <a:pt x="289" y="508"/>
                  <a:pt x="289" y="508"/>
                </a:cubicBezTo>
                <a:close/>
                <a:moveTo>
                  <a:pt x="289" y="520"/>
                </a:moveTo>
                <a:cubicBezTo>
                  <a:pt x="289" y="527"/>
                  <a:pt x="289" y="527"/>
                  <a:pt x="289" y="527"/>
                </a:cubicBezTo>
                <a:cubicBezTo>
                  <a:pt x="286" y="530"/>
                  <a:pt x="286" y="530"/>
                  <a:pt x="286" y="530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0"/>
                  <a:pt x="286" y="520"/>
                  <a:pt x="286" y="520"/>
                </a:cubicBezTo>
                <a:cubicBezTo>
                  <a:pt x="287" y="520"/>
                  <a:pt x="288" y="520"/>
                  <a:pt x="289" y="520"/>
                </a:cubicBezTo>
                <a:close/>
                <a:moveTo>
                  <a:pt x="289" y="582"/>
                </a:moveTo>
                <a:cubicBezTo>
                  <a:pt x="289" y="614"/>
                  <a:pt x="289" y="614"/>
                  <a:pt x="289" y="614"/>
                </a:cubicBezTo>
                <a:cubicBezTo>
                  <a:pt x="288" y="614"/>
                  <a:pt x="287" y="613"/>
                  <a:pt x="286" y="612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580"/>
                  <a:pt x="286" y="580"/>
                  <a:pt x="286" y="580"/>
                </a:cubicBezTo>
                <a:cubicBezTo>
                  <a:pt x="287" y="581"/>
                  <a:pt x="288" y="581"/>
                  <a:pt x="289" y="582"/>
                </a:cubicBezTo>
                <a:close/>
                <a:moveTo>
                  <a:pt x="289" y="666"/>
                </a:moveTo>
                <a:cubicBezTo>
                  <a:pt x="289" y="679"/>
                  <a:pt x="289" y="679"/>
                  <a:pt x="289" y="679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65"/>
                  <a:pt x="286" y="665"/>
                  <a:pt x="286" y="665"/>
                </a:cubicBezTo>
                <a:cubicBezTo>
                  <a:pt x="289" y="666"/>
                  <a:pt x="289" y="666"/>
                  <a:pt x="289" y="666"/>
                </a:cubicBezTo>
                <a:close/>
                <a:moveTo>
                  <a:pt x="289" y="731"/>
                </a:moveTo>
                <a:cubicBezTo>
                  <a:pt x="289" y="741"/>
                  <a:pt x="289" y="741"/>
                  <a:pt x="289" y="741"/>
                </a:cubicBezTo>
                <a:cubicBezTo>
                  <a:pt x="288" y="740"/>
                  <a:pt x="287" y="740"/>
                  <a:pt x="286" y="739"/>
                </a:cubicBezTo>
                <a:cubicBezTo>
                  <a:pt x="286" y="730"/>
                  <a:pt x="286" y="730"/>
                  <a:pt x="286" y="730"/>
                </a:cubicBezTo>
                <a:cubicBezTo>
                  <a:pt x="287" y="731"/>
                  <a:pt x="288" y="731"/>
                  <a:pt x="289" y="731"/>
                </a:cubicBezTo>
                <a:close/>
                <a:moveTo>
                  <a:pt x="286" y="474"/>
                </a:moveTo>
                <a:cubicBezTo>
                  <a:pt x="286" y="470"/>
                  <a:pt x="286" y="470"/>
                  <a:pt x="286" y="470"/>
                </a:cubicBezTo>
                <a:cubicBezTo>
                  <a:pt x="286" y="472"/>
                  <a:pt x="286" y="472"/>
                  <a:pt x="286" y="474"/>
                </a:cubicBezTo>
                <a:close/>
                <a:moveTo>
                  <a:pt x="280" y="19"/>
                </a:moveTo>
                <a:cubicBezTo>
                  <a:pt x="282" y="18"/>
                  <a:pt x="284" y="18"/>
                  <a:pt x="286" y="17"/>
                </a:cubicBezTo>
                <a:cubicBezTo>
                  <a:pt x="286" y="35"/>
                  <a:pt x="286" y="35"/>
                  <a:pt x="286" y="35"/>
                </a:cubicBezTo>
                <a:cubicBezTo>
                  <a:pt x="284" y="33"/>
                  <a:pt x="282" y="33"/>
                  <a:pt x="280" y="32"/>
                </a:cubicBezTo>
                <a:cubicBezTo>
                  <a:pt x="280" y="19"/>
                  <a:pt x="280" y="19"/>
                  <a:pt x="280" y="19"/>
                </a:cubicBezTo>
                <a:close/>
                <a:moveTo>
                  <a:pt x="286" y="779"/>
                </a:moveTo>
                <a:cubicBezTo>
                  <a:pt x="284" y="777"/>
                  <a:pt x="282" y="777"/>
                  <a:pt x="280" y="776"/>
                </a:cubicBezTo>
                <a:cubicBezTo>
                  <a:pt x="280" y="757"/>
                  <a:pt x="280" y="757"/>
                  <a:pt x="280" y="757"/>
                </a:cubicBezTo>
                <a:cubicBezTo>
                  <a:pt x="281" y="759"/>
                  <a:pt x="281" y="761"/>
                  <a:pt x="281" y="763"/>
                </a:cubicBezTo>
                <a:cubicBezTo>
                  <a:pt x="283" y="764"/>
                  <a:pt x="284" y="766"/>
                  <a:pt x="286" y="767"/>
                </a:cubicBezTo>
                <a:cubicBezTo>
                  <a:pt x="286" y="779"/>
                  <a:pt x="286" y="779"/>
                  <a:pt x="286" y="779"/>
                </a:cubicBezTo>
                <a:close/>
                <a:moveTo>
                  <a:pt x="286" y="55"/>
                </a:moveTo>
                <a:cubicBezTo>
                  <a:pt x="286" y="64"/>
                  <a:pt x="286" y="64"/>
                  <a:pt x="286" y="64"/>
                </a:cubicBezTo>
                <a:cubicBezTo>
                  <a:pt x="284" y="65"/>
                  <a:pt x="282" y="65"/>
                  <a:pt x="280" y="66"/>
                </a:cubicBezTo>
                <a:cubicBezTo>
                  <a:pt x="280" y="54"/>
                  <a:pt x="280" y="54"/>
                  <a:pt x="280" y="54"/>
                </a:cubicBezTo>
                <a:cubicBezTo>
                  <a:pt x="281" y="54"/>
                  <a:pt x="282" y="55"/>
                  <a:pt x="283" y="56"/>
                </a:cubicBezTo>
                <a:cubicBezTo>
                  <a:pt x="284" y="56"/>
                  <a:pt x="285" y="55"/>
                  <a:pt x="286" y="55"/>
                </a:cubicBezTo>
                <a:close/>
                <a:moveTo>
                  <a:pt x="286" y="105"/>
                </a:moveTo>
                <a:cubicBezTo>
                  <a:pt x="286" y="125"/>
                  <a:pt x="286" y="125"/>
                  <a:pt x="286" y="125"/>
                </a:cubicBezTo>
                <a:cubicBezTo>
                  <a:pt x="284" y="126"/>
                  <a:pt x="282" y="127"/>
                  <a:pt x="280" y="127"/>
                </a:cubicBezTo>
                <a:cubicBezTo>
                  <a:pt x="280" y="107"/>
                  <a:pt x="280" y="107"/>
                  <a:pt x="280" y="107"/>
                </a:cubicBezTo>
                <a:cubicBezTo>
                  <a:pt x="282" y="106"/>
                  <a:pt x="284" y="105"/>
                  <a:pt x="286" y="105"/>
                </a:cubicBezTo>
                <a:close/>
                <a:moveTo>
                  <a:pt x="286" y="147"/>
                </a:moveTo>
                <a:cubicBezTo>
                  <a:pt x="286" y="165"/>
                  <a:pt x="286" y="165"/>
                  <a:pt x="286" y="165"/>
                </a:cubicBezTo>
                <a:cubicBezTo>
                  <a:pt x="285" y="165"/>
                  <a:pt x="285" y="165"/>
                  <a:pt x="285" y="165"/>
                </a:cubicBezTo>
                <a:cubicBezTo>
                  <a:pt x="283" y="159"/>
                  <a:pt x="281" y="155"/>
                  <a:pt x="282" y="149"/>
                </a:cubicBezTo>
                <a:cubicBezTo>
                  <a:pt x="283" y="148"/>
                  <a:pt x="285" y="148"/>
                  <a:pt x="286" y="147"/>
                </a:cubicBezTo>
                <a:close/>
                <a:moveTo>
                  <a:pt x="286" y="191"/>
                </a:moveTo>
                <a:cubicBezTo>
                  <a:pt x="286" y="199"/>
                  <a:pt x="286" y="199"/>
                  <a:pt x="286" y="199"/>
                </a:cubicBezTo>
                <a:cubicBezTo>
                  <a:pt x="284" y="200"/>
                  <a:pt x="282" y="200"/>
                  <a:pt x="280" y="201"/>
                </a:cubicBezTo>
                <a:cubicBezTo>
                  <a:pt x="280" y="194"/>
                  <a:pt x="280" y="194"/>
                  <a:pt x="280" y="194"/>
                </a:cubicBezTo>
                <a:cubicBezTo>
                  <a:pt x="282" y="193"/>
                  <a:pt x="284" y="192"/>
                  <a:pt x="286" y="191"/>
                </a:cubicBezTo>
                <a:close/>
                <a:moveTo>
                  <a:pt x="286" y="208"/>
                </a:moveTo>
                <a:cubicBezTo>
                  <a:pt x="286" y="215"/>
                  <a:pt x="286" y="215"/>
                  <a:pt x="286" y="215"/>
                </a:cubicBezTo>
                <a:cubicBezTo>
                  <a:pt x="284" y="214"/>
                  <a:pt x="282" y="213"/>
                  <a:pt x="280" y="212"/>
                </a:cubicBezTo>
                <a:cubicBezTo>
                  <a:pt x="280" y="205"/>
                  <a:pt x="280" y="205"/>
                  <a:pt x="280" y="205"/>
                </a:cubicBezTo>
                <a:cubicBezTo>
                  <a:pt x="282" y="206"/>
                  <a:pt x="284" y="207"/>
                  <a:pt x="286" y="208"/>
                </a:cubicBezTo>
                <a:close/>
                <a:moveTo>
                  <a:pt x="286" y="218"/>
                </a:moveTo>
                <a:cubicBezTo>
                  <a:pt x="286" y="224"/>
                  <a:pt x="286" y="224"/>
                  <a:pt x="286" y="224"/>
                </a:cubicBezTo>
                <a:cubicBezTo>
                  <a:pt x="284" y="225"/>
                  <a:pt x="282" y="226"/>
                  <a:pt x="280" y="227"/>
                </a:cubicBezTo>
                <a:cubicBezTo>
                  <a:pt x="280" y="221"/>
                  <a:pt x="280" y="221"/>
                  <a:pt x="280" y="221"/>
                </a:cubicBezTo>
                <a:cubicBezTo>
                  <a:pt x="282" y="220"/>
                  <a:pt x="284" y="220"/>
                  <a:pt x="286" y="218"/>
                </a:cubicBezTo>
                <a:close/>
                <a:moveTo>
                  <a:pt x="286" y="273"/>
                </a:moveTo>
                <a:cubicBezTo>
                  <a:pt x="286" y="279"/>
                  <a:pt x="286" y="279"/>
                  <a:pt x="286" y="279"/>
                </a:cubicBezTo>
                <a:cubicBezTo>
                  <a:pt x="284" y="283"/>
                  <a:pt x="282" y="286"/>
                  <a:pt x="280" y="289"/>
                </a:cubicBezTo>
                <a:cubicBezTo>
                  <a:pt x="280" y="281"/>
                  <a:pt x="280" y="281"/>
                  <a:pt x="280" y="281"/>
                </a:cubicBezTo>
                <a:cubicBezTo>
                  <a:pt x="281" y="279"/>
                  <a:pt x="282" y="276"/>
                  <a:pt x="280" y="273"/>
                </a:cubicBezTo>
                <a:cubicBezTo>
                  <a:pt x="280" y="267"/>
                  <a:pt x="280" y="267"/>
                  <a:pt x="280" y="267"/>
                </a:cubicBezTo>
                <a:cubicBezTo>
                  <a:pt x="280" y="267"/>
                  <a:pt x="280" y="267"/>
                  <a:pt x="280" y="267"/>
                </a:cubicBezTo>
                <a:cubicBezTo>
                  <a:pt x="286" y="273"/>
                  <a:pt x="286" y="273"/>
                  <a:pt x="286" y="273"/>
                </a:cubicBezTo>
                <a:close/>
                <a:moveTo>
                  <a:pt x="286" y="296"/>
                </a:moveTo>
                <a:cubicBezTo>
                  <a:pt x="286" y="310"/>
                  <a:pt x="286" y="310"/>
                  <a:pt x="286" y="310"/>
                </a:cubicBezTo>
                <a:cubicBezTo>
                  <a:pt x="284" y="307"/>
                  <a:pt x="282" y="305"/>
                  <a:pt x="280" y="302"/>
                </a:cubicBezTo>
                <a:cubicBezTo>
                  <a:pt x="280" y="298"/>
                  <a:pt x="280" y="298"/>
                  <a:pt x="280" y="298"/>
                </a:cubicBezTo>
                <a:cubicBezTo>
                  <a:pt x="281" y="298"/>
                  <a:pt x="281" y="300"/>
                  <a:pt x="282" y="300"/>
                </a:cubicBezTo>
                <a:cubicBezTo>
                  <a:pt x="283" y="299"/>
                  <a:pt x="284" y="298"/>
                  <a:pt x="286" y="296"/>
                </a:cubicBezTo>
                <a:close/>
                <a:moveTo>
                  <a:pt x="286" y="320"/>
                </a:moveTo>
                <a:cubicBezTo>
                  <a:pt x="286" y="332"/>
                  <a:pt x="286" y="332"/>
                  <a:pt x="286" y="332"/>
                </a:cubicBezTo>
                <a:cubicBezTo>
                  <a:pt x="284" y="332"/>
                  <a:pt x="282" y="331"/>
                  <a:pt x="280" y="331"/>
                </a:cubicBezTo>
                <a:cubicBezTo>
                  <a:pt x="280" y="321"/>
                  <a:pt x="280" y="321"/>
                  <a:pt x="280" y="321"/>
                </a:cubicBezTo>
                <a:cubicBezTo>
                  <a:pt x="282" y="320"/>
                  <a:pt x="283" y="320"/>
                  <a:pt x="286" y="320"/>
                </a:cubicBezTo>
                <a:close/>
                <a:moveTo>
                  <a:pt x="286" y="338"/>
                </a:moveTo>
                <a:cubicBezTo>
                  <a:pt x="286" y="350"/>
                  <a:pt x="286" y="350"/>
                  <a:pt x="286" y="350"/>
                </a:cubicBezTo>
                <a:cubicBezTo>
                  <a:pt x="284" y="351"/>
                  <a:pt x="282" y="352"/>
                  <a:pt x="280" y="353"/>
                </a:cubicBezTo>
                <a:cubicBezTo>
                  <a:pt x="280" y="344"/>
                  <a:pt x="280" y="344"/>
                  <a:pt x="280" y="344"/>
                </a:cubicBezTo>
                <a:cubicBezTo>
                  <a:pt x="281" y="343"/>
                  <a:pt x="282" y="343"/>
                  <a:pt x="284" y="343"/>
                </a:cubicBezTo>
                <a:cubicBezTo>
                  <a:pt x="285" y="341"/>
                  <a:pt x="285" y="339"/>
                  <a:pt x="286" y="338"/>
                </a:cubicBezTo>
                <a:close/>
                <a:moveTo>
                  <a:pt x="286" y="389"/>
                </a:moveTo>
                <a:cubicBezTo>
                  <a:pt x="286" y="393"/>
                  <a:pt x="286" y="393"/>
                  <a:pt x="286" y="393"/>
                </a:cubicBezTo>
                <a:cubicBezTo>
                  <a:pt x="282" y="393"/>
                  <a:pt x="282" y="393"/>
                  <a:pt x="282" y="393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6" y="415"/>
                  <a:pt x="286" y="415"/>
                  <a:pt x="286" y="415"/>
                </a:cubicBezTo>
                <a:cubicBezTo>
                  <a:pt x="280" y="415"/>
                  <a:pt x="280" y="415"/>
                  <a:pt x="280" y="415"/>
                </a:cubicBezTo>
                <a:cubicBezTo>
                  <a:pt x="280" y="410"/>
                  <a:pt x="280" y="410"/>
                  <a:pt x="280" y="410"/>
                </a:cubicBezTo>
                <a:cubicBezTo>
                  <a:pt x="281" y="410"/>
                  <a:pt x="281" y="410"/>
                  <a:pt x="282" y="410"/>
                </a:cubicBezTo>
                <a:cubicBezTo>
                  <a:pt x="281" y="407"/>
                  <a:pt x="281" y="405"/>
                  <a:pt x="280" y="403"/>
                </a:cubicBezTo>
                <a:cubicBezTo>
                  <a:pt x="280" y="389"/>
                  <a:pt x="280" y="389"/>
                  <a:pt x="280" y="389"/>
                </a:cubicBezTo>
                <a:cubicBezTo>
                  <a:pt x="286" y="389"/>
                  <a:pt x="286" y="389"/>
                  <a:pt x="286" y="389"/>
                </a:cubicBezTo>
                <a:close/>
                <a:moveTo>
                  <a:pt x="286" y="449"/>
                </a:moveTo>
                <a:cubicBezTo>
                  <a:pt x="286" y="465"/>
                  <a:pt x="286" y="465"/>
                  <a:pt x="286" y="465"/>
                </a:cubicBezTo>
                <a:cubicBezTo>
                  <a:pt x="285" y="465"/>
                  <a:pt x="284" y="465"/>
                  <a:pt x="284" y="465"/>
                </a:cubicBezTo>
                <a:cubicBezTo>
                  <a:pt x="285" y="468"/>
                  <a:pt x="285" y="469"/>
                  <a:pt x="286" y="470"/>
                </a:cubicBezTo>
                <a:cubicBezTo>
                  <a:pt x="286" y="474"/>
                  <a:pt x="286" y="474"/>
                  <a:pt x="286" y="474"/>
                </a:cubicBezTo>
                <a:cubicBezTo>
                  <a:pt x="285" y="474"/>
                  <a:pt x="284" y="474"/>
                  <a:pt x="283" y="475"/>
                </a:cubicBezTo>
                <a:cubicBezTo>
                  <a:pt x="283" y="475"/>
                  <a:pt x="283" y="476"/>
                  <a:pt x="283" y="477"/>
                </a:cubicBezTo>
                <a:cubicBezTo>
                  <a:pt x="283" y="477"/>
                  <a:pt x="282" y="477"/>
                  <a:pt x="281" y="477"/>
                </a:cubicBezTo>
                <a:cubicBezTo>
                  <a:pt x="281" y="478"/>
                  <a:pt x="281" y="478"/>
                  <a:pt x="281" y="479"/>
                </a:cubicBezTo>
                <a:cubicBezTo>
                  <a:pt x="280" y="479"/>
                  <a:pt x="280" y="479"/>
                  <a:pt x="280" y="479"/>
                </a:cubicBezTo>
                <a:cubicBezTo>
                  <a:pt x="280" y="447"/>
                  <a:pt x="280" y="447"/>
                  <a:pt x="280" y="447"/>
                </a:cubicBezTo>
                <a:cubicBezTo>
                  <a:pt x="281" y="448"/>
                  <a:pt x="283" y="449"/>
                  <a:pt x="285" y="449"/>
                </a:cubicBezTo>
                <a:cubicBezTo>
                  <a:pt x="285" y="449"/>
                  <a:pt x="285" y="449"/>
                  <a:pt x="286" y="449"/>
                </a:cubicBezTo>
                <a:close/>
                <a:moveTo>
                  <a:pt x="286" y="497"/>
                </a:moveTo>
                <a:cubicBezTo>
                  <a:pt x="286" y="500"/>
                  <a:pt x="286" y="500"/>
                  <a:pt x="286" y="500"/>
                </a:cubicBezTo>
                <a:cubicBezTo>
                  <a:pt x="285" y="501"/>
                  <a:pt x="284" y="502"/>
                  <a:pt x="284" y="504"/>
                </a:cubicBezTo>
                <a:cubicBezTo>
                  <a:pt x="286" y="505"/>
                  <a:pt x="286" y="505"/>
                  <a:pt x="286" y="505"/>
                </a:cubicBezTo>
                <a:cubicBezTo>
                  <a:pt x="286" y="510"/>
                  <a:pt x="286" y="510"/>
                  <a:pt x="286" y="510"/>
                </a:cubicBezTo>
                <a:cubicBezTo>
                  <a:pt x="284" y="509"/>
                  <a:pt x="282" y="508"/>
                  <a:pt x="280" y="508"/>
                </a:cubicBezTo>
                <a:cubicBezTo>
                  <a:pt x="280" y="501"/>
                  <a:pt x="280" y="501"/>
                  <a:pt x="280" y="501"/>
                </a:cubicBezTo>
                <a:cubicBezTo>
                  <a:pt x="282" y="499"/>
                  <a:pt x="283" y="498"/>
                  <a:pt x="286" y="497"/>
                </a:cubicBezTo>
                <a:close/>
                <a:moveTo>
                  <a:pt x="286" y="520"/>
                </a:moveTo>
                <a:cubicBezTo>
                  <a:pt x="286" y="524"/>
                  <a:pt x="286" y="524"/>
                  <a:pt x="286" y="524"/>
                </a:cubicBezTo>
                <a:cubicBezTo>
                  <a:pt x="283" y="523"/>
                  <a:pt x="282" y="523"/>
                  <a:pt x="280" y="522"/>
                </a:cubicBezTo>
                <a:cubicBezTo>
                  <a:pt x="280" y="517"/>
                  <a:pt x="280" y="517"/>
                  <a:pt x="280" y="517"/>
                </a:cubicBezTo>
                <a:cubicBezTo>
                  <a:pt x="281" y="518"/>
                  <a:pt x="282" y="519"/>
                  <a:pt x="285" y="521"/>
                </a:cubicBezTo>
                <a:cubicBezTo>
                  <a:pt x="285" y="521"/>
                  <a:pt x="285" y="521"/>
                  <a:pt x="286" y="520"/>
                </a:cubicBezTo>
                <a:close/>
                <a:moveTo>
                  <a:pt x="286" y="524"/>
                </a:moveTo>
                <a:cubicBezTo>
                  <a:pt x="286" y="530"/>
                  <a:pt x="286" y="530"/>
                  <a:pt x="286" y="530"/>
                </a:cubicBezTo>
                <a:cubicBezTo>
                  <a:pt x="280" y="536"/>
                  <a:pt x="280" y="536"/>
                  <a:pt x="280" y="536"/>
                </a:cubicBezTo>
                <a:cubicBezTo>
                  <a:pt x="280" y="529"/>
                  <a:pt x="280" y="529"/>
                  <a:pt x="280" y="529"/>
                </a:cubicBezTo>
                <a:cubicBezTo>
                  <a:pt x="282" y="528"/>
                  <a:pt x="283" y="527"/>
                  <a:pt x="285" y="526"/>
                </a:cubicBezTo>
                <a:cubicBezTo>
                  <a:pt x="285" y="526"/>
                  <a:pt x="285" y="525"/>
                  <a:pt x="286" y="524"/>
                </a:cubicBezTo>
                <a:close/>
                <a:moveTo>
                  <a:pt x="286" y="580"/>
                </a:moveTo>
                <a:cubicBezTo>
                  <a:pt x="286" y="605"/>
                  <a:pt x="286" y="605"/>
                  <a:pt x="286" y="605"/>
                </a:cubicBezTo>
                <a:cubicBezTo>
                  <a:pt x="285" y="593"/>
                  <a:pt x="286" y="588"/>
                  <a:pt x="280" y="583"/>
                </a:cubicBezTo>
                <a:cubicBezTo>
                  <a:pt x="280" y="577"/>
                  <a:pt x="280" y="577"/>
                  <a:pt x="280" y="577"/>
                </a:cubicBezTo>
                <a:cubicBezTo>
                  <a:pt x="282" y="578"/>
                  <a:pt x="284" y="579"/>
                  <a:pt x="286" y="580"/>
                </a:cubicBezTo>
                <a:close/>
                <a:moveTo>
                  <a:pt x="286" y="605"/>
                </a:moveTo>
                <a:cubicBezTo>
                  <a:pt x="283" y="605"/>
                  <a:pt x="283" y="605"/>
                  <a:pt x="283" y="605"/>
                </a:cubicBezTo>
                <a:cubicBezTo>
                  <a:pt x="282" y="604"/>
                  <a:pt x="281" y="603"/>
                  <a:pt x="280" y="603"/>
                </a:cubicBezTo>
                <a:cubicBezTo>
                  <a:pt x="280" y="609"/>
                  <a:pt x="280" y="609"/>
                  <a:pt x="280" y="609"/>
                </a:cubicBezTo>
                <a:cubicBezTo>
                  <a:pt x="282" y="610"/>
                  <a:pt x="284" y="612"/>
                  <a:pt x="286" y="612"/>
                </a:cubicBezTo>
                <a:cubicBezTo>
                  <a:pt x="286" y="605"/>
                  <a:pt x="286" y="605"/>
                  <a:pt x="286" y="605"/>
                </a:cubicBezTo>
                <a:close/>
                <a:moveTo>
                  <a:pt x="286" y="665"/>
                </a:moveTo>
                <a:cubicBezTo>
                  <a:pt x="286" y="677"/>
                  <a:pt x="286" y="677"/>
                  <a:pt x="286" y="677"/>
                </a:cubicBezTo>
                <a:cubicBezTo>
                  <a:pt x="283" y="677"/>
                  <a:pt x="282" y="676"/>
                  <a:pt x="280" y="675"/>
                </a:cubicBezTo>
                <a:cubicBezTo>
                  <a:pt x="280" y="663"/>
                  <a:pt x="280" y="663"/>
                  <a:pt x="280" y="663"/>
                </a:cubicBezTo>
                <a:cubicBezTo>
                  <a:pt x="286" y="665"/>
                  <a:pt x="286" y="665"/>
                  <a:pt x="286" y="665"/>
                </a:cubicBezTo>
                <a:close/>
                <a:moveTo>
                  <a:pt x="286" y="730"/>
                </a:moveTo>
                <a:cubicBezTo>
                  <a:pt x="286" y="739"/>
                  <a:pt x="286" y="739"/>
                  <a:pt x="286" y="739"/>
                </a:cubicBezTo>
                <a:cubicBezTo>
                  <a:pt x="284" y="739"/>
                  <a:pt x="282" y="738"/>
                  <a:pt x="280" y="737"/>
                </a:cubicBezTo>
                <a:cubicBezTo>
                  <a:pt x="280" y="729"/>
                  <a:pt x="280" y="729"/>
                  <a:pt x="280" y="729"/>
                </a:cubicBezTo>
                <a:cubicBezTo>
                  <a:pt x="282" y="730"/>
                  <a:pt x="284" y="730"/>
                  <a:pt x="286" y="730"/>
                </a:cubicBezTo>
                <a:close/>
                <a:moveTo>
                  <a:pt x="280" y="339"/>
                </a:moveTo>
                <a:cubicBezTo>
                  <a:pt x="281" y="339"/>
                  <a:pt x="281" y="339"/>
                  <a:pt x="281" y="339"/>
                </a:cubicBezTo>
                <a:cubicBezTo>
                  <a:pt x="281" y="339"/>
                  <a:pt x="280" y="338"/>
                  <a:pt x="280" y="338"/>
                </a:cubicBezTo>
                <a:lnTo>
                  <a:pt x="280" y="339"/>
                </a:lnTo>
                <a:close/>
                <a:moveTo>
                  <a:pt x="272" y="21"/>
                </a:moveTo>
                <a:cubicBezTo>
                  <a:pt x="275" y="21"/>
                  <a:pt x="277" y="20"/>
                  <a:pt x="280" y="19"/>
                </a:cubicBezTo>
                <a:cubicBezTo>
                  <a:pt x="280" y="32"/>
                  <a:pt x="280" y="32"/>
                  <a:pt x="280" y="32"/>
                </a:cubicBezTo>
                <a:cubicBezTo>
                  <a:pt x="277" y="31"/>
                  <a:pt x="274" y="31"/>
                  <a:pt x="272" y="31"/>
                </a:cubicBezTo>
                <a:cubicBezTo>
                  <a:pt x="272" y="21"/>
                  <a:pt x="272" y="21"/>
                  <a:pt x="272" y="21"/>
                </a:cubicBezTo>
                <a:close/>
                <a:moveTo>
                  <a:pt x="280" y="776"/>
                </a:moveTo>
                <a:cubicBezTo>
                  <a:pt x="277" y="775"/>
                  <a:pt x="274" y="774"/>
                  <a:pt x="272" y="773"/>
                </a:cubicBezTo>
                <a:cubicBezTo>
                  <a:pt x="272" y="727"/>
                  <a:pt x="272" y="727"/>
                  <a:pt x="272" y="727"/>
                </a:cubicBezTo>
                <a:cubicBezTo>
                  <a:pt x="274" y="728"/>
                  <a:pt x="274" y="728"/>
                  <a:pt x="274" y="728"/>
                </a:cubicBezTo>
                <a:cubicBezTo>
                  <a:pt x="276" y="728"/>
                  <a:pt x="278" y="729"/>
                  <a:pt x="280" y="729"/>
                </a:cubicBezTo>
                <a:cubicBezTo>
                  <a:pt x="280" y="737"/>
                  <a:pt x="280" y="737"/>
                  <a:pt x="280" y="737"/>
                </a:cubicBezTo>
                <a:cubicBezTo>
                  <a:pt x="279" y="737"/>
                  <a:pt x="277" y="737"/>
                  <a:pt x="275" y="737"/>
                </a:cubicBezTo>
                <a:cubicBezTo>
                  <a:pt x="277" y="740"/>
                  <a:pt x="278" y="749"/>
                  <a:pt x="280" y="757"/>
                </a:cubicBezTo>
                <a:cubicBezTo>
                  <a:pt x="280" y="776"/>
                  <a:pt x="280" y="776"/>
                  <a:pt x="280" y="776"/>
                </a:cubicBezTo>
                <a:close/>
                <a:moveTo>
                  <a:pt x="280" y="54"/>
                </a:moveTo>
                <a:cubicBezTo>
                  <a:pt x="280" y="66"/>
                  <a:pt x="280" y="66"/>
                  <a:pt x="280" y="66"/>
                </a:cubicBezTo>
                <a:cubicBezTo>
                  <a:pt x="277" y="67"/>
                  <a:pt x="274" y="68"/>
                  <a:pt x="272" y="69"/>
                </a:cubicBezTo>
                <a:cubicBezTo>
                  <a:pt x="272" y="48"/>
                  <a:pt x="272" y="48"/>
                  <a:pt x="272" y="48"/>
                </a:cubicBezTo>
                <a:cubicBezTo>
                  <a:pt x="274" y="50"/>
                  <a:pt x="277" y="52"/>
                  <a:pt x="280" y="54"/>
                </a:cubicBezTo>
                <a:close/>
                <a:moveTo>
                  <a:pt x="280" y="107"/>
                </a:moveTo>
                <a:cubicBezTo>
                  <a:pt x="280" y="127"/>
                  <a:pt x="280" y="127"/>
                  <a:pt x="280" y="127"/>
                </a:cubicBezTo>
                <a:cubicBezTo>
                  <a:pt x="277" y="128"/>
                  <a:pt x="274" y="127"/>
                  <a:pt x="272" y="125"/>
                </a:cubicBezTo>
                <a:cubicBezTo>
                  <a:pt x="272" y="114"/>
                  <a:pt x="272" y="114"/>
                  <a:pt x="272" y="114"/>
                </a:cubicBezTo>
                <a:cubicBezTo>
                  <a:pt x="274" y="111"/>
                  <a:pt x="277" y="109"/>
                  <a:pt x="280" y="107"/>
                </a:cubicBezTo>
                <a:close/>
                <a:moveTo>
                  <a:pt x="280" y="194"/>
                </a:moveTo>
                <a:cubicBezTo>
                  <a:pt x="280" y="201"/>
                  <a:pt x="280" y="201"/>
                  <a:pt x="280" y="201"/>
                </a:cubicBezTo>
                <a:cubicBezTo>
                  <a:pt x="279" y="202"/>
                  <a:pt x="278" y="203"/>
                  <a:pt x="276" y="203"/>
                </a:cubicBezTo>
                <a:cubicBezTo>
                  <a:pt x="277" y="204"/>
                  <a:pt x="279" y="205"/>
                  <a:pt x="280" y="205"/>
                </a:cubicBezTo>
                <a:cubicBezTo>
                  <a:pt x="280" y="212"/>
                  <a:pt x="280" y="212"/>
                  <a:pt x="280" y="212"/>
                </a:cubicBezTo>
                <a:cubicBezTo>
                  <a:pt x="277" y="211"/>
                  <a:pt x="274" y="209"/>
                  <a:pt x="272" y="209"/>
                </a:cubicBezTo>
                <a:cubicBezTo>
                  <a:pt x="272" y="201"/>
                  <a:pt x="272" y="201"/>
                  <a:pt x="272" y="201"/>
                </a:cubicBezTo>
                <a:cubicBezTo>
                  <a:pt x="274" y="199"/>
                  <a:pt x="277" y="196"/>
                  <a:pt x="280" y="194"/>
                </a:cubicBezTo>
                <a:close/>
                <a:moveTo>
                  <a:pt x="280" y="221"/>
                </a:moveTo>
                <a:cubicBezTo>
                  <a:pt x="280" y="227"/>
                  <a:pt x="280" y="227"/>
                  <a:pt x="280" y="227"/>
                </a:cubicBezTo>
                <a:cubicBezTo>
                  <a:pt x="277" y="228"/>
                  <a:pt x="274" y="230"/>
                  <a:pt x="272" y="233"/>
                </a:cubicBezTo>
                <a:cubicBezTo>
                  <a:pt x="272" y="227"/>
                  <a:pt x="272" y="227"/>
                  <a:pt x="272" y="227"/>
                </a:cubicBezTo>
                <a:cubicBezTo>
                  <a:pt x="273" y="227"/>
                  <a:pt x="273" y="227"/>
                  <a:pt x="273" y="227"/>
                </a:cubicBezTo>
                <a:cubicBezTo>
                  <a:pt x="272" y="226"/>
                  <a:pt x="272" y="226"/>
                  <a:pt x="272" y="226"/>
                </a:cubicBezTo>
                <a:cubicBezTo>
                  <a:pt x="272" y="220"/>
                  <a:pt x="272" y="220"/>
                  <a:pt x="272" y="220"/>
                </a:cubicBezTo>
                <a:cubicBezTo>
                  <a:pt x="275" y="222"/>
                  <a:pt x="275" y="222"/>
                  <a:pt x="275" y="222"/>
                </a:cubicBezTo>
                <a:cubicBezTo>
                  <a:pt x="277" y="221"/>
                  <a:pt x="279" y="221"/>
                  <a:pt x="280" y="221"/>
                </a:cubicBezTo>
                <a:close/>
                <a:moveTo>
                  <a:pt x="280" y="267"/>
                </a:moveTo>
                <a:cubicBezTo>
                  <a:pt x="280" y="273"/>
                  <a:pt x="280" y="273"/>
                  <a:pt x="280" y="273"/>
                </a:cubicBezTo>
                <a:cubicBezTo>
                  <a:pt x="280" y="272"/>
                  <a:pt x="279" y="271"/>
                  <a:pt x="278" y="270"/>
                </a:cubicBezTo>
                <a:cubicBezTo>
                  <a:pt x="276" y="273"/>
                  <a:pt x="273" y="276"/>
                  <a:pt x="272" y="279"/>
                </a:cubicBezTo>
                <a:cubicBezTo>
                  <a:pt x="272" y="271"/>
                  <a:pt x="272" y="271"/>
                  <a:pt x="272" y="271"/>
                </a:cubicBezTo>
                <a:cubicBezTo>
                  <a:pt x="273" y="269"/>
                  <a:pt x="273" y="266"/>
                  <a:pt x="272" y="264"/>
                </a:cubicBezTo>
                <a:cubicBezTo>
                  <a:pt x="272" y="260"/>
                  <a:pt x="272" y="260"/>
                  <a:pt x="272" y="260"/>
                </a:cubicBezTo>
                <a:cubicBezTo>
                  <a:pt x="274" y="263"/>
                  <a:pt x="277" y="265"/>
                  <a:pt x="280" y="267"/>
                </a:cubicBezTo>
                <a:close/>
                <a:moveTo>
                  <a:pt x="280" y="281"/>
                </a:moveTo>
                <a:cubicBezTo>
                  <a:pt x="280" y="289"/>
                  <a:pt x="280" y="289"/>
                  <a:pt x="280" y="289"/>
                </a:cubicBezTo>
                <a:cubicBezTo>
                  <a:pt x="279" y="291"/>
                  <a:pt x="279" y="293"/>
                  <a:pt x="278" y="295"/>
                </a:cubicBezTo>
                <a:cubicBezTo>
                  <a:pt x="279" y="296"/>
                  <a:pt x="279" y="297"/>
                  <a:pt x="280" y="298"/>
                </a:cubicBezTo>
                <a:cubicBezTo>
                  <a:pt x="280" y="302"/>
                  <a:pt x="280" y="302"/>
                  <a:pt x="280" y="302"/>
                </a:cubicBezTo>
                <a:cubicBezTo>
                  <a:pt x="278" y="300"/>
                  <a:pt x="275" y="297"/>
                  <a:pt x="272" y="295"/>
                </a:cubicBezTo>
                <a:cubicBezTo>
                  <a:pt x="272" y="290"/>
                  <a:pt x="272" y="290"/>
                  <a:pt x="272" y="290"/>
                </a:cubicBezTo>
                <a:cubicBezTo>
                  <a:pt x="272" y="290"/>
                  <a:pt x="272" y="291"/>
                  <a:pt x="273" y="291"/>
                </a:cubicBezTo>
                <a:cubicBezTo>
                  <a:pt x="276" y="287"/>
                  <a:pt x="279" y="284"/>
                  <a:pt x="280" y="281"/>
                </a:cubicBezTo>
                <a:close/>
                <a:moveTo>
                  <a:pt x="280" y="321"/>
                </a:moveTo>
                <a:cubicBezTo>
                  <a:pt x="280" y="331"/>
                  <a:pt x="280" y="331"/>
                  <a:pt x="280" y="331"/>
                </a:cubicBezTo>
                <a:cubicBezTo>
                  <a:pt x="279" y="331"/>
                  <a:pt x="279" y="331"/>
                  <a:pt x="279" y="331"/>
                </a:cubicBezTo>
                <a:cubicBezTo>
                  <a:pt x="277" y="328"/>
                  <a:pt x="277" y="326"/>
                  <a:pt x="277" y="322"/>
                </a:cubicBezTo>
                <a:cubicBezTo>
                  <a:pt x="278" y="322"/>
                  <a:pt x="279" y="321"/>
                  <a:pt x="280" y="321"/>
                </a:cubicBezTo>
                <a:close/>
                <a:moveTo>
                  <a:pt x="280" y="338"/>
                </a:moveTo>
                <a:cubicBezTo>
                  <a:pt x="280" y="339"/>
                  <a:pt x="280" y="339"/>
                  <a:pt x="280" y="339"/>
                </a:cubicBezTo>
                <a:cubicBezTo>
                  <a:pt x="279" y="339"/>
                  <a:pt x="279" y="339"/>
                  <a:pt x="279" y="339"/>
                </a:cubicBezTo>
                <a:cubicBezTo>
                  <a:pt x="278" y="341"/>
                  <a:pt x="278" y="343"/>
                  <a:pt x="277" y="344"/>
                </a:cubicBezTo>
                <a:cubicBezTo>
                  <a:pt x="278" y="344"/>
                  <a:pt x="279" y="344"/>
                  <a:pt x="280" y="344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77" y="353"/>
                  <a:pt x="275" y="354"/>
                  <a:pt x="272" y="355"/>
                </a:cubicBezTo>
                <a:cubicBezTo>
                  <a:pt x="272" y="336"/>
                  <a:pt x="272" y="336"/>
                  <a:pt x="272" y="336"/>
                </a:cubicBezTo>
                <a:cubicBezTo>
                  <a:pt x="273" y="336"/>
                  <a:pt x="275" y="335"/>
                  <a:pt x="279" y="335"/>
                </a:cubicBezTo>
                <a:cubicBezTo>
                  <a:pt x="279" y="336"/>
                  <a:pt x="280" y="337"/>
                  <a:pt x="280" y="338"/>
                </a:cubicBezTo>
                <a:close/>
                <a:moveTo>
                  <a:pt x="280" y="389"/>
                </a:moveTo>
                <a:cubicBezTo>
                  <a:pt x="280" y="403"/>
                  <a:pt x="280" y="403"/>
                  <a:pt x="280" y="403"/>
                </a:cubicBezTo>
                <a:cubicBezTo>
                  <a:pt x="279" y="399"/>
                  <a:pt x="278" y="398"/>
                  <a:pt x="276" y="394"/>
                </a:cubicBezTo>
                <a:cubicBezTo>
                  <a:pt x="272" y="394"/>
                  <a:pt x="272" y="394"/>
                  <a:pt x="272" y="394"/>
                </a:cubicBezTo>
                <a:cubicBezTo>
                  <a:pt x="272" y="390"/>
                  <a:pt x="272" y="390"/>
                  <a:pt x="272" y="390"/>
                </a:cubicBezTo>
                <a:cubicBezTo>
                  <a:pt x="280" y="389"/>
                  <a:pt x="280" y="389"/>
                  <a:pt x="280" y="389"/>
                </a:cubicBezTo>
                <a:close/>
                <a:moveTo>
                  <a:pt x="280" y="410"/>
                </a:moveTo>
                <a:cubicBezTo>
                  <a:pt x="280" y="415"/>
                  <a:pt x="280" y="415"/>
                  <a:pt x="280" y="415"/>
                </a:cubicBezTo>
                <a:cubicBezTo>
                  <a:pt x="272" y="415"/>
                  <a:pt x="272" y="415"/>
                  <a:pt x="272" y="415"/>
                </a:cubicBezTo>
                <a:cubicBezTo>
                  <a:pt x="272" y="406"/>
                  <a:pt x="272" y="406"/>
                  <a:pt x="272" y="406"/>
                </a:cubicBezTo>
                <a:cubicBezTo>
                  <a:pt x="273" y="410"/>
                  <a:pt x="273" y="410"/>
                  <a:pt x="273" y="410"/>
                </a:cubicBezTo>
                <a:cubicBezTo>
                  <a:pt x="273" y="410"/>
                  <a:pt x="274" y="411"/>
                  <a:pt x="275" y="411"/>
                </a:cubicBezTo>
                <a:cubicBezTo>
                  <a:pt x="277" y="411"/>
                  <a:pt x="279" y="410"/>
                  <a:pt x="280" y="410"/>
                </a:cubicBezTo>
                <a:close/>
                <a:moveTo>
                  <a:pt x="280" y="447"/>
                </a:moveTo>
                <a:cubicBezTo>
                  <a:pt x="280" y="479"/>
                  <a:pt x="280" y="479"/>
                  <a:pt x="280" y="479"/>
                </a:cubicBezTo>
                <a:cubicBezTo>
                  <a:pt x="279" y="479"/>
                  <a:pt x="279" y="479"/>
                  <a:pt x="279" y="479"/>
                </a:cubicBezTo>
                <a:cubicBezTo>
                  <a:pt x="277" y="482"/>
                  <a:pt x="276" y="484"/>
                  <a:pt x="274" y="487"/>
                </a:cubicBezTo>
                <a:cubicBezTo>
                  <a:pt x="273" y="487"/>
                  <a:pt x="272" y="487"/>
                  <a:pt x="272" y="487"/>
                </a:cubicBezTo>
                <a:cubicBezTo>
                  <a:pt x="272" y="454"/>
                  <a:pt x="272" y="454"/>
                  <a:pt x="272" y="454"/>
                </a:cubicBezTo>
                <a:cubicBezTo>
                  <a:pt x="273" y="454"/>
                  <a:pt x="274" y="455"/>
                  <a:pt x="275" y="455"/>
                </a:cubicBezTo>
                <a:cubicBezTo>
                  <a:pt x="275" y="454"/>
                  <a:pt x="274" y="453"/>
                  <a:pt x="274" y="452"/>
                </a:cubicBezTo>
                <a:cubicBezTo>
                  <a:pt x="273" y="452"/>
                  <a:pt x="272" y="451"/>
                  <a:pt x="272" y="451"/>
                </a:cubicBezTo>
                <a:cubicBezTo>
                  <a:pt x="272" y="449"/>
                  <a:pt x="272" y="449"/>
                  <a:pt x="272" y="449"/>
                </a:cubicBezTo>
                <a:cubicBezTo>
                  <a:pt x="272" y="449"/>
                  <a:pt x="272" y="448"/>
                  <a:pt x="272" y="447"/>
                </a:cubicBezTo>
                <a:cubicBezTo>
                  <a:pt x="276" y="445"/>
                  <a:pt x="278" y="446"/>
                  <a:pt x="280" y="447"/>
                </a:cubicBezTo>
                <a:close/>
                <a:moveTo>
                  <a:pt x="280" y="501"/>
                </a:moveTo>
                <a:cubicBezTo>
                  <a:pt x="280" y="508"/>
                  <a:pt x="280" y="508"/>
                  <a:pt x="280" y="508"/>
                </a:cubicBezTo>
                <a:cubicBezTo>
                  <a:pt x="278" y="508"/>
                  <a:pt x="276" y="510"/>
                  <a:pt x="274" y="513"/>
                </a:cubicBezTo>
                <a:cubicBezTo>
                  <a:pt x="277" y="515"/>
                  <a:pt x="279" y="516"/>
                  <a:pt x="280" y="517"/>
                </a:cubicBezTo>
                <a:cubicBezTo>
                  <a:pt x="280" y="522"/>
                  <a:pt x="280" y="522"/>
                  <a:pt x="280" y="522"/>
                </a:cubicBezTo>
                <a:cubicBezTo>
                  <a:pt x="277" y="521"/>
                  <a:pt x="275" y="519"/>
                  <a:pt x="272" y="518"/>
                </a:cubicBezTo>
                <a:cubicBezTo>
                  <a:pt x="272" y="509"/>
                  <a:pt x="272" y="509"/>
                  <a:pt x="272" y="509"/>
                </a:cubicBezTo>
                <a:cubicBezTo>
                  <a:pt x="276" y="505"/>
                  <a:pt x="278" y="503"/>
                  <a:pt x="280" y="501"/>
                </a:cubicBezTo>
                <a:close/>
                <a:moveTo>
                  <a:pt x="280" y="529"/>
                </a:moveTo>
                <a:cubicBezTo>
                  <a:pt x="280" y="536"/>
                  <a:pt x="280" y="536"/>
                  <a:pt x="280" y="536"/>
                </a:cubicBezTo>
                <a:cubicBezTo>
                  <a:pt x="272" y="544"/>
                  <a:pt x="272" y="544"/>
                  <a:pt x="272" y="544"/>
                </a:cubicBezTo>
                <a:cubicBezTo>
                  <a:pt x="272" y="537"/>
                  <a:pt x="272" y="537"/>
                  <a:pt x="272" y="537"/>
                </a:cubicBezTo>
                <a:cubicBezTo>
                  <a:pt x="274" y="537"/>
                  <a:pt x="275" y="536"/>
                  <a:pt x="277" y="534"/>
                </a:cubicBezTo>
                <a:cubicBezTo>
                  <a:pt x="276" y="533"/>
                  <a:pt x="274" y="531"/>
                  <a:pt x="272" y="530"/>
                </a:cubicBezTo>
                <a:cubicBezTo>
                  <a:pt x="272" y="526"/>
                  <a:pt x="272" y="526"/>
                  <a:pt x="272" y="526"/>
                </a:cubicBezTo>
                <a:cubicBezTo>
                  <a:pt x="274" y="527"/>
                  <a:pt x="276" y="529"/>
                  <a:pt x="277" y="530"/>
                </a:cubicBezTo>
                <a:cubicBezTo>
                  <a:pt x="278" y="529"/>
                  <a:pt x="279" y="529"/>
                  <a:pt x="280" y="529"/>
                </a:cubicBezTo>
                <a:close/>
                <a:moveTo>
                  <a:pt x="280" y="577"/>
                </a:moveTo>
                <a:cubicBezTo>
                  <a:pt x="280" y="583"/>
                  <a:pt x="280" y="583"/>
                  <a:pt x="280" y="583"/>
                </a:cubicBezTo>
                <a:cubicBezTo>
                  <a:pt x="279" y="582"/>
                  <a:pt x="277" y="581"/>
                  <a:pt x="275" y="579"/>
                </a:cubicBezTo>
                <a:cubicBezTo>
                  <a:pt x="274" y="592"/>
                  <a:pt x="273" y="597"/>
                  <a:pt x="280" y="603"/>
                </a:cubicBezTo>
                <a:cubicBezTo>
                  <a:pt x="280" y="609"/>
                  <a:pt x="280" y="609"/>
                  <a:pt x="280" y="609"/>
                </a:cubicBezTo>
                <a:cubicBezTo>
                  <a:pt x="277" y="607"/>
                  <a:pt x="274" y="605"/>
                  <a:pt x="272" y="603"/>
                </a:cubicBezTo>
                <a:cubicBezTo>
                  <a:pt x="272" y="572"/>
                  <a:pt x="272" y="572"/>
                  <a:pt x="272" y="572"/>
                </a:cubicBezTo>
                <a:cubicBezTo>
                  <a:pt x="272" y="573"/>
                  <a:pt x="272" y="573"/>
                  <a:pt x="273" y="573"/>
                </a:cubicBezTo>
                <a:cubicBezTo>
                  <a:pt x="275" y="574"/>
                  <a:pt x="278" y="576"/>
                  <a:pt x="280" y="577"/>
                </a:cubicBezTo>
                <a:close/>
                <a:moveTo>
                  <a:pt x="280" y="663"/>
                </a:moveTo>
                <a:cubicBezTo>
                  <a:pt x="280" y="675"/>
                  <a:pt x="280" y="675"/>
                  <a:pt x="280" y="675"/>
                </a:cubicBezTo>
                <a:cubicBezTo>
                  <a:pt x="274" y="673"/>
                  <a:pt x="274" y="672"/>
                  <a:pt x="273" y="671"/>
                </a:cubicBezTo>
                <a:cubicBezTo>
                  <a:pt x="274" y="668"/>
                  <a:pt x="275" y="665"/>
                  <a:pt x="276" y="662"/>
                </a:cubicBezTo>
                <a:cubicBezTo>
                  <a:pt x="280" y="663"/>
                  <a:pt x="280" y="663"/>
                  <a:pt x="280" y="663"/>
                </a:cubicBezTo>
                <a:close/>
                <a:moveTo>
                  <a:pt x="272" y="442"/>
                </a:moveTo>
                <a:cubicBezTo>
                  <a:pt x="272" y="436"/>
                  <a:pt x="272" y="436"/>
                  <a:pt x="272" y="436"/>
                </a:cubicBezTo>
                <a:cubicBezTo>
                  <a:pt x="272" y="435"/>
                  <a:pt x="272" y="435"/>
                  <a:pt x="273" y="436"/>
                </a:cubicBezTo>
                <a:cubicBezTo>
                  <a:pt x="273" y="438"/>
                  <a:pt x="274" y="440"/>
                  <a:pt x="274" y="442"/>
                </a:cubicBezTo>
                <a:cubicBezTo>
                  <a:pt x="272" y="442"/>
                  <a:pt x="272" y="442"/>
                  <a:pt x="272" y="442"/>
                </a:cubicBezTo>
                <a:close/>
                <a:moveTo>
                  <a:pt x="272" y="365"/>
                </a:moveTo>
                <a:cubicBezTo>
                  <a:pt x="272" y="361"/>
                  <a:pt x="272" y="361"/>
                  <a:pt x="272" y="361"/>
                </a:cubicBezTo>
                <a:cubicBezTo>
                  <a:pt x="272" y="362"/>
                  <a:pt x="272" y="364"/>
                  <a:pt x="272" y="365"/>
                </a:cubicBezTo>
                <a:cubicBezTo>
                  <a:pt x="272" y="365"/>
                  <a:pt x="272" y="365"/>
                  <a:pt x="272" y="365"/>
                </a:cubicBezTo>
                <a:close/>
                <a:moveTo>
                  <a:pt x="272" y="324"/>
                </a:moveTo>
                <a:cubicBezTo>
                  <a:pt x="272" y="317"/>
                  <a:pt x="272" y="317"/>
                  <a:pt x="272" y="317"/>
                </a:cubicBezTo>
                <a:cubicBezTo>
                  <a:pt x="272" y="317"/>
                  <a:pt x="272" y="317"/>
                  <a:pt x="273" y="317"/>
                </a:cubicBezTo>
                <a:cubicBezTo>
                  <a:pt x="273" y="319"/>
                  <a:pt x="273" y="321"/>
                  <a:pt x="272" y="324"/>
                </a:cubicBezTo>
                <a:close/>
                <a:moveTo>
                  <a:pt x="262" y="24"/>
                </a:moveTo>
                <a:cubicBezTo>
                  <a:pt x="263" y="23"/>
                  <a:pt x="264" y="23"/>
                  <a:pt x="266" y="22"/>
                </a:cubicBezTo>
                <a:cubicBezTo>
                  <a:pt x="268" y="22"/>
                  <a:pt x="270" y="22"/>
                  <a:pt x="272" y="21"/>
                </a:cubicBezTo>
                <a:cubicBezTo>
                  <a:pt x="272" y="31"/>
                  <a:pt x="272" y="31"/>
                  <a:pt x="272" y="31"/>
                </a:cubicBezTo>
                <a:cubicBezTo>
                  <a:pt x="269" y="31"/>
                  <a:pt x="266" y="31"/>
                  <a:pt x="262" y="33"/>
                </a:cubicBezTo>
                <a:cubicBezTo>
                  <a:pt x="262" y="24"/>
                  <a:pt x="262" y="24"/>
                  <a:pt x="262" y="24"/>
                </a:cubicBezTo>
                <a:close/>
                <a:moveTo>
                  <a:pt x="272" y="773"/>
                </a:moveTo>
                <a:cubicBezTo>
                  <a:pt x="268" y="773"/>
                  <a:pt x="265" y="772"/>
                  <a:pt x="262" y="770"/>
                </a:cubicBezTo>
                <a:cubicBezTo>
                  <a:pt x="262" y="762"/>
                  <a:pt x="262" y="762"/>
                  <a:pt x="262" y="762"/>
                </a:cubicBezTo>
                <a:cubicBezTo>
                  <a:pt x="265" y="764"/>
                  <a:pt x="268" y="765"/>
                  <a:pt x="272" y="766"/>
                </a:cubicBezTo>
                <a:cubicBezTo>
                  <a:pt x="272" y="764"/>
                  <a:pt x="272" y="764"/>
                  <a:pt x="266" y="737"/>
                </a:cubicBezTo>
                <a:cubicBezTo>
                  <a:pt x="265" y="735"/>
                  <a:pt x="264" y="733"/>
                  <a:pt x="262" y="731"/>
                </a:cubicBezTo>
                <a:cubicBezTo>
                  <a:pt x="262" y="722"/>
                  <a:pt x="262" y="722"/>
                  <a:pt x="262" y="722"/>
                </a:cubicBezTo>
                <a:cubicBezTo>
                  <a:pt x="265" y="724"/>
                  <a:pt x="268" y="725"/>
                  <a:pt x="272" y="727"/>
                </a:cubicBezTo>
                <a:cubicBezTo>
                  <a:pt x="272" y="773"/>
                  <a:pt x="272" y="773"/>
                  <a:pt x="272" y="773"/>
                </a:cubicBezTo>
                <a:close/>
                <a:moveTo>
                  <a:pt x="272" y="48"/>
                </a:moveTo>
                <a:cubicBezTo>
                  <a:pt x="272" y="69"/>
                  <a:pt x="272" y="69"/>
                  <a:pt x="272" y="69"/>
                </a:cubicBezTo>
                <a:cubicBezTo>
                  <a:pt x="269" y="70"/>
                  <a:pt x="267" y="72"/>
                  <a:pt x="264" y="73"/>
                </a:cubicBezTo>
                <a:cubicBezTo>
                  <a:pt x="262" y="73"/>
                  <a:pt x="262" y="73"/>
                  <a:pt x="262" y="73"/>
                </a:cubicBezTo>
                <a:cubicBezTo>
                  <a:pt x="262" y="65"/>
                  <a:pt x="262" y="65"/>
                  <a:pt x="262" y="65"/>
                </a:cubicBezTo>
                <a:cubicBezTo>
                  <a:pt x="265" y="64"/>
                  <a:pt x="268" y="63"/>
                  <a:pt x="272" y="62"/>
                </a:cubicBezTo>
                <a:cubicBezTo>
                  <a:pt x="271" y="61"/>
                  <a:pt x="271" y="60"/>
                  <a:pt x="270" y="59"/>
                </a:cubicBezTo>
                <a:cubicBezTo>
                  <a:pt x="268" y="57"/>
                  <a:pt x="265" y="54"/>
                  <a:pt x="262" y="52"/>
                </a:cubicBezTo>
                <a:cubicBezTo>
                  <a:pt x="262" y="40"/>
                  <a:pt x="262" y="40"/>
                  <a:pt x="262" y="40"/>
                </a:cubicBezTo>
                <a:cubicBezTo>
                  <a:pt x="265" y="43"/>
                  <a:pt x="268" y="45"/>
                  <a:pt x="272" y="48"/>
                </a:cubicBezTo>
                <a:close/>
                <a:moveTo>
                  <a:pt x="272" y="114"/>
                </a:moveTo>
                <a:cubicBezTo>
                  <a:pt x="272" y="125"/>
                  <a:pt x="272" y="125"/>
                  <a:pt x="272" y="125"/>
                </a:cubicBezTo>
                <a:cubicBezTo>
                  <a:pt x="271" y="124"/>
                  <a:pt x="270" y="123"/>
                  <a:pt x="270" y="122"/>
                </a:cubicBezTo>
                <a:cubicBezTo>
                  <a:pt x="270" y="119"/>
                  <a:pt x="270" y="116"/>
                  <a:pt x="272" y="114"/>
                </a:cubicBezTo>
                <a:close/>
                <a:moveTo>
                  <a:pt x="272" y="201"/>
                </a:moveTo>
                <a:cubicBezTo>
                  <a:pt x="272" y="209"/>
                  <a:pt x="272" y="209"/>
                  <a:pt x="272" y="209"/>
                </a:cubicBezTo>
                <a:cubicBezTo>
                  <a:pt x="269" y="209"/>
                  <a:pt x="266" y="210"/>
                  <a:pt x="262" y="213"/>
                </a:cubicBezTo>
                <a:cubicBezTo>
                  <a:pt x="262" y="207"/>
                  <a:pt x="262" y="207"/>
                  <a:pt x="262" y="207"/>
                </a:cubicBezTo>
                <a:cubicBezTo>
                  <a:pt x="265" y="205"/>
                  <a:pt x="267" y="203"/>
                  <a:pt x="270" y="202"/>
                </a:cubicBezTo>
                <a:cubicBezTo>
                  <a:pt x="271" y="202"/>
                  <a:pt x="271" y="201"/>
                  <a:pt x="272" y="201"/>
                </a:cubicBezTo>
                <a:close/>
                <a:moveTo>
                  <a:pt x="272" y="220"/>
                </a:moveTo>
                <a:cubicBezTo>
                  <a:pt x="272" y="226"/>
                  <a:pt x="272" y="226"/>
                  <a:pt x="272" y="226"/>
                </a:cubicBezTo>
                <a:cubicBezTo>
                  <a:pt x="268" y="225"/>
                  <a:pt x="265" y="223"/>
                  <a:pt x="262" y="222"/>
                </a:cubicBezTo>
                <a:cubicBezTo>
                  <a:pt x="262" y="215"/>
                  <a:pt x="262" y="215"/>
                  <a:pt x="262" y="215"/>
                </a:cubicBezTo>
                <a:cubicBezTo>
                  <a:pt x="265" y="217"/>
                  <a:pt x="268" y="218"/>
                  <a:pt x="272" y="220"/>
                </a:cubicBezTo>
                <a:close/>
                <a:moveTo>
                  <a:pt x="272" y="227"/>
                </a:moveTo>
                <a:cubicBezTo>
                  <a:pt x="272" y="233"/>
                  <a:pt x="272" y="233"/>
                  <a:pt x="272" y="233"/>
                </a:cubicBezTo>
                <a:cubicBezTo>
                  <a:pt x="268" y="235"/>
                  <a:pt x="264" y="238"/>
                  <a:pt x="262" y="241"/>
                </a:cubicBezTo>
                <a:cubicBezTo>
                  <a:pt x="262" y="232"/>
                  <a:pt x="262" y="232"/>
                  <a:pt x="262" y="232"/>
                </a:cubicBezTo>
                <a:cubicBezTo>
                  <a:pt x="266" y="231"/>
                  <a:pt x="268" y="230"/>
                  <a:pt x="272" y="227"/>
                </a:cubicBezTo>
                <a:close/>
                <a:moveTo>
                  <a:pt x="272" y="260"/>
                </a:moveTo>
                <a:cubicBezTo>
                  <a:pt x="272" y="264"/>
                  <a:pt x="272" y="264"/>
                  <a:pt x="272" y="264"/>
                </a:cubicBezTo>
                <a:cubicBezTo>
                  <a:pt x="271" y="263"/>
                  <a:pt x="270" y="262"/>
                  <a:pt x="268" y="262"/>
                </a:cubicBezTo>
                <a:cubicBezTo>
                  <a:pt x="266" y="266"/>
                  <a:pt x="264" y="269"/>
                  <a:pt x="262" y="273"/>
                </a:cubicBezTo>
                <a:cubicBezTo>
                  <a:pt x="262" y="264"/>
                  <a:pt x="262" y="264"/>
                  <a:pt x="262" y="264"/>
                </a:cubicBezTo>
                <a:cubicBezTo>
                  <a:pt x="264" y="261"/>
                  <a:pt x="264" y="259"/>
                  <a:pt x="262" y="254"/>
                </a:cubicBezTo>
                <a:cubicBezTo>
                  <a:pt x="262" y="250"/>
                  <a:pt x="262" y="250"/>
                  <a:pt x="262" y="250"/>
                </a:cubicBezTo>
                <a:cubicBezTo>
                  <a:pt x="266" y="253"/>
                  <a:pt x="269" y="257"/>
                  <a:pt x="272" y="260"/>
                </a:cubicBezTo>
                <a:close/>
                <a:moveTo>
                  <a:pt x="272" y="271"/>
                </a:moveTo>
                <a:cubicBezTo>
                  <a:pt x="270" y="275"/>
                  <a:pt x="266" y="280"/>
                  <a:pt x="264" y="283"/>
                </a:cubicBezTo>
                <a:cubicBezTo>
                  <a:pt x="264" y="281"/>
                  <a:pt x="263" y="280"/>
                  <a:pt x="262" y="279"/>
                </a:cubicBezTo>
                <a:cubicBezTo>
                  <a:pt x="262" y="286"/>
                  <a:pt x="262" y="286"/>
                  <a:pt x="262" y="286"/>
                </a:cubicBezTo>
                <a:cubicBezTo>
                  <a:pt x="264" y="288"/>
                  <a:pt x="266" y="290"/>
                  <a:pt x="268" y="292"/>
                </a:cubicBezTo>
                <a:cubicBezTo>
                  <a:pt x="269" y="293"/>
                  <a:pt x="270" y="294"/>
                  <a:pt x="272" y="295"/>
                </a:cubicBezTo>
                <a:cubicBezTo>
                  <a:pt x="272" y="290"/>
                  <a:pt x="272" y="290"/>
                  <a:pt x="272" y="290"/>
                </a:cubicBezTo>
                <a:cubicBezTo>
                  <a:pt x="269" y="285"/>
                  <a:pt x="270" y="282"/>
                  <a:pt x="272" y="279"/>
                </a:cubicBezTo>
                <a:cubicBezTo>
                  <a:pt x="272" y="271"/>
                  <a:pt x="272" y="271"/>
                  <a:pt x="272" y="271"/>
                </a:cubicBezTo>
                <a:close/>
                <a:moveTo>
                  <a:pt x="272" y="317"/>
                </a:moveTo>
                <a:cubicBezTo>
                  <a:pt x="272" y="324"/>
                  <a:pt x="272" y="324"/>
                  <a:pt x="272" y="324"/>
                </a:cubicBezTo>
                <a:cubicBezTo>
                  <a:pt x="270" y="331"/>
                  <a:pt x="266" y="339"/>
                  <a:pt x="262" y="346"/>
                </a:cubicBezTo>
                <a:cubicBezTo>
                  <a:pt x="262" y="324"/>
                  <a:pt x="262" y="324"/>
                  <a:pt x="262" y="324"/>
                </a:cubicBezTo>
                <a:cubicBezTo>
                  <a:pt x="264" y="320"/>
                  <a:pt x="266" y="317"/>
                  <a:pt x="272" y="317"/>
                </a:cubicBezTo>
                <a:close/>
                <a:moveTo>
                  <a:pt x="272" y="336"/>
                </a:moveTo>
                <a:cubicBezTo>
                  <a:pt x="269" y="338"/>
                  <a:pt x="270" y="341"/>
                  <a:pt x="269" y="347"/>
                </a:cubicBezTo>
                <a:cubicBezTo>
                  <a:pt x="268" y="347"/>
                  <a:pt x="266" y="347"/>
                  <a:pt x="264" y="347"/>
                </a:cubicBezTo>
                <a:cubicBezTo>
                  <a:pt x="264" y="351"/>
                  <a:pt x="263" y="353"/>
                  <a:pt x="262" y="355"/>
                </a:cubicBezTo>
                <a:cubicBezTo>
                  <a:pt x="262" y="381"/>
                  <a:pt x="262" y="381"/>
                  <a:pt x="262" y="381"/>
                </a:cubicBezTo>
                <a:cubicBezTo>
                  <a:pt x="262" y="382"/>
                  <a:pt x="262" y="382"/>
                  <a:pt x="262" y="382"/>
                </a:cubicBezTo>
                <a:cubicBezTo>
                  <a:pt x="264" y="381"/>
                  <a:pt x="266" y="381"/>
                  <a:pt x="268" y="381"/>
                </a:cubicBezTo>
                <a:cubicBezTo>
                  <a:pt x="270" y="377"/>
                  <a:pt x="270" y="373"/>
                  <a:pt x="268" y="368"/>
                </a:cubicBezTo>
                <a:cubicBezTo>
                  <a:pt x="269" y="367"/>
                  <a:pt x="270" y="366"/>
                  <a:pt x="272" y="365"/>
                </a:cubicBezTo>
                <a:cubicBezTo>
                  <a:pt x="272" y="361"/>
                  <a:pt x="272" y="361"/>
                  <a:pt x="272" y="361"/>
                </a:cubicBezTo>
                <a:cubicBezTo>
                  <a:pt x="272" y="359"/>
                  <a:pt x="271" y="357"/>
                  <a:pt x="272" y="355"/>
                </a:cubicBezTo>
                <a:cubicBezTo>
                  <a:pt x="272" y="355"/>
                  <a:pt x="272" y="355"/>
                  <a:pt x="272" y="355"/>
                </a:cubicBezTo>
                <a:cubicBezTo>
                  <a:pt x="272" y="336"/>
                  <a:pt x="272" y="336"/>
                  <a:pt x="272" y="336"/>
                </a:cubicBezTo>
                <a:close/>
                <a:moveTo>
                  <a:pt x="272" y="390"/>
                </a:moveTo>
                <a:cubicBezTo>
                  <a:pt x="272" y="394"/>
                  <a:pt x="272" y="394"/>
                  <a:pt x="272" y="394"/>
                </a:cubicBezTo>
                <a:cubicBezTo>
                  <a:pt x="269" y="394"/>
                  <a:pt x="269" y="394"/>
                  <a:pt x="269" y="394"/>
                </a:cubicBezTo>
                <a:cubicBezTo>
                  <a:pt x="270" y="398"/>
                  <a:pt x="271" y="402"/>
                  <a:pt x="272" y="406"/>
                </a:cubicBezTo>
                <a:cubicBezTo>
                  <a:pt x="272" y="415"/>
                  <a:pt x="272" y="415"/>
                  <a:pt x="272" y="415"/>
                </a:cubicBezTo>
                <a:cubicBezTo>
                  <a:pt x="262" y="415"/>
                  <a:pt x="262" y="415"/>
                  <a:pt x="262" y="415"/>
                </a:cubicBezTo>
                <a:cubicBezTo>
                  <a:pt x="262" y="411"/>
                  <a:pt x="262" y="411"/>
                  <a:pt x="262" y="411"/>
                </a:cubicBezTo>
                <a:cubicBezTo>
                  <a:pt x="262" y="411"/>
                  <a:pt x="262" y="411"/>
                  <a:pt x="262" y="411"/>
                </a:cubicBezTo>
                <a:cubicBezTo>
                  <a:pt x="264" y="411"/>
                  <a:pt x="267" y="411"/>
                  <a:pt x="269" y="411"/>
                </a:cubicBezTo>
                <a:cubicBezTo>
                  <a:pt x="266" y="397"/>
                  <a:pt x="266" y="397"/>
                  <a:pt x="265" y="394"/>
                </a:cubicBezTo>
                <a:cubicBezTo>
                  <a:pt x="264" y="394"/>
                  <a:pt x="263" y="394"/>
                  <a:pt x="262" y="394"/>
                </a:cubicBezTo>
                <a:cubicBezTo>
                  <a:pt x="262" y="390"/>
                  <a:pt x="262" y="390"/>
                  <a:pt x="262" y="390"/>
                </a:cubicBezTo>
                <a:cubicBezTo>
                  <a:pt x="272" y="390"/>
                  <a:pt x="272" y="390"/>
                  <a:pt x="272" y="390"/>
                </a:cubicBezTo>
                <a:close/>
                <a:moveTo>
                  <a:pt x="272" y="436"/>
                </a:moveTo>
                <a:cubicBezTo>
                  <a:pt x="272" y="442"/>
                  <a:pt x="272" y="442"/>
                  <a:pt x="272" y="442"/>
                </a:cubicBezTo>
                <a:cubicBezTo>
                  <a:pt x="268" y="443"/>
                  <a:pt x="265" y="444"/>
                  <a:pt x="262" y="446"/>
                </a:cubicBezTo>
                <a:cubicBezTo>
                  <a:pt x="262" y="422"/>
                  <a:pt x="262" y="422"/>
                  <a:pt x="262" y="422"/>
                </a:cubicBezTo>
                <a:cubicBezTo>
                  <a:pt x="264" y="421"/>
                  <a:pt x="266" y="421"/>
                  <a:pt x="270" y="422"/>
                </a:cubicBezTo>
                <a:cubicBezTo>
                  <a:pt x="268" y="427"/>
                  <a:pt x="266" y="433"/>
                  <a:pt x="263" y="438"/>
                </a:cubicBezTo>
                <a:cubicBezTo>
                  <a:pt x="266" y="438"/>
                  <a:pt x="269" y="436"/>
                  <a:pt x="272" y="436"/>
                </a:cubicBezTo>
                <a:close/>
                <a:moveTo>
                  <a:pt x="272" y="449"/>
                </a:moveTo>
                <a:cubicBezTo>
                  <a:pt x="272" y="451"/>
                  <a:pt x="272" y="451"/>
                  <a:pt x="272" y="451"/>
                </a:cubicBezTo>
                <a:cubicBezTo>
                  <a:pt x="272" y="451"/>
                  <a:pt x="272" y="451"/>
                  <a:pt x="272" y="451"/>
                </a:cubicBezTo>
                <a:cubicBezTo>
                  <a:pt x="272" y="451"/>
                  <a:pt x="272" y="450"/>
                  <a:pt x="272" y="449"/>
                </a:cubicBezTo>
                <a:close/>
                <a:moveTo>
                  <a:pt x="272" y="454"/>
                </a:moveTo>
                <a:cubicBezTo>
                  <a:pt x="272" y="487"/>
                  <a:pt x="272" y="487"/>
                  <a:pt x="272" y="487"/>
                </a:cubicBezTo>
                <a:cubicBezTo>
                  <a:pt x="270" y="487"/>
                  <a:pt x="270" y="487"/>
                  <a:pt x="268" y="485"/>
                </a:cubicBezTo>
                <a:cubicBezTo>
                  <a:pt x="267" y="487"/>
                  <a:pt x="267" y="488"/>
                  <a:pt x="267" y="489"/>
                </a:cubicBezTo>
                <a:cubicBezTo>
                  <a:pt x="265" y="489"/>
                  <a:pt x="263" y="489"/>
                  <a:pt x="262" y="489"/>
                </a:cubicBezTo>
                <a:cubicBezTo>
                  <a:pt x="262" y="453"/>
                  <a:pt x="262" y="453"/>
                  <a:pt x="262" y="453"/>
                </a:cubicBezTo>
                <a:cubicBezTo>
                  <a:pt x="263" y="453"/>
                  <a:pt x="264" y="452"/>
                  <a:pt x="264" y="452"/>
                </a:cubicBezTo>
                <a:cubicBezTo>
                  <a:pt x="268" y="453"/>
                  <a:pt x="269" y="453"/>
                  <a:pt x="272" y="454"/>
                </a:cubicBezTo>
                <a:close/>
                <a:moveTo>
                  <a:pt x="272" y="509"/>
                </a:moveTo>
                <a:cubicBezTo>
                  <a:pt x="272" y="518"/>
                  <a:pt x="272" y="518"/>
                  <a:pt x="272" y="518"/>
                </a:cubicBezTo>
                <a:cubicBezTo>
                  <a:pt x="271" y="518"/>
                  <a:pt x="269" y="518"/>
                  <a:pt x="268" y="518"/>
                </a:cubicBezTo>
                <a:cubicBezTo>
                  <a:pt x="266" y="519"/>
                  <a:pt x="266" y="519"/>
                  <a:pt x="266" y="522"/>
                </a:cubicBezTo>
                <a:cubicBezTo>
                  <a:pt x="268" y="523"/>
                  <a:pt x="270" y="525"/>
                  <a:pt x="272" y="526"/>
                </a:cubicBezTo>
                <a:cubicBezTo>
                  <a:pt x="272" y="530"/>
                  <a:pt x="272" y="530"/>
                  <a:pt x="272" y="530"/>
                </a:cubicBezTo>
                <a:cubicBezTo>
                  <a:pt x="268" y="528"/>
                  <a:pt x="265" y="525"/>
                  <a:pt x="262" y="526"/>
                </a:cubicBezTo>
                <a:cubicBezTo>
                  <a:pt x="262" y="521"/>
                  <a:pt x="262" y="521"/>
                  <a:pt x="262" y="521"/>
                </a:cubicBezTo>
                <a:cubicBezTo>
                  <a:pt x="266" y="517"/>
                  <a:pt x="269" y="513"/>
                  <a:pt x="270" y="511"/>
                </a:cubicBezTo>
                <a:cubicBezTo>
                  <a:pt x="272" y="509"/>
                  <a:pt x="272" y="509"/>
                  <a:pt x="272" y="509"/>
                </a:cubicBezTo>
                <a:close/>
                <a:moveTo>
                  <a:pt x="272" y="537"/>
                </a:moveTo>
                <a:cubicBezTo>
                  <a:pt x="272" y="544"/>
                  <a:pt x="272" y="544"/>
                  <a:pt x="272" y="544"/>
                </a:cubicBezTo>
                <a:cubicBezTo>
                  <a:pt x="268" y="548"/>
                  <a:pt x="265" y="551"/>
                  <a:pt x="262" y="554"/>
                </a:cubicBezTo>
                <a:cubicBezTo>
                  <a:pt x="262" y="547"/>
                  <a:pt x="262" y="547"/>
                  <a:pt x="262" y="547"/>
                </a:cubicBezTo>
                <a:cubicBezTo>
                  <a:pt x="265" y="546"/>
                  <a:pt x="267" y="545"/>
                  <a:pt x="268" y="542"/>
                </a:cubicBezTo>
                <a:cubicBezTo>
                  <a:pt x="266" y="541"/>
                  <a:pt x="264" y="540"/>
                  <a:pt x="262" y="538"/>
                </a:cubicBezTo>
                <a:cubicBezTo>
                  <a:pt x="262" y="534"/>
                  <a:pt x="262" y="534"/>
                  <a:pt x="262" y="534"/>
                </a:cubicBezTo>
                <a:cubicBezTo>
                  <a:pt x="264" y="535"/>
                  <a:pt x="265" y="537"/>
                  <a:pt x="267" y="538"/>
                </a:cubicBezTo>
                <a:cubicBezTo>
                  <a:pt x="269" y="538"/>
                  <a:pt x="270" y="538"/>
                  <a:pt x="272" y="537"/>
                </a:cubicBezTo>
                <a:close/>
                <a:moveTo>
                  <a:pt x="272" y="572"/>
                </a:moveTo>
                <a:cubicBezTo>
                  <a:pt x="272" y="603"/>
                  <a:pt x="272" y="603"/>
                  <a:pt x="272" y="603"/>
                </a:cubicBezTo>
                <a:cubicBezTo>
                  <a:pt x="272" y="602"/>
                  <a:pt x="272" y="602"/>
                  <a:pt x="272" y="602"/>
                </a:cubicBezTo>
                <a:cubicBezTo>
                  <a:pt x="268" y="601"/>
                  <a:pt x="265" y="599"/>
                  <a:pt x="262" y="597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3" y="592"/>
                  <a:pt x="264" y="593"/>
                  <a:pt x="266" y="595"/>
                </a:cubicBezTo>
                <a:cubicBezTo>
                  <a:pt x="266" y="595"/>
                  <a:pt x="267" y="595"/>
                  <a:pt x="268" y="595"/>
                </a:cubicBezTo>
                <a:cubicBezTo>
                  <a:pt x="268" y="582"/>
                  <a:pt x="271" y="577"/>
                  <a:pt x="262" y="569"/>
                </a:cubicBezTo>
                <a:cubicBezTo>
                  <a:pt x="262" y="563"/>
                  <a:pt x="262" y="563"/>
                  <a:pt x="262" y="563"/>
                </a:cubicBezTo>
                <a:cubicBezTo>
                  <a:pt x="266" y="566"/>
                  <a:pt x="269" y="568"/>
                  <a:pt x="272" y="572"/>
                </a:cubicBezTo>
                <a:close/>
                <a:moveTo>
                  <a:pt x="262" y="506"/>
                </a:moveTo>
                <a:cubicBezTo>
                  <a:pt x="262" y="495"/>
                  <a:pt x="262" y="495"/>
                  <a:pt x="262" y="495"/>
                </a:cubicBezTo>
                <a:cubicBezTo>
                  <a:pt x="264" y="496"/>
                  <a:pt x="266" y="497"/>
                  <a:pt x="267" y="498"/>
                </a:cubicBezTo>
                <a:cubicBezTo>
                  <a:pt x="267" y="500"/>
                  <a:pt x="267" y="502"/>
                  <a:pt x="267" y="504"/>
                </a:cubicBezTo>
                <a:cubicBezTo>
                  <a:pt x="266" y="505"/>
                  <a:pt x="266" y="506"/>
                  <a:pt x="262" y="506"/>
                </a:cubicBezTo>
                <a:close/>
                <a:moveTo>
                  <a:pt x="260" y="25"/>
                </a:moveTo>
                <a:cubicBezTo>
                  <a:pt x="260" y="25"/>
                  <a:pt x="261" y="24"/>
                  <a:pt x="262" y="24"/>
                </a:cubicBezTo>
                <a:cubicBezTo>
                  <a:pt x="262" y="33"/>
                  <a:pt x="262" y="33"/>
                  <a:pt x="262" y="33"/>
                </a:cubicBezTo>
                <a:cubicBezTo>
                  <a:pt x="261" y="33"/>
                  <a:pt x="260" y="33"/>
                  <a:pt x="260" y="33"/>
                </a:cubicBezTo>
                <a:cubicBezTo>
                  <a:pt x="260" y="25"/>
                  <a:pt x="260" y="25"/>
                  <a:pt x="260" y="25"/>
                </a:cubicBezTo>
                <a:close/>
                <a:moveTo>
                  <a:pt x="262" y="770"/>
                </a:moveTo>
                <a:cubicBezTo>
                  <a:pt x="261" y="770"/>
                  <a:pt x="260" y="770"/>
                  <a:pt x="260" y="770"/>
                </a:cubicBezTo>
                <a:cubicBezTo>
                  <a:pt x="260" y="761"/>
                  <a:pt x="260" y="761"/>
                  <a:pt x="260" y="761"/>
                </a:cubicBezTo>
                <a:cubicBezTo>
                  <a:pt x="260" y="761"/>
                  <a:pt x="261" y="762"/>
                  <a:pt x="262" y="762"/>
                </a:cubicBezTo>
                <a:cubicBezTo>
                  <a:pt x="262" y="770"/>
                  <a:pt x="262" y="770"/>
                  <a:pt x="262" y="770"/>
                </a:cubicBezTo>
                <a:close/>
                <a:moveTo>
                  <a:pt x="262" y="40"/>
                </a:moveTo>
                <a:cubicBezTo>
                  <a:pt x="262" y="52"/>
                  <a:pt x="262" y="52"/>
                  <a:pt x="262" y="52"/>
                </a:cubicBezTo>
                <a:cubicBezTo>
                  <a:pt x="261" y="51"/>
                  <a:pt x="260" y="50"/>
                  <a:pt x="260" y="50"/>
                </a:cubicBezTo>
                <a:cubicBezTo>
                  <a:pt x="260" y="39"/>
                  <a:pt x="260" y="39"/>
                  <a:pt x="260" y="39"/>
                </a:cubicBezTo>
                <a:cubicBezTo>
                  <a:pt x="262" y="40"/>
                  <a:pt x="262" y="40"/>
                  <a:pt x="262" y="40"/>
                </a:cubicBezTo>
                <a:close/>
                <a:moveTo>
                  <a:pt x="262" y="65"/>
                </a:moveTo>
                <a:cubicBezTo>
                  <a:pt x="262" y="73"/>
                  <a:pt x="262" y="73"/>
                  <a:pt x="262" y="73"/>
                </a:cubicBezTo>
                <a:cubicBezTo>
                  <a:pt x="260" y="74"/>
                  <a:pt x="260" y="74"/>
                  <a:pt x="260" y="74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0" y="65"/>
                  <a:pt x="261" y="65"/>
                  <a:pt x="262" y="65"/>
                </a:cubicBezTo>
                <a:close/>
                <a:moveTo>
                  <a:pt x="262" y="207"/>
                </a:moveTo>
                <a:cubicBezTo>
                  <a:pt x="262" y="213"/>
                  <a:pt x="262" y="213"/>
                  <a:pt x="262" y="213"/>
                </a:cubicBezTo>
                <a:cubicBezTo>
                  <a:pt x="261" y="213"/>
                  <a:pt x="260" y="213"/>
                  <a:pt x="260" y="214"/>
                </a:cubicBezTo>
                <a:cubicBezTo>
                  <a:pt x="262" y="215"/>
                  <a:pt x="262" y="215"/>
                  <a:pt x="262" y="215"/>
                </a:cubicBezTo>
                <a:cubicBezTo>
                  <a:pt x="262" y="222"/>
                  <a:pt x="262" y="222"/>
                  <a:pt x="262" y="222"/>
                </a:cubicBezTo>
                <a:cubicBezTo>
                  <a:pt x="261" y="222"/>
                  <a:pt x="260" y="222"/>
                  <a:pt x="260" y="222"/>
                </a:cubicBezTo>
                <a:cubicBezTo>
                  <a:pt x="260" y="208"/>
                  <a:pt x="260" y="208"/>
                  <a:pt x="260" y="208"/>
                </a:cubicBezTo>
                <a:cubicBezTo>
                  <a:pt x="260" y="208"/>
                  <a:pt x="261" y="207"/>
                  <a:pt x="262" y="207"/>
                </a:cubicBezTo>
                <a:close/>
                <a:moveTo>
                  <a:pt x="262" y="232"/>
                </a:moveTo>
                <a:cubicBezTo>
                  <a:pt x="262" y="241"/>
                  <a:pt x="262" y="241"/>
                  <a:pt x="262" y="241"/>
                </a:cubicBezTo>
                <a:cubicBezTo>
                  <a:pt x="261" y="242"/>
                  <a:pt x="260" y="243"/>
                  <a:pt x="260" y="244"/>
                </a:cubicBezTo>
                <a:cubicBezTo>
                  <a:pt x="260" y="232"/>
                  <a:pt x="260" y="232"/>
                  <a:pt x="260" y="232"/>
                </a:cubicBezTo>
                <a:cubicBezTo>
                  <a:pt x="260" y="232"/>
                  <a:pt x="261" y="232"/>
                  <a:pt x="262" y="232"/>
                </a:cubicBezTo>
                <a:close/>
                <a:moveTo>
                  <a:pt x="262" y="250"/>
                </a:moveTo>
                <a:cubicBezTo>
                  <a:pt x="262" y="254"/>
                  <a:pt x="262" y="254"/>
                  <a:pt x="262" y="254"/>
                </a:cubicBezTo>
                <a:cubicBezTo>
                  <a:pt x="262" y="254"/>
                  <a:pt x="261" y="253"/>
                  <a:pt x="260" y="252"/>
                </a:cubicBezTo>
                <a:cubicBezTo>
                  <a:pt x="260" y="253"/>
                  <a:pt x="260" y="253"/>
                  <a:pt x="260" y="253"/>
                </a:cubicBezTo>
                <a:cubicBezTo>
                  <a:pt x="260" y="248"/>
                  <a:pt x="260" y="248"/>
                  <a:pt x="260" y="248"/>
                </a:cubicBezTo>
                <a:cubicBezTo>
                  <a:pt x="260" y="249"/>
                  <a:pt x="261" y="249"/>
                  <a:pt x="262" y="250"/>
                </a:cubicBezTo>
                <a:close/>
                <a:moveTo>
                  <a:pt x="262" y="264"/>
                </a:moveTo>
                <a:cubicBezTo>
                  <a:pt x="262" y="273"/>
                  <a:pt x="262" y="273"/>
                  <a:pt x="262" y="273"/>
                </a:cubicBezTo>
                <a:cubicBezTo>
                  <a:pt x="261" y="274"/>
                  <a:pt x="261" y="275"/>
                  <a:pt x="260" y="277"/>
                </a:cubicBezTo>
                <a:cubicBezTo>
                  <a:pt x="262" y="279"/>
                  <a:pt x="262" y="279"/>
                  <a:pt x="262" y="279"/>
                </a:cubicBezTo>
                <a:cubicBezTo>
                  <a:pt x="262" y="286"/>
                  <a:pt x="262" y="286"/>
                  <a:pt x="262" y="286"/>
                </a:cubicBezTo>
                <a:cubicBezTo>
                  <a:pt x="261" y="285"/>
                  <a:pt x="260" y="284"/>
                  <a:pt x="260" y="283"/>
                </a:cubicBezTo>
                <a:cubicBezTo>
                  <a:pt x="260" y="269"/>
                  <a:pt x="260" y="269"/>
                  <a:pt x="260" y="269"/>
                </a:cubicBezTo>
                <a:cubicBezTo>
                  <a:pt x="260" y="267"/>
                  <a:pt x="261" y="266"/>
                  <a:pt x="262" y="264"/>
                </a:cubicBezTo>
                <a:close/>
                <a:moveTo>
                  <a:pt x="262" y="324"/>
                </a:moveTo>
                <a:cubicBezTo>
                  <a:pt x="262" y="346"/>
                  <a:pt x="262" y="346"/>
                  <a:pt x="262" y="346"/>
                </a:cubicBezTo>
                <a:cubicBezTo>
                  <a:pt x="261" y="347"/>
                  <a:pt x="260" y="349"/>
                  <a:pt x="260" y="350"/>
                </a:cubicBezTo>
                <a:cubicBezTo>
                  <a:pt x="260" y="331"/>
                  <a:pt x="260" y="331"/>
                  <a:pt x="260" y="331"/>
                </a:cubicBezTo>
                <a:cubicBezTo>
                  <a:pt x="260" y="329"/>
                  <a:pt x="261" y="326"/>
                  <a:pt x="262" y="324"/>
                </a:cubicBezTo>
                <a:close/>
                <a:moveTo>
                  <a:pt x="262" y="355"/>
                </a:moveTo>
                <a:cubicBezTo>
                  <a:pt x="262" y="381"/>
                  <a:pt x="262" y="381"/>
                  <a:pt x="262" y="381"/>
                </a:cubicBezTo>
                <a:cubicBezTo>
                  <a:pt x="261" y="381"/>
                  <a:pt x="260" y="380"/>
                  <a:pt x="260" y="380"/>
                </a:cubicBezTo>
                <a:cubicBezTo>
                  <a:pt x="260" y="363"/>
                  <a:pt x="260" y="363"/>
                  <a:pt x="260" y="363"/>
                </a:cubicBezTo>
                <a:cubicBezTo>
                  <a:pt x="260" y="363"/>
                  <a:pt x="260" y="363"/>
                  <a:pt x="261" y="363"/>
                </a:cubicBezTo>
                <a:cubicBezTo>
                  <a:pt x="261" y="360"/>
                  <a:pt x="261" y="357"/>
                  <a:pt x="262" y="355"/>
                </a:cubicBezTo>
                <a:close/>
                <a:moveTo>
                  <a:pt x="262" y="390"/>
                </a:moveTo>
                <a:cubicBezTo>
                  <a:pt x="262" y="394"/>
                  <a:pt x="262" y="394"/>
                  <a:pt x="262" y="394"/>
                </a:cubicBezTo>
                <a:cubicBezTo>
                  <a:pt x="261" y="394"/>
                  <a:pt x="260" y="394"/>
                  <a:pt x="260" y="393"/>
                </a:cubicBezTo>
                <a:cubicBezTo>
                  <a:pt x="260" y="390"/>
                  <a:pt x="260" y="390"/>
                  <a:pt x="260" y="390"/>
                </a:cubicBezTo>
                <a:cubicBezTo>
                  <a:pt x="262" y="390"/>
                  <a:pt x="262" y="390"/>
                  <a:pt x="262" y="390"/>
                </a:cubicBezTo>
                <a:close/>
                <a:moveTo>
                  <a:pt x="262" y="411"/>
                </a:moveTo>
                <a:cubicBezTo>
                  <a:pt x="262" y="415"/>
                  <a:pt x="262" y="415"/>
                  <a:pt x="262" y="415"/>
                </a:cubicBezTo>
                <a:cubicBezTo>
                  <a:pt x="260" y="415"/>
                  <a:pt x="260" y="415"/>
                  <a:pt x="260" y="415"/>
                </a:cubicBezTo>
                <a:cubicBezTo>
                  <a:pt x="260" y="406"/>
                  <a:pt x="260" y="406"/>
                  <a:pt x="260" y="406"/>
                </a:cubicBezTo>
                <a:cubicBezTo>
                  <a:pt x="260" y="408"/>
                  <a:pt x="261" y="410"/>
                  <a:pt x="262" y="411"/>
                </a:cubicBezTo>
                <a:close/>
                <a:moveTo>
                  <a:pt x="262" y="422"/>
                </a:moveTo>
                <a:cubicBezTo>
                  <a:pt x="262" y="446"/>
                  <a:pt x="262" y="446"/>
                  <a:pt x="262" y="446"/>
                </a:cubicBezTo>
                <a:cubicBezTo>
                  <a:pt x="260" y="446"/>
                  <a:pt x="260" y="446"/>
                  <a:pt x="260" y="446"/>
                </a:cubicBezTo>
                <a:cubicBezTo>
                  <a:pt x="260" y="423"/>
                  <a:pt x="260" y="423"/>
                  <a:pt x="260" y="423"/>
                </a:cubicBezTo>
                <a:cubicBezTo>
                  <a:pt x="261" y="423"/>
                  <a:pt x="261" y="422"/>
                  <a:pt x="262" y="422"/>
                </a:cubicBezTo>
                <a:close/>
                <a:moveTo>
                  <a:pt x="262" y="453"/>
                </a:moveTo>
                <a:cubicBezTo>
                  <a:pt x="262" y="489"/>
                  <a:pt x="262" y="489"/>
                  <a:pt x="262" y="489"/>
                </a:cubicBezTo>
                <a:cubicBezTo>
                  <a:pt x="261" y="489"/>
                  <a:pt x="260" y="488"/>
                  <a:pt x="260" y="488"/>
                </a:cubicBezTo>
                <a:cubicBezTo>
                  <a:pt x="260" y="454"/>
                  <a:pt x="260" y="454"/>
                  <a:pt x="260" y="454"/>
                </a:cubicBezTo>
                <a:cubicBezTo>
                  <a:pt x="260" y="454"/>
                  <a:pt x="261" y="453"/>
                  <a:pt x="262" y="453"/>
                </a:cubicBezTo>
                <a:close/>
                <a:moveTo>
                  <a:pt x="262" y="495"/>
                </a:moveTo>
                <a:cubicBezTo>
                  <a:pt x="262" y="506"/>
                  <a:pt x="262" y="506"/>
                  <a:pt x="262" y="506"/>
                </a:cubicBezTo>
                <a:cubicBezTo>
                  <a:pt x="261" y="506"/>
                  <a:pt x="261" y="506"/>
                  <a:pt x="261" y="506"/>
                </a:cubicBezTo>
                <a:cubicBezTo>
                  <a:pt x="260" y="506"/>
                  <a:pt x="260" y="506"/>
                  <a:pt x="260" y="505"/>
                </a:cubicBezTo>
                <a:cubicBezTo>
                  <a:pt x="260" y="493"/>
                  <a:pt x="260" y="493"/>
                  <a:pt x="260" y="493"/>
                </a:cubicBezTo>
                <a:cubicBezTo>
                  <a:pt x="260" y="494"/>
                  <a:pt x="261" y="494"/>
                  <a:pt x="262" y="495"/>
                </a:cubicBezTo>
                <a:close/>
                <a:moveTo>
                  <a:pt x="262" y="521"/>
                </a:moveTo>
                <a:cubicBezTo>
                  <a:pt x="262" y="526"/>
                  <a:pt x="262" y="526"/>
                  <a:pt x="262" y="526"/>
                </a:cubicBezTo>
                <a:cubicBezTo>
                  <a:pt x="261" y="526"/>
                  <a:pt x="260" y="526"/>
                  <a:pt x="260" y="527"/>
                </a:cubicBezTo>
                <a:cubicBezTo>
                  <a:pt x="260" y="523"/>
                  <a:pt x="260" y="523"/>
                  <a:pt x="260" y="523"/>
                </a:cubicBezTo>
                <a:cubicBezTo>
                  <a:pt x="260" y="523"/>
                  <a:pt x="261" y="522"/>
                  <a:pt x="262" y="521"/>
                </a:cubicBezTo>
                <a:close/>
                <a:moveTo>
                  <a:pt x="262" y="534"/>
                </a:moveTo>
                <a:cubicBezTo>
                  <a:pt x="262" y="538"/>
                  <a:pt x="262" y="538"/>
                  <a:pt x="262" y="538"/>
                </a:cubicBezTo>
                <a:cubicBezTo>
                  <a:pt x="261" y="538"/>
                  <a:pt x="260" y="537"/>
                  <a:pt x="260" y="537"/>
                </a:cubicBezTo>
                <a:cubicBezTo>
                  <a:pt x="260" y="533"/>
                  <a:pt x="260" y="533"/>
                  <a:pt x="260" y="533"/>
                </a:cubicBezTo>
                <a:cubicBezTo>
                  <a:pt x="260" y="533"/>
                  <a:pt x="261" y="533"/>
                  <a:pt x="262" y="534"/>
                </a:cubicBezTo>
                <a:close/>
                <a:moveTo>
                  <a:pt x="262" y="547"/>
                </a:moveTo>
                <a:cubicBezTo>
                  <a:pt x="262" y="554"/>
                  <a:pt x="262" y="554"/>
                  <a:pt x="262" y="554"/>
                </a:cubicBezTo>
                <a:cubicBezTo>
                  <a:pt x="260" y="557"/>
                  <a:pt x="260" y="557"/>
                  <a:pt x="260" y="557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47"/>
                  <a:pt x="260" y="547"/>
                  <a:pt x="260" y="547"/>
                </a:cubicBezTo>
                <a:cubicBezTo>
                  <a:pt x="261" y="548"/>
                  <a:pt x="261" y="548"/>
                  <a:pt x="261" y="548"/>
                </a:cubicBezTo>
                <a:cubicBezTo>
                  <a:pt x="261" y="547"/>
                  <a:pt x="262" y="547"/>
                  <a:pt x="262" y="547"/>
                </a:cubicBezTo>
                <a:close/>
                <a:moveTo>
                  <a:pt x="262" y="563"/>
                </a:moveTo>
                <a:cubicBezTo>
                  <a:pt x="262" y="569"/>
                  <a:pt x="262" y="569"/>
                  <a:pt x="262" y="569"/>
                </a:cubicBezTo>
                <a:cubicBezTo>
                  <a:pt x="262" y="569"/>
                  <a:pt x="261" y="568"/>
                  <a:pt x="261" y="568"/>
                </a:cubicBezTo>
                <a:cubicBezTo>
                  <a:pt x="260" y="569"/>
                  <a:pt x="260" y="570"/>
                  <a:pt x="260" y="571"/>
                </a:cubicBezTo>
                <a:cubicBezTo>
                  <a:pt x="260" y="562"/>
                  <a:pt x="260" y="562"/>
                  <a:pt x="260" y="562"/>
                </a:cubicBezTo>
                <a:cubicBezTo>
                  <a:pt x="260" y="562"/>
                  <a:pt x="261" y="563"/>
                  <a:pt x="262" y="563"/>
                </a:cubicBezTo>
                <a:close/>
                <a:moveTo>
                  <a:pt x="262" y="591"/>
                </a:moveTo>
                <a:cubicBezTo>
                  <a:pt x="262" y="597"/>
                  <a:pt x="262" y="597"/>
                  <a:pt x="262" y="597"/>
                </a:cubicBezTo>
                <a:cubicBezTo>
                  <a:pt x="261" y="597"/>
                  <a:pt x="260" y="596"/>
                  <a:pt x="260" y="595"/>
                </a:cubicBezTo>
                <a:cubicBezTo>
                  <a:pt x="260" y="588"/>
                  <a:pt x="260" y="588"/>
                  <a:pt x="260" y="588"/>
                </a:cubicBezTo>
                <a:cubicBezTo>
                  <a:pt x="260" y="589"/>
                  <a:pt x="261" y="590"/>
                  <a:pt x="262" y="591"/>
                </a:cubicBezTo>
                <a:close/>
                <a:moveTo>
                  <a:pt x="262" y="722"/>
                </a:moveTo>
                <a:cubicBezTo>
                  <a:pt x="262" y="731"/>
                  <a:pt x="262" y="731"/>
                  <a:pt x="262" y="731"/>
                </a:cubicBezTo>
                <a:cubicBezTo>
                  <a:pt x="261" y="731"/>
                  <a:pt x="260" y="730"/>
                  <a:pt x="260" y="729"/>
                </a:cubicBezTo>
                <a:cubicBezTo>
                  <a:pt x="260" y="721"/>
                  <a:pt x="260" y="721"/>
                  <a:pt x="260" y="721"/>
                </a:cubicBezTo>
                <a:cubicBezTo>
                  <a:pt x="260" y="722"/>
                  <a:pt x="261" y="722"/>
                  <a:pt x="262" y="722"/>
                </a:cubicBezTo>
                <a:close/>
                <a:moveTo>
                  <a:pt x="260" y="322"/>
                </a:moveTo>
                <a:cubicBezTo>
                  <a:pt x="260" y="309"/>
                  <a:pt x="260" y="309"/>
                  <a:pt x="260" y="309"/>
                </a:cubicBezTo>
                <a:cubicBezTo>
                  <a:pt x="261" y="311"/>
                  <a:pt x="261" y="311"/>
                  <a:pt x="261" y="311"/>
                </a:cubicBezTo>
                <a:cubicBezTo>
                  <a:pt x="261" y="315"/>
                  <a:pt x="261" y="319"/>
                  <a:pt x="260" y="322"/>
                </a:cubicBezTo>
                <a:close/>
                <a:moveTo>
                  <a:pt x="253" y="27"/>
                </a:moveTo>
                <a:cubicBezTo>
                  <a:pt x="255" y="27"/>
                  <a:pt x="258" y="26"/>
                  <a:pt x="260" y="25"/>
                </a:cubicBezTo>
                <a:cubicBezTo>
                  <a:pt x="260" y="33"/>
                  <a:pt x="260" y="33"/>
                  <a:pt x="260" y="33"/>
                </a:cubicBezTo>
                <a:cubicBezTo>
                  <a:pt x="258" y="34"/>
                  <a:pt x="257" y="34"/>
                  <a:pt x="255" y="35"/>
                </a:cubicBezTo>
                <a:cubicBezTo>
                  <a:pt x="257" y="36"/>
                  <a:pt x="258" y="38"/>
                  <a:pt x="260" y="39"/>
                </a:cubicBezTo>
                <a:cubicBezTo>
                  <a:pt x="260" y="50"/>
                  <a:pt x="260" y="50"/>
                  <a:pt x="260" y="50"/>
                </a:cubicBezTo>
                <a:cubicBezTo>
                  <a:pt x="258" y="48"/>
                  <a:pt x="255" y="47"/>
                  <a:pt x="253" y="46"/>
                </a:cubicBezTo>
                <a:cubicBezTo>
                  <a:pt x="253" y="27"/>
                  <a:pt x="253" y="27"/>
                  <a:pt x="253" y="27"/>
                </a:cubicBezTo>
                <a:close/>
                <a:moveTo>
                  <a:pt x="260" y="770"/>
                </a:moveTo>
                <a:cubicBezTo>
                  <a:pt x="258" y="769"/>
                  <a:pt x="255" y="768"/>
                  <a:pt x="253" y="767"/>
                </a:cubicBezTo>
                <a:cubicBezTo>
                  <a:pt x="253" y="755"/>
                  <a:pt x="253" y="755"/>
                  <a:pt x="253" y="755"/>
                </a:cubicBezTo>
                <a:cubicBezTo>
                  <a:pt x="255" y="757"/>
                  <a:pt x="257" y="759"/>
                  <a:pt x="260" y="761"/>
                </a:cubicBezTo>
                <a:cubicBezTo>
                  <a:pt x="260" y="770"/>
                  <a:pt x="260" y="770"/>
                  <a:pt x="260" y="770"/>
                </a:cubicBezTo>
                <a:close/>
                <a:moveTo>
                  <a:pt x="260" y="65"/>
                </a:moveTo>
                <a:cubicBezTo>
                  <a:pt x="260" y="74"/>
                  <a:pt x="260" y="74"/>
                  <a:pt x="260" y="74"/>
                </a:cubicBezTo>
                <a:cubicBezTo>
                  <a:pt x="253" y="75"/>
                  <a:pt x="253" y="75"/>
                  <a:pt x="253" y="75"/>
                </a:cubicBezTo>
                <a:cubicBezTo>
                  <a:pt x="253" y="66"/>
                  <a:pt x="253" y="66"/>
                  <a:pt x="253" y="66"/>
                </a:cubicBezTo>
                <a:cubicBezTo>
                  <a:pt x="255" y="66"/>
                  <a:pt x="258" y="65"/>
                  <a:pt x="260" y="65"/>
                </a:cubicBezTo>
                <a:close/>
                <a:moveTo>
                  <a:pt x="260" y="208"/>
                </a:moveTo>
                <a:cubicBezTo>
                  <a:pt x="260" y="222"/>
                  <a:pt x="260" y="222"/>
                  <a:pt x="260" y="222"/>
                </a:cubicBezTo>
                <a:cubicBezTo>
                  <a:pt x="258" y="221"/>
                  <a:pt x="255" y="221"/>
                  <a:pt x="253" y="221"/>
                </a:cubicBezTo>
                <a:cubicBezTo>
                  <a:pt x="253" y="213"/>
                  <a:pt x="253" y="213"/>
                  <a:pt x="253" y="213"/>
                </a:cubicBezTo>
                <a:cubicBezTo>
                  <a:pt x="255" y="211"/>
                  <a:pt x="258" y="210"/>
                  <a:pt x="260" y="208"/>
                </a:cubicBezTo>
                <a:close/>
                <a:moveTo>
                  <a:pt x="260" y="232"/>
                </a:moveTo>
                <a:cubicBezTo>
                  <a:pt x="260" y="244"/>
                  <a:pt x="260" y="244"/>
                  <a:pt x="260" y="244"/>
                </a:cubicBezTo>
                <a:cubicBezTo>
                  <a:pt x="259" y="245"/>
                  <a:pt x="259" y="246"/>
                  <a:pt x="259" y="247"/>
                </a:cubicBezTo>
                <a:cubicBezTo>
                  <a:pt x="259" y="248"/>
                  <a:pt x="259" y="248"/>
                  <a:pt x="260" y="248"/>
                </a:cubicBezTo>
                <a:cubicBezTo>
                  <a:pt x="260" y="253"/>
                  <a:pt x="260" y="253"/>
                  <a:pt x="260" y="253"/>
                </a:cubicBezTo>
                <a:cubicBezTo>
                  <a:pt x="257" y="257"/>
                  <a:pt x="255" y="260"/>
                  <a:pt x="253" y="263"/>
                </a:cubicBezTo>
                <a:cubicBezTo>
                  <a:pt x="253" y="255"/>
                  <a:pt x="253" y="255"/>
                  <a:pt x="253" y="255"/>
                </a:cubicBezTo>
                <a:cubicBezTo>
                  <a:pt x="254" y="253"/>
                  <a:pt x="254" y="251"/>
                  <a:pt x="254" y="248"/>
                </a:cubicBezTo>
                <a:cubicBezTo>
                  <a:pt x="254" y="248"/>
                  <a:pt x="253" y="248"/>
                  <a:pt x="253" y="249"/>
                </a:cubicBezTo>
                <a:cubicBezTo>
                  <a:pt x="253" y="242"/>
                  <a:pt x="253" y="242"/>
                  <a:pt x="253" y="242"/>
                </a:cubicBezTo>
                <a:cubicBezTo>
                  <a:pt x="254" y="241"/>
                  <a:pt x="256" y="240"/>
                  <a:pt x="258" y="239"/>
                </a:cubicBezTo>
                <a:cubicBezTo>
                  <a:pt x="256" y="238"/>
                  <a:pt x="255" y="237"/>
                  <a:pt x="253" y="237"/>
                </a:cubicBezTo>
                <a:cubicBezTo>
                  <a:pt x="253" y="231"/>
                  <a:pt x="253" y="231"/>
                  <a:pt x="253" y="231"/>
                </a:cubicBezTo>
                <a:cubicBezTo>
                  <a:pt x="256" y="232"/>
                  <a:pt x="256" y="232"/>
                  <a:pt x="256" y="232"/>
                </a:cubicBezTo>
                <a:cubicBezTo>
                  <a:pt x="258" y="232"/>
                  <a:pt x="259" y="232"/>
                  <a:pt x="260" y="232"/>
                </a:cubicBezTo>
                <a:close/>
                <a:moveTo>
                  <a:pt x="260" y="269"/>
                </a:moveTo>
                <a:cubicBezTo>
                  <a:pt x="260" y="283"/>
                  <a:pt x="260" y="283"/>
                  <a:pt x="260" y="283"/>
                </a:cubicBezTo>
                <a:cubicBezTo>
                  <a:pt x="258" y="282"/>
                  <a:pt x="255" y="280"/>
                  <a:pt x="253" y="278"/>
                </a:cubicBezTo>
                <a:cubicBezTo>
                  <a:pt x="253" y="271"/>
                  <a:pt x="253" y="271"/>
                  <a:pt x="253" y="271"/>
                </a:cubicBezTo>
                <a:cubicBezTo>
                  <a:pt x="254" y="272"/>
                  <a:pt x="254" y="273"/>
                  <a:pt x="255" y="273"/>
                </a:cubicBezTo>
                <a:cubicBezTo>
                  <a:pt x="256" y="273"/>
                  <a:pt x="257" y="273"/>
                  <a:pt x="258" y="273"/>
                </a:cubicBezTo>
                <a:cubicBezTo>
                  <a:pt x="258" y="271"/>
                  <a:pt x="259" y="270"/>
                  <a:pt x="260" y="269"/>
                </a:cubicBezTo>
                <a:close/>
                <a:moveTo>
                  <a:pt x="260" y="309"/>
                </a:moveTo>
                <a:cubicBezTo>
                  <a:pt x="260" y="322"/>
                  <a:pt x="260" y="322"/>
                  <a:pt x="260" y="322"/>
                </a:cubicBezTo>
                <a:cubicBezTo>
                  <a:pt x="258" y="327"/>
                  <a:pt x="255" y="332"/>
                  <a:pt x="253" y="338"/>
                </a:cubicBezTo>
                <a:cubicBezTo>
                  <a:pt x="253" y="304"/>
                  <a:pt x="253" y="304"/>
                  <a:pt x="253" y="304"/>
                </a:cubicBezTo>
                <a:cubicBezTo>
                  <a:pt x="255" y="305"/>
                  <a:pt x="257" y="307"/>
                  <a:pt x="260" y="309"/>
                </a:cubicBezTo>
                <a:close/>
                <a:moveTo>
                  <a:pt x="260" y="331"/>
                </a:moveTo>
                <a:cubicBezTo>
                  <a:pt x="259" y="335"/>
                  <a:pt x="257" y="339"/>
                  <a:pt x="253" y="340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4" y="351"/>
                  <a:pt x="254" y="352"/>
                  <a:pt x="255" y="352"/>
                </a:cubicBezTo>
                <a:cubicBezTo>
                  <a:pt x="256" y="352"/>
                  <a:pt x="258" y="352"/>
                  <a:pt x="259" y="352"/>
                </a:cubicBezTo>
                <a:cubicBezTo>
                  <a:pt x="259" y="351"/>
                  <a:pt x="259" y="351"/>
                  <a:pt x="260" y="350"/>
                </a:cubicBezTo>
                <a:cubicBezTo>
                  <a:pt x="260" y="331"/>
                  <a:pt x="260" y="331"/>
                  <a:pt x="260" y="331"/>
                </a:cubicBezTo>
                <a:close/>
                <a:moveTo>
                  <a:pt x="260" y="363"/>
                </a:moveTo>
                <a:cubicBezTo>
                  <a:pt x="260" y="380"/>
                  <a:pt x="260" y="380"/>
                  <a:pt x="260" y="380"/>
                </a:cubicBezTo>
                <a:cubicBezTo>
                  <a:pt x="257" y="377"/>
                  <a:pt x="255" y="375"/>
                  <a:pt x="253" y="374"/>
                </a:cubicBezTo>
                <a:cubicBezTo>
                  <a:pt x="253" y="363"/>
                  <a:pt x="253" y="363"/>
                  <a:pt x="253" y="363"/>
                </a:cubicBezTo>
                <a:cubicBezTo>
                  <a:pt x="255" y="363"/>
                  <a:pt x="258" y="363"/>
                  <a:pt x="260" y="363"/>
                </a:cubicBezTo>
                <a:close/>
                <a:moveTo>
                  <a:pt x="260" y="390"/>
                </a:moveTo>
                <a:cubicBezTo>
                  <a:pt x="260" y="393"/>
                  <a:pt x="260" y="393"/>
                  <a:pt x="260" y="393"/>
                </a:cubicBezTo>
                <a:cubicBezTo>
                  <a:pt x="258" y="393"/>
                  <a:pt x="258" y="393"/>
                  <a:pt x="258" y="393"/>
                </a:cubicBezTo>
                <a:cubicBezTo>
                  <a:pt x="258" y="397"/>
                  <a:pt x="258" y="402"/>
                  <a:pt x="260" y="406"/>
                </a:cubicBezTo>
                <a:cubicBezTo>
                  <a:pt x="260" y="415"/>
                  <a:pt x="260" y="415"/>
                  <a:pt x="260" y="415"/>
                </a:cubicBezTo>
                <a:cubicBezTo>
                  <a:pt x="253" y="415"/>
                  <a:pt x="253" y="415"/>
                  <a:pt x="253" y="415"/>
                </a:cubicBezTo>
                <a:cubicBezTo>
                  <a:pt x="253" y="411"/>
                  <a:pt x="253" y="411"/>
                  <a:pt x="253" y="411"/>
                </a:cubicBezTo>
                <a:cubicBezTo>
                  <a:pt x="256" y="411"/>
                  <a:pt x="256" y="411"/>
                  <a:pt x="256" y="411"/>
                </a:cubicBezTo>
                <a:cubicBezTo>
                  <a:pt x="255" y="404"/>
                  <a:pt x="255" y="400"/>
                  <a:pt x="253" y="397"/>
                </a:cubicBezTo>
                <a:cubicBezTo>
                  <a:pt x="253" y="390"/>
                  <a:pt x="253" y="390"/>
                  <a:pt x="253" y="390"/>
                </a:cubicBezTo>
                <a:cubicBezTo>
                  <a:pt x="260" y="390"/>
                  <a:pt x="260" y="390"/>
                  <a:pt x="260" y="390"/>
                </a:cubicBezTo>
                <a:close/>
                <a:moveTo>
                  <a:pt x="260" y="423"/>
                </a:moveTo>
                <a:cubicBezTo>
                  <a:pt x="260" y="446"/>
                  <a:pt x="260" y="446"/>
                  <a:pt x="260" y="446"/>
                </a:cubicBezTo>
                <a:cubicBezTo>
                  <a:pt x="258" y="447"/>
                  <a:pt x="255" y="448"/>
                  <a:pt x="253" y="449"/>
                </a:cubicBezTo>
                <a:cubicBezTo>
                  <a:pt x="253" y="449"/>
                  <a:pt x="253" y="449"/>
                  <a:pt x="253" y="449"/>
                </a:cubicBezTo>
                <a:cubicBezTo>
                  <a:pt x="253" y="436"/>
                  <a:pt x="253" y="436"/>
                  <a:pt x="253" y="436"/>
                </a:cubicBezTo>
                <a:cubicBezTo>
                  <a:pt x="255" y="434"/>
                  <a:pt x="256" y="430"/>
                  <a:pt x="258" y="424"/>
                </a:cubicBezTo>
                <a:cubicBezTo>
                  <a:pt x="259" y="423"/>
                  <a:pt x="259" y="423"/>
                  <a:pt x="260" y="423"/>
                </a:cubicBezTo>
                <a:close/>
                <a:moveTo>
                  <a:pt x="260" y="454"/>
                </a:moveTo>
                <a:cubicBezTo>
                  <a:pt x="260" y="488"/>
                  <a:pt x="260" y="488"/>
                  <a:pt x="260" y="488"/>
                </a:cubicBezTo>
                <a:cubicBezTo>
                  <a:pt x="258" y="487"/>
                  <a:pt x="257" y="486"/>
                  <a:pt x="255" y="485"/>
                </a:cubicBezTo>
                <a:cubicBezTo>
                  <a:pt x="255" y="485"/>
                  <a:pt x="255" y="484"/>
                  <a:pt x="255" y="483"/>
                </a:cubicBezTo>
                <a:cubicBezTo>
                  <a:pt x="253" y="483"/>
                  <a:pt x="253" y="483"/>
                  <a:pt x="253" y="483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57"/>
                  <a:pt x="253" y="457"/>
                  <a:pt x="253" y="457"/>
                </a:cubicBezTo>
                <a:cubicBezTo>
                  <a:pt x="255" y="456"/>
                  <a:pt x="257" y="455"/>
                  <a:pt x="260" y="454"/>
                </a:cubicBezTo>
                <a:close/>
                <a:moveTo>
                  <a:pt x="260" y="493"/>
                </a:moveTo>
                <a:cubicBezTo>
                  <a:pt x="258" y="492"/>
                  <a:pt x="257" y="491"/>
                  <a:pt x="256" y="489"/>
                </a:cubicBezTo>
                <a:cubicBezTo>
                  <a:pt x="255" y="488"/>
                  <a:pt x="254" y="488"/>
                  <a:pt x="253" y="488"/>
                </a:cubicBezTo>
                <a:cubicBezTo>
                  <a:pt x="253" y="487"/>
                  <a:pt x="253" y="487"/>
                  <a:pt x="253" y="487"/>
                </a:cubicBezTo>
                <a:cubicBezTo>
                  <a:pt x="253" y="497"/>
                  <a:pt x="253" y="497"/>
                  <a:pt x="253" y="497"/>
                </a:cubicBezTo>
                <a:cubicBezTo>
                  <a:pt x="255" y="499"/>
                  <a:pt x="258" y="502"/>
                  <a:pt x="260" y="505"/>
                </a:cubicBezTo>
                <a:cubicBezTo>
                  <a:pt x="260" y="493"/>
                  <a:pt x="260" y="493"/>
                  <a:pt x="260" y="493"/>
                </a:cubicBezTo>
                <a:close/>
                <a:moveTo>
                  <a:pt x="260" y="523"/>
                </a:moveTo>
                <a:cubicBezTo>
                  <a:pt x="260" y="527"/>
                  <a:pt x="260" y="527"/>
                  <a:pt x="260" y="527"/>
                </a:cubicBezTo>
                <a:cubicBezTo>
                  <a:pt x="258" y="528"/>
                  <a:pt x="257" y="529"/>
                  <a:pt x="256" y="531"/>
                </a:cubicBezTo>
                <a:cubicBezTo>
                  <a:pt x="258" y="531"/>
                  <a:pt x="259" y="532"/>
                  <a:pt x="260" y="533"/>
                </a:cubicBezTo>
                <a:cubicBezTo>
                  <a:pt x="260" y="537"/>
                  <a:pt x="260" y="537"/>
                  <a:pt x="260" y="537"/>
                </a:cubicBezTo>
                <a:cubicBezTo>
                  <a:pt x="258" y="536"/>
                  <a:pt x="256" y="535"/>
                  <a:pt x="253" y="534"/>
                </a:cubicBezTo>
                <a:cubicBezTo>
                  <a:pt x="253" y="529"/>
                  <a:pt x="253" y="529"/>
                  <a:pt x="253" y="529"/>
                </a:cubicBezTo>
                <a:cubicBezTo>
                  <a:pt x="255" y="527"/>
                  <a:pt x="258" y="525"/>
                  <a:pt x="260" y="523"/>
                </a:cubicBezTo>
                <a:close/>
                <a:moveTo>
                  <a:pt x="260" y="547"/>
                </a:moveTo>
                <a:cubicBezTo>
                  <a:pt x="260" y="552"/>
                  <a:pt x="260" y="552"/>
                  <a:pt x="260" y="552"/>
                </a:cubicBezTo>
                <a:cubicBezTo>
                  <a:pt x="258" y="550"/>
                  <a:pt x="255" y="548"/>
                  <a:pt x="253" y="547"/>
                </a:cubicBezTo>
                <a:cubicBezTo>
                  <a:pt x="253" y="543"/>
                  <a:pt x="253" y="543"/>
                  <a:pt x="253" y="543"/>
                </a:cubicBezTo>
                <a:cubicBezTo>
                  <a:pt x="255" y="544"/>
                  <a:pt x="258" y="545"/>
                  <a:pt x="260" y="547"/>
                </a:cubicBezTo>
                <a:close/>
                <a:moveTo>
                  <a:pt x="260" y="552"/>
                </a:moveTo>
                <a:cubicBezTo>
                  <a:pt x="260" y="557"/>
                  <a:pt x="260" y="557"/>
                  <a:pt x="260" y="557"/>
                </a:cubicBezTo>
                <a:cubicBezTo>
                  <a:pt x="258" y="558"/>
                  <a:pt x="258" y="558"/>
                  <a:pt x="258" y="558"/>
                </a:cubicBezTo>
                <a:cubicBezTo>
                  <a:pt x="258" y="559"/>
                  <a:pt x="258" y="560"/>
                  <a:pt x="258" y="561"/>
                </a:cubicBezTo>
                <a:cubicBezTo>
                  <a:pt x="260" y="562"/>
                  <a:pt x="260" y="562"/>
                  <a:pt x="260" y="562"/>
                </a:cubicBezTo>
                <a:cubicBezTo>
                  <a:pt x="260" y="571"/>
                  <a:pt x="260" y="571"/>
                  <a:pt x="260" y="571"/>
                </a:cubicBezTo>
                <a:cubicBezTo>
                  <a:pt x="258" y="578"/>
                  <a:pt x="257" y="583"/>
                  <a:pt x="260" y="588"/>
                </a:cubicBezTo>
                <a:cubicBezTo>
                  <a:pt x="260" y="595"/>
                  <a:pt x="260" y="595"/>
                  <a:pt x="260" y="595"/>
                </a:cubicBezTo>
                <a:cubicBezTo>
                  <a:pt x="258" y="594"/>
                  <a:pt x="255" y="593"/>
                  <a:pt x="253" y="591"/>
                </a:cubicBezTo>
                <a:cubicBezTo>
                  <a:pt x="253" y="555"/>
                  <a:pt x="253" y="555"/>
                  <a:pt x="253" y="555"/>
                </a:cubicBezTo>
                <a:cubicBezTo>
                  <a:pt x="254" y="556"/>
                  <a:pt x="254" y="556"/>
                  <a:pt x="254" y="556"/>
                </a:cubicBezTo>
                <a:cubicBezTo>
                  <a:pt x="256" y="554"/>
                  <a:pt x="258" y="553"/>
                  <a:pt x="260" y="552"/>
                </a:cubicBezTo>
                <a:close/>
                <a:moveTo>
                  <a:pt x="260" y="721"/>
                </a:moveTo>
                <a:cubicBezTo>
                  <a:pt x="260" y="729"/>
                  <a:pt x="260" y="729"/>
                  <a:pt x="260" y="729"/>
                </a:cubicBezTo>
                <a:cubicBezTo>
                  <a:pt x="258" y="728"/>
                  <a:pt x="256" y="727"/>
                  <a:pt x="253" y="726"/>
                </a:cubicBezTo>
                <a:cubicBezTo>
                  <a:pt x="253" y="719"/>
                  <a:pt x="253" y="719"/>
                  <a:pt x="253" y="719"/>
                </a:cubicBezTo>
                <a:cubicBezTo>
                  <a:pt x="255" y="720"/>
                  <a:pt x="258" y="720"/>
                  <a:pt x="260" y="721"/>
                </a:cubicBezTo>
                <a:close/>
                <a:moveTo>
                  <a:pt x="248" y="29"/>
                </a:moveTo>
                <a:cubicBezTo>
                  <a:pt x="250" y="29"/>
                  <a:pt x="251" y="28"/>
                  <a:pt x="253" y="27"/>
                </a:cubicBezTo>
                <a:cubicBezTo>
                  <a:pt x="253" y="46"/>
                  <a:pt x="253" y="46"/>
                  <a:pt x="253" y="46"/>
                </a:cubicBezTo>
                <a:cubicBezTo>
                  <a:pt x="251" y="45"/>
                  <a:pt x="250" y="44"/>
                  <a:pt x="248" y="43"/>
                </a:cubicBezTo>
                <a:cubicBezTo>
                  <a:pt x="248" y="29"/>
                  <a:pt x="248" y="29"/>
                  <a:pt x="248" y="29"/>
                </a:cubicBezTo>
                <a:close/>
                <a:moveTo>
                  <a:pt x="253" y="767"/>
                </a:moveTo>
                <a:cubicBezTo>
                  <a:pt x="251" y="766"/>
                  <a:pt x="250" y="764"/>
                  <a:pt x="248" y="763"/>
                </a:cubicBezTo>
                <a:cubicBezTo>
                  <a:pt x="248" y="733"/>
                  <a:pt x="248" y="733"/>
                  <a:pt x="248" y="733"/>
                </a:cubicBezTo>
                <a:cubicBezTo>
                  <a:pt x="249" y="743"/>
                  <a:pt x="249" y="749"/>
                  <a:pt x="253" y="755"/>
                </a:cubicBezTo>
                <a:cubicBezTo>
                  <a:pt x="253" y="767"/>
                  <a:pt x="253" y="767"/>
                  <a:pt x="253" y="767"/>
                </a:cubicBezTo>
                <a:close/>
                <a:moveTo>
                  <a:pt x="253" y="66"/>
                </a:moveTo>
                <a:cubicBezTo>
                  <a:pt x="253" y="75"/>
                  <a:pt x="253" y="75"/>
                  <a:pt x="253" y="75"/>
                </a:cubicBezTo>
                <a:cubicBezTo>
                  <a:pt x="251" y="75"/>
                  <a:pt x="251" y="75"/>
                  <a:pt x="251" y="75"/>
                </a:cubicBezTo>
                <a:cubicBezTo>
                  <a:pt x="250" y="76"/>
                  <a:pt x="249" y="77"/>
                  <a:pt x="248" y="78"/>
                </a:cubicBezTo>
                <a:cubicBezTo>
                  <a:pt x="248" y="64"/>
                  <a:pt x="248" y="64"/>
                  <a:pt x="248" y="64"/>
                </a:cubicBezTo>
                <a:cubicBezTo>
                  <a:pt x="251" y="66"/>
                  <a:pt x="251" y="66"/>
                  <a:pt x="251" y="66"/>
                </a:cubicBezTo>
                <a:cubicBezTo>
                  <a:pt x="252" y="66"/>
                  <a:pt x="253" y="66"/>
                  <a:pt x="253" y="66"/>
                </a:cubicBezTo>
                <a:close/>
                <a:moveTo>
                  <a:pt x="253" y="213"/>
                </a:moveTo>
                <a:cubicBezTo>
                  <a:pt x="253" y="221"/>
                  <a:pt x="253" y="221"/>
                  <a:pt x="253" y="221"/>
                </a:cubicBezTo>
                <a:cubicBezTo>
                  <a:pt x="251" y="222"/>
                  <a:pt x="250" y="222"/>
                  <a:pt x="248" y="224"/>
                </a:cubicBezTo>
                <a:cubicBezTo>
                  <a:pt x="248" y="218"/>
                  <a:pt x="248" y="218"/>
                  <a:pt x="248" y="218"/>
                </a:cubicBezTo>
                <a:cubicBezTo>
                  <a:pt x="250" y="216"/>
                  <a:pt x="251" y="214"/>
                  <a:pt x="253" y="213"/>
                </a:cubicBezTo>
                <a:close/>
                <a:moveTo>
                  <a:pt x="253" y="231"/>
                </a:moveTo>
                <a:cubicBezTo>
                  <a:pt x="253" y="237"/>
                  <a:pt x="253" y="237"/>
                  <a:pt x="253" y="237"/>
                </a:cubicBezTo>
                <a:cubicBezTo>
                  <a:pt x="251" y="236"/>
                  <a:pt x="250" y="236"/>
                  <a:pt x="248" y="235"/>
                </a:cubicBezTo>
                <a:cubicBezTo>
                  <a:pt x="248" y="228"/>
                  <a:pt x="248" y="228"/>
                  <a:pt x="248" y="228"/>
                </a:cubicBezTo>
                <a:cubicBezTo>
                  <a:pt x="250" y="229"/>
                  <a:pt x="251" y="230"/>
                  <a:pt x="253" y="231"/>
                </a:cubicBezTo>
                <a:close/>
                <a:moveTo>
                  <a:pt x="253" y="242"/>
                </a:moveTo>
                <a:cubicBezTo>
                  <a:pt x="253" y="249"/>
                  <a:pt x="253" y="249"/>
                  <a:pt x="253" y="249"/>
                </a:cubicBezTo>
                <a:cubicBezTo>
                  <a:pt x="253" y="249"/>
                  <a:pt x="252" y="249"/>
                  <a:pt x="249" y="250"/>
                </a:cubicBezTo>
                <a:cubicBezTo>
                  <a:pt x="249" y="251"/>
                  <a:pt x="249" y="252"/>
                  <a:pt x="248" y="253"/>
                </a:cubicBezTo>
                <a:cubicBezTo>
                  <a:pt x="248" y="245"/>
                  <a:pt x="248" y="245"/>
                  <a:pt x="248" y="245"/>
                </a:cubicBezTo>
                <a:cubicBezTo>
                  <a:pt x="250" y="244"/>
                  <a:pt x="252" y="244"/>
                  <a:pt x="253" y="242"/>
                </a:cubicBezTo>
                <a:close/>
                <a:moveTo>
                  <a:pt x="253" y="255"/>
                </a:moveTo>
                <a:cubicBezTo>
                  <a:pt x="253" y="263"/>
                  <a:pt x="253" y="263"/>
                  <a:pt x="253" y="263"/>
                </a:cubicBezTo>
                <a:cubicBezTo>
                  <a:pt x="252" y="265"/>
                  <a:pt x="252" y="268"/>
                  <a:pt x="253" y="271"/>
                </a:cubicBezTo>
                <a:cubicBezTo>
                  <a:pt x="253" y="278"/>
                  <a:pt x="253" y="278"/>
                  <a:pt x="253" y="278"/>
                </a:cubicBezTo>
                <a:cubicBezTo>
                  <a:pt x="251" y="276"/>
                  <a:pt x="250" y="275"/>
                  <a:pt x="248" y="273"/>
                </a:cubicBezTo>
                <a:cubicBezTo>
                  <a:pt x="248" y="263"/>
                  <a:pt x="248" y="263"/>
                  <a:pt x="248" y="263"/>
                </a:cubicBezTo>
                <a:cubicBezTo>
                  <a:pt x="251" y="260"/>
                  <a:pt x="252" y="258"/>
                  <a:pt x="253" y="255"/>
                </a:cubicBezTo>
                <a:close/>
                <a:moveTo>
                  <a:pt x="253" y="304"/>
                </a:moveTo>
                <a:cubicBezTo>
                  <a:pt x="253" y="338"/>
                  <a:pt x="253" y="338"/>
                  <a:pt x="253" y="338"/>
                </a:cubicBezTo>
                <a:cubicBezTo>
                  <a:pt x="253" y="339"/>
                  <a:pt x="253" y="340"/>
                  <a:pt x="253" y="341"/>
                </a:cubicBezTo>
                <a:cubicBezTo>
                  <a:pt x="253" y="341"/>
                  <a:pt x="253" y="340"/>
                  <a:pt x="253" y="340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2" y="348"/>
                  <a:pt x="252" y="345"/>
                  <a:pt x="251" y="343"/>
                </a:cubicBezTo>
                <a:cubicBezTo>
                  <a:pt x="251" y="343"/>
                  <a:pt x="250" y="343"/>
                  <a:pt x="249" y="344"/>
                </a:cubicBezTo>
                <a:cubicBezTo>
                  <a:pt x="249" y="345"/>
                  <a:pt x="248" y="346"/>
                  <a:pt x="248" y="347"/>
                </a:cubicBezTo>
                <a:cubicBezTo>
                  <a:pt x="248" y="332"/>
                  <a:pt x="248" y="332"/>
                  <a:pt x="248" y="332"/>
                </a:cubicBezTo>
                <a:cubicBezTo>
                  <a:pt x="250" y="328"/>
                  <a:pt x="251" y="323"/>
                  <a:pt x="251" y="319"/>
                </a:cubicBezTo>
                <a:cubicBezTo>
                  <a:pt x="250" y="320"/>
                  <a:pt x="249" y="321"/>
                  <a:pt x="248" y="321"/>
                </a:cubicBezTo>
                <a:cubicBezTo>
                  <a:pt x="248" y="302"/>
                  <a:pt x="248" y="302"/>
                  <a:pt x="248" y="302"/>
                </a:cubicBezTo>
                <a:cubicBezTo>
                  <a:pt x="249" y="302"/>
                  <a:pt x="251" y="303"/>
                  <a:pt x="253" y="304"/>
                </a:cubicBezTo>
                <a:close/>
                <a:moveTo>
                  <a:pt x="253" y="363"/>
                </a:moveTo>
                <a:cubicBezTo>
                  <a:pt x="253" y="374"/>
                  <a:pt x="253" y="374"/>
                  <a:pt x="253" y="374"/>
                </a:cubicBezTo>
                <a:cubicBezTo>
                  <a:pt x="251" y="372"/>
                  <a:pt x="250" y="371"/>
                  <a:pt x="248" y="370"/>
                </a:cubicBezTo>
                <a:cubicBezTo>
                  <a:pt x="248" y="362"/>
                  <a:pt x="248" y="362"/>
                  <a:pt x="248" y="362"/>
                </a:cubicBezTo>
                <a:cubicBezTo>
                  <a:pt x="250" y="362"/>
                  <a:pt x="251" y="363"/>
                  <a:pt x="253" y="363"/>
                </a:cubicBezTo>
                <a:close/>
                <a:moveTo>
                  <a:pt x="253" y="390"/>
                </a:moveTo>
                <a:cubicBezTo>
                  <a:pt x="253" y="397"/>
                  <a:pt x="253" y="397"/>
                  <a:pt x="253" y="397"/>
                </a:cubicBezTo>
                <a:cubicBezTo>
                  <a:pt x="252" y="396"/>
                  <a:pt x="251" y="394"/>
                  <a:pt x="248" y="394"/>
                </a:cubicBezTo>
                <a:cubicBezTo>
                  <a:pt x="248" y="390"/>
                  <a:pt x="248" y="390"/>
                  <a:pt x="248" y="390"/>
                </a:cubicBezTo>
                <a:cubicBezTo>
                  <a:pt x="253" y="390"/>
                  <a:pt x="253" y="390"/>
                  <a:pt x="253" y="390"/>
                </a:cubicBezTo>
                <a:close/>
                <a:moveTo>
                  <a:pt x="253" y="411"/>
                </a:moveTo>
                <a:cubicBezTo>
                  <a:pt x="253" y="415"/>
                  <a:pt x="253" y="415"/>
                  <a:pt x="253" y="415"/>
                </a:cubicBezTo>
                <a:cubicBezTo>
                  <a:pt x="248" y="415"/>
                  <a:pt x="248" y="415"/>
                  <a:pt x="248" y="415"/>
                </a:cubicBezTo>
                <a:cubicBezTo>
                  <a:pt x="248" y="410"/>
                  <a:pt x="248" y="410"/>
                  <a:pt x="248" y="410"/>
                </a:cubicBezTo>
                <a:cubicBezTo>
                  <a:pt x="249" y="410"/>
                  <a:pt x="249" y="411"/>
                  <a:pt x="250" y="411"/>
                </a:cubicBezTo>
                <a:cubicBezTo>
                  <a:pt x="253" y="411"/>
                  <a:pt x="253" y="411"/>
                  <a:pt x="253" y="411"/>
                </a:cubicBezTo>
                <a:close/>
                <a:moveTo>
                  <a:pt x="253" y="436"/>
                </a:moveTo>
                <a:cubicBezTo>
                  <a:pt x="253" y="449"/>
                  <a:pt x="253" y="449"/>
                  <a:pt x="253" y="449"/>
                </a:cubicBezTo>
                <a:cubicBezTo>
                  <a:pt x="251" y="452"/>
                  <a:pt x="250" y="454"/>
                  <a:pt x="248" y="456"/>
                </a:cubicBezTo>
                <a:cubicBezTo>
                  <a:pt x="248" y="439"/>
                  <a:pt x="248" y="439"/>
                  <a:pt x="248" y="439"/>
                </a:cubicBezTo>
                <a:cubicBezTo>
                  <a:pt x="250" y="438"/>
                  <a:pt x="252" y="438"/>
                  <a:pt x="253" y="436"/>
                </a:cubicBezTo>
                <a:close/>
                <a:moveTo>
                  <a:pt x="253" y="457"/>
                </a:moveTo>
                <a:cubicBezTo>
                  <a:pt x="253" y="470"/>
                  <a:pt x="253" y="470"/>
                  <a:pt x="253" y="470"/>
                </a:cubicBezTo>
                <a:cubicBezTo>
                  <a:pt x="247" y="462"/>
                  <a:pt x="249" y="459"/>
                  <a:pt x="253" y="457"/>
                </a:cubicBezTo>
                <a:close/>
                <a:moveTo>
                  <a:pt x="253" y="470"/>
                </a:moveTo>
                <a:cubicBezTo>
                  <a:pt x="252" y="470"/>
                  <a:pt x="251" y="470"/>
                  <a:pt x="250" y="470"/>
                </a:cubicBezTo>
                <a:cubicBezTo>
                  <a:pt x="248" y="468"/>
                  <a:pt x="248" y="468"/>
                  <a:pt x="248" y="468"/>
                </a:cubicBezTo>
                <a:cubicBezTo>
                  <a:pt x="248" y="493"/>
                  <a:pt x="248" y="493"/>
                  <a:pt x="248" y="493"/>
                </a:cubicBezTo>
                <a:cubicBezTo>
                  <a:pt x="250" y="494"/>
                  <a:pt x="252" y="496"/>
                  <a:pt x="253" y="497"/>
                </a:cubicBezTo>
                <a:cubicBezTo>
                  <a:pt x="253" y="487"/>
                  <a:pt x="253" y="487"/>
                  <a:pt x="253" y="487"/>
                </a:cubicBezTo>
                <a:cubicBezTo>
                  <a:pt x="253" y="486"/>
                  <a:pt x="252" y="484"/>
                  <a:pt x="251" y="483"/>
                </a:cubicBezTo>
                <a:cubicBezTo>
                  <a:pt x="253" y="483"/>
                  <a:pt x="253" y="483"/>
                  <a:pt x="253" y="483"/>
                </a:cubicBezTo>
                <a:cubicBezTo>
                  <a:pt x="253" y="470"/>
                  <a:pt x="253" y="470"/>
                  <a:pt x="253" y="470"/>
                </a:cubicBezTo>
                <a:close/>
                <a:moveTo>
                  <a:pt x="253" y="529"/>
                </a:moveTo>
                <a:cubicBezTo>
                  <a:pt x="253" y="534"/>
                  <a:pt x="253" y="534"/>
                  <a:pt x="253" y="534"/>
                </a:cubicBezTo>
                <a:cubicBezTo>
                  <a:pt x="253" y="534"/>
                  <a:pt x="253" y="534"/>
                  <a:pt x="253" y="534"/>
                </a:cubicBezTo>
                <a:cubicBezTo>
                  <a:pt x="251" y="535"/>
                  <a:pt x="250" y="536"/>
                  <a:pt x="249" y="537"/>
                </a:cubicBezTo>
                <a:cubicBezTo>
                  <a:pt x="249" y="538"/>
                  <a:pt x="249" y="539"/>
                  <a:pt x="249" y="540"/>
                </a:cubicBezTo>
                <a:cubicBezTo>
                  <a:pt x="250" y="541"/>
                  <a:pt x="252" y="542"/>
                  <a:pt x="253" y="543"/>
                </a:cubicBezTo>
                <a:cubicBezTo>
                  <a:pt x="253" y="547"/>
                  <a:pt x="253" y="547"/>
                  <a:pt x="253" y="547"/>
                </a:cubicBezTo>
                <a:cubicBezTo>
                  <a:pt x="252" y="546"/>
                  <a:pt x="250" y="545"/>
                  <a:pt x="248" y="544"/>
                </a:cubicBezTo>
                <a:cubicBezTo>
                  <a:pt x="248" y="534"/>
                  <a:pt x="248" y="534"/>
                  <a:pt x="248" y="534"/>
                </a:cubicBezTo>
                <a:cubicBezTo>
                  <a:pt x="250" y="532"/>
                  <a:pt x="251" y="531"/>
                  <a:pt x="253" y="529"/>
                </a:cubicBezTo>
                <a:close/>
                <a:moveTo>
                  <a:pt x="253" y="555"/>
                </a:moveTo>
                <a:cubicBezTo>
                  <a:pt x="253" y="591"/>
                  <a:pt x="253" y="591"/>
                  <a:pt x="253" y="591"/>
                </a:cubicBezTo>
                <a:cubicBezTo>
                  <a:pt x="251" y="589"/>
                  <a:pt x="250" y="588"/>
                  <a:pt x="248" y="586"/>
                </a:cubicBezTo>
                <a:cubicBezTo>
                  <a:pt x="248" y="580"/>
                  <a:pt x="248" y="580"/>
                  <a:pt x="248" y="580"/>
                </a:cubicBezTo>
                <a:cubicBezTo>
                  <a:pt x="249" y="581"/>
                  <a:pt x="249" y="582"/>
                  <a:pt x="250" y="583"/>
                </a:cubicBezTo>
                <a:cubicBezTo>
                  <a:pt x="253" y="570"/>
                  <a:pt x="255" y="566"/>
                  <a:pt x="248" y="557"/>
                </a:cubicBezTo>
                <a:cubicBezTo>
                  <a:pt x="248" y="551"/>
                  <a:pt x="248" y="551"/>
                  <a:pt x="248" y="551"/>
                </a:cubicBezTo>
                <a:cubicBezTo>
                  <a:pt x="249" y="552"/>
                  <a:pt x="251" y="553"/>
                  <a:pt x="253" y="555"/>
                </a:cubicBezTo>
                <a:close/>
                <a:moveTo>
                  <a:pt x="253" y="719"/>
                </a:moveTo>
                <a:cubicBezTo>
                  <a:pt x="253" y="726"/>
                  <a:pt x="253" y="726"/>
                  <a:pt x="253" y="726"/>
                </a:cubicBezTo>
                <a:cubicBezTo>
                  <a:pt x="252" y="726"/>
                  <a:pt x="250" y="725"/>
                  <a:pt x="248" y="724"/>
                </a:cubicBezTo>
                <a:cubicBezTo>
                  <a:pt x="248" y="717"/>
                  <a:pt x="248" y="717"/>
                  <a:pt x="248" y="717"/>
                </a:cubicBezTo>
                <a:cubicBezTo>
                  <a:pt x="250" y="717"/>
                  <a:pt x="251" y="718"/>
                  <a:pt x="253" y="719"/>
                </a:cubicBezTo>
                <a:close/>
                <a:moveTo>
                  <a:pt x="248" y="503"/>
                </a:moveTo>
                <a:cubicBezTo>
                  <a:pt x="248" y="497"/>
                  <a:pt x="248" y="497"/>
                  <a:pt x="248" y="497"/>
                </a:cubicBezTo>
                <a:cubicBezTo>
                  <a:pt x="248" y="497"/>
                  <a:pt x="249" y="497"/>
                  <a:pt x="249" y="497"/>
                </a:cubicBezTo>
                <a:cubicBezTo>
                  <a:pt x="249" y="499"/>
                  <a:pt x="249" y="500"/>
                  <a:pt x="250" y="502"/>
                </a:cubicBezTo>
                <a:cubicBezTo>
                  <a:pt x="249" y="502"/>
                  <a:pt x="249" y="503"/>
                  <a:pt x="248" y="503"/>
                </a:cubicBezTo>
                <a:close/>
                <a:moveTo>
                  <a:pt x="238" y="33"/>
                </a:moveTo>
                <a:cubicBezTo>
                  <a:pt x="241" y="32"/>
                  <a:pt x="245" y="31"/>
                  <a:pt x="248" y="29"/>
                </a:cubicBezTo>
                <a:cubicBezTo>
                  <a:pt x="248" y="43"/>
                  <a:pt x="248" y="43"/>
                  <a:pt x="248" y="43"/>
                </a:cubicBezTo>
                <a:cubicBezTo>
                  <a:pt x="245" y="42"/>
                  <a:pt x="241" y="42"/>
                  <a:pt x="238" y="42"/>
                </a:cubicBezTo>
                <a:cubicBezTo>
                  <a:pt x="238" y="33"/>
                  <a:pt x="238" y="33"/>
                  <a:pt x="238" y="33"/>
                </a:cubicBezTo>
                <a:close/>
                <a:moveTo>
                  <a:pt x="248" y="763"/>
                </a:moveTo>
                <a:cubicBezTo>
                  <a:pt x="248" y="763"/>
                  <a:pt x="248" y="763"/>
                  <a:pt x="248" y="763"/>
                </a:cubicBezTo>
                <a:cubicBezTo>
                  <a:pt x="245" y="762"/>
                  <a:pt x="241" y="762"/>
                  <a:pt x="238" y="760"/>
                </a:cubicBezTo>
                <a:cubicBezTo>
                  <a:pt x="238" y="753"/>
                  <a:pt x="238" y="753"/>
                  <a:pt x="238" y="753"/>
                </a:cubicBezTo>
                <a:cubicBezTo>
                  <a:pt x="241" y="753"/>
                  <a:pt x="241" y="753"/>
                  <a:pt x="241" y="753"/>
                </a:cubicBezTo>
                <a:cubicBezTo>
                  <a:pt x="240" y="745"/>
                  <a:pt x="240" y="737"/>
                  <a:pt x="238" y="729"/>
                </a:cubicBezTo>
                <a:cubicBezTo>
                  <a:pt x="238" y="711"/>
                  <a:pt x="238" y="711"/>
                  <a:pt x="238" y="711"/>
                </a:cubicBezTo>
                <a:cubicBezTo>
                  <a:pt x="239" y="713"/>
                  <a:pt x="241" y="714"/>
                  <a:pt x="242" y="715"/>
                </a:cubicBezTo>
                <a:cubicBezTo>
                  <a:pt x="244" y="716"/>
                  <a:pt x="246" y="716"/>
                  <a:pt x="248" y="717"/>
                </a:cubicBezTo>
                <a:cubicBezTo>
                  <a:pt x="248" y="724"/>
                  <a:pt x="248" y="724"/>
                  <a:pt x="248" y="724"/>
                </a:cubicBezTo>
                <a:cubicBezTo>
                  <a:pt x="248" y="724"/>
                  <a:pt x="248" y="724"/>
                  <a:pt x="248" y="724"/>
                </a:cubicBezTo>
                <a:cubicBezTo>
                  <a:pt x="248" y="727"/>
                  <a:pt x="248" y="730"/>
                  <a:pt x="248" y="733"/>
                </a:cubicBezTo>
                <a:cubicBezTo>
                  <a:pt x="248" y="763"/>
                  <a:pt x="248" y="763"/>
                  <a:pt x="248" y="763"/>
                </a:cubicBezTo>
                <a:close/>
                <a:moveTo>
                  <a:pt x="248" y="64"/>
                </a:moveTo>
                <a:cubicBezTo>
                  <a:pt x="248" y="78"/>
                  <a:pt x="248" y="78"/>
                  <a:pt x="248" y="78"/>
                </a:cubicBezTo>
                <a:cubicBezTo>
                  <a:pt x="245" y="80"/>
                  <a:pt x="241" y="83"/>
                  <a:pt x="238" y="84"/>
                </a:cubicBezTo>
                <a:cubicBezTo>
                  <a:pt x="238" y="76"/>
                  <a:pt x="238" y="76"/>
                  <a:pt x="238" y="76"/>
                </a:cubicBezTo>
                <a:cubicBezTo>
                  <a:pt x="240" y="75"/>
                  <a:pt x="241" y="74"/>
                  <a:pt x="243" y="73"/>
                </a:cubicBezTo>
                <a:cubicBezTo>
                  <a:pt x="238" y="69"/>
                  <a:pt x="238" y="69"/>
                  <a:pt x="238" y="69"/>
                </a:cubicBezTo>
                <a:cubicBezTo>
                  <a:pt x="238" y="58"/>
                  <a:pt x="238" y="58"/>
                  <a:pt x="238" y="58"/>
                </a:cubicBezTo>
                <a:cubicBezTo>
                  <a:pt x="248" y="64"/>
                  <a:pt x="248" y="64"/>
                  <a:pt x="248" y="64"/>
                </a:cubicBezTo>
                <a:close/>
                <a:moveTo>
                  <a:pt x="248" y="218"/>
                </a:moveTo>
                <a:cubicBezTo>
                  <a:pt x="248" y="224"/>
                  <a:pt x="248" y="224"/>
                  <a:pt x="248" y="224"/>
                </a:cubicBezTo>
                <a:cubicBezTo>
                  <a:pt x="247" y="225"/>
                  <a:pt x="246" y="226"/>
                  <a:pt x="245" y="227"/>
                </a:cubicBezTo>
                <a:cubicBezTo>
                  <a:pt x="248" y="228"/>
                  <a:pt x="248" y="228"/>
                  <a:pt x="248" y="228"/>
                </a:cubicBezTo>
                <a:cubicBezTo>
                  <a:pt x="248" y="235"/>
                  <a:pt x="248" y="235"/>
                  <a:pt x="248" y="235"/>
                </a:cubicBezTo>
                <a:cubicBezTo>
                  <a:pt x="244" y="234"/>
                  <a:pt x="241" y="234"/>
                  <a:pt x="238" y="235"/>
                </a:cubicBezTo>
                <a:cubicBezTo>
                  <a:pt x="238" y="226"/>
                  <a:pt x="238" y="226"/>
                  <a:pt x="238" y="226"/>
                </a:cubicBezTo>
                <a:cubicBezTo>
                  <a:pt x="241" y="223"/>
                  <a:pt x="245" y="220"/>
                  <a:pt x="248" y="218"/>
                </a:cubicBezTo>
                <a:close/>
                <a:moveTo>
                  <a:pt x="248" y="245"/>
                </a:moveTo>
                <a:cubicBezTo>
                  <a:pt x="248" y="253"/>
                  <a:pt x="248" y="253"/>
                  <a:pt x="248" y="253"/>
                </a:cubicBezTo>
                <a:cubicBezTo>
                  <a:pt x="245" y="258"/>
                  <a:pt x="241" y="259"/>
                  <a:pt x="247" y="265"/>
                </a:cubicBezTo>
                <a:cubicBezTo>
                  <a:pt x="247" y="264"/>
                  <a:pt x="248" y="264"/>
                  <a:pt x="248" y="263"/>
                </a:cubicBezTo>
                <a:cubicBezTo>
                  <a:pt x="248" y="273"/>
                  <a:pt x="248" y="273"/>
                  <a:pt x="248" y="273"/>
                </a:cubicBezTo>
                <a:cubicBezTo>
                  <a:pt x="245" y="269"/>
                  <a:pt x="242" y="266"/>
                  <a:pt x="241" y="263"/>
                </a:cubicBezTo>
                <a:cubicBezTo>
                  <a:pt x="240" y="263"/>
                  <a:pt x="239" y="263"/>
                  <a:pt x="238" y="263"/>
                </a:cubicBezTo>
                <a:cubicBezTo>
                  <a:pt x="238" y="257"/>
                  <a:pt x="238" y="257"/>
                  <a:pt x="238" y="257"/>
                </a:cubicBezTo>
                <a:cubicBezTo>
                  <a:pt x="240" y="256"/>
                  <a:pt x="241" y="254"/>
                  <a:pt x="243" y="252"/>
                </a:cubicBezTo>
                <a:cubicBezTo>
                  <a:pt x="241" y="251"/>
                  <a:pt x="240" y="251"/>
                  <a:pt x="238" y="250"/>
                </a:cubicBezTo>
                <a:cubicBezTo>
                  <a:pt x="238" y="243"/>
                  <a:pt x="238" y="243"/>
                  <a:pt x="238" y="243"/>
                </a:cubicBezTo>
                <a:cubicBezTo>
                  <a:pt x="243" y="245"/>
                  <a:pt x="243" y="245"/>
                  <a:pt x="243" y="245"/>
                </a:cubicBezTo>
                <a:cubicBezTo>
                  <a:pt x="245" y="245"/>
                  <a:pt x="247" y="245"/>
                  <a:pt x="248" y="245"/>
                </a:cubicBezTo>
                <a:close/>
                <a:moveTo>
                  <a:pt x="248" y="302"/>
                </a:moveTo>
                <a:cubicBezTo>
                  <a:pt x="248" y="321"/>
                  <a:pt x="248" y="321"/>
                  <a:pt x="248" y="321"/>
                </a:cubicBezTo>
                <a:cubicBezTo>
                  <a:pt x="245" y="324"/>
                  <a:pt x="243" y="324"/>
                  <a:pt x="238" y="324"/>
                </a:cubicBezTo>
                <a:cubicBezTo>
                  <a:pt x="238" y="327"/>
                  <a:pt x="239" y="328"/>
                  <a:pt x="242" y="331"/>
                </a:cubicBezTo>
                <a:cubicBezTo>
                  <a:pt x="242" y="334"/>
                  <a:pt x="242" y="337"/>
                  <a:pt x="242" y="341"/>
                </a:cubicBezTo>
                <a:cubicBezTo>
                  <a:pt x="245" y="339"/>
                  <a:pt x="247" y="336"/>
                  <a:pt x="248" y="332"/>
                </a:cubicBezTo>
                <a:cubicBezTo>
                  <a:pt x="248" y="347"/>
                  <a:pt x="248" y="347"/>
                  <a:pt x="248" y="347"/>
                </a:cubicBezTo>
                <a:cubicBezTo>
                  <a:pt x="248" y="347"/>
                  <a:pt x="248" y="347"/>
                  <a:pt x="248" y="347"/>
                </a:cubicBezTo>
                <a:cubicBezTo>
                  <a:pt x="245" y="348"/>
                  <a:pt x="242" y="349"/>
                  <a:pt x="238" y="349"/>
                </a:cubicBezTo>
                <a:cubicBezTo>
                  <a:pt x="238" y="311"/>
                  <a:pt x="238" y="311"/>
                  <a:pt x="238" y="311"/>
                </a:cubicBezTo>
                <a:cubicBezTo>
                  <a:pt x="242" y="304"/>
                  <a:pt x="244" y="301"/>
                  <a:pt x="248" y="302"/>
                </a:cubicBezTo>
                <a:close/>
                <a:moveTo>
                  <a:pt x="248" y="362"/>
                </a:moveTo>
                <a:cubicBezTo>
                  <a:pt x="248" y="370"/>
                  <a:pt x="248" y="370"/>
                  <a:pt x="248" y="370"/>
                </a:cubicBezTo>
                <a:cubicBezTo>
                  <a:pt x="246" y="370"/>
                  <a:pt x="243" y="370"/>
                  <a:pt x="238" y="370"/>
                </a:cubicBezTo>
                <a:cubicBezTo>
                  <a:pt x="238" y="360"/>
                  <a:pt x="238" y="360"/>
                  <a:pt x="238" y="360"/>
                </a:cubicBezTo>
                <a:cubicBezTo>
                  <a:pt x="241" y="360"/>
                  <a:pt x="245" y="362"/>
                  <a:pt x="248" y="362"/>
                </a:cubicBezTo>
                <a:close/>
                <a:moveTo>
                  <a:pt x="248" y="390"/>
                </a:moveTo>
                <a:cubicBezTo>
                  <a:pt x="248" y="394"/>
                  <a:pt x="248" y="394"/>
                  <a:pt x="248" y="394"/>
                </a:cubicBezTo>
                <a:cubicBezTo>
                  <a:pt x="247" y="393"/>
                  <a:pt x="246" y="393"/>
                  <a:pt x="245" y="393"/>
                </a:cubicBezTo>
                <a:cubicBezTo>
                  <a:pt x="246" y="399"/>
                  <a:pt x="247" y="404"/>
                  <a:pt x="248" y="410"/>
                </a:cubicBezTo>
                <a:cubicBezTo>
                  <a:pt x="248" y="410"/>
                  <a:pt x="248" y="410"/>
                  <a:pt x="248" y="410"/>
                </a:cubicBezTo>
                <a:cubicBezTo>
                  <a:pt x="248" y="415"/>
                  <a:pt x="248" y="415"/>
                  <a:pt x="248" y="415"/>
                </a:cubicBezTo>
                <a:cubicBezTo>
                  <a:pt x="238" y="415"/>
                  <a:pt x="238" y="415"/>
                  <a:pt x="238" y="415"/>
                </a:cubicBezTo>
                <a:cubicBezTo>
                  <a:pt x="238" y="411"/>
                  <a:pt x="238" y="411"/>
                  <a:pt x="238" y="411"/>
                </a:cubicBezTo>
                <a:cubicBezTo>
                  <a:pt x="240" y="411"/>
                  <a:pt x="242" y="410"/>
                  <a:pt x="244" y="410"/>
                </a:cubicBezTo>
                <a:cubicBezTo>
                  <a:pt x="243" y="405"/>
                  <a:pt x="242" y="400"/>
                  <a:pt x="241" y="395"/>
                </a:cubicBezTo>
                <a:cubicBezTo>
                  <a:pt x="240" y="395"/>
                  <a:pt x="239" y="394"/>
                  <a:pt x="238" y="394"/>
                </a:cubicBezTo>
                <a:cubicBezTo>
                  <a:pt x="238" y="390"/>
                  <a:pt x="238" y="390"/>
                  <a:pt x="238" y="390"/>
                </a:cubicBezTo>
                <a:cubicBezTo>
                  <a:pt x="248" y="390"/>
                  <a:pt x="248" y="390"/>
                  <a:pt x="248" y="390"/>
                </a:cubicBezTo>
                <a:close/>
                <a:moveTo>
                  <a:pt x="248" y="439"/>
                </a:moveTo>
                <a:cubicBezTo>
                  <a:pt x="248" y="456"/>
                  <a:pt x="248" y="456"/>
                  <a:pt x="248" y="456"/>
                </a:cubicBezTo>
                <a:cubicBezTo>
                  <a:pt x="246" y="458"/>
                  <a:pt x="243" y="461"/>
                  <a:pt x="238" y="467"/>
                </a:cubicBezTo>
                <a:cubicBezTo>
                  <a:pt x="241" y="472"/>
                  <a:pt x="243" y="476"/>
                  <a:pt x="248" y="478"/>
                </a:cubicBezTo>
                <a:cubicBezTo>
                  <a:pt x="247" y="476"/>
                  <a:pt x="245" y="473"/>
                  <a:pt x="244" y="470"/>
                </a:cubicBezTo>
                <a:cubicBezTo>
                  <a:pt x="244" y="470"/>
                  <a:pt x="245" y="469"/>
                  <a:pt x="245" y="468"/>
                </a:cubicBezTo>
                <a:cubicBezTo>
                  <a:pt x="246" y="468"/>
                  <a:pt x="247" y="468"/>
                  <a:pt x="248" y="468"/>
                </a:cubicBezTo>
                <a:cubicBezTo>
                  <a:pt x="248" y="468"/>
                  <a:pt x="248" y="468"/>
                  <a:pt x="248" y="468"/>
                </a:cubicBezTo>
                <a:cubicBezTo>
                  <a:pt x="248" y="493"/>
                  <a:pt x="248" y="493"/>
                  <a:pt x="248" y="493"/>
                </a:cubicBezTo>
                <a:cubicBezTo>
                  <a:pt x="247" y="493"/>
                  <a:pt x="246" y="493"/>
                  <a:pt x="245" y="492"/>
                </a:cubicBezTo>
                <a:cubicBezTo>
                  <a:pt x="246" y="495"/>
                  <a:pt x="246" y="496"/>
                  <a:pt x="248" y="497"/>
                </a:cubicBezTo>
                <a:cubicBezTo>
                  <a:pt x="248" y="503"/>
                  <a:pt x="248" y="503"/>
                  <a:pt x="248" y="503"/>
                </a:cubicBezTo>
                <a:cubicBezTo>
                  <a:pt x="247" y="503"/>
                  <a:pt x="246" y="503"/>
                  <a:pt x="245" y="504"/>
                </a:cubicBezTo>
                <a:cubicBezTo>
                  <a:pt x="242" y="501"/>
                  <a:pt x="240" y="500"/>
                  <a:pt x="238" y="500"/>
                </a:cubicBezTo>
                <a:cubicBezTo>
                  <a:pt x="238" y="486"/>
                  <a:pt x="238" y="486"/>
                  <a:pt x="238" y="486"/>
                </a:cubicBezTo>
                <a:cubicBezTo>
                  <a:pt x="239" y="486"/>
                  <a:pt x="240" y="486"/>
                  <a:pt x="241" y="487"/>
                </a:cubicBezTo>
                <a:cubicBezTo>
                  <a:pt x="241" y="485"/>
                  <a:pt x="240" y="482"/>
                  <a:pt x="240" y="480"/>
                </a:cubicBezTo>
                <a:cubicBezTo>
                  <a:pt x="238" y="480"/>
                  <a:pt x="238" y="480"/>
                  <a:pt x="238" y="480"/>
                </a:cubicBezTo>
                <a:cubicBezTo>
                  <a:pt x="238" y="455"/>
                  <a:pt x="238" y="455"/>
                  <a:pt x="238" y="455"/>
                </a:cubicBezTo>
                <a:cubicBezTo>
                  <a:pt x="240" y="453"/>
                  <a:pt x="242" y="451"/>
                  <a:pt x="244" y="447"/>
                </a:cubicBezTo>
                <a:cubicBezTo>
                  <a:pt x="242" y="447"/>
                  <a:pt x="240" y="446"/>
                  <a:pt x="238" y="446"/>
                </a:cubicBezTo>
                <a:cubicBezTo>
                  <a:pt x="238" y="439"/>
                  <a:pt x="238" y="439"/>
                  <a:pt x="238" y="439"/>
                </a:cubicBezTo>
                <a:cubicBezTo>
                  <a:pt x="243" y="439"/>
                  <a:pt x="246" y="439"/>
                  <a:pt x="248" y="439"/>
                </a:cubicBezTo>
                <a:close/>
                <a:moveTo>
                  <a:pt x="248" y="534"/>
                </a:moveTo>
                <a:cubicBezTo>
                  <a:pt x="248" y="544"/>
                  <a:pt x="248" y="544"/>
                  <a:pt x="248" y="544"/>
                </a:cubicBezTo>
                <a:cubicBezTo>
                  <a:pt x="247" y="544"/>
                  <a:pt x="245" y="543"/>
                  <a:pt x="243" y="543"/>
                </a:cubicBezTo>
                <a:cubicBezTo>
                  <a:pt x="245" y="548"/>
                  <a:pt x="246" y="549"/>
                  <a:pt x="248" y="551"/>
                </a:cubicBezTo>
                <a:cubicBezTo>
                  <a:pt x="248" y="557"/>
                  <a:pt x="248" y="557"/>
                  <a:pt x="248" y="557"/>
                </a:cubicBezTo>
                <a:cubicBezTo>
                  <a:pt x="247" y="556"/>
                  <a:pt x="247" y="555"/>
                  <a:pt x="246" y="554"/>
                </a:cubicBezTo>
                <a:cubicBezTo>
                  <a:pt x="243" y="567"/>
                  <a:pt x="240" y="572"/>
                  <a:pt x="248" y="580"/>
                </a:cubicBezTo>
                <a:cubicBezTo>
                  <a:pt x="248" y="586"/>
                  <a:pt x="248" y="586"/>
                  <a:pt x="248" y="586"/>
                </a:cubicBezTo>
                <a:cubicBezTo>
                  <a:pt x="245" y="584"/>
                  <a:pt x="241" y="580"/>
                  <a:pt x="238" y="577"/>
                </a:cubicBezTo>
                <a:cubicBezTo>
                  <a:pt x="238" y="563"/>
                  <a:pt x="238" y="563"/>
                  <a:pt x="238" y="563"/>
                </a:cubicBezTo>
                <a:cubicBezTo>
                  <a:pt x="239" y="557"/>
                  <a:pt x="241" y="551"/>
                  <a:pt x="238" y="547"/>
                </a:cubicBezTo>
                <a:cubicBezTo>
                  <a:pt x="238" y="539"/>
                  <a:pt x="238" y="539"/>
                  <a:pt x="238" y="539"/>
                </a:cubicBezTo>
                <a:cubicBezTo>
                  <a:pt x="238" y="540"/>
                  <a:pt x="239" y="540"/>
                  <a:pt x="240" y="540"/>
                </a:cubicBezTo>
                <a:cubicBezTo>
                  <a:pt x="242" y="539"/>
                  <a:pt x="245" y="537"/>
                  <a:pt x="248" y="534"/>
                </a:cubicBezTo>
                <a:close/>
                <a:moveTo>
                  <a:pt x="230" y="37"/>
                </a:moveTo>
                <a:cubicBezTo>
                  <a:pt x="232" y="36"/>
                  <a:pt x="235" y="35"/>
                  <a:pt x="238" y="33"/>
                </a:cubicBezTo>
                <a:cubicBezTo>
                  <a:pt x="238" y="42"/>
                  <a:pt x="238" y="42"/>
                  <a:pt x="238" y="42"/>
                </a:cubicBezTo>
                <a:cubicBezTo>
                  <a:pt x="235" y="42"/>
                  <a:pt x="232" y="43"/>
                  <a:pt x="230" y="45"/>
                </a:cubicBezTo>
                <a:cubicBezTo>
                  <a:pt x="230" y="37"/>
                  <a:pt x="230" y="37"/>
                  <a:pt x="230" y="37"/>
                </a:cubicBezTo>
                <a:close/>
                <a:moveTo>
                  <a:pt x="238" y="760"/>
                </a:moveTo>
                <a:cubicBezTo>
                  <a:pt x="235" y="760"/>
                  <a:pt x="232" y="759"/>
                  <a:pt x="230" y="757"/>
                </a:cubicBezTo>
                <a:cubicBezTo>
                  <a:pt x="230" y="749"/>
                  <a:pt x="230" y="749"/>
                  <a:pt x="230" y="749"/>
                </a:cubicBezTo>
                <a:cubicBezTo>
                  <a:pt x="232" y="750"/>
                  <a:pt x="234" y="751"/>
                  <a:pt x="237" y="753"/>
                </a:cubicBezTo>
                <a:cubicBezTo>
                  <a:pt x="238" y="753"/>
                  <a:pt x="238" y="753"/>
                  <a:pt x="238" y="753"/>
                </a:cubicBezTo>
                <a:cubicBezTo>
                  <a:pt x="238" y="760"/>
                  <a:pt x="238" y="760"/>
                  <a:pt x="238" y="760"/>
                </a:cubicBezTo>
                <a:close/>
                <a:moveTo>
                  <a:pt x="238" y="58"/>
                </a:moveTo>
                <a:cubicBezTo>
                  <a:pt x="238" y="69"/>
                  <a:pt x="238" y="69"/>
                  <a:pt x="238" y="69"/>
                </a:cubicBezTo>
                <a:cubicBezTo>
                  <a:pt x="230" y="63"/>
                  <a:pt x="230" y="63"/>
                  <a:pt x="230" y="63"/>
                </a:cubicBezTo>
                <a:cubicBezTo>
                  <a:pt x="230" y="53"/>
                  <a:pt x="230" y="53"/>
                  <a:pt x="230" y="53"/>
                </a:cubicBezTo>
                <a:cubicBezTo>
                  <a:pt x="238" y="58"/>
                  <a:pt x="238" y="58"/>
                  <a:pt x="238" y="58"/>
                </a:cubicBezTo>
                <a:close/>
                <a:moveTo>
                  <a:pt x="238" y="76"/>
                </a:moveTo>
                <a:cubicBezTo>
                  <a:pt x="238" y="84"/>
                  <a:pt x="238" y="84"/>
                  <a:pt x="238" y="84"/>
                </a:cubicBezTo>
                <a:cubicBezTo>
                  <a:pt x="235" y="86"/>
                  <a:pt x="233" y="87"/>
                  <a:pt x="230" y="88"/>
                </a:cubicBezTo>
                <a:cubicBezTo>
                  <a:pt x="230" y="79"/>
                  <a:pt x="230" y="79"/>
                  <a:pt x="230" y="79"/>
                </a:cubicBezTo>
                <a:cubicBezTo>
                  <a:pt x="232" y="78"/>
                  <a:pt x="235" y="77"/>
                  <a:pt x="238" y="76"/>
                </a:cubicBezTo>
                <a:close/>
                <a:moveTo>
                  <a:pt x="238" y="226"/>
                </a:moveTo>
                <a:cubicBezTo>
                  <a:pt x="238" y="235"/>
                  <a:pt x="238" y="235"/>
                  <a:pt x="238" y="235"/>
                </a:cubicBezTo>
                <a:cubicBezTo>
                  <a:pt x="236" y="236"/>
                  <a:pt x="233" y="238"/>
                  <a:pt x="230" y="241"/>
                </a:cubicBezTo>
                <a:cubicBezTo>
                  <a:pt x="230" y="233"/>
                  <a:pt x="230" y="233"/>
                  <a:pt x="230" y="233"/>
                </a:cubicBezTo>
                <a:cubicBezTo>
                  <a:pt x="232" y="230"/>
                  <a:pt x="235" y="228"/>
                  <a:pt x="238" y="226"/>
                </a:cubicBezTo>
                <a:close/>
                <a:moveTo>
                  <a:pt x="238" y="243"/>
                </a:moveTo>
                <a:cubicBezTo>
                  <a:pt x="238" y="250"/>
                  <a:pt x="238" y="250"/>
                  <a:pt x="238" y="250"/>
                </a:cubicBezTo>
                <a:cubicBezTo>
                  <a:pt x="235" y="249"/>
                  <a:pt x="232" y="248"/>
                  <a:pt x="230" y="248"/>
                </a:cubicBezTo>
                <a:cubicBezTo>
                  <a:pt x="230" y="241"/>
                  <a:pt x="230" y="241"/>
                  <a:pt x="230" y="241"/>
                </a:cubicBezTo>
                <a:cubicBezTo>
                  <a:pt x="232" y="242"/>
                  <a:pt x="235" y="243"/>
                  <a:pt x="238" y="243"/>
                </a:cubicBezTo>
                <a:close/>
                <a:moveTo>
                  <a:pt x="238" y="257"/>
                </a:moveTo>
                <a:cubicBezTo>
                  <a:pt x="238" y="263"/>
                  <a:pt x="238" y="263"/>
                  <a:pt x="238" y="263"/>
                </a:cubicBezTo>
                <a:cubicBezTo>
                  <a:pt x="238" y="264"/>
                  <a:pt x="237" y="264"/>
                  <a:pt x="237" y="264"/>
                </a:cubicBezTo>
                <a:cubicBezTo>
                  <a:pt x="236" y="266"/>
                  <a:pt x="233" y="271"/>
                  <a:pt x="230" y="276"/>
                </a:cubicBezTo>
                <a:cubicBezTo>
                  <a:pt x="230" y="266"/>
                  <a:pt x="230" y="266"/>
                  <a:pt x="230" y="266"/>
                </a:cubicBezTo>
                <a:cubicBezTo>
                  <a:pt x="230" y="266"/>
                  <a:pt x="230" y="266"/>
                  <a:pt x="230" y="265"/>
                </a:cubicBezTo>
                <a:cubicBezTo>
                  <a:pt x="230" y="265"/>
                  <a:pt x="230" y="265"/>
                  <a:pt x="230" y="265"/>
                </a:cubicBezTo>
                <a:cubicBezTo>
                  <a:pt x="230" y="259"/>
                  <a:pt x="230" y="259"/>
                  <a:pt x="230" y="259"/>
                </a:cubicBezTo>
                <a:cubicBezTo>
                  <a:pt x="232" y="259"/>
                  <a:pt x="232" y="259"/>
                  <a:pt x="232" y="259"/>
                </a:cubicBezTo>
                <a:cubicBezTo>
                  <a:pt x="234" y="258"/>
                  <a:pt x="236" y="258"/>
                  <a:pt x="238" y="257"/>
                </a:cubicBezTo>
                <a:close/>
                <a:moveTo>
                  <a:pt x="238" y="311"/>
                </a:moveTo>
                <a:cubicBezTo>
                  <a:pt x="238" y="349"/>
                  <a:pt x="238" y="349"/>
                  <a:pt x="238" y="349"/>
                </a:cubicBezTo>
                <a:cubicBezTo>
                  <a:pt x="235" y="349"/>
                  <a:pt x="232" y="349"/>
                  <a:pt x="230" y="348"/>
                </a:cubicBezTo>
                <a:cubicBezTo>
                  <a:pt x="230" y="299"/>
                  <a:pt x="230" y="299"/>
                  <a:pt x="230" y="299"/>
                </a:cubicBezTo>
                <a:cubicBezTo>
                  <a:pt x="232" y="299"/>
                  <a:pt x="233" y="299"/>
                  <a:pt x="235" y="299"/>
                </a:cubicBezTo>
                <a:cubicBezTo>
                  <a:pt x="234" y="304"/>
                  <a:pt x="230" y="312"/>
                  <a:pt x="230" y="316"/>
                </a:cubicBezTo>
                <a:cubicBezTo>
                  <a:pt x="232" y="316"/>
                  <a:pt x="233" y="316"/>
                  <a:pt x="235" y="316"/>
                </a:cubicBezTo>
                <a:cubicBezTo>
                  <a:pt x="236" y="314"/>
                  <a:pt x="237" y="312"/>
                  <a:pt x="238" y="311"/>
                </a:cubicBezTo>
                <a:close/>
                <a:moveTo>
                  <a:pt x="238" y="360"/>
                </a:moveTo>
                <a:cubicBezTo>
                  <a:pt x="238" y="370"/>
                  <a:pt x="238" y="370"/>
                  <a:pt x="238" y="370"/>
                </a:cubicBezTo>
                <a:cubicBezTo>
                  <a:pt x="237" y="370"/>
                  <a:pt x="237" y="370"/>
                  <a:pt x="236" y="370"/>
                </a:cubicBezTo>
                <a:cubicBezTo>
                  <a:pt x="236" y="373"/>
                  <a:pt x="236" y="375"/>
                  <a:pt x="236" y="378"/>
                </a:cubicBezTo>
                <a:cubicBezTo>
                  <a:pt x="230" y="378"/>
                  <a:pt x="230" y="378"/>
                  <a:pt x="230" y="378"/>
                </a:cubicBezTo>
                <a:cubicBezTo>
                  <a:pt x="230" y="358"/>
                  <a:pt x="230" y="358"/>
                  <a:pt x="230" y="358"/>
                </a:cubicBezTo>
                <a:cubicBezTo>
                  <a:pt x="232" y="359"/>
                  <a:pt x="235" y="359"/>
                  <a:pt x="238" y="360"/>
                </a:cubicBezTo>
                <a:close/>
                <a:moveTo>
                  <a:pt x="238" y="390"/>
                </a:moveTo>
                <a:cubicBezTo>
                  <a:pt x="238" y="394"/>
                  <a:pt x="238" y="394"/>
                  <a:pt x="238" y="394"/>
                </a:cubicBezTo>
                <a:cubicBezTo>
                  <a:pt x="236" y="394"/>
                  <a:pt x="234" y="394"/>
                  <a:pt x="232" y="394"/>
                </a:cubicBezTo>
                <a:cubicBezTo>
                  <a:pt x="236" y="409"/>
                  <a:pt x="236" y="409"/>
                  <a:pt x="237" y="411"/>
                </a:cubicBezTo>
                <a:cubicBezTo>
                  <a:pt x="238" y="411"/>
                  <a:pt x="238" y="411"/>
                  <a:pt x="238" y="411"/>
                </a:cubicBezTo>
                <a:cubicBezTo>
                  <a:pt x="238" y="415"/>
                  <a:pt x="238" y="415"/>
                  <a:pt x="238" y="415"/>
                </a:cubicBezTo>
                <a:cubicBezTo>
                  <a:pt x="230" y="415"/>
                  <a:pt x="230" y="415"/>
                  <a:pt x="230" y="415"/>
                </a:cubicBezTo>
                <a:cubicBezTo>
                  <a:pt x="230" y="411"/>
                  <a:pt x="230" y="411"/>
                  <a:pt x="230" y="411"/>
                </a:cubicBezTo>
                <a:cubicBezTo>
                  <a:pt x="232" y="411"/>
                  <a:pt x="232" y="411"/>
                  <a:pt x="232" y="411"/>
                </a:cubicBezTo>
                <a:cubicBezTo>
                  <a:pt x="230" y="406"/>
                  <a:pt x="230" y="403"/>
                  <a:pt x="230" y="400"/>
                </a:cubicBezTo>
                <a:cubicBezTo>
                  <a:pt x="230" y="390"/>
                  <a:pt x="230" y="390"/>
                  <a:pt x="230" y="390"/>
                </a:cubicBezTo>
                <a:cubicBezTo>
                  <a:pt x="238" y="390"/>
                  <a:pt x="238" y="390"/>
                  <a:pt x="238" y="390"/>
                </a:cubicBezTo>
                <a:close/>
                <a:moveTo>
                  <a:pt x="238" y="439"/>
                </a:moveTo>
                <a:cubicBezTo>
                  <a:pt x="238" y="446"/>
                  <a:pt x="238" y="446"/>
                  <a:pt x="238" y="446"/>
                </a:cubicBezTo>
                <a:cubicBezTo>
                  <a:pt x="236" y="445"/>
                  <a:pt x="234" y="445"/>
                  <a:pt x="232" y="444"/>
                </a:cubicBezTo>
                <a:cubicBezTo>
                  <a:pt x="232" y="440"/>
                  <a:pt x="232" y="440"/>
                  <a:pt x="234" y="439"/>
                </a:cubicBezTo>
                <a:cubicBezTo>
                  <a:pt x="235" y="439"/>
                  <a:pt x="236" y="439"/>
                  <a:pt x="238" y="439"/>
                </a:cubicBezTo>
                <a:close/>
                <a:moveTo>
                  <a:pt x="238" y="455"/>
                </a:moveTo>
                <a:cubicBezTo>
                  <a:pt x="238" y="480"/>
                  <a:pt x="238" y="480"/>
                  <a:pt x="238" y="480"/>
                </a:cubicBezTo>
                <a:cubicBezTo>
                  <a:pt x="237" y="480"/>
                  <a:pt x="237" y="480"/>
                  <a:pt x="237" y="480"/>
                </a:cubicBezTo>
                <a:cubicBezTo>
                  <a:pt x="236" y="477"/>
                  <a:pt x="236" y="477"/>
                  <a:pt x="232" y="474"/>
                </a:cubicBezTo>
                <a:cubicBezTo>
                  <a:pt x="231" y="474"/>
                  <a:pt x="230" y="474"/>
                  <a:pt x="230" y="475"/>
                </a:cubicBezTo>
                <a:cubicBezTo>
                  <a:pt x="230" y="455"/>
                  <a:pt x="230" y="455"/>
                  <a:pt x="230" y="455"/>
                </a:cubicBezTo>
                <a:cubicBezTo>
                  <a:pt x="230" y="457"/>
                  <a:pt x="231" y="458"/>
                  <a:pt x="232" y="459"/>
                </a:cubicBezTo>
                <a:cubicBezTo>
                  <a:pt x="234" y="457"/>
                  <a:pt x="236" y="456"/>
                  <a:pt x="238" y="455"/>
                </a:cubicBezTo>
                <a:close/>
                <a:moveTo>
                  <a:pt x="238" y="486"/>
                </a:moveTo>
                <a:cubicBezTo>
                  <a:pt x="238" y="500"/>
                  <a:pt x="238" y="500"/>
                  <a:pt x="238" y="500"/>
                </a:cubicBezTo>
                <a:cubicBezTo>
                  <a:pt x="235" y="499"/>
                  <a:pt x="233" y="499"/>
                  <a:pt x="230" y="499"/>
                </a:cubicBezTo>
                <a:cubicBezTo>
                  <a:pt x="230" y="484"/>
                  <a:pt x="230" y="484"/>
                  <a:pt x="230" y="484"/>
                </a:cubicBezTo>
                <a:cubicBezTo>
                  <a:pt x="230" y="484"/>
                  <a:pt x="232" y="483"/>
                  <a:pt x="233" y="483"/>
                </a:cubicBezTo>
                <a:cubicBezTo>
                  <a:pt x="235" y="485"/>
                  <a:pt x="236" y="486"/>
                  <a:pt x="238" y="486"/>
                </a:cubicBezTo>
                <a:close/>
                <a:moveTo>
                  <a:pt x="238" y="539"/>
                </a:moveTo>
                <a:cubicBezTo>
                  <a:pt x="238" y="547"/>
                  <a:pt x="238" y="547"/>
                  <a:pt x="238" y="547"/>
                </a:cubicBezTo>
                <a:cubicBezTo>
                  <a:pt x="237" y="545"/>
                  <a:pt x="235" y="543"/>
                  <a:pt x="233" y="542"/>
                </a:cubicBezTo>
                <a:cubicBezTo>
                  <a:pt x="232" y="546"/>
                  <a:pt x="230" y="548"/>
                  <a:pt x="230" y="551"/>
                </a:cubicBezTo>
                <a:cubicBezTo>
                  <a:pt x="230" y="529"/>
                  <a:pt x="230" y="529"/>
                  <a:pt x="230" y="529"/>
                </a:cubicBezTo>
                <a:cubicBezTo>
                  <a:pt x="230" y="529"/>
                  <a:pt x="230" y="529"/>
                  <a:pt x="231" y="530"/>
                </a:cubicBezTo>
                <a:cubicBezTo>
                  <a:pt x="233" y="536"/>
                  <a:pt x="234" y="536"/>
                  <a:pt x="238" y="539"/>
                </a:cubicBezTo>
                <a:close/>
                <a:moveTo>
                  <a:pt x="238" y="563"/>
                </a:moveTo>
                <a:cubicBezTo>
                  <a:pt x="238" y="577"/>
                  <a:pt x="238" y="577"/>
                  <a:pt x="238" y="577"/>
                </a:cubicBezTo>
                <a:cubicBezTo>
                  <a:pt x="235" y="575"/>
                  <a:pt x="232" y="572"/>
                  <a:pt x="230" y="569"/>
                </a:cubicBezTo>
                <a:cubicBezTo>
                  <a:pt x="230" y="561"/>
                  <a:pt x="230" y="561"/>
                  <a:pt x="230" y="561"/>
                </a:cubicBezTo>
                <a:cubicBezTo>
                  <a:pt x="230" y="563"/>
                  <a:pt x="232" y="565"/>
                  <a:pt x="234" y="569"/>
                </a:cubicBezTo>
                <a:cubicBezTo>
                  <a:pt x="235" y="568"/>
                  <a:pt x="236" y="568"/>
                  <a:pt x="236" y="568"/>
                </a:cubicBezTo>
                <a:cubicBezTo>
                  <a:pt x="237" y="566"/>
                  <a:pt x="237" y="565"/>
                  <a:pt x="238" y="563"/>
                </a:cubicBezTo>
                <a:close/>
                <a:moveTo>
                  <a:pt x="238" y="711"/>
                </a:moveTo>
                <a:cubicBezTo>
                  <a:pt x="238" y="729"/>
                  <a:pt x="238" y="729"/>
                  <a:pt x="238" y="729"/>
                </a:cubicBezTo>
                <a:cubicBezTo>
                  <a:pt x="237" y="724"/>
                  <a:pt x="235" y="720"/>
                  <a:pt x="233" y="716"/>
                </a:cubicBezTo>
                <a:cubicBezTo>
                  <a:pt x="232" y="716"/>
                  <a:pt x="231" y="715"/>
                  <a:pt x="230" y="715"/>
                </a:cubicBezTo>
                <a:cubicBezTo>
                  <a:pt x="230" y="706"/>
                  <a:pt x="230" y="706"/>
                  <a:pt x="230" y="706"/>
                </a:cubicBezTo>
                <a:cubicBezTo>
                  <a:pt x="232" y="707"/>
                  <a:pt x="235" y="709"/>
                  <a:pt x="238" y="711"/>
                </a:cubicBezTo>
                <a:close/>
                <a:moveTo>
                  <a:pt x="230" y="173"/>
                </a:moveTo>
                <a:cubicBezTo>
                  <a:pt x="230" y="167"/>
                  <a:pt x="230" y="167"/>
                  <a:pt x="230" y="167"/>
                </a:cubicBezTo>
                <a:cubicBezTo>
                  <a:pt x="230" y="169"/>
                  <a:pt x="231" y="170"/>
                  <a:pt x="231" y="172"/>
                </a:cubicBezTo>
                <a:cubicBezTo>
                  <a:pt x="230" y="173"/>
                  <a:pt x="230" y="173"/>
                  <a:pt x="230" y="173"/>
                </a:cubicBezTo>
                <a:close/>
                <a:moveTo>
                  <a:pt x="222" y="42"/>
                </a:moveTo>
                <a:cubicBezTo>
                  <a:pt x="224" y="40"/>
                  <a:pt x="227" y="39"/>
                  <a:pt x="230" y="37"/>
                </a:cubicBezTo>
                <a:cubicBezTo>
                  <a:pt x="230" y="45"/>
                  <a:pt x="230" y="45"/>
                  <a:pt x="230" y="45"/>
                </a:cubicBezTo>
                <a:cubicBezTo>
                  <a:pt x="228" y="46"/>
                  <a:pt x="226" y="47"/>
                  <a:pt x="224" y="49"/>
                </a:cubicBezTo>
                <a:cubicBezTo>
                  <a:pt x="230" y="53"/>
                  <a:pt x="230" y="53"/>
                  <a:pt x="230" y="53"/>
                </a:cubicBezTo>
                <a:cubicBezTo>
                  <a:pt x="230" y="63"/>
                  <a:pt x="230" y="63"/>
                  <a:pt x="230" y="63"/>
                </a:cubicBezTo>
                <a:cubicBezTo>
                  <a:pt x="229" y="62"/>
                  <a:pt x="229" y="62"/>
                  <a:pt x="229" y="62"/>
                </a:cubicBezTo>
                <a:cubicBezTo>
                  <a:pt x="226" y="61"/>
                  <a:pt x="224" y="60"/>
                  <a:pt x="222" y="59"/>
                </a:cubicBezTo>
                <a:cubicBezTo>
                  <a:pt x="222" y="42"/>
                  <a:pt x="222" y="42"/>
                  <a:pt x="222" y="42"/>
                </a:cubicBezTo>
                <a:close/>
                <a:moveTo>
                  <a:pt x="230" y="757"/>
                </a:moveTo>
                <a:cubicBezTo>
                  <a:pt x="227" y="756"/>
                  <a:pt x="224" y="755"/>
                  <a:pt x="222" y="753"/>
                </a:cubicBezTo>
                <a:cubicBezTo>
                  <a:pt x="222" y="740"/>
                  <a:pt x="222" y="740"/>
                  <a:pt x="222" y="740"/>
                </a:cubicBezTo>
                <a:cubicBezTo>
                  <a:pt x="223" y="743"/>
                  <a:pt x="226" y="745"/>
                  <a:pt x="230" y="749"/>
                </a:cubicBezTo>
                <a:cubicBezTo>
                  <a:pt x="230" y="757"/>
                  <a:pt x="230" y="757"/>
                  <a:pt x="230" y="757"/>
                </a:cubicBezTo>
                <a:close/>
                <a:moveTo>
                  <a:pt x="230" y="79"/>
                </a:moveTo>
                <a:cubicBezTo>
                  <a:pt x="230" y="88"/>
                  <a:pt x="230" y="88"/>
                  <a:pt x="230" y="88"/>
                </a:cubicBezTo>
                <a:cubicBezTo>
                  <a:pt x="228" y="88"/>
                  <a:pt x="226" y="89"/>
                  <a:pt x="224" y="89"/>
                </a:cubicBezTo>
                <a:cubicBezTo>
                  <a:pt x="223" y="91"/>
                  <a:pt x="222" y="91"/>
                  <a:pt x="222" y="92"/>
                </a:cubicBezTo>
                <a:cubicBezTo>
                  <a:pt x="222" y="80"/>
                  <a:pt x="222" y="80"/>
                  <a:pt x="222" y="80"/>
                </a:cubicBezTo>
                <a:cubicBezTo>
                  <a:pt x="223" y="80"/>
                  <a:pt x="223" y="80"/>
                  <a:pt x="223" y="80"/>
                </a:cubicBezTo>
                <a:cubicBezTo>
                  <a:pt x="226" y="80"/>
                  <a:pt x="228" y="80"/>
                  <a:pt x="230" y="79"/>
                </a:cubicBezTo>
                <a:close/>
                <a:moveTo>
                  <a:pt x="230" y="167"/>
                </a:moveTo>
                <a:cubicBezTo>
                  <a:pt x="230" y="173"/>
                  <a:pt x="230" y="173"/>
                  <a:pt x="230" y="173"/>
                </a:cubicBezTo>
                <a:cubicBezTo>
                  <a:pt x="228" y="175"/>
                  <a:pt x="226" y="175"/>
                  <a:pt x="223" y="175"/>
                </a:cubicBezTo>
                <a:cubicBezTo>
                  <a:pt x="222" y="174"/>
                  <a:pt x="222" y="174"/>
                  <a:pt x="222" y="173"/>
                </a:cubicBezTo>
                <a:cubicBezTo>
                  <a:pt x="222" y="155"/>
                  <a:pt x="222" y="155"/>
                  <a:pt x="222" y="155"/>
                </a:cubicBezTo>
                <a:cubicBezTo>
                  <a:pt x="224" y="159"/>
                  <a:pt x="228" y="163"/>
                  <a:pt x="230" y="167"/>
                </a:cubicBezTo>
                <a:close/>
                <a:moveTo>
                  <a:pt x="230" y="233"/>
                </a:moveTo>
                <a:cubicBezTo>
                  <a:pt x="230" y="241"/>
                  <a:pt x="230" y="241"/>
                  <a:pt x="230" y="241"/>
                </a:cubicBezTo>
                <a:cubicBezTo>
                  <a:pt x="229" y="241"/>
                  <a:pt x="229" y="241"/>
                  <a:pt x="229" y="241"/>
                </a:cubicBezTo>
                <a:cubicBezTo>
                  <a:pt x="230" y="241"/>
                  <a:pt x="230" y="241"/>
                  <a:pt x="230" y="241"/>
                </a:cubicBezTo>
                <a:cubicBezTo>
                  <a:pt x="230" y="248"/>
                  <a:pt x="230" y="248"/>
                  <a:pt x="230" y="248"/>
                </a:cubicBezTo>
                <a:cubicBezTo>
                  <a:pt x="227" y="248"/>
                  <a:pt x="224" y="248"/>
                  <a:pt x="222" y="250"/>
                </a:cubicBezTo>
                <a:cubicBezTo>
                  <a:pt x="222" y="243"/>
                  <a:pt x="222" y="243"/>
                  <a:pt x="222" y="243"/>
                </a:cubicBezTo>
                <a:cubicBezTo>
                  <a:pt x="225" y="239"/>
                  <a:pt x="228" y="235"/>
                  <a:pt x="229" y="233"/>
                </a:cubicBezTo>
                <a:cubicBezTo>
                  <a:pt x="230" y="233"/>
                  <a:pt x="230" y="233"/>
                  <a:pt x="230" y="233"/>
                </a:cubicBezTo>
                <a:close/>
                <a:moveTo>
                  <a:pt x="230" y="259"/>
                </a:moveTo>
                <a:cubicBezTo>
                  <a:pt x="230" y="265"/>
                  <a:pt x="230" y="265"/>
                  <a:pt x="230" y="265"/>
                </a:cubicBezTo>
                <a:cubicBezTo>
                  <a:pt x="227" y="264"/>
                  <a:pt x="224" y="264"/>
                  <a:pt x="222" y="264"/>
                </a:cubicBezTo>
                <a:cubicBezTo>
                  <a:pt x="222" y="258"/>
                  <a:pt x="222" y="258"/>
                  <a:pt x="222" y="258"/>
                </a:cubicBezTo>
                <a:cubicBezTo>
                  <a:pt x="224" y="258"/>
                  <a:pt x="227" y="258"/>
                  <a:pt x="230" y="259"/>
                </a:cubicBezTo>
                <a:close/>
                <a:moveTo>
                  <a:pt x="230" y="266"/>
                </a:moveTo>
                <a:cubicBezTo>
                  <a:pt x="230" y="276"/>
                  <a:pt x="230" y="276"/>
                  <a:pt x="230" y="276"/>
                </a:cubicBezTo>
                <a:cubicBezTo>
                  <a:pt x="227" y="280"/>
                  <a:pt x="224" y="284"/>
                  <a:pt x="222" y="287"/>
                </a:cubicBezTo>
                <a:cubicBezTo>
                  <a:pt x="222" y="273"/>
                  <a:pt x="222" y="273"/>
                  <a:pt x="222" y="273"/>
                </a:cubicBezTo>
                <a:cubicBezTo>
                  <a:pt x="225" y="273"/>
                  <a:pt x="228" y="271"/>
                  <a:pt x="230" y="266"/>
                </a:cubicBezTo>
                <a:close/>
                <a:moveTo>
                  <a:pt x="230" y="299"/>
                </a:moveTo>
                <a:cubicBezTo>
                  <a:pt x="230" y="348"/>
                  <a:pt x="230" y="348"/>
                  <a:pt x="230" y="348"/>
                </a:cubicBezTo>
                <a:cubicBezTo>
                  <a:pt x="228" y="347"/>
                  <a:pt x="226" y="347"/>
                  <a:pt x="225" y="345"/>
                </a:cubicBezTo>
                <a:cubicBezTo>
                  <a:pt x="225" y="341"/>
                  <a:pt x="225" y="337"/>
                  <a:pt x="225" y="332"/>
                </a:cubicBezTo>
                <a:cubicBezTo>
                  <a:pt x="224" y="335"/>
                  <a:pt x="223" y="339"/>
                  <a:pt x="222" y="342"/>
                </a:cubicBezTo>
                <a:cubicBezTo>
                  <a:pt x="222" y="313"/>
                  <a:pt x="222" y="313"/>
                  <a:pt x="222" y="313"/>
                </a:cubicBezTo>
                <a:cubicBezTo>
                  <a:pt x="222" y="313"/>
                  <a:pt x="222" y="313"/>
                  <a:pt x="223" y="312"/>
                </a:cubicBezTo>
                <a:cubicBezTo>
                  <a:pt x="224" y="307"/>
                  <a:pt x="225" y="303"/>
                  <a:pt x="229" y="299"/>
                </a:cubicBezTo>
                <a:cubicBezTo>
                  <a:pt x="230" y="299"/>
                  <a:pt x="230" y="299"/>
                  <a:pt x="230" y="299"/>
                </a:cubicBezTo>
                <a:close/>
                <a:moveTo>
                  <a:pt x="230" y="358"/>
                </a:moveTo>
                <a:cubicBezTo>
                  <a:pt x="230" y="378"/>
                  <a:pt x="230" y="378"/>
                  <a:pt x="230" y="378"/>
                </a:cubicBezTo>
                <a:cubicBezTo>
                  <a:pt x="228" y="379"/>
                  <a:pt x="228" y="379"/>
                  <a:pt x="228" y="379"/>
                </a:cubicBezTo>
                <a:cubicBezTo>
                  <a:pt x="225" y="371"/>
                  <a:pt x="225" y="366"/>
                  <a:pt x="228" y="358"/>
                </a:cubicBezTo>
                <a:cubicBezTo>
                  <a:pt x="229" y="358"/>
                  <a:pt x="229" y="358"/>
                  <a:pt x="230" y="358"/>
                </a:cubicBezTo>
                <a:close/>
                <a:moveTo>
                  <a:pt x="230" y="390"/>
                </a:moveTo>
                <a:cubicBezTo>
                  <a:pt x="230" y="400"/>
                  <a:pt x="230" y="400"/>
                  <a:pt x="230" y="400"/>
                </a:cubicBezTo>
                <a:cubicBezTo>
                  <a:pt x="229" y="396"/>
                  <a:pt x="227" y="394"/>
                  <a:pt x="222" y="393"/>
                </a:cubicBezTo>
                <a:cubicBezTo>
                  <a:pt x="222" y="390"/>
                  <a:pt x="222" y="390"/>
                  <a:pt x="222" y="390"/>
                </a:cubicBezTo>
                <a:cubicBezTo>
                  <a:pt x="230" y="390"/>
                  <a:pt x="230" y="390"/>
                  <a:pt x="230" y="390"/>
                </a:cubicBezTo>
                <a:close/>
                <a:moveTo>
                  <a:pt x="230" y="411"/>
                </a:moveTo>
                <a:cubicBezTo>
                  <a:pt x="230" y="415"/>
                  <a:pt x="230" y="415"/>
                  <a:pt x="230" y="415"/>
                </a:cubicBezTo>
                <a:cubicBezTo>
                  <a:pt x="222" y="415"/>
                  <a:pt x="222" y="415"/>
                  <a:pt x="222" y="415"/>
                </a:cubicBezTo>
                <a:cubicBezTo>
                  <a:pt x="222" y="402"/>
                  <a:pt x="222" y="402"/>
                  <a:pt x="222" y="402"/>
                </a:cubicBezTo>
                <a:cubicBezTo>
                  <a:pt x="222" y="404"/>
                  <a:pt x="223" y="407"/>
                  <a:pt x="223" y="410"/>
                </a:cubicBezTo>
                <a:cubicBezTo>
                  <a:pt x="224" y="410"/>
                  <a:pt x="225" y="411"/>
                  <a:pt x="226" y="411"/>
                </a:cubicBezTo>
                <a:cubicBezTo>
                  <a:pt x="230" y="411"/>
                  <a:pt x="230" y="411"/>
                  <a:pt x="230" y="411"/>
                </a:cubicBezTo>
                <a:close/>
                <a:moveTo>
                  <a:pt x="230" y="455"/>
                </a:moveTo>
                <a:cubicBezTo>
                  <a:pt x="230" y="475"/>
                  <a:pt x="230" y="475"/>
                  <a:pt x="230" y="475"/>
                </a:cubicBezTo>
                <a:cubicBezTo>
                  <a:pt x="227" y="477"/>
                  <a:pt x="225" y="479"/>
                  <a:pt x="222" y="481"/>
                </a:cubicBezTo>
                <a:cubicBezTo>
                  <a:pt x="222" y="472"/>
                  <a:pt x="222" y="472"/>
                  <a:pt x="222" y="472"/>
                </a:cubicBezTo>
                <a:cubicBezTo>
                  <a:pt x="225" y="467"/>
                  <a:pt x="224" y="463"/>
                  <a:pt x="222" y="458"/>
                </a:cubicBezTo>
                <a:cubicBezTo>
                  <a:pt x="222" y="444"/>
                  <a:pt x="222" y="444"/>
                  <a:pt x="222" y="444"/>
                </a:cubicBezTo>
                <a:cubicBezTo>
                  <a:pt x="226" y="446"/>
                  <a:pt x="228" y="450"/>
                  <a:pt x="230" y="455"/>
                </a:cubicBezTo>
                <a:close/>
                <a:moveTo>
                  <a:pt x="230" y="484"/>
                </a:moveTo>
                <a:cubicBezTo>
                  <a:pt x="230" y="499"/>
                  <a:pt x="230" y="499"/>
                  <a:pt x="230" y="499"/>
                </a:cubicBezTo>
                <a:cubicBezTo>
                  <a:pt x="229" y="499"/>
                  <a:pt x="228" y="499"/>
                  <a:pt x="226" y="499"/>
                </a:cubicBezTo>
                <a:cubicBezTo>
                  <a:pt x="224" y="492"/>
                  <a:pt x="224" y="492"/>
                  <a:pt x="224" y="487"/>
                </a:cubicBezTo>
                <a:cubicBezTo>
                  <a:pt x="226" y="485"/>
                  <a:pt x="227" y="484"/>
                  <a:pt x="230" y="484"/>
                </a:cubicBezTo>
                <a:close/>
                <a:moveTo>
                  <a:pt x="230" y="529"/>
                </a:moveTo>
                <a:cubicBezTo>
                  <a:pt x="230" y="551"/>
                  <a:pt x="230" y="551"/>
                  <a:pt x="230" y="551"/>
                </a:cubicBezTo>
                <a:cubicBezTo>
                  <a:pt x="229" y="554"/>
                  <a:pt x="229" y="557"/>
                  <a:pt x="230" y="561"/>
                </a:cubicBezTo>
                <a:cubicBezTo>
                  <a:pt x="230" y="569"/>
                  <a:pt x="230" y="569"/>
                  <a:pt x="230" y="569"/>
                </a:cubicBezTo>
                <a:cubicBezTo>
                  <a:pt x="227" y="566"/>
                  <a:pt x="224" y="564"/>
                  <a:pt x="222" y="561"/>
                </a:cubicBezTo>
                <a:cubicBezTo>
                  <a:pt x="222" y="554"/>
                  <a:pt x="222" y="554"/>
                  <a:pt x="222" y="554"/>
                </a:cubicBezTo>
                <a:cubicBezTo>
                  <a:pt x="222" y="554"/>
                  <a:pt x="222" y="554"/>
                  <a:pt x="223" y="553"/>
                </a:cubicBezTo>
                <a:cubicBezTo>
                  <a:pt x="227" y="540"/>
                  <a:pt x="230" y="538"/>
                  <a:pt x="222" y="526"/>
                </a:cubicBezTo>
                <a:cubicBezTo>
                  <a:pt x="222" y="527"/>
                  <a:pt x="222" y="527"/>
                  <a:pt x="222" y="527"/>
                </a:cubicBezTo>
                <a:cubicBezTo>
                  <a:pt x="222" y="518"/>
                  <a:pt x="222" y="518"/>
                  <a:pt x="222" y="518"/>
                </a:cubicBezTo>
                <a:cubicBezTo>
                  <a:pt x="224" y="522"/>
                  <a:pt x="227" y="525"/>
                  <a:pt x="230" y="529"/>
                </a:cubicBezTo>
                <a:close/>
                <a:moveTo>
                  <a:pt x="230" y="706"/>
                </a:moveTo>
                <a:cubicBezTo>
                  <a:pt x="230" y="715"/>
                  <a:pt x="230" y="715"/>
                  <a:pt x="230" y="715"/>
                </a:cubicBezTo>
                <a:cubicBezTo>
                  <a:pt x="228" y="714"/>
                  <a:pt x="226" y="713"/>
                  <a:pt x="222" y="711"/>
                </a:cubicBezTo>
                <a:cubicBezTo>
                  <a:pt x="222" y="703"/>
                  <a:pt x="222" y="703"/>
                  <a:pt x="222" y="703"/>
                </a:cubicBezTo>
                <a:cubicBezTo>
                  <a:pt x="224" y="704"/>
                  <a:pt x="227" y="705"/>
                  <a:pt x="230" y="706"/>
                </a:cubicBezTo>
                <a:close/>
                <a:moveTo>
                  <a:pt x="222" y="217"/>
                </a:moveTo>
                <a:cubicBezTo>
                  <a:pt x="222" y="179"/>
                  <a:pt x="222" y="179"/>
                  <a:pt x="222" y="179"/>
                </a:cubicBezTo>
                <a:cubicBezTo>
                  <a:pt x="222" y="177"/>
                  <a:pt x="222" y="177"/>
                  <a:pt x="222" y="177"/>
                </a:cubicBezTo>
                <a:cubicBezTo>
                  <a:pt x="224" y="177"/>
                  <a:pt x="227" y="178"/>
                  <a:pt x="229" y="178"/>
                </a:cubicBezTo>
                <a:cubicBezTo>
                  <a:pt x="230" y="191"/>
                  <a:pt x="218" y="190"/>
                  <a:pt x="226" y="204"/>
                </a:cubicBezTo>
                <a:cubicBezTo>
                  <a:pt x="226" y="209"/>
                  <a:pt x="224" y="213"/>
                  <a:pt x="222" y="217"/>
                </a:cubicBezTo>
                <a:close/>
                <a:moveTo>
                  <a:pt x="217" y="45"/>
                </a:moveTo>
                <a:cubicBezTo>
                  <a:pt x="219" y="44"/>
                  <a:pt x="220" y="43"/>
                  <a:pt x="222" y="42"/>
                </a:cubicBezTo>
                <a:cubicBezTo>
                  <a:pt x="222" y="59"/>
                  <a:pt x="222" y="59"/>
                  <a:pt x="222" y="59"/>
                </a:cubicBezTo>
                <a:cubicBezTo>
                  <a:pt x="220" y="59"/>
                  <a:pt x="219" y="58"/>
                  <a:pt x="217" y="58"/>
                </a:cubicBezTo>
                <a:cubicBezTo>
                  <a:pt x="217" y="45"/>
                  <a:pt x="217" y="45"/>
                  <a:pt x="217" y="45"/>
                </a:cubicBezTo>
                <a:close/>
                <a:moveTo>
                  <a:pt x="222" y="753"/>
                </a:moveTo>
                <a:cubicBezTo>
                  <a:pt x="220" y="752"/>
                  <a:pt x="219" y="751"/>
                  <a:pt x="217" y="750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9" y="703"/>
                  <a:pt x="220" y="703"/>
                  <a:pt x="222" y="703"/>
                </a:cubicBezTo>
                <a:cubicBezTo>
                  <a:pt x="222" y="711"/>
                  <a:pt x="222" y="711"/>
                  <a:pt x="222" y="711"/>
                </a:cubicBezTo>
                <a:cubicBezTo>
                  <a:pt x="219" y="710"/>
                  <a:pt x="219" y="710"/>
                  <a:pt x="219" y="710"/>
                </a:cubicBezTo>
                <a:cubicBezTo>
                  <a:pt x="219" y="724"/>
                  <a:pt x="218" y="733"/>
                  <a:pt x="222" y="740"/>
                </a:cubicBezTo>
                <a:cubicBezTo>
                  <a:pt x="222" y="753"/>
                  <a:pt x="222" y="753"/>
                  <a:pt x="222" y="753"/>
                </a:cubicBezTo>
                <a:close/>
                <a:moveTo>
                  <a:pt x="222" y="80"/>
                </a:moveTo>
                <a:cubicBezTo>
                  <a:pt x="222" y="92"/>
                  <a:pt x="222" y="92"/>
                  <a:pt x="222" y="92"/>
                </a:cubicBezTo>
                <a:cubicBezTo>
                  <a:pt x="220" y="93"/>
                  <a:pt x="219" y="94"/>
                  <a:pt x="217" y="95"/>
                </a:cubicBezTo>
                <a:cubicBezTo>
                  <a:pt x="217" y="77"/>
                  <a:pt x="217" y="77"/>
                  <a:pt x="217" y="77"/>
                </a:cubicBezTo>
                <a:cubicBezTo>
                  <a:pt x="222" y="80"/>
                  <a:pt x="222" y="80"/>
                  <a:pt x="222" y="80"/>
                </a:cubicBezTo>
                <a:close/>
                <a:moveTo>
                  <a:pt x="222" y="155"/>
                </a:moveTo>
                <a:cubicBezTo>
                  <a:pt x="222" y="173"/>
                  <a:pt x="222" y="173"/>
                  <a:pt x="222" y="173"/>
                </a:cubicBezTo>
                <a:cubicBezTo>
                  <a:pt x="221" y="172"/>
                  <a:pt x="220" y="172"/>
                  <a:pt x="220" y="170"/>
                </a:cubicBezTo>
                <a:cubicBezTo>
                  <a:pt x="217" y="170"/>
                  <a:pt x="217" y="170"/>
                  <a:pt x="217" y="170"/>
                </a:cubicBezTo>
                <a:cubicBezTo>
                  <a:pt x="217" y="153"/>
                  <a:pt x="217" y="153"/>
                  <a:pt x="217" y="153"/>
                </a:cubicBezTo>
                <a:cubicBezTo>
                  <a:pt x="218" y="152"/>
                  <a:pt x="219" y="152"/>
                  <a:pt x="220" y="152"/>
                </a:cubicBezTo>
                <a:cubicBezTo>
                  <a:pt x="220" y="153"/>
                  <a:pt x="221" y="154"/>
                  <a:pt x="222" y="155"/>
                </a:cubicBezTo>
                <a:close/>
                <a:moveTo>
                  <a:pt x="222" y="179"/>
                </a:moveTo>
                <a:cubicBezTo>
                  <a:pt x="222" y="217"/>
                  <a:pt x="222" y="217"/>
                  <a:pt x="222" y="217"/>
                </a:cubicBezTo>
                <a:cubicBezTo>
                  <a:pt x="220" y="219"/>
                  <a:pt x="219" y="220"/>
                  <a:pt x="217" y="222"/>
                </a:cubicBezTo>
                <a:cubicBezTo>
                  <a:pt x="217" y="186"/>
                  <a:pt x="217" y="186"/>
                  <a:pt x="217" y="186"/>
                </a:cubicBezTo>
                <a:cubicBezTo>
                  <a:pt x="219" y="186"/>
                  <a:pt x="219" y="186"/>
                  <a:pt x="219" y="186"/>
                </a:cubicBezTo>
                <a:cubicBezTo>
                  <a:pt x="222" y="179"/>
                  <a:pt x="222" y="179"/>
                  <a:pt x="222" y="179"/>
                </a:cubicBezTo>
                <a:close/>
                <a:moveTo>
                  <a:pt x="222" y="243"/>
                </a:moveTo>
                <a:cubicBezTo>
                  <a:pt x="222" y="250"/>
                  <a:pt x="222" y="250"/>
                  <a:pt x="222" y="250"/>
                </a:cubicBezTo>
                <a:cubicBezTo>
                  <a:pt x="220" y="251"/>
                  <a:pt x="218" y="252"/>
                  <a:pt x="217" y="255"/>
                </a:cubicBezTo>
                <a:cubicBezTo>
                  <a:pt x="217" y="249"/>
                  <a:pt x="217" y="249"/>
                  <a:pt x="217" y="249"/>
                </a:cubicBezTo>
                <a:cubicBezTo>
                  <a:pt x="219" y="247"/>
                  <a:pt x="220" y="245"/>
                  <a:pt x="222" y="243"/>
                </a:cubicBezTo>
                <a:close/>
                <a:moveTo>
                  <a:pt x="222" y="258"/>
                </a:moveTo>
                <a:cubicBezTo>
                  <a:pt x="222" y="264"/>
                  <a:pt x="222" y="264"/>
                  <a:pt x="222" y="264"/>
                </a:cubicBezTo>
                <a:cubicBezTo>
                  <a:pt x="220" y="263"/>
                  <a:pt x="218" y="263"/>
                  <a:pt x="217" y="263"/>
                </a:cubicBezTo>
                <a:cubicBezTo>
                  <a:pt x="217" y="257"/>
                  <a:pt x="217" y="257"/>
                  <a:pt x="217" y="257"/>
                </a:cubicBezTo>
                <a:cubicBezTo>
                  <a:pt x="222" y="258"/>
                  <a:pt x="222" y="258"/>
                  <a:pt x="222" y="258"/>
                </a:cubicBezTo>
                <a:close/>
                <a:moveTo>
                  <a:pt x="222" y="273"/>
                </a:moveTo>
                <a:cubicBezTo>
                  <a:pt x="222" y="287"/>
                  <a:pt x="222" y="287"/>
                  <a:pt x="222" y="287"/>
                </a:cubicBezTo>
                <a:cubicBezTo>
                  <a:pt x="220" y="290"/>
                  <a:pt x="218" y="291"/>
                  <a:pt x="217" y="292"/>
                </a:cubicBezTo>
                <a:cubicBezTo>
                  <a:pt x="217" y="284"/>
                  <a:pt x="217" y="284"/>
                  <a:pt x="217" y="284"/>
                </a:cubicBezTo>
                <a:cubicBezTo>
                  <a:pt x="218" y="283"/>
                  <a:pt x="219" y="281"/>
                  <a:pt x="220" y="279"/>
                </a:cubicBezTo>
                <a:cubicBezTo>
                  <a:pt x="219" y="279"/>
                  <a:pt x="218" y="279"/>
                  <a:pt x="217" y="279"/>
                </a:cubicBezTo>
                <a:cubicBezTo>
                  <a:pt x="217" y="274"/>
                  <a:pt x="217" y="274"/>
                  <a:pt x="217" y="274"/>
                </a:cubicBezTo>
                <a:cubicBezTo>
                  <a:pt x="219" y="274"/>
                  <a:pt x="220" y="274"/>
                  <a:pt x="222" y="273"/>
                </a:cubicBezTo>
                <a:close/>
                <a:moveTo>
                  <a:pt x="222" y="313"/>
                </a:moveTo>
                <a:cubicBezTo>
                  <a:pt x="222" y="342"/>
                  <a:pt x="222" y="342"/>
                  <a:pt x="222" y="342"/>
                </a:cubicBezTo>
                <a:cubicBezTo>
                  <a:pt x="220" y="344"/>
                  <a:pt x="219" y="346"/>
                  <a:pt x="217" y="347"/>
                </a:cubicBezTo>
                <a:cubicBezTo>
                  <a:pt x="217" y="320"/>
                  <a:pt x="217" y="320"/>
                  <a:pt x="217" y="320"/>
                </a:cubicBezTo>
                <a:cubicBezTo>
                  <a:pt x="218" y="318"/>
                  <a:pt x="220" y="316"/>
                  <a:pt x="222" y="313"/>
                </a:cubicBezTo>
                <a:close/>
                <a:moveTo>
                  <a:pt x="222" y="390"/>
                </a:moveTo>
                <a:cubicBezTo>
                  <a:pt x="222" y="393"/>
                  <a:pt x="222" y="393"/>
                  <a:pt x="222" y="393"/>
                </a:cubicBezTo>
                <a:cubicBezTo>
                  <a:pt x="221" y="393"/>
                  <a:pt x="220" y="393"/>
                  <a:pt x="220" y="393"/>
                </a:cubicBezTo>
                <a:cubicBezTo>
                  <a:pt x="220" y="396"/>
                  <a:pt x="221" y="399"/>
                  <a:pt x="222" y="402"/>
                </a:cubicBezTo>
                <a:cubicBezTo>
                  <a:pt x="222" y="415"/>
                  <a:pt x="222" y="415"/>
                  <a:pt x="222" y="415"/>
                </a:cubicBezTo>
                <a:cubicBezTo>
                  <a:pt x="217" y="415"/>
                  <a:pt x="217" y="415"/>
                  <a:pt x="217" y="415"/>
                </a:cubicBezTo>
                <a:cubicBezTo>
                  <a:pt x="217" y="410"/>
                  <a:pt x="217" y="410"/>
                  <a:pt x="217" y="410"/>
                </a:cubicBezTo>
                <a:cubicBezTo>
                  <a:pt x="218" y="410"/>
                  <a:pt x="219" y="410"/>
                  <a:pt x="219" y="410"/>
                </a:cubicBezTo>
                <a:cubicBezTo>
                  <a:pt x="218" y="407"/>
                  <a:pt x="218" y="404"/>
                  <a:pt x="217" y="402"/>
                </a:cubicBezTo>
                <a:cubicBezTo>
                  <a:pt x="217" y="390"/>
                  <a:pt x="217" y="390"/>
                  <a:pt x="217" y="390"/>
                </a:cubicBezTo>
                <a:cubicBezTo>
                  <a:pt x="222" y="390"/>
                  <a:pt x="222" y="390"/>
                  <a:pt x="222" y="390"/>
                </a:cubicBezTo>
                <a:close/>
                <a:moveTo>
                  <a:pt x="222" y="444"/>
                </a:moveTo>
                <a:cubicBezTo>
                  <a:pt x="222" y="458"/>
                  <a:pt x="222" y="458"/>
                  <a:pt x="222" y="458"/>
                </a:cubicBezTo>
                <a:cubicBezTo>
                  <a:pt x="220" y="455"/>
                  <a:pt x="218" y="453"/>
                  <a:pt x="217" y="450"/>
                </a:cubicBezTo>
                <a:cubicBezTo>
                  <a:pt x="217" y="443"/>
                  <a:pt x="217" y="443"/>
                  <a:pt x="217" y="443"/>
                </a:cubicBezTo>
                <a:cubicBezTo>
                  <a:pt x="219" y="443"/>
                  <a:pt x="220" y="443"/>
                  <a:pt x="222" y="444"/>
                </a:cubicBezTo>
                <a:close/>
                <a:moveTo>
                  <a:pt x="222" y="472"/>
                </a:moveTo>
                <a:cubicBezTo>
                  <a:pt x="222" y="481"/>
                  <a:pt x="222" y="481"/>
                  <a:pt x="222" y="481"/>
                </a:cubicBezTo>
                <a:cubicBezTo>
                  <a:pt x="221" y="481"/>
                  <a:pt x="220" y="481"/>
                  <a:pt x="219" y="482"/>
                </a:cubicBezTo>
                <a:cubicBezTo>
                  <a:pt x="219" y="479"/>
                  <a:pt x="219" y="477"/>
                  <a:pt x="219" y="475"/>
                </a:cubicBezTo>
                <a:cubicBezTo>
                  <a:pt x="220" y="474"/>
                  <a:pt x="221" y="473"/>
                  <a:pt x="222" y="472"/>
                </a:cubicBezTo>
                <a:close/>
                <a:moveTo>
                  <a:pt x="222" y="518"/>
                </a:moveTo>
                <a:cubicBezTo>
                  <a:pt x="222" y="527"/>
                  <a:pt x="222" y="527"/>
                  <a:pt x="222" y="527"/>
                </a:cubicBezTo>
                <a:cubicBezTo>
                  <a:pt x="219" y="531"/>
                  <a:pt x="218" y="534"/>
                  <a:pt x="217" y="537"/>
                </a:cubicBezTo>
                <a:cubicBezTo>
                  <a:pt x="217" y="511"/>
                  <a:pt x="217" y="511"/>
                  <a:pt x="217" y="511"/>
                </a:cubicBezTo>
                <a:cubicBezTo>
                  <a:pt x="219" y="514"/>
                  <a:pt x="220" y="516"/>
                  <a:pt x="222" y="518"/>
                </a:cubicBezTo>
                <a:close/>
                <a:moveTo>
                  <a:pt x="222" y="554"/>
                </a:moveTo>
                <a:cubicBezTo>
                  <a:pt x="222" y="561"/>
                  <a:pt x="222" y="561"/>
                  <a:pt x="222" y="561"/>
                </a:cubicBezTo>
                <a:cubicBezTo>
                  <a:pt x="220" y="560"/>
                  <a:pt x="219" y="558"/>
                  <a:pt x="217" y="557"/>
                </a:cubicBezTo>
                <a:cubicBezTo>
                  <a:pt x="217" y="548"/>
                  <a:pt x="217" y="548"/>
                  <a:pt x="217" y="548"/>
                </a:cubicBezTo>
                <a:cubicBezTo>
                  <a:pt x="218" y="550"/>
                  <a:pt x="219" y="552"/>
                  <a:pt x="221" y="554"/>
                </a:cubicBezTo>
                <a:cubicBezTo>
                  <a:pt x="221" y="554"/>
                  <a:pt x="221" y="554"/>
                  <a:pt x="222" y="554"/>
                </a:cubicBezTo>
                <a:close/>
                <a:moveTo>
                  <a:pt x="217" y="613"/>
                </a:moveTo>
                <a:cubicBezTo>
                  <a:pt x="217" y="605"/>
                  <a:pt x="217" y="605"/>
                  <a:pt x="217" y="605"/>
                </a:cubicBezTo>
                <a:cubicBezTo>
                  <a:pt x="218" y="605"/>
                  <a:pt x="219" y="606"/>
                  <a:pt x="219" y="607"/>
                </a:cubicBezTo>
                <a:cubicBezTo>
                  <a:pt x="217" y="613"/>
                  <a:pt x="217" y="613"/>
                  <a:pt x="217" y="613"/>
                </a:cubicBezTo>
                <a:close/>
                <a:moveTo>
                  <a:pt x="217" y="469"/>
                </a:moveTo>
                <a:cubicBezTo>
                  <a:pt x="217" y="461"/>
                  <a:pt x="217" y="461"/>
                  <a:pt x="217" y="461"/>
                </a:cubicBezTo>
                <a:cubicBezTo>
                  <a:pt x="218" y="463"/>
                  <a:pt x="219" y="464"/>
                  <a:pt x="219" y="465"/>
                </a:cubicBezTo>
                <a:cubicBezTo>
                  <a:pt x="219" y="466"/>
                  <a:pt x="218" y="467"/>
                  <a:pt x="217" y="469"/>
                </a:cubicBezTo>
                <a:cubicBezTo>
                  <a:pt x="217" y="469"/>
                  <a:pt x="217" y="469"/>
                  <a:pt x="217" y="469"/>
                </a:cubicBezTo>
                <a:close/>
                <a:moveTo>
                  <a:pt x="217" y="366"/>
                </a:moveTo>
                <a:cubicBezTo>
                  <a:pt x="217" y="354"/>
                  <a:pt x="217" y="354"/>
                  <a:pt x="217" y="354"/>
                </a:cubicBezTo>
                <a:cubicBezTo>
                  <a:pt x="217" y="354"/>
                  <a:pt x="217" y="354"/>
                  <a:pt x="218" y="354"/>
                </a:cubicBezTo>
                <a:cubicBezTo>
                  <a:pt x="218" y="358"/>
                  <a:pt x="218" y="362"/>
                  <a:pt x="217" y="366"/>
                </a:cubicBezTo>
                <a:close/>
                <a:moveTo>
                  <a:pt x="210" y="48"/>
                </a:moveTo>
                <a:cubicBezTo>
                  <a:pt x="212" y="47"/>
                  <a:pt x="214" y="46"/>
                  <a:pt x="216" y="46"/>
                </a:cubicBezTo>
                <a:cubicBezTo>
                  <a:pt x="217" y="45"/>
                  <a:pt x="217" y="45"/>
                  <a:pt x="217" y="45"/>
                </a:cubicBezTo>
                <a:cubicBezTo>
                  <a:pt x="217" y="58"/>
                  <a:pt x="217" y="58"/>
                  <a:pt x="217" y="58"/>
                </a:cubicBezTo>
                <a:cubicBezTo>
                  <a:pt x="215" y="57"/>
                  <a:pt x="212" y="58"/>
                  <a:pt x="210" y="58"/>
                </a:cubicBezTo>
                <a:cubicBezTo>
                  <a:pt x="210" y="48"/>
                  <a:pt x="210" y="48"/>
                  <a:pt x="210" y="48"/>
                </a:cubicBezTo>
                <a:close/>
                <a:moveTo>
                  <a:pt x="217" y="750"/>
                </a:moveTo>
                <a:cubicBezTo>
                  <a:pt x="217" y="749"/>
                  <a:pt x="217" y="749"/>
                  <a:pt x="216" y="749"/>
                </a:cubicBezTo>
                <a:cubicBezTo>
                  <a:pt x="214" y="748"/>
                  <a:pt x="212" y="747"/>
                  <a:pt x="210" y="747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34"/>
                  <a:pt x="211" y="726"/>
                  <a:pt x="210" y="717"/>
                </a:cubicBezTo>
                <a:cubicBezTo>
                  <a:pt x="210" y="695"/>
                  <a:pt x="210" y="695"/>
                  <a:pt x="210" y="695"/>
                </a:cubicBezTo>
                <a:cubicBezTo>
                  <a:pt x="212" y="697"/>
                  <a:pt x="213" y="699"/>
                  <a:pt x="215" y="702"/>
                </a:cubicBezTo>
                <a:cubicBezTo>
                  <a:pt x="216" y="702"/>
                  <a:pt x="216" y="702"/>
                  <a:pt x="217" y="702"/>
                </a:cubicBezTo>
                <a:cubicBezTo>
                  <a:pt x="217" y="750"/>
                  <a:pt x="217" y="750"/>
                  <a:pt x="217" y="750"/>
                </a:cubicBezTo>
                <a:close/>
                <a:moveTo>
                  <a:pt x="217" y="77"/>
                </a:moveTo>
                <a:cubicBezTo>
                  <a:pt x="217" y="95"/>
                  <a:pt x="217" y="95"/>
                  <a:pt x="217" y="95"/>
                </a:cubicBezTo>
                <a:cubicBezTo>
                  <a:pt x="215" y="97"/>
                  <a:pt x="213" y="99"/>
                  <a:pt x="210" y="101"/>
                </a:cubicBezTo>
                <a:cubicBezTo>
                  <a:pt x="210" y="91"/>
                  <a:pt x="210" y="91"/>
                  <a:pt x="210" y="91"/>
                </a:cubicBezTo>
                <a:cubicBezTo>
                  <a:pt x="212" y="90"/>
                  <a:pt x="214" y="89"/>
                  <a:pt x="216" y="87"/>
                </a:cubicBezTo>
                <a:cubicBezTo>
                  <a:pt x="214" y="86"/>
                  <a:pt x="212" y="85"/>
                  <a:pt x="210" y="84"/>
                </a:cubicBezTo>
                <a:cubicBezTo>
                  <a:pt x="210" y="74"/>
                  <a:pt x="210" y="74"/>
                  <a:pt x="210" y="74"/>
                </a:cubicBezTo>
                <a:cubicBezTo>
                  <a:pt x="217" y="77"/>
                  <a:pt x="217" y="77"/>
                  <a:pt x="217" y="77"/>
                </a:cubicBezTo>
                <a:close/>
                <a:moveTo>
                  <a:pt x="217" y="153"/>
                </a:moveTo>
                <a:cubicBezTo>
                  <a:pt x="217" y="170"/>
                  <a:pt x="217" y="170"/>
                  <a:pt x="217" y="170"/>
                </a:cubicBezTo>
                <a:cubicBezTo>
                  <a:pt x="210" y="170"/>
                  <a:pt x="210" y="170"/>
                  <a:pt x="210" y="170"/>
                </a:cubicBezTo>
                <a:cubicBezTo>
                  <a:pt x="210" y="156"/>
                  <a:pt x="210" y="156"/>
                  <a:pt x="210" y="156"/>
                </a:cubicBezTo>
                <a:cubicBezTo>
                  <a:pt x="212" y="154"/>
                  <a:pt x="214" y="153"/>
                  <a:pt x="217" y="153"/>
                </a:cubicBezTo>
                <a:close/>
                <a:moveTo>
                  <a:pt x="217" y="186"/>
                </a:moveTo>
                <a:cubicBezTo>
                  <a:pt x="217" y="222"/>
                  <a:pt x="217" y="222"/>
                  <a:pt x="217" y="222"/>
                </a:cubicBezTo>
                <a:cubicBezTo>
                  <a:pt x="215" y="223"/>
                  <a:pt x="213" y="224"/>
                  <a:pt x="210" y="225"/>
                </a:cubicBezTo>
                <a:cubicBezTo>
                  <a:pt x="210" y="214"/>
                  <a:pt x="210" y="214"/>
                  <a:pt x="210" y="214"/>
                </a:cubicBezTo>
                <a:cubicBezTo>
                  <a:pt x="213" y="211"/>
                  <a:pt x="215" y="208"/>
                  <a:pt x="216" y="204"/>
                </a:cubicBezTo>
                <a:cubicBezTo>
                  <a:pt x="214" y="204"/>
                  <a:pt x="212" y="205"/>
                  <a:pt x="210" y="207"/>
                </a:cubicBezTo>
                <a:cubicBezTo>
                  <a:pt x="210" y="178"/>
                  <a:pt x="210" y="178"/>
                  <a:pt x="210" y="178"/>
                </a:cubicBezTo>
                <a:cubicBezTo>
                  <a:pt x="211" y="178"/>
                  <a:pt x="212" y="178"/>
                  <a:pt x="213" y="178"/>
                </a:cubicBezTo>
                <a:cubicBezTo>
                  <a:pt x="214" y="181"/>
                  <a:pt x="215" y="184"/>
                  <a:pt x="216" y="186"/>
                </a:cubicBezTo>
                <a:cubicBezTo>
                  <a:pt x="217" y="186"/>
                  <a:pt x="217" y="186"/>
                  <a:pt x="217" y="186"/>
                </a:cubicBezTo>
                <a:close/>
                <a:moveTo>
                  <a:pt x="217" y="249"/>
                </a:moveTo>
                <a:cubicBezTo>
                  <a:pt x="217" y="255"/>
                  <a:pt x="217" y="255"/>
                  <a:pt x="217" y="255"/>
                </a:cubicBezTo>
                <a:cubicBezTo>
                  <a:pt x="217" y="256"/>
                  <a:pt x="216" y="256"/>
                  <a:pt x="216" y="257"/>
                </a:cubicBezTo>
                <a:cubicBezTo>
                  <a:pt x="217" y="257"/>
                  <a:pt x="217" y="257"/>
                  <a:pt x="217" y="257"/>
                </a:cubicBezTo>
                <a:cubicBezTo>
                  <a:pt x="217" y="263"/>
                  <a:pt x="217" y="263"/>
                  <a:pt x="217" y="263"/>
                </a:cubicBezTo>
                <a:cubicBezTo>
                  <a:pt x="214" y="263"/>
                  <a:pt x="212" y="264"/>
                  <a:pt x="210" y="266"/>
                </a:cubicBezTo>
                <a:cubicBezTo>
                  <a:pt x="210" y="257"/>
                  <a:pt x="210" y="257"/>
                  <a:pt x="210" y="257"/>
                </a:cubicBezTo>
                <a:cubicBezTo>
                  <a:pt x="212" y="255"/>
                  <a:pt x="214" y="252"/>
                  <a:pt x="217" y="249"/>
                </a:cubicBezTo>
                <a:close/>
                <a:moveTo>
                  <a:pt x="217" y="274"/>
                </a:moveTo>
                <a:cubicBezTo>
                  <a:pt x="217" y="279"/>
                  <a:pt x="217" y="279"/>
                  <a:pt x="217" y="279"/>
                </a:cubicBezTo>
                <a:cubicBezTo>
                  <a:pt x="214" y="279"/>
                  <a:pt x="212" y="279"/>
                  <a:pt x="210" y="279"/>
                </a:cubicBezTo>
                <a:cubicBezTo>
                  <a:pt x="210" y="273"/>
                  <a:pt x="210" y="273"/>
                  <a:pt x="210" y="273"/>
                </a:cubicBezTo>
                <a:cubicBezTo>
                  <a:pt x="212" y="274"/>
                  <a:pt x="215" y="274"/>
                  <a:pt x="217" y="274"/>
                </a:cubicBezTo>
                <a:close/>
                <a:moveTo>
                  <a:pt x="217" y="284"/>
                </a:moveTo>
                <a:cubicBezTo>
                  <a:pt x="217" y="292"/>
                  <a:pt x="217" y="292"/>
                  <a:pt x="217" y="292"/>
                </a:cubicBezTo>
                <a:cubicBezTo>
                  <a:pt x="217" y="293"/>
                  <a:pt x="216" y="293"/>
                  <a:pt x="216" y="293"/>
                </a:cubicBezTo>
                <a:cubicBezTo>
                  <a:pt x="214" y="298"/>
                  <a:pt x="213" y="302"/>
                  <a:pt x="210" y="306"/>
                </a:cubicBezTo>
                <a:cubicBezTo>
                  <a:pt x="210" y="289"/>
                  <a:pt x="210" y="289"/>
                  <a:pt x="210" y="289"/>
                </a:cubicBezTo>
                <a:cubicBezTo>
                  <a:pt x="213" y="288"/>
                  <a:pt x="215" y="287"/>
                  <a:pt x="217" y="284"/>
                </a:cubicBezTo>
                <a:close/>
                <a:moveTo>
                  <a:pt x="217" y="320"/>
                </a:moveTo>
                <a:cubicBezTo>
                  <a:pt x="217" y="347"/>
                  <a:pt x="217" y="347"/>
                  <a:pt x="217" y="347"/>
                </a:cubicBezTo>
                <a:cubicBezTo>
                  <a:pt x="217" y="347"/>
                  <a:pt x="217" y="347"/>
                  <a:pt x="217" y="347"/>
                </a:cubicBezTo>
                <a:cubicBezTo>
                  <a:pt x="215" y="346"/>
                  <a:pt x="214" y="345"/>
                  <a:pt x="212" y="344"/>
                </a:cubicBezTo>
                <a:cubicBezTo>
                  <a:pt x="212" y="335"/>
                  <a:pt x="213" y="327"/>
                  <a:pt x="217" y="320"/>
                </a:cubicBezTo>
                <a:close/>
                <a:moveTo>
                  <a:pt x="217" y="354"/>
                </a:moveTo>
                <a:cubicBezTo>
                  <a:pt x="217" y="366"/>
                  <a:pt x="217" y="366"/>
                  <a:pt x="217" y="366"/>
                </a:cubicBezTo>
                <a:cubicBezTo>
                  <a:pt x="216" y="369"/>
                  <a:pt x="215" y="371"/>
                  <a:pt x="211" y="373"/>
                </a:cubicBezTo>
                <a:cubicBezTo>
                  <a:pt x="211" y="373"/>
                  <a:pt x="210" y="373"/>
                  <a:pt x="210" y="372"/>
                </a:cubicBezTo>
                <a:cubicBezTo>
                  <a:pt x="210" y="353"/>
                  <a:pt x="210" y="353"/>
                  <a:pt x="210" y="353"/>
                </a:cubicBezTo>
                <a:cubicBezTo>
                  <a:pt x="213" y="353"/>
                  <a:pt x="215" y="353"/>
                  <a:pt x="217" y="354"/>
                </a:cubicBezTo>
                <a:close/>
                <a:moveTo>
                  <a:pt x="217" y="390"/>
                </a:moveTo>
                <a:cubicBezTo>
                  <a:pt x="217" y="402"/>
                  <a:pt x="217" y="402"/>
                  <a:pt x="217" y="402"/>
                </a:cubicBezTo>
                <a:cubicBezTo>
                  <a:pt x="216" y="399"/>
                  <a:pt x="215" y="397"/>
                  <a:pt x="214" y="394"/>
                </a:cubicBezTo>
                <a:cubicBezTo>
                  <a:pt x="210" y="394"/>
                  <a:pt x="210" y="394"/>
                  <a:pt x="210" y="394"/>
                </a:cubicBezTo>
                <a:cubicBezTo>
                  <a:pt x="210" y="390"/>
                  <a:pt x="210" y="390"/>
                  <a:pt x="210" y="390"/>
                </a:cubicBezTo>
                <a:cubicBezTo>
                  <a:pt x="217" y="390"/>
                  <a:pt x="217" y="390"/>
                  <a:pt x="217" y="390"/>
                </a:cubicBezTo>
                <a:close/>
                <a:moveTo>
                  <a:pt x="217" y="410"/>
                </a:moveTo>
                <a:cubicBezTo>
                  <a:pt x="217" y="415"/>
                  <a:pt x="217" y="415"/>
                  <a:pt x="217" y="415"/>
                </a:cubicBezTo>
                <a:cubicBezTo>
                  <a:pt x="210" y="415"/>
                  <a:pt x="210" y="415"/>
                  <a:pt x="210" y="415"/>
                </a:cubicBezTo>
                <a:cubicBezTo>
                  <a:pt x="210" y="407"/>
                  <a:pt x="210" y="407"/>
                  <a:pt x="210" y="407"/>
                </a:cubicBezTo>
                <a:cubicBezTo>
                  <a:pt x="210" y="410"/>
                  <a:pt x="210" y="410"/>
                  <a:pt x="210" y="410"/>
                </a:cubicBezTo>
                <a:cubicBezTo>
                  <a:pt x="211" y="410"/>
                  <a:pt x="212" y="411"/>
                  <a:pt x="213" y="411"/>
                </a:cubicBezTo>
                <a:cubicBezTo>
                  <a:pt x="214" y="411"/>
                  <a:pt x="215" y="411"/>
                  <a:pt x="217" y="410"/>
                </a:cubicBezTo>
                <a:close/>
                <a:moveTo>
                  <a:pt x="217" y="443"/>
                </a:moveTo>
                <a:cubicBezTo>
                  <a:pt x="217" y="450"/>
                  <a:pt x="217" y="450"/>
                  <a:pt x="217" y="450"/>
                </a:cubicBezTo>
                <a:cubicBezTo>
                  <a:pt x="216" y="448"/>
                  <a:pt x="215" y="445"/>
                  <a:pt x="215" y="443"/>
                </a:cubicBezTo>
                <a:cubicBezTo>
                  <a:pt x="216" y="443"/>
                  <a:pt x="216" y="443"/>
                  <a:pt x="217" y="443"/>
                </a:cubicBezTo>
                <a:close/>
                <a:moveTo>
                  <a:pt x="217" y="461"/>
                </a:moveTo>
                <a:cubicBezTo>
                  <a:pt x="217" y="469"/>
                  <a:pt x="217" y="469"/>
                  <a:pt x="217" y="469"/>
                </a:cubicBezTo>
                <a:cubicBezTo>
                  <a:pt x="210" y="469"/>
                  <a:pt x="210" y="469"/>
                  <a:pt x="210" y="469"/>
                </a:cubicBezTo>
                <a:cubicBezTo>
                  <a:pt x="210" y="468"/>
                  <a:pt x="210" y="468"/>
                  <a:pt x="210" y="468"/>
                </a:cubicBezTo>
                <a:cubicBezTo>
                  <a:pt x="210" y="457"/>
                  <a:pt x="210" y="457"/>
                  <a:pt x="210" y="457"/>
                </a:cubicBezTo>
                <a:cubicBezTo>
                  <a:pt x="212" y="458"/>
                  <a:pt x="215" y="459"/>
                  <a:pt x="217" y="461"/>
                </a:cubicBezTo>
                <a:close/>
                <a:moveTo>
                  <a:pt x="217" y="511"/>
                </a:moveTo>
                <a:cubicBezTo>
                  <a:pt x="217" y="537"/>
                  <a:pt x="217" y="537"/>
                  <a:pt x="217" y="537"/>
                </a:cubicBezTo>
                <a:cubicBezTo>
                  <a:pt x="216" y="541"/>
                  <a:pt x="215" y="544"/>
                  <a:pt x="217" y="548"/>
                </a:cubicBezTo>
                <a:cubicBezTo>
                  <a:pt x="217" y="557"/>
                  <a:pt x="217" y="557"/>
                  <a:pt x="217" y="557"/>
                </a:cubicBezTo>
                <a:cubicBezTo>
                  <a:pt x="216" y="556"/>
                  <a:pt x="215" y="555"/>
                  <a:pt x="213" y="554"/>
                </a:cubicBezTo>
                <a:cubicBezTo>
                  <a:pt x="212" y="552"/>
                  <a:pt x="211" y="549"/>
                  <a:pt x="210" y="547"/>
                </a:cubicBezTo>
                <a:cubicBezTo>
                  <a:pt x="210" y="538"/>
                  <a:pt x="210" y="538"/>
                  <a:pt x="210" y="538"/>
                </a:cubicBezTo>
                <a:cubicBezTo>
                  <a:pt x="215" y="527"/>
                  <a:pt x="218" y="522"/>
                  <a:pt x="213" y="511"/>
                </a:cubicBezTo>
                <a:cubicBezTo>
                  <a:pt x="212" y="511"/>
                  <a:pt x="211" y="511"/>
                  <a:pt x="210" y="511"/>
                </a:cubicBezTo>
                <a:cubicBezTo>
                  <a:pt x="210" y="512"/>
                  <a:pt x="210" y="512"/>
                  <a:pt x="210" y="512"/>
                </a:cubicBezTo>
                <a:cubicBezTo>
                  <a:pt x="210" y="499"/>
                  <a:pt x="210" y="499"/>
                  <a:pt x="210" y="499"/>
                </a:cubicBezTo>
                <a:cubicBezTo>
                  <a:pt x="212" y="503"/>
                  <a:pt x="214" y="507"/>
                  <a:pt x="217" y="511"/>
                </a:cubicBezTo>
                <a:close/>
                <a:moveTo>
                  <a:pt x="217" y="605"/>
                </a:moveTo>
                <a:cubicBezTo>
                  <a:pt x="217" y="613"/>
                  <a:pt x="217" y="613"/>
                  <a:pt x="217" y="613"/>
                </a:cubicBezTo>
                <a:cubicBezTo>
                  <a:pt x="215" y="619"/>
                  <a:pt x="212" y="625"/>
                  <a:pt x="210" y="631"/>
                </a:cubicBezTo>
                <a:cubicBezTo>
                  <a:pt x="210" y="598"/>
                  <a:pt x="210" y="598"/>
                  <a:pt x="210" y="598"/>
                </a:cubicBezTo>
                <a:cubicBezTo>
                  <a:pt x="211" y="600"/>
                  <a:pt x="214" y="602"/>
                  <a:pt x="217" y="605"/>
                </a:cubicBezTo>
                <a:close/>
                <a:moveTo>
                  <a:pt x="205" y="50"/>
                </a:moveTo>
                <a:cubicBezTo>
                  <a:pt x="207" y="50"/>
                  <a:pt x="208" y="49"/>
                  <a:pt x="210" y="48"/>
                </a:cubicBezTo>
                <a:cubicBezTo>
                  <a:pt x="210" y="58"/>
                  <a:pt x="210" y="58"/>
                  <a:pt x="210" y="58"/>
                </a:cubicBezTo>
                <a:cubicBezTo>
                  <a:pt x="208" y="58"/>
                  <a:pt x="207" y="59"/>
                  <a:pt x="205" y="59"/>
                </a:cubicBezTo>
                <a:cubicBezTo>
                  <a:pt x="205" y="50"/>
                  <a:pt x="205" y="50"/>
                  <a:pt x="205" y="50"/>
                </a:cubicBezTo>
                <a:close/>
                <a:moveTo>
                  <a:pt x="210" y="747"/>
                </a:moveTo>
                <a:cubicBezTo>
                  <a:pt x="208" y="746"/>
                  <a:pt x="207" y="745"/>
                  <a:pt x="205" y="745"/>
                </a:cubicBezTo>
                <a:cubicBezTo>
                  <a:pt x="205" y="737"/>
                  <a:pt x="205" y="737"/>
                  <a:pt x="205" y="737"/>
                </a:cubicBezTo>
                <a:cubicBezTo>
                  <a:pt x="206" y="738"/>
                  <a:pt x="206" y="738"/>
                  <a:pt x="207" y="738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47"/>
                  <a:pt x="210" y="747"/>
                  <a:pt x="210" y="747"/>
                </a:cubicBezTo>
                <a:close/>
                <a:moveTo>
                  <a:pt x="210" y="74"/>
                </a:moveTo>
                <a:cubicBezTo>
                  <a:pt x="210" y="84"/>
                  <a:pt x="210" y="84"/>
                  <a:pt x="210" y="84"/>
                </a:cubicBezTo>
                <a:cubicBezTo>
                  <a:pt x="208" y="83"/>
                  <a:pt x="207" y="82"/>
                  <a:pt x="205" y="82"/>
                </a:cubicBezTo>
                <a:cubicBezTo>
                  <a:pt x="205" y="71"/>
                  <a:pt x="205" y="71"/>
                  <a:pt x="205" y="71"/>
                </a:cubicBezTo>
                <a:cubicBezTo>
                  <a:pt x="210" y="74"/>
                  <a:pt x="210" y="74"/>
                  <a:pt x="210" y="74"/>
                </a:cubicBezTo>
                <a:close/>
                <a:moveTo>
                  <a:pt x="210" y="91"/>
                </a:moveTo>
                <a:cubicBezTo>
                  <a:pt x="210" y="101"/>
                  <a:pt x="210" y="101"/>
                  <a:pt x="210" y="101"/>
                </a:cubicBezTo>
                <a:cubicBezTo>
                  <a:pt x="208" y="102"/>
                  <a:pt x="208" y="102"/>
                  <a:pt x="208" y="102"/>
                </a:cubicBezTo>
                <a:cubicBezTo>
                  <a:pt x="207" y="103"/>
                  <a:pt x="206" y="103"/>
                  <a:pt x="205" y="103"/>
                </a:cubicBezTo>
                <a:cubicBezTo>
                  <a:pt x="205" y="93"/>
                  <a:pt x="205" y="93"/>
                  <a:pt x="205" y="93"/>
                </a:cubicBezTo>
                <a:cubicBezTo>
                  <a:pt x="207" y="93"/>
                  <a:pt x="208" y="92"/>
                  <a:pt x="210" y="91"/>
                </a:cubicBezTo>
                <a:close/>
                <a:moveTo>
                  <a:pt x="210" y="156"/>
                </a:moveTo>
                <a:cubicBezTo>
                  <a:pt x="210" y="170"/>
                  <a:pt x="210" y="170"/>
                  <a:pt x="210" y="170"/>
                </a:cubicBezTo>
                <a:cubicBezTo>
                  <a:pt x="208" y="170"/>
                  <a:pt x="208" y="170"/>
                  <a:pt x="208" y="170"/>
                </a:cubicBezTo>
                <a:cubicBezTo>
                  <a:pt x="205" y="173"/>
                  <a:pt x="205" y="173"/>
                  <a:pt x="205" y="173"/>
                </a:cubicBezTo>
                <a:cubicBezTo>
                  <a:pt x="205" y="161"/>
                  <a:pt x="205" y="161"/>
                  <a:pt x="205" y="161"/>
                </a:cubicBezTo>
                <a:cubicBezTo>
                  <a:pt x="207" y="158"/>
                  <a:pt x="208" y="157"/>
                  <a:pt x="210" y="156"/>
                </a:cubicBezTo>
                <a:close/>
                <a:moveTo>
                  <a:pt x="210" y="178"/>
                </a:moveTo>
                <a:cubicBezTo>
                  <a:pt x="210" y="207"/>
                  <a:pt x="210" y="207"/>
                  <a:pt x="210" y="207"/>
                </a:cubicBezTo>
                <a:cubicBezTo>
                  <a:pt x="208" y="208"/>
                  <a:pt x="207" y="210"/>
                  <a:pt x="205" y="212"/>
                </a:cubicBezTo>
                <a:cubicBezTo>
                  <a:pt x="205" y="194"/>
                  <a:pt x="205" y="194"/>
                  <a:pt x="205" y="194"/>
                </a:cubicBezTo>
                <a:cubicBezTo>
                  <a:pt x="207" y="194"/>
                  <a:pt x="207" y="194"/>
                  <a:pt x="207" y="194"/>
                </a:cubicBezTo>
                <a:cubicBezTo>
                  <a:pt x="207" y="193"/>
                  <a:pt x="208" y="192"/>
                  <a:pt x="208" y="191"/>
                </a:cubicBezTo>
                <a:cubicBezTo>
                  <a:pt x="207" y="191"/>
                  <a:pt x="206" y="191"/>
                  <a:pt x="205" y="191"/>
                </a:cubicBezTo>
                <a:cubicBezTo>
                  <a:pt x="205" y="179"/>
                  <a:pt x="205" y="179"/>
                  <a:pt x="205" y="179"/>
                </a:cubicBezTo>
                <a:cubicBezTo>
                  <a:pt x="207" y="179"/>
                  <a:pt x="208" y="178"/>
                  <a:pt x="210" y="178"/>
                </a:cubicBezTo>
                <a:close/>
                <a:moveTo>
                  <a:pt x="210" y="214"/>
                </a:moveTo>
                <a:cubicBezTo>
                  <a:pt x="210" y="225"/>
                  <a:pt x="210" y="225"/>
                  <a:pt x="210" y="225"/>
                </a:cubicBezTo>
                <a:cubicBezTo>
                  <a:pt x="208" y="225"/>
                  <a:pt x="207" y="225"/>
                  <a:pt x="205" y="225"/>
                </a:cubicBezTo>
                <a:cubicBezTo>
                  <a:pt x="205" y="220"/>
                  <a:pt x="205" y="220"/>
                  <a:pt x="205" y="220"/>
                </a:cubicBezTo>
                <a:cubicBezTo>
                  <a:pt x="207" y="218"/>
                  <a:pt x="208" y="216"/>
                  <a:pt x="210" y="214"/>
                </a:cubicBezTo>
                <a:close/>
                <a:moveTo>
                  <a:pt x="210" y="257"/>
                </a:moveTo>
                <a:cubicBezTo>
                  <a:pt x="210" y="266"/>
                  <a:pt x="210" y="266"/>
                  <a:pt x="210" y="266"/>
                </a:cubicBezTo>
                <a:cubicBezTo>
                  <a:pt x="208" y="267"/>
                  <a:pt x="207" y="269"/>
                  <a:pt x="205" y="271"/>
                </a:cubicBezTo>
                <a:cubicBezTo>
                  <a:pt x="205" y="262"/>
                  <a:pt x="205" y="262"/>
                  <a:pt x="205" y="262"/>
                </a:cubicBezTo>
                <a:cubicBezTo>
                  <a:pt x="206" y="261"/>
                  <a:pt x="206" y="261"/>
                  <a:pt x="207" y="260"/>
                </a:cubicBezTo>
                <a:cubicBezTo>
                  <a:pt x="207" y="260"/>
                  <a:pt x="208" y="259"/>
                  <a:pt x="210" y="257"/>
                </a:cubicBezTo>
                <a:close/>
                <a:moveTo>
                  <a:pt x="210" y="273"/>
                </a:moveTo>
                <a:cubicBezTo>
                  <a:pt x="210" y="279"/>
                  <a:pt x="210" y="279"/>
                  <a:pt x="210" y="279"/>
                </a:cubicBezTo>
                <a:cubicBezTo>
                  <a:pt x="208" y="279"/>
                  <a:pt x="207" y="279"/>
                  <a:pt x="205" y="279"/>
                </a:cubicBezTo>
                <a:cubicBezTo>
                  <a:pt x="205" y="273"/>
                  <a:pt x="205" y="273"/>
                  <a:pt x="205" y="273"/>
                </a:cubicBezTo>
                <a:cubicBezTo>
                  <a:pt x="207" y="273"/>
                  <a:pt x="208" y="273"/>
                  <a:pt x="210" y="273"/>
                </a:cubicBezTo>
                <a:close/>
                <a:moveTo>
                  <a:pt x="210" y="289"/>
                </a:moveTo>
                <a:cubicBezTo>
                  <a:pt x="210" y="306"/>
                  <a:pt x="210" y="306"/>
                  <a:pt x="210" y="306"/>
                </a:cubicBezTo>
                <a:cubicBezTo>
                  <a:pt x="209" y="307"/>
                  <a:pt x="208" y="308"/>
                  <a:pt x="207" y="309"/>
                </a:cubicBezTo>
                <a:cubicBezTo>
                  <a:pt x="207" y="311"/>
                  <a:pt x="206" y="313"/>
                  <a:pt x="205" y="315"/>
                </a:cubicBezTo>
                <a:cubicBezTo>
                  <a:pt x="205" y="303"/>
                  <a:pt x="205" y="303"/>
                  <a:pt x="205" y="303"/>
                </a:cubicBezTo>
                <a:cubicBezTo>
                  <a:pt x="207" y="301"/>
                  <a:pt x="208" y="299"/>
                  <a:pt x="209" y="296"/>
                </a:cubicBezTo>
                <a:cubicBezTo>
                  <a:pt x="208" y="296"/>
                  <a:pt x="207" y="296"/>
                  <a:pt x="205" y="296"/>
                </a:cubicBezTo>
                <a:cubicBezTo>
                  <a:pt x="205" y="290"/>
                  <a:pt x="205" y="290"/>
                  <a:pt x="205" y="290"/>
                </a:cubicBezTo>
                <a:cubicBezTo>
                  <a:pt x="207" y="290"/>
                  <a:pt x="208" y="289"/>
                  <a:pt x="210" y="289"/>
                </a:cubicBezTo>
                <a:close/>
                <a:moveTo>
                  <a:pt x="210" y="353"/>
                </a:moveTo>
                <a:cubicBezTo>
                  <a:pt x="210" y="372"/>
                  <a:pt x="210" y="372"/>
                  <a:pt x="210" y="372"/>
                </a:cubicBezTo>
                <a:cubicBezTo>
                  <a:pt x="207" y="370"/>
                  <a:pt x="206" y="367"/>
                  <a:pt x="205" y="364"/>
                </a:cubicBezTo>
                <a:cubicBezTo>
                  <a:pt x="205" y="362"/>
                  <a:pt x="205" y="362"/>
                  <a:pt x="205" y="362"/>
                </a:cubicBezTo>
                <a:cubicBezTo>
                  <a:pt x="208" y="359"/>
                  <a:pt x="208" y="357"/>
                  <a:pt x="209" y="353"/>
                </a:cubicBezTo>
                <a:cubicBezTo>
                  <a:pt x="209" y="353"/>
                  <a:pt x="209" y="353"/>
                  <a:pt x="210" y="353"/>
                </a:cubicBezTo>
                <a:close/>
                <a:moveTo>
                  <a:pt x="210" y="390"/>
                </a:moveTo>
                <a:cubicBezTo>
                  <a:pt x="210" y="394"/>
                  <a:pt x="210" y="394"/>
                  <a:pt x="210" y="394"/>
                </a:cubicBezTo>
                <a:cubicBezTo>
                  <a:pt x="207" y="394"/>
                  <a:pt x="207" y="394"/>
                  <a:pt x="207" y="394"/>
                </a:cubicBezTo>
                <a:cubicBezTo>
                  <a:pt x="208" y="399"/>
                  <a:pt x="209" y="403"/>
                  <a:pt x="210" y="407"/>
                </a:cubicBezTo>
                <a:cubicBezTo>
                  <a:pt x="210" y="415"/>
                  <a:pt x="210" y="415"/>
                  <a:pt x="210" y="415"/>
                </a:cubicBezTo>
                <a:cubicBezTo>
                  <a:pt x="205" y="415"/>
                  <a:pt x="205" y="415"/>
                  <a:pt x="205" y="415"/>
                </a:cubicBezTo>
                <a:cubicBezTo>
                  <a:pt x="205" y="411"/>
                  <a:pt x="205" y="411"/>
                  <a:pt x="205" y="411"/>
                </a:cubicBezTo>
                <a:cubicBezTo>
                  <a:pt x="207" y="411"/>
                  <a:pt x="207" y="411"/>
                  <a:pt x="207" y="411"/>
                </a:cubicBezTo>
                <a:cubicBezTo>
                  <a:pt x="206" y="408"/>
                  <a:pt x="206" y="405"/>
                  <a:pt x="205" y="404"/>
                </a:cubicBezTo>
                <a:cubicBezTo>
                  <a:pt x="205" y="390"/>
                  <a:pt x="205" y="390"/>
                  <a:pt x="205" y="390"/>
                </a:cubicBezTo>
                <a:cubicBezTo>
                  <a:pt x="210" y="390"/>
                  <a:pt x="210" y="390"/>
                  <a:pt x="210" y="390"/>
                </a:cubicBezTo>
                <a:close/>
                <a:moveTo>
                  <a:pt x="210" y="457"/>
                </a:moveTo>
                <a:cubicBezTo>
                  <a:pt x="210" y="468"/>
                  <a:pt x="210" y="468"/>
                  <a:pt x="210" y="468"/>
                </a:cubicBezTo>
                <a:cubicBezTo>
                  <a:pt x="207" y="465"/>
                  <a:pt x="206" y="465"/>
                  <a:pt x="205" y="461"/>
                </a:cubicBezTo>
                <a:cubicBezTo>
                  <a:pt x="205" y="459"/>
                  <a:pt x="205" y="459"/>
                  <a:pt x="205" y="459"/>
                </a:cubicBezTo>
                <a:cubicBezTo>
                  <a:pt x="207" y="458"/>
                  <a:pt x="208" y="457"/>
                  <a:pt x="210" y="457"/>
                </a:cubicBezTo>
                <a:close/>
                <a:moveTo>
                  <a:pt x="210" y="499"/>
                </a:moveTo>
                <a:cubicBezTo>
                  <a:pt x="210" y="512"/>
                  <a:pt x="210" y="512"/>
                  <a:pt x="210" y="512"/>
                </a:cubicBezTo>
                <a:cubicBezTo>
                  <a:pt x="208" y="516"/>
                  <a:pt x="206" y="520"/>
                  <a:pt x="205" y="522"/>
                </a:cubicBezTo>
                <a:cubicBezTo>
                  <a:pt x="205" y="512"/>
                  <a:pt x="205" y="512"/>
                  <a:pt x="205" y="512"/>
                </a:cubicBezTo>
                <a:cubicBezTo>
                  <a:pt x="207" y="508"/>
                  <a:pt x="206" y="504"/>
                  <a:pt x="205" y="500"/>
                </a:cubicBezTo>
                <a:cubicBezTo>
                  <a:pt x="205" y="488"/>
                  <a:pt x="205" y="488"/>
                  <a:pt x="205" y="488"/>
                </a:cubicBezTo>
                <a:cubicBezTo>
                  <a:pt x="207" y="492"/>
                  <a:pt x="208" y="495"/>
                  <a:pt x="210" y="499"/>
                </a:cubicBezTo>
                <a:close/>
                <a:moveTo>
                  <a:pt x="210" y="538"/>
                </a:moveTo>
                <a:cubicBezTo>
                  <a:pt x="210" y="547"/>
                  <a:pt x="210" y="547"/>
                  <a:pt x="210" y="547"/>
                </a:cubicBezTo>
                <a:cubicBezTo>
                  <a:pt x="208" y="545"/>
                  <a:pt x="207" y="543"/>
                  <a:pt x="205" y="541"/>
                </a:cubicBezTo>
                <a:cubicBezTo>
                  <a:pt x="205" y="532"/>
                  <a:pt x="205" y="532"/>
                  <a:pt x="205" y="532"/>
                </a:cubicBezTo>
                <a:cubicBezTo>
                  <a:pt x="206" y="534"/>
                  <a:pt x="207" y="536"/>
                  <a:pt x="209" y="539"/>
                </a:cubicBezTo>
                <a:cubicBezTo>
                  <a:pt x="210" y="538"/>
                  <a:pt x="210" y="538"/>
                  <a:pt x="210" y="538"/>
                </a:cubicBezTo>
                <a:close/>
                <a:moveTo>
                  <a:pt x="210" y="598"/>
                </a:moveTo>
                <a:cubicBezTo>
                  <a:pt x="210" y="631"/>
                  <a:pt x="210" y="631"/>
                  <a:pt x="210" y="631"/>
                </a:cubicBezTo>
                <a:cubicBezTo>
                  <a:pt x="208" y="635"/>
                  <a:pt x="207" y="639"/>
                  <a:pt x="205" y="643"/>
                </a:cubicBezTo>
                <a:cubicBezTo>
                  <a:pt x="205" y="612"/>
                  <a:pt x="205" y="612"/>
                  <a:pt x="205" y="612"/>
                </a:cubicBezTo>
                <a:cubicBezTo>
                  <a:pt x="206" y="611"/>
                  <a:pt x="206" y="611"/>
                  <a:pt x="206" y="611"/>
                </a:cubicBezTo>
                <a:cubicBezTo>
                  <a:pt x="205" y="611"/>
                  <a:pt x="205" y="611"/>
                  <a:pt x="205" y="611"/>
                </a:cubicBezTo>
                <a:cubicBezTo>
                  <a:pt x="205" y="599"/>
                  <a:pt x="205" y="599"/>
                  <a:pt x="205" y="599"/>
                </a:cubicBezTo>
                <a:cubicBezTo>
                  <a:pt x="209" y="597"/>
                  <a:pt x="209" y="597"/>
                  <a:pt x="209" y="597"/>
                </a:cubicBezTo>
                <a:cubicBezTo>
                  <a:pt x="209" y="597"/>
                  <a:pt x="210" y="598"/>
                  <a:pt x="210" y="598"/>
                </a:cubicBezTo>
                <a:close/>
                <a:moveTo>
                  <a:pt x="210" y="695"/>
                </a:moveTo>
                <a:cubicBezTo>
                  <a:pt x="210" y="717"/>
                  <a:pt x="210" y="717"/>
                  <a:pt x="210" y="717"/>
                </a:cubicBezTo>
                <a:cubicBezTo>
                  <a:pt x="209" y="711"/>
                  <a:pt x="208" y="705"/>
                  <a:pt x="205" y="701"/>
                </a:cubicBezTo>
                <a:cubicBezTo>
                  <a:pt x="205" y="692"/>
                  <a:pt x="205" y="692"/>
                  <a:pt x="205" y="692"/>
                </a:cubicBezTo>
                <a:cubicBezTo>
                  <a:pt x="207" y="693"/>
                  <a:pt x="208" y="694"/>
                  <a:pt x="210" y="695"/>
                </a:cubicBezTo>
                <a:close/>
                <a:moveTo>
                  <a:pt x="200" y="53"/>
                </a:moveTo>
                <a:cubicBezTo>
                  <a:pt x="202" y="52"/>
                  <a:pt x="204" y="51"/>
                  <a:pt x="205" y="50"/>
                </a:cubicBezTo>
                <a:cubicBezTo>
                  <a:pt x="205" y="59"/>
                  <a:pt x="205" y="59"/>
                  <a:pt x="205" y="59"/>
                </a:cubicBezTo>
                <a:cubicBezTo>
                  <a:pt x="204" y="60"/>
                  <a:pt x="202" y="61"/>
                  <a:pt x="200" y="61"/>
                </a:cubicBezTo>
                <a:cubicBezTo>
                  <a:pt x="200" y="53"/>
                  <a:pt x="200" y="53"/>
                  <a:pt x="200" y="53"/>
                </a:cubicBezTo>
                <a:close/>
                <a:moveTo>
                  <a:pt x="205" y="745"/>
                </a:moveTo>
                <a:cubicBezTo>
                  <a:pt x="204" y="744"/>
                  <a:pt x="202" y="743"/>
                  <a:pt x="200" y="743"/>
                </a:cubicBezTo>
                <a:cubicBezTo>
                  <a:pt x="200" y="734"/>
                  <a:pt x="200" y="734"/>
                  <a:pt x="200" y="734"/>
                </a:cubicBezTo>
                <a:cubicBezTo>
                  <a:pt x="202" y="735"/>
                  <a:pt x="203" y="736"/>
                  <a:pt x="205" y="737"/>
                </a:cubicBezTo>
                <a:cubicBezTo>
                  <a:pt x="205" y="745"/>
                  <a:pt x="205" y="745"/>
                  <a:pt x="205" y="745"/>
                </a:cubicBezTo>
                <a:close/>
                <a:moveTo>
                  <a:pt x="205" y="71"/>
                </a:moveTo>
                <a:cubicBezTo>
                  <a:pt x="205" y="82"/>
                  <a:pt x="205" y="82"/>
                  <a:pt x="205" y="82"/>
                </a:cubicBezTo>
                <a:cubicBezTo>
                  <a:pt x="204" y="81"/>
                  <a:pt x="202" y="80"/>
                  <a:pt x="200" y="79"/>
                </a:cubicBezTo>
                <a:cubicBezTo>
                  <a:pt x="200" y="69"/>
                  <a:pt x="200" y="69"/>
                  <a:pt x="200" y="69"/>
                </a:cubicBezTo>
                <a:cubicBezTo>
                  <a:pt x="205" y="71"/>
                  <a:pt x="205" y="71"/>
                  <a:pt x="205" y="71"/>
                </a:cubicBezTo>
                <a:close/>
                <a:moveTo>
                  <a:pt x="205" y="93"/>
                </a:moveTo>
                <a:cubicBezTo>
                  <a:pt x="205" y="103"/>
                  <a:pt x="205" y="103"/>
                  <a:pt x="205" y="103"/>
                </a:cubicBezTo>
                <a:cubicBezTo>
                  <a:pt x="204" y="104"/>
                  <a:pt x="202" y="105"/>
                  <a:pt x="200" y="105"/>
                </a:cubicBezTo>
                <a:cubicBezTo>
                  <a:pt x="200" y="95"/>
                  <a:pt x="200" y="95"/>
                  <a:pt x="200" y="95"/>
                </a:cubicBezTo>
                <a:cubicBezTo>
                  <a:pt x="202" y="95"/>
                  <a:pt x="204" y="94"/>
                  <a:pt x="205" y="93"/>
                </a:cubicBezTo>
                <a:close/>
                <a:moveTo>
                  <a:pt x="205" y="161"/>
                </a:moveTo>
                <a:cubicBezTo>
                  <a:pt x="205" y="173"/>
                  <a:pt x="205" y="173"/>
                  <a:pt x="205" y="173"/>
                </a:cubicBezTo>
                <a:cubicBezTo>
                  <a:pt x="200" y="179"/>
                  <a:pt x="200" y="179"/>
                  <a:pt x="200" y="179"/>
                </a:cubicBezTo>
                <a:cubicBezTo>
                  <a:pt x="200" y="161"/>
                  <a:pt x="200" y="161"/>
                  <a:pt x="200" y="161"/>
                </a:cubicBezTo>
                <a:cubicBezTo>
                  <a:pt x="201" y="162"/>
                  <a:pt x="202" y="163"/>
                  <a:pt x="202" y="164"/>
                </a:cubicBezTo>
                <a:cubicBezTo>
                  <a:pt x="204" y="163"/>
                  <a:pt x="205" y="162"/>
                  <a:pt x="205" y="161"/>
                </a:cubicBezTo>
                <a:close/>
                <a:moveTo>
                  <a:pt x="205" y="179"/>
                </a:moveTo>
                <a:cubicBezTo>
                  <a:pt x="205" y="191"/>
                  <a:pt x="205" y="191"/>
                  <a:pt x="205" y="191"/>
                </a:cubicBezTo>
                <a:cubicBezTo>
                  <a:pt x="203" y="192"/>
                  <a:pt x="202" y="192"/>
                  <a:pt x="201" y="196"/>
                </a:cubicBezTo>
                <a:cubicBezTo>
                  <a:pt x="202" y="195"/>
                  <a:pt x="204" y="195"/>
                  <a:pt x="205" y="194"/>
                </a:cubicBezTo>
                <a:cubicBezTo>
                  <a:pt x="205" y="212"/>
                  <a:pt x="205" y="212"/>
                  <a:pt x="205" y="212"/>
                </a:cubicBezTo>
                <a:cubicBezTo>
                  <a:pt x="204" y="214"/>
                  <a:pt x="202" y="216"/>
                  <a:pt x="200" y="218"/>
                </a:cubicBezTo>
                <a:cubicBezTo>
                  <a:pt x="200" y="182"/>
                  <a:pt x="200" y="182"/>
                  <a:pt x="200" y="182"/>
                </a:cubicBezTo>
                <a:cubicBezTo>
                  <a:pt x="202" y="181"/>
                  <a:pt x="203" y="180"/>
                  <a:pt x="205" y="179"/>
                </a:cubicBezTo>
                <a:close/>
                <a:moveTo>
                  <a:pt x="205" y="220"/>
                </a:moveTo>
                <a:cubicBezTo>
                  <a:pt x="205" y="225"/>
                  <a:pt x="205" y="225"/>
                  <a:pt x="205" y="225"/>
                </a:cubicBezTo>
                <a:cubicBezTo>
                  <a:pt x="205" y="225"/>
                  <a:pt x="204" y="225"/>
                  <a:pt x="203" y="225"/>
                </a:cubicBezTo>
                <a:cubicBezTo>
                  <a:pt x="203" y="223"/>
                  <a:pt x="204" y="221"/>
                  <a:pt x="205" y="220"/>
                </a:cubicBezTo>
                <a:close/>
                <a:moveTo>
                  <a:pt x="205" y="262"/>
                </a:moveTo>
                <a:cubicBezTo>
                  <a:pt x="205" y="271"/>
                  <a:pt x="205" y="271"/>
                  <a:pt x="205" y="271"/>
                </a:cubicBezTo>
                <a:cubicBezTo>
                  <a:pt x="205" y="271"/>
                  <a:pt x="204" y="272"/>
                  <a:pt x="203" y="273"/>
                </a:cubicBezTo>
                <a:cubicBezTo>
                  <a:pt x="204" y="273"/>
                  <a:pt x="205" y="273"/>
                  <a:pt x="205" y="273"/>
                </a:cubicBezTo>
                <a:cubicBezTo>
                  <a:pt x="205" y="279"/>
                  <a:pt x="205" y="279"/>
                  <a:pt x="205" y="279"/>
                </a:cubicBezTo>
                <a:cubicBezTo>
                  <a:pt x="203" y="279"/>
                  <a:pt x="202" y="280"/>
                  <a:pt x="200" y="281"/>
                </a:cubicBezTo>
                <a:cubicBezTo>
                  <a:pt x="200" y="268"/>
                  <a:pt x="200" y="268"/>
                  <a:pt x="200" y="268"/>
                </a:cubicBezTo>
                <a:cubicBezTo>
                  <a:pt x="202" y="266"/>
                  <a:pt x="204" y="264"/>
                  <a:pt x="205" y="262"/>
                </a:cubicBezTo>
                <a:close/>
                <a:moveTo>
                  <a:pt x="205" y="290"/>
                </a:moveTo>
                <a:cubicBezTo>
                  <a:pt x="205" y="296"/>
                  <a:pt x="205" y="296"/>
                  <a:pt x="205" y="296"/>
                </a:cubicBezTo>
                <a:cubicBezTo>
                  <a:pt x="204" y="296"/>
                  <a:pt x="202" y="296"/>
                  <a:pt x="200" y="296"/>
                </a:cubicBezTo>
                <a:cubicBezTo>
                  <a:pt x="200" y="290"/>
                  <a:pt x="200" y="290"/>
                  <a:pt x="200" y="290"/>
                </a:cubicBezTo>
                <a:cubicBezTo>
                  <a:pt x="202" y="290"/>
                  <a:pt x="204" y="290"/>
                  <a:pt x="205" y="290"/>
                </a:cubicBezTo>
                <a:close/>
                <a:moveTo>
                  <a:pt x="205" y="303"/>
                </a:moveTo>
                <a:cubicBezTo>
                  <a:pt x="205" y="315"/>
                  <a:pt x="205" y="315"/>
                  <a:pt x="205" y="315"/>
                </a:cubicBezTo>
                <a:cubicBezTo>
                  <a:pt x="204" y="320"/>
                  <a:pt x="202" y="324"/>
                  <a:pt x="200" y="328"/>
                </a:cubicBezTo>
                <a:cubicBezTo>
                  <a:pt x="200" y="313"/>
                  <a:pt x="200" y="313"/>
                  <a:pt x="200" y="313"/>
                </a:cubicBezTo>
                <a:cubicBezTo>
                  <a:pt x="201" y="313"/>
                  <a:pt x="201" y="313"/>
                  <a:pt x="201" y="312"/>
                </a:cubicBezTo>
                <a:cubicBezTo>
                  <a:pt x="200" y="312"/>
                  <a:pt x="200" y="312"/>
                  <a:pt x="200" y="312"/>
                </a:cubicBezTo>
                <a:cubicBezTo>
                  <a:pt x="200" y="306"/>
                  <a:pt x="200" y="306"/>
                  <a:pt x="200" y="306"/>
                </a:cubicBezTo>
                <a:cubicBezTo>
                  <a:pt x="202" y="305"/>
                  <a:pt x="204" y="304"/>
                  <a:pt x="205" y="303"/>
                </a:cubicBezTo>
                <a:close/>
                <a:moveTo>
                  <a:pt x="205" y="362"/>
                </a:moveTo>
                <a:cubicBezTo>
                  <a:pt x="205" y="364"/>
                  <a:pt x="205" y="364"/>
                  <a:pt x="205" y="364"/>
                </a:cubicBezTo>
                <a:cubicBezTo>
                  <a:pt x="205" y="363"/>
                  <a:pt x="205" y="362"/>
                  <a:pt x="205" y="362"/>
                </a:cubicBezTo>
                <a:cubicBezTo>
                  <a:pt x="205" y="362"/>
                  <a:pt x="205" y="362"/>
                  <a:pt x="205" y="362"/>
                </a:cubicBezTo>
                <a:close/>
                <a:moveTo>
                  <a:pt x="205" y="390"/>
                </a:moveTo>
                <a:cubicBezTo>
                  <a:pt x="205" y="404"/>
                  <a:pt x="205" y="404"/>
                  <a:pt x="205" y="404"/>
                </a:cubicBezTo>
                <a:cubicBezTo>
                  <a:pt x="204" y="397"/>
                  <a:pt x="203" y="396"/>
                  <a:pt x="202" y="394"/>
                </a:cubicBezTo>
                <a:cubicBezTo>
                  <a:pt x="202" y="394"/>
                  <a:pt x="201" y="394"/>
                  <a:pt x="200" y="394"/>
                </a:cubicBezTo>
                <a:cubicBezTo>
                  <a:pt x="200" y="390"/>
                  <a:pt x="200" y="390"/>
                  <a:pt x="200" y="390"/>
                </a:cubicBezTo>
                <a:cubicBezTo>
                  <a:pt x="205" y="390"/>
                  <a:pt x="205" y="390"/>
                  <a:pt x="205" y="390"/>
                </a:cubicBezTo>
                <a:close/>
                <a:moveTo>
                  <a:pt x="205" y="411"/>
                </a:moveTo>
                <a:cubicBezTo>
                  <a:pt x="205" y="415"/>
                  <a:pt x="205" y="415"/>
                  <a:pt x="205" y="415"/>
                </a:cubicBezTo>
                <a:cubicBezTo>
                  <a:pt x="200" y="415"/>
                  <a:pt x="200" y="415"/>
                  <a:pt x="200" y="415"/>
                </a:cubicBezTo>
                <a:cubicBezTo>
                  <a:pt x="200" y="411"/>
                  <a:pt x="200" y="411"/>
                  <a:pt x="200" y="411"/>
                </a:cubicBezTo>
                <a:cubicBezTo>
                  <a:pt x="201" y="411"/>
                  <a:pt x="201" y="411"/>
                  <a:pt x="201" y="411"/>
                </a:cubicBezTo>
                <a:cubicBezTo>
                  <a:pt x="205" y="411"/>
                  <a:pt x="205" y="411"/>
                  <a:pt x="205" y="411"/>
                </a:cubicBezTo>
                <a:close/>
                <a:moveTo>
                  <a:pt x="205" y="459"/>
                </a:moveTo>
                <a:cubicBezTo>
                  <a:pt x="205" y="461"/>
                  <a:pt x="205" y="461"/>
                  <a:pt x="205" y="461"/>
                </a:cubicBezTo>
                <a:cubicBezTo>
                  <a:pt x="205" y="461"/>
                  <a:pt x="205" y="460"/>
                  <a:pt x="205" y="459"/>
                </a:cubicBezTo>
                <a:cubicBezTo>
                  <a:pt x="205" y="459"/>
                  <a:pt x="205" y="459"/>
                  <a:pt x="205" y="459"/>
                </a:cubicBezTo>
                <a:close/>
                <a:moveTo>
                  <a:pt x="205" y="488"/>
                </a:moveTo>
                <a:cubicBezTo>
                  <a:pt x="205" y="500"/>
                  <a:pt x="205" y="500"/>
                  <a:pt x="205" y="500"/>
                </a:cubicBezTo>
                <a:cubicBezTo>
                  <a:pt x="205" y="498"/>
                  <a:pt x="204" y="496"/>
                  <a:pt x="202" y="495"/>
                </a:cubicBezTo>
                <a:cubicBezTo>
                  <a:pt x="200" y="497"/>
                  <a:pt x="200" y="497"/>
                  <a:pt x="200" y="497"/>
                </a:cubicBezTo>
                <a:cubicBezTo>
                  <a:pt x="200" y="476"/>
                  <a:pt x="200" y="476"/>
                  <a:pt x="200" y="476"/>
                </a:cubicBezTo>
                <a:cubicBezTo>
                  <a:pt x="201" y="478"/>
                  <a:pt x="202" y="479"/>
                  <a:pt x="202" y="480"/>
                </a:cubicBezTo>
                <a:cubicBezTo>
                  <a:pt x="203" y="483"/>
                  <a:pt x="204" y="486"/>
                  <a:pt x="205" y="488"/>
                </a:cubicBezTo>
                <a:close/>
                <a:moveTo>
                  <a:pt x="205" y="512"/>
                </a:moveTo>
                <a:cubicBezTo>
                  <a:pt x="205" y="522"/>
                  <a:pt x="205" y="522"/>
                  <a:pt x="205" y="522"/>
                </a:cubicBezTo>
                <a:cubicBezTo>
                  <a:pt x="204" y="526"/>
                  <a:pt x="204" y="529"/>
                  <a:pt x="205" y="532"/>
                </a:cubicBezTo>
                <a:cubicBezTo>
                  <a:pt x="205" y="541"/>
                  <a:pt x="205" y="541"/>
                  <a:pt x="205" y="541"/>
                </a:cubicBezTo>
                <a:cubicBezTo>
                  <a:pt x="204" y="539"/>
                  <a:pt x="202" y="537"/>
                  <a:pt x="200" y="535"/>
                </a:cubicBezTo>
                <a:cubicBezTo>
                  <a:pt x="200" y="519"/>
                  <a:pt x="200" y="519"/>
                  <a:pt x="200" y="519"/>
                </a:cubicBezTo>
                <a:cubicBezTo>
                  <a:pt x="203" y="517"/>
                  <a:pt x="204" y="514"/>
                  <a:pt x="205" y="512"/>
                </a:cubicBezTo>
                <a:close/>
                <a:moveTo>
                  <a:pt x="205" y="599"/>
                </a:moveTo>
                <a:cubicBezTo>
                  <a:pt x="205" y="611"/>
                  <a:pt x="205" y="611"/>
                  <a:pt x="205" y="611"/>
                </a:cubicBezTo>
                <a:cubicBezTo>
                  <a:pt x="204" y="612"/>
                  <a:pt x="202" y="613"/>
                  <a:pt x="200" y="613"/>
                </a:cubicBezTo>
                <a:cubicBezTo>
                  <a:pt x="200" y="602"/>
                  <a:pt x="200" y="602"/>
                  <a:pt x="200" y="602"/>
                </a:cubicBezTo>
                <a:cubicBezTo>
                  <a:pt x="205" y="599"/>
                  <a:pt x="205" y="599"/>
                  <a:pt x="205" y="599"/>
                </a:cubicBezTo>
                <a:close/>
                <a:moveTo>
                  <a:pt x="205" y="612"/>
                </a:moveTo>
                <a:cubicBezTo>
                  <a:pt x="202" y="620"/>
                  <a:pt x="202" y="621"/>
                  <a:pt x="200" y="622"/>
                </a:cubicBezTo>
                <a:cubicBezTo>
                  <a:pt x="200" y="647"/>
                  <a:pt x="200" y="647"/>
                  <a:pt x="200" y="647"/>
                </a:cubicBezTo>
                <a:cubicBezTo>
                  <a:pt x="201" y="648"/>
                  <a:pt x="201" y="648"/>
                  <a:pt x="201" y="648"/>
                </a:cubicBezTo>
                <a:cubicBezTo>
                  <a:pt x="202" y="648"/>
                  <a:pt x="202" y="648"/>
                  <a:pt x="203" y="648"/>
                </a:cubicBezTo>
                <a:cubicBezTo>
                  <a:pt x="205" y="643"/>
                  <a:pt x="205" y="643"/>
                  <a:pt x="205" y="643"/>
                </a:cubicBezTo>
                <a:cubicBezTo>
                  <a:pt x="205" y="612"/>
                  <a:pt x="205" y="612"/>
                  <a:pt x="205" y="612"/>
                </a:cubicBezTo>
                <a:close/>
                <a:moveTo>
                  <a:pt x="205" y="692"/>
                </a:moveTo>
                <a:cubicBezTo>
                  <a:pt x="205" y="701"/>
                  <a:pt x="205" y="701"/>
                  <a:pt x="205" y="701"/>
                </a:cubicBezTo>
                <a:cubicBezTo>
                  <a:pt x="204" y="699"/>
                  <a:pt x="202" y="697"/>
                  <a:pt x="200" y="696"/>
                </a:cubicBezTo>
                <a:cubicBezTo>
                  <a:pt x="200" y="689"/>
                  <a:pt x="200" y="689"/>
                  <a:pt x="200" y="689"/>
                </a:cubicBezTo>
                <a:cubicBezTo>
                  <a:pt x="202" y="690"/>
                  <a:pt x="204" y="690"/>
                  <a:pt x="205" y="692"/>
                </a:cubicBezTo>
                <a:close/>
                <a:moveTo>
                  <a:pt x="196" y="55"/>
                </a:moveTo>
                <a:cubicBezTo>
                  <a:pt x="198" y="54"/>
                  <a:pt x="199" y="53"/>
                  <a:pt x="200" y="53"/>
                </a:cubicBezTo>
                <a:cubicBezTo>
                  <a:pt x="200" y="61"/>
                  <a:pt x="200" y="61"/>
                  <a:pt x="200" y="61"/>
                </a:cubicBezTo>
                <a:cubicBezTo>
                  <a:pt x="199" y="62"/>
                  <a:pt x="198" y="63"/>
                  <a:pt x="196" y="63"/>
                </a:cubicBezTo>
                <a:cubicBezTo>
                  <a:pt x="196" y="55"/>
                  <a:pt x="196" y="55"/>
                  <a:pt x="196" y="55"/>
                </a:cubicBezTo>
                <a:close/>
                <a:moveTo>
                  <a:pt x="200" y="743"/>
                </a:moveTo>
                <a:cubicBezTo>
                  <a:pt x="199" y="742"/>
                  <a:pt x="198" y="741"/>
                  <a:pt x="196" y="740"/>
                </a:cubicBezTo>
                <a:cubicBezTo>
                  <a:pt x="196" y="730"/>
                  <a:pt x="196" y="730"/>
                  <a:pt x="196" y="730"/>
                </a:cubicBezTo>
                <a:cubicBezTo>
                  <a:pt x="197" y="731"/>
                  <a:pt x="199" y="733"/>
                  <a:pt x="200" y="734"/>
                </a:cubicBezTo>
                <a:cubicBezTo>
                  <a:pt x="200" y="743"/>
                  <a:pt x="200" y="743"/>
                  <a:pt x="200" y="743"/>
                </a:cubicBezTo>
                <a:close/>
                <a:moveTo>
                  <a:pt x="200" y="69"/>
                </a:moveTo>
                <a:cubicBezTo>
                  <a:pt x="200" y="79"/>
                  <a:pt x="200" y="79"/>
                  <a:pt x="200" y="79"/>
                </a:cubicBezTo>
                <a:cubicBezTo>
                  <a:pt x="199" y="78"/>
                  <a:pt x="198" y="78"/>
                  <a:pt x="196" y="77"/>
                </a:cubicBezTo>
                <a:cubicBezTo>
                  <a:pt x="196" y="67"/>
                  <a:pt x="196" y="67"/>
                  <a:pt x="196" y="67"/>
                </a:cubicBezTo>
                <a:cubicBezTo>
                  <a:pt x="200" y="69"/>
                  <a:pt x="200" y="69"/>
                  <a:pt x="200" y="69"/>
                </a:cubicBezTo>
                <a:close/>
                <a:moveTo>
                  <a:pt x="200" y="95"/>
                </a:moveTo>
                <a:cubicBezTo>
                  <a:pt x="200" y="105"/>
                  <a:pt x="200" y="105"/>
                  <a:pt x="200" y="105"/>
                </a:cubicBezTo>
                <a:cubicBezTo>
                  <a:pt x="199" y="106"/>
                  <a:pt x="198" y="107"/>
                  <a:pt x="196" y="108"/>
                </a:cubicBezTo>
                <a:cubicBezTo>
                  <a:pt x="196" y="96"/>
                  <a:pt x="196" y="96"/>
                  <a:pt x="196" y="96"/>
                </a:cubicBezTo>
                <a:cubicBezTo>
                  <a:pt x="197" y="97"/>
                  <a:pt x="197" y="97"/>
                  <a:pt x="197" y="97"/>
                </a:cubicBezTo>
                <a:cubicBezTo>
                  <a:pt x="198" y="96"/>
                  <a:pt x="200" y="96"/>
                  <a:pt x="200" y="95"/>
                </a:cubicBezTo>
                <a:close/>
                <a:moveTo>
                  <a:pt x="200" y="161"/>
                </a:moveTo>
                <a:cubicBezTo>
                  <a:pt x="200" y="179"/>
                  <a:pt x="200" y="179"/>
                  <a:pt x="200" y="179"/>
                </a:cubicBezTo>
                <a:cubicBezTo>
                  <a:pt x="196" y="185"/>
                  <a:pt x="196" y="185"/>
                  <a:pt x="196" y="185"/>
                </a:cubicBezTo>
                <a:cubicBezTo>
                  <a:pt x="196" y="156"/>
                  <a:pt x="196" y="156"/>
                  <a:pt x="196" y="156"/>
                </a:cubicBezTo>
                <a:cubicBezTo>
                  <a:pt x="198" y="157"/>
                  <a:pt x="199" y="159"/>
                  <a:pt x="200" y="161"/>
                </a:cubicBezTo>
                <a:close/>
                <a:moveTo>
                  <a:pt x="200" y="182"/>
                </a:moveTo>
                <a:cubicBezTo>
                  <a:pt x="199" y="184"/>
                  <a:pt x="198" y="186"/>
                  <a:pt x="196" y="187"/>
                </a:cubicBezTo>
                <a:cubicBezTo>
                  <a:pt x="196" y="202"/>
                  <a:pt x="196" y="202"/>
                  <a:pt x="196" y="202"/>
                </a:cubicBezTo>
                <a:cubicBezTo>
                  <a:pt x="197" y="201"/>
                  <a:pt x="198" y="200"/>
                  <a:pt x="200" y="199"/>
                </a:cubicBezTo>
                <a:cubicBezTo>
                  <a:pt x="199" y="204"/>
                  <a:pt x="198" y="207"/>
                  <a:pt x="196" y="209"/>
                </a:cubicBezTo>
                <a:cubicBezTo>
                  <a:pt x="196" y="221"/>
                  <a:pt x="196" y="221"/>
                  <a:pt x="196" y="221"/>
                </a:cubicBezTo>
                <a:cubicBezTo>
                  <a:pt x="199" y="221"/>
                  <a:pt x="199" y="221"/>
                  <a:pt x="199" y="221"/>
                </a:cubicBezTo>
                <a:cubicBezTo>
                  <a:pt x="199" y="220"/>
                  <a:pt x="200" y="219"/>
                  <a:pt x="200" y="218"/>
                </a:cubicBezTo>
                <a:cubicBezTo>
                  <a:pt x="200" y="182"/>
                  <a:pt x="200" y="182"/>
                  <a:pt x="200" y="182"/>
                </a:cubicBezTo>
                <a:close/>
                <a:moveTo>
                  <a:pt x="200" y="268"/>
                </a:moveTo>
                <a:cubicBezTo>
                  <a:pt x="200" y="281"/>
                  <a:pt x="200" y="281"/>
                  <a:pt x="200" y="281"/>
                </a:cubicBezTo>
                <a:cubicBezTo>
                  <a:pt x="199" y="282"/>
                  <a:pt x="198" y="283"/>
                  <a:pt x="196" y="286"/>
                </a:cubicBezTo>
                <a:cubicBezTo>
                  <a:pt x="196" y="274"/>
                  <a:pt x="196" y="274"/>
                  <a:pt x="196" y="274"/>
                </a:cubicBezTo>
                <a:cubicBezTo>
                  <a:pt x="198" y="272"/>
                  <a:pt x="199" y="270"/>
                  <a:pt x="200" y="268"/>
                </a:cubicBezTo>
                <a:close/>
                <a:moveTo>
                  <a:pt x="200" y="290"/>
                </a:moveTo>
                <a:cubicBezTo>
                  <a:pt x="200" y="296"/>
                  <a:pt x="200" y="296"/>
                  <a:pt x="200" y="296"/>
                </a:cubicBezTo>
                <a:cubicBezTo>
                  <a:pt x="199" y="296"/>
                  <a:pt x="198" y="296"/>
                  <a:pt x="196" y="296"/>
                </a:cubicBezTo>
                <a:cubicBezTo>
                  <a:pt x="196" y="290"/>
                  <a:pt x="196" y="290"/>
                  <a:pt x="196" y="290"/>
                </a:cubicBezTo>
                <a:cubicBezTo>
                  <a:pt x="198" y="290"/>
                  <a:pt x="199" y="290"/>
                  <a:pt x="200" y="290"/>
                </a:cubicBezTo>
                <a:close/>
                <a:moveTo>
                  <a:pt x="200" y="306"/>
                </a:moveTo>
                <a:cubicBezTo>
                  <a:pt x="200" y="312"/>
                  <a:pt x="200" y="312"/>
                  <a:pt x="200" y="312"/>
                </a:cubicBezTo>
                <a:cubicBezTo>
                  <a:pt x="199" y="313"/>
                  <a:pt x="198" y="313"/>
                  <a:pt x="196" y="313"/>
                </a:cubicBezTo>
                <a:cubicBezTo>
                  <a:pt x="196" y="307"/>
                  <a:pt x="196" y="307"/>
                  <a:pt x="196" y="307"/>
                </a:cubicBezTo>
                <a:cubicBezTo>
                  <a:pt x="198" y="307"/>
                  <a:pt x="199" y="306"/>
                  <a:pt x="200" y="306"/>
                </a:cubicBezTo>
                <a:close/>
                <a:moveTo>
                  <a:pt x="200" y="313"/>
                </a:moveTo>
                <a:cubicBezTo>
                  <a:pt x="200" y="328"/>
                  <a:pt x="200" y="328"/>
                  <a:pt x="200" y="328"/>
                </a:cubicBezTo>
                <a:cubicBezTo>
                  <a:pt x="199" y="333"/>
                  <a:pt x="198" y="337"/>
                  <a:pt x="196" y="341"/>
                </a:cubicBezTo>
                <a:cubicBezTo>
                  <a:pt x="196" y="321"/>
                  <a:pt x="196" y="321"/>
                  <a:pt x="196" y="321"/>
                </a:cubicBezTo>
                <a:cubicBezTo>
                  <a:pt x="198" y="319"/>
                  <a:pt x="199" y="317"/>
                  <a:pt x="200" y="313"/>
                </a:cubicBezTo>
                <a:close/>
                <a:moveTo>
                  <a:pt x="200" y="390"/>
                </a:moveTo>
                <a:cubicBezTo>
                  <a:pt x="200" y="394"/>
                  <a:pt x="200" y="394"/>
                  <a:pt x="200" y="394"/>
                </a:cubicBezTo>
                <a:cubicBezTo>
                  <a:pt x="199" y="394"/>
                  <a:pt x="198" y="394"/>
                  <a:pt x="196" y="393"/>
                </a:cubicBezTo>
                <a:cubicBezTo>
                  <a:pt x="196" y="390"/>
                  <a:pt x="196" y="390"/>
                  <a:pt x="196" y="390"/>
                </a:cubicBezTo>
                <a:cubicBezTo>
                  <a:pt x="200" y="390"/>
                  <a:pt x="200" y="390"/>
                  <a:pt x="200" y="390"/>
                </a:cubicBezTo>
                <a:close/>
                <a:moveTo>
                  <a:pt x="200" y="411"/>
                </a:moveTo>
                <a:cubicBezTo>
                  <a:pt x="200" y="415"/>
                  <a:pt x="200" y="415"/>
                  <a:pt x="200" y="415"/>
                </a:cubicBezTo>
                <a:cubicBezTo>
                  <a:pt x="196" y="415"/>
                  <a:pt x="196" y="415"/>
                  <a:pt x="196" y="415"/>
                </a:cubicBezTo>
                <a:cubicBezTo>
                  <a:pt x="196" y="401"/>
                  <a:pt x="196" y="401"/>
                  <a:pt x="196" y="401"/>
                </a:cubicBezTo>
                <a:cubicBezTo>
                  <a:pt x="197" y="405"/>
                  <a:pt x="198" y="408"/>
                  <a:pt x="200" y="411"/>
                </a:cubicBezTo>
                <a:close/>
                <a:moveTo>
                  <a:pt x="200" y="476"/>
                </a:moveTo>
                <a:cubicBezTo>
                  <a:pt x="200" y="497"/>
                  <a:pt x="200" y="497"/>
                  <a:pt x="200" y="497"/>
                </a:cubicBezTo>
                <a:cubicBezTo>
                  <a:pt x="199" y="500"/>
                  <a:pt x="197" y="502"/>
                  <a:pt x="196" y="505"/>
                </a:cubicBezTo>
                <a:cubicBezTo>
                  <a:pt x="196" y="492"/>
                  <a:pt x="196" y="492"/>
                  <a:pt x="196" y="492"/>
                </a:cubicBezTo>
                <a:cubicBezTo>
                  <a:pt x="198" y="488"/>
                  <a:pt x="198" y="484"/>
                  <a:pt x="196" y="478"/>
                </a:cubicBezTo>
                <a:cubicBezTo>
                  <a:pt x="196" y="465"/>
                  <a:pt x="196" y="465"/>
                  <a:pt x="196" y="465"/>
                </a:cubicBezTo>
                <a:cubicBezTo>
                  <a:pt x="197" y="469"/>
                  <a:pt x="199" y="473"/>
                  <a:pt x="200" y="476"/>
                </a:cubicBezTo>
                <a:close/>
                <a:moveTo>
                  <a:pt x="200" y="519"/>
                </a:moveTo>
                <a:cubicBezTo>
                  <a:pt x="200" y="535"/>
                  <a:pt x="200" y="535"/>
                  <a:pt x="200" y="535"/>
                </a:cubicBezTo>
                <a:cubicBezTo>
                  <a:pt x="199" y="533"/>
                  <a:pt x="198" y="531"/>
                  <a:pt x="196" y="529"/>
                </a:cubicBezTo>
                <a:cubicBezTo>
                  <a:pt x="196" y="519"/>
                  <a:pt x="196" y="519"/>
                  <a:pt x="196" y="519"/>
                </a:cubicBezTo>
                <a:cubicBezTo>
                  <a:pt x="196" y="520"/>
                  <a:pt x="197" y="521"/>
                  <a:pt x="197" y="522"/>
                </a:cubicBezTo>
                <a:cubicBezTo>
                  <a:pt x="198" y="521"/>
                  <a:pt x="200" y="520"/>
                  <a:pt x="200" y="519"/>
                </a:cubicBezTo>
                <a:close/>
                <a:moveTo>
                  <a:pt x="200" y="602"/>
                </a:moveTo>
                <a:cubicBezTo>
                  <a:pt x="200" y="613"/>
                  <a:pt x="200" y="613"/>
                  <a:pt x="200" y="613"/>
                </a:cubicBezTo>
                <a:cubicBezTo>
                  <a:pt x="199" y="614"/>
                  <a:pt x="198" y="615"/>
                  <a:pt x="196" y="615"/>
                </a:cubicBezTo>
                <a:cubicBezTo>
                  <a:pt x="196" y="604"/>
                  <a:pt x="196" y="604"/>
                  <a:pt x="196" y="604"/>
                </a:cubicBezTo>
                <a:cubicBezTo>
                  <a:pt x="200" y="602"/>
                  <a:pt x="200" y="602"/>
                  <a:pt x="200" y="602"/>
                </a:cubicBezTo>
                <a:close/>
                <a:moveTo>
                  <a:pt x="200" y="622"/>
                </a:moveTo>
                <a:cubicBezTo>
                  <a:pt x="200" y="647"/>
                  <a:pt x="200" y="647"/>
                  <a:pt x="200" y="647"/>
                </a:cubicBezTo>
                <a:cubicBezTo>
                  <a:pt x="199" y="645"/>
                  <a:pt x="197" y="644"/>
                  <a:pt x="196" y="642"/>
                </a:cubicBezTo>
                <a:cubicBezTo>
                  <a:pt x="196" y="633"/>
                  <a:pt x="196" y="633"/>
                  <a:pt x="196" y="633"/>
                </a:cubicBezTo>
                <a:cubicBezTo>
                  <a:pt x="196" y="633"/>
                  <a:pt x="196" y="632"/>
                  <a:pt x="197" y="632"/>
                </a:cubicBezTo>
                <a:cubicBezTo>
                  <a:pt x="196" y="631"/>
                  <a:pt x="196" y="631"/>
                  <a:pt x="196" y="631"/>
                </a:cubicBezTo>
                <a:cubicBezTo>
                  <a:pt x="196" y="619"/>
                  <a:pt x="196" y="619"/>
                  <a:pt x="196" y="619"/>
                </a:cubicBezTo>
                <a:cubicBezTo>
                  <a:pt x="197" y="620"/>
                  <a:pt x="198" y="621"/>
                  <a:pt x="200" y="623"/>
                </a:cubicBezTo>
                <a:cubicBezTo>
                  <a:pt x="200" y="623"/>
                  <a:pt x="200" y="622"/>
                  <a:pt x="200" y="622"/>
                </a:cubicBezTo>
                <a:close/>
                <a:moveTo>
                  <a:pt x="200" y="689"/>
                </a:moveTo>
                <a:cubicBezTo>
                  <a:pt x="200" y="696"/>
                  <a:pt x="200" y="696"/>
                  <a:pt x="200" y="696"/>
                </a:cubicBezTo>
                <a:cubicBezTo>
                  <a:pt x="199" y="695"/>
                  <a:pt x="198" y="695"/>
                  <a:pt x="196" y="694"/>
                </a:cubicBezTo>
                <a:cubicBezTo>
                  <a:pt x="196" y="687"/>
                  <a:pt x="196" y="687"/>
                  <a:pt x="196" y="687"/>
                </a:cubicBezTo>
                <a:cubicBezTo>
                  <a:pt x="198" y="687"/>
                  <a:pt x="199" y="688"/>
                  <a:pt x="200" y="689"/>
                </a:cubicBezTo>
                <a:close/>
                <a:moveTo>
                  <a:pt x="192" y="59"/>
                </a:moveTo>
                <a:cubicBezTo>
                  <a:pt x="193" y="57"/>
                  <a:pt x="195" y="56"/>
                  <a:pt x="196" y="55"/>
                </a:cubicBezTo>
                <a:cubicBezTo>
                  <a:pt x="196" y="63"/>
                  <a:pt x="196" y="63"/>
                  <a:pt x="196" y="63"/>
                </a:cubicBezTo>
                <a:cubicBezTo>
                  <a:pt x="195" y="64"/>
                  <a:pt x="195" y="64"/>
                  <a:pt x="195" y="64"/>
                </a:cubicBezTo>
                <a:cubicBezTo>
                  <a:pt x="195" y="65"/>
                  <a:pt x="195" y="65"/>
                  <a:pt x="195" y="66"/>
                </a:cubicBezTo>
                <a:cubicBezTo>
                  <a:pt x="196" y="67"/>
                  <a:pt x="196" y="67"/>
                  <a:pt x="196" y="67"/>
                </a:cubicBezTo>
                <a:cubicBezTo>
                  <a:pt x="196" y="77"/>
                  <a:pt x="196" y="77"/>
                  <a:pt x="196" y="77"/>
                </a:cubicBezTo>
                <a:cubicBezTo>
                  <a:pt x="195" y="77"/>
                  <a:pt x="193" y="76"/>
                  <a:pt x="192" y="76"/>
                </a:cubicBezTo>
                <a:cubicBezTo>
                  <a:pt x="192" y="59"/>
                  <a:pt x="192" y="59"/>
                  <a:pt x="192" y="59"/>
                </a:cubicBezTo>
                <a:close/>
                <a:moveTo>
                  <a:pt x="196" y="740"/>
                </a:moveTo>
                <a:cubicBezTo>
                  <a:pt x="195" y="739"/>
                  <a:pt x="193" y="738"/>
                  <a:pt x="192" y="737"/>
                </a:cubicBezTo>
                <a:cubicBezTo>
                  <a:pt x="192" y="721"/>
                  <a:pt x="192" y="721"/>
                  <a:pt x="192" y="721"/>
                </a:cubicBezTo>
                <a:cubicBezTo>
                  <a:pt x="192" y="724"/>
                  <a:pt x="194" y="727"/>
                  <a:pt x="196" y="730"/>
                </a:cubicBezTo>
                <a:cubicBezTo>
                  <a:pt x="196" y="740"/>
                  <a:pt x="196" y="740"/>
                  <a:pt x="196" y="740"/>
                </a:cubicBezTo>
                <a:close/>
                <a:moveTo>
                  <a:pt x="196" y="96"/>
                </a:moveTo>
                <a:cubicBezTo>
                  <a:pt x="196" y="108"/>
                  <a:pt x="196" y="108"/>
                  <a:pt x="196" y="108"/>
                </a:cubicBezTo>
                <a:cubicBezTo>
                  <a:pt x="195" y="109"/>
                  <a:pt x="193" y="110"/>
                  <a:pt x="192" y="112"/>
                </a:cubicBezTo>
                <a:cubicBezTo>
                  <a:pt x="192" y="95"/>
                  <a:pt x="192" y="95"/>
                  <a:pt x="192" y="95"/>
                </a:cubicBezTo>
                <a:cubicBezTo>
                  <a:pt x="196" y="96"/>
                  <a:pt x="196" y="96"/>
                  <a:pt x="196" y="96"/>
                </a:cubicBezTo>
                <a:close/>
                <a:moveTo>
                  <a:pt x="196" y="156"/>
                </a:moveTo>
                <a:cubicBezTo>
                  <a:pt x="196" y="185"/>
                  <a:pt x="196" y="185"/>
                  <a:pt x="196" y="185"/>
                </a:cubicBezTo>
                <a:cubicBezTo>
                  <a:pt x="192" y="191"/>
                  <a:pt x="192" y="191"/>
                  <a:pt x="192" y="191"/>
                </a:cubicBezTo>
                <a:cubicBezTo>
                  <a:pt x="192" y="175"/>
                  <a:pt x="192" y="175"/>
                  <a:pt x="192" y="175"/>
                </a:cubicBezTo>
                <a:cubicBezTo>
                  <a:pt x="192" y="173"/>
                  <a:pt x="192" y="171"/>
                  <a:pt x="192" y="169"/>
                </a:cubicBezTo>
                <a:cubicBezTo>
                  <a:pt x="192" y="151"/>
                  <a:pt x="192" y="151"/>
                  <a:pt x="192" y="151"/>
                </a:cubicBezTo>
                <a:cubicBezTo>
                  <a:pt x="193" y="152"/>
                  <a:pt x="195" y="154"/>
                  <a:pt x="196" y="156"/>
                </a:cubicBezTo>
                <a:close/>
                <a:moveTo>
                  <a:pt x="196" y="187"/>
                </a:moveTo>
                <a:cubicBezTo>
                  <a:pt x="195" y="189"/>
                  <a:pt x="193" y="192"/>
                  <a:pt x="192" y="194"/>
                </a:cubicBezTo>
                <a:cubicBezTo>
                  <a:pt x="192" y="207"/>
                  <a:pt x="192" y="207"/>
                  <a:pt x="192" y="207"/>
                </a:cubicBezTo>
                <a:cubicBezTo>
                  <a:pt x="192" y="207"/>
                  <a:pt x="192" y="207"/>
                  <a:pt x="193" y="207"/>
                </a:cubicBezTo>
                <a:cubicBezTo>
                  <a:pt x="194" y="204"/>
                  <a:pt x="195" y="203"/>
                  <a:pt x="196" y="202"/>
                </a:cubicBezTo>
                <a:cubicBezTo>
                  <a:pt x="196" y="187"/>
                  <a:pt x="196" y="187"/>
                  <a:pt x="196" y="187"/>
                </a:cubicBezTo>
                <a:close/>
                <a:moveTo>
                  <a:pt x="196" y="209"/>
                </a:moveTo>
                <a:cubicBezTo>
                  <a:pt x="196" y="221"/>
                  <a:pt x="196" y="221"/>
                  <a:pt x="196" y="221"/>
                </a:cubicBezTo>
                <a:cubicBezTo>
                  <a:pt x="195" y="221"/>
                  <a:pt x="193" y="221"/>
                  <a:pt x="192" y="221"/>
                </a:cubicBezTo>
                <a:cubicBezTo>
                  <a:pt x="192" y="214"/>
                  <a:pt x="192" y="214"/>
                  <a:pt x="192" y="214"/>
                </a:cubicBezTo>
                <a:cubicBezTo>
                  <a:pt x="194" y="212"/>
                  <a:pt x="195" y="211"/>
                  <a:pt x="196" y="209"/>
                </a:cubicBezTo>
                <a:close/>
                <a:moveTo>
                  <a:pt x="196" y="274"/>
                </a:moveTo>
                <a:cubicBezTo>
                  <a:pt x="196" y="286"/>
                  <a:pt x="196" y="286"/>
                  <a:pt x="196" y="286"/>
                </a:cubicBezTo>
                <a:cubicBezTo>
                  <a:pt x="195" y="287"/>
                  <a:pt x="195" y="288"/>
                  <a:pt x="194" y="290"/>
                </a:cubicBezTo>
                <a:cubicBezTo>
                  <a:pt x="195" y="290"/>
                  <a:pt x="195" y="290"/>
                  <a:pt x="196" y="290"/>
                </a:cubicBezTo>
                <a:cubicBezTo>
                  <a:pt x="196" y="296"/>
                  <a:pt x="196" y="296"/>
                  <a:pt x="196" y="296"/>
                </a:cubicBezTo>
                <a:cubicBezTo>
                  <a:pt x="194" y="296"/>
                  <a:pt x="193" y="297"/>
                  <a:pt x="192" y="298"/>
                </a:cubicBezTo>
                <a:cubicBezTo>
                  <a:pt x="192" y="282"/>
                  <a:pt x="192" y="282"/>
                  <a:pt x="192" y="282"/>
                </a:cubicBezTo>
                <a:cubicBezTo>
                  <a:pt x="193" y="279"/>
                  <a:pt x="195" y="277"/>
                  <a:pt x="196" y="274"/>
                </a:cubicBezTo>
                <a:close/>
                <a:moveTo>
                  <a:pt x="196" y="307"/>
                </a:moveTo>
                <a:cubicBezTo>
                  <a:pt x="196" y="313"/>
                  <a:pt x="196" y="313"/>
                  <a:pt x="196" y="313"/>
                </a:cubicBezTo>
                <a:cubicBezTo>
                  <a:pt x="194" y="313"/>
                  <a:pt x="193" y="313"/>
                  <a:pt x="192" y="313"/>
                </a:cubicBezTo>
                <a:cubicBezTo>
                  <a:pt x="192" y="308"/>
                  <a:pt x="192" y="308"/>
                  <a:pt x="192" y="308"/>
                </a:cubicBezTo>
                <a:cubicBezTo>
                  <a:pt x="193" y="307"/>
                  <a:pt x="195" y="307"/>
                  <a:pt x="196" y="307"/>
                </a:cubicBezTo>
                <a:close/>
                <a:moveTo>
                  <a:pt x="196" y="321"/>
                </a:moveTo>
                <a:cubicBezTo>
                  <a:pt x="196" y="341"/>
                  <a:pt x="196" y="341"/>
                  <a:pt x="196" y="341"/>
                </a:cubicBezTo>
                <a:cubicBezTo>
                  <a:pt x="194" y="346"/>
                  <a:pt x="193" y="351"/>
                  <a:pt x="192" y="356"/>
                </a:cubicBezTo>
                <a:cubicBezTo>
                  <a:pt x="192" y="336"/>
                  <a:pt x="192" y="336"/>
                  <a:pt x="192" y="336"/>
                </a:cubicBezTo>
                <a:cubicBezTo>
                  <a:pt x="192" y="334"/>
                  <a:pt x="193" y="332"/>
                  <a:pt x="194" y="330"/>
                </a:cubicBezTo>
                <a:cubicBezTo>
                  <a:pt x="192" y="330"/>
                  <a:pt x="192" y="330"/>
                  <a:pt x="192" y="330"/>
                </a:cubicBezTo>
                <a:cubicBezTo>
                  <a:pt x="192" y="324"/>
                  <a:pt x="192" y="324"/>
                  <a:pt x="192" y="324"/>
                </a:cubicBezTo>
                <a:cubicBezTo>
                  <a:pt x="193" y="323"/>
                  <a:pt x="195" y="322"/>
                  <a:pt x="196" y="321"/>
                </a:cubicBezTo>
                <a:close/>
                <a:moveTo>
                  <a:pt x="196" y="390"/>
                </a:moveTo>
                <a:cubicBezTo>
                  <a:pt x="196" y="393"/>
                  <a:pt x="196" y="393"/>
                  <a:pt x="196" y="393"/>
                </a:cubicBezTo>
                <a:cubicBezTo>
                  <a:pt x="195" y="393"/>
                  <a:pt x="195" y="393"/>
                  <a:pt x="195" y="393"/>
                </a:cubicBezTo>
                <a:cubicBezTo>
                  <a:pt x="196" y="396"/>
                  <a:pt x="196" y="398"/>
                  <a:pt x="196" y="401"/>
                </a:cubicBezTo>
                <a:cubicBezTo>
                  <a:pt x="196" y="415"/>
                  <a:pt x="196" y="415"/>
                  <a:pt x="196" y="415"/>
                </a:cubicBezTo>
                <a:cubicBezTo>
                  <a:pt x="192" y="415"/>
                  <a:pt x="192" y="415"/>
                  <a:pt x="192" y="415"/>
                </a:cubicBezTo>
                <a:cubicBezTo>
                  <a:pt x="192" y="410"/>
                  <a:pt x="192" y="410"/>
                  <a:pt x="192" y="410"/>
                </a:cubicBezTo>
                <a:cubicBezTo>
                  <a:pt x="193" y="410"/>
                  <a:pt x="194" y="410"/>
                  <a:pt x="195" y="410"/>
                </a:cubicBezTo>
                <a:cubicBezTo>
                  <a:pt x="193" y="406"/>
                  <a:pt x="193" y="402"/>
                  <a:pt x="192" y="399"/>
                </a:cubicBezTo>
                <a:cubicBezTo>
                  <a:pt x="192" y="390"/>
                  <a:pt x="192" y="390"/>
                  <a:pt x="192" y="390"/>
                </a:cubicBezTo>
                <a:cubicBezTo>
                  <a:pt x="196" y="390"/>
                  <a:pt x="196" y="390"/>
                  <a:pt x="196" y="390"/>
                </a:cubicBezTo>
                <a:close/>
                <a:moveTo>
                  <a:pt x="196" y="465"/>
                </a:moveTo>
                <a:cubicBezTo>
                  <a:pt x="196" y="478"/>
                  <a:pt x="196" y="478"/>
                  <a:pt x="196" y="478"/>
                </a:cubicBezTo>
                <a:cubicBezTo>
                  <a:pt x="196" y="478"/>
                  <a:pt x="196" y="477"/>
                  <a:pt x="196" y="477"/>
                </a:cubicBezTo>
                <a:cubicBezTo>
                  <a:pt x="194" y="478"/>
                  <a:pt x="193" y="480"/>
                  <a:pt x="192" y="481"/>
                </a:cubicBezTo>
                <a:cubicBezTo>
                  <a:pt x="192" y="446"/>
                  <a:pt x="192" y="446"/>
                  <a:pt x="192" y="446"/>
                </a:cubicBezTo>
                <a:cubicBezTo>
                  <a:pt x="193" y="452"/>
                  <a:pt x="194" y="459"/>
                  <a:pt x="196" y="465"/>
                </a:cubicBezTo>
                <a:close/>
                <a:moveTo>
                  <a:pt x="196" y="492"/>
                </a:moveTo>
                <a:cubicBezTo>
                  <a:pt x="196" y="505"/>
                  <a:pt x="196" y="505"/>
                  <a:pt x="196" y="505"/>
                </a:cubicBezTo>
                <a:cubicBezTo>
                  <a:pt x="194" y="509"/>
                  <a:pt x="194" y="513"/>
                  <a:pt x="196" y="519"/>
                </a:cubicBezTo>
                <a:cubicBezTo>
                  <a:pt x="196" y="529"/>
                  <a:pt x="196" y="529"/>
                  <a:pt x="196" y="529"/>
                </a:cubicBezTo>
                <a:cubicBezTo>
                  <a:pt x="194" y="527"/>
                  <a:pt x="193" y="524"/>
                  <a:pt x="192" y="522"/>
                </a:cubicBezTo>
                <a:cubicBezTo>
                  <a:pt x="192" y="500"/>
                  <a:pt x="192" y="500"/>
                  <a:pt x="192" y="500"/>
                </a:cubicBezTo>
                <a:cubicBezTo>
                  <a:pt x="193" y="497"/>
                  <a:pt x="195" y="495"/>
                  <a:pt x="196" y="492"/>
                </a:cubicBezTo>
                <a:close/>
                <a:moveTo>
                  <a:pt x="196" y="604"/>
                </a:moveTo>
                <a:cubicBezTo>
                  <a:pt x="196" y="615"/>
                  <a:pt x="196" y="615"/>
                  <a:pt x="196" y="615"/>
                </a:cubicBezTo>
                <a:cubicBezTo>
                  <a:pt x="195" y="616"/>
                  <a:pt x="195" y="616"/>
                  <a:pt x="195" y="616"/>
                </a:cubicBezTo>
                <a:cubicBezTo>
                  <a:pt x="195" y="617"/>
                  <a:pt x="196" y="618"/>
                  <a:pt x="196" y="619"/>
                </a:cubicBezTo>
                <a:cubicBezTo>
                  <a:pt x="196" y="631"/>
                  <a:pt x="196" y="631"/>
                  <a:pt x="196" y="631"/>
                </a:cubicBezTo>
                <a:cubicBezTo>
                  <a:pt x="192" y="626"/>
                  <a:pt x="192" y="626"/>
                  <a:pt x="192" y="626"/>
                </a:cubicBezTo>
                <a:cubicBezTo>
                  <a:pt x="192" y="606"/>
                  <a:pt x="192" y="606"/>
                  <a:pt x="192" y="606"/>
                </a:cubicBezTo>
                <a:cubicBezTo>
                  <a:pt x="196" y="604"/>
                  <a:pt x="196" y="604"/>
                  <a:pt x="196" y="604"/>
                </a:cubicBezTo>
                <a:close/>
                <a:moveTo>
                  <a:pt x="196" y="633"/>
                </a:moveTo>
                <a:cubicBezTo>
                  <a:pt x="196" y="642"/>
                  <a:pt x="196" y="642"/>
                  <a:pt x="196" y="642"/>
                </a:cubicBezTo>
                <a:cubicBezTo>
                  <a:pt x="194" y="640"/>
                  <a:pt x="194" y="638"/>
                  <a:pt x="196" y="633"/>
                </a:cubicBezTo>
                <a:close/>
                <a:moveTo>
                  <a:pt x="196" y="687"/>
                </a:moveTo>
                <a:cubicBezTo>
                  <a:pt x="196" y="694"/>
                  <a:pt x="196" y="694"/>
                  <a:pt x="196" y="694"/>
                </a:cubicBezTo>
                <a:cubicBezTo>
                  <a:pt x="195" y="694"/>
                  <a:pt x="193" y="694"/>
                  <a:pt x="192" y="694"/>
                </a:cubicBezTo>
                <a:cubicBezTo>
                  <a:pt x="192" y="696"/>
                  <a:pt x="192" y="696"/>
                  <a:pt x="192" y="696"/>
                </a:cubicBezTo>
                <a:cubicBezTo>
                  <a:pt x="192" y="685"/>
                  <a:pt x="192" y="685"/>
                  <a:pt x="192" y="685"/>
                </a:cubicBezTo>
                <a:cubicBezTo>
                  <a:pt x="193" y="686"/>
                  <a:pt x="195" y="686"/>
                  <a:pt x="196" y="687"/>
                </a:cubicBezTo>
                <a:close/>
                <a:moveTo>
                  <a:pt x="192" y="588"/>
                </a:moveTo>
                <a:cubicBezTo>
                  <a:pt x="192" y="580"/>
                  <a:pt x="192" y="580"/>
                  <a:pt x="192" y="580"/>
                </a:cubicBezTo>
                <a:cubicBezTo>
                  <a:pt x="193" y="581"/>
                  <a:pt x="194" y="583"/>
                  <a:pt x="194" y="585"/>
                </a:cubicBezTo>
                <a:cubicBezTo>
                  <a:pt x="194" y="586"/>
                  <a:pt x="192" y="587"/>
                  <a:pt x="192" y="588"/>
                </a:cubicBezTo>
                <a:close/>
                <a:moveTo>
                  <a:pt x="189" y="61"/>
                </a:moveTo>
                <a:cubicBezTo>
                  <a:pt x="190" y="60"/>
                  <a:pt x="191" y="59"/>
                  <a:pt x="192" y="59"/>
                </a:cubicBezTo>
                <a:cubicBezTo>
                  <a:pt x="192" y="76"/>
                  <a:pt x="192" y="76"/>
                  <a:pt x="192" y="76"/>
                </a:cubicBezTo>
                <a:cubicBezTo>
                  <a:pt x="191" y="75"/>
                  <a:pt x="190" y="75"/>
                  <a:pt x="189" y="75"/>
                </a:cubicBezTo>
                <a:cubicBezTo>
                  <a:pt x="189" y="61"/>
                  <a:pt x="189" y="61"/>
                  <a:pt x="189" y="61"/>
                </a:cubicBezTo>
                <a:close/>
                <a:moveTo>
                  <a:pt x="192" y="737"/>
                </a:moveTo>
                <a:cubicBezTo>
                  <a:pt x="191" y="737"/>
                  <a:pt x="190" y="736"/>
                  <a:pt x="189" y="735"/>
                </a:cubicBezTo>
                <a:cubicBezTo>
                  <a:pt x="189" y="684"/>
                  <a:pt x="189" y="684"/>
                  <a:pt x="189" y="684"/>
                </a:cubicBezTo>
                <a:cubicBezTo>
                  <a:pt x="189" y="684"/>
                  <a:pt x="189" y="684"/>
                  <a:pt x="189" y="684"/>
                </a:cubicBezTo>
                <a:cubicBezTo>
                  <a:pt x="190" y="684"/>
                  <a:pt x="191" y="685"/>
                  <a:pt x="192" y="685"/>
                </a:cubicBezTo>
                <a:cubicBezTo>
                  <a:pt x="192" y="696"/>
                  <a:pt x="192" y="696"/>
                  <a:pt x="192" y="696"/>
                </a:cubicBezTo>
                <a:cubicBezTo>
                  <a:pt x="191" y="707"/>
                  <a:pt x="190" y="715"/>
                  <a:pt x="192" y="721"/>
                </a:cubicBezTo>
                <a:cubicBezTo>
                  <a:pt x="192" y="737"/>
                  <a:pt x="192" y="737"/>
                  <a:pt x="192" y="737"/>
                </a:cubicBezTo>
                <a:close/>
                <a:moveTo>
                  <a:pt x="192" y="95"/>
                </a:moveTo>
                <a:cubicBezTo>
                  <a:pt x="192" y="112"/>
                  <a:pt x="192" y="112"/>
                  <a:pt x="192" y="112"/>
                </a:cubicBezTo>
                <a:cubicBezTo>
                  <a:pt x="191" y="112"/>
                  <a:pt x="190" y="113"/>
                  <a:pt x="189" y="114"/>
                </a:cubicBezTo>
                <a:cubicBezTo>
                  <a:pt x="189" y="105"/>
                  <a:pt x="189" y="105"/>
                  <a:pt x="189" y="105"/>
                </a:cubicBezTo>
                <a:cubicBezTo>
                  <a:pt x="189" y="105"/>
                  <a:pt x="189" y="105"/>
                  <a:pt x="189" y="105"/>
                </a:cubicBezTo>
                <a:cubicBezTo>
                  <a:pt x="189" y="104"/>
                  <a:pt x="189" y="104"/>
                  <a:pt x="189" y="104"/>
                </a:cubicBezTo>
                <a:cubicBezTo>
                  <a:pt x="189" y="94"/>
                  <a:pt x="189" y="94"/>
                  <a:pt x="189" y="94"/>
                </a:cubicBezTo>
                <a:cubicBezTo>
                  <a:pt x="192" y="95"/>
                  <a:pt x="192" y="95"/>
                  <a:pt x="192" y="95"/>
                </a:cubicBezTo>
                <a:close/>
                <a:moveTo>
                  <a:pt x="192" y="151"/>
                </a:moveTo>
                <a:cubicBezTo>
                  <a:pt x="192" y="169"/>
                  <a:pt x="192" y="169"/>
                  <a:pt x="192" y="169"/>
                </a:cubicBezTo>
                <a:cubicBezTo>
                  <a:pt x="191" y="168"/>
                  <a:pt x="191" y="167"/>
                  <a:pt x="191" y="166"/>
                </a:cubicBezTo>
                <a:cubicBezTo>
                  <a:pt x="189" y="166"/>
                  <a:pt x="189" y="166"/>
                  <a:pt x="189" y="166"/>
                </a:cubicBezTo>
                <a:cubicBezTo>
                  <a:pt x="189" y="147"/>
                  <a:pt x="189" y="147"/>
                  <a:pt x="189" y="147"/>
                </a:cubicBezTo>
                <a:cubicBezTo>
                  <a:pt x="190" y="148"/>
                  <a:pt x="191" y="150"/>
                  <a:pt x="192" y="151"/>
                </a:cubicBezTo>
                <a:close/>
                <a:moveTo>
                  <a:pt x="192" y="175"/>
                </a:moveTo>
                <a:cubicBezTo>
                  <a:pt x="192" y="191"/>
                  <a:pt x="192" y="191"/>
                  <a:pt x="192" y="191"/>
                </a:cubicBezTo>
                <a:cubicBezTo>
                  <a:pt x="190" y="194"/>
                  <a:pt x="190" y="194"/>
                  <a:pt x="190" y="194"/>
                </a:cubicBezTo>
                <a:cubicBezTo>
                  <a:pt x="190" y="194"/>
                  <a:pt x="191" y="194"/>
                  <a:pt x="192" y="194"/>
                </a:cubicBezTo>
                <a:cubicBezTo>
                  <a:pt x="192" y="194"/>
                  <a:pt x="192" y="194"/>
                  <a:pt x="192" y="194"/>
                </a:cubicBezTo>
                <a:cubicBezTo>
                  <a:pt x="192" y="207"/>
                  <a:pt x="192" y="207"/>
                  <a:pt x="192" y="207"/>
                </a:cubicBezTo>
                <a:cubicBezTo>
                  <a:pt x="191" y="207"/>
                  <a:pt x="190" y="207"/>
                  <a:pt x="189" y="207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90" y="177"/>
                  <a:pt x="191" y="176"/>
                  <a:pt x="192" y="175"/>
                </a:cubicBezTo>
                <a:close/>
                <a:moveTo>
                  <a:pt x="192" y="214"/>
                </a:moveTo>
                <a:cubicBezTo>
                  <a:pt x="192" y="221"/>
                  <a:pt x="192" y="221"/>
                  <a:pt x="192" y="221"/>
                </a:cubicBezTo>
                <a:cubicBezTo>
                  <a:pt x="192" y="221"/>
                  <a:pt x="192" y="221"/>
                  <a:pt x="192" y="221"/>
                </a:cubicBezTo>
                <a:cubicBezTo>
                  <a:pt x="190" y="220"/>
                  <a:pt x="190" y="220"/>
                  <a:pt x="190" y="216"/>
                </a:cubicBezTo>
                <a:cubicBezTo>
                  <a:pt x="190" y="215"/>
                  <a:pt x="191" y="214"/>
                  <a:pt x="192" y="214"/>
                </a:cubicBezTo>
                <a:close/>
                <a:moveTo>
                  <a:pt x="192" y="282"/>
                </a:moveTo>
                <a:cubicBezTo>
                  <a:pt x="192" y="298"/>
                  <a:pt x="192" y="298"/>
                  <a:pt x="192" y="298"/>
                </a:cubicBezTo>
                <a:cubicBezTo>
                  <a:pt x="191" y="298"/>
                  <a:pt x="190" y="299"/>
                  <a:pt x="189" y="300"/>
                </a:cubicBezTo>
                <a:cubicBezTo>
                  <a:pt x="189" y="286"/>
                  <a:pt x="189" y="286"/>
                  <a:pt x="189" y="286"/>
                </a:cubicBezTo>
                <a:cubicBezTo>
                  <a:pt x="190" y="285"/>
                  <a:pt x="191" y="283"/>
                  <a:pt x="192" y="282"/>
                </a:cubicBezTo>
                <a:close/>
                <a:moveTo>
                  <a:pt x="192" y="308"/>
                </a:moveTo>
                <a:cubicBezTo>
                  <a:pt x="192" y="313"/>
                  <a:pt x="192" y="313"/>
                  <a:pt x="192" y="313"/>
                </a:cubicBezTo>
                <a:cubicBezTo>
                  <a:pt x="191" y="313"/>
                  <a:pt x="190" y="314"/>
                  <a:pt x="189" y="314"/>
                </a:cubicBezTo>
                <a:cubicBezTo>
                  <a:pt x="189" y="308"/>
                  <a:pt x="189" y="308"/>
                  <a:pt x="189" y="308"/>
                </a:cubicBezTo>
                <a:cubicBezTo>
                  <a:pt x="192" y="308"/>
                  <a:pt x="192" y="308"/>
                  <a:pt x="192" y="308"/>
                </a:cubicBezTo>
                <a:close/>
                <a:moveTo>
                  <a:pt x="192" y="324"/>
                </a:moveTo>
                <a:cubicBezTo>
                  <a:pt x="192" y="330"/>
                  <a:pt x="192" y="330"/>
                  <a:pt x="192" y="330"/>
                </a:cubicBezTo>
                <a:cubicBezTo>
                  <a:pt x="189" y="331"/>
                  <a:pt x="189" y="331"/>
                  <a:pt x="189" y="331"/>
                </a:cubicBezTo>
                <a:cubicBezTo>
                  <a:pt x="189" y="325"/>
                  <a:pt x="189" y="325"/>
                  <a:pt x="189" y="325"/>
                </a:cubicBezTo>
                <a:cubicBezTo>
                  <a:pt x="190" y="325"/>
                  <a:pt x="191" y="324"/>
                  <a:pt x="192" y="324"/>
                </a:cubicBezTo>
                <a:close/>
                <a:moveTo>
                  <a:pt x="192" y="336"/>
                </a:moveTo>
                <a:cubicBezTo>
                  <a:pt x="192" y="356"/>
                  <a:pt x="192" y="356"/>
                  <a:pt x="192" y="356"/>
                </a:cubicBezTo>
                <a:cubicBezTo>
                  <a:pt x="190" y="360"/>
                  <a:pt x="190" y="364"/>
                  <a:pt x="189" y="369"/>
                </a:cubicBezTo>
                <a:cubicBezTo>
                  <a:pt x="189" y="348"/>
                  <a:pt x="189" y="348"/>
                  <a:pt x="189" y="348"/>
                </a:cubicBezTo>
                <a:cubicBezTo>
                  <a:pt x="189" y="347"/>
                  <a:pt x="189" y="347"/>
                  <a:pt x="189" y="347"/>
                </a:cubicBezTo>
                <a:cubicBezTo>
                  <a:pt x="189" y="348"/>
                  <a:pt x="189" y="348"/>
                  <a:pt x="189" y="348"/>
                </a:cubicBezTo>
                <a:cubicBezTo>
                  <a:pt x="189" y="340"/>
                  <a:pt x="189" y="340"/>
                  <a:pt x="189" y="340"/>
                </a:cubicBezTo>
                <a:cubicBezTo>
                  <a:pt x="190" y="338"/>
                  <a:pt x="191" y="337"/>
                  <a:pt x="192" y="336"/>
                </a:cubicBezTo>
                <a:close/>
                <a:moveTo>
                  <a:pt x="192" y="390"/>
                </a:moveTo>
                <a:cubicBezTo>
                  <a:pt x="192" y="399"/>
                  <a:pt x="192" y="399"/>
                  <a:pt x="192" y="399"/>
                </a:cubicBezTo>
                <a:cubicBezTo>
                  <a:pt x="191" y="397"/>
                  <a:pt x="190" y="396"/>
                  <a:pt x="189" y="394"/>
                </a:cubicBezTo>
                <a:cubicBezTo>
                  <a:pt x="189" y="389"/>
                  <a:pt x="189" y="389"/>
                  <a:pt x="189" y="389"/>
                </a:cubicBezTo>
                <a:cubicBezTo>
                  <a:pt x="189" y="390"/>
                  <a:pt x="189" y="390"/>
                  <a:pt x="189" y="390"/>
                </a:cubicBezTo>
                <a:cubicBezTo>
                  <a:pt x="192" y="390"/>
                  <a:pt x="192" y="390"/>
                  <a:pt x="192" y="390"/>
                </a:cubicBezTo>
                <a:close/>
                <a:moveTo>
                  <a:pt x="192" y="410"/>
                </a:moveTo>
                <a:cubicBezTo>
                  <a:pt x="192" y="415"/>
                  <a:pt x="192" y="415"/>
                  <a:pt x="192" y="415"/>
                </a:cubicBezTo>
                <a:cubicBezTo>
                  <a:pt x="189" y="415"/>
                  <a:pt x="189" y="415"/>
                  <a:pt x="189" y="415"/>
                </a:cubicBezTo>
                <a:cubicBezTo>
                  <a:pt x="189" y="411"/>
                  <a:pt x="189" y="411"/>
                  <a:pt x="189" y="411"/>
                </a:cubicBezTo>
                <a:cubicBezTo>
                  <a:pt x="190" y="411"/>
                  <a:pt x="191" y="411"/>
                  <a:pt x="192" y="410"/>
                </a:cubicBezTo>
                <a:close/>
                <a:moveTo>
                  <a:pt x="192" y="446"/>
                </a:moveTo>
                <a:cubicBezTo>
                  <a:pt x="192" y="481"/>
                  <a:pt x="192" y="481"/>
                  <a:pt x="192" y="481"/>
                </a:cubicBezTo>
                <a:cubicBezTo>
                  <a:pt x="191" y="482"/>
                  <a:pt x="190" y="483"/>
                  <a:pt x="189" y="484"/>
                </a:cubicBezTo>
                <a:cubicBezTo>
                  <a:pt x="189" y="475"/>
                  <a:pt x="189" y="475"/>
                  <a:pt x="189" y="475"/>
                </a:cubicBezTo>
                <a:cubicBezTo>
                  <a:pt x="192" y="471"/>
                  <a:pt x="192" y="467"/>
                  <a:pt x="190" y="459"/>
                </a:cubicBezTo>
                <a:cubicBezTo>
                  <a:pt x="189" y="460"/>
                  <a:pt x="189" y="460"/>
                  <a:pt x="189" y="460"/>
                </a:cubicBezTo>
                <a:cubicBezTo>
                  <a:pt x="189" y="428"/>
                  <a:pt x="189" y="428"/>
                  <a:pt x="189" y="428"/>
                </a:cubicBezTo>
                <a:cubicBezTo>
                  <a:pt x="190" y="434"/>
                  <a:pt x="191" y="440"/>
                  <a:pt x="192" y="446"/>
                </a:cubicBezTo>
                <a:close/>
                <a:moveTo>
                  <a:pt x="192" y="500"/>
                </a:moveTo>
                <a:cubicBezTo>
                  <a:pt x="192" y="522"/>
                  <a:pt x="192" y="522"/>
                  <a:pt x="192" y="522"/>
                </a:cubicBezTo>
                <a:cubicBezTo>
                  <a:pt x="191" y="520"/>
                  <a:pt x="190" y="518"/>
                  <a:pt x="189" y="516"/>
                </a:cubicBezTo>
                <a:cubicBezTo>
                  <a:pt x="189" y="504"/>
                  <a:pt x="189" y="504"/>
                  <a:pt x="189" y="504"/>
                </a:cubicBezTo>
                <a:cubicBezTo>
                  <a:pt x="190" y="502"/>
                  <a:pt x="191" y="501"/>
                  <a:pt x="192" y="500"/>
                </a:cubicBezTo>
                <a:close/>
                <a:moveTo>
                  <a:pt x="192" y="580"/>
                </a:moveTo>
                <a:cubicBezTo>
                  <a:pt x="192" y="588"/>
                  <a:pt x="192" y="588"/>
                  <a:pt x="192" y="588"/>
                </a:cubicBezTo>
                <a:cubicBezTo>
                  <a:pt x="191" y="588"/>
                  <a:pt x="190" y="589"/>
                  <a:pt x="189" y="590"/>
                </a:cubicBezTo>
                <a:cubicBezTo>
                  <a:pt x="189" y="577"/>
                  <a:pt x="189" y="577"/>
                  <a:pt x="189" y="577"/>
                </a:cubicBezTo>
                <a:cubicBezTo>
                  <a:pt x="190" y="578"/>
                  <a:pt x="191" y="579"/>
                  <a:pt x="192" y="580"/>
                </a:cubicBezTo>
                <a:close/>
                <a:moveTo>
                  <a:pt x="192" y="606"/>
                </a:moveTo>
                <a:cubicBezTo>
                  <a:pt x="192" y="626"/>
                  <a:pt x="192" y="626"/>
                  <a:pt x="192" y="626"/>
                </a:cubicBezTo>
                <a:cubicBezTo>
                  <a:pt x="189" y="624"/>
                  <a:pt x="189" y="624"/>
                  <a:pt x="189" y="624"/>
                </a:cubicBezTo>
                <a:cubicBezTo>
                  <a:pt x="189" y="607"/>
                  <a:pt x="189" y="607"/>
                  <a:pt x="189" y="607"/>
                </a:cubicBezTo>
                <a:cubicBezTo>
                  <a:pt x="192" y="606"/>
                  <a:pt x="192" y="606"/>
                  <a:pt x="192" y="606"/>
                </a:cubicBezTo>
                <a:close/>
                <a:moveTo>
                  <a:pt x="189" y="235"/>
                </a:moveTo>
                <a:cubicBezTo>
                  <a:pt x="189" y="229"/>
                  <a:pt x="189" y="229"/>
                  <a:pt x="189" y="229"/>
                </a:cubicBezTo>
                <a:cubicBezTo>
                  <a:pt x="190" y="231"/>
                  <a:pt x="190" y="233"/>
                  <a:pt x="190" y="235"/>
                </a:cubicBezTo>
                <a:cubicBezTo>
                  <a:pt x="190" y="235"/>
                  <a:pt x="189" y="235"/>
                  <a:pt x="189" y="235"/>
                </a:cubicBezTo>
                <a:close/>
                <a:moveTo>
                  <a:pt x="189" y="178"/>
                </a:move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6"/>
                  <a:pt x="189" y="173"/>
                  <a:pt x="189" y="171"/>
                </a:cubicBezTo>
                <a:cubicBezTo>
                  <a:pt x="189" y="171"/>
                  <a:pt x="189" y="171"/>
                  <a:pt x="189" y="171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7" y="62"/>
                </a:moveTo>
                <a:cubicBezTo>
                  <a:pt x="188" y="62"/>
                  <a:pt x="188" y="61"/>
                  <a:pt x="189" y="61"/>
                </a:cubicBezTo>
                <a:cubicBezTo>
                  <a:pt x="189" y="75"/>
                  <a:pt x="189" y="75"/>
                  <a:pt x="189" y="75"/>
                </a:cubicBezTo>
                <a:cubicBezTo>
                  <a:pt x="188" y="75"/>
                  <a:pt x="188" y="75"/>
                  <a:pt x="187" y="74"/>
                </a:cubicBezTo>
                <a:cubicBezTo>
                  <a:pt x="187" y="62"/>
                  <a:pt x="187" y="62"/>
                  <a:pt x="187" y="62"/>
                </a:cubicBezTo>
                <a:close/>
                <a:moveTo>
                  <a:pt x="189" y="735"/>
                </a:moveTo>
                <a:cubicBezTo>
                  <a:pt x="188" y="734"/>
                  <a:pt x="188" y="734"/>
                  <a:pt x="187" y="733"/>
                </a:cubicBezTo>
                <a:cubicBezTo>
                  <a:pt x="187" y="681"/>
                  <a:pt x="187" y="681"/>
                  <a:pt x="187" y="681"/>
                </a:cubicBezTo>
                <a:cubicBezTo>
                  <a:pt x="188" y="682"/>
                  <a:pt x="188" y="683"/>
                  <a:pt x="189" y="684"/>
                </a:cubicBezTo>
                <a:cubicBezTo>
                  <a:pt x="189" y="735"/>
                  <a:pt x="189" y="735"/>
                  <a:pt x="189" y="735"/>
                </a:cubicBezTo>
                <a:close/>
                <a:moveTo>
                  <a:pt x="189" y="94"/>
                </a:moveTo>
                <a:cubicBezTo>
                  <a:pt x="189" y="104"/>
                  <a:pt x="189" y="104"/>
                  <a:pt x="189" y="104"/>
                </a:cubicBezTo>
                <a:cubicBezTo>
                  <a:pt x="189" y="104"/>
                  <a:pt x="188" y="104"/>
                  <a:pt x="187" y="103"/>
                </a:cubicBezTo>
                <a:cubicBezTo>
                  <a:pt x="187" y="93"/>
                  <a:pt x="187" y="93"/>
                  <a:pt x="187" y="93"/>
                </a:cubicBezTo>
                <a:cubicBezTo>
                  <a:pt x="189" y="94"/>
                  <a:pt x="189" y="94"/>
                  <a:pt x="189" y="94"/>
                </a:cubicBezTo>
                <a:close/>
                <a:moveTo>
                  <a:pt x="189" y="105"/>
                </a:moveTo>
                <a:cubicBezTo>
                  <a:pt x="189" y="114"/>
                  <a:pt x="189" y="114"/>
                  <a:pt x="189" y="114"/>
                </a:cubicBezTo>
                <a:cubicBezTo>
                  <a:pt x="188" y="114"/>
                  <a:pt x="188" y="115"/>
                  <a:pt x="187" y="115"/>
                </a:cubicBezTo>
                <a:cubicBezTo>
                  <a:pt x="187" y="106"/>
                  <a:pt x="187" y="106"/>
                  <a:pt x="187" y="106"/>
                </a:cubicBezTo>
                <a:cubicBezTo>
                  <a:pt x="188" y="106"/>
                  <a:pt x="188" y="105"/>
                  <a:pt x="189" y="105"/>
                </a:cubicBezTo>
                <a:close/>
                <a:moveTo>
                  <a:pt x="189" y="147"/>
                </a:moveTo>
                <a:cubicBezTo>
                  <a:pt x="189" y="166"/>
                  <a:pt x="189" y="166"/>
                  <a:pt x="189" y="166"/>
                </a:cubicBezTo>
                <a:cubicBezTo>
                  <a:pt x="188" y="165"/>
                  <a:pt x="188" y="165"/>
                  <a:pt x="187" y="165"/>
                </a:cubicBezTo>
                <a:cubicBezTo>
                  <a:pt x="187" y="145"/>
                  <a:pt x="187" y="145"/>
                  <a:pt x="187" y="145"/>
                </a:cubicBezTo>
                <a:cubicBezTo>
                  <a:pt x="188" y="145"/>
                  <a:pt x="188" y="145"/>
                  <a:pt x="188" y="145"/>
                </a:cubicBezTo>
                <a:cubicBezTo>
                  <a:pt x="188" y="146"/>
                  <a:pt x="189" y="147"/>
                  <a:pt x="189" y="147"/>
                </a:cubicBezTo>
                <a:close/>
                <a:moveTo>
                  <a:pt x="189" y="171"/>
                </a:moveTo>
                <a:cubicBezTo>
                  <a:pt x="189" y="178"/>
                  <a:pt x="189" y="178"/>
                  <a:pt x="189" y="178"/>
                </a:cubicBezTo>
                <a:cubicBezTo>
                  <a:pt x="188" y="178"/>
                  <a:pt x="188" y="178"/>
                  <a:pt x="187" y="178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9" y="171"/>
                  <a:pt x="189" y="171"/>
                  <a:pt x="189" y="171"/>
                </a:cubicBezTo>
                <a:close/>
                <a:moveTo>
                  <a:pt x="189" y="178"/>
                </a:moveTo>
                <a:cubicBezTo>
                  <a:pt x="188" y="178"/>
                  <a:pt x="188" y="178"/>
                  <a:pt x="187" y="178"/>
                </a:cubicBezTo>
                <a:cubicBezTo>
                  <a:pt x="187" y="181"/>
                  <a:pt x="187" y="181"/>
                  <a:pt x="187" y="181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9" y="178"/>
                </a:moveTo>
                <a:cubicBezTo>
                  <a:pt x="187" y="181"/>
                  <a:pt x="187" y="181"/>
                  <a:pt x="187" y="181"/>
                </a:cubicBezTo>
                <a:cubicBezTo>
                  <a:pt x="187" y="207"/>
                  <a:pt x="187" y="207"/>
                  <a:pt x="187" y="207"/>
                </a:cubicBezTo>
                <a:cubicBezTo>
                  <a:pt x="188" y="207"/>
                  <a:pt x="188" y="207"/>
                  <a:pt x="189" y="207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9" y="229"/>
                </a:moveTo>
                <a:cubicBezTo>
                  <a:pt x="189" y="235"/>
                  <a:pt x="189" y="235"/>
                  <a:pt x="189" y="235"/>
                </a:cubicBezTo>
                <a:cubicBezTo>
                  <a:pt x="188" y="236"/>
                  <a:pt x="188" y="236"/>
                  <a:pt x="187" y="236"/>
                </a:cubicBezTo>
                <a:cubicBezTo>
                  <a:pt x="187" y="225"/>
                  <a:pt x="187" y="225"/>
                  <a:pt x="187" y="225"/>
                </a:cubicBezTo>
                <a:cubicBezTo>
                  <a:pt x="188" y="226"/>
                  <a:pt x="188" y="228"/>
                  <a:pt x="189" y="229"/>
                </a:cubicBezTo>
                <a:close/>
                <a:moveTo>
                  <a:pt x="189" y="286"/>
                </a:moveTo>
                <a:cubicBezTo>
                  <a:pt x="189" y="300"/>
                  <a:pt x="189" y="300"/>
                  <a:pt x="189" y="300"/>
                </a:cubicBezTo>
                <a:cubicBezTo>
                  <a:pt x="188" y="300"/>
                  <a:pt x="188" y="301"/>
                  <a:pt x="187" y="303"/>
                </a:cubicBezTo>
                <a:cubicBezTo>
                  <a:pt x="187" y="290"/>
                  <a:pt x="187" y="290"/>
                  <a:pt x="187" y="290"/>
                </a:cubicBezTo>
                <a:cubicBezTo>
                  <a:pt x="188" y="289"/>
                  <a:pt x="188" y="288"/>
                  <a:pt x="189" y="286"/>
                </a:cubicBezTo>
                <a:close/>
                <a:moveTo>
                  <a:pt x="189" y="308"/>
                </a:moveTo>
                <a:cubicBezTo>
                  <a:pt x="189" y="314"/>
                  <a:pt x="189" y="314"/>
                  <a:pt x="189" y="314"/>
                </a:cubicBezTo>
                <a:cubicBezTo>
                  <a:pt x="188" y="314"/>
                  <a:pt x="188" y="314"/>
                  <a:pt x="187" y="314"/>
                </a:cubicBezTo>
                <a:cubicBezTo>
                  <a:pt x="187" y="308"/>
                  <a:pt x="187" y="308"/>
                  <a:pt x="187" y="308"/>
                </a:cubicBezTo>
                <a:cubicBezTo>
                  <a:pt x="188" y="308"/>
                  <a:pt x="188" y="308"/>
                  <a:pt x="189" y="308"/>
                </a:cubicBezTo>
                <a:close/>
                <a:moveTo>
                  <a:pt x="189" y="325"/>
                </a:moveTo>
                <a:cubicBezTo>
                  <a:pt x="189" y="331"/>
                  <a:pt x="189" y="331"/>
                  <a:pt x="189" y="331"/>
                </a:cubicBezTo>
                <a:cubicBezTo>
                  <a:pt x="188" y="331"/>
                  <a:pt x="188" y="331"/>
                  <a:pt x="187" y="331"/>
                </a:cubicBezTo>
                <a:cubicBezTo>
                  <a:pt x="187" y="326"/>
                  <a:pt x="187" y="326"/>
                  <a:pt x="187" y="326"/>
                </a:cubicBezTo>
                <a:cubicBezTo>
                  <a:pt x="188" y="325"/>
                  <a:pt x="188" y="325"/>
                  <a:pt x="189" y="325"/>
                </a:cubicBezTo>
                <a:close/>
                <a:moveTo>
                  <a:pt x="189" y="340"/>
                </a:moveTo>
                <a:cubicBezTo>
                  <a:pt x="189" y="348"/>
                  <a:pt x="189" y="348"/>
                  <a:pt x="189" y="348"/>
                </a:cubicBezTo>
                <a:cubicBezTo>
                  <a:pt x="188" y="348"/>
                  <a:pt x="188" y="348"/>
                  <a:pt x="187" y="348"/>
                </a:cubicBezTo>
                <a:cubicBezTo>
                  <a:pt x="187" y="341"/>
                  <a:pt x="187" y="341"/>
                  <a:pt x="187" y="341"/>
                </a:cubicBezTo>
                <a:cubicBezTo>
                  <a:pt x="188" y="341"/>
                  <a:pt x="188" y="340"/>
                  <a:pt x="189" y="340"/>
                </a:cubicBezTo>
                <a:close/>
                <a:moveTo>
                  <a:pt x="189" y="348"/>
                </a:moveTo>
                <a:cubicBezTo>
                  <a:pt x="188" y="350"/>
                  <a:pt x="188" y="353"/>
                  <a:pt x="187" y="355"/>
                </a:cubicBezTo>
                <a:cubicBezTo>
                  <a:pt x="187" y="396"/>
                  <a:pt x="187" y="396"/>
                  <a:pt x="187" y="396"/>
                </a:cubicBezTo>
                <a:cubicBezTo>
                  <a:pt x="187" y="395"/>
                  <a:pt x="188" y="394"/>
                  <a:pt x="189" y="393"/>
                </a:cubicBezTo>
                <a:cubicBezTo>
                  <a:pt x="189" y="394"/>
                  <a:pt x="189" y="394"/>
                  <a:pt x="189" y="394"/>
                </a:cubicBezTo>
                <a:cubicBezTo>
                  <a:pt x="189" y="389"/>
                  <a:pt x="189" y="389"/>
                  <a:pt x="189" y="389"/>
                </a:cubicBezTo>
                <a:cubicBezTo>
                  <a:pt x="188" y="382"/>
                  <a:pt x="188" y="376"/>
                  <a:pt x="189" y="369"/>
                </a:cubicBezTo>
                <a:cubicBezTo>
                  <a:pt x="189" y="348"/>
                  <a:pt x="189" y="348"/>
                  <a:pt x="189" y="348"/>
                </a:cubicBezTo>
                <a:close/>
                <a:moveTo>
                  <a:pt x="189" y="411"/>
                </a:moveTo>
                <a:cubicBezTo>
                  <a:pt x="189" y="415"/>
                  <a:pt x="189" y="415"/>
                  <a:pt x="189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05"/>
                  <a:pt x="187" y="405"/>
                  <a:pt x="187" y="405"/>
                </a:cubicBezTo>
                <a:cubicBezTo>
                  <a:pt x="187" y="407"/>
                  <a:pt x="188" y="409"/>
                  <a:pt x="188" y="411"/>
                </a:cubicBezTo>
                <a:cubicBezTo>
                  <a:pt x="189" y="411"/>
                  <a:pt x="189" y="411"/>
                  <a:pt x="189" y="411"/>
                </a:cubicBezTo>
                <a:close/>
                <a:moveTo>
                  <a:pt x="189" y="428"/>
                </a:moveTo>
                <a:cubicBezTo>
                  <a:pt x="189" y="460"/>
                  <a:pt x="189" y="460"/>
                  <a:pt x="189" y="460"/>
                </a:cubicBezTo>
                <a:cubicBezTo>
                  <a:pt x="188" y="461"/>
                  <a:pt x="188" y="461"/>
                  <a:pt x="187" y="462"/>
                </a:cubicBezTo>
                <a:cubicBezTo>
                  <a:pt x="187" y="449"/>
                  <a:pt x="187" y="449"/>
                  <a:pt x="187" y="449"/>
                </a:cubicBezTo>
                <a:cubicBezTo>
                  <a:pt x="187" y="448"/>
                  <a:pt x="187" y="447"/>
                  <a:pt x="187" y="446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8" y="419"/>
                  <a:pt x="188" y="424"/>
                  <a:pt x="189" y="428"/>
                </a:cubicBezTo>
                <a:close/>
                <a:moveTo>
                  <a:pt x="189" y="475"/>
                </a:moveTo>
                <a:cubicBezTo>
                  <a:pt x="189" y="484"/>
                  <a:pt x="189" y="484"/>
                  <a:pt x="189" y="484"/>
                </a:cubicBezTo>
                <a:cubicBezTo>
                  <a:pt x="188" y="485"/>
                  <a:pt x="188" y="487"/>
                  <a:pt x="187" y="488"/>
                </a:cubicBezTo>
                <a:cubicBezTo>
                  <a:pt x="187" y="478"/>
                  <a:pt x="187" y="478"/>
                  <a:pt x="187" y="478"/>
                </a:cubicBezTo>
                <a:cubicBezTo>
                  <a:pt x="188" y="477"/>
                  <a:pt x="188" y="476"/>
                  <a:pt x="189" y="475"/>
                </a:cubicBezTo>
                <a:close/>
                <a:moveTo>
                  <a:pt x="189" y="504"/>
                </a:moveTo>
                <a:cubicBezTo>
                  <a:pt x="189" y="516"/>
                  <a:pt x="189" y="516"/>
                  <a:pt x="189" y="516"/>
                </a:cubicBezTo>
                <a:cubicBezTo>
                  <a:pt x="188" y="514"/>
                  <a:pt x="188" y="513"/>
                  <a:pt x="187" y="511"/>
                </a:cubicBezTo>
                <a:cubicBezTo>
                  <a:pt x="187" y="510"/>
                  <a:pt x="187" y="510"/>
                  <a:pt x="187" y="510"/>
                </a:cubicBezTo>
                <a:cubicBezTo>
                  <a:pt x="187" y="502"/>
                  <a:pt x="187" y="502"/>
                  <a:pt x="187" y="502"/>
                </a:cubicBezTo>
                <a:cubicBezTo>
                  <a:pt x="187" y="503"/>
                  <a:pt x="188" y="504"/>
                  <a:pt x="188" y="505"/>
                </a:cubicBezTo>
                <a:cubicBezTo>
                  <a:pt x="188" y="505"/>
                  <a:pt x="189" y="504"/>
                  <a:pt x="189" y="504"/>
                </a:cubicBezTo>
                <a:close/>
                <a:moveTo>
                  <a:pt x="189" y="577"/>
                </a:moveTo>
                <a:cubicBezTo>
                  <a:pt x="189" y="590"/>
                  <a:pt x="189" y="590"/>
                  <a:pt x="189" y="590"/>
                </a:cubicBezTo>
                <a:cubicBezTo>
                  <a:pt x="187" y="592"/>
                  <a:pt x="187" y="592"/>
                  <a:pt x="187" y="592"/>
                </a:cubicBezTo>
                <a:cubicBezTo>
                  <a:pt x="187" y="578"/>
                  <a:pt x="187" y="578"/>
                  <a:pt x="187" y="578"/>
                </a:cubicBezTo>
                <a:cubicBezTo>
                  <a:pt x="189" y="576"/>
                  <a:pt x="189" y="576"/>
                  <a:pt x="189" y="576"/>
                </a:cubicBezTo>
                <a:cubicBezTo>
                  <a:pt x="189" y="577"/>
                  <a:pt x="189" y="577"/>
                  <a:pt x="189" y="577"/>
                </a:cubicBezTo>
                <a:close/>
                <a:moveTo>
                  <a:pt x="189" y="607"/>
                </a:moveTo>
                <a:cubicBezTo>
                  <a:pt x="189" y="624"/>
                  <a:pt x="189" y="624"/>
                  <a:pt x="189" y="624"/>
                </a:cubicBezTo>
                <a:cubicBezTo>
                  <a:pt x="187" y="622"/>
                  <a:pt x="187" y="622"/>
                  <a:pt x="187" y="622"/>
                </a:cubicBezTo>
                <a:cubicBezTo>
                  <a:pt x="187" y="609"/>
                  <a:pt x="187" y="609"/>
                  <a:pt x="187" y="609"/>
                </a:cubicBezTo>
                <a:lnTo>
                  <a:pt x="189" y="607"/>
                </a:lnTo>
                <a:close/>
                <a:moveTo>
                  <a:pt x="185" y="64"/>
                </a:moveTo>
                <a:cubicBezTo>
                  <a:pt x="186" y="64"/>
                  <a:pt x="186" y="63"/>
                  <a:pt x="187" y="62"/>
                </a:cubicBezTo>
                <a:cubicBezTo>
                  <a:pt x="187" y="74"/>
                  <a:pt x="187" y="74"/>
                  <a:pt x="187" y="74"/>
                </a:cubicBezTo>
                <a:cubicBezTo>
                  <a:pt x="186" y="74"/>
                  <a:pt x="185" y="74"/>
                  <a:pt x="185" y="74"/>
                </a:cubicBezTo>
                <a:cubicBezTo>
                  <a:pt x="185" y="64"/>
                  <a:pt x="185" y="64"/>
                  <a:pt x="185" y="64"/>
                </a:cubicBezTo>
                <a:close/>
                <a:moveTo>
                  <a:pt x="187" y="733"/>
                </a:moveTo>
                <a:cubicBezTo>
                  <a:pt x="187" y="733"/>
                  <a:pt x="187" y="733"/>
                  <a:pt x="187" y="733"/>
                </a:cubicBezTo>
                <a:cubicBezTo>
                  <a:pt x="185" y="732"/>
                  <a:pt x="185" y="732"/>
                  <a:pt x="185" y="732"/>
                </a:cubicBezTo>
                <a:cubicBezTo>
                  <a:pt x="185" y="678"/>
                  <a:pt x="185" y="678"/>
                  <a:pt x="185" y="678"/>
                </a:cubicBezTo>
                <a:cubicBezTo>
                  <a:pt x="186" y="679"/>
                  <a:pt x="186" y="680"/>
                  <a:pt x="187" y="681"/>
                </a:cubicBezTo>
                <a:cubicBezTo>
                  <a:pt x="187" y="733"/>
                  <a:pt x="187" y="733"/>
                  <a:pt x="187" y="733"/>
                </a:cubicBezTo>
                <a:close/>
                <a:moveTo>
                  <a:pt x="187" y="93"/>
                </a:moveTo>
                <a:cubicBezTo>
                  <a:pt x="187" y="103"/>
                  <a:pt x="187" y="103"/>
                  <a:pt x="187" y="103"/>
                </a:cubicBezTo>
                <a:cubicBezTo>
                  <a:pt x="186" y="103"/>
                  <a:pt x="186" y="102"/>
                  <a:pt x="185" y="102"/>
                </a:cubicBezTo>
                <a:cubicBezTo>
                  <a:pt x="185" y="92"/>
                  <a:pt x="185" y="92"/>
                  <a:pt x="185" y="92"/>
                </a:cubicBezTo>
                <a:cubicBezTo>
                  <a:pt x="187" y="93"/>
                  <a:pt x="187" y="93"/>
                  <a:pt x="187" y="93"/>
                </a:cubicBezTo>
                <a:close/>
                <a:moveTo>
                  <a:pt x="187" y="106"/>
                </a:moveTo>
                <a:cubicBezTo>
                  <a:pt x="187" y="115"/>
                  <a:pt x="187" y="115"/>
                  <a:pt x="187" y="115"/>
                </a:cubicBezTo>
                <a:cubicBezTo>
                  <a:pt x="186" y="116"/>
                  <a:pt x="186" y="116"/>
                  <a:pt x="185" y="117"/>
                </a:cubicBezTo>
                <a:cubicBezTo>
                  <a:pt x="185" y="108"/>
                  <a:pt x="185" y="108"/>
                  <a:pt x="185" y="108"/>
                </a:cubicBezTo>
                <a:cubicBezTo>
                  <a:pt x="185" y="108"/>
                  <a:pt x="186" y="107"/>
                  <a:pt x="187" y="106"/>
                </a:cubicBezTo>
                <a:close/>
                <a:moveTo>
                  <a:pt x="187" y="145"/>
                </a:moveTo>
                <a:cubicBezTo>
                  <a:pt x="187" y="165"/>
                  <a:pt x="187" y="165"/>
                  <a:pt x="187" y="165"/>
                </a:cubicBezTo>
                <a:cubicBezTo>
                  <a:pt x="186" y="165"/>
                  <a:pt x="185" y="165"/>
                  <a:pt x="185" y="164"/>
                </a:cubicBezTo>
                <a:cubicBezTo>
                  <a:pt x="185" y="145"/>
                  <a:pt x="185" y="145"/>
                  <a:pt x="185" y="145"/>
                </a:cubicBezTo>
                <a:cubicBezTo>
                  <a:pt x="187" y="145"/>
                  <a:pt x="187" y="145"/>
                  <a:pt x="187" y="145"/>
                </a:cubicBezTo>
                <a:close/>
                <a:moveTo>
                  <a:pt x="187" y="171"/>
                </a:moveTo>
                <a:cubicBezTo>
                  <a:pt x="187" y="178"/>
                  <a:pt x="187" y="178"/>
                  <a:pt x="187" y="178"/>
                </a:cubicBezTo>
                <a:cubicBezTo>
                  <a:pt x="186" y="179"/>
                  <a:pt x="186" y="179"/>
                  <a:pt x="185" y="179"/>
                </a:cubicBezTo>
                <a:cubicBezTo>
                  <a:pt x="185" y="171"/>
                  <a:pt x="185" y="171"/>
                  <a:pt x="185" y="171"/>
                </a:cubicBezTo>
                <a:cubicBezTo>
                  <a:pt x="187" y="171"/>
                  <a:pt x="187" y="171"/>
                  <a:pt x="187" y="171"/>
                </a:cubicBezTo>
                <a:close/>
                <a:moveTo>
                  <a:pt x="187" y="178"/>
                </a:moveTo>
                <a:cubicBezTo>
                  <a:pt x="186" y="179"/>
                  <a:pt x="186" y="179"/>
                  <a:pt x="185" y="179"/>
                </a:cubicBezTo>
                <a:cubicBezTo>
                  <a:pt x="185" y="183"/>
                  <a:pt x="185" y="183"/>
                  <a:pt x="185" y="183"/>
                </a:cubicBezTo>
                <a:cubicBezTo>
                  <a:pt x="187" y="181"/>
                  <a:pt x="187" y="181"/>
                  <a:pt x="187" y="181"/>
                </a:cubicBezTo>
                <a:cubicBezTo>
                  <a:pt x="187" y="178"/>
                  <a:pt x="187" y="178"/>
                  <a:pt x="187" y="178"/>
                </a:cubicBezTo>
                <a:close/>
                <a:moveTo>
                  <a:pt x="187" y="181"/>
                </a:moveTo>
                <a:cubicBezTo>
                  <a:pt x="187" y="207"/>
                  <a:pt x="187" y="207"/>
                  <a:pt x="187" y="207"/>
                </a:cubicBezTo>
                <a:cubicBezTo>
                  <a:pt x="186" y="207"/>
                  <a:pt x="186" y="207"/>
                  <a:pt x="186" y="207"/>
                </a:cubicBezTo>
                <a:cubicBezTo>
                  <a:pt x="186" y="205"/>
                  <a:pt x="186" y="202"/>
                  <a:pt x="186" y="199"/>
                </a:cubicBezTo>
                <a:cubicBezTo>
                  <a:pt x="185" y="199"/>
                  <a:pt x="185" y="199"/>
                  <a:pt x="185" y="199"/>
                </a:cubicBezTo>
                <a:cubicBezTo>
                  <a:pt x="185" y="183"/>
                  <a:pt x="185" y="183"/>
                  <a:pt x="185" y="183"/>
                </a:cubicBezTo>
                <a:cubicBezTo>
                  <a:pt x="187" y="181"/>
                  <a:pt x="187" y="181"/>
                  <a:pt x="187" y="181"/>
                </a:cubicBezTo>
                <a:close/>
                <a:moveTo>
                  <a:pt x="187" y="225"/>
                </a:moveTo>
                <a:cubicBezTo>
                  <a:pt x="187" y="236"/>
                  <a:pt x="187" y="236"/>
                  <a:pt x="187" y="236"/>
                </a:cubicBezTo>
                <a:cubicBezTo>
                  <a:pt x="186" y="236"/>
                  <a:pt x="186" y="236"/>
                  <a:pt x="185" y="236"/>
                </a:cubicBezTo>
                <a:cubicBezTo>
                  <a:pt x="185" y="222"/>
                  <a:pt x="185" y="222"/>
                  <a:pt x="185" y="222"/>
                </a:cubicBezTo>
                <a:cubicBezTo>
                  <a:pt x="186" y="223"/>
                  <a:pt x="186" y="224"/>
                  <a:pt x="187" y="225"/>
                </a:cubicBezTo>
                <a:close/>
                <a:moveTo>
                  <a:pt x="187" y="290"/>
                </a:moveTo>
                <a:cubicBezTo>
                  <a:pt x="187" y="303"/>
                  <a:pt x="187" y="303"/>
                  <a:pt x="187" y="303"/>
                </a:cubicBezTo>
                <a:cubicBezTo>
                  <a:pt x="186" y="304"/>
                  <a:pt x="185" y="306"/>
                  <a:pt x="185" y="308"/>
                </a:cubicBezTo>
                <a:cubicBezTo>
                  <a:pt x="185" y="294"/>
                  <a:pt x="185" y="294"/>
                  <a:pt x="185" y="294"/>
                </a:cubicBezTo>
                <a:cubicBezTo>
                  <a:pt x="185" y="293"/>
                  <a:pt x="186" y="292"/>
                  <a:pt x="187" y="290"/>
                </a:cubicBezTo>
                <a:close/>
                <a:moveTo>
                  <a:pt x="187" y="308"/>
                </a:moveTo>
                <a:cubicBezTo>
                  <a:pt x="187" y="314"/>
                  <a:pt x="187" y="314"/>
                  <a:pt x="187" y="314"/>
                </a:cubicBezTo>
                <a:cubicBezTo>
                  <a:pt x="186" y="315"/>
                  <a:pt x="185" y="315"/>
                  <a:pt x="185" y="315"/>
                </a:cubicBezTo>
                <a:cubicBezTo>
                  <a:pt x="185" y="309"/>
                  <a:pt x="185" y="309"/>
                  <a:pt x="185" y="309"/>
                </a:cubicBezTo>
                <a:cubicBezTo>
                  <a:pt x="186" y="309"/>
                  <a:pt x="186" y="308"/>
                  <a:pt x="187" y="308"/>
                </a:cubicBezTo>
                <a:close/>
                <a:moveTo>
                  <a:pt x="187" y="326"/>
                </a:moveTo>
                <a:cubicBezTo>
                  <a:pt x="187" y="331"/>
                  <a:pt x="187" y="331"/>
                  <a:pt x="187" y="331"/>
                </a:cubicBezTo>
                <a:cubicBezTo>
                  <a:pt x="186" y="331"/>
                  <a:pt x="185" y="331"/>
                  <a:pt x="185" y="332"/>
                </a:cubicBezTo>
                <a:cubicBezTo>
                  <a:pt x="185" y="326"/>
                  <a:pt x="185" y="326"/>
                  <a:pt x="185" y="326"/>
                </a:cubicBezTo>
                <a:cubicBezTo>
                  <a:pt x="186" y="326"/>
                  <a:pt x="186" y="326"/>
                  <a:pt x="187" y="326"/>
                </a:cubicBezTo>
                <a:close/>
                <a:moveTo>
                  <a:pt x="187" y="341"/>
                </a:moveTo>
                <a:cubicBezTo>
                  <a:pt x="187" y="348"/>
                  <a:pt x="187" y="348"/>
                  <a:pt x="187" y="348"/>
                </a:cubicBezTo>
                <a:cubicBezTo>
                  <a:pt x="185" y="349"/>
                  <a:pt x="185" y="349"/>
                  <a:pt x="185" y="349"/>
                </a:cubicBezTo>
                <a:cubicBezTo>
                  <a:pt x="185" y="342"/>
                  <a:pt x="185" y="342"/>
                  <a:pt x="185" y="342"/>
                </a:cubicBezTo>
                <a:cubicBezTo>
                  <a:pt x="186" y="342"/>
                  <a:pt x="186" y="342"/>
                  <a:pt x="187" y="341"/>
                </a:cubicBezTo>
                <a:close/>
                <a:moveTo>
                  <a:pt x="187" y="355"/>
                </a:moveTo>
                <a:cubicBezTo>
                  <a:pt x="187" y="396"/>
                  <a:pt x="187" y="396"/>
                  <a:pt x="187" y="396"/>
                </a:cubicBezTo>
                <a:cubicBezTo>
                  <a:pt x="186" y="399"/>
                  <a:pt x="186" y="402"/>
                  <a:pt x="187" y="40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46"/>
                  <a:pt x="187" y="446"/>
                  <a:pt x="187" y="446"/>
                </a:cubicBezTo>
                <a:cubicBezTo>
                  <a:pt x="187" y="444"/>
                  <a:pt x="186" y="442"/>
                  <a:pt x="185" y="441"/>
                </a:cubicBezTo>
                <a:cubicBezTo>
                  <a:pt x="185" y="441"/>
                  <a:pt x="185" y="441"/>
                  <a:pt x="185" y="441"/>
                </a:cubicBezTo>
                <a:cubicBezTo>
                  <a:pt x="185" y="359"/>
                  <a:pt x="185" y="359"/>
                  <a:pt x="185" y="359"/>
                </a:cubicBezTo>
                <a:cubicBezTo>
                  <a:pt x="186" y="358"/>
                  <a:pt x="186" y="358"/>
                  <a:pt x="186" y="358"/>
                </a:cubicBezTo>
                <a:cubicBezTo>
                  <a:pt x="187" y="355"/>
                  <a:pt x="187" y="355"/>
                  <a:pt x="187" y="355"/>
                </a:cubicBezTo>
                <a:close/>
                <a:moveTo>
                  <a:pt x="187" y="449"/>
                </a:moveTo>
                <a:cubicBezTo>
                  <a:pt x="187" y="462"/>
                  <a:pt x="187" y="462"/>
                  <a:pt x="187" y="462"/>
                </a:cubicBezTo>
                <a:cubicBezTo>
                  <a:pt x="186" y="462"/>
                  <a:pt x="185" y="463"/>
                  <a:pt x="185" y="464"/>
                </a:cubicBezTo>
                <a:cubicBezTo>
                  <a:pt x="185" y="454"/>
                  <a:pt x="185" y="454"/>
                  <a:pt x="185" y="454"/>
                </a:cubicBezTo>
                <a:cubicBezTo>
                  <a:pt x="186" y="452"/>
                  <a:pt x="187" y="451"/>
                  <a:pt x="187" y="449"/>
                </a:cubicBezTo>
                <a:close/>
                <a:moveTo>
                  <a:pt x="187" y="478"/>
                </a:moveTo>
                <a:cubicBezTo>
                  <a:pt x="187" y="488"/>
                  <a:pt x="187" y="488"/>
                  <a:pt x="187" y="488"/>
                </a:cubicBezTo>
                <a:cubicBezTo>
                  <a:pt x="185" y="492"/>
                  <a:pt x="185" y="495"/>
                  <a:pt x="187" y="502"/>
                </a:cubicBezTo>
                <a:cubicBezTo>
                  <a:pt x="187" y="510"/>
                  <a:pt x="187" y="510"/>
                  <a:pt x="187" y="510"/>
                </a:cubicBezTo>
                <a:cubicBezTo>
                  <a:pt x="186" y="510"/>
                  <a:pt x="185" y="508"/>
                  <a:pt x="185" y="508"/>
                </a:cubicBezTo>
                <a:cubicBezTo>
                  <a:pt x="185" y="481"/>
                  <a:pt x="185" y="481"/>
                  <a:pt x="185" y="481"/>
                </a:cubicBezTo>
                <a:cubicBezTo>
                  <a:pt x="186" y="480"/>
                  <a:pt x="186" y="479"/>
                  <a:pt x="187" y="478"/>
                </a:cubicBezTo>
                <a:close/>
                <a:moveTo>
                  <a:pt x="187" y="578"/>
                </a:moveTo>
                <a:cubicBezTo>
                  <a:pt x="187" y="592"/>
                  <a:pt x="187" y="592"/>
                  <a:pt x="187" y="592"/>
                </a:cubicBezTo>
                <a:cubicBezTo>
                  <a:pt x="186" y="592"/>
                  <a:pt x="186" y="593"/>
                  <a:pt x="185" y="593"/>
                </a:cubicBezTo>
                <a:cubicBezTo>
                  <a:pt x="185" y="579"/>
                  <a:pt x="185" y="579"/>
                  <a:pt x="185" y="579"/>
                </a:cubicBezTo>
                <a:cubicBezTo>
                  <a:pt x="187" y="578"/>
                  <a:pt x="187" y="578"/>
                  <a:pt x="187" y="578"/>
                </a:cubicBezTo>
                <a:close/>
                <a:moveTo>
                  <a:pt x="187" y="609"/>
                </a:moveTo>
                <a:cubicBezTo>
                  <a:pt x="187" y="622"/>
                  <a:pt x="187" y="622"/>
                  <a:pt x="187" y="622"/>
                </a:cubicBezTo>
                <a:cubicBezTo>
                  <a:pt x="186" y="621"/>
                  <a:pt x="186" y="621"/>
                  <a:pt x="186" y="621"/>
                </a:cubicBezTo>
                <a:cubicBezTo>
                  <a:pt x="185" y="621"/>
                  <a:pt x="185" y="621"/>
                  <a:pt x="185" y="621"/>
                </a:cubicBezTo>
                <a:cubicBezTo>
                  <a:pt x="185" y="610"/>
                  <a:pt x="185" y="610"/>
                  <a:pt x="185" y="610"/>
                </a:cubicBezTo>
                <a:lnTo>
                  <a:pt x="187" y="609"/>
                </a:lnTo>
                <a:close/>
                <a:moveTo>
                  <a:pt x="173" y="69"/>
                </a:moveTo>
                <a:cubicBezTo>
                  <a:pt x="178" y="67"/>
                  <a:pt x="179" y="66"/>
                  <a:pt x="184" y="65"/>
                </a:cubicBezTo>
                <a:cubicBezTo>
                  <a:pt x="185" y="64"/>
                  <a:pt x="185" y="64"/>
                  <a:pt x="185" y="64"/>
                </a:cubicBezTo>
                <a:cubicBezTo>
                  <a:pt x="185" y="74"/>
                  <a:pt x="185" y="74"/>
                  <a:pt x="185" y="74"/>
                </a:cubicBezTo>
                <a:cubicBezTo>
                  <a:pt x="181" y="74"/>
                  <a:pt x="177" y="75"/>
                  <a:pt x="173" y="77"/>
                </a:cubicBezTo>
                <a:cubicBezTo>
                  <a:pt x="173" y="69"/>
                  <a:pt x="173" y="69"/>
                  <a:pt x="173" y="69"/>
                </a:cubicBezTo>
                <a:close/>
                <a:moveTo>
                  <a:pt x="185" y="732"/>
                </a:moveTo>
                <a:cubicBezTo>
                  <a:pt x="181" y="730"/>
                  <a:pt x="177" y="728"/>
                  <a:pt x="173" y="726"/>
                </a:cubicBezTo>
                <a:cubicBezTo>
                  <a:pt x="173" y="716"/>
                  <a:pt x="173" y="716"/>
                  <a:pt x="173" y="716"/>
                </a:cubicBezTo>
                <a:cubicBezTo>
                  <a:pt x="176" y="718"/>
                  <a:pt x="178" y="720"/>
                  <a:pt x="181" y="722"/>
                </a:cubicBezTo>
                <a:cubicBezTo>
                  <a:pt x="182" y="702"/>
                  <a:pt x="187" y="689"/>
                  <a:pt x="173" y="679"/>
                </a:cubicBezTo>
                <a:cubicBezTo>
                  <a:pt x="173" y="669"/>
                  <a:pt x="173" y="669"/>
                  <a:pt x="173" y="669"/>
                </a:cubicBezTo>
                <a:cubicBezTo>
                  <a:pt x="178" y="671"/>
                  <a:pt x="181" y="675"/>
                  <a:pt x="185" y="678"/>
                </a:cubicBezTo>
                <a:cubicBezTo>
                  <a:pt x="185" y="732"/>
                  <a:pt x="185" y="732"/>
                  <a:pt x="185" y="732"/>
                </a:cubicBezTo>
                <a:close/>
                <a:moveTo>
                  <a:pt x="185" y="92"/>
                </a:moveTo>
                <a:cubicBezTo>
                  <a:pt x="185" y="102"/>
                  <a:pt x="185" y="102"/>
                  <a:pt x="185" y="102"/>
                </a:cubicBezTo>
                <a:cubicBezTo>
                  <a:pt x="182" y="101"/>
                  <a:pt x="179" y="100"/>
                  <a:pt x="173" y="97"/>
                </a:cubicBezTo>
                <a:cubicBezTo>
                  <a:pt x="173" y="88"/>
                  <a:pt x="173" y="88"/>
                  <a:pt x="173" y="88"/>
                </a:cubicBezTo>
                <a:cubicBezTo>
                  <a:pt x="185" y="92"/>
                  <a:pt x="185" y="92"/>
                  <a:pt x="185" y="92"/>
                </a:cubicBezTo>
                <a:close/>
                <a:moveTo>
                  <a:pt x="185" y="108"/>
                </a:moveTo>
                <a:cubicBezTo>
                  <a:pt x="185" y="117"/>
                  <a:pt x="185" y="117"/>
                  <a:pt x="185" y="117"/>
                </a:cubicBezTo>
                <a:cubicBezTo>
                  <a:pt x="181" y="119"/>
                  <a:pt x="178" y="122"/>
                  <a:pt x="173" y="124"/>
                </a:cubicBezTo>
                <a:cubicBezTo>
                  <a:pt x="173" y="124"/>
                  <a:pt x="173" y="124"/>
                  <a:pt x="173" y="124"/>
                </a:cubicBezTo>
                <a:cubicBezTo>
                  <a:pt x="173" y="114"/>
                  <a:pt x="173" y="114"/>
                  <a:pt x="173" y="114"/>
                </a:cubicBezTo>
                <a:cubicBezTo>
                  <a:pt x="178" y="113"/>
                  <a:pt x="181" y="111"/>
                  <a:pt x="185" y="108"/>
                </a:cubicBezTo>
                <a:close/>
                <a:moveTo>
                  <a:pt x="185" y="145"/>
                </a:moveTo>
                <a:cubicBezTo>
                  <a:pt x="185" y="164"/>
                  <a:pt x="185" y="164"/>
                  <a:pt x="185" y="164"/>
                </a:cubicBezTo>
                <a:cubicBezTo>
                  <a:pt x="183" y="163"/>
                  <a:pt x="183" y="162"/>
                  <a:pt x="182" y="159"/>
                </a:cubicBezTo>
                <a:cubicBezTo>
                  <a:pt x="171" y="158"/>
                  <a:pt x="174" y="153"/>
                  <a:pt x="179" y="145"/>
                </a:cubicBezTo>
                <a:cubicBezTo>
                  <a:pt x="185" y="145"/>
                  <a:pt x="185" y="145"/>
                  <a:pt x="185" y="145"/>
                </a:cubicBezTo>
                <a:close/>
                <a:moveTo>
                  <a:pt x="185" y="171"/>
                </a:moveTo>
                <a:cubicBezTo>
                  <a:pt x="182" y="171"/>
                  <a:pt x="182" y="171"/>
                  <a:pt x="182" y="171"/>
                </a:cubicBezTo>
                <a:cubicBezTo>
                  <a:pt x="180" y="167"/>
                  <a:pt x="179" y="167"/>
                  <a:pt x="175" y="165"/>
                </a:cubicBezTo>
                <a:cubicBezTo>
                  <a:pt x="174" y="163"/>
                  <a:pt x="174" y="161"/>
                  <a:pt x="174" y="159"/>
                </a:cubicBezTo>
                <a:cubicBezTo>
                  <a:pt x="173" y="159"/>
                  <a:pt x="173" y="159"/>
                  <a:pt x="173" y="159"/>
                </a:cubicBezTo>
                <a:cubicBezTo>
                  <a:pt x="173" y="184"/>
                  <a:pt x="173" y="184"/>
                  <a:pt x="173" y="184"/>
                </a:cubicBezTo>
                <a:cubicBezTo>
                  <a:pt x="174" y="185"/>
                  <a:pt x="175" y="186"/>
                  <a:pt x="176" y="188"/>
                </a:cubicBezTo>
                <a:cubicBezTo>
                  <a:pt x="178" y="187"/>
                  <a:pt x="180" y="187"/>
                  <a:pt x="182" y="186"/>
                </a:cubicBezTo>
                <a:cubicBezTo>
                  <a:pt x="182" y="184"/>
                  <a:pt x="182" y="182"/>
                  <a:pt x="182" y="179"/>
                </a:cubicBezTo>
                <a:cubicBezTo>
                  <a:pt x="185" y="179"/>
                  <a:pt x="185" y="179"/>
                  <a:pt x="185" y="179"/>
                </a:cubicBezTo>
                <a:cubicBezTo>
                  <a:pt x="185" y="171"/>
                  <a:pt x="185" y="171"/>
                  <a:pt x="185" y="171"/>
                </a:cubicBezTo>
                <a:close/>
                <a:moveTo>
                  <a:pt x="185" y="179"/>
                </a:moveTo>
                <a:cubicBezTo>
                  <a:pt x="182" y="179"/>
                  <a:pt x="182" y="179"/>
                  <a:pt x="182" y="179"/>
                </a:cubicBezTo>
                <a:cubicBezTo>
                  <a:pt x="182" y="182"/>
                  <a:pt x="182" y="184"/>
                  <a:pt x="182" y="186"/>
                </a:cubicBezTo>
                <a:cubicBezTo>
                  <a:pt x="183" y="185"/>
                  <a:pt x="184" y="184"/>
                  <a:pt x="185" y="183"/>
                </a:cubicBezTo>
                <a:cubicBezTo>
                  <a:pt x="185" y="199"/>
                  <a:pt x="185" y="199"/>
                  <a:pt x="185" y="199"/>
                </a:cubicBezTo>
                <a:cubicBezTo>
                  <a:pt x="183" y="199"/>
                  <a:pt x="183" y="199"/>
                  <a:pt x="183" y="199"/>
                </a:cubicBezTo>
                <a:cubicBezTo>
                  <a:pt x="179" y="205"/>
                  <a:pt x="174" y="209"/>
                  <a:pt x="175" y="216"/>
                </a:cubicBezTo>
                <a:cubicBezTo>
                  <a:pt x="178" y="218"/>
                  <a:pt x="182" y="220"/>
                  <a:pt x="185" y="222"/>
                </a:cubicBezTo>
                <a:cubicBezTo>
                  <a:pt x="185" y="236"/>
                  <a:pt x="185" y="236"/>
                  <a:pt x="185" y="236"/>
                </a:cubicBezTo>
                <a:cubicBezTo>
                  <a:pt x="184" y="236"/>
                  <a:pt x="183" y="236"/>
                  <a:pt x="183" y="236"/>
                </a:cubicBezTo>
                <a:cubicBezTo>
                  <a:pt x="180" y="231"/>
                  <a:pt x="177" y="228"/>
                  <a:pt x="173" y="226"/>
                </a:cubicBezTo>
                <a:cubicBezTo>
                  <a:pt x="173" y="199"/>
                  <a:pt x="173" y="199"/>
                  <a:pt x="173" y="199"/>
                </a:cubicBezTo>
                <a:cubicBezTo>
                  <a:pt x="181" y="189"/>
                  <a:pt x="181" y="188"/>
                  <a:pt x="182" y="186"/>
                </a:cubicBezTo>
                <a:cubicBezTo>
                  <a:pt x="183" y="185"/>
                  <a:pt x="184" y="184"/>
                  <a:pt x="185" y="183"/>
                </a:cubicBezTo>
                <a:cubicBezTo>
                  <a:pt x="185" y="179"/>
                  <a:pt x="185" y="179"/>
                  <a:pt x="185" y="179"/>
                </a:cubicBezTo>
                <a:close/>
                <a:moveTo>
                  <a:pt x="185" y="294"/>
                </a:moveTo>
                <a:cubicBezTo>
                  <a:pt x="185" y="308"/>
                  <a:pt x="185" y="308"/>
                  <a:pt x="185" y="308"/>
                </a:cubicBezTo>
                <a:cubicBezTo>
                  <a:pt x="184" y="309"/>
                  <a:pt x="184" y="309"/>
                  <a:pt x="184" y="309"/>
                </a:cubicBezTo>
                <a:cubicBezTo>
                  <a:pt x="185" y="309"/>
                  <a:pt x="185" y="309"/>
                  <a:pt x="185" y="309"/>
                </a:cubicBezTo>
                <a:cubicBezTo>
                  <a:pt x="185" y="315"/>
                  <a:pt x="185" y="315"/>
                  <a:pt x="185" y="315"/>
                </a:cubicBezTo>
                <a:cubicBezTo>
                  <a:pt x="181" y="317"/>
                  <a:pt x="179" y="320"/>
                  <a:pt x="177" y="328"/>
                </a:cubicBezTo>
                <a:cubicBezTo>
                  <a:pt x="180" y="327"/>
                  <a:pt x="182" y="326"/>
                  <a:pt x="185" y="326"/>
                </a:cubicBezTo>
                <a:cubicBezTo>
                  <a:pt x="185" y="332"/>
                  <a:pt x="185" y="332"/>
                  <a:pt x="185" y="332"/>
                </a:cubicBezTo>
                <a:cubicBezTo>
                  <a:pt x="179" y="333"/>
                  <a:pt x="176" y="334"/>
                  <a:pt x="173" y="340"/>
                </a:cubicBezTo>
                <a:cubicBezTo>
                  <a:pt x="173" y="321"/>
                  <a:pt x="173" y="321"/>
                  <a:pt x="173" y="321"/>
                </a:cubicBezTo>
                <a:cubicBezTo>
                  <a:pt x="177" y="312"/>
                  <a:pt x="180" y="303"/>
                  <a:pt x="185" y="294"/>
                </a:cubicBezTo>
                <a:close/>
                <a:moveTo>
                  <a:pt x="185" y="342"/>
                </a:moveTo>
                <a:cubicBezTo>
                  <a:pt x="185" y="349"/>
                  <a:pt x="185" y="349"/>
                  <a:pt x="185" y="349"/>
                </a:cubicBezTo>
                <a:cubicBezTo>
                  <a:pt x="180" y="350"/>
                  <a:pt x="176" y="351"/>
                  <a:pt x="173" y="353"/>
                </a:cubicBezTo>
                <a:cubicBezTo>
                  <a:pt x="173" y="346"/>
                  <a:pt x="173" y="346"/>
                  <a:pt x="173" y="346"/>
                </a:cubicBezTo>
                <a:cubicBezTo>
                  <a:pt x="178" y="344"/>
                  <a:pt x="182" y="344"/>
                  <a:pt x="185" y="342"/>
                </a:cubicBezTo>
                <a:close/>
                <a:moveTo>
                  <a:pt x="185" y="359"/>
                </a:moveTo>
                <a:cubicBezTo>
                  <a:pt x="185" y="441"/>
                  <a:pt x="185" y="441"/>
                  <a:pt x="185" y="441"/>
                </a:cubicBezTo>
                <a:cubicBezTo>
                  <a:pt x="180" y="445"/>
                  <a:pt x="175" y="448"/>
                  <a:pt x="173" y="452"/>
                </a:cubicBezTo>
                <a:cubicBezTo>
                  <a:pt x="173" y="443"/>
                  <a:pt x="173" y="443"/>
                  <a:pt x="173" y="443"/>
                </a:cubicBezTo>
                <a:cubicBezTo>
                  <a:pt x="181" y="436"/>
                  <a:pt x="184" y="434"/>
                  <a:pt x="182" y="422"/>
                </a:cubicBezTo>
                <a:cubicBezTo>
                  <a:pt x="178" y="425"/>
                  <a:pt x="175" y="427"/>
                  <a:pt x="173" y="429"/>
                </a:cubicBezTo>
                <a:cubicBezTo>
                  <a:pt x="173" y="422"/>
                  <a:pt x="173" y="422"/>
                  <a:pt x="173" y="422"/>
                </a:cubicBezTo>
                <a:cubicBezTo>
                  <a:pt x="177" y="419"/>
                  <a:pt x="178" y="418"/>
                  <a:pt x="181" y="415"/>
                </a:cubicBezTo>
                <a:cubicBezTo>
                  <a:pt x="181" y="411"/>
                  <a:pt x="181" y="407"/>
                  <a:pt x="181" y="403"/>
                </a:cubicBezTo>
                <a:cubicBezTo>
                  <a:pt x="178" y="405"/>
                  <a:pt x="175" y="407"/>
                  <a:pt x="173" y="408"/>
                </a:cubicBezTo>
                <a:cubicBezTo>
                  <a:pt x="173" y="402"/>
                  <a:pt x="173" y="402"/>
                  <a:pt x="173" y="402"/>
                </a:cubicBezTo>
                <a:cubicBezTo>
                  <a:pt x="180" y="398"/>
                  <a:pt x="186" y="392"/>
                  <a:pt x="181" y="385"/>
                </a:cubicBezTo>
                <a:cubicBezTo>
                  <a:pt x="178" y="387"/>
                  <a:pt x="175" y="388"/>
                  <a:pt x="173" y="389"/>
                </a:cubicBezTo>
                <a:cubicBezTo>
                  <a:pt x="173" y="383"/>
                  <a:pt x="173" y="383"/>
                  <a:pt x="173" y="383"/>
                </a:cubicBezTo>
                <a:cubicBezTo>
                  <a:pt x="181" y="379"/>
                  <a:pt x="184" y="377"/>
                  <a:pt x="183" y="367"/>
                </a:cubicBezTo>
                <a:cubicBezTo>
                  <a:pt x="179" y="368"/>
                  <a:pt x="176" y="369"/>
                  <a:pt x="173" y="370"/>
                </a:cubicBezTo>
                <a:cubicBezTo>
                  <a:pt x="173" y="364"/>
                  <a:pt x="173" y="364"/>
                  <a:pt x="173" y="364"/>
                </a:cubicBezTo>
                <a:cubicBezTo>
                  <a:pt x="177" y="362"/>
                  <a:pt x="181" y="361"/>
                  <a:pt x="185" y="359"/>
                </a:cubicBezTo>
                <a:close/>
                <a:moveTo>
                  <a:pt x="185" y="454"/>
                </a:moveTo>
                <a:cubicBezTo>
                  <a:pt x="185" y="464"/>
                  <a:pt x="185" y="464"/>
                  <a:pt x="185" y="464"/>
                </a:cubicBezTo>
                <a:cubicBezTo>
                  <a:pt x="178" y="470"/>
                  <a:pt x="176" y="475"/>
                  <a:pt x="180" y="487"/>
                </a:cubicBezTo>
                <a:cubicBezTo>
                  <a:pt x="181" y="484"/>
                  <a:pt x="183" y="482"/>
                  <a:pt x="185" y="481"/>
                </a:cubicBezTo>
                <a:cubicBezTo>
                  <a:pt x="185" y="508"/>
                  <a:pt x="185" y="508"/>
                  <a:pt x="185" y="508"/>
                </a:cubicBezTo>
                <a:cubicBezTo>
                  <a:pt x="180" y="501"/>
                  <a:pt x="176" y="493"/>
                  <a:pt x="173" y="484"/>
                </a:cubicBezTo>
                <a:cubicBezTo>
                  <a:pt x="173" y="465"/>
                  <a:pt x="173" y="465"/>
                  <a:pt x="173" y="465"/>
                </a:cubicBezTo>
                <a:cubicBezTo>
                  <a:pt x="173" y="465"/>
                  <a:pt x="174" y="466"/>
                  <a:pt x="174" y="466"/>
                </a:cubicBezTo>
                <a:cubicBezTo>
                  <a:pt x="177" y="463"/>
                  <a:pt x="182" y="459"/>
                  <a:pt x="185" y="454"/>
                </a:cubicBezTo>
                <a:close/>
                <a:moveTo>
                  <a:pt x="185" y="579"/>
                </a:moveTo>
                <a:cubicBezTo>
                  <a:pt x="185" y="593"/>
                  <a:pt x="185" y="593"/>
                  <a:pt x="185" y="593"/>
                </a:cubicBezTo>
                <a:cubicBezTo>
                  <a:pt x="181" y="597"/>
                  <a:pt x="177" y="599"/>
                  <a:pt x="173" y="601"/>
                </a:cubicBezTo>
                <a:cubicBezTo>
                  <a:pt x="173" y="588"/>
                  <a:pt x="173" y="588"/>
                  <a:pt x="173" y="588"/>
                </a:cubicBezTo>
                <a:cubicBezTo>
                  <a:pt x="177" y="585"/>
                  <a:pt x="181" y="582"/>
                  <a:pt x="185" y="579"/>
                </a:cubicBezTo>
                <a:close/>
                <a:moveTo>
                  <a:pt x="185" y="610"/>
                </a:moveTo>
                <a:cubicBezTo>
                  <a:pt x="185" y="621"/>
                  <a:pt x="185" y="621"/>
                  <a:pt x="185" y="621"/>
                </a:cubicBezTo>
                <a:cubicBezTo>
                  <a:pt x="178" y="624"/>
                  <a:pt x="178" y="624"/>
                  <a:pt x="178" y="624"/>
                </a:cubicBezTo>
                <a:cubicBezTo>
                  <a:pt x="173" y="621"/>
                  <a:pt x="173" y="621"/>
                  <a:pt x="173" y="621"/>
                </a:cubicBezTo>
                <a:cubicBezTo>
                  <a:pt x="173" y="616"/>
                  <a:pt x="173" y="616"/>
                  <a:pt x="173" y="616"/>
                </a:cubicBezTo>
                <a:cubicBezTo>
                  <a:pt x="185" y="610"/>
                  <a:pt x="185" y="610"/>
                  <a:pt x="185" y="610"/>
                </a:cubicBezTo>
                <a:close/>
                <a:moveTo>
                  <a:pt x="173" y="571"/>
                </a:moveTo>
                <a:cubicBezTo>
                  <a:pt x="173" y="558"/>
                  <a:pt x="173" y="558"/>
                  <a:pt x="173" y="558"/>
                </a:cubicBezTo>
                <a:cubicBezTo>
                  <a:pt x="174" y="558"/>
                  <a:pt x="174" y="558"/>
                  <a:pt x="174" y="558"/>
                </a:cubicBezTo>
                <a:cubicBezTo>
                  <a:pt x="179" y="564"/>
                  <a:pt x="179" y="564"/>
                  <a:pt x="180" y="567"/>
                </a:cubicBezTo>
                <a:cubicBezTo>
                  <a:pt x="179" y="568"/>
                  <a:pt x="176" y="569"/>
                  <a:pt x="173" y="571"/>
                </a:cubicBezTo>
                <a:close/>
                <a:moveTo>
                  <a:pt x="163" y="77"/>
                </a:moveTo>
                <a:cubicBezTo>
                  <a:pt x="165" y="75"/>
                  <a:pt x="167" y="74"/>
                  <a:pt x="169" y="72"/>
                </a:cubicBezTo>
                <a:cubicBezTo>
                  <a:pt x="171" y="71"/>
                  <a:pt x="172" y="70"/>
                  <a:pt x="173" y="69"/>
                </a:cubicBezTo>
                <a:cubicBezTo>
                  <a:pt x="173" y="77"/>
                  <a:pt x="173" y="77"/>
                  <a:pt x="173" y="77"/>
                </a:cubicBezTo>
                <a:cubicBezTo>
                  <a:pt x="171" y="79"/>
                  <a:pt x="169" y="81"/>
                  <a:pt x="167" y="85"/>
                </a:cubicBezTo>
                <a:cubicBezTo>
                  <a:pt x="173" y="88"/>
                  <a:pt x="173" y="88"/>
                  <a:pt x="173" y="88"/>
                </a:cubicBezTo>
                <a:cubicBezTo>
                  <a:pt x="173" y="97"/>
                  <a:pt x="173" y="97"/>
                  <a:pt x="173" y="97"/>
                </a:cubicBezTo>
                <a:cubicBezTo>
                  <a:pt x="166" y="94"/>
                  <a:pt x="166" y="94"/>
                  <a:pt x="166" y="94"/>
                </a:cubicBezTo>
                <a:cubicBezTo>
                  <a:pt x="164" y="94"/>
                  <a:pt x="164" y="94"/>
                  <a:pt x="163" y="94"/>
                </a:cubicBezTo>
                <a:cubicBezTo>
                  <a:pt x="163" y="77"/>
                  <a:pt x="163" y="77"/>
                  <a:pt x="163" y="77"/>
                </a:cubicBezTo>
                <a:close/>
                <a:moveTo>
                  <a:pt x="173" y="726"/>
                </a:moveTo>
                <a:cubicBezTo>
                  <a:pt x="170" y="723"/>
                  <a:pt x="166" y="721"/>
                  <a:pt x="163" y="717"/>
                </a:cubicBezTo>
                <a:cubicBezTo>
                  <a:pt x="163" y="660"/>
                  <a:pt x="163" y="660"/>
                  <a:pt x="163" y="660"/>
                </a:cubicBezTo>
                <a:cubicBezTo>
                  <a:pt x="164" y="662"/>
                  <a:pt x="165" y="664"/>
                  <a:pt x="167" y="666"/>
                </a:cubicBezTo>
                <a:cubicBezTo>
                  <a:pt x="169" y="667"/>
                  <a:pt x="171" y="668"/>
                  <a:pt x="173" y="669"/>
                </a:cubicBezTo>
                <a:cubicBezTo>
                  <a:pt x="173" y="679"/>
                  <a:pt x="173" y="679"/>
                  <a:pt x="173" y="679"/>
                </a:cubicBezTo>
                <a:cubicBezTo>
                  <a:pt x="171" y="677"/>
                  <a:pt x="169" y="676"/>
                  <a:pt x="167" y="675"/>
                </a:cubicBezTo>
                <a:cubicBezTo>
                  <a:pt x="166" y="687"/>
                  <a:pt x="162" y="698"/>
                  <a:pt x="166" y="710"/>
                </a:cubicBezTo>
                <a:cubicBezTo>
                  <a:pt x="169" y="712"/>
                  <a:pt x="171" y="714"/>
                  <a:pt x="173" y="716"/>
                </a:cubicBezTo>
                <a:cubicBezTo>
                  <a:pt x="173" y="726"/>
                  <a:pt x="173" y="726"/>
                  <a:pt x="173" y="726"/>
                </a:cubicBezTo>
                <a:close/>
                <a:moveTo>
                  <a:pt x="173" y="114"/>
                </a:moveTo>
                <a:cubicBezTo>
                  <a:pt x="173" y="124"/>
                  <a:pt x="173" y="124"/>
                  <a:pt x="173" y="124"/>
                </a:cubicBezTo>
                <a:cubicBezTo>
                  <a:pt x="170" y="129"/>
                  <a:pt x="166" y="132"/>
                  <a:pt x="163" y="135"/>
                </a:cubicBezTo>
                <a:cubicBezTo>
                  <a:pt x="163" y="125"/>
                  <a:pt x="163" y="125"/>
                  <a:pt x="163" y="125"/>
                </a:cubicBezTo>
                <a:cubicBezTo>
                  <a:pt x="163" y="125"/>
                  <a:pt x="164" y="124"/>
                  <a:pt x="164" y="123"/>
                </a:cubicBezTo>
                <a:cubicBezTo>
                  <a:pt x="163" y="123"/>
                  <a:pt x="163" y="123"/>
                  <a:pt x="163" y="123"/>
                </a:cubicBezTo>
                <a:cubicBezTo>
                  <a:pt x="163" y="114"/>
                  <a:pt x="163" y="114"/>
                  <a:pt x="163" y="114"/>
                </a:cubicBezTo>
                <a:cubicBezTo>
                  <a:pt x="166" y="114"/>
                  <a:pt x="166" y="114"/>
                  <a:pt x="166" y="114"/>
                </a:cubicBezTo>
                <a:cubicBezTo>
                  <a:pt x="169" y="114"/>
                  <a:pt x="171" y="114"/>
                  <a:pt x="173" y="114"/>
                </a:cubicBezTo>
                <a:close/>
                <a:moveTo>
                  <a:pt x="173" y="159"/>
                </a:moveTo>
                <a:cubicBezTo>
                  <a:pt x="173" y="184"/>
                  <a:pt x="173" y="184"/>
                  <a:pt x="173" y="184"/>
                </a:cubicBezTo>
                <a:cubicBezTo>
                  <a:pt x="170" y="182"/>
                  <a:pt x="167" y="181"/>
                  <a:pt x="166" y="176"/>
                </a:cubicBezTo>
                <a:cubicBezTo>
                  <a:pt x="165" y="175"/>
                  <a:pt x="164" y="175"/>
                  <a:pt x="163" y="175"/>
                </a:cubicBezTo>
                <a:cubicBezTo>
                  <a:pt x="163" y="167"/>
                  <a:pt x="163" y="167"/>
                  <a:pt x="163" y="167"/>
                </a:cubicBezTo>
                <a:cubicBezTo>
                  <a:pt x="163" y="167"/>
                  <a:pt x="164" y="166"/>
                  <a:pt x="164" y="166"/>
                </a:cubicBezTo>
                <a:cubicBezTo>
                  <a:pt x="165" y="161"/>
                  <a:pt x="165" y="161"/>
                  <a:pt x="166" y="159"/>
                </a:cubicBezTo>
                <a:cubicBezTo>
                  <a:pt x="169" y="159"/>
                  <a:pt x="171" y="159"/>
                  <a:pt x="173" y="159"/>
                </a:cubicBezTo>
                <a:close/>
                <a:moveTo>
                  <a:pt x="173" y="199"/>
                </a:moveTo>
                <a:cubicBezTo>
                  <a:pt x="173" y="226"/>
                  <a:pt x="173" y="226"/>
                  <a:pt x="173" y="226"/>
                </a:cubicBezTo>
                <a:cubicBezTo>
                  <a:pt x="170" y="225"/>
                  <a:pt x="167" y="224"/>
                  <a:pt x="163" y="223"/>
                </a:cubicBezTo>
                <a:cubicBezTo>
                  <a:pt x="163" y="210"/>
                  <a:pt x="163" y="210"/>
                  <a:pt x="163" y="210"/>
                </a:cubicBezTo>
                <a:cubicBezTo>
                  <a:pt x="164" y="209"/>
                  <a:pt x="166" y="207"/>
                  <a:pt x="167" y="205"/>
                </a:cubicBezTo>
                <a:cubicBezTo>
                  <a:pt x="166" y="205"/>
                  <a:pt x="164" y="205"/>
                  <a:pt x="163" y="204"/>
                </a:cubicBezTo>
                <a:cubicBezTo>
                  <a:pt x="163" y="191"/>
                  <a:pt x="163" y="191"/>
                  <a:pt x="163" y="191"/>
                </a:cubicBezTo>
                <a:cubicBezTo>
                  <a:pt x="163" y="192"/>
                  <a:pt x="164" y="192"/>
                  <a:pt x="164" y="192"/>
                </a:cubicBezTo>
                <a:cubicBezTo>
                  <a:pt x="165" y="190"/>
                  <a:pt x="165" y="189"/>
                  <a:pt x="166" y="188"/>
                </a:cubicBezTo>
                <a:cubicBezTo>
                  <a:pt x="167" y="187"/>
                  <a:pt x="169" y="187"/>
                  <a:pt x="171" y="187"/>
                </a:cubicBezTo>
                <a:cubicBezTo>
                  <a:pt x="173" y="191"/>
                  <a:pt x="171" y="197"/>
                  <a:pt x="171" y="202"/>
                </a:cubicBezTo>
                <a:cubicBezTo>
                  <a:pt x="173" y="199"/>
                  <a:pt x="173" y="199"/>
                  <a:pt x="173" y="199"/>
                </a:cubicBezTo>
                <a:close/>
                <a:moveTo>
                  <a:pt x="173" y="321"/>
                </a:moveTo>
                <a:cubicBezTo>
                  <a:pt x="173" y="340"/>
                  <a:pt x="173" y="340"/>
                  <a:pt x="173" y="340"/>
                </a:cubicBezTo>
                <a:cubicBezTo>
                  <a:pt x="173" y="342"/>
                  <a:pt x="172" y="344"/>
                  <a:pt x="171" y="346"/>
                </a:cubicBezTo>
                <a:cubicBezTo>
                  <a:pt x="172" y="346"/>
                  <a:pt x="173" y="346"/>
                  <a:pt x="173" y="346"/>
                </a:cubicBezTo>
                <a:cubicBezTo>
                  <a:pt x="173" y="353"/>
                  <a:pt x="173" y="353"/>
                  <a:pt x="173" y="353"/>
                </a:cubicBezTo>
                <a:cubicBezTo>
                  <a:pt x="170" y="355"/>
                  <a:pt x="169" y="359"/>
                  <a:pt x="168" y="366"/>
                </a:cubicBezTo>
                <a:cubicBezTo>
                  <a:pt x="170" y="366"/>
                  <a:pt x="172" y="365"/>
                  <a:pt x="173" y="364"/>
                </a:cubicBezTo>
                <a:cubicBezTo>
                  <a:pt x="173" y="370"/>
                  <a:pt x="173" y="370"/>
                  <a:pt x="173" y="370"/>
                </a:cubicBezTo>
                <a:cubicBezTo>
                  <a:pt x="168" y="373"/>
                  <a:pt x="166" y="377"/>
                  <a:pt x="166" y="386"/>
                </a:cubicBezTo>
                <a:cubicBezTo>
                  <a:pt x="169" y="385"/>
                  <a:pt x="171" y="384"/>
                  <a:pt x="173" y="383"/>
                </a:cubicBezTo>
                <a:cubicBezTo>
                  <a:pt x="173" y="389"/>
                  <a:pt x="173" y="389"/>
                  <a:pt x="173" y="389"/>
                </a:cubicBezTo>
                <a:cubicBezTo>
                  <a:pt x="166" y="393"/>
                  <a:pt x="165" y="395"/>
                  <a:pt x="164" y="408"/>
                </a:cubicBezTo>
                <a:cubicBezTo>
                  <a:pt x="166" y="406"/>
                  <a:pt x="170" y="404"/>
                  <a:pt x="173" y="402"/>
                </a:cubicBezTo>
                <a:cubicBezTo>
                  <a:pt x="173" y="408"/>
                  <a:pt x="173" y="408"/>
                  <a:pt x="173" y="408"/>
                </a:cubicBezTo>
                <a:cubicBezTo>
                  <a:pt x="167" y="413"/>
                  <a:pt x="165" y="417"/>
                  <a:pt x="166" y="427"/>
                </a:cubicBezTo>
                <a:cubicBezTo>
                  <a:pt x="169" y="425"/>
                  <a:pt x="172" y="423"/>
                  <a:pt x="173" y="422"/>
                </a:cubicBezTo>
                <a:cubicBezTo>
                  <a:pt x="173" y="429"/>
                  <a:pt x="173" y="429"/>
                  <a:pt x="173" y="429"/>
                </a:cubicBezTo>
                <a:cubicBezTo>
                  <a:pt x="170" y="433"/>
                  <a:pt x="169" y="437"/>
                  <a:pt x="169" y="446"/>
                </a:cubicBezTo>
                <a:cubicBezTo>
                  <a:pt x="171" y="445"/>
                  <a:pt x="172" y="444"/>
                  <a:pt x="173" y="443"/>
                </a:cubicBezTo>
                <a:cubicBezTo>
                  <a:pt x="173" y="452"/>
                  <a:pt x="173" y="452"/>
                  <a:pt x="173" y="452"/>
                </a:cubicBezTo>
                <a:cubicBezTo>
                  <a:pt x="172" y="456"/>
                  <a:pt x="171" y="459"/>
                  <a:pt x="173" y="465"/>
                </a:cubicBezTo>
                <a:cubicBezTo>
                  <a:pt x="173" y="484"/>
                  <a:pt x="173" y="484"/>
                  <a:pt x="173" y="484"/>
                </a:cubicBezTo>
                <a:cubicBezTo>
                  <a:pt x="169" y="471"/>
                  <a:pt x="165" y="456"/>
                  <a:pt x="163" y="444"/>
                </a:cubicBezTo>
                <a:cubicBezTo>
                  <a:pt x="163" y="363"/>
                  <a:pt x="163" y="363"/>
                  <a:pt x="163" y="363"/>
                </a:cubicBezTo>
                <a:cubicBezTo>
                  <a:pt x="165" y="349"/>
                  <a:pt x="169" y="335"/>
                  <a:pt x="173" y="321"/>
                </a:cubicBezTo>
                <a:close/>
                <a:moveTo>
                  <a:pt x="173" y="558"/>
                </a:moveTo>
                <a:cubicBezTo>
                  <a:pt x="173" y="571"/>
                  <a:pt x="173" y="571"/>
                  <a:pt x="173" y="571"/>
                </a:cubicBezTo>
                <a:cubicBezTo>
                  <a:pt x="170" y="574"/>
                  <a:pt x="166" y="577"/>
                  <a:pt x="163" y="580"/>
                </a:cubicBezTo>
                <a:cubicBezTo>
                  <a:pt x="163" y="565"/>
                  <a:pt x="163" y="565"/>
                  <a:pt x="163" y="565"/>
                </a:cubicBezTo>
                <a:cubicBezTo>
                  <a:pt x="166" y="562"/>
                  <a:pt x="169" y="560"/>
                  <a:pt x="171" y="558"/>
                </a:cubicBezTo>
                <a:cubicBezTo>
                  <a:pt x="173" y="558"/>
                  <a:pt x="173" y="558"/>
                  <a:pt x="173" y="558"/>
                </a:cubicBezTo>
                <a:close/>
                <a:moveTo>
                  <a:pt x="173" y="588"/>
                </a:moveTo>
                <a:cubicBezTo>
                  <a:pt x="173" y="601"/>
                  <a:pt x="173" y="601"/>
                  <a:pt x="173" y="601"/>
                </a:cubicBezTo>
                <a:cubicBezTo>
                  <a:pt x="170" y="603"/>
                  <a:pt x="167" y="604"/>
                  <a:pt x="163" y="605"/>
                </a:cubicBezTo>
                <a:cubicBezTo>
                  <a:pt x="163" y="593"/>
                  <a:pt x="163" y="593"/>
                  <a:pt x="163" y="593"/>
                </a:cubicBezTo>
                <a:cubicBezTo>
                  <a:pt x="164" y="593"/>
                  <a:pt x="165" y="593"/>
                  <a:pt x="167" y="593"/>
                </a:cubicBezTo>
                <a:cubicBezTo>
                  <a:pt x="169" y="591"/>
                  <a:pt x="171" y="589"/>
                  <a:pt x="173" y="588"/>
                </a:cubicBezTo>
                <a:close/>
                <a:moveTo>
                  <a:pt x="173" y="616"/>
                </a:moveTo>
                <a:cubicBezTo>
                  <a:pt x="173" y="621"/>
                  <a:pt x="173" y="621"/>
                  <a:pt x="173" y="621"/>
                </a:cubicBezTo>
                <a:cubicBezTo>
                  <a:pt x="169" y="618"/>
                  <a:pt x="169" y="618"/>
                  <a:pt x="169" y="618"/>
                </a:cubicBezTo>
                <a:cubicBezTo>
                  <a:pt x="173" y="616"/>
                  <a:pt x="173" y="616"/>
                  <a:pt x="173" y="616"/>
                </a:cubicBezTo>
                <a:close/>
                <a:moveTo>
                  <a:pt x="163" y="549"/>
                </a:moveTo>
                <a:cubicBezTo>
                  <a:pt x="163" y="541"/>
                  <a:pt x="163" y="541"/>
                  <a:pt x="163" y="541"/>
                </a:cubicBezTo>
                <a:cubicBezTo>
                  <a:pt x="164" y="543"/>
                  <a:pt x="165" y="545"/>
                  <a:pt x="166" y="547"/>
                </a:cubicBezTo>
                <a:cubicBezTo>
                  <a:pt x="163" y="549"/>
                  <a:pt x="163" y="549"/>
                  <a:pt x="163" y="549"/>
                </a:cubicBezTo>
                <a:close/>
                <a:moveTo>
                  <a:pt x="163" y="190"/>
                </a:moveTo>
                <a:cubicBezTo>
                  <a:pt x="164" y="188"/>
                  <a:pt x="164" y="187"/>
                  <a:pt x="163" y="184"/>
                </a:cubicBezTo>
                <a:cubicBezTo>
                  <a:pt x="163" y="184"/>
                  <a:pt x="163" y="183"/>
                  <a:pt x="163" y="183"/>
                </a:cubicBezTo>
                <a:lnTo>
                  <a:pt x="163" y="190"/>
                </a:lnTo>
                <a:close/>
                <a:moveTo>
                  <a:pt x="148" y="89"/>
                </a:moveTo>
                <a:cubicBezTo>
                  <a:pt x="153" y="85"/>
                  <a:pt x="158" y="81"/>
                  <a:pt x="163" y="77"/>
                </a:cubicBezTo>
                <a:cubicBezTo>
                  <a:pt x="163" y="94"/>
                  <a:pt x="163" y="94"/>
                  <a:pt x="163" y="94"/>
                </a:cubicBezTo>
                <a:cubicBezTo>
                  <a:pt x="156" y="94"/>
                  <a:pt x="152" y="95"/>
                  <a:pt x="148" y="99"/>
                </a:cubicBezTo>
                <a:cubicBezTo>
                  <a:pt x="148" y="89"/>
                  <a:pt x="148" y="89"/>
                  <a:pt x="148" y="89"/>
                </a:cubicBezTo>
                <a:close/>
                <a:moveTo>
                  <a:pt x="163" y="717"/>
                </a:moveTo>
                <a:cubicBezTo>
                  <a:pt x="161" y="716"/>
                  <a:pt x="159" y="714"/>
                  <a:pt x="158" y="712"/>
                </a:cubicBezTo>
                <a:cubicBezTo>
                  <a:pt x="153" y="710"/>
                  <a:pt x="152" y="709"/>
                  <a:pt x="148" y="706"/>
                </a:cubicBezTo>
                <a:cubicBezTo>
                  <a:pt x="148" y="697"/>
                  <a:pt x="148" y="697"/>
                  <a:pt x="148" y="697"/>
                </a:cubicBezTo>
                <a:cubicBezTo>
                  <a:pt x="150" y="698"/>
                  <a:pt x="152" y="700"/>
                  <a:pt x="154" y="702"/>
                </a:cubicBezTo>
                <a:cubicBezTo>
                  <a:pt x="155" y="695"/>
                  <a:pt x="156" y="689"/>
                  <a:pt x="157" y="683"/>
                </a:cubicBezTo>
                <a:cubicBezTo>
                  <a:pt x="157" y="669"/>
                  <a:pt x="157" y="663"/>
                  <a:pt x="148" y="656"/>
                </a:cubicBezTo>
                <a:cubicBezTo>
                  <a:pt x="148" y="647"/>
                  <a:pt x="148" y="647"/>
                  <a:pt x="148" y="647"/>
                </a:cubicBezTo>
                <a:cubicBezTo>
                  <a:pt x="154" y="651"/>
                  <a:pt x="158" y="655"/>
                  <a:pt x="163" y="660"/>
                </a:cubicBezTo>
                <a:cubicBezTo>
                  <a:pt x="163" y="717"/>
                  <a:pt x="163" y="717"/>
                  <a:pt x="163" y="717"/>
                </a:cubicBezTo>
                <a:close/>
                <a:moveTo>
                  <a:pt x="163" y="114"/>
                </a:moveTo>
                <a:cubicBezTo>
                  <a:pt x="163" y="123"/>
                  <a:pt x="163" y="123"/>
                  <a:pt x="163" y="123"/>
                </a:cubicBezTo>
                <a:cubicBezTo>
                  <a:pt x="157" y="121"/>
                  <a:pt x="152" y="119"/>
                  <a:pt x="148" y="118"/>
                </a:cubicBezTo>
                <a:cubicBezTo>
                  <a:pt x="148" y="108"/>
                  <a:pt x="148" y="108"/>
                  <a:pt x="148" y="108"/>
                </a:cubicBezTo>
                <a:cubicBezTo>
                  <a:pt x="163" y="114"/>
                  <a:pt x="163" y="114"/>
                  <a:pt x="163" y="114"/>
                </a:cubicBezTo>
                <a:close/>
                <a:moveTo>
                  <a:pt x="163" y="125"/>
                </a:moveTo>
                <a:cubicBezTo>
                  <a:pt x="163" y="135"/>
                  <a:pt x="163" y="135"/>
                  <a:pt x="163" y="135"/>
                </a:cubicBezTo>
                <a:cubicBezTo>
                  <a:pt x="159" y="138"/>
                  <a:pt x="156" y="141"/>
                  <a:pt x="151" y="144"/>
                </a:cubicBezTo>
                <a:cubicBezTo>
                  <a:pt x="150" y="145"/>
                  <a:pt x="149" y="147"/>
                  <a:pt x="148" y="148"/>
                </a:cubicBezTo>
                <a:cubicBezTo>
                  <a:pt x="148" y="135"/>
                  <a:pt x="148" y="135"/>
                  <a:pt x="148" y="135"/>
                </a:cubicBezTo>
                <a:cubicBezTo>
                  <a:pt x="154" y="133"/>
                  <a:pt x="158" y="131"/>
                  <a:pt x="163" y="125"/>
                </a:cubicBezTo>
                <a:close/>
                <a:moveTo>
                  <a:pt x="163" y="167"/>
                </a:moveTo>
                <a:cubicBezTo>
                  <a:pt x="163" y="175"/>
                  <a:pt x="163" y="175"/>
                  <a:pt x="163" y="175"/>
                </a:cubicBezTo>
                <a:cubicBezTo>
                  <a:pt x="161" y="175"/>
                  <a:pt x="159" y="174"/>
                  <a:pt x="157" y="173"/>
                </a:cubicBezTo>
                <a:cubicBezTo>
                  <a:pt x="157" y="171"/>
                  <a:pt x="157" y="169"/>
                  <a:pt x="157" y="167"/>
                </a:cubicBezTo>
                <a:cubicBezTo>
                  <a:pt x="159" y="167"/>
                  <a:pt x="161" y="167"/>
                  <a:pt x="163" y="167"/>
                </a:cubicBezTo>
                <a:close/>
                <a:moveTo>
                  <a:pt x="163" y="183"/>
                </a:moveTo>
                <a:cubicBezTo>
                  <a:pt x="163" y="190"/>
                  <a:pt x="163" y="190"/>
                  <a:pt x="163" y="190"/>
                </a:cubicBezTo>
                <a:cubicBezTo>
                  <a:pt x="162" y="191"/>
                  <a:pt x="162" y="191"/>
                  <a:pt x="162" y="191"/>
                </a:cubicBezTo>
                <a:cubicBezTo>
                  <a:pt x="162" y="191"/>
                  <a:pt x="162" y="191"/>
                  <a:pt x="163" y="191"/>
                </a:cubicBezTo>
                <a:cubicBezTo>
                  <a:pt x="163" y="204"/>
                  <a:pt x="163" y="204"/>
                  <a:pt x="163" y="204"/>
                </a:cubicBezTo>
                <a:cubicBezTo>
                  <a:pt x="158" y="203"/>
                  <a:pt x="152" y="199"/>
                  <a:pt x="148" y="196"/>
                </a:cubicBezTo>
                <a:cubicBezTo>
                  <a:pt x="148" y="177"/>
                  <a:pt x="148" y="177"/>
                  <a:pt x="148" y="177"/>
                </a:cubicBezTo>
                <a:cubicBezTo>
                  <a:pt x="150" y="176"/>
                  <a:pt x="151" y="177"/>
                  <a:pt x="154" y="178"/>
                </a:cubicBezTo>
                <a:cubicBezTo>
                  <a:pt x="154" y="180"/>
                  <a:pt x="155" y="182"/>
                  <a:pt x="155" y="184"/>
                </a:cubicBezTo>
                <a:cubicBezTo>
                  <a:pt x="158" y="183"/>
                  <a:pt x="160" y="182"/>
                  <a:pt x="163" y="183"/>
                </a:cubicBezTo>
                <a:close/>
                <a:moveTo>
                  <a:pt x="163" y="210"/>
                </a:moveTo>
                <a:cubicBezTo>
                  <a:pt x="163" y="223"/>
                  <a:pt x="163" y="223"/>
                  <a:pt x="163" y="223"/>
                </a:cubicBezTo>
                <a:cubicBezTo>
                  <a:pt x="161" y="223"/>
                  <a:pt x="160" y="223"/>
                  <a:pt x="158" y="223"/>
                </a:cubicBezTo>
                <a:cubicBezTo>
                  <a:pt x="158" y="220"/>
                  <a:pt x="158" y="217"/>
                  <a:pt x="158" y="215"/>
                </a:cubicBezTo>
                <a:cubicBezTo>
                  <a:pt x="160" y="213"/>
                  <a:pt x="161" y="212"/>
                  <a:pt x="163" y="210"/>
                </a:cubicBezTo>
                <a:close/>
                <a:moveTo>
                  <a:pt x="163" y="363"/>
                </a:moveTo>
                <a:cubicBezTo>
                  <a:pt x="163" y="444"/>
                  <a:pt x="163" y="444"/>
                  <a:pt x="163" y="444"/>
                </a:cubicBezTo>
                <a:cubicBezTo>
                  <a:pt x="162" y="444"/>
                  <a:pt x="162" y="444"/>
                  <a:pt x="162" y="444"/>
                </a:cubicBezTo>
                <a:cubicBezTo>
                  <a:pt x="160" y="425"/>
                  <a:pt x="160" y="412"/>
                  <a:pt x="159" y="405"/>
                </a:cubicBezTo>
                <a:cubicBezTo>
                  <a:pt x="159" y="391"/>
                  <a:pt x="160" y="377"/>
                  <a:pt x="163" y="363"/>
                </a:cubicBezTo>
                <a:close/>
                <a:moveTo>
                  <a:pt x="163" y="541"/>
                </a:moveTo>
                <a:cubicBezTo>
                  <a:pt x="163" y="549"/>
                  <a:pt x="163" y="549"/>
                  <a:pt x="163" y="549"/>
                </a:cubicBezTo>
                <a:cubicBezTo>
                  <a:pt x="158" y="552"/>
                  <a:pt x="153" y="554"/>
                  <a:pt x="148" y="557"/>
                </a:cubicBezTo>
                <a:cubicBezTo>
                  <a:pt x="148" y="544"/>
                  <a:pt x="148" y="544"/>
                  <a:pt x="148" y="544"/>
                </a:cubicBezTo>
                <a:cubicBezTo>
                  <a:pt x="152" y="541"/>
                  <a:pt x="156" y="537"/>
                  <a:pt x="161" y="538"/>
                </a:cubicBezTo>
                <a:cubicBezTo>
                  <a:pt x="162" y="539"/>
                  <a:pt x="162" y="540"/>
                  <a:pt x="163" y="541"/>
                </a:cubicBezTo>
                <a:close/>
                <a:moveTo>
                  <a:pt x="163" y="565"/>
                </a:moveTo>
                <a:cubicBezTo>
                  <a:pt x="163" y="580"/>
                  <a:pt x="163" y="580"/>
                  <a:pt x="163" y="580"/>
                </a:cubicBezTo>
                <a:cubicBezTo>
                  <a:pt x="157" y="586"/>
                  <a:pt x="154" y="591"/>
                  <a:pt x="163" y="593"/>
                </a:cubicBezTo>
                <a:cubicBezTo>
                  <a:pt x="163" y="605"/>
                  <a:pt x="163" y="605"/>
                  <a:pt x="163" y="605"/>
                </a:cubicBezTo>
                <a:cubicBezTo>
                  <a:pt x="162" y="605"/>
                  <a:pt x="162" y="605"/>
                  <a:pt x="161" y="605"/>
                </a:cubicBezTo>
                <a:cubicBezTo>
                  <a:pt x="154" y="600"/>
                  <a:pt x="150" y="595"/>
                  <a:pt x="148" y="591"/>
                </a:cubicBezTo>
                <a:cubicBezTo>
                  <a:pt x="148" y="582"/>
                  <a:pt x="148" y="582"/>
                  <a:pt x="148" y="582"/>
                </a:cubicBezTo>
                <a:cubicBezTo>
                  <a:pt x="150" y="576"/>
                  <a:pt x="156" y="571"/>
                  <a:pt x="163" y="565"/>
                </a:cubicBezTo>
                <a:close/>
                <a:moveTo>
                  <a:pt x="148" y="530"/>
                </a:moveTo>
                <a:cubicBezTo>
                  <a:pt x="148" y="517"/>
                  <a:pt x="148" y="517"/>
                  <a:pt x="148" y="517"/>
                </a:cubicBezTo>
                <a:cubicBezTo>
                  <a:pt x="149" y="517"/>
                  <a:pt x="149" y="517"/>
                  <a:pt x="149" y="517"/>
                </a:cubicBezTo>
                <a:cubicBezTo>
                  <a:pt x="151" y="520"/>
                  <a:pt x="153" y="523"/>
                  <a:pt x="154" y="526"/>
                </a:cubicBezTo>
                <a:cubicBezTo>
                  <a:pt x="151" y="528"/>
                  <a:pt x="150" y="529"/>
                  <a:pt x="148" y="530"/>
                </a:cubicBezTo>
                <a:close/>
                <a:moveTo>
                  <a:pt x="132" y="102"/>
                </a:moveTo>
                <a:cubicBezTo>
                  <a:pt x="137" y="98"/>
                  <a:pt x="143" y="93"/>
                  <a:pt x="148" y="89"/>
                </a:cubicBezTo>
                <a:cubicBezTo>
                  <a:pt x="148" y="99"/>
                  <a:pt x="148" y="99"/>
                  <a:pt x="148" y="99"/>
                </a:cubicBezTo>
                <a:cubicBezTo>
                  <a:pt x="145" y="100"/>
                  <a:pt x="143" y="103"/>
                  <a:pt x="140" y="106"/>
                </a:cubicBezTo>
                <a:cubicBezTo>
                  <a:pt x="148" y="108"/>
                  <a:pt x="148" y="108"/>
                  <a:pt x="148" y="108"/>
                </a:cubicBezTo>
                <a:cubicBezTo>
                  <a:pt x="148" y="118"/>
                  <a:pt x="148" y="118"/>
                  <a:pt x="148" y="118"/>
                </a:cubicBezTo>
                <a:cubicBezTo>
                  <a:pt x="142" y="116"/>
                  <a:pt x="137" y="115"/>
                  <a:pt x="132" y="116"/>
                </a:cubicBezTo>
                <a:cubicBezTo>
                  <a:pt x="132" y="102"/>
                  <a:pt x="132" y="102"/>
                  <a:pt x="132" y="102"/>
                </a:cubicBezTo>
                <a:close/>
                <a:moveTo>
                  <a:pt x="148" y="706"/>
                </a:moveTo>
                <a:cubicBezTo>
                  <a:pt x="145" y="705"/>
                  <a:pt x="142" y="702"/>
                  <a:pt x="136" y="697"/>
                </a:cubicBezTo>
                <a:cubicBezTo>
                  <a:pt x="135" y="696"/>
                  <a:pt x="133" y="694"/>
                  <a:pt x="132" y="693"/>
                </a:cubicBezTo>
                <a:cubicBezTo>
                  <a:pt x="132" y="663"/>
                  <a:pt x="132" y="663"/>
                  <a:pt x="132" y="663"/>
                </a:cubicBezTo>
                <a:cubicBezTo>
                  <a:pt x="134" y="655"/>
                  <a:pt x="135" y="648"/>
                  <a:pt x="132" y="642"/>
                </a:cubicBezTo>
                <a:cubicBezTo>
                  <a:pt x="132" y="628"/>
                  <a:pt x="132" y="628"/>
                  <a:pt x="132" y="628"/>
                </a:cubicBezTo>
                <a:cubicBezTo>
                  <a:pt x="133" y="628"/>
                  <a:pt x="133" y="629"/>
                  <a:pt x="133" y="629"/>
                </a:cubicBezTo>
                <a:cubicBezTo>
                  <a:pt x="137" y="633"/>
                  <a:pt x="140" y="638"/>
                  <a:pt x="143" y="643"/>
                </a:cubicBezTo>
                <a:cubicBezTo>
                  <a:pt x="145" y="644"/>
                  <a:pt x="146" y="645"/>
                  <a:pt x="148" y="647"/>
                </a:cubicBezTo>
                <a:cubicBezTo>
                  <a:pt x="148" y="656"/>
                  <a:pt x="148" y="656"/>
                  <a:pt x="148" y="656"/>
                </a:cubicBezTo>
                <a:cubicBezTo>
                  <a:pt x="147" y="656"/>
                  <a:pt x="145" y="654"/>
                  <a:pt x="143" y="654"/>
                </a:cubicBezTo>
                <a:cubicBezTo>
                  <a:pt x="140" y="674"/>
                  <a:pt x="134" y="684"/>
                  <a:pt x="148" y="697"/>
                </a:cubicBezTo>
                <a:cubicBezTo>
                  <a:pt x="148" y="706"/>
                  <a:pt x="148" y="706"/>
                  <a:pt x="148" y="706"/>
                </a:cubicBezTo>
                <a:close/>
                <a:moveTo>
                  <a:pt x="148" y="135"/>
                </a:moveTo>
                <a:cubicBezTo>
                  <a:pt x="148" y="148"/>
                  <a:pt x="148" y="148"/>
                  <a:pt x="148" y="148"/>
                </a:cubicBezTo>
                <a:cubicBezTo>
                  <a:pt x="143" y="154"/>
                  <a:pt x="139" y="161"/>
                  <a:pt x="132" y="165"/>
                </a:cubicBezTo>
                <a:cubicBezTo>
                  <a:pt x="132" y="154"/>
                  <a:pt x="132" y="154"/>
                  <a:pt x="132" y="154"/>
                </a:cubicBezTo>
                <a:cubicBezTo>
                  <a:pt x="135" y="152"/>
                  <a:pt x="138" y="149"/>
                  <a:pt x="141" y="144"/>
                </a:cubicBezTo>
                <a:cubicBezTo>
                  <a:pt x="138" y="144"/>
                  <a:pt x="135" y="143"/>
                  <a:pt x="132" y="142"/>
                </a:cubicBezTo>
                <a:cubicBezTo>
                  <a:pt x="132" y="133"/>
                  <a:pt x="132" y="133"/>
                  <a:pt x="132" y="133"/>
                </a:cubicBezTo>
                <a:cubicBezTo>
                  <a:pt x="142" y="136"/>
                  <a:pt x="142" y="136"/>
                  <a:pt x="142" y="136"/>
                </a:cubicBezTo>
                <a:cubicBezTo>
                  <a:pt x="144" y="135"/>
                  <a:pt x="146" y="135"/>
                  <a:pt x="148" y="135"/>
                </a:cubicBezTo>
                <a:close/>
                <a:moveTo>
                  <a:pt x="148" y="177"/>
                </a:moveTo>
                <a:cubicBezTo>
                  <a:pt x="148" y="196"/>
                  <a:pt x="148" y="196"/>
                  <a:pt x="148" y="196"/>
                </a:cubicBezTo>
                <a:cubicBezTo>
                  <a:pt x="145" y="194"/>
                  <a:pt x="144" y="192"/>
                  <a:pt x="143" y="190"/>
                </a:cubicBezTo>
                <a:cubicBezTo>
                  <a:pt x="144" y="182"/>
                  <a:pt x="144" y="182"/>
                  <a:pt x="145" y="177"/>
                </a:cubicBezTo>
                <a:cubicBezTo>
                  <a:pt x="147" y="177"/>
                  <a:pt x="147" y="177"/>
                  <a:pt x="148" y="177"/>
                </a:cubicBezTo>
                <a:close/>
                <a:moveTo>
                  <a:pt x="148" y="517"/>
                </a:moveTo>
                <a:cubicBezTo>
                  <a:pt x="148" y="530"/>
                  <a:pt x="148" y="530"/>
                  <a:pt x="148" y="530"/>
                </a:cubicBezTo>
                <a:cubicBezTo>
                  <a:pt x="146" y="531"/>
                  <a:pt x="144" y="532"/>
                  <a:pt x="141" y="534"/>
                </a:cubicBezTo>
                <a:cubicBezTo>
                  <a:pt x="146" y="543"/>
                  <a:pt x="146" y="543"/>
                  <a:pt x="147" y="544"/>
                </a:cubicBezTo>
                <a:cubicBezTo>
                  <a:pt x="148" y="544"/>
                  <a:pt x="148" y="544"/>
                  <a:pt x="148" y="544"/>
                </a:cubicBezTo>
                <a:cubicBezTo>
                  <a:pt x="148" y="557"/>
                  <a:pt x="148" y="557"/>
                  <a:pt x="148" y="557"/>
                </a:cubicBezTo>
                <a:cubicBezTo>
                  <a:pt x="143" y="560"/>
                  <a:pt x="137" y="563"/>
                  <a:pt x="132" y="566"/>
                </a:cubicBezTo>
                <a:cubicBezTo>
                  <a:pt x="132" y="553"/>
                  <a:pt x="132" y="553"/>
                  <a:pt x="132" y="553"/>
                </a:cubicBezTo>
                <a:cubicBezTo>
                  <a:pt x="134" y="552"/>
                  <a:pt x="135" y="551"/>
                  <a:pt x="139" y="550"/>
                </a:cubicBezTo>
                <a:cubicBezTo>
                  <a:pt x="137" y="544"/>
                  <a:pt x="137" y="544"/>
                  <a:pt x="133" y="538"/>
                </a:cubicBezTo>
                <a:cubicBezTo>
                  <a:pt x="132" y="539"/>
                  <a:pt x="132" y="539"/>
                  <a:pt x="132" y="539"/>
                </a:cubicBezTo>
                <a:cubicBezTo>
                  <a:pt x="132" y="525"/>
                  <a:pt x="132" y="525"/>
                  <a:pt x="132" y="525"/>
                </a:cubicBezTo>
                <a:cubicBezTo>
                  <a:pt x="137" y="523"/>
                  <a:pt x="143" y="520"/>
                  <a:pt x="148" y="517"/>
                </a:cubicBezTo>
                <a:close/>
                <a:moveTo>
                  <a:pt x="148" y="582"/>
                </a:moveTo>
                <a:cubicBezTo>
                  <a:pt x="148" y="591"/>
                  <a:pt x="148" y="591"/>
                  <a:pt x="148" y="591"/>
                </a:cubicBezTo>
                <a:cubicBezTo>
                  <a:pt x="147" y="588"/>
                  <a:pt x="147" y="585"/>
                  <a:pt x="148" y="582"/>
                </a:cubicBezTo>
                <a:close/>
                <a:moveTo>
                  <a:pt x="132" y="501"/>
                </a:moveTo>
                <a:cubicBezTo>
                  <a:pt x="132" y="481"/>
                  <a:pt x="132" y="481"/>
                  <a:pt x="132" y="481"/>
                </a:cubicBezTo>
                <a:cubicBezTo>
                  <a:pt x="137" y="486"/>
                  <a:pt x="140" y="494"/>
                  <a:pt x="142" y="505"/>
                </a:cubicBezTo>
                <a:cubicBezTo>
                  <a:pt x="139" y="506"/>
                  <a:pt x="136" y="507"/>
                  <a:pt x="133" y="507"/>
                </a:cubicBezTo>
                <a:cubicBezTo>
                  <a:pt x="133" y="505"/>
                  <a:pt x="133" y="503"/>
                  <a:pt x="132" y="501"/>
                </a:cubicBezTo>
                <a:close/>
                <a:moveTo>
                  <a:pt x="132" y="325"/>
                </a:moveTo>
                <a:cubicBezTo>
                  <a:pt x="132" y="310"/>
                  <a:pt x="132" y="310"/>
                  <a:pt x="132" y="310"/>
                </a:cubicBezTo>
                <a:cubicBezTo>
                  <a:pt x="134" y="310"/>
                  <a:pt x="135" y="311"/>
                  <a:pt x="136" y="311"/>
                </a:cubicBezTo>
                <a:cubicBezTo>
                  <a:pt x="135" y="316"/>
                  <a:pt x="134" y="320"/>
                  <a:pt x="132" y="325"/>
                </a:cubicBezTo>
                <a:close/>
                <a:moveTo>
                  <a:pt x="132" y="273"/>
                </a:moveTo>
                <a:cubicBezTo>
                  <a:pt x="132" y="258"/>
                  <a:pt x="132" y="258"/>
                  <a:pt x="132" y="258"/>
                </a:cubicBezTo>
                <a:cubicBezTo>
                  <a:pt x="139" y="257"/>
                  <a:pt x="143" y="264"/>
                  <a:pt x="137" y="273"/>
                </a:cubicBezTo>
                <a:cubicBezTo>
                  <a:pt x="135" y="273"/>
                  <a:pt x="134" y="273"/>
                  <a:pt x="132" y="273"/>
                </a:cubicBezTo>
                <a:close/>
                <a:moveTo>
                  <a:pt x="125" y="109"/>
                </a:moveTo>
                <a:cubicBezTo>
                  <a:pt x="127" y="107"/>
                  <a:pt x="130" y="104"/>
                  <a:pt x="132" y="102"/>
                </a:cubicBezTo>
                <a:cubicBezTo>
                  <a:pt x="132" y="116"/>
                  <a:pt x="132" y="116"/>
                  <a:pt x="132" y="116"/>
                </a:cubicBezTo>
                <a:cubicBezTo>
                  <a:pt x="130" y="117"/>
                  <a:pt x="127" y="118"/>
                  <a:pt x="125" y="120"/>
                </a:cubicBezTo>
                <a:cubicBezTo>
                  <a:pt x="125" y="109"/>
                  <a:pt x="125" y="109"/>
                  <a:pt x="125" y="109"/>
                </a:cubicBezTo>
                <a:close/>
                <a:moveTo>
                  <a:pt x="132" y="693"/>
                </a:moveTo>
                <a:cubicBezTo>
                  <a:pt x="130" y="690"/>
                  <a:pt x="127" y="688"/>
                  <a:pt x="125" y="685"/>
                </a:cubicBezTo>
                <a:cubicBezTo>
                  <a:pt x="125" y="676"/>
                  <a:pt x="125" y="676"/>
                  <a:pt x="125" y="676"/>
                </a:cubicBezTo>
                <a:cubicBezTo>
                  <a:pt x="126" y="677"/>
                  <a:pt x="127" y="678"/>
                  <a:pt x="128" y="679"/>
                </a:cubicBezTo>
                <a:cubicBezTo>
                  <a:pt x="129" y="673"/>
                  <a:pt x="131" y="668"/>
                  <a:pt x="132" y="663"/>
                </a:cubicBezTo>
                <a:cubicBezTo>
                  <a:pt x="132" y="693"/>
                  <a:pt x="132" y="693"/>
                  <a:pt x="132" y="693"/>
                </a:cubicBezTo>
                <a:close/>
                <a:moveTo>
                  <a:pt x="132" y="133"/>
                </a:moveTo>
                <a:cubicBezTo>
                  <a:pt x="132" y="142"/>
                  <a:pt x="132" y="142"/>
                  <a:pt x="132" y="142"/>
                </a:cubicBezTo>
                <a:cubicBezTo>
                  <a:pt x="130" y="142"/>
                  <a:pt x="127" y="141"/>
                  <a:pt x="125" y="141"/>
                </a:cubicBezTo>
                <a:cubicBezTo>
                  <a:pt x="125" y="131"/>
                  <a:pt x="125" y="131"/>
                  <a:pt x="125" y="131"/>
                </a:cubicBezTo>
                <a:cubicBezTo>
                  <a:pt x="132" y="133"/>
                  <a:pt x="132" y="133"/>
                  <a:pt x="132" y="133"/>
                </a:cubicBezTo>
                <a:close/>
                <a:moveTo>
                  <a:pt x="132" y="154"/>
                </a:moveTo>
                <a:cubicBezTo>
                  <a:pt x="132" y="165"/>
                  <a:pt x="132" y="165"/>
                  <a:pt x="132" y="165"/>
                </a:cubicBezTo>
                <a:cubicBezTo>
                  <a:pt x="132" y="165"/>
                  <a:pt x="131" y="166"/>
                  <a:pt x="130" y="166"/>
                </a:cubicBezTo>
                <a:cubicBezTo>
                  <a:pt x="128" y="169"/>
                  <a:pt x="126" y="172"/>
                  <a:pt x="125" y="175"/>
                </a:cubicBezTo>
                <a:cubicBezTo>
                  <a:pt x="125" y="157"/>
                  <a:pt x="125" y="157"/>
                  <a:pt x="125" y="157"/>
                </a:cubicBezTo>
                <a:cubicBezTo>
                  <a:pt x="128" y="156"/>
                  <a:pt x="130" y="156"/>
                  <a:pt x="132" y="154"/>
                </a:cubicBezTo>
                <a:close/>
                <a:moveTo>
                  <a:pt x="132" y="258"/>
                </a:moveTo>
                <a:cubicBezTo>
                  <a:pt x="132" y="273"/>
                  <a:pt x="132" y="273"/>
                  <a:pt x="132" y="273"/>
                </a:cubicBezTo>
                <a:cubicBezTo>
                  <a:pt x="131" y="273"/>
                  <a:pt x="129" y="273"/>
                  <a:pt x="128" y="273"/>
                </a:cubicBezTo>
                <a:cubicBezTo>
                  <a:pt x="124" y="269"/>
                  <a:pt x="125" y="267"/>
                  <a:pt x="125" y="262"/>
                </a:cubicBezTo>
                <a:cubicBezTo>
                  <a:pt x="128" y="260"/>
                  <a:pt x="130" y="258"/>
                  <a:pt x="132" y="258"/>
                </a:cubicBezTo>
                <a:close/>
                <a:moveTo>
                  <a:pt x="132" y="310"/>
                </a:moveTo>
                <a:cubicBezTo>
                  <a:pt x="132" y="325"/>
                  <a:pt x="132" y="325"/>
                  <a:pt x="132" y="325"/>
                </a:cubicBezTo>
                <a:cubicBezTo>
                  <a:pt x="131" y="331"/>
                  <a:pt x="129" y="336"/>
                  <a:pt x="128" y="342"/>
                </a:cubicBezTo>
                <a:cubicBezTo>
                  <a:pt x="125" y="342"/>
                  <a:pt x="125" y="342"/>
                  <a:pt x="125" y="342"/>
                </a:cubicBezTo>
                <a:cubicBezTo>
                  <a:pt x="125" y="317"/>
                  <a:pt x="125" y="317"/>
                  <a:pt x="125" y="317"/>
                </a:cubicBezTo>
                <a:cubicBezTo>
                  <a:pt x="125" y="317"/>
                  <a:pt x="125" y="317"/>
                  <a:pt x="125" y="317"/>
                </a:cubicBezTo>
                <a:cubicBezTo>
                  <a:pt x="125" y="314"/>
                  <a:pt x="126" y="311"/>
                  <a:pt x="127" y="309"/>
                </a:cubicBezTo>
                <a:cubicBezTo>
                  <a:pt x="128" y="309"/>
                  <a:pt x="130" y="310"/>
                  <a:pt x="132" y="310"/>
                </a:cubicBezTo>
                <a:close/>
                <a:moveTo>
                  <a:pt x="132" y="481"/>
                </a:moveTo>
                <a:cubicBezTo>
                  <a:pt x="132" y="501"/>
                  <a:pt x="132" y="501"/>
                  <a:pt x="132" y="501"/>
                </a:cubicBezTo>
                <a:cubicBezTo>
                  <a:pt x="132" y="499"/>
                  <a:pt x="131" y="496"/>
                  <a:pt x="131" y="493"/>
                </a:cubicBezTo>
                <a:cubicBezTo>
                  <a:pt x="129" y="491"/>
                  <a:pt x="127" y="489"/>
                  <a:pt x="125" y="488"/>
                </a:cubicBezTo>
                <a:cubicBezTo>
                  <a:pt x="125" y="476"/>
                  <a:pt x="125" y="476"/>
                  <a:pt x="125" y="476"/>
                </a:cubicBezTo>
                <a:cubicBezTo>
                  <a:pt x="128" y="477"/>
                  <a:pt x="130" y="479"/>
                  <a:pt x="132" y="481"/>
                </a:cubicBezTo>
                <a:close/>
                <a:moveTo>
                  <a:pt x="132" y="525"/>
                </a:moveTo>
                <a:cubicBezTo>
                  <a:pt x="132" y="539"/>
                  <a:pt x="132" y="539"/>
                  <a:pt x="132" y="539"/>
                </a:cubicBezTo>
                <a:cubicBezTo>
                  <a:pt x="130" y="540"/>
                  <a:pt x="127" y="542"/>
                  <a:pt x="125" y="544"/>
                </a:cubicBezTo>
                <a:cubicBezTo>
                  <a:pt x="125" y="529"/>
                  <a:pt x="125" y="529"/>
                  <a:pt x="125" y="529"/>
                </a:cubicBezTo>
                <a:cubicBezTo>
                  <a:pt x="132" y="525"/>
                  <a:pt x="132" y="525"/>
                  <a:pt x="132" y="525"/>
                </a:cubicBezTo>
                <a:close/>
                <a:moveTo>
                  <a:pt x="132" y="553"/>
                </a:moveTo>
                <a:cubicBezTo>
                  <a:pt x="132" y="566"/>
                  <a:pt x="132" y="566"/>
                  <a:pt x="132" y="566"/>
                </a:cubicBezTo>
                <a:cubicBezTo>
                  <a:pt x="129" y="567"/>
                  <a:pt x="129" y="567"/>
                  <a:pt x="129" y="567"/>
                </a:cubicBezTo>
                <a:cubicBezTo>
                  <a:pt x="128" y="564"/>
                  <a:pt x="126" y="561"/>
                  <a:pt x="125" y="558"/>
                </a:cubicBezTo>
                <a:cubicBezTo>
                  <a:pt x="129" y="555"/>
                  <a:pt x="130" y="554"/>
                  <a:pt x="132" y="553"/>
                </a:cubicBezTo>
                <a:close/>
                <a:moveTo>
                  <a:pt x="132" y="628"/>
                </a:moveTo>
                <a:cubicBezTo>
                  <a:pt x="132" y="642"/>
                  <a:pt x="132" y="642"/>
                  <a:pt x="132" y="642"/>
                </a:cubicBezTo>
                <a:cubicBezTo>
                  <a:pt x="131" y="638"/>
                  <a:pt x="128" y="635"/>
                  <a:pt x="125" y="632"/>
                </a:cubicBezTo>
                <a:cubicBezTo>
                  <a:pt x="125" y="621"/>
                  <a:pt x="125" y="621"/>
                  <a:pt x="125" y="621"/>
                </a:cubicBezTo>
                <a:cubicBezTo>
                  <a:pt x="127" y="623"/>
                  <a:pt x="129" y="626"/>
                  <a:pt x="132" y="628"/>
                </a:cubicBezTo>
                <a:close/>
                <a:moveTo>
                  <a:pt x="125" y="512"/>
                </a:moveTo>
                <a:cubicBezTo>
                  <a:pt x="125" y="505"/>
                  <a:pt x="125" y="505"/>
                  <a:pt x="125" y="505"/>
                </a:cubicBezTo>
                <a:cubicBezTo>
                  <a:pt x="125" y="507"/>
                  <a:pt x="126" y="509"/>
                  <a:pt x="127" y="511"/>
                </a:cubicBezTo>
                <a:cubicBezTo>
                  <a:pt x="125" y="512"/>
                  <a:pt x="125" y="512"/>
                  <a:pt x="125" y="512"/>
                </a:cubicBezTo>
                <a:close/>
                <a:moveTo>
                  <a:pt x="125" y="460"/>
                </a:moveTo>
                <a:cubicBezTo>
                  <a:pt x="125" y="449"/>
                  <a:pt x="125" y="449"/>
                  <a:pt x="125" y="449"/>
                </a:cubicBezTo>
                <a:cubicBezTo>
                  <a:pt x="125" y="449"/>
                  <a:pt x="126" y="449"/>
                  <a:pt x="127" y="450"/>
                </a:cubicBezTo>
                <a:cubicBezTo>
                  <a:pt x="128" y="453"/>
                  <a:pt x="128" y="456"/>
                  <a:pt x="129" y="459"/>
                </a:cubicBezTo>
                <a:cubicBezTo>
                  <a:pt x="125" y="460"/>
                  <a:pt x="125" y="460"/>
                  <a:pt x="125" y="460"/>
                </a:cubicBezTo>
                <a:close/>
                <a:moveTo>
                  <a:pt x="125" y="436"/>
                </a:moveTo>
                <a:cubicBezTo>
                  <a:pt x="125" y="432"/>
                  <a:pt x="125" y="432"/>
                  <a:pt x="125" y="432"/>
                </a:cubicBezTo>
                <a:cubicBezTo>
                  <a:pt x="125" y="435"/>
                  <a:pt x="125" y="435"/>
                  <a:pt x="125" y="435"/>
                </a:cubicBezTo>
                <a:lnTo>
                  <a:pt x="125" y="436"/>
                </a:lnTo>
                <a:close/>
                <a:moveTo>
                  <a:pt x="103" y="132"/>
                </a:moveTo>
                <a:cubicBezTo>
                  <a:pt x="104" y="132"/>
                  <a:pt x="104" y="132"/>
                  <a:pt x="105" y="131"/>
                </a:cubicBezTo>
                <a:cubicBezTo>
                  <a:pt x="111" y="123"/>
                  <a:pt x="118" y="116"/>
                  <a:pt x="125" y="109"/>
                </a:cubicBezTo>
                <a:cubicBezTo>
                  <a:pt x="125" y="120"/>
                  <a:pt x="125" y="120"/>
                  <a:pt x="125" y="120"/>
                </a:cubicBezTo>
                <a:cubicBezTo>
                  <a:pt x="122" y="122"/>
                  <a:pt x="118" y="125"/>
                  <a:pt x="115" y="129"/>
                </a:cubicBezTo>
                <a:cubicBezTo>
                  <a:pt x="118" y="130"/>
                  <a:pt x="121" y="131"/>
                  <a:pt x="125" y="131"/>
                </a:cubicBezTo>
                <a:cubicBezTo>
                  <a:pt x="125" y="141"/>
                  <a:pt x="125" y="141"/>
                  <a:pt x="125" y="141"/>
                </a:cubicBezTo>
                <a:cubicBezTo>
                  <a:pt x="116" y="139"/>
                  <a:pt x="109" y="139"/>
                  <a:pt x="103" y="143"/>
                </a:cubicBezTo>
                <a:cubicBezTo>
                  <a:pt x="103" y="132"/>
                  <a:pt x="103" y="132"/>
                  <a:pt x="103" y="132"/>
                </a:cubicBezTo>
                <a:close/>
                <a:moveTo>
                  <a:pt x="125" y="685"/>
                </a:moveTo>
                <a:cubicBezTo>
                  <a:pt x="118" y="679"/>
                  <a:pt x="111" y="673"/>
                  <a:pt x="106" y="665"/>
                </a:cubicBezTo>
                <a:cubicBezTo>
                  <a:pt x="105" y="664"/>
                  <a:pt x="104" y="664"/>
                  <a:pt x="103" y="663"/>
                </a:cubicBezTo>
                <a:cubicBezTo>
                  <a:pt x="103" y="653"/>
                  <a:pt x="103" y="653"/>
                  <a:pt x="103" y="653"/>
                </a:cubicBezTo>
                <a:cubicBezTo>
                  <a:pt x="104" y="655"/>
                  <a:pt x="104" y="655"/>
                  <a:pt x="104" y="655"/>
                </a:cubicBezTo>
                <a:cubicBezTo>
                  <a:pt x="107" y="646"/>
                  <a:pt x="110" y="637"/>
                  <a:pt x="113" y="629"/>
                </a:cubicBezTo>
                <a:cubicBezTo>
                  <a:pt x="113" y="617"/>
                  <a:pt x="112" y="615"/>
                  <a:pt x="104" y="605"/>
                </a:cubicBezTo>
                <a:cubicBezTo>
                  <a:pt x="104" y="605"/>
                  <a:pt x="103" y="605"/>
                  <a:pt x="103" y="606"/>
                </a:cubicBezTo>
                <a:cubicBezTo>
                  <a:pt x="103" y="592"/>
                  <a:pt x="103" y="592"/>
                  <a:pt x="103" y="592"/>
                </a:cubicBezTo>
                <a:cubicBezTo>
                  <a:pt x="104" y="594"/>
                  <a:pt x="105" y="596"/>
                  <a:pt x="105" y="597"/>
                </a:cubicBezTo>
                <a:cubicBezTo>
                  <a:pt x="114" y="605"/>
                  <a:pt x="118" y="613"/>
                  <a:pt x="125" y="621"/>
                </a:cubicBezTo>
                <a:cubicBezTo>
                  <a:pt x="125" y="632"/>
                  <a:pt x="125" y="632"/>
                  <a:pt x="125" y="632"/>
                </a:cubicBezTo>
                <a:cubicBezTo>
                  <a:pt x="124" y="631"/>
                  <a:pt x="123" y="631"/>
                  <a:pt x="123" y="630"/>
                </a:cubicBezTo>
                <a:cubicBezTo>
                  <a:pt x="115" y="654"/>
                  <a:pt x="110" y="661"/>
                  <a:pt x="125" y="676"/>
                </a:cubicBezTo>
                <a:cubicBezTo>
                  <a:pt x="125" y="685"/>
                  <a:pt x="125" y="685"/>
                  <a:pt x="125" y="685"/>
                </a:cubicBezTo>
                <a:close/>
                <a:moveTo>
                  <a:pt x="125" y="157"/>
                </a:moveTo>
                <a:cubicBezTo>
                  <a:pt x="125" y="175"/>
                  <a:pt x="125" y="175"/>
                  <a:pt x="125" y="175"/>
                </a:cubicBezTo>
                <a:cubicBezTo>
                  <a:pt x="121" y="180"/>
                  <a:pt x="117" y="184"/>
                  <a:pt x="111" y="190"/>
                </a:cubicBezTo>
                <a:cubicBezTo>
                  <a:pt x="108" y="195"/>
                  <a:pt x="106" y="200"/>
                  <a:pt x="103" y="205"/>
                </a:cubicBezTo>
                <a:cubicBezTo>
                  <a:pt x="103" y="182"/>
                  <a:pt x="103" y="182"/>
                  <a:pt x="103" y="182"/>
                </a:cubicBezTo>
                <a:cubicBezTo>
                  <a:pt x="111" y="181"/>
                  <a:pt x="115" y="177"/>
                  <a:pt x="120" y="167"/>
                </a:cubicBezTo>
                <a:cubicBezTo>
                  <a:pt x="111" y="166"/>
                  <a:pt x="107" y="165"/>
                  <a:pt x="103" y="165"/>
                </a:cubicBezTo>
                <a:cubicBezTo>
                  <a:pt x="103" y="156"/>
                  <a:pt x="103" y="156"/>
                  <a:pt x="103" y="156"/>
                </a:cubicBezTo>
                <a:cubicBezTo>
                  <a:pt x="113" y="158"/>
                  <a:pt x="113" y="158"/>
                  <a:pt x="113" y="158"/>
                </a:cubicBezTo>
                <a:cubicBezTo>
                  <a:pt x="118" y="158"/>
                  <a:pt x="121" y="158"/>
                  <a:pt x="125" y="157"/>
                </a:cubicBezTo>
                <a:close/>
                <a:moveTo>
                  <a:pt x="125" y="317"/>
                </a:moveTo>
                <a:cubicBezTo>
                  <a:pt x="125" y="342"/>
                  <a:pt x="125" y="342"/>
                  <a:pt x="125" y="342"/>
                </a:cubicBezTo>
                <a:cubicBezTo>
                  <a:pt x="123" y="342"/>
                  <a:pt x="123" y="342"/>
                  <a:pt x="123" y="342"/>
                </a:cubicBezTo>
                <a:cubicBezTo>
                  <a:pt x="122" y="341"/>
                  <a:pt x="120" y="341"/>
                  <a:pt x="118" y="341"/>
                </a:cubicBezTo>
                <a:cubicBezTo>
                  <a:pt x="119" y="337"/>
                  <a:pt x="120" y="333"/>
                  <a:pt x="121" y="330"/>
                </a:cubicBezTo>
                <a:cubicBezTo>
                  <a:pt x="115" y="328"/>
                  <a:pt x="109" y="327"/>
                  <a:pt x="103" y="325"/>
                </a:cubicBezTo>
                <a:cubicBezTo>
                  <a:pt x="103" y="313"/>
                  <a:pt x="103" y="313"/>
                  <a:pt x="103" y="313"/>
                </a:cubicBezTo>
                <a:cubicBezTo>
                  <a:pt x="110" y="315"/>
                  <a:pt x="118" y="317"/>
                  <a:pt x="125" y="317"/>
                </a:cubicBezTo>
                <a:close/>
                <a:moveTo>
                  <a:pt x="125" y="432"/>
                </a:moveTo>
                <a:cubicBezTo>
                  <a:pt x="125" y="436"/>
                  <a:pt x="125" y="436"/>
                  <a:pt x="125" y="436"/>
                </a:cubicBezTo>
                <a:cubicBezTo>
                  <a:pt x="118" y="440"/>
                  <a:pt x="110" y="446"/>
                  <a:pt x="103" y="451"/>
                </a:cubicBezTo>
                <a:cubicBezTo>
                  <a:pt x="103" y="439"/>
                  <a:pt x="103" y="439"/>
                  <a:pt x="103" y="439"/>
                </a:cubicBezTo>
                <a:cubicBezTo>
                  <a:pt x="105" y="438"/>
                  <a:pt x="107" y="436"/>
                  <a:pt x="109" y="435"/>
                </a:cubicBezTo>
                <a:cubicBezTo>
                  <a:pt x="107" y="435"/>
                  <a:pt x="105" y="436"/>
                  <a:pt x="103" y="436"/>
                </a:cubicBezTo>
                <a:cubicBezTo>
                  <a:pt x="103" y="425"/>
                  <a:pt x="103" y="425"/>
                  <a:pt x="103" y="425"/>
                </a:cubicBezTo>
                <a:cubicBezTo>
                  <a:pt x="123" y="422"/>
                  <a:pt x="123" y="422"/>
                  <a:pt x="123" y="422"/>
                </a:cubicBezTo>
                <a:cubicBezTo>
                  <a:pt x="125" y="432"/>
                  <a:pt x="125" y="432"/>
                  <a:pt x="125" y="432"/>
                </a:cubicBezTo>
                <a:close/>
                <a:moveTo>
                  <a:pt x="125" y="449"/>
                </a:moveTo>
                <a:cubicBezTo>
                  <a:pt x="121" y="449"/>
                  <a:pt x="118" y="450"/>
                  <a:pt x="103" y="452"/>
                </a:cubicBezTo>
                <a:cubicBezTo>
                  <a:pt x="103" y="463"/>
                  <a:pt x="103" y="463"/>
                  <a:pt x="103" y="463"/>
                </a:cubicBezTo>
                <a:cubicBezTo>
                  <a:pt x="110" y="462"/>
                  <a:pt x="118" y="461"/>
                  <a:pt x="125" y="460"/>
                </a:cubicBezTo>
                <a:cubicBezTo>
                  <a:pt x="125" y="449"/>
                  <a:pt x="125" y="449"/>
                  <a:pt x="125" y="449"/>
                </a:cubicBezTo>
                <a:close/>
                <a:moveTo>
                  <a:pt x="125" y="476"/>
                </a:moveTo>
                <a:cubicBezTo>
                  <a:pt x="125" y="488"/>
                  <a:pt x="125" y="488"/>
                  <a:pt x="125" y="488"/>
                </a:cubicBezTo>
                <a:cubicBezTo>
                  <a:pt x="115" y="483"/>
                  <a:pt x="102" y="492"/>
                  <a:pt x="107" y="506"/>
                </a:cubicBezTo>
                <a:cubicBezTo>
                  <a:pt x="110" y="506"/>
                  <a:pt x="110" y="506"/>
                  <a:pt x="114" y="504"/>
                </a:cubicBezTo>
                <a:cubicBezTo>
                  <a:pt x="114" y="502"/>
                  <a:pt x="114" y="500"/>
                  <a:pt x="114" y="498"/>
                </a:cubicBezTo>
                <a:cubicBezTo>
                  <a:pt x="116" y="497"/>
                  <a:pt x="118" y="496"/>
                  <a:pt x="121" y="495"/>
                </a:cubicBezTo>
                <a:cubicBezTo>
                  <a:pt x="122" y="498"/>
                  <a:pt x="123" y="501"/>
                  <a:pt x="125" y="505"/>
                </a:cubicBezTo>
                <a:cubicBezTo>
                  <a:pt x="125" y="512"/>
                  <a:pt x="125" y="512"/>
                  <a:pt x="125" y="512"/>
                </a:cubicBezTo>
                <a:cubicBezTo>
                  <a:pt x="118" y="514"/>
                  <a:pt x="111" y="517"/>
                  <a:pt x="104" y="519"/>
                </a:cubicBezTo>
                <a:cubicBezTo>
                  <a:pt x="103" y="516"/>
                  <a:pt x="103" y="516"/>
                  <a:pt x="103" y="516"/>
                </a:cubicBezTo>
                <a:cubicBezTo>
                  <a:pt x="103" y="480"/>
                  <a:pt x="103" y="480"/>
                  <a:pt x="103" y="480"/>
                </a:cubicBezTo>
                <a:cubicBezTo>
                  <a:pt x="112" y="476"/>
                  <a:pt x="119" y="475"/>
                  <a:pt x="125" y="476"/>
                </a:cubicBezTo>
                <a:close/>
                <a:moveTo>
                  <a:pt x="125" y="529"/>
                </a:moveTo>
                <a:cubicBezTo>
                  <a:pt x="125" y="544"/>
                  <a:pt x="125" y="544"/>
                  <a:pt x="125" y="544"/>
                </a:cubicBezTo>
                <a:cubicBezTo>
                  <a:pt x="122" y="545"/>
                  <a:pt x="120" y="546"/>
                  <a:pt x="117" y="546"/>
                </a:cubicBezTo>
                <a:cubicBezTo>
                  <a:pt x="116" y="543"/>
                  <a:pt x="114" y="539"/>
                  <a:pt x="113" y="536"/>
                </a:cubicBezTo>
                <a:cubicBezTo>
                  <a:pt x="117" y="534"/>
                  <a:pt x="121" y="532"/>
                  <a:pt x="125" y="529"/>
                </a:cubicBezTo>
                <a:close/>
                <a:moveTo>
                  <a:pt x="103" y="409"/>
                </a:moveTo>
                <a:cubicBezTo>
                  <a:pt x="103" y="396"/>
                  <a:pt x="103" y="396"/>
                  <a:pt x="103" y="396"/>
                </a:cubicBezTo>
                <a:cubicBezTo>
                  <a:pt x="109" y="396"/>
                  <a:pt x="116" y="396"/>
                  <a:pt x="122" y="396"/>
                </a:cubicBezTo>
                <a:cubicBezTo>
                  <a:pt x="122" y="400"/>
                  <a:pt x="122" y="404"/>
                  <a:pt x="122" y="409"/>
                </a:cubicBezTo>
                <a:cubicBezTo>
                  <a:pt x="103" y="409"/>
                  <a:pt x="103" y="409"/>
                  <a:pt x="103" y="409"/>
                </a:cubicBezTo>
                <a:close/>
                <a:moveTo>
                  <a:pt x="103" y="378"/>
                </a:moveTo>
                <a:cubicBezTo>
                  <a:pt x="103" y="356"/>
                  <a:pt x="103" y="356"/>
                  <a:pt x="103" y="356"/>
                </a:cubicBezTo>
                <a:cubicBezTo>
                  <a:pt x="106" y="353"/>
                  <a:pt x="109" y="353"/>
                  <a:pt x="116" y="353"/>
                </a:cubicBezTo>
                <a:cubicBezTo>
                  <a:pt x="126" y="360"/>
                  <a:pt x="124" y="371"/>
                  <a:pt x="122" y="382"/>
                </a:cubicBezTo>
                <a:cubicBezTo>
                  <a:pt x="119" y="381"/>
                  <a:pt x="116" y="380"/>
                  <a:pt x="113" y="380"/>
                </a:cubicBezTo>
                <a:cubicBezTo>
                  <a:pt x="115" y="374"/>
                  <a:pt x="114" y="370"/>
                  <a:pt x="114" y="364"/>
                </a:cubicBezTo>
                <a:cubicBezTo>
                  <a:pt x="112" y="364"/>
                  <a:pt x="111" y="364"/>
                  <a:pt x="110" y="365"/>
                </a:cubicBezTo>
                <a:cubicBezTo>
                  <a:pt x="107" y="371"/>
                  <a:pt x="105" y="375"/>
                  <a:pt x="103" y="378"/>
                </a:cubicBezTo>
                <a:close/>
                <a:moveTo>
                  <a:pt x="94" y="141"/>
                </a:moveTo>
                <a:cubicBezTo>
                  <a:pt x="97" y="138"/>
                  <a:pt x="100" y="135"/>
                  <a:pt x="103" y="132"/>
                </a:cubicBezTo>
                <a:cubicBezTo>
                  <a:pt x="103" y="143"/>
                  <a:pt x="103" y="143"/>
                  <a:pt x="103" y="143"/>
                </a:cubicBezTo>
                <a:cubicBezTo>
                  <a:pt x="100" y="146"/>
                  <a:pt x="97" y="149"/>
                  <a:pt x="94" y="154"/>
                </a:cubicBezTo>
                <a:cubicBezTo>
                  <a:pt x="94" y="141"/>
                  <a:pt x="94" y="141"/>
                  <a:pt x="94" y="141"/>
                </a:cubicBezTo>
                <a:close/>
                <a:moveTo>
                  <a:pt x="103" y="663"/>
                </a:moveTo>
                <a:cubicBezTo>
                  <a:pt x="100" y="660"/>
                  <a:pt x="97" y="657"/>
                  <a:pt x="94" y="654"/>
                </a:cubicBezTo>
                <a:cubicBezTo>
                  <a:pt x="94" y="641"/>
                  <a:pt x="94" y="641"/>
                  <a:pt x="94" y="641"/>
                </a:cubicBezTo>
                <a:cubicBezTo>
                  <a:pt x="95" y="644"/>
                  <a:pt x="96" y="645"/>
                  <a:pt x="103" y="653"/>
                </a:cubicBezTo>
                <a:cubicBezTo>
                  <a:pt x="103" y="663"/>
                  <a:pt x="103" y="663"/>
                  <a:pt x="103" y="663"/>
                </a:cubicBezTo>
                <a:close/>
                <a:moveTo>
                  <a:pt x="103" y="156"/>
                </a:moveTo>
                <a:cubicBezTo>
                  <a:pt x="103" y="165"/>
                  <a:pt x="103" y="165"/>
                  <a:pt x="103" y="165"/>
                </a:cubicBezTo>
                <a:cubicBezTo>
                  <a:pt x="100" y="165"/>
                  <a:pt x="97" y="165"/>
                  <a:pt x="94" y="165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103" y="156"/>
                  <a:pt x="103" y="156"/>
                  <a:pt x="103" y="156"/>
                </a:cubicBezTo>
                <a:close/>
                <a:moveTo>
                  <a:pt x="103" y="182"/>
                </a:moveTo>
                <a:cubicBezTo>
                  <a:pt x="103" y="205"/>
                  <a:pt x="103" y="205"/>
                  <a:pt x="103" y="205"/>
                </a:cubicBezTo>
                <a:cubicBezTo>
                  <a:pt x="101" y="209"/>
                  <a:pt x="98" y="212"/>
                  <a:pt x="94" y="215"/>
                </a:cubicBezTo>
                <a:cubicBezTo>
                  <a:pt x="94" y="205"/>
                  <a:pt x="94" y="205"/>
                  <a:pt x="94" y="205"/>
                </a:cubicBezTo>
                <a:cubicBezTo>
                  <a:pt x="96" y="202"/>
                  <a:pt x="98" y="199"/>
                  <a:pt x="101" y="192"/>
                </a:cubicBezTo>
                <a:cubicBezTo>
                  <a:pt x="99" y="192"/>
                  <a:pt x="99" y="193"/>
                  <a:pt x="94" y="192"/>
                </a:cubicBezTo>
                <a:cubicBezTo>
                  <a:pt x="94" y="184"/>
                  <a:pt x="94" y="184"/>
                  <a:pt x="94" y="184"/>
                </a:cubicBezTo>
                <a:cubicBezTo>
                  <a:pt x="95" y="184"/>
                  <a:pt x="95" y="184"/>
                  <a:pt x="95" y="184"/>
                </a:cubicBezTo>
                <a:cubicBezTo>
                  <a:pt x="98" y="184"/>
                  <a:pt x="101" y="183"/>
                  <a:pt x="103" y="182"/>
                </a:cubicBezTo>
                <a:close/>
                <a:moveTo>
                  <a:pt x="103" y="313"/>
                </a:moveTo>
                <a:cubicBezTo>
                  <a:pt x="103" y="325"/>
                  <a:pt x="103" y="325"/>
                  <a:pt x="103" y="325"/>
                </a:cubicBezTo>
                <a:cubicBezTo>
                  <a:pt x="94" y="323"/>
                  <a:pt x="94" y="323"/>
                  <a:pt x="94" y="323"/>
                </a:cubicBezTo>
                <a:cubicBezTo>
                  <a:pt x="94" y="310"/>
                  <a:pt x="94" y="310"/>
                  <a:pt x="94" y="310"/>
                </a:cubicBezTo>
                <a:cubicBezTo>
                  <a:pt x="97" y="311"/>
                  <a:pt x="100" y="312"/>
                  <a:pt x="103" y="313"/>
                </a:cubicBezTo>
                <a:close/>
                <a:moveTo>
                  <a:pt x="103" y="356"/>
                </a:moveTo>
                <a:cubicBezTo>
                  <a:pt x="103" y="378"/>
                  <a:pt x="103" y="378"/>
                  <a:pt x="103" y="378"/>
                </a:cubicBezTo>
                <a:cubicBezTo>
                  <a:pt x="101" y="380"/>
                  <a:pt x="99" y="382"/>
                  <a:pt x="94" y="382"/>
                </a:cubicBezTo>
                <a:cubicBezTo>
                  <a:pt x="94" y="369"/>
                  <a:pt x="94" y="369"/>
                  <a:pt x="94" y="369"/>
                </a:cubicBezTo>
                <a:cubicBezTo>
                  <a:pt x="94" y="369"/>
                  <a:pt x="95" y="369"/>
                  <a:pt x="95" y="369"/>
                </a:cubicBezTo>
                <a:cubicBezTo>
                  <a:pt x="99" y="362"/>
                  <a:pt x="101" y="358"/>
                  <a:pt x="103" y="356"/>
                </a:cubicBezTo>
                <a:close/>
                <a:moveTo>
                  <a:pt x="103" y="396"/>
                </a:moveTo>
                <a:cubicBezTo>
                  <a:pt x="103" y="409"/>
                  <a:pt x="103" y="409"/>
                  <a:pt x="103" y="409"/>
                </a:cubicBezTo>
                <a:cubicBezTo>
                  <a:pt x="94" y="409"/>
                  <a:pt x="94" y="409"/>
                  <a:pt x="94" y="409"/>
                </a:cubicBezTo>
                <a:cubicBezTo>
                  <a:pt x="94" y="397"/>
                  <a:pt x="94" y="397"/>
                  <a:pt x="94" y="397"/>
                </a:cubicBezTo>
                <a:cubicBezTo>
                  <a:pt x="103" y="396"/>
                  <a:pt x="103" y="396"/>
                  <a:pt x="103" y="396"/>
                </a:cubicBezTo>
                <a:close/>
                <a:moveTo>
                  <a:pt x="103" y="425"/>
                </a:moveTo>
                <a:cubicBezTo>
                  <a:pt x="103" y="436"/>
                  <a:pt x="103" y="436"/>
                  <a:pt x="103" y="436"/>
                </a:cubicBezTo>
                <a:cubicBezTo>
                  <a:pt x="100" y="436"/>
                  <a:pt x="97" y="436"/>
                  <a:pt x="94" y="437"/>
                </a:cubicBezTo>
                <a:cubicBezTo>
                  <a:pt x="94" y="426"/>
                  <a:pt x="94" y="426"/>
                  <a:pt x="94" y="426"/>
                </a:cubicBezTo>
                <a:cubicBezTo>
                  <a:pt x="103" y="425"/>
                  <a:pt x="103" y="425"/>
                  <a:pt x="103" y="425"/>
                </a:cubicBezTo>
                <a:close/>
                <a:moveTo>
                  <a:pt x="103" y="439"/>
                </a:moveTo>
                <a:cubicBezTo>
                  <a:pt x="103" y="451"/>
                  <a:pt x="103" y="451"/>
                  <a:pt x="103" y="451"/>
                </a:cubicBezTo>
                <a:cubicBezTo>
                  <a:pt x="102" y="452"/>
                  <a:pt x="102" y="452"/>
                  <a:pt x="102" y="452"/>
                </a:cubicBezTo>
                <a:cubicBezTo>
                  <a:pt x="103" y="452"/>
                  <a:pt x="103" y="452"/>
                  <a:pt x="103" y="452"/>
                </a:cubicBezTo>
                <a:cubicBezTo>
                  <a:pt x="103" y="463"/>
                  <a:pt x="103" y="463"/>
                  <a:pt x="103" y="463"/>
                </a:cubicBezTo>
                <a:cubicBezTo>
                  <a:pt x="100" y="463"/>
                  <a:pt x="97" y="464"/>
                  <a:pt x="94" y="464"/>
                </a:cubicBezTo>
                <a:cubicBezTo>
                  <a:pt x="94" y="446"/>
                  <a:pt x="94" y="446"/>
                  <a:pt x="94" y="446"/>
                </a:cubicBezTo>
                <a:cubicBezTo>
                  <a:pt x="97" y="444"/>
                  <a:pt x="100" y="441"/>
                  <a:pt x="103" y="439"/>
                </a:cubicBezTo>
                <a:close/>
                <a:moveTo>
                  <a:pt x="103" y="480"/>
                </a:moveTo>
                <a:cubicBezTo>
                  <a:pt x="103" y="516"/>
                  <a:pt x="103" y="516"/>
                  <a:pt x="103" y="516"/>
                </a:cubicBezTo>
                <a:cubicBezTo>
                  <a:pt x="97" y="503"/>
                  <a:pt x="94" y="495"/>
                  <a:pt x="101" y="480"/>
                </a:cubicBezTo>
                <a:cubicBezTo>
                  <a:pt x="102" y="480"/>
                  <a:pt x="102" y="480"/>
                  <a:pt x="103" y="480"/>
                </a:cubicBezTo>
                <a:close/>
                <a:moveTo>
                  <a:pt x="103" y="592"/>
                </a:moveTo>
                <a:cubicBezTo>
                  <a:pt x="103" y="606"/>
                  <a:pt x="103" y="606"/>
                  <a:pt x="103" y="606"/>
                </a:cubicBezTo>
                <a:cubicBezTo>
                  <a:pt x="98" y="612"/>
                  <a:pt x="95" y="621"/>
                  <a:pt x="94" y="630"/>
                </a:cubicBezTo>
                <a:cubicBezTo>
                  <a:pt x="94" y="603"/>
                  <a:pt x="94" y="603"/>
                  <a:pt x="94" y="603"/>
                </a:cubicBezTo>
                <a:cubicBezTo>
                  <a:pt x="95" y="598"/>
                  <a:pt x="95" y="595"/>
                  <a:pt x="94" y="592"/>
                </a:cubicBezTo>
                <a:cubicBezTo>
                  <a:pt x="94" y="575"/>
                  <a:pt x="94" y="575"/>
                  <a:pt x="94" y="575"/>
                </a:cubicBezTo>
                <a:cubicBezTo>
                  <a:pt x="98" y="580"/>
                  <a:pt x="101" y="587"/>
                  <a:pt x="103" y="592"/>
                </a:cubicBezTo>
                <a:close/>
                <a:moveTo>
                  <a:pt x="84" y="155"/>
                </a:moveTo>
                <a:cubicBezTo>
                  <a:pt x="87" y="150"/>
                  <a:pt x="90" y="145"/>
                  <a:pt x="94" y="141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65"/>
                  <a:pt x="94" y="165"/>
                  <a:pt x="94" y="165"/>
                </a:cubicBezTo>
                <a:cubicBezTo>
                  <a:pt x="93" y="165"/>
                  <a:pt x="92" y="165"/>
                  <a:pt x="90" y="165"/>
                </a:cubicBezTo>
                <a:cubicBezTo>
                  <a:pt x="88" y="166"/>
                  <a:pt x="86" y="167"/>
                  <a:pt x="84" y="168"/>
                </a:cubicBezTo>
                <a:cubicBezTo>
                  <a:pt x="84" y="155"/>
                  <a:pt x="84" y="155"/>
                  <a:pt x="84" y="155"/>
                </a:cubicBezTo>
                <a:close/>
                <a:moveTo>
                  <a:pt x="94" y="654"/>
                </a:moveTo>
                <a:cubicBezTo>
                  <a:pt x="90" y="650"/>
                  <a:pt x="87" y="646"/>
                  <a:pt x="84" y="642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8" y="616"/>
                  <a:pt x="88" y="616"/>
                  <a:pt x="93" y="606"/>
                </a:cubicBezTo>
                <a:cubicBezTo>
                  <a:pt x="93" y="605"/>
                  <a:pt x="94" y="604"/>
                  <a:pt x="94" y="603"/>
                </a:cubicBezTo>
                <a:cubicBezTo>
                  <a:pt x="94" y="630"/>
                  <a:pt x="94" y="630"/>
                  <a:pt x="94" y="630"/>
                </a:cubicBezTo>
                <a:cubicBezTo>
                  <a:pt x="93" y="634"/>
                  <a:pt x="93" y="637"/>
                  <a:pt x="93" y="639"/>
                </a:cubicBezTo>
                <a:cubicBezTo>
                  <a:pt x="94" y="641"/>
                  <a:pt x="94" y="641"/>
                  <a:pt x="94" y="641"/>
                </a:cubicBezTo>
                <a:cubicBezTo>
                  <a:pt x="94" y="654"/>
                  <a:pt x="94" y="654"/>
                  <a:pt x="94" y="654"/>
                </a:cubicBezTo>
                <a:close/>
                <a:moveTo>
                  <a:pt x="94" y="184"/>
                </a:moveTo>
                <a:cubicBezTo>
                  <a:pt x="94" y="192"/>
                  <a:pt x="94" y="192"/>
                  <a:pt x="94" y="192"/>
                </a:cubicBezTo>
                <a:cubicBezTo>
                  <a:pt x="92" y="192"/>
                  <a:pt x="88" y="192"/>
                  <a:pt x="84" y="192"/>
                </a:cubicBezTo>
                <a:cubicBezTo>
                  <a:pt x="84" y="183"/>
                  <a:pt x="84" y="183"/>
                  <a:pt x="84" y="183"/>
                </a:cubicBezTo>
                <a:cubicBezTo>
                  <a:pt x="87" y="183"/>
                  <a:pt x="91" y="184"/>
                  <a:pt x="94" y="184"/>
                </a:cubicBezTo>
                <a:close/>
                <a:moveTo>
                  <a:pt x="94" y="205"/>
                </a:moveTo>
                <a:cubicBezTo>
                  <a:pt x="94" y="215"/>
                  <a:pt x="94" y="215"/>
                  <a:pt x="94" y="215"/>
                </a:cubicBezTo>
                <a:cubicBezTo>
                  <a:pt x="93" y="215"/>
                  <a:pt x="93" y="216"/>
                  <a:pt x="92" y="216"/>
                </a:cubicBezTo>
                <a:cubicBezTo>
                  <a:pt x="91" y="223"/>
                  <a:pt x="88" y="230"/>
                  <a:pt x="84" y="237"/>
                </a:cubicBezTo>
                <a:cubicBezTo>
                  <a:pt x="84" y="220"/>
                  <a:pt x="84" y="220"/>
                  <a:pt x="84" y="220"/>
                </a:cubicBezTo>
                <a:cubicBezTo>
                  <a:pt x="84" y="219"/>
                  <a:pt x="84" y="219"/>
                  <a:pt x="84" y="219"/>
                </a:cubicBezTo>
                <a:cubicBezTo>
                  <a:pt x="84" y="219"/>
                  <a:pt x="84" y="219"/>
                  <a:pt x="84" y="219"/>
                </a:cubicBezTo>
                <a:cubicBezTo>
                  <a:pt x="84" y="209"/>
                  <a:pt x="84" y="209"/>
                  <a:pt x="84" y="209"/>
                </a:cubicBezTo>
                <a:cubicBezTo>
                  <a:pt x="89" y="208"/>
                  <a:pt x="92" y="207"/>
                  <a:pt x="94" y="205"/>
                </a:cubicBezTo>
                <a:close/>
                <a:moveTo>
                  <a:pt x="94" y="310"/>
                </a:moveTo>
                <a:cubicBezTo>
                  <a:pt x="94" y="323"/>
                  <a:pt x="94" y="323"/>
                  <a:pt x="94" y="323"/>
                </a:cubicBezTo>
                <a:cubicBezTo>
                  <a:pt x="90" y="321"/>
                  <a:pt x="90" y="321"/>
                  <a:pt x="90" y="321"/>
                </a:cubicBezTo>
                <a:cubicBezTo>
                  <a:pt x="91" y="318"/>
                  <a:pt x="92" y="314"/>
                  <a:pt x="92" y="310"/>
                </a:cubicBezTo>
                <a:cubicBezTo>
                  <a:pt x="93" y="310"/>
                  <a:pt x="93" y="310"/>
                  <a:pt x="94" y="310"/>
                </a:cubicBezTo>
                <a:close/>
                <a:moveTo>
                  <a:pt x="94" y="369"/>
                </a:moveTo>
                <a:cubicBezTo>
                  <a:pt x="94" y="382"/>
                  <a:pt x="94" y="382"/>
                  <a:pt x="94" y="382"/>
                </a:cubicBezTo>
                <a:cubicBezTo>
                  <a:pt x="93" y="383"/>
                  <a:pt x="92" y="383"/>
                  <a:pt x="90" y="383"/>
                </a:cubicBezTo>
                <a:cubicBezTo>
                  <a:pt x="88" y="381"/>
                  <a:pt x="86" y="379"/>
                  <a:pt x="84" y="377"/>
                </a:cubicBezTo>
                <a:cubicBezTo>
                  <a:pt x="84" y="351"/>
                  <a:pt x="84" y="351"/>
                  <a:pt x="84" y="351"/>
                </a:cubicBezTo>
                <a:cubicBezTo>
                  <a:pt x="87" y="351"/>
                  <a:pt x="90" y="352"/>
                  <a:pt x="92" y="352"/>
                </a:cubicBezTo>
                <a:cubicBezTo>
                  <a:pt x="90" y="358"/>
                  <a:pt x="89" y="364"/>
                  <a:pt x="90" y="370"/>
                </a:cubicBezTo>
                <a:cubicBezTo>
                  <a:pt x="91" y="370"/>
                  <a:pt x="92" y="369"/>
                  <a:pt x="94" y="369"/>
                </a:cubicBezTo>
                <a:close/>
                <a:moveTo>
                  <a:pt x="94" y="397"/>
                </a:moveTo>
                <a:cubicBezTo>
                  <a:pt x="94" y="409"/>
                  <a:pt x="94" y="409"/>
                  <a:pt x="94" y="409"/>
                </a:cubicBezTo>
                <a:cubicBezTo>
                  <a:pt x="84" y="409"/>
                  <a:pt x="84" y="409"/>
                  <a:pt x="84" y="409"/>
                </a:cubicBezTo>
                <a:cubicBezTo>
                  <a:pt x="84" y="397"/>
                  <a:pt x="84" y="397"/>
                  <a:pt x="84" y="397"/>
                </a:cubicBezTo>
                <a:cubicBezTo>
                  <a:pt x="94" y="397"/>
                  <a:pt x="94" y="397"/>
                  <a:pt x="94" y="397"/>
                </a:cubicBezTo>
                <a:close/>
                <a:moveTo>
                  <a:pt x="94" y="426"/>
                </a:moveTo>
                <a:cubicBezTo>
                  <a:pt x="94" y="437"/>
                  <a:pt x="94" y="437"/>
                  <a:pt x="94" y="437"/>
                </a:cubicBezTo>
                <a:cubicBezTo>
                  <a:pt x="91" y="437"/>
                  <a:pt x="87" y="438"/>
                  <a:pt x="84" y="438"/>
                </a:cubicBezTo>
                <a:cubicBezTo>
                  <a:pt x="84" y="427"/>
                  <a:pt x="84" y="427"/>
                  <a:pt x="84" y="427"/>
                </a:cubicBezTo>
                <a:cubicBezTo>
                  <a:pt x="94" y="426"/>
                  <a:pt x="94" y="426"/>
                  <a:pt x="94" y="426"/>
                </a:cubicBezTo>
                <a:close/>
                <a:moveTo>
                  <a:pt x="94" y="446"/>
                </a:moveTo>
                <a:cubicBezTo>
                  <a:pt x="94" y="464"/>
                  <a:pt x="94" y="464"/>
                  <a:pt x="94" y="464"/>
                </a:cubicBezTo>
                <a:cubicBezTo>
                  <a:pt x="91" y="465"/>
                  <a:pt x="89" y="465"/>
                  <a:pt x="87" y="465"/>
                </a:cubicBezTo>
                <a:cubicBezTo>
                  <a:pt x="86" y="461"/>
                  <a:pt x="86" y="456"/>
                  <a:pt x="86" y="451"/>
                </a:cubicBezTo>
                <a:cubicBezTo>
                  <a:pt x="94" y="446"/>
                  <a:pt x="94" y="446"/>
                  <a:pt x="94" y="446"/>
                </a:cubicBezTo>
                <a:close/>
                <a:moveTo>
                  <a:pt x="94" y="575"/>
                </a:moveTo>
                <a:cubicBezTo>
                  <a:pt x="94" y="592"/>
                  <a:pt x="94" y="592"/>
                  <a:pt x="94" y="592"/>
                </a:cubicBezTo>
                <a:cubicBezTo>
                  <a:pt x="93" y="588"/>
                  <a:pt x="91" y="585"/>
                  <a:pt x="88" y="579"/>
                </a:cubicBezTo>
                <a:cubicBezTo>
                  <a:pt x="87" y="579"/>
                  <a:pt x="86" y="579"/>
                  <a:pt x="86" y="579"/>
                </a:cubicBezTo>
                <a:cubicBezTo>
                  <a:pt x="85" y="581"/>
                  <a:pt x="85" y="582"/>
                  <a:pt x="84" y="583"/>
                </a:cubicBezTo>
                <a:cubicBezTo>
                  <a:pt x="84" y="558"/>
                  <a:pt x="84" y="558"/>
                  <a:pt x="84" y="558"/>
                </a:cubicBezTo>
                <a:cubicBezTo>
                  <a:pt x="86" y="561"/>
                  <a:pt x="87" y="566"/>
                  <a:pt x="88" y="571"/>
                </a:cubicBezTo>
                <a:cubicBezTo>
                  <a:pt x="90" y="572"/>
                  <a:pt x="92" y="573"/>
                  <a:pt x="94" y="575"/>
                </a:cubicBezTo>
                <a:close/>
                <a:moveTo>
                  <a:pt x="76" y="164"/>
                </a:moveTo>
                <a:cubicBezTo>
                  <a:pt x="78" y="162"/>
                  <a:pt x="80" y="160"/>
                  <a:pt x="82" y="158"/>
                </a:cubicBezTo>
                <a:cubicBezTo>
                  <a:pt x="83" y="157"/>
                  <a:pt x="84" y="156"/>
                  <a:pt x="84" y="155"/>
                </a:cubicBezTo>
                <a:cubicBezTo>
                  <a:pt x="84" y="168"/>
                  <a:pt x="84" y="168"/>
                  <a:pt x="84" y="168"/>
                </a:cubicBezTo>
                <a:cubicBezTo>
                  <a:pt x="81" y="170"/>
                  <a:pt x="79" y="172"/>
                  <a:pt x="76" y="176"/>
                </a:cubicBezTo>
                <a:cubicBezTo>
                  <a:pt x="76" y="164"/>
                  <a:pt x="76" y="164"/>
                  <a:pt x="76" y="164"/>
                </a:cubicBezTo>
                <a:close/>
                <a:moveTo>
                  <a:pt x="84" y="642"/>
                </a:moveTo>
                <a:cubicBezTo>
                  <a:pt x="82" y="639"/>
                  <a:pt x="79" y="635"/>
                  <a:pt x="76" y="632"/>
                </a:cubicBezTo>
                <a:cubicBezTo>
                  <a:pt x="76" y="618"/>
                  <a:pt x="76" y="618"/>
                  <a:pt x="76" y="618"/>
                </a:cubicBezTo>
                <a:cubicBezTo>
                  <a:pt x="78" y="621"/>
                  <a:pt x="80" y="624"/>
                  <a:pt x="82" y="628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4" y="642"/>
                  <a:pt x="84" y="642"/>
                  <a:pt x="84" y="642"/>
                </a:cubicBezTo>
                <a:close/>
                <a:moveTo>
                  <a:pt x="84" y="183"/>
                </a:moveTo>
                <a:cubicBezTo>
                  <a:pt x="84" y="192"/>
                  <a:pt x="84" y="192"/>
                  <a:pt x="84" y="192"/>
                </a:cubicBezTo>
                <a:cubicBezTo>
                  <a:pt x="76" y="192"/>
                  <a:pt x="76" y="192"/>
                  <a:pt x="76" y="192"/>
                </a:cubicBezTo>
                <a:cubicBezTo>
                  <a:pt x="76" y="182"/>
                  <a:pt x="76" y="182"/>
                  <a:pt x="76" y="182"/>
                </a:cubicBezTo>
                <a:cubicBezTo>
                  <a:pt x="79" y="182"/>
                  <a:pt x="82" y="183"/>
                  <a:pt x="84" y="183"/>
                </a:cubicBezTo>
                <a:close/>
                <a:moveTo>
                  <a:pt x="84" y="209"/>
                </a:moveTo>
                <a:cubicBezTo>
                  <a:pt x="84" y="219"/>
                  <a:pt x="84" y="219"/>
                  <a:pt x="84" y="219"/>
                </a:cubicBezTo>
                <a:cubicBezTo>
                  <a:pt x="82" y="219"/>
                  <a:pt x="79" y="219"/>
                  <a:pt x="76" y="219"/>
                </a:cubicBezTo>
                <a:cubicBezTo>
                  <a:pt x="76" y="211"/>
                  <a:pt x="76" y="211"/>
                  <a:pt x="76" y="211"/>
                </a:cubicBezTo>
                <a:cubicBezTo>
                  <a:pt x="78" y="210"/>
                  <a:pt x="78" y="210"/>
                  <a:pt x="78" y="210"/>
                </a:cubicBezTo>
                <a:cubicBezTo>
                  <a:pt x="81" y="210"/>
                  <a:pt x="82" y="209"/>
                  <a:pt x="84" y="209"/>
                </a:cubicBezTo>
                <a:close/>
                <a:moveTo>
                  <a:pt x="84" y="220"/>
                </a:moveTo>
                <a:cubicBezTo>
                  <a:pt x="84" y="237"/>
                  <a:pt x="84" y="237"/>
                  <a:pt x="84" y="237"/>
                </a:cubicBezTo>
                <a:cubicBezTo>
                  <a:pt x="83" y="239"/>
                  <a:pt x="81" y="241"/>
                  <a:pt x="79" y="243"/>
                </a:cubicBezTo>
                <a:cubicBezTo>
                  <a:pt x="78" y="247"/>
                  <a:pt x="78" y="250"/>
                  <a:pt x="76" y="254"/>
                </a:cubicBezTo>
                <a:cubicBezTo>
                  <a:pt x="76" y="234"/>
                  <a:pt x="76" y="234"/>
                  <a:pt x="76" y="234"/>
                </a:cubicBezTo>
                <a:cubicBezTo>
                  <a:pt x="77" y="234"/>
                  <a:pt x="78" y="234"/>
                  <a:pt x="78" y="233"/>
                </a:cubicBezTo>
                <a:cubicBezTo>
                  <a:pt x="80" y="229"/>
                  <a:pt x="82" y="224"/>
                  <a:pt x="84" y="220"/>
                </a:cubicBezTo>
                <a:close/>
                <a:moveTo>
                  <a:pt x="84" y="351"/>
                </a:moveTo>
                <a:cubicBezTo>
                  <a:pt x="84" y="377"/>
                  <a:pt x="84" y="377"/>
                  <a:pt x="84" y="377"/>
                </a:cubicBezTo>
                <a:cubicBezTo>
                  <a:pt x="79" y="370"/>
                  <a:pt x="80" y="362"/>
                  <a:pt x="82" y="351"/>
                </a:cubicBezTo>
                <a:cubicBezTo>
                  <a:pt x="83" y="351"/>
                  <a:pt x="84" y="351"/>
                  <a:pt x="84" y="351"/>
                </a:cubicBezTo>
                <a:close/>
                <a:moveTo>
                  <a:pt x="84" y="397"/>
                </a:moveTo>
                <a:cubicBezTo>
                  <a:pt x="84" y="409"/>
                  <a:pt x="84" y="409"/>
                  <a:pt x="84" y="409"/>
                </a:cubicBezTo>
                <a:cubicBezTo>
                  <a:pt x="81" y="409"/>
                  <a:pt x="81" y="409"/>
                  <a:pt x="81" y="409"/>
                </a:cubicBezTo>
                <a:cubicBezTo>
                  <a:pt x="81" y="405"/>
                  <a:pt x="81" y="401"/>
                  <a:pt x="81" y="397"/>
                </a:cubicBezTo>
                <a:cubicBezTo>
                  <a:pt x="84" y="397"/>
                  <a:pt x="84" y="397"/>
                  <a:pt x="84" y="397"/>
                </a:cubicBezTo>
                <a:close/>
                <a:moveTo>
                  <a:pt x="84" y="427"/>
                </a:moveTo>
                <a:cubicBezTo>
                  <a:pt x="84" y="438"/>
                  <a:pt x="84" y="438"/>
                  <a:pt x="84" y="438"/>
                </a:cubicBezTo>
                <a:cubicBezTo>
                  <a:pt x="83" y="438"/>
                  <a:pt x="83" y="438"/>
                  <a:pt x="83" y="438"/>
                </a:cubicBezTo>
                <a:cubicBezTo>
                  <a:pt x="83" y="435"/>
                  <a:pt x="82" y="431"/>
                  <a:pt x="82" y="427"/>
                </a:cubicBezTo>
                <a:cubicBezTo>
                  <a:pt x="84" y="427"/>
                  <a:pt x="84" y="427"/>
                  <a:pt x="84" y="427"/>
                </a:cubicBezTo>
                <a:close/>
                <a:moveTo>
                  <a:pt x="84" y="558"/>
                </a:moveTo>
                <a:cubicBezTo>
                  <a:pt x="84" y="583"/>
                  <a:pt x="84" y="583"/>
                  <a:pt x="84" y="583"/>
                </a:cubicBezTo>
                <a:cubicBezTo>
                  <a:pt x="83" y="585"/>
                  <a:pt x="82" y="588"/>
                  <a:pt x="76" y="597"/>
                </a:cubicBezTo>
                <a:cubicBezTo>
                  <a:pt x="76" y="576"/>
                  <a:pt x="76" y="576"/>
                  <a:pt x="76" y="576"/>
                </a:cubicBezTo>
                <a:cubicBezTo>
                  <a:pt x="79" y="571"/>
                  <a:pt x="79" y="571"/>
                  <a:pt x="79" y="571"/>
                </a:cubicBezTo>
                <a:cubicBezTo>
                  <a:pt x="79" y="567"/>
                  <a:pt x="78" y="563"/>
                  <a:pt x="76" y="560"/>
                </a:cubicBezTo>
                <a:cubicBezTo>
                  <a:pt x="76" y="545"/>
                  <a:pt x="76" y="545"/>
                  <a:pt x="76" y="545"/>
                </a:cubicBezTo>
                <a:cubicBezTo>
                  <a:pt x="80" y="550"/>
                  <a:pt x="82" y="553"/>
                  <a:pt x="84" y="558"/>
                </a:cubicBezTo>
                <a:close/>
                <a:moveTo>
                  <a:pt x="68" y="175"/>
                </a:moveTo>
                <a:cubicBezTo>
                  <a:pt x="71" y="171"/>
                  <a:pt x="73" y="168"/>
                  <a:pt x="76" y="164"/>
                </a:cubicBezTo>
                <a:cubicBezTo>
                  <a:pt x="76" y="176"/>
                  <a:pt x="76" y="176"/>
                  <a:pt x="76" y="176"/>
                </a:cubicBezTo>
                <a:cubicBezTo>
                  <a:pt x="75" y="177"/>
                  <a:pt x="74" y="180"/>
                  <a:pt x="73" y="182"/>
                </a:cubicBezTo>
                <a:cubicBezTo>
                  <a:pt x="76" y="182"/>
                  <a:pt x="76" y="182"/>
                  <a:pt x="76" y="182"/>
                </a:cubicBezTo>
                <a:cubicBezTo>
                  <a:pt x="76" y="192"/>
                  <a:pt x="76" y="192"/>
                  <a:pt x="76" y="192"/>
                </a:cubicBezTo>
                <a:cubicBezTo>
                  <a:pt x="74" y="192"/>
                  <a:pt x="74" y="192"/>
                  <a:pt x="74" y="192"/>
                </a:cubicBezTo>
                <a:cubicBezTo>
                  <a:pt x="72" y="192"/>
                  <a:pt x="70" y="193"/>
                  <a:pt x="68" y="194"/>
                </a:cubicBezTo>
                <a:cubicBezTo>
                  <a:pt x="68" y="175"/>
                  <a:pt x="68" y="175"/>
                  <a:pt x="68" y="175"/>
                </a:cubicBezTo>
                <a:close/>
                <a:moveTo>
                  <a:pt x="76" y="632"/>
                </a:moveTo>
                <a:cubicBezTo>
                  <a:pt x="75" y="630"/>
                  <a:pt x="73" y="627"/>
                  <a:pt x="71" y="625"/>
                </a:cubicBezTo>
                <a:cubicBezTo>
                  <a:pt x="70" y="623"/>
                  <a:pt x="69" y="622"/>
                  <a:pt x="68" y="620"/>
                </a:cubicBezTo>
                <a:cubicBezTo>
                  <a:pt x="68" y="593"/>
                  <a:pt x="68" y="593"/>
                  <a:pt x="68" y="593"/>
                </a:cubicBezTo>
                <a:cubicBezTo>
                  <a:pt x="71" y="587"/>
                  <a:pt x="74" y="582"/>
                  <a:pt x="76" y="576"/>
                </a:cubicBezTo>
                <a:cubicBezTo>
                  <a:pt x="76" y="597"/>
                  <a:pt x="76" y="597"/>
                  <a:pt x="76" y="597"/>
                </a:cubicBezTo>
                <a:cubicBezTo>
                  <a:pt x="74" y="601"/>
                  <a:pt x="74" y="601"/>
                  <a:pt x="74" y="601"/>
                </a:cubicBezTo>
                <a:cubicBezTo>
                  <a:pt x="73" y="609"/>
                  <a:pt x="74" y="614"/>
                  <a:pt x="76" y="618"/>
                </a:cubicBezTo>
                <a:cubicBezTo>
                  <a:pt x="76" y="632"/>
                  <a:pt x="76" y="632"/>
                  <a:pt x="76" y="632"/>
                </a:cubicBezTo>
                <a:close/>
                <a:moveTo>
                  <a:pt x="76" y="211"/>
                </a:moveTo>
                <a:cubicBezTo>
                  <a:pt x="76" y="219"/>
                  <a:pt x="76" y="219"/>
                  <a:pt x="76" y="219"/>
                </a:cubicBezTo>
                <a:cubicBezTo>
                  <a:pt x="73" y="220"/>
                  <a:pt x="71" y="220"/>
                  <a:pt x="68" y="220"/>
                </a:cubicBezTo>
                <a:cubicBezTo>
                  <a:pt x="68" y="211"/>
                  <a:pt x="68" y="211"/>
                  <a:pt x="68" y="211"/>
                </a:cubicBezTo>
                <a:cubicBezTo>
                  <a:pt x="76" y="211"/>
                  <a:pt x="76" y="211"/>
                  <a:pt x="76" y="211"/>
                </a:cubicBezTo>
                <a:close/>
                <a:moveTo>
                  <a:pt x="76" y="234"/>
                </a:moveTo>
                <a:cubicBezTo>
                  <a:pt x="76" y="254"/>
                  <a:pt x="76" y="254"/>
                  <a:pt x="76" y="254"/>
                </a:cubicBezTo>
                <a:cubicBezTo>
                  <a:pt x="75" y="259"/>
                  <a:pt x="72" y="264"/>
                  <a:pt x="68" y="269"/>
                </a:cubicBezTo>
                <a:cubicBezTo>
                  <a:pt x="68" y="253"/>
                  <a:pt x="68" y="253"/>
                  <a:pt x="68" y="253"/>
                </a:cubicBezTo>
                <a:cubicBezTo>
                  <a:pt x="70" y="248"/>
                  <a:pt x="70" y="248"/>
                  <a:pt x="70" y="248"/>
                </a:cubicBezTo>
                <a:cubicBezTo>
                  <a:pt x="68" y="248"/>
                  <a:pt x="68" y="248"/>
                  <a:pt x="68" y="248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71" y="237"/>
                  <a:pt x="74" y="236"/>
                  <a:pt x="76" y="234"/>
                </a:cubicBezTo>
                <a:close/>
                <a:moveTo>
                  <a:pt x="76" y="545"/>
                </a:moveTo>
                <a:cubicBezTo>
                  <a:pt x="76" y="560"/>
                  <a:pt x="76" y="560"/>
                  <a:pt x="76" y="560"/>
                </a:cubicBezTo>
                <a:cubicBezTo>
                  <a:pt x="75" y="557"/>
                  <a:pt x="73" y="554"/>
                  <a:pt x="72" y="551"/>
                </a:cubicBezTo>
                <a:cubicBezTo>
                  <a:pt x="71" y="553"/>
                  <a:pt x="69" y="555"/>
                  <a:pt x="68" y="557"/>
                </a:cubicBezTo>
                <a:cubicBezTo>
                  <a:pt x="68" y="522"/>
                  <a:pt x="68" y="522"/>
                  <a:pt x="68" y="522"/>
                </a:cubicBezTo>
                <a:cubicBezTo>
                  <a:pt x="69" y="524"/>
                  <a:pt x="71" y="527"/>
                  <a:pt x="72" y="530"/>
                </a:cubicBezTo>
                <a:cubicBezTo>
                  <a:pt x="73" y="534"/>
                  <a:pt x="73" y="539"/>
                  <a:pt x="74" y="543"/>
                </a:cubicBezTo>
                <a:cubicBezTo>
                  <a:pt x="75" y="544"/>
                  <a:pt x="76" y="545"/>
                  <a:pt x="76" y="545"/>
                </a:cubicBezTo>
                <a:close/>
                <a:moveTo>
                  <a:pt x="61" y="187"/>
                </a:moveTo>
                <a:cubicBezTo>
                  <a:pt x="63" y="183"/>
                  <a:pt x="66" y="179"/>
                  <a:pt x="68" y="175"/>
                </a:cubicBezTo>
                <a:cubicBezTo>
                  <a:pt x="68" y="194"/>
                  <a:pt x="68" y="194"/>
                  <a:pt x="68" y="194"/>
                </a:cubicBezTo>
                <a:cubicBezTo>
                  <a:pt x="65" y="196"/>
                  <a:pt x="63" y="198"/>
                  <a:pt x="61" y="201"/>
                </a:cubicBezTo>
                <a:cubicBezTo>
                  <a:pt x="61" y="187"/>
                  <a:pt x="61" y="187"/>
                  <a:pt x="61" y="187"/>
                </a:cubicBezTo>
                <a:close/>
                <a:moveTo>
                  <a:pt x="68" y="620"/>
                </a:moveTo>
                <a:cubicBezTo>
                  <a:pt x="66" y="616"/>
                  <a:pt x="65" y="612"/>
                  <a:pt x="63" y="609"/>
                </a:cubicBezTo>
                <a:cubicBezTo>
                  <a:pt x="62" y="608"/>
                  <a:pt x="61" y="607"/>
                  <a:pt x="61" y="607"/>
                </a:cubicBezTo>
                <a:cubicBezTo>
                  <a:pt x="61" y="593"/>
                  <a:pt x="61" y="593"/>
                  <a:pt x="61" y="593"/>
                </a:cubicBezTo>
                <a:cubicBezTo>
                  <a:pt x="62" y="595"/>
                  <a:pt x="63" y="598"/>
                  <a:pt x="64" y="601"/>
                </a:cubicBezTo>
                <a:cubicBezTo>
                  <a:pt x="68" y="593"/>
                  <a:pt x="68" y="593"/>
                  <a:pt x="68" y="593"/>
                </a:cubicBezTo>
                <a:cubicBezTo>
                  <a:pt x="68" y="620"/>
                  <a:pt x="68" y="620"/>
                  <a:pt x="68" y="620"/>
                </a:cubicBezTo>
                <a:close/>
                <a:moveTo>
                  <a:pt x="68" y="211"/>
                </a:moveTo>
                <a:cubicBezTo>
                  <a:pt x="68" y="220"/>
                  <a:pt x="68" y="220"/>
                  <a:pt x="68" y="220"/>
                </a:cubicBezTo>
                <a:cubicBezTo>
                  <a:pt x="65" y="220"/>
                  <a:pt x="63" y="220"/>
                  <a:pt x="61" y="220"/>
                </a:cubicBezTo>
                <a:cubicBezTo>
                  <a:pt x="61" y="211"/>
                  <a:pt x="61" y="211"/>
                  <a:pt x="61" y="211"/>
                </a:cubicBezTo>
                <a:cubicBezTo>
                  <a:pt x="63" y="211"/>
                  <a:pt x="66" y="211"/>
                  <a:pt x="68" y="211"/>
                </a:cubicBezTo>
                <a:close/>
                <a:moveTo>
                  <a:pt x="68" y="238"/>
                </a:moveTo>
                <a:cubicBezTo>
                  <a:pt x="68" y="248"/>
                  <a:pt x="68" y="248"/>
                  <a:pt x="68" y="248"/>
                </a:cubicBezTo>
                <a:cubicBezTo>
                  <a:pt x="65" y="249"/>
                  <a:pt x="63" y="249"/>
                  <a:pt x="61" y="249"/>
                </a:cubicBezTo>
                <a:cubicBezTo>
                  <a:pt x="61" y="239"/>
                  <a:pt x="61" y="239"/>
                  <a:pt x="61" y="239"/>
                </a:cubicBezTo>
                <a:cubicBezTo>
                  <a:pt x="63" y="239"/>
                  <a:pt x="66" y="239"/>
                  <a:pt x="68" y="238"/>
                </a:cubicBezTo>
                <a:close/>
                <a:moveTo>
                  <a:pt x="68" y="253"/>
                </a:moveTo>
                <a:cubicBezTo>
                  <a:pt x="68" y="269"/>
                  <a:pt x="68" y="269"/>
                  <a:pt x="68" y="269"/>
                </a:cubicBezTo>
                <a:cubicBezTo>
                  <a:pt x="68" y="269"/>
                  <a:pt x="67" y="270"/>
                  <a:pt x="67" y="270"/>
                </a:cubicBezTo>
                <a:cubicBezTo>
                  <a:pt x="66" y="278"/>
                  <a:pt x="65" y="288"/>
                  <a:pt x="61" y="295"/>
                </a:cubicBezTo>
                <a:cubicBezTo>
                  <a:pt x="61" y="265"/>
                  <a:pt x="61" y="265"/>
                  <a:pt x="61" y="265"/>
                </a:cubicBezTo>
                <a:cubicBezTo>
                  <a:pt x="61" y="265"/>
                  <a:pt x="62" y="264"/>
                  <a:pt x="62" y="264"/>
                </a:cubicBezTo>
                <a:cubicBezTo>
                  <a:pt x="65" y="261"/>
                  <a:pt x="65" y="260"/>
                  <a:pt x="68" y="253"/>
                </a:cubicBezTo>
                <a:close/>
                <a:moveTo>
                  <a:pt x="68" y="522"/>
                </a:moveTo>
                <a:cubicBezTo>
                  <a:pt x="68" y="557"/>
                  <a:pt x="68" y="557"/>
                  <a:pt x="68" y="557"/>
                </a:cubicBezTo>
                <a:cubicBezTo>
                  <a:pt x="65" y="562"/>
                  <a:pt x="63" y="565"/>
                  <a:pt x="61" y="569"/>
                </a:cubicBezTo>
                <a:cubicBezTo>
                  <a:pt x="61" y="551"/>
                  <a:pt x="61" y="551"/>
                  <a:pt x="61" y="551"/>
                </a:cubicBezTo>
                <a:cubicBezTo>
                  <a:pt x="65" y="543"/>
                  <a:pt x="66" y="535"/>
                  <a:pt x="61" y="523"/>
                </a:cubicBezTo>
                <a:cubicBezTo>
                  <a:pt x="61" y="523"/>
                  <a:pt x="61" y="523"/>
                  <a:pt x="61" y="523"/>
                </a:cubicBezTo>
                <a:cubicBezTo>
                  <a:pt x="61" y="501"/>
                  <a:pt x="61" y="501"/>
                  <a:pt x="61" y="501"/>
                </a:cubicBezTo>
                <a:cubicBezTo>
                  <a:pt x="63" y="508"/>
                  <a:pt x="65" y="515"/>
                  <a:pt x="68" y="522"/>
                </a:cubicBezTo>
                <a:close/>
                <a:moveTo>
                  <a:pt x="53" y="199"/>
                </a:moveTo>
                <a:cubicBezTo>
                  <a:pt x="53" y="198"/>
                  <a:pt x="54" y="197"/>
                  <a:pt x="54" y="196"/>
                </a:cubicBezTo>
                <a:cubicBezTo>
                  <a:pt x="56" y="193"/>
                  <a:pt x="59" y="190"/>
                  <a:pt x="61" y="187"/>
                </a:cubicBezTo>
                <a:cubicBezTo>
                  <a:pt x="61" y="201"/>
                  <a:pt x="61" y="201"/>
                  <a:pt x="61" y="201"/>
                </a:cubicBezTo>
                <a:cubicBezTo>
                  <a:pt x="59" y="204"/>
                  <a:pt x="58" y="207"/>
                  <a:pt x="56" y="211"/>
                </a:cubicBezTo>
                <a:cubicBezTo>
                  <a:pt x="58" y="211"/>
                  <a:pt x="59" y="211"/>
                  <a:pt x="61" y="211"/>
                </a:cubicBezTo>
                <a:cubicBezTo>
                  <a:pt x="61" y="220"/>
                  <a:pt x="61" y="220"/>
                  <a:pt x="61" y="220"/>
                </a:cubicBezTo>
                <a:cubicBezTo>
                  <a:pt x="58" y="221"/>
                  <a:pt x="55" y="222"/>
                  <a:pt x="53" y="223"/>
                </a:cubicBezTo>
                <a:cubicBezTo>
                  <a:pt x="53" y="199"/>
                  <a:pt x="53" y="199"/>
                  <a:pt x="53" y="199"/>
                </a:cubicBezTo>
                <a:close/>
                <a:moveTo>
                  <a:pt x="61" y="607"/>
                </a:moveTo>
                <a:cubicBezTo>
                  <a:pt x="58" y="603"/>
                  <a:pt x="55" y="600"/>
                  <a:pt x="53" y="597"/>
                </a:cubicBezTo>
                <a:cubicBezTo>
                  <a:pt x="53" y="563"/>
                  <a:pt x="53" y="563"/>
                  <a:pt x="53" y="563"/>
                </a:cubicBezTo>
                <a:cubicBezTo>
                  <a:pt x="56" y="558"/>
                  <a:pt x="59" y="554"/>
                  <a:pt x="61" y="551"/>
                </a:cubicBezTo>
                <a:cubicBezTo>
                  <a:pt x="61" y="569"/>
                  <a:pt x="61" y="569"/>
                  <a:pt x="61" y="569"/>
                </a:cubicBezTo>
                <a:cubicBezTo>
                  <a:pt x="56" y="576"/>
                  <a:pt x="56" y="582"/>
                  <a:pt x="61" y="593"/>
                </a:cubicBezTo>
                <a:cubicBezTo>
                  <a:pt x="61" y="607"/>
                  <a:pt x="61" y="607"/>
                  <a:pt x="61" y="607"/>
                </a:cubicBezTo>
                <a:close/>
                <a:moveTo>
                  <a:pt x="61" y="239"/>
                </a:moveTo>
                <a:cubicBezTo>
                  <a:pt x="61" y="249"/>
                  <a:pt x="61" y="249"/>
                  <a:pt x="61" y="249"/>
                </a:cubicBezTo>
                <a:cubicBezTo>
                  <a:pt x="58" y="249"/>
                  <a:pt x="55" y="249"/>
                  <a:pt x="53" y="249"/>
                </a:cubicBezTo>
                <a:cubicBezTo>
                  <a:pt x="53" y="241"/>
                  <a:pt x="53" y="241"/>
                  <a:pt x="53" y="241"/>
                </a:cubicBezTo>
                <a:cubicBezTo>
                  <a:pt x="56" y="240"/>
                  <a:pt x="58" y="240"/>
                  <a:pt x="61" y="239"/>
                </a:cubicBezTo>
                <a:close/>
                <a:moveTo>
                  <a:pt x="61" y="265"/>
                </a:moveTo>
                <a:cubicBezTo>
                  <a:pt x="61" y="295"/>
                  <a:pt x="61" y="295"/>
                  <a:pt x="61" y="295"/>
                </a:cubicBezTo>
                <a:cubicBezTo>
                  <a:pt x="60" y="297"/>
                  <a:pt x="58" y="299"/>
                  <a:pt x="57" y="300"/>
                </a:cubicBezTo>
                <a:cubicBezTo>
                  <a:pt x="56" y="310"/>
                  <a:pt x="56" y="316"/>
                  <a:pt x="53" y="323"/>
                </a:cubicBezTo>
                <a:cubicBezTo>
                  <a:pt x="53" y="290"/>
                  <a:pt x="53" y="290"/>
                  <a:pt x="53" y="290"/>
                </a:cubicBezTo>
                <a:cubicBezTo>
                  <a:pt x="55" y="287"/>
                  <a:pt x="57" y="282"/>
                  <a:pt x="58" y="276"/>
                </a:cubicBezTo>
                <a:cubicBezTo>
                  <a:pt x="56" y="276"/>
                  <a:pt x="55" y="277"/>
                  <a:pt x="53" y="277"/>
                </a:cubicBezTo>
                <a:cubicBezTo>
                  <a:pt x="53" y="268"/>
                  <a:pt x="53" y="268"/>
                  <a:pt x="53" y="268"/>
                </a:cubicBezTo>
                <a:cubicBezTo>
                  <a:pt x="56" y="267"/>
                  <a:pt x="58" y="266"/>
                  <a:pt x="61" y="265"/>
                </a:cubicBezTo>
                <a:close/>
                <a:moveTo>
                  <a:pt x="61" y="501"/>
                </a:moveTo>
                <a:cubicBezTo>
                  <a:pt x="61" y="523"/>
                  <a:pt x="61" y="523"/>
                  <a:pt x="61" y="523"/>
                </a:cubicBezTo>
                <a:cubicBezTo>
                  <a:pt x="60" y="523"/>
                  <a:pt x="59" y="523"/>
                  <a:pt x="58" y="524"/>
                </a:cubicBezTo>
                <a:cubicBezTo>
                  <a:pt x="56" y="526"/>
                  <a:pt x="54" y="528"/>
                  <a:pt x="53" y="530"/>
                </a:cubicBezTo>
                <a:cubicBezTo>
                  <a:pt x="53" y="512"/>
                  <a:pt x="53" y="512"/>
                  <a:pt x="53" y="512"/>
                </a:cubicBezTo>
                <a:cubicBezTo>
                  <a:pt x="53" y="509"/>
                  <a:pt x="53" y="507"/>
                  <a:pt x="53" y="504"/>
                </a:cubicBezTo>
                <a:cubicBezTo>
                  <a:pt x="53" y="469"/>
                  <a:pt x="53" y="469"/>
                  <a:pt x="53" y="469"/>
                </a:cubicBezTo>
                <a:cubicBezTo>
                  <a:pt x="53" y="470"/>
                  <a:pt x="54" y="472"/>
                  <a:pt x="54" y="474"/>
                </a:cubicBezTo>
                <a:cubicBezTo>
                  <a:pt x="54" y="477"/>
                  <a:pt x="54" y="481"/>
                  <a:pt x="54" y="485"/>
                </a:cubicBezTo>
                <a:cubicBezTo>
                  <a:pt x="57" y="491"/>
                  <a:pt x="59" y="496"/>
                  <a:pt x="61" y="501"/>
                </a:cubicBezTo>
                <a:close/>
                <a:moveTo>
                  <a:pt x="44" y="216"/>
                </a:moveTo>
                <a:cubicBezTo>
                  <a:pt x="47" y="210"/>
                  <a:pt x="50" y="204"/>
                  <a:pt x="53" y="199"/>
                </a:cubicBezTo>
                <a:cubicBezTo>
                  <a:pt x="53" y="223"/>
                  <a:pt x="53" y="223"/>
                  <a:pt x="53" y="223"/>
                </a:cubicBezTo>
                <a:cubicBezTo>
                  <a:pt x="50" y="224"/>
                  <a:pt x="47" y="227"/>
                  <a:pt x="44" y="231"/>
                </a:cubicBezTo>
                <a:cubicBezTo>
                  <a:pt x="44" y="216"/>
                  <a:pt x="44" y="216"/>
                  <a:pt x="44" y="216"/>
                </a:cubicBezTo>
                <a:close/>
                <a:moveTo>
                  <a:pt x="53" y="597"/>
                </a:moveTo>
                <a:cubicBezTo>
                  <a:pt x="50" y="592"/>
                  <a:pt x="48" y="586"/>
                  <a:pt x="46" y="580"/>
                </a:cubicBezTo>
                <a:cubicBezTo>
                  <a:pt x="46" y="580"/>
                  <a:pt x="45" y="579"/>
                  <a:pt x="44" y="578"/>
                </a:cubicBezTo>
                <a:cubicBezTo>
                  <a:pt x="44" y="563"/>
                  <a:pt x="44" y="563"/>
                  <a:pt x="44" y="563"/>
                </a:cubicBezTo>
                <a:cubicBezTo>
                  <a:pt x="45" y="565"/>
                  <a:pt x="46" y="567"/>
                  <a:pt x="48" y="570"/>
                </a:cubicBezTo>
                <a:cubicBezTo>
                  <a:pt x="50" y="567"/>
                  <a:pt x="51" y="565"/>
                  <a:pt x="53" y="563"/>
                </a:cubicBezTo>
                <a:cubicBezTo>
                  <a:pt x="53" y="597"/>
                  <a:pt x="53" y="597"/>
                  <a:pt x="53" y="597"/>
                </a:cubicBezTo>
                <a:close/>
                <a:moveTo>
                  <a:pt x="53" y="241"/>
                </a:moveTo>
                <a:cubicBezTo>
                  <a:pt x="53" y="249"/>
                  <a:pt x="53" y="249"/>
                  <a:pt x="53" y="249"/>
                </a:cubicBezTo>
                <a:cubicBezTo>
                  <a:pt x="50" y="249"/>
                  <a:pt x="47" y="250"/>
                  <a:pt x="44" y="251"/>
                </a:cubicBezTo>
                <a:cubicBezTo>
                  <a:pt x="44" y="241"/>
                  <a:pt x="44" y="241"/>
                  <a:pt x="44" y="241"/>
                </a:cubicBezTo>
                <a:cubicBezTo>
                  <a:pt x="47" y="241"/>
                  <a:pt x="50" y="241"/>
                  <a:pt x="53" y="241"/>
                </a:cubicBezTo>
                <a:close/>
                <a:moveTo>
                  <a:pt x="53" y="268"/>
                </a:moveTo>
                <a:cubicBezTo>
                  <a:pt x="53" y="277"/>
                  <a:pt x="53" y="277"/>
                  <a:pt x="53" y="277"/>
                </a:cubicBezTo>
                <a:cubicBezTo>
                  <a:pt x="50" y="278"/>
                  <a:pt x="48" y="278"/>
                  <a:pt x="44" y="279"/>
                </a:cubicBezTo>
                <a:cubicBezTo>
                  <a:pt x="44" y="270"/>
                  <a:pt x="44" y="270"/>
                  <a:pt x="44" y="270"/>
                </a:cubicBezTo>
                <a:cubicBezTo>
                  <a:pt x="47" y="270"/>
                  <a:pt x="50" y="269"/>
                  <a:pt x="53" y="268"/>
                </a:cubicBezTo>
                <a:close/>
                <a:moveTo>
                  <a:pt x="53" y="290"/>
                </a:moveTo>
                <a:cubicBezTo>
                  <a:pt x="53" y="323"/>
                  <a:pt x="53" y="323"/>
                  <a:pt x="53" y="323"/>
                </a:cubicBezTo>
                <a:cubicBezTo>
                  <a:pt x="52" y="325"/>
                  <a:pt x="51" y="327"/>
                  <a:pt x="50" y="330"/>
                </a:cubicBezTo>
                <a:cubicBezTo>
                  <a:pt x="50" y="336"/>
                  <a:pt x="50" y="343"/>
                  <a:pt x="50" y="349"/>
                </a:cubicBezTo>
                <a:cubicBezTo>
                  <a:pt x="45" y="363"/>
                  <a:pt x="47" y="377"/>
                  <a:pt x="44" y="391"/>
                </a:cubicBezTo>
                <a:cubicBezTo>
                  <a:pt x="44" y="323"/>
                  <a:pt x="44" y="323"/>
                  <a:pt x="44" y="323"/>
                </a:cubicBezTo>
                <a:cubicBezTo>
                  <a:pt x="47" y="317"/>
                  <a:pt x="48" y="313"/>
                  <a:pt x="49" y="306"/>
                </a:cubicBezTo>
                <a:cubicBezTo>
                  <a:pt x="48" y="307"/>
                  <a:pt x="46" y="307"/>
                  <a:pt x="44" y="308"/>
                </a:cubicBezTo>
                <a:cubicBezTo>
                  <a:pt x="44" y="298"/>
                  <a:pt x="44" y="298"/>
                  <a:pt x="44" y="298"/>
                </a:cubicBezTo>
                <a:cubicBezTo>
                  <a:pt x="48" y="296"/>
                  <a:pt x="51" y="294"/>
                  <a:pt x="53" y="290"/>
                </a:cubicBezTo>
                <a:close/>
                <a:moveTo>
                  <a:pt x="53" y="469"/>
                </a:moveTo>
                <a:cubicBezTo>
                  <a:pt x="53" y="504"/>
                  <a:pt x="53" y="504"/>
                  <a:pt x="53" y="504"/>
                </a:cubicBezTo>
                <a:cubicBezTo>
                  <a:pt x="52" y="501"/>
                  <a:pt x="51" y="497"/>
                  <a:pt x="50" y="492"/>
                </a:cubicBezTo>
                <a:cubicBezTo>
                  <a:pt x="48" y="495"/>
                  <a:pt x="46" y="496"/>
                  <a:pt x="44" y="498"/>
                </a:cubicBezTo>
                <a:cubicBezTo>
                  <a:pt x="44" y="481"/>
                  <a:pt x="44" y="481"/>
                  <a:pt x="44" y="481"/>
                </a:cubicBezTo>
                <a:cubicBezTo>
                  <a:pt x="45" y="478"/>
                  <a:pt x="46" y="474"/>
                  <a:pt x="44" y="469"/>
                </a:cubicBezTo>
                <a:cubicBezTo>
                  <a:pt x="44" y="398"/>
                  <a:pt x="44" y="398"/>
                  <a:pt x="44" y="398"/>
                </a:cubicBezTo>
                <a:cubicBezTo>
                  <a:pt x="46" y="407"/>
                  <a:pt x="46" y="415"/>
                  <a:pt x="45" y="425"/>
                </a:cubicBezTo>
                <a:cubicBezTo>
                  <a:pt x="49" y="440"/>
                  <a:pt x="49" y="454"/>
                  <a:pt x="53" y="469"/>
                </a:cubicBezTo>
                <a:close/>
                <a:moveTo>
                  <a:pt x="53" y="512"/>
                </a:moveTo>
                <a:cubicBezTo>
                  <a:pt x="53" y="530"/>
                  <a:pt x="53" y="530"/>
                  <a:pt x="53" y="530"/>
                </a:cubicBezTo>
                <a:cubicBezTo>
                  <a:pt x="49" y="535"/>
                  <a:pt x="46" y="538"/>
                  <a:pt x="44" y="542"/>
                </a:cubicBezTo>
                <a:cubicBezTo>
                  <a:pt x="44" y="527"/>
                  <a:pt x="44" y="527"/>
                  <a:pt x="44" y="527"/>
                </a:cubicBezTo>
                <a:cubicBezTo>
                  <a:pt x="49" y="522"/>
                  <a:pt x="52" y="517"/>
                  <a:pt x="53" y="512"/>
                </a:cubicBezTo>
                <a:close/>
                <a:moveTo>
                  <a:pt x="33" y="241"/>
                </a:moveTo>
                <a:cubicBezTo>
                  <a:pt x="36" y="232"/>
                  <a:pt x="40" y="224"/>
                  <a:pt x="44" y="216"/>
                </a:cubicBezTo>
                <a:cubicBezTo>
                  <a:pt x="44" y="231"/>
                  <a:pt x="44" y="231"/>
                  <a:pt x="44" y="231"/>
                </a:cubicBezTo>
                <a:cubicBezTo>
                  <a:pt x="43" y="234"/>
                  <a:pt x="42" y="237"/>
                  <a:pt x="41" y="242"/>
                </a:cubicBezTo>
                <a:cubicBezTo>
                  <a:pt x="42" y="241"/>
                  <a:pt x="43" y="241"/>
                  <a:pt x="44" y="241"/>
                </a:cubicBezTo>
                <a:cubicBezTo>
                  <a:pt x="44" y="251"/>
                  <a:pt x="44" y="251"/>
                  <a:pt x="44" y="251"/>
                </a:cubicBezTo>
                <a:cubicBezTo>
                  <a:pt x="39" y="253"/>
                  <a:pt x="36" y="256"/>
                  <a:pt x="33" y="261"/>
                </a:cubicBezTo>
                <a:cubicBezTo>
                  <a:pt x="33" y="241"/>
                  <a:pt x="33" y="241"/>
                  <a:pt x="33" y="241"/>
                </a:cubicBezTo>
                <a:close/>
                <a:moveTo>
                  <a:pt x="44" y="578"/>
                </a:moveTo>
                <a:cubicBezTo>
                  <a:pt x="40" y="571"/>
                  <a:pt x="36" y="563"/>
                  <a:pt x="33" y="555"/>
                </a:cubicBezTo>
                <a:cubicBezTo>
                  <a:pt x="33" y="537"/>
                  <a:pt x="33" y="537"/>
                  <a:pt x="33" y="537"/>
                </a:cubicBezTo>
                <a:cubicBezTo>
                  <a:pt x="33" y="537"/>
                  <a:pt x="33" y="538"/>
                  <a:pt x="34" y="539"/>
                </a:cubicBezTo>
                <a:cubicBezTo>
                  <a:pt x="38" y="535"/>
                  <a:pt x="42" y="531"/>
                  <a:pt x="44" y="527"/>
                </a:cubicBezTo>
                <a:cubicBezTo>
                  <a:pt x="44" y="542"/>
                  <a:pt x="44" y="542"/>
                  <a:pt x="44" y="542"/>
                </a:cubicBezTo>
                <a:cubicBezTo>
                  <a:pt x="41" y="548"/>
                  <a:pt x="41" y="554"/>
                  <a:pt x="44" y="563"/>
                </a:cubicBezTo>
                <a:cubicBezTo>
                  <a:pt x="44" y="578"/>
                  <a:pt x="44" y="578"/>
                  <a:pt x="44" y="578"/>
                </a:cubicBezTo>
                <a:close/>
                <a:moveTo>
                  <a:pt x="44" y="270"/>
                </a:moveTo>
                <a:cubicBezTo>
                  <a:pt x="44" y="279"/>
                  <a:pt x="44" y="279"/>
                  <a:pt x="44" y="279"/>
                </a:cubicBezTo>
                <a:cubicBezTo>
                  <a:pt x="40" y="280"/>
                  <a:pt x="36" y="281"/>
                  <a:pt x="33" y="282"/>
                </a:cubicBezTo>
                <a:cubicBezTo>
                  <a:pt x="33" y="273"/>
                  <a:pt x="33" y="273"/>
                  <a:pt x="33" y="273"/>
                </a:cubicBezTo>
                <a:cubicBezTo>
                  <a:pt x="37" y="272"/>
                  <a:pt x="41" y="271"/>
                  <a:pt x="44" y="270"/>
                </a:cubicBezTo>
                <a:close/>
                <a:moveTo>
                  <a:pt x="44" y="298"/>
                </a:moveTo>
                <a:cubicBezTo>
                  <a:pt x="44" y="308"/>
                  <a:pt x="44" y="308"/>
                  <a:pt x="44" y="308"/>
                </a:cubicBezTo>
                <a:cubicBezTo>
                  <a:pt x="40" y="309"/>
                  <a:pt x="36" y="310"/>
                  <a:pt x="33" y="311"/>
                </a:cubicBezTo>
                <a:cubicBezTo>
                  <a:pt x="33" y="302"/>
                  <a:pt x="33" y="302"/>
                  <a:pt x="33" y="302"/>
                </a:cubicBezTo>
                <a:cubicBezTo>
                  <a:pt x="37" y="301"/>
                  <a:pt x="41" y="300"/>
                  <a:pt x="44" y="298"/>
                </a:cubicBezTo>
                <a:close/>
                <a:moveTo>
                  <a:pt x="44" y="323"/>
                </a:moveTo>
                <a:cubicBezTo>
                  <a:pt x="44" y="391"/>
                  <a:pt x="44" y="391"/>
                  <a:pt x="44" y="391"/>
                </a:cubicBezTo>
                <a:cubicBezTo>
                  <a:pt x="44" y="392"/>
                  <a:pt x="44" y="393"/>
                  <a:pt x="44" y="395"/>
                </a:cubicBezTo>
                <a:cubicBezTo>
                  <a:pt x="44" y="396"/>
                  <a:pt x="44" y="397"/>
                  <a:pt x="44" y="398"/>
                </a:cubicBezTo>
                <a:cubicBezTo>
                  <a:pt x="44" y="469"/>
                  <a:pt x="44" y="469"/>
                  <a:pt x="44" y="469"/>
                </a:cubicBezTo>
                <a:cubicBezTo>
                  <a:pt x="44" y="467"/>
                  <a:pt x="43" y="465"/>
                  <a:pt x="42" y="462"/>
                </a:cubicBezTo>
                <a:cubicBezTo>
                  <a:pt x="39" y="465"/>
                  <a:pt x="35" y="468"/>
                  <a:pt x="33" y="470"/>
                </a:cubicBezTo>
                <a:cubicBezTo>
                  <a:pt x="33" y="459"/>
                  <a:pt x="33" y="459"/>
                  <a:pt x="33" y="459"/>
                </a:cubicBezTo>
                <a:cubicBezTo>
                  <a:pt x="39" y="452"/>
                  <a:pt x="43" y="445"/>
                  <a:pt x="39" y="432"/>
                </a:cubicBezTo>
                <a:cubicBezTo>
                  <a:pt x="38" y="432"/>
                  <a:pt x="36" y="433"/>
                  <a:pt x="33" y="436"/>
                </a:cubicBezTo>
                <a:cubicBezTo>
                  <a:pt x="33" y="423"/>
                  <a:pt x="33" y="423"/>
                  <a:pt x="33" y="423"/>
                </a:cubicBezTo>
                <a:cubicBezTo>
                  <a:pt x="38" y="417"/>
                  <a:pt x="41" y="409"/>
                  <a:pt x="36" y="400"/>
                </a:cubicBezTo>
                <a:cubicBezTo>
                  <a:pt x="35" y="400"/>
                  <a:pt x="34" y="401"/>
                  <a:pt x="33" y="402"/>
                </a:cubicBezTo>
                <a:cubicBezTo>
                  <a:pt x="33" y="391"/>
                  <a:pt x="33" y="391"/>
                  <a:pt x="33" y="391"/>
                </a:cubicBezTo>
                <a:cubicBezTo>
                  <a:pt x="34" y="390"/>
                  <a:pt x="35" y="389"/>
                  <a:pt x="35" y="389"/>
                </a:cubicBezTo>
                <a:cubicBezTo>
                  <a:pt x="39" y="382"/>
                  <a:pt x="37" y="375"/>
                  <a:pt x="37" y="368"/>
                </a:cubicBezTo>
                <a:cubicBezTo>
                  <a:pt x="36" y="369"/>
                  <a:pt x="34" y="370"/>
                  <a:pt x="33" y="371"/>
                </a:cubicBezTo>
                <a:cubicBezTo>
                  <a:pt x="33" y="360"/>
                  <a:pt x="33" y="360"/>
                  <a:pt x="33" y="360"/>
                </a:cubicBezTo>
                <a:cubicBezTo>
                  <a:pt x="41" y="354"/>
                  <a:pt x="41" y="350"/>
                  <a:pt x="41" y="337"/>
                </a:cubicBezTo>
                <a:cubicBezTo>
                  <a:pt x="39" y="338"/>
                  <a:pt x="36" y="339"/>
                  <a:pt x="33" y="341"/>
                </a:cubicBezTo>
                <a:cubicBezTo>
                  <a:pt x="33" y="330"/>
                  <a:pt x="33" y="330"/>
                  <a:pt x="33" y="330"/>
                </a:cubicBezTo>
                <a:cubicBezTo>
                  <a:pt x="36" y="329"/>
                  <a:pt x="40" y="327"/>
                  <a:pt x="43" y="326"/>
                </a:cubicBezTo>
                <a:cubicBezTo>
                  <a:pt x="44" y="325"/>
                  <a:pt x="44" y="324"/>
                  <a:pt x="44" y="323"/>
                </a:cubicBezTo>
                <a:close/>
                <a:moveTo>
                  <a:pt x="44" y="481"/>
                </a:moveTo>
                <a:cubicBezTo>
                  <a:pt x="44" y="498"/>
                  <a:pt x="44" y="498"/>
                  <a:pt x="44" y="498"/>
                </a:cubicBezTo>
                <a:cubicBezTo>
                  <a:pt x="42" y="500"/>
                  <a:pt x="40" y="503"/>
                  <a:pt x="34" y="508"/>
                </a:cubicBezTo>
                <a:cubicBezTo>
                  <a:pt x="34" y="509"/>
                  <a:pt x="33" y="510"/>
                  <a:pt x="33" y="511"/>
                </a:cubicBezTo>
                <a:cubicBezTo>
                  <a:pt x="33" y="498"/>
                  <a:pt x="33" y="498"/>
                  <a:pt x="33" y="498"/>
                </a:cubicBezTo>
                <a:cubicBezTo>
                  <a:pt x="38" y="492"/>
                  <a:pt x="43" y="487"/>
                  <a:pt x="44" y="481"/>
                </a:cubicBezTo>
                <a:close/>
                <a:moveTo>
                  <a:pt x="0" y="436"/>
                </a:moveTo>
                <a:cubicBezTo>
                  <a:pt x="0" y="410"/>
                  <a:pt x="0" y="384"/>
                  <a:pt x="0" y="357"/>
                </a:cubicBezTo>
                <a:cubicBezTo>
                  <a:pt x="5" y="355"/>
                  <a:pt x="5" y="335"/>
                  <a:pt x="5" y="330"/>
                </a:cubicBezTo>
                <a:cubicBezTo>
                  <a:pt x="10" y="313"/>
                  <a:pt x="10" y="296"/>
                  <a:pt x="19" y="280"/>
                </a:cubicBezTo>
                <a:cubicBezTo>
                  <a:pt x="21" y="269"/>
                  <a:pt x="22" y="257"/>
                  <a:pt x="31" y="249"/>
                </a:cubicBezTo>
                <a:cubicBezTo>
                  <a:pt x="31" y="246"/>
                  <a:pt x="32" y="244"/>
                  <a:pt x="33" y="241"/>
                </a:cubicBezTo>
                <a:cubicBezTo>
                  <a:pt x="33" y="261"/>
                  <a:pt x="33" y="261"/>
                  <a:pt x="33" y="261"/>
                </a:cubicBezTo>
                <a:cubicBezTo>
                  <a:pt x="31" y="264"/>
                  <a:pt x="29" y="269"/>
                  <a:pt x="28" y="273"/>
                </a:cubicBezTo>
                <a:cubicBezTo>
                  <a:pt x="29" y="273"/>
                  <a:pt x="31" y="273"/>
                  <a:pt x="33" y="273"/>
                </a:cubicBezTo>
                <a:cubicBezTo>
                  <a:pt x="33" y="282"/>
                  <a:pt x="33" y="282"/>
                  <a:pt x="33" y="282"/>
                </a:cubicBezTo>
                <a:cubicBezTo>
                  <a:pt x="32" y="282"/>
                  <a:pt x="32" y="282"/>
                  <a:pt x="31" y="282"/>
                </a:cubicBezTo>
                <a:cubicBezTo>
                  <a:pt x="22" y="290"/>
                  <a:pt x="20" y="295"/>
                  <a:pt x="18" y="306"/>
                </a:cubicBezTo>
                <a:cubicBezTo>
                  <a:pt x="24" y="305"/>
                  <a:pt x="28" y="303"/>
                  <a:pt x="33" y="302"/>
                </a:cubicBezTo>
                <a:cubicBezTo>
                  <a:pt x="33" y="311"/>
                  <a:pt x="33" y="311"/>
                  <a:pt x="33" y="311"/>
                </a:cubicBezTo>
                <a:cubicBezTo>
                  <a:pt x="20" y="315"/>
                  <a:pt x="13" y="320"/>
                  <a:pt x="12" y="339"/>
                </a:cubicBezTo>
                <a:cubicBezTo>
                  <a:pt x="19" y="336"/>
                  <a:pt x="26" y="333"/>
                  <a:pt x="33" y="330"/>
                </a:cubicBezTo>
                <a:cubicBezTo>
                  <a:pt x="33" y="341"/>
                  <a:pt x="33" y="341"/>
                  <a:pt x="33" y="341"/>
                </a:cubicBezTo>
                <a:cubicBezTo>
                  <a:pt x="27" y="343"/>
                  <a:pt x="19" y="346"/>
                  <a:pt x="14" y="349"/>
                </a:cubicBezTo>
                <a:cubicBezTo>
                  <a:pt x="10" y="357"/>
                  <a:pt x="8" y="364"/>
                  <a:pt x="9" y="372"/>
                </a:cubicBezTo>
                <a:cubicBezTo>
                  <a:pt x="15" y="369"/>
                  <a:pt x="22" y="366"/>
                  <a:pt x="28" y="363"/>
                </a:cubicBezTo>
                <a:cubicBezTo>
                  <a:pt x="30" y="362"/>
                  <a:pt x="31" y="361"/>
                  <a:pt x="33" y="360"/>
                </a:cubicBezTo>
                <a:cubicBezTo>
                  <a:pt x="33" y="371"/>
                  <a:pt x="33" y="371"/>
                  <a:pt x="33" y="371"/>
                </a:cubicBezTo>
                <a:cubicBezTo>
                  <a:pt x="13" y="383"/>
                  <a:pt x="7" y="381"/>
                  <a:pt x="8" y="408"/>
                </a:cubicBezTo>
                <a:cubicBezTo>
                  <a:pt x="12" y="404"/>
                  <a:pt x="25" y="396"/>
                  <a:pt x="33" y="391"/>
                </a:cubicBezTo>
                <a:cubicBezTo>
                  <a:pt x="33" y="402"/>
                  <a:pt x="33" y="402"/>
                  <a:pt x="33" y="402"/>
                </a:cubicBezTo>
                <a:cubicBezTo>
                  <a:pt x="14" y="413"/>
                  <a:pt x="6" y="417"/>
                  <a:pt x="10" y="440"/>
                </a:cubicBezTo>
                <a:cubicBezTo>
                  <a:pt x="17" y="436"/>
                  <a:pt x="27" y="430"/>
                  <a:pt x="33" y="423"/>
                </a:cubicBezTo>
                <a:cubicBezTo>
                  <a:pt x="33" y="436"/>
                  <a:pt x="33" y="436"/>
                  <a:pt x="33" y="436"/>
                </a:cubicBezTo>
                <a:cubicBezTo>
                  <a:pt x="27" y="440"/>
                  <a:pt x="18" y="446"/>
                  <a:pt x="16" y="449"/>
                </a:cubicBezTo>
                <a:cubicBezTo>
                  <a:pt x="12" y="457"/>
                  <a:pt x="13" y="465"/>
                  <a:pt x="15" y="475"/>
                </a:cubicBezTo>
                <a:cubicBezTo>
                  <a:pt x="21" y="469"/>
                  <a:pt x="28" y="464"/>
                  <a:pt x="33" y="459"/>
                </a:cubicBezTo>
                <a:cubicBezTo>
                  <a:pt x="33" y="470"/>
                  <a:pt x="33" y="470"/>
                  <a:pt x="33" y="470"/>
                </a:cubicBezTo>
                <a:cubicBezTo>
                  <a:pt x="21" y="480"/>
                  <a:pt x="17" y="488"/>
                  <a:pt x="23" y="508"/>
                </a:cubicBezTo>
                <a:cubicBezTo>
                  <a:pt x="27" y="504"/>
                  <a:pt x="30" y="501"/>
                  <a:pt x="33" y="498"/>
                </a:cubicBezTo>
                <a:cubicBezTo>
                  <a:pt x="33" y="511"/>
                  <a:pt x="33" y="511"/>
                  <a:pt x="33" y="511"/>
                </a:cubicBezTo>
                <a:cubicBezTo>
                  <a:pt x="29" y="521"/>
                  <a:pt x="29" y="526"/>
                  <a:pt x="33" y="537"/>
                </a:cubicBezTo>
                <a:cubicBezTo>
                  <a:pt x="33" y="555"/>
                  <a:pt x="33" y="555"/>
                  <a:pt x="33" y="555"/>
                </a:cubicBezTo>
                <a:cubicBezTo>
                  <a:pt x="27" y="542"/>
                  <a:pt x="21" y="527"/>
                  <a:pt x="18" y="513"/>
                </a:cubicBezTo>
                <a:cubicBezTo>
                  <a:pt x="12" y="498"/>
                  <a:pt x="10" y="482"/>
                  <a:pt x="5" y="465"/>
                </a:cubicBezTo>
                <a:cubicBezTo>
                  <a:pt x="5" y="459"/>
                  <a:pt x="6" y="438"/>
                  <a:pt x="0" y="436"/>
                </a:cubicBezTo>
                <a:close/>
              </a:path>
            </a:pathLst>
          </a:custGeom>
          <a:solidFill>
            <a:srgbClr val="2A719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E0AB680-B416-4F30-895D-8AE8BC234FCD}"/>
              </a:ext>
            </a:extLst>
          </p:cNvPr>
          <p:cNvSpPr/>
          <p:nvPr userDrawn="1"/>
        </p:nvSpPr>
        <p:spPr>
          <a:xfrm>
            <a:off x="479425" y="398589"/>
            <a:ext cx="45719" cy="438743"/>
          </a:xfrm>
          <a:prstGeom prst="rect">
            <a:avLst/>
          </a:prstGeom>
          <a:solidFill>
            <a:srgbClr val="2A71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54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C9CEDE8-8C00-47A6-9CEE-62BDE69A658F}"/>
              </a:ext>
            </a:extLst>
          </p:cNvPr>
          <p:cNvGrpSpPr/>
          <p:nvPr userDrawn="1"/>
        </p:nvGrpSpPr>
        <p:grpSpPr>
          <a:xfrm>
            <a:off x="9672435" y="442358"/>
            <a:ext cx="2032276" cy="348050"/>
            <a:chOff x="1487488" y="2636838"/>
            <a:chExt cx="9213850" cy="1577975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77DE739B-4032-4881-8AE5-423E51AC60D3}"/>
                </a:ext>
              </a:extLst>
            </p:cNvPr>
            <p:cNvGrpSpPr/>
            <p:nvPr/>
          </p:nvGrpSpPr>
          <p:grpSpPr>
            <a:xfrm>
              <a:off x="1487488" y="2636838"/>
              <a:ext cx="3154363" cy="1577975"/>
              <a:chOff x="1487488" y="2636838"/>
              <a:chExt cx="3154363" cy="1577975"/>
            </a:xfrm>
            <a:gradFill>
              <a:gsLst>
                <a:gs pos="0">
                  <a:srgbClr val="2A719D"/>
                </a:gs>
                <a:gs pos="100000">
                  <a:srgbClr val="23A09C"/>
                </a:gs>
              </a:gsLst>
              <a:lin ang="0" scaled="0"/>
            </a:gradFill>
          </p:grpSpPr>
          <p:sp>
            <p:nvSpPr>
              <p:cNvPr id="26" name="Freeform 53">
                <a:extLst>
                  <a:ext uri="{FF2B5EF4-FFF2-40B4-BE49-F238E27FC236}">
                    <a16:creationId xmlns:a16="http://schemas.microsoft.com/office/drawing/2014/main" id="{078C3AA1-994B-49B4-A2AF-860BFE4093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7488" y="2636838"/>
                <a:ext cx="1447800" cy="425450"/>
              </a:xfrm>
              <a:custGeom>
                <a:avLst/>
                <a:gdLst>
                  <a:gd name="T0" fmla="*/ 0 w 517"/>
                  <a:gd name="T1" fmla="*/ 0 h 151"/>
                  <a:gd name="T2" fmla="*/ 268 w 517"/>
                  <a:gd name="T3" fmla="*/ 0 h 151"/>
                  <a:gd name="T4" fmla="*/ 517 w 517"/>
                  <a:gd name="T5" fmla="*/ 151 h 151"/>
                  <a:gd name="T6" fmla="*/ 0 w 517"/>
                  <a:gd name="T7" fmla="*/ 151 h 151"/>
                  <a:gd name="T8" fmla="*/ 0 w 517"/>
                  <a:gd name="T9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7" h="151">
                    <a:moveTo>
                      <a:pt x="0" y="0"/>
                    </a:moveTo>
                    <a:cubicBezTo>
                      <a:pt x="268" y="0"/>
                      <a:pt x="268" y="0"/>
                      <a:pt x="268" y="0"/>
                    </a:cubicBezTo>
                    <a:cubicBezTo>
                      <a:pt x="376" y="0"/>
                      <a:pt x="470" y="61"/>
                      <a:pt x="517" y="151"/>
                    </a:cubicBezTo>
                    <a:cubicBezTo>
                      <a:pt x="0" y="151"/>
                      <a:pt x="0" y="151"/>
                      <a:pt x="0" y="15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Freeform 54">
                <a:extLst>
                  <a:ext uri="{FF2B5EF4-FFF2-40B4-BE49-F238E27FC236}">
                    <a16:creationId xmlns:a16="http://schemas.microsoft.com/office/drawing/2014/main" id="{0118634B-CEA7-4907-B202-460D4B0B5C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7488" y="3802063"/>
                <a:ext cx="1439863" cy="412750"/>
              </a:xfrm>
              <a:custGeom>
                <a:avLst/>
                <a:gdLst>
                  <a:gd name="T0" fmla="*/ 268 w 514"/>
                  <a:gd name="T1" fmla="*/ 147 h 147"/>
                  <a:gd name="T2" fmla="*/ 0 w 514"/>
                  <a:gd name="T3" fmla="*/ 147 h 147"/>
                  <a:gd name="T4" fmla="*/ 0 w 514"/>
                  <a:gd name="T5" fmla="*/ 0 h 147"/>
                  <a:gd name="T6" fmla="*/ 514 w 514"/>
                  <a:gd name="T7" fmla="*/ 0 h 147"/>
                  <a:gd name="T8" fmla="*/ 268 w 514"/>
                  <a:gd name="T9" fmla="*/ 147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4" h="147">
                    <a:moveTo>
                      <a:pt x="268" y="147"/>
                    </a:moveTo>
                    <a:cubicBezTo>
                      <a:pt x="0" y="147"/>
                      <a:pt x="0" y="147"/>
                      <a:pt x="0" y="14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14" y="0"/>
                      <a:pt x="514" y="0"/>
                      <a:pt x="514" y="0"/>
                    </a:cubicBezTo>
                    <a:cubicBezTo>
                      <a:pt x="467" y="88"/>
                      <a:pt x="374" y="147"/>
                      <a:pt x="268" y="1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Freeform 55">
                <a:extLst>
                  <a:ext uri="{FF2B5EF4-FFF2-40B4-BE49-F238E27FC236}">
                    <a16:creationId xmlns:a16="http://schemas.microsoft.com/office/drawing/2014/main" id="{63460A5F-C815-4BE6-9A97-560B2AEEE5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7488" y="3241676"/>
                <a:ext cx="1535113" cy="382588"/>
              </a:xfrm>
              <a:custGeom>
                <a:avLst/>
                <a:gdLst>
                  <a:gd name="T0" fmla="*/ 548 w 548"/>
                  <a:gd name="T1" fmla="*/ 65 h 136"/>
                  <a:gd name="T2" fmla="*/ 539 w 548"/>
                  <a:gd name="T3" fmla="*/ 136 h 136"/>
                  <a:gd name="T4" fmla="*/ 0 w 548"/>
                  <a:gd name="T5" fmla="*/ 136 h 136"/>
                  <a:gd name="T6" fmla="*/ 0 w 548"/>
                  <a:gd name="T7" fmla="*/ 0 h 136"/>
                  <a:gd name="T8" fmla="*/ 540 w 548"/>
                  <a:gd name="T9" fmla="*/ 0 h 136"/>
                  <a:gd name="T10" fmla="*/ 548 w 548"/>
                  <a:gd name="T11" fmla="*/ 65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8" h="136">
                    <a:moveTo>
                      <a:pt x="548" y="65"/>
                    </a:moveTo>
                    <a:cubicBezTo>
                      <a:pt x="548" y="90"/>
                      <a:pt x="545" y="114"/>
                      <a:pt x="539" y="136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40" y="0"/>
                      <a:pt x="540" y="0"/>
                      <a:pt x="540" y="0"/>
                    </a:cubicBezTo>
                    <a:cubicBezTo>
                      <a:pt x="545" y="21"/>
                      <a:pt x="548" y="43"/>
                      <a:pt x="548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Freeform 56">
                <a:extLst>
                  <a:ext uri="{FF2B5EF4-FFF2-40B4-BE49-F238E27FC236}">
                    <a16:creationId xmlns:a16="http://schemas.microsoft.com/office/drawing/2014/main" id="{60B393F4-2961-414F-81B4-C0DE3547D2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563" y="3241676"/>
                <a:ext cx="603250" cy="382588"/>
              </a:xfrm>
              <a:custGeom>
                <a:avLst/>
                <a:gdLst>
                  <a:gd name="T0" fmla="*/ 0 w 215"/>
                  <a:gd name="T1" fmla="*/ 65 h 136"/>
                  <a:gd name="T2" fmla="*/ 0 w 215"/>
                  <a:gd name="T3" fmla="*/ 65 h 136"/>
                  <a:gd name="T4" fmla="*/ 8 w 215"/>
                  <a:gd name="T5" fmla="*/ 0 h 136"/>
                  <a:gd name="T6" fmla="*/ 215 w 215"/>
                  <a:gd name="T7" fmla="*/ 0 h 136"/>
                  <a:gd name="T8" fmla="*/ 207 w 215"/>
                  <a:gd name="T9" fmla="*/ 72 h 136"/>
                  <a:gd name="T10" fmla="*/ 213 w 215"/>
                  <a:gd name="T11" fmla="*/ 136 h 136"/>
                  <a:gd name="T12" fmla="*/ 9 w 215"/>
                  <a:gd name="T13" fmla="*/ 136 h 136"/>
                  <a:gd name="T14" fmla="*/ 0 w 215"/>
                  <a:gd name="T15" fmla="*/ 65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5" h="136">
                    <a:moveTo>
                      <a:pt x="0" y="65"/>
                    </a:moveTo>
                    <a:cubicBezTo>
                      <a:pt x="0" y="65"/>
                      <a:pt x="0" y="65"/>
                      <a:pt x="0" y="65"/>
                    </a:cubicBezTo>
                    <a:cubicBezTo>
                      <a:pt x="0" y="43"/>
                      <a:pt x="3" y="21"/>
                      <a:pt x="8" y="0"/>
                    </a:cubicBezTo>
                    <a:cubicBezTo>
                      <a:pt x="215" y="0"/>
                      <a:pt x="215" y="0"/>
                      <a:pt x="215" y="0"/>
                    </a:cubicBezTo>
                    <a:cubicBezTo>
                      <a:pt x="210" y="23"/>
                      <a:pt x="207" y="47"/>
                      <a:pt x="207" y="72"/>
                    </a:cubicBezTo>
                    <a:cubicBezTo>
                      <a:pt x="207" y="94"/>
                      <a:pt x="209" y="116"/>
                      <a:pt x="213" y="136"/>
                    </a:cubicBezTo>
                    <a:cubicBezTo>
                      <a:pt x="9" y="136"/>
                      <a:pt x="9" y="136"/>
                      <a:pt x="9" y="136"/>
                    </a:cubicBezTo>
                    <a:cubicBezTo>
                      <a:pt x="4" y="114"/>
                      <a:pt x="0" y="90"/>
                      <a:pt x="0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Freeform 57">
                <a:extLst>
                  <a:ext uri="{FF2B5EF4-FFF2-40B4-BE49-F238E27FC236}">
                    <a16:creationId xmlns:a16="http://schemas.microsoft.com/office/drawing/2014/main" id="{4DA8E489-1F5A-4301-A953-8C07EA4C4A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8813" y="3802063"/>
                <a:ext cx="1443038" cy="412750"/>
              </a:xfrm>
              <a:custGeom>
                <a:avLst/>
                <a:gdLst>
                  <a:gd name="T0" fmla="*/ 515 w 515"/>
                  <a:gd name="T1" fmla="*/ 147 h 147"/>
                  <a:gd name="T2" fmla="*/ 247 w 515"/>
                  <a:gd name="T3" fmla="*/ 147 h 147"/>
                  <a:gd name="T4" fmla="*/ 0 w 515"/>
                  <a:gd name="T5" fmla="*/ 0 h 147"/>
                  <a:gd name="T6" fmla="*/ 515 w 515"/>
                  <a:gd name="T7" fmla="*/ 0 h 147"/>
                  <a:gd name="T8" fmla="*/ 515 w 515"/>
                  <a:gd name="T9" fmla="*/ 147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5" h="147">
                    <a:moveTo>
                      <a:pt x="515" y="147"/>
                    </a:moveTo>
                    <a:cubicBezTo>
                      <a:pt x="247" y="147"/>
                      <a:pt x="247" y="147"/>
                      <a:pt x="247" y="147"/>
                    </a:cubicBezTo>
                    <a:cubicBezTo>
                      <a:pt x="141" y="147"/>
                      <a:pt x="48" y="88"/>
                      <a:pt x="0" y="0"/>
                    </a:cubicBezTo>
                    <a:cubicBezTo>
                      <a:pt x="515" y="0"/>
                      <a:pt x="515" y="0"/>
                      <a:pt x="515" y="0"/>
                    </a:cubicBezTo>
                    <a:lnTo>
                      <a:pt x="515" y="1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Freeform 58">
                <a:extLst>
                  <a:ext uri="{FF2B5EF4-FFF2-40B4-BE49-F238E27FC236}">
                    <a16:creationId xmlns:a16="http://schemas.microsoft.com/office/drawing/2014/main" id="{A187BE1B-6690-49C9-B800-200E240924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4051" y="2636838"/>
                <a:ext cx="1447800" cy="425450"/>
              </a:xfrm>
              <a:custGeom>
                <a:avLst/>
                <a:gdLst>
                  <a:gd name="T0" fmla="*/ 0 w 517"/>
                  <a:gd name="T1" fmla="*/ 151 h 151"/>
                  <a:gd name="T2" fmla="*/ 249 w 517"/>
                  <a:gd name="T3" fmla="*/ 0 h 151"/>
                  <a:gd name="T4" fmla="*/ 517 w 517"/>
                  <a:gd name="T5" fmla="*/ 0 h 151"/>
                  <a:gd name="T6" fmla="*/ 517 w 517"/>
                  <a:gd name="T7" fmla="*/ 151 h 151"/>
                  <a:gd name="T8" fmla="*/ 0 w 517"/>
                  <a:gd name="T9" fmla="*/ 151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7" h="151">
                    <a:moveTo>
                      <a:pt x="0" y="151"/>
                    </a:moveTo>
                    <a:cubicBezTo>
                      <a:pt x="47" y="61"/>
                      <a:pt x="141" y="0"/>
                      <a:pt x="249" y="0"/>
                    </a:cubicBezTo>
                    <a:cubicBezTo>
                      <a:pt x="517" y="0"/>
                      <a:pt x="517" y="0"/>
                      <a:pt x="517" y="0"/>
                    </a:cubicBezTo>
                    <a:cubicBezTo>
                      <a:pt x="517" y="151"/>
                      <a:pt x="517" y="151"/>
                      <a:pt x="517" y="151"/>
                    </a:cubicBezTo>
                    <a:lnTo>
                      <a:pt x="0" y="15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" name="Freeform 59">
              <a:extLst>
                <a:ext uri="{FF2B5EF4-FFF2-40B4-BE49-F238E27FC236}">
                  <a16:creationId xmlns:a16="http://schemas.microsoft.com/office/drawing/2014/main" id="{07668BEB-9B77-4DC2-991B-B5DEC79340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32388" y="2716213"/>
              <a:ext cx="784225" cy="731838"/>
            </a:xfrm>
            <a:custGeom>
              <a:avLst/>
              <a:gdLst>
                <a:gd name="T0" fmla="*/ 41 w 494"/>
                <a:gd name="T1" fmla="*/ 422 h 461"/>
                <a:gd name="T2" fmla="*/ 41 w 494"/>
                <a:gd name="T3" fmla="*/ 117 h 461"/>
                <a:gd name="T4" fmla="*/ 215 w 494"/>
                <a:gd name="T5" fmla="*/ 117 h 461"/>
                <a:gd name="T6" fmla="*/ 215 w 494"/>
                <a:gd name="T7" fmla="*/ 72 h 461"/>
                <a:gd name="T8" fmla="*/ 9 w 494"/>
                <a:gd name="T9" fmla="*/ 72 h 461"/>
                <a:gd name="T10" fmla="*/ 9 w 494"/>
                <a:gd name="T11" fmla="*/ 35 h 461"/>
                <a:gd name="T12" fmla="*/ 215 w 494"/>
                <a:gd name="T13" fmla="*/ 35 h 461"/>
                <a:gd name="T14" fmla="*/ 215 w 494"/>
                <a:gd name="T15" fmla="*/ 0 h 461"/>
                <a:gd name="T16" fmla="*/ 279 w 494"/>
                <a:gd name="T17" fmla="*/ 0 h 461"/>
                <a:gd name="T18" fmla="*/ 279 w 494"/>
                <a:gd name="T19" fmla="*/ 35 h 461"/>
                <a:gd name="T20" fmla="*/ 485 w 494"/>
                <a:gd name="T21" fmla="*/ 35 h 461"/>
                <a:gd name="T22" fmla="*/ 485 w 494"/>
                <a:gd name="T23" fmla="*/ 72 h 461"/>
                <a:gd name="T24" fmla="*/ 279 w 494"/>
                <a:gd name="T25" fmla="*/ 72 h 461"/>
                <a:gd name="T26" fmla="*/ 279 w 494"/>
                <a:gd name="T27" fmla="*/ 117 h 461"/>
                <a:gd name="T28" fmla="*/ 452 w 494"/>
                <a:gd name="T29" fmla="*/ 117 h 461"/>
                <a:gd name="T30" fmla="*/ 452 w 494"/>
                <a:gd name="T31" fmla="*/ 422 h 461"/>
                <a:gd name="T32" fmla="*/ 494 w 494"/>
                <a:gd name="T33" fmla="*/ 422 h 461"/>
                <a:gd name="T34" fmla="*/ 494 w 494"/>
                <a:gd name="T35" fmla="*/ 461 h 461"/>
                <a:gd name="T36" fmla="*/ 0 w 494"/>
                <a:gd name="T37" fmla="*/ 461 h 461"/>
                <a:gd name="T38" fmla="*/ 0 w 494"/>
                <a:gd name="T39" fmla="*/ 422 h 461"/>
                <a:gd name="T40" fmla="*/ 41 w 494"/>
                <a:gd name="T41" fmla="*/ 422 h 461"/>
                <a:gd name="T42" fmla="*/ 388 w 494"/>
                <a:gd name="T43" fmla="*/ 193 h 461"/>
                <a:gd name="T44" fmla="*/ 388 w 494"/>
                <a:gd name="T45" fmla="*/ 154 h 461"/>
                <a:gd name="T46" fmla="*/ 106 w 494"/>
                <a:gd name="T47" fmla="*/ 154 h 461"/>
                <a:gd name="T48" fmla="*/ 106 w 494"/>
                <a:gd name="T49" fmla="*/ 193 h 461"/>
                <a:gd name="T50" fmla="*/ 388 w 494"/>
                <a:gd name="T51" fmla="*/ 193 h 461"/>
                <a:gd name="T52" fmla="*/ 388 w 494"/>
                <a:gd name="T53" fmla="*/ 269 h 461"/>
                <a:gd name="T54" fmla="*/ 388 w 494"/>
                <a:gd name="T55" fmla="*/ 232 h 461"/>
                <a:gd name="T56" fmla="*/ 106 w 494"/>
                <a:gd name="T57" fmla="*/ 232 h 461"/>
                <a:gd name="T58" fmla="*/ 106 w 494"/>
                <a:gd name="T59" fmla="*/ 269 h 461"/>
                <a:gd name="T60" fmla="*/ 388 w 494"/>
                <a:gd name="T61" fmla="*/ 269 h 461"/>
                <a:gd name="T62" fmla="*/ 388 w 494"/>
                <a:gd name="T63" fmla="*/ 345 h 461"/>
                <a:gd name="T64" fmla="*/ 388 w 494"/>
                <a:gd name="T65" fmla="*/ 306 h 461"/>
                <a:gd name="T66" fmla="*/ 106 w 494"/>
                <a:gd name="T67" fmla="*/ 306 h 461"/>
                <a:gd name="T68" fmla="*/ 106 w 494"/>
                <a:gd name="T69" fmla="*/ 345 h 461"/>
                <a:gd name="T70" fmla="*/ 388 w 494"/>
                <a:gd name="T71" fmla="*/ 345 h 461"/>
                <a:gd name="T72" fmla="*/ 388 w 494"/>
                <a:gd name="T73" fmla="*/ 422 h 461"/>
                <a:gd name="T74" fmla="*/ 388 w 494"/>
                <a:gd name="T75" fmla="*/ 384 h 461"/>
                <a:gd name="T76" fmla="*/ 106 w 494"/>
                <a:gd name="T77" fmla="*/ 384 h 461"/>
                <a:gd name="T78" fmla="*/ 106 w 494"/>
                <a:gd name="T79" fmla="*/ 422 h 461"/>
                <a:gd name="T80" fmla="*/ 388 w 494"/>
                <a:gd name="T81" fmla="*/ 422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94" h="461">
                  <a:moveTo>
                    <a:pt x="41" y="422"/>
                  </a:moveTo>
                  <a:lnTo>
                    <a:pt x="41" y="117"/>
                  </a:lnTo>
                  <a:lnTo>
                    <a:pt x="215" y="117"/>
                  </a:lnTo>
                  <a:lnTo>
                    <a:pt x="215" y="72"/>
                  </a:lnTo>
                  <a:lnTo>
                    <a:pt x="9" y="72"/>
                  </a:lnTo>
                  <a:lnTo>
                    <a:pt x="9" y="35"/>
                  </a:lnTo>
                  <a:lnTo>
                    <a:pt x="215" y="35"/>
                  </a:lnTo>
                  <a:lnTo>
                    <a:pt x="215" y="0"/>
                  </a:lnTo>
                  <a:lnTo>
                    <a:pt x="279" y="0"/>
                  </a:lnTo>
                  <a:lnTo>
                    <a:pt x="279" y="35"/>
                  </a:lnTo>
                  <a:lnTo>
                    <a:pt x="485" y="35"/>
                  </a:lnTo>
                  <a:lnTo>
                    <a:pt x="485" y="72"/>
                  </a:lnTo>
                  <a:lnTo>
                    <a:pt x="279" y="72"/>
                  </a:lnTo>
                  <a:lnTo>
                    <a:pt x="279" y="117"/>
                  </a:lnTo>
                  <a:lnTo>
                    <a:pt x="452" y="117"/>
                  </a:lnTo>
                  <a:lnTo>
                    <a:pt x="452" y="422"/>
                  </a:lnTo>
                  <a:lnTo>
                    <a:pt x="494" y="422"/>
                  </a:lnTo>
                  <a:lnTo>
                    <a:pt x="494" y="461"/>
                  </a:lnTo>
                  <a:lnTo>
                    <a:pt x="0" y="461"/>
                  </a:lnTo>
                  <a:lnTo>
                    <a:pt x="0" y="422"/>
                  </a:lnTo>
                  <a:lnTo>
                    <a:pt x="41" y="422"/>
                  </a:lnTo>
                  <a:close/>
                  <a:moveTo>
                    <a:pt x="388" y="193"/>
                  </a:moveTo>
                  <a:lnTo>
                    <a:pt x="388" y="154"/>
                  </a:lnTo>
                  <a:lnTo>
                    <a:pt x="106" y="154"/>
                  </a:lnTo>
                  <a:lnTo>
                    <a:pt x="106" y="193"/>
                  </a:lnTo>
                  <a:lnTo>
                    <a:pt x="388" y="193"/>
                  </a:lnTo>
                  <a:close/>
                  <a:moveTo>
                    <a:pt x="388" y="269"/>
                  </a:moveTo>
                  <a:lnTo>
                    <a:pt x="388" y="232"/>
                  </a:lnTo>
                  <a:lnTo>
                    <a:pt x="106" y="232"/>
                  </a:lnTo>
                  <a:lnTo>
                    <a:pt x="106" y="269"/>
                  </a:lnTo>
                  <a:lnTo>
                    <a:pt x="388" y="269"/>
                  </a:lnTo>
                  <a:close/>
                  <a:moveTo>
                    <a:pt x="388" y="345"/>
                  </a:moveTo>
                  <a:lnTo>
                    <a:pt x="388" y="306"/>
                  </a:lnTo>
                  <a:lnTo>
                    <a:pt x="106" y="306"/>
                  </a:lnTo>
                  <a:lnTo>
                    <a:pt x="106" y="345"/>
                  </a:lnTo>
                  <a:lnTo>
                    <a:pt x="388" y="345"/>
                  </a:lnTo>
                  <a:close/>
                  <a:moveTo>
                    <a:pt x="388" y="422"/>
                  </a:moveTo>
                  <a:lnTo>
                    <a:pt x="388" y="384"/>
                  </a:lnTo>
                  <a:lnTo>
                    <a:pt x="106" y="384"/>
                  </a:lnTo>
                  <a:lnTo>
                    <a:pt x="106" y="422"/>
                  </a:lnTo>
                  <a:lnTo>
                    <a:pt x="388" y="422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5" name="Freeform 60">
              <a:extLst>
                <a:ext uri="{FF2B5EF4-FFF2-40B4-BE49-F238E27FC236}">
                  <a16:creationId xmlns:a16="http://schemas.microsoft.com/office/drawing/2014/main" id="{0AD12558-E253-4564-9E0D-B3A5B37C5D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5351" y="2706688"/>
              <a:ext cx="812800" cy="771525"/>
            </a:xfrm>
            <a:custGeom>
              <a:avLst/>
              <a:gdLst>
                <a:gd name="T0" fmla="*/ 69 w 290"/>
                <a:gd name="T1" fmla="*/ 107 h 274"/>
                <a:gd name="T2" fmla="*/ 45 w 290"/>
                <a:gd name="T3" fmla="*/ 131 h 274"/>
                <a:gd name="T4" fmla="*/ 0 w 290"/>
                <a:gd name="T5" fmla="*/ 84 h 274"/>
                <a:gd name="T6" fmla="*/ 16 w 290"/>
                <a:gd name="T7" fmla="*/ 72 h 274"/>
                <a:gd name="T8" fmla="*/ 69 w 290"/>
                <a:gd name="T9" fmla="*/ 107 h 274"/>
                <a:gd name="T10" fmla="*/ 40 w 290"/>
                <a:gd name="T11" fmla="*/ 271 h 274"/>
                <a:gd name="T12" fmla="*/ 66 w 290"/>
                <a:gd name="T13" fmla="*/ 159 h 274"/>
                <a:gd name="T14" fmla="*/ 45 w 290"/>
                <a:gd name="T15" fmla="*/ 154 h 274"/>
                <a:gd name="T16" fmla="*/ 2 w 290"/>
                <a:gd name="T17" fmla="*/ 259 h 274"/>
                <a:gd name="T18" fmla="*/ 40 w 290"/>
                <a:gd name="T19" fmla="*/ 271 h 274"/>
                <a:gd name="T20" fmla="*/ 77 w 290"/>
                <a:gd name="T21" fmla="*/ 39 h 274"/>
                <a:gd name="T22" fmla="*/ 52 w 290"/>
                <a:gd name="T23" fmla="*/ 63 h 274"/>
                <a:gd name="T24" fmla="*/ 8 w 290"/>
                <a:gd name="T25" fmla="*/ 16 h 274"/>
                <a:gd name="T26" fmla="*/ 24 w 290"/>
                <a:gd name="T27" fmla="*/ 3 h 274"/>
                <a:gd name="T28" fmla="*/ 77 w 290"/>
                <a:gd name="T29" fmla="*/ 39 h 274"/>
                <a:gd name="T30" fmla="*/ 142 w 290"/>
                <a:gd name="T31" fmla="*/ 162 h 274"/>
                <a:gd name="T32" fmla="*/ 110 w 290"/>
                <a:gd name="T33" fmla="*/ 252 h 274"/>
                <a:gd name="T34" fmla="*/ 78 w 290"/>
                <a:gd name="T35" fmla="*/ 274 h 274"/>
                <a:gd name="T36" fmla="*/ 67 w 290"/>
                <a:gd name="T37" fmla="*/ 258 h 274"/>
                <a:gd name="T38" fmla="*/ 86 w 290"/>
                <a:gd name="T39" fmla="*/ 233 h 274"/>
                <a:gd name="T40" fmla="*/ 106 w 290"/>
                <a:gd name="T41" fmla="*/ 160 h 274"/>
                <a:gd name="T42" fmla="*/ 106 w 290"/>
                <a:gd name="T43" fmla="*/ 145 h 274"/>
                <a:gd name="T44" fmla="*/ 142 w 290"/>
                <a:gd name="T45" fmla="*/ 145 h 274"/>
                <a:gd name="T46" fmla="*/ 142 w 290"/>
                <a:gd name="T47" fmla="*/ 162 h 274"/>
                <a:gd name="T48" fmla="*/ 169 w 290"/>
                <a:gd name="T49" fmla="*/ 32 h 274"/>
                <a:gd name="T50" fmla="*/ 150 w 290"/>
                <a:gd name="T51" fmla="*/ 11 h 274"/>
                <a:gd name="T52" fmla="*/ 166 w 290"/>
                <a:gd name="T53" fmla="*/ 0 h 274"/>
                <a:gd name="T54" fmla="*/ 207 w 290"/>
                <a:gd name="T55" fmla="*/ 22 h 274"/>
                <a:gd name="T56" fmla="*/ 189 w 290"/>
                <a:gd name="T57" fmla="*/ 32 h 274"/>
                <a:gd name="T58" fmla="*/ 278 w 290"/>
                <a:gd name="T59" fmla="*/ 32 h 274"/>
                <a:gd name="T60" fmla="*/ 278 w 290"/>
                <a:gd name="T61" fmla="*/ 54 h 274"/>
                <a:gd name="T62" fmla="*/ 154 w 290"/>
                <a:gd name="T63" fmla="*/ 54 h 274"/>
                <a:gd name="T64" fmla="*/ 175 w 290"/>
                <a:gd name="T65" fmla="*/ 61 h 274"/>
                <a:gd name="T66" fmla="*/ 126 w 290"/>
                <a:gd name="T67" fmla="*/ 107 h 274"/>
                <a:gd name="T68" fmla="*/ 227 w 290"/>
                <a:gd name="T69" fmla="*/ 100 h 274"/>
                <a:gd name="T70" fmla="*/ 208 w 290"/>
                <a:gd name="T71" fmla="*/ 74 h 274"/>
                <a:gd name="T72" fmla="*/ 226 w 290"/>
                <a:gd name="T73" fmla="*/ 62 h 274"/>
                <a:gd name="T74" fmla="*/ 285 w 290"/>
                <a:gd name="T75" fmla="*/ 123 h 274"/>
                <a:gd name="T76" fmla="*/ 254 w 290"/>
                <a:gd name="T77" fmla="*/ 144 h 274"/>
                <a:gd name="T78" fmla="*/ 240 w 290"/>
                <a:gd name="T79" fmla="*/ 119 h 274"/>
                <a:gd name="T80" fmla="*/ 90 w 290"/>
                <a:gd name="T81" fmla="*/ 139 h 274"/>
                <a:gd name="T82" fmla="*/ 79 w 290"/>
                <a:gd name="T83" fmla="*/ 109 h 274"/>
                <a:gd name="T84" fmla="*/ 86 w 290"/>
                <a:gd name="T85" fmla="*/ 109 h 274"/>
                <a:gd name="T86" fmla="*/ 134 w 290"/>
                <a:gd name="T87" fmla="*/ 54 h 274"/>
                <a:gd name="T88" fmla="*/ 78 w 290"/>
                <a:gd name="T89" fmla="*/ 54 h 274"/>
                <a:gd name="T90" fmla="*/ 78 w 290"/>
                <a:gd name="T91" fmla="*/ 32 h 274"/>
                <a:gd name="T92" fmla="*/ 169 w 290"/>
                <a:gd name="T93" fmla="*/ 32 h 274"/>
                <a:gd name="T94" fmla="*/ 160 w 290"/>
                <a:gd name="T95" fmla="*/ 268 h 274"/>
                <a:gd name="T96" fmla="*/ 196 w 290"/>
                <a:gd name="T97" fmla="*/ 268 h 274"/>
                <a:gd name="T98" fmla="*/ 196 w 290"/>
                <a:gd name="T99" fmla="*/ 145 h 274"/>
                <a:gd name="T100" fmla="*/ 160 w 290"/>
                <a:gd name="T101" fmla="*/ 145 h 274"/>
                <a:gd name="T102" fmla="*/ 160 w 290"/>
                <a:gd name="T103" fmla="*/ 268 h 274"/>
                <a:gd name="T104" fmla="*/ 249 w 290"/>
                <a:gd name="T105" fmla="*/ 268 h 274"/>
                <a:gd name="T106" fmla="*/ 222 w 290"/>
                <a:gd name="T107" fmla="*/ 258 h 274"/>
                <a:gd name="T108" fmla="*/ 213 w 290"/>
                <a:gd name="T109" fmla="*/ 232 h 274"/>
                <a:gd name="T110" fmla="*/ 213 w 290"/>
                <a:gd name="T111" fmla="*/ 145 h 274"/>
                <a:gd name="T112" fmla="*/ 250 w 290"/>
                <a:gd name="T113" fmla="*/ 145 h 274"/>
                <a:gd name="T114" fmla="*/ 250 w 290"/>
                <a:gd name="T115" fmla="*/ 223 h 274"/>
                <a:gd name="T116" fmla="*/ 254 w 290"/>
                <a:gd name="T117" fmla="*/ 233 h 274"/>
                <a:gd name="T118" fmla="*/ 264 w 290"/>
                <a:gd name="T119" fmla="*/ 238 h 274"/>
                <a:gd name="T120" fmla="*/ 290 w 290"/>
                <a:gd name="T121" fmla="*/ 238 h 274"/>
                <a:gd name="T122" fmla="*/ 281 w 290"/>
                <a:gd name="T123" fmla="*/ 268 h 274"/>
                <a:gd name="T124" fmla="*/ 249 w 290"/>
                <a:gd name="T125" fmla="*/ 268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0" h="274">
                  <a:moveTo>
                    <a:pt x="69" y="107"/>
                  </a:moveTo>
                  <a:cubicBezTo>
                    <a:pt x="45" y="131"/>
                    <a:pt x="45" y="131"/>
                    <a:pt x="45" y="131"/>
                  </a:cubicBezTo>
                  <a:cubicBezTo>
                    <a:pt x="31" y="115"/>
                    <a:pt x="16" y="99"/>
                    <a:pt x="0" y="84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40" y="82"/>
                    <a:pt x="58" y="93"/>
                    <a:pt x="69" y="107"/>
                  </a:cubicBezTo>
                  <a:close/>
                  <a:moveTo>
                    <a:pt x="40" y="271"/>
                  </a:moveTo>
                  <a:cubicBezTo>
                    <a:pt x="53" y="240"/>
                    <a:pt x="61" y="203"/>
                    <a:pt x="66" y="159"/>
                  </a:cubicBezTo>
                  <a:cubicBezTo>
                    <a:pt x="45" y="154"/>
                    <a:pt x="45" y="154"/>
                    <a:pt x="45" y="154"/>
                  </a:cubicBezTo>
                  <a:cubicBezTo>
                    <a:pt x="32" y="190"/>
                    <a:pt x="18" y="225"/>
                    <a:pt x="2" y="259"/>
                  </a:cubicBezTo>
                  <a:lnTo>
                    <a:pt x="40" y="271"/>
                  </a:lnTo>
                  <a:close/>
                  <a:moveTo>
                    <a:pt x="77" y="39"/>
                  </a:moveTo>
                  <a:cubicBezTo>
                    <a:pt x="52" y="63"/>
                    <a:pt x="52" y="63"/>
                    <a:pt x="52" y="63"/>
                  </a:cubicBezTo>
                  <a:cubicBezTo>
                    <a:pt x="38" y="46"/>
                    <a:pt x="23" y="31"/>
                    <a:pt x="8" y="16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47" y="13"/>
                    <a:pt x="65" y="25"/>
                    <a:pt x="77" y="39"/>
                  </a:cubicBezTo>
                  <a:close/>
                  <a:moveTo>
                    <a:pt x="142" y="162"/>
                  </a:moveTo>
                  <a:cubicBezTo>
                    <a:pt x="142" y="200"/>
                    <a:pt x="132" y="229"/>
                    <a:pt x="110" y="252"/>
                  </a:cubicBezTo>
                  <a:cubicBezTo>
                    <a:pt x="100" y="263"/>
                    <a:pt x="89" y="271"/>
                    <a:pt x="78" y="274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73" y="252"/>
                    <a:pt x="80" y="244"/>
                    <a:pt x="86" y="233"/>
                  </a:cubicBezTo>
                  <a:cubicBezTo>
                    <a:pt x="99" y="212"/>
                    <a:pt x="106" y="188"/>
                    <a:pt x="106" y="160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142" y="145"/>
                    <a:pt x="142" y="145"/>
                    <a:pt x="142" y="145"/>
                  </a:cubicBezTo>
                  <a:lnTo>
                    <a:pt x="142" y="162"/>
                  </a:lnTo>
                  <a:close/>
                  <a:moveTo>
                    <a:pt x="169" y="32"/>
                  </a:moveTo>
                  <a:cubicBezTo>
                    <a:pt x="163" y="25"/>
                    <a:pt x="156" y="18"/>
                    <a:pt x="150" y="11"/>
                  </a:cubicBezTo>
                  <a:cubicBezTo>
                    <a:pt x="166" y="0"/>
                    <a:pt x="166" y="0"/>
                    <a:pt x="166" y="0"/>
                  </a:cubicBezTo>
                  <a:cubicBezTo>
                    <a:pt x="182" y="3"/>
                    <a:pt x="195" y="11"/>
                    <a:pt x="207" y="22"/>
                  </a:cubicBezTo>
                  <a:cubicBezTo>
                    <a:pt x="189" y="32"/>
                    <a:pt x="189" y="32"/>
                    <a:pt x="189" y="32"/>
                  </a:cubicBezTo>
                  <a:cubicBezTo>
                    <a:pt x="278" y="32"/>
                    <a:pt x="278" y="32"/>
                    <a:pt x="278" y="32"/>
                  </a:cubicBezTo>
                  <a:cubicBezTo>
                    <a:pt x="278" y="54"/>
                    <a:pt x="278" y="54"/>
                    <a:pt x="278" y="54"/>
                  </a:cubicBezTo>
                  <a:cubicBezTo>
                    <a:pt x="154" y="54"/>
                    <a:pt x="154" y="54"/>
                    <a:pt x="154" y="54"/>
                  </a:cubicBezTo>
                  <a:cubicBezTo>
                    <a:pt x="175" y="61"/>
                    <a:pt x="175" y="61"/>
                    <a:pt x="175" y="61"/>
                  </a:cubicBezTo>
                  <a:cubicBezTo>
                    <a:pt x="161" y="78"/>
                    <a:pt x="145" y="93"/>
                    <a:pt x="126" y="107"/>
                  </a:cubicBezTo>
                  <a:cubicBezTo>
                    <a:pt x="160" y="105"/>
                    <a:pt x="194" y="103"/>
                    <a:pt x="227" y="100"/>
                  </a:cubicBezTo>
                  <a:cubicBezTo>
                    <a:pt x="221" y="91"/>
                    <a:pt x="215" y="82"/>
                    <a:pt x="208" y="74"/>
                  </a:cubicBezTo>
                  <a:cubicBezTo>
                    <a:pt x="226" y="62"/>
                    <a:pt x="226" y="62"/>
                    <a:pt x="226" y="62"/>
                  </a:cubicBezTo>
                  <a:cubicBezTo>
                    <a:pt x="252" y="82"/>
                    <a:pt x="272" y="103"/>
                    <a:pt x="285" y="123"/>
                  </a:cubicBezTo>
                  <a:cubicBezTo>
                    <a:pt x="254" y="144"/>
                    <a:pt x="254" y="144"/>
                    <a:pt x="254" y="144"/>
                  </a:cubicBezTo>
                  <a:cubicBezTo>
                    <a:pt x="249" y="135"/>
                    <a:pt x="245" y="127"/>
                    <a:pt x="240" y="119"/>
                  </a:cubicBezTo>
                  <a:cubicBezTo>
                    <a:pt x="195" y="130"/>
                    <a:pt x="145" y="137"/>
                    <a:pt x="90" y="139"/>
                  </a:cubicBezTo>
                  <a:cubicBezTo>
                    <a:pt x="79" y="109"/>
                    <a:pt x="79" y="109"/>
                    <a:pt x="79" y="109"/>
                  </a:cubicBezTo>
                  <a:cubicBezTo>
                    <a:pt x="82" y="109"/>
                    <a:pt x="84" y="109"/>
                    <a:pt x="86" y="109"/>
                  </a:cubicBezTo>
                  <a:cubicBezTo>
                    <a:pt x="103" y="93"/>
                    <a:pt x="119" y="74"/>
                    <a:pt x="134" y="54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78" y="32"/>
                    <a:pt x="78" y="32"/>
                    <a:pt x="78" y="32"/>
                  </a:cubicBezTo>
                  <a:lnTo>
                    <a:pt x="169" y="32"/>
                  </a:lnTo>
                  <a:close/>
                  <a:moveTo>
                    <a:pt x="160" y="268"/>
                  </a:moveTo>
                  <a:cubicBezTo>
                    <a:pt x="196" y="268"/>
                    <a:pt x="196" y="268"/>
                    <a:pt x="196" y="268"/>
                  </a:cubicBezTo>
                  <a:cubicBezTo>
                    <a:pt x="196" y="145"/>
                    <a:pt x="196" y="145"/>
                    <a:pt x="196" y="145"/>
                  </a:cubicBezTo>
                  <a:cubicBezTo>
                    <a:pt x="160" y="145"/>
                    <a:pt x="160" y="145"/>
                    <a:pt x="160" y="145"/>
                  </a:cubicBezTo>
                  <a:lnTo>
                    <a:pt x="160" y="268"/>
                  </a:lnTo>
                  <a:close/>
                  <a:moveTo>
                    <a:pt x="249" y="268"/>
                  </a:moveTo>
                  <a:cubicBezTo>
                    <a:pt x="237" y="268"/>
                    <a:pt x="228" y="265"/>
                    <a:pt x="222" y="258"/>
                  </a:cubicBezTo>
                  <a:cubicBezTo>
                    <a:pt x="216" y="251"/>
                    <a:pt x="213" y="243"/>
                    <a:pt x="213" y="232"/>
                  </a:cubicBezTo>
                  <a:cubicBezTo>
                    <a:pt x="213" y="145"/>
                    <a:pt x="213" y="145"/>
                    <a:pt x="213" y="145"/>
                  </a:cubicBezTo>
                  <a:cubicBezTo>
                    <a:pt x="250" y="145"/>
                    <a:pt x="250" y="145"/>
                    <a:pt x="250" y="145"/>
                  </a:cubicBezTo>
                  <a:cubicBezTo>
                    <a:pt x="250" y="223"/>
                    <a:pt x="250" y="223"/>
                    <a:pt x="250" y="223"/>
                  </a:cubicBezTo>
                  <a:cubicBezTo>
                    <a:pt x="250" y="227"/>
                    <a:pt x="251" y="230"/>
                    <a:pt x="254" y="233"/>
                  </a:cubicBezTo>
                  <a:cubicBezTo>
                    <a:pt x="256" y="236"/>
                    <a:pt x="260" y="238"/>
                    <a:pt x="264" y="238"/>
                  </a:cubicBezTo>
                  <a:cubicBezTo>
                    <a:pt x="290" y="238"/>
                    <a:pt x="290" y="238"/>
                    <a:pt x="290" y="238"/>
                  </a:cubicBezTo>
                  <a:cubicBezTo>
                    <a:pt x="281" y="268"/>
                    <a:pt x="281" y="268"/>
                    <a:pt x="281" y="268"/>
                  </a:cubicBezTo>
                  <a:lnTo>
                    <a:pt x="249" y="268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6" name="Freeform 61">
              <a:extLst>
                <a:ext uri="{FF2B5EF4-FFF2-40B4-BE49-F238E27FC236}">
                  <a16:creationId xmlns:a16="http://schemas.microsoft.com/office/drawing/2014/main" id="{411DBD7E-357A-4F4D-B473-5D1EA3DD1D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65938" y="2749551"/>
              <a:ext cx="798513" cy="728663"/>
            </a:xfrm>
            <a:custGeom>
              <a:avLst/>
              <a:gdLst>
                <a:gd name="T0" fmla="*/ 23 w 285"/>
                <a:gd name="T1" fmla="*/ 147 h 259"/>
                <a:gd name="T2" fmla="*/ 14 w 285"/>
                <a:gd name="T3" fmla="*/ 158 h 259"/>
                <a:gd name="T4" fmla="*/ 0 w 285"/>
                <a:gd name="T5" fmla="*/ 143 h 259"/>
                <a:gd name="T6" fmla="*/ 33 w 285"/>
                <a:gd name="T7" fmla="*/ 22 h 259"/>
                <a:gd name="T8" fmla="*/ 5 w 285"/>
                <a:gd name="T9" fmla="*/ 22 h 259"/>
                <a:gd name="T10" fmla="*/ 5 w 285"/>
                <a:gd name="T11" fmla="*/ 0 h 259"/>
                <a:gd name="T12" fmla="*/ 110 w 285"/>
                <a:gd name="T13" fmla="*/ 0 h 259"/>
                <a:gd name="T14" fmla="*/ 110 w 285"/>
                <a:gd name="T15" fmla="*/ 22 h 259"/>
                <a:gd name="T16" fmla="*/ 71 w 285"/>
                <a:gd name="T17" fmla="*/ 22 h 259"/>
                <a:gd name="T18" fmla="*/ 54 w 285"/>
                <a:gd name="T19" fmla="*/ 86 h 259"/>
                <a:gd name="T20" fmla="*/ 107 w 285"/>
                <a:gd name="T21" fmla="*/ 86 h 259"/>
                <a:gd name="T22" fmla="*/ 107 w 285"/>
                <a:gd name="T23" fmla="*/ 236 h 259"/>
                <a:gd name="T24" fmla="*/ 23 w 285"/>
                <a:gd name="T25" fmla="*/ 236 h 259"/>
                <a:gd name="T26" fmla="*/ 23 w 285"/>
                <a:gd name="T27" fmla="*/ 147 h 259"/>
                <a:gd name="T28" fmla="*/ 57 w 285"/>
                <a:gd name="T29" fmla="*/ 214 h 259"/>
                <a:gd name="T30" fmla="*/ 73 w 285"/>
                <a:gd name="T31" fmla="*/ 214 h 259"/>
                <a:gd name="T32" fmla="*/ 73 w 285"/>
                <a:gd name="T33" fmla="*/ 107 h 259"/>
                <a:gd name="T34" fmla="*/ 57 w 285"/>
                <a:gd name="T35" fmla="*/ 107 h 259"/>
                <a:gd name="T36" fmla="*/ 57 w 285"/>
                <a:gd name="T37" fmla="*/ 214 h 259"/>
                <a:gd name="T38" fmla="*/ 219 w 285"/>
                <a:gd name="T39" fmla="*/ 133 h 259"/>
                <a:gd name="T40" fmla="*/ 179 w 285"/>
                <a:gd name="T41" fmla="*/ 133 h 259"/>
                <a:gd name="T42" fmla="*/ 144 w 285"/>
                <a:gd name="T43" fmla="*/ 236 h 259"/>
                <a:gd name="T44" fmla="*/ 113 w 285"/>
                <a:gd name="T45" fmla="*/ 259 h 259"/>
                <a:gd name="T46" fmla="*/ 102 w 285"/>
                <a:gd name="T47" fmla="*/ 244 h 259"/>
                <a:gd name="T48" fmla="*/ 143 w 285"/>
                <a:gd name="T49" fmla="*/ 133 h 259"/>
                <a:gd name="T50" fmla="*/ 114 w 285"/>
                <a:gd name="T51" fmla="*/ 133 h 259"/>
                <a:gd name="T52" fmla="*/ 114 w 285"/>
                <a:gd name="T53" fmla="*/ 112 h 259"/>
                <a:gd name="T54" fmla="*/ 143 w 285"/>
                <a:gd name="T55" fmla="*/ 112 h 259"/>
                <a:gd name="T56" fmla="*/ 143 w 285"/>
                <a:gd name="T57" fmla="*/ 22 h 259"/>
                <a:gd name="T58" fmla="*/ 119 w 285"/>
                <a:gd name="T59" fmla="*/ 22 h 259"/>
                <a:gd name="T60" fmla="*/ 119 w 285"/>
                <a:gd name="T61" fmla="*/ 0 h 259"/>
                <a:gd name="T62" fmla="*/ 280 w 285"/>
                <a:gd name="T63" fmla="*/ 0 h 259"/>
                <a:gd name="T64" fmla="*/ 280 w 285"/>
                <a:gd name="T65" fmla="*/ 22 h 259"/>
                <a:gd name="T66" fmla="*/ 256 w 285"/>
                <a:gd name="T67" fmla="*/ 22 h 259"/>
                <a:gd name="T68" fmla="*/ 256 w 285"/>
                <a:gd name="T69" fmla="*/ 112 h 259"/>
                <a:gd name="T70" fmla="*/ 285 w 285"/>
                <a:gd name="T71" fmla="*/ 112 h 259"/>
                <a:gd name="T72" fmla="*/ 285 w 285"/>
                <a:gd name="T73" fmla="*/ 133 h 259"/>
                <a:gd name="T74" fmla="*/ 256 w 285"/>
                <a:gd name="T75" fmla="*/ 133 h 259"/>
                <a:gd name="T76" fmla="*/ 256 w 285"/>
                <a:gd name="T77" fmla="*/ 256 h 259"/>
                <a:gd name="T78" fmla="*/ 219 w 285"/>
                <a:gd name="T79" fmla="*/ 256 h 259"/>
                <a:gd name="T80" fmla="*/ 219 w 285"/>
                <a:gd name="T81" fmla="*/ 133 h 259"/>
                <a:gd name="T82" fmla="*/ 180 w 285"/>
                <a:gd name="T83" fmla="*/ 22 h 259"/>
                <a:gd name="T84" fmla="*/ 180 w 285"/>
                <a:gd name="T85" fmla="*/ 112 h 259"/>
                <a:gd name="T86" fmla="*/ 219 w 285"/>
                <a:gd name="T87" fmla="*/ 112 h 259"/>
                <a:gd name="T88" fmla="*/ 219 w 285"/>
                <a:gd name="T89" fmla="*/ 22 h 259"/>
                <a:gd name="T90" fmla="*/ 180 w 285"/>
                <a:gd name="T91" fmla="*/ 22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5" h="259">
                  <a:moveTo>
                    <a:pt x="23" y="147"/>
                  </a:moveTo>
                  <a:cubicBezTo>
                    <a:pt x="20" y="151"/>
                    <a:pt x="17" y="155"/>
                    <a:pt x="14" y="15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5" y="109"/>
                    <a:pt x="26" y="69"/>
                    <a:pt x="33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69" y="41"/>
                    <a:pt x="63" y="63"/>
                    <a:pt x="54" y="86"/>
                  </a:cubicBezTo>
                  <a:cubicBezTo>
                    <a:pt x="107" y="86"/>
                    <a:pt x="107" y="86"/>
                    <a:pt x="107" y="86"/>
                  </a:cubicBezTo>
                  <a:cubicBezTo>
                    <a:pt x="107" y="236"/>
                    <a:pt x="107" y="236"/>
                    <a:pt x="107" y="236"/>
                  </a:cubicBezTo>
                  <a:cubicBezTo>
                    <a:pt x="23" y="236"/>
                    <a:pt x="23" y="236"/>
                    <a:pt x="23" y="236"/>
                  </a:cubicBezTo>
                  <a:lnTo>
                    <a:pt x="23" y="147"/>
                  </a:lnTo>
                  <a:close/>
                  <a:moveTo>
                    <a:pt x="57" y="214"/>
                  </a:moveTo>
                  <a:cubicBezTo>
                    <a:pt x="73" y="214"/>
                    <a:pt x="73" y="214"/>
                    <a:pt x="73" y="214"/>
                  </a:cubicBezTo>
                  <a:cubicBezTo>
                    <a:pt x="73" y="107"/>
                    <a:pt x="73" y="107"/>
                    <a:pt x="73" y="107"/>
                  </a:cubicBezTo>
                  <a:cubicBezTo>
                    <a:pt x="57" y="107"/>
                    <a:pt x="57" y="107"/>
                    <a:pt x="57" y="107"/>
                  </a:cubicBezTo>
                  <a:lnTo>
                    <a:pt x="57" y="214"/>
                  </a:lnTo>
                  <a:close/>
                  <a:moveTo>
                    <a:pt x="219" y="133"/>
                  </a:moveTo>
                  <a:cubicBezTo>
                    <a:pt x="179" y="133"/>
                    <a:pt x="179" y="133"/>
                    <a:pt x="179" y="133"/>
                  </a:cubicBezTo>
                  <a:cubicBezTo>
                    <a:pt x="177" y="177"/>
                    <a:pt x="165" y="211"/>
                    <a:pt x="144" y="236"/>
                  </a:cubicBezTo>
                  <a:cubicBezTo>
                    <a:pt x="134" y="248"/>
                    <a:pt x="123" y="256"/>
                    <a:pt x="113" y="259"/>
                  </a:cubicBezTo>
                  <a:cubicBezTo>
                    <a:pt x="102" y="244"/>
                    <a:pt x="102" y="244"/>
                    <a:pt x="102" y="244"/>
                  </a:cubicBezTo>
                  <a:cubicBezTo>
                    <a:pt x="125" y="223"/>
                    <a:pt x="139" y="186"/>
                    <a:pt x="143" y="133"/>
                  </a:cubicBezTo>
                  <a:cubicBezTo>
                    <a:pt x="114" y="133"/>
                    <a:pt x="114" y="133"/>
                    <a:pt x="114" y="133"/>
                  </a:cubicBezTo>
                  <a:cubicBezTo>
                    <a:pt x="114" y="112"/>
                    <a:pt x="114" y="112"/>
                    <a:pt x="114" y="112"/>
                  </a:cubicBezTo>
                  <a:cubicBezTo>
                    <a:pt x="143" y="112"/>
                    <a:pt x="143" y="112"/>
                    <a:pt x="143" y="112"/>
                  </a:cubicBezTo>
                  <a:cubicBezTo>
                    <a:pt x="143" y="22"/>
                    <a:pt x="143" y="22"/>
                    <a:pt x="143" y="22"/>
                  </a:cubicBezTo>
                  <a:cubicBezTo>
                    <a:pt x="119" y="22"/>
                    <a:pt x="119" y="22"/>
                    <a:pt x="119" y="22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280" y="0"/>
                    <a:pt x="280" y="0"/>
                    <a:pt x="280" y="0"/>
                  </a:cubicBezTo>
                  <a:cubicBezTo>
                    <a:pt x="280" y="22"/>
                    <a:pt x="280" y="22"/>
                    <a:pt x="280" y="22"/>
                  </a:cubicBezTo>
                  <a:cubicBezTo>
                    <a:pt x="256" y="22"/>
                    <a:pt x="256" y="22"/>
                    <a:pt x="256" y="22"/>
                  </a:cubicBezTo>
                  <a:cubicBezTo>
                    <a:pt x="256" y="112"/>
                    <a:pt x="256" y="112"/>
                    <a:pt x="256" y="112"/>
                  </a:cubicBezTo>
                  <a:cubicBezTo>
                    <a:pt x="285" y="112"/>
                    <a:pt x="285" y="112"/>
                    <a:pt x="285" y="112"/>
                  </a:cubicBezTo>
                  <a:cubicBezTo>
                    <a:pt x="285" y="133"/>
                    <a:pt x="285" y="133"/>
                    <a:pt x="285" y="133"/>
                  </a:cubicBezTo>
                  <a:cubicBezTo>
                    <a:pt x="256" y="133"/>
                    <a:pt x="256" y="133"/>
                    <a:pt x="256" y="133"/>
                  </a:cubicBezTo>
                  <a:cubicBezTo>
                    <a:pt x="256" y="256"/>
                    <a:pt x="256" y="256"/>
                    <a:pt x="256" y="256"/>
                  </a:cubicBezTo>
                  <a:cubicBezTo>
                    <a:pt x="219" y="256"/>
                    <a:pt x="219" y="256"/>
                    <a:pt x="219" y="256"/>
                  </a:cubicBezTo>
                  <a:lnTo>
                    <a:pt x="219" y="133"/>
                  </a:lnTo>
                  <a:close/>
                  <a:moveTo>
                    <a:pt x="180" y="22"/>
                  </a:moveTo>
                  <a:cubicBezTo>
                    <a:pt x="180" y="112"/>
                    <a:pt x="180" y="112"/>
                    <a:pt x="180" y="112"/>
                  </a:cubicBezTo>
                  <a:cubicBezTo>
                    <a:pt x="219" y="112"/>
                    <a:pt x="219" y="112"/>
                    <a:pt x="219" y="112"/>
                  </a:cubicBezTo>
                  <a:cubicBezTo>
                    <a:pt x="219" y="22"/>
                    <a:pt x="219" y="22"/>
                    <a:pt x="219" y="22"/>
                  </a:cubicBezTo>
                  <a:lnTo>
                    <a:pt x="180" y="22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7" name="Freeform 62">
              <a:extLst>
                <a:ext uri="{FF2B5EF4-FFF2-40B4-BE49-F238E27FC236}">
                  <a16:creationId xmlns:a16="http://schemas.microsoft.com/office/drawing/2014/main" id="{2EC3CF9F-57DD-4AEA-B953-A6BF0D1AB9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37476" y="2706688"/>
              <a:ext cx="798513" cy="771525"/>
            </a:xfrm>
            <a:custGeom>
              <a:avLst/>
              <a:gdLst>
                <a:gd name="T0" fmla="*/ 95 w 285"/>
                <a:gd name="T1" fmla="*/ 142 h 274"/>
                <a:gd name="T2" fmla="*/ 96 w 285"/>
                <a:gd name="T3" fmla="*/ 109 h 274"/>
                <a:gd name="T4" fmla="*/ 133 w 285"/>
                <a:gd name="T5" fmla="*/ 109 h 274"/>
                <a:gd name="T6" fmla="*/ 132 w 285"/>
                <a:gd name="T7" fmla="*/ 142 h 274"/>
                <a:gd name="T8" fmla="*/ 227 w 285"/>
                <a:gd name="T9" fmla="*/ 142 h 274"/>
                <a:gd name="T10" fmla="*/ 227 w 285"/>
                <a:gd name="T11" fmla="*/ 223 h 274"/>
                <a:gd name="T12" fmla="*/ 239 w 285"/>
                <a:gd name="T13" fmla="*/ 238 h 274"/>
                <a:gd name="T14" fmla="*/ 285 w 285"/>
                <a:gd name="T15" fmla="*/ 238 h 274"/>
                <a:gd name="T16" fmla="*/ 277 w 285"/>
                <a:gd name="T17" fmla="*/ 268 h 274"/>
                <a:gd name="T18" fmla="*/ 224 w 285"/>
                <a:gd name="T19" fmla="*/ 268 h 274"/>
                <a:gd name="T20" fmla="*/ 200 w 285"/>
                <a:gd name="T21" fmla="*/ 258 h 274"/>
                <a:gd name="T22" fmla="*/ 191 w 285"/>
                <a:gd name="T23" fmla="*/ 235 h 274"/>
                <a:gd name="T24" fmla="*/ 191 w 285"/>
                <a:gd name="T25" fmla="*/ 163 h 274"/>
                <a:gd name="T26" fmla="*/ 129 w 285"/>
                <a:gd name="T27" fmla="*/ 163 h 274"/>
                <a:gd name="T28" fmla="*/ 108 w 285"/>
                <a:gd name="T29" fmla="*/ 219 h 274"/>
                <a:gd name="T30" fmla="*/ 11 w 285"/>
                <a:gd name="T31" fmla="*/ 274 h 274"/>
                <a:gd name="T32" fmla="*/ 0 w 285"/>
                <a:gd name="T33" fmla="*/ 257 h 274"/>
                <a:gd name="T34" fmla="*/ 74 w 285"/>
                <a:gd name="T35" fmla="*/ 208 h 274"/>
                <a:gd name="T36" fmla="*/ 91 w 285"/>
                <a:gd name="T37" fmla="*/ 163 h 274"/>
                <a:gd name="T38" fmla="*/ 18 w 285"/>
                <a:gd name="T39" fmla="*/ 163 h 274"/>
                <a:gd name="T40" fmla="*/ 18 w 285"/>
                <a:gd name="T41" fmla="*/ 142 h 274"/>
                <a:gd name="T42" fmla="*/ 95 w 285"/>
                <a:gd name="T43" fmla="*/ 142 h 274"/>
                <a:gd name="T44" fmla="*/ 121 w 285"/>
                <a:gd name="T45" fmla="*/ 88 h 274"/>
                <a:gd name="T46" fmla="*/ 11 w 285"/>
                <a:gd name="T47" fmla="*/ 134 h 274"/>
                <a:gd name="T48" fmla="*/ 2 w 285"/>
                <a:gd name="T49" fmla="*/ 118 h 274"/>
                <a:gd name="T50" fmla="*/ 97 w 285"/>
                <a:gd name="T51" fmla="*/ 60 h 274"/>
                <a:gd name="T52" fmla="*/ 121 w 285"/>
                <a:gd name="T53" fmla="*/ 88 h 274"/>
                <a:gd name="T54" fmla="*/ 155 w 285"/>
                <a:gd name="T55" fmla="*/ 32 h 274"/>
                <a:gd name="T56" fmla="*/ 276 w 285"/>
                <a:gd name="T57" fmla="*/ 32 h 274"/>
                <a:gd name="T58" fmla="*/ 276 w 285"/>
                <a:gd name="T59" fmla="*/ 85 h 274"/>
                <a:gd name="T60" fmla="*/ 239 w 285"/>
                <a:gd name="T61" fmla="*/ 85 h 274"/>
                <a:gd name="T62" fmla="*/ 239 w 285"/>
                <a:gd name="T63" fmla="*/ 53 h 274"/>
                <a:gd name="T64" fmla="*/ 41 w 285"/>
                <a:gd name="T65" fmla="*/ 53 h 274"/>
                <a:gd name="T66" fmla="*/ 41 w 285"/>
                <a:gd name="T67" fmla="*/ 85 h 274"/>
                <a:gd name="T68" fmla="*/ 5 w 285"/>
                <a:gd name="T69" fmla="*/ 85 h 274"/>
                <a:gd name="T70" fmla="*/ 5 w 285"/>
                <a:gd name="T71" fmla="*/ 32 h 274"/>
                <a:gd name="T72" fmla="*/ 130 w 285"/>
                <a:gd name="T73" fmla="*/ 32 h 274"/>
                <a:gd name="T74" fmla="*/ 111 w 285"/>
                <a:gd name="T75" fmla="*/ 12 h 274"/>
                <a:gd name="T76" fmla="*/ 129 w 285"/>
                <a:gd name="T77" fmla="*/ 0 h 274"/>
                <a:gd name="T78" fmla="*/ 170 w 285"/>
                <a:gd name="T79" fmla="*/ 22 h 274"/>
                <a:gd name="T80" fmla="*/ 155 w 285"/>
                <a:gd name="T81" fmla="*/ 32 h 274"/>
                <a:gd name="T82" fmla="*/ 278 w 285"/>
                <a:gd name="T83" fmla="*/ 107 h 274"/>
                <a:gd name="T84" fmla="*/ 169 w 285"/>
                <a:gd name="T85" fmla="*/ 66 h 274"/>
                <a:gd name="T86" fmla="*/ 161 w 285"/>
                <a:gd name="T87" fmla="*/ 83 h 274"/>
                <a:gd name="T88" fmla="*/ 257 w 285"/>
                <a:gd name="T89" fmla="*/ 137 h 274"/>
                <a:gd name="T90" fmla="*/ 278 w 285"/>
                <a:gd name="T91" fmla="*/ 107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5" h="274">
                  <a:moveTo>
                    <a:pt x="95" y="142"/>
                  </a:moveTo>
                  <a:cubicBezTo>
                    <a:pt x="96" y="131"/>
                    <a:pt x="96" y="121"/>
                    <a:pt x="96" y="109"/>
                  </a:cubicBezTo>
                  <a:cubicBezTo>
                    <a:pt x="133" y="109"/>
                    <a:pt x="133" y="109"/>
                    <a:pt x="133" y="109"/>
                  </a:cubicBezTo>
                  <a:cubicBezTo>
                    <a:pt x="133" y="121"/>
                    <a:pt x="132" y="131"/>
                    <a:pt x="132" y="142"/>
                  </a:cubicBezTo>
                  <a:cubicBezTo>
                    <a:pt x="227" y="142"/>
                    <a:pt x="227" y="142"/>
                    <a:pt x="227" y="142"/>
                  </a:cubicBezTo>
                  <a:cubicBezTo>
                    <a:pt x="227" y="223"/>
                    <a:pt x="227" y="223"/>
                    <a:pt x="227" y="223"/>
                  </a:cubicBezTo>
                  <a:cubicBezTo>
                    <a:pt x="227" y="233"/>
                    <a:pt x="231" y="238"/>
                    <a:pt x="239" y="238"/>
                  </a:cubicBezTo>
                  <a:cubicBezTo>
                    <a:pt x="285" y="238"/>
                    <a:pt x="285" y="238"/>
                    <a:pt x="285" y="238"/>
                  </a:cubicBezTo>
                  <a:cubicBezTo>
                    <a:pt x="277" y="268"/>
                    <a:pt x="277" y="268"/>
                    <a:pt x="277" y="268"/>
                  </a:cubicBezTo>
                  <a:cubicBezTo>
                    <a:pt x="224" y="268"/>
                    <a:pt x="224" y="268"/>
                    <a:pt x="224" y="268"/>
                  </a:cubicBezTo>
                  <a:cubicBezTo>
                    <a:pt x="214" y="268"/>
                    <a:pt x="206" y="265"/>
                    <a:pt x="200" y="258"/>
                  </a:cubicBezTo>
                  <a:cubicBezTo>
                    <a:pt x="194" y="252"/>
                    <a:pt x="191" y="244"/>
                    <a:pt x="191" y="235"/>
                  </a:cubicBezTo>
                  <a:cubicBezTo>
                    <a:pt x="191" y="163"/>
                    <a:pt x="191" y="163"/>
                    <a:pt x="191" y="163"/>
                  </a:cubicBezTo>
                  <a:cubicBezTo>
                    <a:pt x="129" y="163"/>
                    <a:pt x="129" y="163"/>
                    <a:pt x="129" y="163"/>
                  </a:cubicBezTo>
                  <a:cubicBezTo>
                    <a:pt x="125" y="186"/>
                    <a:pt x="118" y="205"/>
                    <a:pt x="108" y="219"/>
                  </a:cubicBezTo>
                  <a:cubicBezTo>
                    <a:pt x="90" y="246"/>
                    <a:pt x="58" y="265"/>
                    <a:pt x="11" y="274"/>
                  </a:cubicBezTo>
                  <a:cubicBezTo>
                    <a:pt x="0" y="257"/>
                    <a:pt x="0" y="257"/>
                    <a:pt x="0" y="257"/>
                  </a:cubicBezTo>
                  <a:cubicBezTo>
                    <a:pt x="35" y="246"/>
                    <a:pt x="60" y="230"/>
                    <a:pt x="74" y="208"/>
                  </a:cubicBezTo>
                  <a:cubicBezTo>
                    <a:pt x="82" y="196"/>
                    <a:pt x="88" y="181"/>
                    <a:pt x="91" y="163"/>
                  </a:cubicBezTo>
                  <a:cubicBezTo>
                    <a:pt x="18" y="163"/>
                    <a:pt x="18" y="163"/>
                    <a:pt x="18" y="163"/>
                  </a:cubicBezTo>
                  <a:cubicBezTo>
                    <a:pt x="18" y="142"/>
                    <a:pt x="18" y="142"/>
                    <a:pt x="18" y="142"/>
                  </a:cubicBezTo>
                  <a:lnTo>
                    <a:pt x="95" y="142"/>
                  </a:lnTo>
                  <a:close/>
                  <a:moveTo>
                    <a:pt x="121" y="88"/>
                  </a:moveTo>
                  <a:cubicBezTo>
                    <a:pt x="90" y="110"/>
                    <a:pt x="53" y="125"/>
                    <a:pt x="11" y="134"/>
                  </a:cubicBezTo>
                  <a:cubicBezTo>
                    <a:pt x="2" y="118"/>
                    <a:pt x="2" y="118"/>
                    <a:pt x="2" y="118"/>
                  </a:cubicBezTo>
                  <a:cubicBezTo>
                    <a:pt x="35" y="102"/>
                    <a:pt x="67" y="83"/>
                    <a:pt x="97" y="60"/>
                  </a:cubicBezTo>
                  <a:lnTo>
                    <a:pt x="121" y="88"/>
                  </a:lnTo>
                  <a:close/>
                  <a:moveTo>
                    <a:pt x="155" y="32"/>
                  </a:moveTo>
                  <a:cubicBezTo>
                    <a:pt x="276" y="32"/>
                    <a:pt x="276" y="32"/>
                    <a:pt x="276" y="32"/>
                  </a:cubicBezTo>
                  <a:cubicBezTo>
                    <a:pt x="276" y="85"/>
                    <a:pt x="276" y="85"/>
                    <a:pt x="276" y="85"/>
                  </a:cubicBezTo>
                  <a:cubicBezTo>
                    <a:pt x="239" y="85"/>
                    <a:pt x="239" y="85"/>
                    <a:pt x="239" y="85"/>
                  </a:cubicBezTo>
                  <a:cubicBezTo>
                    <a:pt x="239" y="53"/>
                    <a:pt x="239" y="53"/>
                    <a:pt x="239" y="53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5" y="85"/>
                    <a:pt x="5" y="85"/>
                    <a:pt x="5" y="85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24" y="25"/>
                    <a:pt x="118" y="19"/>
                    <a:pt x="111" y="12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44" y="4"/>
                    <a:pt x="158" y="12"/>
                    <a:pt x="170" y="22"/>
                  </a:cubicBezTo>
                  <a:lnTo>
                    <a:pt x="155" y="32"/>
                  </a:lnTo>
                  <a:close/>
                  <a:moveTo>
                    <a:pt x="278" y="107"/>
                  </a:moveTo>
                  <a:cubicBezTo>
                    <a:pt x="246" y="90"/>
                    <a:pt x="209" y="77"/>
                    <a:pt x="169" y="66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193" y="99"/>
                    <a:pt x="225" y="118"/>
                    <a:pt x="257" y="137"/>
                  </a:cubicBezTo>
                  <a:lnTo>
                    <a:pt x="278" y="107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8" name="Freeform 63">
              <a:extLst>
                <a:ext uri="{FF2B5EF4-FFF2-40B4-BE49-F238E27FC236}">
                  <a16:creationId xmlns:a16="http://schemas.microsoft.com/office/drawing/2014/main" id="{B6E26A15-B39A-44B2-826A-9C94432C64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24888" y="2716213"/>
              <a:ext cx="725488" cy="754063"/>
            </a:xfrm>
            <a:custGeom>
              <a:avLst/>
              <a:gdLst>
                <a:gd name="T0" fmla="*/ 196 w 457"/>
                <a:gd name="T1" fmla="*/ 340 h 475"/>
                <a:gd name="T2" fmla="*/ 0 w 457"/>
                <a:gd name="T3" fmla="*/ 340 h 475"/>
                <a:gd name="T4" fmla="*/ 0 w 457"/>
                <a:gd name="T5" fmla="*/ 83 h 475"/>
                <a:gd name="T6" fmla="*/ 196 w 457"/>
                <a:gd name="T7" fmla="*/ 83 h 475"/>
                <a:gd name="T8" fmla="*/ 196 w 457"/>
                <a:gd name="T9" fmla="*/ 0 h 475"/>
                <a:gd name="T10" fmla="*/ 262 w 457"/>
                <a:gd name="T11" fmla="*/ 0 h 475"/>
                <a:gd name="T12" fmla="*/ 262 w 457"/>
                <a:gd name="T13" fmla="*/ 83 h 475"/>
                <a:gd name="T14" fmla="*/ 457 w 457"/>
                <a:gd name="T15" fmla="*/ 83 h 475"/>
                <a:gd name="T16" fmla="*/ 457 w 457"/>
                <a:gd name="T17" fmla="*/ 340 h 475"/>
                <a:gd name="T18" fmla="*/ 262 w 457"/>
                <a:gd name="T19" fmla="*/ 340 h 475"/>
                <a:gd name="T20" fmla="*/ 262 w 457"/>
                <a:gd name="T21" fmla="*/ 475 h 475"/>
                <a:gd name="T22" fmla="*/ 196 w 457"/>
                <a:gd name="T23" fmla="*/ 475 h 475"/>
                <a:gd name="T24" fmla="*/ 196 w 457"/>
                <a:gd name="T25" fmla="*/ 340 h 475"/>
                <a:gd name="T26" fmla="*/ 66 w 457"/>
                <a:gd name="T27" fmla="*/ 120 h 475"/>
                <a:gd name="T28" fmla="*/ 66 w 457"/>
                <a:gd name="T29" fmla="*/ 303 h 475"/>
                <a:gd name="T30" fmla="*/ 196 w 457"/>
                <a:gd name="T31" fmla="*/ 303 h 475"/>
                <a:gd name="T32" fmla="*/ 196 w 457"/>
                <a:gd name="T33" fmla="*/ 120 h 475"/>
                <a:gd name="T34" fmla="*/ 66 w 457"/>
                <a:gd name="T35" fmla="*/ 120 h 475"/>
                <a:gd name="T36" fmla="*/ 392 w 457"/>
                <a:gd name="T37" fmla="*/ 303 h 475"/>
                <a:gd name="T38" fmla="*/ 392 w 457"/>
                <a:gd name="T39" fmla="*/ 120 h 475"/>
                <a:gd name="T40" fmla="*/ 262 w 457"/>
                <a:gd name="T41" fmla="*/ 120 h 475"/>
                <a:gd name="T42" fmla="*/ 262 w 457"/>
                <a:gd name="T43" fmla="*/ 303 h 475"/>
                <a:gd name="T44" fmla="*/ 392 w 457"/>
                <a:gd name="T45" fmla="*/ 303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57" h="475">
                  <a:moveTo>
                    <a:pt x="196" y="340"/>
                  </a:moveTo>
                  <a:lnTo>
                    <a:pt x="0" y="340"/>
                  </a:lnTo>
                  <a:lnTo>
                    <a:pt x="0" y="83"/>
                  </a:lnTo>
                  <a:lnTo>
                    <a:pt x="196" y="83"/>
                  </a:lnTo>
                  <a:lnTo>
                    <a:pt x="196" y="0"/>
                  </a:lnTo>
                  <a:lnTo>
                    <a:pt x="262" y="0"/>
                  </a:lnTo>
                  <a:lnTo>
                    <a:pt x="262" y="83"/>
                  </a:lnTo>
                  <a:lnTo>
                    <a:pt x="457" y="83"/>
                  </a:lnTo>
                  <a:lnTo>
                    <a:pt x="457" y="340"/>
                  </a:lnTo>
                  <a:lnTo>
                    <a:pt x="262" y="340"/>
                  </a:lnTo>
                  <a:lnTo>
                    <a:pt x="262" y="475"/>
                  </a:lnTo>
                  <a:lnTo>
                    <a:pt x="196" y="475"/>
                  </a:lnTo>
                  <a:lnTo>
                    <a:pt x="196" y="340"/>
                  </a:lnTo>
                  <a:close/>
                  <a:moveTo>
                    <a:pt x="66" y="120"/>
                  </a:moveTo>
                  <a:lnTo>
                    <a:pt x="66" y="303"/>
                  </a:lnTo>
                  <a:lnTo>
                    <a:pt x="196" y="303"/>
                  </a:lnTo>
                  <a:lnTo>
                    <a:pt x="196" y="120"/>
                  </a:lnTo>
                  <a:lnTo>
                    <a:pt x="66" y="120"/>
                  </a:lnTo>
                  <a:close/>
                  <a:moveTo>
                    <a:pt x="392" y="303"/>
                  </a:moveTo>
                  <a:lnTo>
                    <a:pt x="392" y="120"/>
                  </a:lnTo>
                  <a:lnTo>
                    <a:pt x="262" y="120"/>
                  </a:lnTo>
                  <a:lnTo>
                    <a:pt x="262" y="303"/>
                  </a:lnTo>
                  <a:lnTo>
                    <a:pt x="392" y="303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9" name="Freeform 64">
              <a:extLst>
                <a:ext uri="{FF2B5EF4-FFF2-40B4-BE49-F238E27FC236}">
                  <a16:creationId xmlns:a16="http://schemas.microsoft.com/office/drawing/2014/main" id="{7E49499A-D893-40CE-8608-7A04B91D9A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40863" y="2706688"/>
              <a:ext cx="812800" cy="754063"/>
            </a:xfrm>
            <a:custGeom>
              <a:avLst/>
              <a:gdLst>
                <a:gd name="T0" fmla="*/ 0 w 290"/>
                <a:gd name="T1" fmla="*/ 229 h 268"/>
                <a:gd name="T2" fmla="*/ 38 w 290"/>
                <a:gd name="T3" fmla="*/ 101 h 268"/>
                <a:gd name="T4" fmla="*/ 60 w 290"/>
                <a:gd name="T5" fmla="*/ 105 h 268"/>
                <a:gd name="T6" fmla="*/ 35 w 290"/>
                <a:gd name="T7" fmla="*/ 238 h 268"/>
                <a:gd name="T8" fmla="*/ 0 w 290"/>
                <a:gd name="T9" fmla="*/ 229 h 268"/>
                <a:gd name="T10" fmla="*/ 243 w 290"/>
                <a:gd name="T11" fmla="*/ 268 h 268"/>
                <a:gd name="T12" fmla="*/ 252 w 290"/>
                <a:gd name="T13" fmla="*/ 238 h 268"/>
                <a:gd name="T14" fmla="*/ 128 w 290"/>
                <a:gd name="T15" fmla="*/ 238 h 268"/>
                <a:gd name="T16" fmla="*/ 118 w 290"/>
                <a:gd name="T17" fmla="*/ 234 h 268"/>
                <a:gd name="T18" fmla="*/ 114 w 290"/>
                <a:gd name="T19" fmla="*/ 223 h 268"/>
                <a:gd name="T20" fmla="*/ 114 w 290"/>
                <a:gd name="T21" fmla="*/ 61 h 268"/>
                <a:gd name="T22" fmla="*/ 77 w 290"/>
                <a:gd name="T23" fmla="*/ 61 h 268"/>
                <a:gd name="T24" fmla="*/ 77 w 290"/>
                <a:gd name="T25" fmla="*/ 235 h 268"/>
                <a:gd name="T26" fmla="*/ 86 w 290"/>
                <a:gd name="T27" fmla="*/ 258 h 268"/>
                <a:gd name="T28" fmla="*/ 110 w 290"/>
                <a:gd name="T29" fmla="*/ 268 h 268"/>
                <a:gd name="T30" fmla="*/ 243 w 290"/>
                <a:gd name="T31" fmla="*/ 268 h 268"/>
                <a:gd name="T32" fmla="*/ 164 w 290"/>
                <a:gd name="T33" fmla="*/ 107 h 268"/>
                <a:gd name="T34" fmla="*/ 107 w 290"/>
                <a:gd name="T35" fmla="*/ 13 h 268"/>
                <a:gd name="T36" fmla="*/ 124 w 290"/>
                <a:gd name="T37" fmla="*/ 0 h 268"/>
                <a:gd name="T38" fmla="*/ 196 w 290"/>
                <a:gd name="T39" fmla="*/ 88 h 268"/>
                <a:gd name="T40" fmla="*/ 164 w 290"/>
                <a:gd name="T41" fmla="*/ 107 h 268"/>
                <a:gd name="T42" fmla="*/ 255 w 290"/>
                <a:gd name="T43" fmla="*/ 195 h 268"/>
                <a:gd name="T44" fmla="*/ 213 w 290"/>
                <a:gd name="T45" fmla="*/ 94 h 268"/>
                <a:gd name="T46" fmla="*/ 232 w 290"/>
                <a:gd name="T47" fmla="*/ 84 h 268"/>
                <a:gd name="T48" fmla="*/ 290 w 290"/>
                <a:gd name="T49" fmla="*/ 181 h 268"/>
                <a:gd name="T50" fmla="*/ 255 w 290"/>
                <a:gd name="T51" fmla="*/ 195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90" h="268">
                  <a:moveTo>
                    <a:pt x="0" y="229"/>
                  </a:moveTo>
                  <a:cubicBezTo>
                    <a:pt x="16" y="185"/>
                    <a:pt x="29" y="142"/>
                    <a:pt x="38" y="101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55" y="158"/>
                    <a:pt x="47" y="202"/>
                    <a:pt x="35" y="238"/>
                  </a:cubicBezTo>
                  <a:lnTo>
                    <a:pt x="0" y="229"/>
                  </a:lnTo>
                  <a:close/>
                  <a:moveTo>
                    <a:pt x="243" y="268"/>
                  </a:moveTo>
                  <a:cubicBezTo>
                    <a:pt x="252" y="238"/>
                    <a:pt x="252" y="238"/>
                    <a:pt x="252" y="238"/>
                  </a:cubicBezTo>
                  <a:cubicBezTo>
                    <a:pt x="128" y="238"/>
                    <a:pt x="128" y="238"/>
                    <a:pt x="128" y="238"/>
                  </a:cubicBezTo>
                  <a:cubicBezTo>
                    <a:pt x="124" y="238"/>
                    <a:pt x="121" y="236"/>
                    <a:pt x="118" y="234"/>
                  </a:cubicBezTo>
                  <a:cubicBezTo>
                    <a:pt x="115" y="231"/>
                    <a:pt x="114" y="227"/>
                    <a:pt x="114" y="223"/>
                  </a:cubicBezTo>
                  <a:cubicBezTo>
                    <a:pt x="114" y="61"/>
                    <a:pt x="114" y="61"/>
                    <a:pt x="114" y="61"/>
                  </a:cubicBezTo>
                  <a:cubicBezTo>
                    <a:pt x="77" y="61"/>
                    <a:pt x="77" y="61"/>
                    <a:pt x="77" y="61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7" y="244"/>
                    <a:pt x="80" y="252"/>
                    <a:pt x="86" y="258"/>
                  </a:cubicBezTo>
                  <a:cubicBezTo>
                    <a:pt x="92" y="265"/>
                    <a:pt x="100" y="268"/>
                    <a:pt x="110" y="268"/>
                  </a:cubicBezTo>
                  <a:lnTo>
                    <a:pt x="243" y="268"/>
                  </a:lnTo>
                  <a:close/>
                  <a:moveTo>
                    <a:pt x="164" y="107"/>
                  </a:moveTo>
                  <a:cubicBezTo>
                    <a:pt x="145" y="72"/>
                    <a:pt x="127" y="41"/>
                    <a:pt x="107" y="13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58" y="33"/>
                    <a:pt x="182" y="62"/>
                    <a:pt x="196" y="88"/>
                  </a:cubicBezTo>
                  <a:lnTo>
                    <a:pt x="164" y="107"/>
                  </a:lnTo>
                  <a:close/>
                  <a:moveTo>
                    <a:pt x="255" y="195"/>
                  </a:moveTo>
                  <a:cubicBezTo>
                    <a:pt x="242" y="158"/>
                    <a:pt x="228" y="124"/>
                    <a:pt x="213" y="94"/>
                  </a:cubicBezTo>
                  <a:cubicBezTo>
                    <a:pt x="232" y="84"/>
                    <a:pt x="232" y="84"/>
                    <a:pt x="232" y="84"/>
                  </a:cubicBezTo>
                  <a:cubicBezTo>
                    <a:pt x="260" y="121"/>
                    <a:pt x="279" y="153"/>
                    <a:pt x="290" y="181"/>
                  </a:cubicBezTo>
                  <a:lnTo>
                    <a:pt x="255" y="19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0" name="Freeform 65">
              <a:extLst>
                <a:ext uri="{FF2B5EF4-FFF2-40B4-BE49-F238E27FC236}">
                  <a16:creationId xmlns:a16="http://schemas.microsoft.com/office/drawing/2014/main" id="{CF7CC425-ABE7-476F-A86B-9C12D9A1B0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76838" y="3765551"/>
              <a:ext cx="347663" cy="393700"/>
            </a:xfrm>
            <a:custGeom>
              <a:avLst/>
              <a:gdLst>
                <a:gd name="T0" fmla="*/ 0 w 124"/>
                <a:gd name="T1" fmla="*/ 0 h 140"/>
                <a:gd name="T2" fmla="*/ 58 w 124"/>
                <a:gd name="T3" fmla="*/ 0 h 140"/>
                <a:gd name="T4" fmla="*/ 107 w 124"/>
                <a:gd name="T5" fmla="*/ 17 h 140"/>
                <a:gd name="T6" fmla="*/ 124 w 124"/>
                <a:gd name="T7" fmla="*/ 70 h 140"/>
                <a:gd name="T8" fmla="*/ 106 w 124"/>
                <a:gd name="T9" fmla="*/ 122 h 140"/>
                <a:gd name="T10" fmla="*/ 54 w 124"/>
                <a:gd name="T11" fmla="*/ 140 h 140"/>
                <a:gd name="T12" fmla="*/ 0 w 124"/>
                <a:gd name="T13" fmla="*/ 140 h 140"/>
                <a:gd name="T14" fmla="*/ 0 w 124"/>
                <a:gd name="T15" fmla="*/ 0 h 140"/>
                <a:gd name="T16" fmla="*/ 25 w 124"/>
                <a:gd name="T17" fmla="*/ 20 h 140"/>
                <a:gd name="T18" fmla="*/ 25 w 124"/>
                <a:gd name="T19" fmla="*/ 119 h 140"/>
                <a:gd name="T20" fmla="*/ 55 w 124"/>
                <a:gd name="T21" fmla="*/ 119 h 140"/>
                <a:gd name="T22" fmla="*/ 88 w 124"/>
                <a:gd name="T23" fmla="*/ 107 h 140"/>
                <a:gd name="T24" fmla="*/ 99 w 124"/>
                <a:gd name="T25" fmla="*/ 68 h 140"/>
                <a:gd name="T26" fmla="*/ 88 w 124"/>
                <a:gd name="T27" fmla="*/ 32 h 140"/>
                <a:gd name="T28" fmla="*/ 57 w 124"/>
                <a:gd name="T29" fmla="*/ 20 h 140"/>
                <a:gd name="T30" fmla="*/ 25 w 124"/>
                <a:gd name="T31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4" h="140">
                  <a:moveTo>
                    <a:pt x="0" y="0"/>
                  </a:moveTo>
                  <a:cubicBezTo>
                    <a:pt x="58" y="0"/>
                    <a:pt x="58" y="0"/>
                    <a:pt x="58" y="0"/>
                  </a:cubicBezTo>
                  <a:cubicBezTo>
                    <a:pt x="80" y="0"/>
                    <a:pt x="96" y="6"/>
                    <a:pt x="107" y="17"/>
                  </a:cubicBezTo>
                  <a:cubicBezTo>
                    <a:pt x="118" y="29"/>
                    <a:pt x="124" y="46"/>
                    <a:pt x="124" y="70"/>
                  </a:cubicBezTo>
                  <a:cubicBezTo>
                    <a:pt x="124" y="92"/>
                    <a:pt x="118" y="109"/>
                    <a:pt x="106" y="122"/>
                  </a:cubicBezTo>
                  <a:cubicBezTo>
                    <a:pt x="94" y="134"/>
                    <a:pt x="77" y="140"/>
                    <a:pt x="54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  <a:moveTo>
                    <a:pt x="25" y="20"/>
                  </a:moveTo>
                  <a:cubicBezTo>
                    <a:pt x="25" y="119"/>
                    <a:pt x="25" y="119"/>
                    <a:pt x="25" y="119"/>
                  </a:cubicBezTo>
                  <a:cubicBezTo>
                    <a:pt x="55" y="119"/>
                    <a:pt x="55" y="119"/>
                    <a:pt x="55" y="119"/>
                  </a:cubicBezTo>
                  <a:cubicBezTo>
                    <a:pt x="70" y="119"/>
                    <a:pt x="81" y="115"/>
                    <a:pt x="88" y="107"/>
                  </a:cubicBezTo>
                  <a:cubicBezTo>
                    <a:pt x="95" y="99"/>
                    <a:pt x="99" y="86"/>
                    <a:pt x="99" y="68"/>
                  </a:cubicBezTo>
                  <a:cubicBezTo>
                    <a:pt x="99" y="52"/>
                    <a:pt x="95" y="40"/>
                    <a:pt x="88" y="32"/>
                  </a:cubicBezTo>
                  <a:cubicBezTo>
                    <a:pt x="81" y="24"/>
                    <a:pt x="71" y="20"/>
                    <a:pt x="57" y="20"/>
                  </a:cubicBezTo>
                  <a:lnTo>
                    <a:pt x="25" y="20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1" name="Freeform 66">
              <a:extLst>
                <a:ext uri="{FF2B5EF4-FFF2-40B4-BE49-F238E27FC236}">
                  <a16:creationId xmlns:a16="http://schemas.microsoft.com/office/drawing/2014/main" id="{8BEE3EF2-7214-4C81-A150-4EB201E5B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8476" y="3754438"/>
              <a:ext cx="371475" cy="415925"/>
            </a:xfrm>
            <a:custGeom>
              <a:avLst/>
              <a:gdLst>
                <a:gd name="T0" fmla="*/ 132 w 133"/>
                <a:gd name="T1" fmla="*/ 48 h 148"/>
                <a:gd name="T2" fmla="*/ 108 w 133"/>
                <a:gd name="T3" fmla="*/ 48 h 148"/>
                <a:gd name="T4" fmla="*/ 96 w 133"/>
                <a:gd name="T5" fmla="*/ 28 h 148"/>
                <a:gd name="T6" fmla="*/ 70 w 133"/>
                <a:gd name="T7" fmla="*/ 21 h 148"/>
                <a:gd name="T8" fmla="*/ 37 w 133"/>
                <a:gd name="T9" fmla="*/ 35 h 148"/>
                <a:gd name="T10" fmla="*/ 25 w 133"/>
                <a:gd name="T11" fmla="*/ 73 h 148"/>
                <a:gd name="T12" fmla="*/ 37 w 133"/>
                <a:gd name="T13" fmla="*/ 112 h 148"/>
                <a:gd name="T14" fmla="*/ 69 w 133"/>
                <a:gd name="T15" fmla="*/ 127 h 148"/>
                <a:gd name="T16" fmla="*/ 96 w 133"/>
                <a:gd name="T17" fmla="*/ 118 h 148"/>
                <a:gd name="T18" fmla="*/ 108 w 133"/>
                <a:gd name="T19" fmla="*/ 94 h 148"/>
                <a:gd name="T20" fmla="*/ 133 w 133"/>
                <a:gd name="T21" fmla="*/ 94 h 148"/>
                <a:gd name="T22" fmla="*/ 114 w 133"/>
                <a:gd name="T23" fmla="*/ 133 h 148"/>
                <a:gd name="T24" fmla="*/ 68 w 133"/>
                <a:gd name="T25" fmla="*/ 148 h 148"/>
                <a:gd name="T26" fmla="*/ 18 w 133"/>
                <a:gd name="T27" fmla="*/ 128 h 148"/>
                <a:gd name="T28" fmla="*/ 0 w 133"/>
                <a:gd name="T29" fmla="*/ 74 h 148"/>
                <a:gd name="T30" fmla="*/ 18 w 133"/>
                <a:gd name="T31" fmla="*/ 20 h 148"/>
                <a:gd name="T32" fmla="*/ 70 w 133"/>
                <a:gd name="T33" fmla="*/ 0 h 148"/>
                <a:gd name="T34" fmla="*/ 114 w 133"/>
                <a:gd name="T35" fmla="*/ 13 h 148"/>
                <a:gd name="T36" fmla="*/ 132 w 133"/>
                <a:gd name="T37" fmla="*/ 4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48">
                  <a:moveTo>
                    <a:pt x="132" y="48"/>
                  </a:moveTo>
                  <a:cubicBezTo>
                    <a:pt x="108" y="48"/>
                    <a:pt x="108" y="48"/>
                    <a:pt x="108" y="48"/>
                  </a:cubicBezTo>
                  <a:cubicBezTo>
                    <a:pt x="106" y="39"/>
                    <a:pt x="102" y="33"/>
                    <a:pt x="96" y="28"/>
                  </a:cubicBezTo>
                  <a:cubicBezTo>
                    <a:pt x="89" y="24"/>
                    <a:pt x="80" y="21"/>
                    <a:pt x="70" y="21"/>
                  </a:cubicBezTo>
                  <a:cubicBezTo>
                    <a:pt x="55" y="21"/>
                    <a:pt x="44" y="26"/>
                    <a:pt x="37" y="35"/>
                  </a:cubicBezTo>
                  <a:cubicBezTo>
                    <a:pt x="29" y="44"/>
                    <a:pt x="25" y="57"/>
                    <a:pt x="25" y="73"/>
                  </a:cubicBezTo>
                  <a:cubicBezTo>
                    <a:pt x="25" y="90"/>
                    <a:pt x="29" y="103"/>
                    <a:pt x="37" y="112"/>
                  </a:cubicBezTo>
                  <a:cubicBezTo>
                    <a:pt x="45" y="122"/>
                    <a:pt x="56" y="127"/>
                    <a:pt x="69" y="127"/>
                  </a:cubicBezTo>
                  <a:cubicBezTo>
                    <a:pt x="80" y="127"/>
                    <a:pt x="89" y="124"/>
                    <a:pt x="96" y="118"/>
                  </a:cubicBezTo>
                  <a:cubicBezTo>
                    <a:pt x="104" y="112"/>
                    <a:pt x="108" y="104"/>
                    <a:pt x="108" y="94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32" y="110"/>
                    <a:pt x="126" y="122"/>
                    <a:pt x="114" y="133"/>
                  </a:cubicBezTo>
                  <a:cubicBezTo>
                    <a:pt x="102" y="143"/>
                    <a:pt x="87" y="148"/>
                    <a:pt x="68" y="148"/>
                  </a:cubicBezTo>
                  <a:cubicBezTo>
                    <a:pt x="47" y="148"/>
                    <a:pt x="30" y="141"/>
                    <a:pt x="18" y="128"/>
                  </a:cubicBezTo>
                  <a:cubicBezTo>
                    <a:pt x="6" y="115"/>
                    <a:pt x="0" y="97"/>
                    <a:pt x="0" y="74"/>
                  </a:cubicBezTo>
                  <a:cubicBezTo>
                    <a:pt x="0" y="51"/>
                    <a:pt x="6" y="33"/>
                    <a:pt x="18" y="20"/>
                  </a:cubicBezTo>
                  <a:cubicBezTo>
                    <a:pt x="31" y="7"/>
                    <a:pt x="48" y="0"/>
                    <a:pt x="70" y="0"/>
                  </a:cubicBezTo>
                  <a:cubicBezTo>
                    <a:pt x="88" y="0"/>
                    <a:pt x="103" y="5"/>
                    <a:pt x="114" y="13"/>
                  </a:cubicBezTo>
                  <a:cubicBezTo>
                    <a:pt x="125" y="22"/>
                    <a:pt x="131" y="33"/>
                    <a:pt x="132" y="48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2" name="Freeform 67">
              <a:extLst>
                <a:ext uri="{FF2B5EF4-FFF2-40B4-BE49-F238E27FC236}">
                  <a16:creationId xmlns:a16="http://schemas.microsoft.com/office/drawing/2014/main" id="{FC314BE5-1DA8-48B7-A8FD-2132DD6D7B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8563" y="3765551"/>
              <a:ext cx="330200" cy="393700"/>
            </a:xfrm>
            <a:custGeom>
              <a:avLst/>
              <a:gdLst>
                <a:gd name="T0" fmla="*/ 0 w 118"/>
                <a:gd name="T1" fmla="*/ 0 h 140"/>
                <a:gd name="T2" fmla="*/ 64 w 118"/>
                <a:gd name="T3" fmla="*/ 0 h 140"/>
                <a:gd name="T4" fmla="*/ 70 w 118"/>
                <a:gd name="T5" fmla="*/ 1 h 140"/>
                <a:gd name="T6" fmla="*/ 72 w 118"/>
                <a:gd name="T7" fmla="*/ 1 h 140"/>
                <a:gd name="T8" fmla="*/ 103 w 118"/>
                <a:gd name="T9" fmla="*/ 11 h 140"/>
                <a:gd name="T10" fmla="*/ 114 w 118"/>
                <a:gd name="T11" fmla="*/ 39 h 140"/>
                <a:gd name="T12" fmla="*/ 108 w 118"/>
                <a:gd name="T13" fmla="*/ 60 h 140"/>
                <a:gd name="T14" fmla="*/ 92 w 118"/>
                <a:gd name="T15" fmla="*/ 72 h 140"/>
                <a:gd name="T16" fmla="*/ 106 w 118"/>
                <a:gd name="T17" fmla="*/ 81 h 140"/>
                <a:gd name="T18" fmla="*/ 110 w 118"/>
                <a:gd name="T19" fmla="*/ 100 h 140"/>
                <a:gd name="T20" fmla="*/ 112 w 118"/>
                <a:gd name="T21" fmla="*/ 120 h 140"/>
                <a:gd name="T22" fmla="*/ 112 w 118"/>
                <a:gd name="T23" fmla="*/ 120 h 140"/>
                <a:gd name="T24" fmla="*/ 118 w 118"/>
                <a:gd name="T25" fmla="*/ 136 h 140"/>
                <a:gd name="T26" fmla="*/ 118 w 118"/>
                <a:gd name="T27" fmla="*/ 140 h 140"/>
                <a:gd name="T28" fmla="*/ 90 w 118"/>
                <a:gd name="T29" fmla="*/ 140 h 140"/>
                <a:gd name="T30" fmla="*/ 88 w 118"/>
                <a:gd name="T31" fmla="*/ 134 h 140"/>
                <a:gd name="T32" fmla="*/ 86 w 118"/>
                <a:gd name="T33" fmla="*/ 122 h 140"/>
                <a:gd name="T34" fmla="*/ 86 w 118"/>
                <a:gd name="T35" fmla="*/ 105 h 140"/>
                <a:gd name="T36" fmla="*/ 79 w 118"/>
                <a:gd name="T37" fmla="*/ 87 h 140"/>
                <a:gd name="T38" fmla="*/ 62 w 118"/>
                <a:gd name="T39" fmla="*/ 83 h 140"/>
                <a:gd name="T40" fmla="*/ 57 w 118"/>
                <a:gd name="T41" fmla="*/ 83 h 140"/>
                <a:gd name="T42" fmla="*/ 24 w 118"/>
                <a:gd name="T43" fmla="*/ 83 h 140"/>
                <a:gd name="T44" fmla="*/ 24 w 118"/>
                <a:gd name="T45" fmla="*/ 140 h 140"/>
                <a:gd name="T46" fmla="*/ 0 w 118"/>
                <a:gd name="T47" fmla="*/ 140 h 140"/>
                <a:gd name="T48" fmla="*/ 0 w 118"/>
                <a:gd name="T49" fmla="*/ 0 h 140"/>
                <a:gd name="T50" fmla="*/ 24 w 118"/>
                <a:gd name="T51" fmla="*/ 20 h 140"/>
                <a:gd name="T52" fmla="*/ 24 w 118"/>
                <a:gd name="T53" fmla="*/ 63 h 140"/>
                <a:gd name="T54" fmla="*/ 60 w 118"/>
                <a:gd name="T55" fmla="*/ 63 h 140"/>
                <a:gd name="T56" fmla="*/ 82 w 118"/>
                <a:gd name="T57" fmla="*/ 58 h 140"/>
                <a:gd name="T58" fmla="*/ 89 w 118"/>
                <a:gd name="T59" fmla="*/ 41 h 140"/>
                <a:gd name="T60" fmla="*/ 82 w 118"/>
                <a:gd name="T61" fmla="*/ 25 h 140"/>
                <a:gd name="T62" fmla="*/ 60 w 118"/>
                <a:gd name="T63" fmla="*/ 20 h 140"/>
                <a:gd name="T64" fmla="*/ 24 w 118"/>
                <a:gd name="T65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8" h="140">
                  <a:moveTo>
                    <a:pt x="0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66" y="0"/>
                    <a:pt x="68" y="0"/>
                    <a:pt x="70" y="1"/>
                  </a:cubicBezTo>
                  <a:cubicBezTo>
                    <a:pt x="71" y="1"/>
                    <a:pt x="72" y="1"/>
                    <a:pt x="72" y="1"/>
                  </a:cubicBezTo>
                  <a:cubicBezTo>
                    <a:pt x="85" y="1"/>
                    <a:pt x="95" y="4"/>
                    <a:pt x="103" y="11"/>
                  </a:cubicBezTo>
                  <a:cubicBezTo>
                    <a:pt x="110" y="18"/>
                    <a:pt x="114" y="27"/>
                    <a:pt x="114" y="39"/>
                  </a:cubicBezTo>
                  <a:cubicBezTo>
                    <a:pt x="114" y="47"/>
                    <a:pt x="112" y="54"/>
                    <a:pt x="108" y="60"/>
                  </a:cubicBezTo>
                  <a:cubicBezTo>
                    <a:pt x="105" y="65"/>
                    <a:pt x="99" y="69"/>
                    <a:pt x="92" y="72"/>
                  </a:cubicBezTo>
                  <a:cubicBezTo>
                    <a:pt x="99" y="74"/>
                    <a:pt x="103" y="77"/>
                    <a:pt x="106" y="81"/>
                  </a:cubicBezTo>
                  <a:cubicBezTo>
                    <a:pt x="108" y="85"/>
                    <a:pt x="110" y="91"/>
                    <a:pt x="110" y="100"/>
                  </a:cubicBezTo>
                  <a:cubicBezTo>
                    <a:pt x="112" y="120"/>
                    <a:pt x="112" y="120"/>
                    <a:pt x="112" y="120"/>
                  </a:cubicBezTo>
                  <a:cubicBezTo>
                    <a:pt x="112" y="120"/>
                    <a:pt x="112" y="120"/>
                    <a:pt x="112" y="120"/>
                  </a:cubicBezTo>
                  <a:cubicBezTo>
                    <a:pt x="112" y="129"/>
                    <a:pt x="114" y="134"/>
                    <a:pt x="118" y="136"/>
                  </a:cubicBezTo>
                  <a:cubicBezTo>
                    <a:pt x="118" y="140"/>
                    <a:pt x="118" y="140"/>
                    <a:pt x="118" y="140"/>
                  </a:cubicBezTo>
                  <a:cubicBezTo>
                    <a:pt x="90" y="140"/>
                    <a:pt x="90" y="140"/>
                    <a:pt x="90" y="140"/>
                  </a:cubicBezTo>
                  <a:cubicBezTo>
                    <a:pt x="89" y="138"/>
                    <a:pt x="88" y="136"/>
                    <a:pt x="88" y="134"/>
                  </a:cubicBezTo>
                  <a:cubicBezTo>
                    <a:pt x="87" y="131"/>
                    <a:pt x="87" y="127"/>
                    <a:pt x="86" y="122"/>
                  </a:cubicBezTo>
                  <a:cubicBezTo>
                    <a:pt x="86" y="105"/>
                    <a:pt x="86" y="105"/>
                    <a:pt x="86" y="105"/>
                  </a:cubicBezTo>
                  <a:cubicBezTo>
                    <a:pt x="85" y="96"/>
                    <a:pt x="83" y="90"/>
                    <a:pt x="79" y="87"/>
                  </a:cubicBezTo>
                  <a:cubicBezTo>
                    <a:pt x="76" y="84"/>
                    <a:pt x="70" y="83"/>
                    <a:pt x="62" y="83"/>
                  </a:cubicBezTo>
                  <a:cubicBezTo>
                    <a:pt x="57" y="83"/>
                    <a:pt x="57" y="83"/>
                    <a:pt x="57" y="83"/>
                  </a:cubicBezTo>
                  <a:cubicBezTo>
                    <a:pt x="24" y="83"/>
                    <a:pt x="24" y="83"/>
                    <a:pt x="24" y="83"/>
                  </a:cubicBezTo>
                  <a:cubicBezTo>
                    <a:pt x="24" y="140"/>
                    <a:pt x="24" y="140"/>
                    <a:pt x="24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  <a:moveTo>
                    <a:pt x="24" y="20"/>
                  </a:moveTo>
                  <a:cubicBezTo>
                    <a:pt x="24" y="63"/>
                    <a:pt x="24" y="63"/>
                    <a:pt x="24" y="63"/>
                  </a:cubicBezTo>
                  <a:cubicBezTo>
                    <a:pt x="60" y="63"/>
                    <a:pt x="60" y="63"/>
                    <a:pt x="60" y="63"/>
                  </a:cubicBezTo>
                  <a:cubicBezTo>
                    <a:pt x="70" y="63"/>
                    <a:pt x="77" y="61"/>
                    <a:pt x="82" y="58"/>
                  </a:cubicBezTo>
                  <a:cubicBezTo>
                    <a:pt x="86" y="54"/>
                    <a:pt x="89" y="49"/>
                    <a:pt x="89" y="41"/>
                  </a:cubicBezTo>
                  <a:cubicBezTo>
                    <a:pt x="89" y="34"/>
                    <a:pt x="87" y="28"/>
                    <a:pt x="82" y="25"/>
                  </a:cubicBezTo>
                  <a:cubicBezTo>
                    <a:pt x="78" y="22"/>
                    <a:pt x="70" y="20"/>
                    <a:pt x="60" y="20"/>
                  </a:cubicBezTo>
                  <a:lnTo>
                    <a:pt x="24" y="20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3" name="Freeform 68">
              <a:extLst>
                <a:ext uri="{FF2B5EF4-FFF2-40B4-BE49-F238E27FC236}">
                  <a16:creationId xmlns:a16="http://schemas.microsoft.com/office/drawing/2014/main" id="{08DD466D-92C5-4C83-AA1F-A8DEC7A16A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53213" y="3860801"/>
              <a:ext cx="282575" cy="306388"/>
            </a:xfrm>
            <a:custGeom>
              <a:avLst/>
              <a:gdLst>
                <a:gd name="T0" fmla="*/ 101 w 101"/>
                <a:gd name="T1" fmla="*/ 61 h 109"/>
                <a:gd name="T2" fmla="*/ 24 w 101"/>
                <a:gd name="T3" fmla="*/ 61 h 109"/>
                <a:gd name="T4" fmla="*/ 32 w 101"/>
                <a:gd name="T5" fmla="*/ 83 h 109"/>
                <a:gd name="T6" fmla="*/ 52 w 101"/>
                <a:gd name="T7" fmla="*/ 91 h 109"/>
                <a:gd name="T8" fmla="*/ 68 w 101"/>
                <a:gd name="T9" fmla="*/ 86 h 109"/>
                <a:gd name="T10" fmla="*/ 76 w 101"/>
                <a:gd name="T11" fmla="*/ 74 h 109"/>
                <a:gd name="T12" fmla="*/ 100 w 101"/>
                <a:gd name="T13" fmla="*/ 74 h 109"/>
                <a:gd name="T14" fmla="*/ 83 w 101"/>
                <a:gd name="T15" fmla="*/ 100 h 109"/>
                <a:gd name="T16" fmla="*/ 51 w 101"/>
                <a:gd name="T17" fmla="*/ 109 h 109"/>
                <a:gd name="T18" fmla="*/ 14 w 101"/>
                <a:gd name="T19" fmla="*/ 95 h 109"/>
                <a:gd name="T20" fmla="*/ 0 w 101"/>
                <a:gd name="T21" fmla="*/ 55 h 109"/>
                <a:gd name="T22" fmla="*/ 14 w 101"/>
                <a:gd name="T23" fmla="*/ 15 h 109"/>
                <a:gd name="T24" fmla="*/ 51 w 101"/>
                <a:gd name="T25" fmla="*/ 0 h 109"/>
                <a:gd name="T26" fmla="*/ 88 w 101"/>
                <a:gd name="T27" fmla="*/ 14 h 109"/>
                <a:gd name="T28" fmla="*/ 101 w 101"/>
                <a:gd name="T29" fmla="*/ 53 h 109"/>
                <a:gd name="T30" fmla="*/ 101 w 101"/>
                <a:gd name="T31" fmla="*/ 60 h 109"/>
                <a:gd name="T32" fmla="*/ 101 w 101"/>
                <a:gd name="T33" fmla="*/ 61 h 109"/>
                <a:gd name="T34" fmla="*/ 77 w 101"/>
                <a:gd name="T35" fmla="*/ 45 h 109"/>
                <a:gd name="T36" fmla="*/ 70 w 101"/>
                <a:gd name="T37" fmla="*/ 26 h 109"/>
                <a:gd name="T38" fmla="*/ 51 w 101"/>
                <a:gd name="T39" fmla="*/ 19 h 109"/>
                <a:gd name="T40" fmla="*/ 32 w 101"/>
                <a:gd name="T41" fmla="*/ 26 h 109"/>
                <a:gd name="T42" fmla="*/ 24 w 101"/>
                <a:gd name="T43" fmla="*/ 45 h 109"/>
                <a:gd name="T44" fmla="*/ 77 w 101"/>
                <a:gd name="T45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1" h="109">
                  <a:moveTo>
                    <a:pt x="101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5" y="70"/>
                    <a:pt x="27" y="78"/>
                    <a:pt x="32" y="83"/>
                  </a:cubicBezTo>
                  <a:cubicBezTo>
                    <a:pt x="37" y="88"/>
                    <a:pt x="43" y="91"/>
                    <a:pt x="52" y="91"/>
                  </a:cubicBezTo>
                  <a:cubicBezTo>
                    <a:pt x="58" y="91"/>
                    <a:pt x="64" y="89"/>
                    <a:pt x="68" y="86"/>
                  </a:cubicBezTo>
                  <a:cubicBezTo>
                    <a:pt x="72" y="83"/>
                    <a:pt x="75" y="79"/>
                    <a:pt x="76" y="74"/>
                  </a:cubicBezTo>
                  <a:cubicBezTo>
                    <a:pt x="100" y="74"/>
                    <a:pt x="100" y="74"/>
                    <a:pt x="100" y="74"/>
                  </a:cubicBezTo>
                  <a:cubicBezTo>
                    <a:pt x="97" y="85"/>
                    <a:pt x="92" y="93"/>
                    <a:pt x="83" y="100"/>
                  </a:cubicBezTo>
                  <a:cubicBezTo>
                    <a:pt x="74" y="106"/>
                    <a:pt x="63" y="109"/>
                    <a:pt x="51" y="109"/>
                  </a:cubicBezTo>
                  <a:cubicBezTo>
                    <a:pt x="35" y="109"/>
                    <a:pt x="23" y="105"/>
                    <a:pt x="14" y="95"/>
                  </a:cubicBezTo>
                  <a:cubicBezTo>
                    <a:pt x="5" y="85"/>
                    <a:pt x="0" y="72"/>
                    <a:pt x="0" y="55"/>
                  </a:cubicBezTo>
                  <a:cubicBezTo>
                    <a:pt x="0" y="38"/>
                    <a:pt x="5" y="24"/>
                    <a:pt x="14" y="15"/>
                  </a:cubicBezTo>
                  <a:cubicBezTo>
                    <a:pt x="23" y="5"/>
                    <a:pt x="35" y="0"/>
                    <a:pt x="51" y="0"/>
                  </a:cubicBezTo>
                  <a:cubicBezTo>
                    <a:pt x="67" y="0"/>
                    <a:pt x="79" y="5"/>
                    <a:pt x="88" y="14"/>
                  </a:cubicBezTo>
                  <a:cubicBezTo>
                    <a:pt x="97" y="24"/>
                    <a:pt x="101" y="37"/>
                    <a:pt x="101" y="53"/>
                  </a:cubicBezTo>
                  <a:cubicBezTo>
                    <a:pt x="101" y="55"/>
                    <a:pt x="101" y="57"/>
                    <a:pt x="101" y="60"/>
                  </a:cubicBezTo>
                  <a:cubicBezTo>
                    <a:pt x="101" y="61"/>
                    <a:pt x="101" y="61"/>
                    <a:pt x="101" y="61"/>
                  </a:cubicBezTo>
                  <a:close/>
                  <a:moveTo>
                    <a:pt x="77" y="45"/>
                  </a:moveTo>
                  <a:cubicBezTo>
                    <a:pt x="77" y="37"/>
                    <a:pt x="74" y="30"/>
                    <a:pt x="70" y="26"/>
                  </a:cubicBezTo>
                  <a:cubicBezTo>
                    <a:pt x="65" y="21"/>
                    <a:pt x="59" y="19"/>
                    <a:pt x="51" y="19"/>
                  </a:cubicBezTo>
                  <a:cubicBezTo>
                    <a:pt x="43" y="19"/>
                    <a:pt x="37" y="21"/>
                    <a:pt x="32" y="26"/>
                  </a:cubicBezTo>
                  <a:cubicBezTo>
                    <a:pt x="28" y="30"/>
                    <a:pt x="25" y="37"/>
                    <a:pt x="24" y="45"/>
                  </a:cubicBezTo>
                  <a:lnTo>
                    <a:pt x="77" y="4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4" name="Freeform 69">
              <a:extLst>
                <a:ext uri="{FF2B5EF4-FFF2-40B4-BE49-F238E27FC236}">
                  <a16:creationId xmlns:a16="http://schemas.microsoft.com/office/drawing/2014/main" id="{C50387E4-3C8F-4C71-967D-730DF72AD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2301" y="3860801"/>
              <a:ext cx="263525" cy="306388"/>
            </a:xfrm>
            <a:custGeom>
              <a:avLst/>
              <a:gdLst>
                <a:gd name="T0" fmla="*/ 91 w 94"/>
                <a:gd name="T1" fmla="*/ 33 h 109"/>
                <a:gd name="T2" fmla="*/ 68 w 94"/>
                <a:gd name="T3" fmla="*/ 33 h 109"/>
                <a:gd name="T4" fmla="*/ 62 w 94"/>
                <a:gd name="T5" fmla="*/ 22 h 109"/>
                <a:gd name="T6" fmla="*/ 45 w 94"/>
                <a:gd name="T7" fmla="*/ 18 h 109"/>
                <a:gd name="T8" fmla="*/ 32 w 94"/>
                <a:gd name="T9" fmla="*/ 21 h 109"/>
                <a:gd name="T10" fmla="*/ 27 w 94"/>
                <a:gd name="T11" fmla="*/ 29 h 109"/>
                <a:gd name="T12" fmla="*/ 31 w 94"/>
                <a:gd name="T13" fmla="*/ 37 h 109"/>
                <a:gd name="T14" fmla="*/ 45 w 94"/>
                <a:gd name="T15" fmla="*/ 42 h 109"/>
                <a:gd name="T16" fmla="*/ 59 w 94"/>
                <a:gd name="T17" fmla="*/ 45 h 109"/>
                <a:gd name="T18" fmla="*/ 87 w 94"/>
                <a:gd name="T19" fmla="*/ 56 h 109"/>
                <a:gd name="T20" fmla="*/ 94 w 94"/>
                <a:gd name="T21" fmla="*/ 75 h 109"/>
                <a:gd name="T22" fmla="*/ 82 w 94"/>
                <a:gd name="T23" fmla="*/ 100 h 109"/>
                <a:gd name="T24" fmla="*/ 47 w 94"/>
                <a:gd name="T25" fmla="*/ 109 h 109"/>
                <a:gd name="T26" fmla="*/ 12 w 94"/>
                <a:gd name="T27" fmla="*/ 100 h 109"/>
                <a:gd name="T28" fmla="*/ 0 w 94"/>
                <a:gd name="T29" fmla="*/ 73 h 109"/>
                <a:gd name="T30" fmla="*/ 23 w 94"/>
                <a:gd name="T31" fmla="*/ 73 h 109"/>
                <a:gd name="T32" fmla="*/ 30 w 94"/>
                <a:gd name="T33" fmla="*/ 87 h 109"/>
                <a:gd name="T34" fmla="*/ 49 w 94"/>
                <a:gd name="T35" fmla="*/ 91 h 109"/>
                <a:gd name="T36" fmla="*/ 65 w 94"/>
                <a:gd name="T37" fmla="*/ 88 h 109"/>
                <a:gd name="T38" fmla="*/ 71 w 94"/>
                <a:gd name="T39" fmla="*/ 78 h 109"/>
                <a:gd name="T40" fmla="*/ 67 w 94"/>
                <a:gd name="T41" fmla="*/ 71 h 109"/>
                <a:gd name="T42" fmla="*/ 54 w 94"/>
                <a:gd name="T43" fmla="*/ 66 h 109"/>
                <a:gd name="T44" fmla="*/ 37 w 94"/>
                <a:gd name="T45" fmla="*/ 62 h 109"/>
                <a:gd name="T46" fmla="*/ 11 w 94"/>
                <a:gd name="T47" fmla="*/ 51 h 109"/>
                <a:gd name="T48" fmla="*/ 3 w 94"/>
                <a:gd name="T49" fmla="*/ 32 h 109"/>
                <a:gd name="T50" fmla="*/ 15 w 94"/>
                <a:gd name="T51" fmla="*/ 9 h 109"/>
                <a:gd name="T52" fmla="*/ 46 w 94"/>
                <a:gd name="T53" fmla="*/ 0 h 109"/>
                <a:gd name="T54" fmla="*/ 79 w 94"/>
                <a:gd name="T55" fmla="*/ 9 h 109"/>
                <a:gd name="T56" fmla="*/ 91 w 94"/>
                <a:gd name="T57" fmla="*/ 3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4" h="109">
                  <a:moveTo>
                    <a:pt x="91" y="33"/>
                  </a:moveTo>
                  <a:cubicBezTo>
                    <a:pt x="68" y="33"/>
                    <a:pt x="68" y="33"/>
                    <a:pt x="68" y="33"/>
                  </a:cubicBezTo>
                  <a:cubicBezTo>
                    <a:pt x="68" y="28"/>
                    <a:pt x="66" y="25"/>
                    <a:pt x="62" y="22"/>
                  </a:cubicBezTo>
                  <a:cubicBezTo>
                    <a:pt x="58" y="19"/>
                    <a:pt x="52" y="18"/>
                    <a:pt x="45" y="18"/>
                  </a:cubicBezTo>
                  <a:cubicBezTo>
                    <a:pt x="40" y="18"/>
                    <a:pt x="35" y="19"/>
                    <a:pt x="32" y="21"/>
                  </a:cubicBezTo>
                  <a:cubicBezTo>
                    <a:pt x="28" y="23"/>
                    <a:pt x="27" y="26"/>
                    <a:pt x="27" y="29"/>
                  </a:cubicBezTo>
                  <a:cubicBezTo>
                    <a:pt x="27" y="32"/>
                    <a:pt x="28" y="35"/>
                    <a:pt x="31" y="37"/>
                  </a:cubicBezTo>
                  <a:cubicBezTo>
                    <a:pt x="33" y="39"/>
                    <a:pt x="38" y="41"/>
                    <a:pt x="45" y="42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72" y="48"/>
                    <a:pt x="82" y="52"/>
                    <a:pt x="87" y="56"/>
                  </a:cubicBezTo>
                  <a:cubicBezTo>
                    <a:pt x="92" y="61"/>
                    <a:pt x="94" y="67"/>
                    <a:pt x="94" y="75"/>
                  </a:cubicBezTo>
                  <a:cubicBezTo>
                    <a:pt x="94" y="86"/>
                    <a:pt x="90" y="94"/>
                    <a:pt x="82" y="100"/>
                  </a:cubicBezTo>
                  <a:cubicBezTo>
                    <a:pt x="73" y="106"/>
                    <a:pt x="62" y="109"/>
                    <a:pt x="47" y="109"/>
                  </a:cubicBezTo>
                  <a:cubicBezTo>
                    <a:pt x="32" y="109"/>
                    <a:pt x="20" y="106"/>
                    <a:pt x="12" y="100"/>
                  </a:cubicBezTo>
                  <a:cubicBezTo>
                    <a:pt x="4" y="94"/>
                    <a:pt x="0" y="85"/>
                    <a:pt x="0" y="73"/>
                  </a:cubicBezTo>
                  <a:cubicBezTo>
                    <a:pt x="23" y="73"/>
                    <a:pt x="23" y="73"/>
                    <a:pt x="23" y="73"/>
                  </a:cubicBezTo>
                  <a:cubicBezTo>
                    <a:pt x="23" y="79"/>
                    <a:pt x="26" y="84"/>
                    <a:pt x="30" y="87"/>
                  </a:cubicBezTo>
                  <a:cubicBezTo>
                    <a:pt x="34" y="90"/>
                    <a:pt x="41" y="91"/>
                    <a:pt x="49" y="91"/>
                  </a:cubicBezTo>
                  <a:cubicBezTo>
                    <a:pt x="56" y="91"/>
                    <a:pt x="61" y="90"/>
                    <a:pt x="65" y="88"/>
                  </a:cubicBezTo>
                  <a:cubicBezTo>
                    <a:pt x="69" y="85"/>
                    <a:pt x="71" y="82"/>
                    <a:pt x="71" y="78"/>
                  </a:cubicBezTo>
                  <a:cubicBezTo>
                    <a:pt x="71" y="75"/>
                    <a:pt x="70" y="72"/>
                    <a:pt x="67" y="71"/>
                  </a:cubicBezTo>
                  <a:cubicBezTo>
                    <a:pt x="65" y="69"/>
                    <a:pt x="61" y="67"/>
                    <a:pt x="54" y="66"/>
                  </a:cubicBezTo>
                  <a:cubicBezTo>
                    <a:pt x="37" y="62"/>
                    <a:pt x="37" y="62"/>
                    <a:pt x="37" y="62"/>
                  </a:cubicBezTo>
                  <a:cubicBezTo>
                    <a:pt x="25" y="59"/>
                    <a:pt x="16" y="55"/>
                    <a:pt x="11" y="51"/>
                  </a:cubicBezTo>
                  <a:cubicBezTo>
                    <a:pt x="6" y="46"/>
                    <a:pt x="3" y="40"/>
                    <a:pt x="3" y="32"/>
                  </a:cubicBezTo>
                  <a:cubicBezTo>
                    <a:pt x="3" y="23"/>
                    <a:pt x="7" y="15"/>
                    <a:pt x="15" y="9"/>
                  </a:cubicBezTo>
                  <a:cubicBezTo>
                    <a:pt x="23" y="3"/>
                    <a:pt x="33" y="0"/>
                    <a:pt x="46" y="0"/>
                  </a:cubicBezTo>
                  <a:cubicBezTo>
                    <a:pt x="60" y="0"/>
                    <a:pt x="71" y="3"/>
                    <a:pt x="79" y="9"/>
                  </a:cubicBezTo>
                  <a:cubicBezTo>
                    <a:pt x="87" y="15"/>
                    <a:pt x="91" y="23"/>
                    <a:pt x="91" y="33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5" name="Freeform 70">
              <a:extLst>
                <a:ext uri="{FF2B5EF4-FFF2-40B4-BE49-F238E27FC236}">
                  <a16:creationId xmlns:a16="http://schemas.microsoft.com/office/drawing/2014/main" id="{EAAAAF73-3494-4DB6-B5E8-CCA39EC3E8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80276" y="3860801"/>
              <a:ext cx="280988" cy="306388"/>
            </a:xfrm>
            <a:custGeom>
              <a:avLst/>
              <a:gdLst>
                <a:gd name="T0" fmla="*/ 100 w 100"/>
                <a:gd name="T1" fmla="*/ 61 h 109"/>
                <a:gd name="T2" fmla="*/ 24 w 100"/>
                <a:gd name="T3" fmla="*/ 61 h 109"/>
                <a:gd name="T4" fmla="*/ 31 w 100"/>
                <a:gd name="T5" fmla="*/ 83 h 109"/>
                <a:gd name="T6" fmla="*/ 51 w 100"/>
                <a:gd name="T7" fmla="*/ 91 h 109"/>
                <a:gd name="T8" fmla="*/ 67 w 100"/>
                <a:gd name="T9" fmla="*/ 86 h 109"/>
                <a:gd name="T10" fmla="*/ 76 w 100"/>
                <a:gd name="T11" fmla="*/ 74 h 109"/>
                <a:gd name="T12" fmla="*/ 99 w 100"/>
                <a:gd name="T13" fmla="*/ 74 h 109"/>
                <a:gd name="T14" fmla="*/ 82 w 100"/>
                <a:gd name="T15" fmla="*/ 100 h 109"/>
                <a:gd name="T16" fmla="*/ 50 w 100"/>
                <a:gd name="T17" fmla="*/ 109 h 109"/>
                <a:gd name="T18" fmla="*/ 13 w 100"/>
                <a:gd name="T19" fmla="*/ 95 h 109"/>
                <a:gd name="T20" fmla="*/ 0 w 100"/>
                <a:gd name="T21" fmla="*/ 55 h 109"/>
                <a:gd name="T22" fmla="*/ 13 w 100"/>
                <a:gd name="T23" fmla="*/ 15 h 109"/>
                <a:gd name="T24" fmla="*/ 51 w 100"/>
                <a:gd name="T25" fmla="*/ 0 h 109"/>
                <a:gd name="T26" fmla="*/ 87 w 100"/>
                <a:gd name="T27" fmla="*/ 14 h 109"/>
                <a:gd name="T28" fmla="*/ 100 w 100"/>
                <a:gd name="T29" fmla="*/ 53 h 109"/>
                <a:gd name="T30" fmla="*/ 100 w 100"/>
                <a:gd name="T31" fmla="*/ 60 h 109"/>
                <a:gd name="T32" fmla="*/ 100 w 100"/>
                <a:gd name="T33" fmla="*/ 61 h 109"/>
                <a:gd name="T34" fmla="*/ 76 w 100"/>
                <a:gd name="T35" fmla="*/ 45 h 109"/>
                <a:gd name="T36" fmla="*/ 69 w 100"/>
                <a:gd name="T37" fmla="*/ 26 h 109"/>
                <a:gd name="T38" fmla="*/ 50 w 100"/>
                <a:gd name="T39" fmla="*/ 19 h 109"/>
                <a:gd name="T40" fmla="*/ 31 w 100"/>
                <a:gd name="T41" fmla="*/ 26 h 109"/>
                <a:gd name="T42" fmla="*/ 24 w 100"/>
                <a:gd name="T43" fmla="*/ 45 h 109"/>
                <a:gd name="T44" fmla="*/ 76 w 100"/>
                <a:gd name="T45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0" h="109">
                  <a:moveTo>
                    <a:pt x="100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4" y="70"/>
                    <a:pt x="26" y="78"/>
                    <a:pt x="31" y="83"/>
                  </a:cubicBezTo>
                  <a:cubicBezTo>
                    <a:pt x="36" y="88"/>
                    <a:pt x="43" y="91"/>
                    <a:pt x="51" y="91"/>
                  </a:cubicBezTo>
                  <a:cubicBezTo>
                    <a:pt x="58" y="91"/>
                    <a:pt x="63" y="89"/>
                    <a:pt x="67" y="86"/>
                  </a:cubicBezTo>
                  <a:cubicBezTo>
                    <a:pt x="71" y="83"/>
                    <a:pt x="74" y="79"/>
                    <a:pt x="76" y="74"/>
                  </a:cubicBezTo>
                  <a:cubicBezTo>
                    <a:pt x="99" y="74"/>
                    <a:pt x="99" y="74"/>
                    <a:pt x="99" y="74"/>
                  </a:cubicBezTo>
                  <a:cubicBezTo>
                    <a:pt x="97" y="85"/>
                    <a:pt x="91" y="93"/>
                    <a:pt x="82" y="100"/>
                  </a:cubicBezTo>
                  <a:cubicBezTo>
                    <a:pt x="73" y="106"/>
                    <a:pt x="62" y="109"/>
                    <a:pt x="50" y="109"/>
                  </a:cubicBezTo>
                  <a:cubicBezTo>
                    <a:pt x="34" y="109"/>
                    <a:pt x="22" y="105"/>
                    <a:pt x="13" y="95"/>
                  </a:cubicBezTo>
                  <a:cubicBezTo>
                    <a:pt x="4" y="85"/>
                    <a:pt x="0" y="72"/>
                    <a:pt x="0" y="55"/>
                  </a:cubicBezTo>
                  <a:cubicBezTo>
                    <a:pt x="0" y="38"/>
                    <a:pt x="4" y="24"/>
                    <a:pt x="13" y="15"/>
                  </a:cubicBezTo>
                  <a:cubicBezTo>
                    <a:pt x="22" y="5"/>
                    <a:pt x="35" y="0"/>
                    <a:pt x="51" y="0"/>
                  </a:cubicBezTo>
                  <a:cubicBezTo>
                    <a:pt x="66" y="0"/>
                    <a:pt x="78" y="5"/>
                    <a:pt x="87" y="14"/>
                  </a:cubicBezTo>
                  <a:cubicBezTo>
                    <a:pt x="96" y="24"/>
                    <a:pt x="100" y="37"/>
                    <a:pt x="100" y="53"/>
                  </a:cubicBezTo>
                  <a:cubicBezTo>
                    <a:pt x="100" y="55"/>
                    <a:pt x="100" y="57"/>
                    <a:pt x="100" y="60"/>
                  </a:cubicBezTo>
                  <a:cubicBezTo>
                    <a:pt x="100" y="61"/>
                    <a:pt x="100" y="61"/>
                    <a:pt x="100" y="61"/>
                  </a:cubicBezTo>
                  <a:close/>
                  <a:moveTo>
                    <a:pt x="76" y="45"/>
                  </a:moveTo>
                  <a:cubicBezTo>
                    <a:pt x="76" y="37"/>
                    <a:pt x="74" y="30"/>
                    <a:pt x="69" y="26"/>
                  </a:cubicBezTo>
                  <a:cubicBezTo>
                    <a:pt x="65" y="21"/>
                    <a:pt x="58" y="19"/>
                    <a:pt x="50" y="19"/>
                  </a:cubicBezTo>
                  <a:cubicBezTo>
                    <a:pt x="42" y="19"/>
                    <a:pt x="36" y="21"/>
                    <a:pt x="31" y="26"/>
                  </a:cubicBezTo>
                  <a:cubicBezTo>
                    <a:pt x="27" y="30"/>
                    <a:pt x="24" y="37"/>
                    <a:pt x="24" y="45"/>
                  </a:cubicBezTo>
                  <a:lnTo>
                    <a:pt x="76" y="4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6" name="Freeform 71">
              <a:extLst>
                <a:ext uri="{FF2B5EF4-FFF2-40B4-BE49-F238E27FC236}">
                  <a16:creationId xmlns:a16="http://schemas.microsoft.com/office/drawing/2014/main" id="{BF9B78AB-1B43-4528-8ABD-15A9297AA7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00951" y="3860801"/>
              <a:ext cx="293688" cy="306388"/>
            </a:xfrm>
            <a:custGeom>
              <a:avLst/>
              <a:gdLst>
                <a:gd name="T0" fmla="*/ 72 w 105"/>
                <a:gd name="T1" fmla="*/ 93 h 109"/>
                <a:gd name="T2" fmla="*/ 56 w 105"/>
                <a:gd name="T3" fmla="*/ 105 h 109"/>
                <a:gd name="T4" fmla="*/ 36 w 105"/>
                <a:gd name="T5" fmla="*/ 109 h 109"/>
                <a:gd name="T6" fmla="*/ 10 w 105"/>
                <a:gd name="T7" fmla="*/ 101 h 109"/>
                <a:gd name="T8" fmla="*/ 0 w 105"/>
                <a:gd name="T9" fmla="*/ 79 h 109"/>
                <a:gd name="T10" fmla="*/ 10 w 105"/>
                <a:gd name="T11" fmla="*/ 56 h 109"/>
                <a:gd name="T12" fmla="*/ 47 w 105"/>
                <a:gd name="T13" fmla="*/ 45 h 109"/>
                <a:gd name="T14" fmla="*/ 49 w 105"/>
                <a:gd name="T15" fmla="*/ 44 h 109"/>
                <a:gd name="T16" fmla="*/ 71 w 105"/>
                <a:gd name="T17" fmla="*/ 33 h 109"/>
                <a:gd name="T18" fmla="*/ 66 w 105"/>
                <a:gd name="T19" fmla="*/ 22 h 109"/>
                <a:gd name="T20" fmla="*/ 49 w 105"/>
                <a:gd name="T21" fmla="*/ 18 h 109"/>
                <a:gd name="T22" fmla="*/ 32 w 105"/>
                <a:gd name="T23" fmla="*/ 22 h 109"/>
                <a:gd name="T24" fmla="*/ 27 w 105"/>
                <a:gd name="T25" fmla="*/ 34 h 109"/>
                <a:gd name="T26" fmla="*/ 27 w 105"/>
                <a:gd name="T27" fmla="*/ 35 h 109"/>
                <a:gd name="T28" fmla="*/ 5 w 105"/>
                <a:gd name="T29" fmla="*/ 35 h 109"/>
                <a:gd name="T30" fmla="*/ 5 w 105"/>
                <a:gd name="T31" fmla="*/ 33 h 109"/>
                <a:gd name="T32" fmla="*/ 17 w 105"/>
                <a:gd name="T33" fmla="*/ 9 h 109"/>
                <a:gd name="T34" fmla="*/ 50 w 105"/>
                <a:gd name="T35" fmla="*/ 0 h 109"/>
                <a:gd name="T36" fmla="*/ 82 w 105"/>
                <a:gd name="T37" fmla="*/ 8 h 109"/>
                <a:gd name="T38" fmla="*/ 94 w 105"/>
                <a:gd name="T39" fmla="*/ 31 h 109"/>
                <a:gd name="T40" fmla="*/ 94 w 105"/>
                <a:gd name="T41" fmla="*/ 81 h 109"/>
                <a:gd name="T42" fmla="*/ 95 w 105"/>
                <a:gd name="T43" fmla="*/ 89 h 109"/>
                <a:gd name="T44" fmla="*/ 100 w 105"/>
                <a:gd name="T45" fmla="*/ 91 h 109"/>
                <a:gd name="T46" fmla="*/ 102 w 105"/>
                <a:gd name="T47" fmla="*/ 91 h 109"/>
                <a:gd name="T48" fmla="*/ 105 w 105"/>
                <a:gd name="T49" fmla="*/ 91 h 109"/>
                <a:gd name="T50" fmla="*/ 105 w 105"/>
                <a:gd name="T51" fmla="*/ 106 h 109"/>
                <a:gd name="T52" fmla="*/ 99 w 105"/>
                <a:gd name="T53" fmla="*/ 108 h 109"/>
                <a:gd name="T54" fmla="*/ 93 w 105"/>
                <a:gd name="T55" fmla="*/ 108 h 109"/>
                <a:gd name="T56" fmla="*/ 77 w 105"/>
                <a:gd name="T57" fmla="*/ 104 h 109"/>
                <a:gd name="T58" fmla="*/ 72 w 105"/>
                <a:gd name="T59" fmla="*/ 93 h 109"/>
                <a:gd name="T60" fmla="*/ 71 w 105"/>
                <a:gd name="T61" fmla="*/ 55 h 109"/>
                <a:gd name="T62" fmla="*/ 48 w 105"/>
                <a:gd name="T63" fmla="*/ 60 h 109"/>
                <a:gd name="T64" fmla="*/ 39 w 105"/>
                <a:gd name="T65" fmla="*/ 62 h 109"/>
                <a:gd name="T66" fmla="*/ 27 w 105"/>
                <a:gd name="T67" fmla="*/ 67 h 109"/>
                <a:gd name="T68" fmla="*/ 23 w 105"/>
                <a:gd name="T69" fmla="*/ 77 h 109"/>
                <a:gd name="T70" fmla="*/ 28 w 105"/>
                <a:gd name="T71" fmla="*/ 88 h 109"/>
                <a:gd name="T72" fmla="*/ 41 w 105"/>
                <a:gd name="T73" fmla="*/ 92 h 109"/>
                <a:gd name="T74" fmla="*/ 62 w 105"/>
                <a:gd name="T75" fmla="*/ 85 h 109"/>
                <a:gd name="T76" fmla="*/ 71 w 105"/>
                <a:gd name="T77" fmla="*/ 68 h 109"/>
                <a:gd name="T78" fmla="*/ 71 w 105"/>
                <a:gd name="T79" fmla="*/ 5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5" h="109">
                  <a:moveTo>
                    <a:pt x="72" y="93"/>
                  </a:moveTo>
                  <a:cubicBezTo>
                    <a:pt x="67" y="98"/>
                    <a:pt x="62" y="102"/>
                    <a:pt x="56" y="105"/>
                  </a:cubicBezTo>
                  <a:cubicBezTo>
                    <a:pt x="50" y="108"/>
                    <a:pt x="43" y="109"/>
                    <a:pt x="36" y="109"/>
                  </a:cubicBezTo>
                  <a:cubicBezTo>
                    <a:pt x="25" y="109"/>
                    <a:pt x="16" y="107"/>
                    <a:pt x="10" y="101"/>
                  </a:cubicBezTo>
                  <a:cubicBezTo>
                    <a:pt x="3" y="96"/>
                    <a:pt x="0" y="89"/>
                    <a:pt x="0" y="79"/>
                  </a:cubicBezTo>
                  <a:cubicBezTo>
                    <a:pt x="0" y="69"/>
                    <a:pt x="4" y="61"/>
                    <a:pt x="10" y="56"/>
                  </a:cubicBezTo>
                  <a:cubicBezTo>
                    <a:pt x="17" y="50"/>
                    <a:pt x="29" y="47"/>
                    <a:pt x="47" y="45"/>
                  </a:cubicBezTo>
                  <a:cubicBezTo>
                    <a:pt x="47" y="45"/>
                    <a:pt x="48" y="45"/>
                    <a:pt x="49" y="44"/>
                  </a:cubicBezTo>
                  <a:cubicBezTo>
                    <a:pt x="64" y="43"/>
                    <a:pt x="71" y="39"/>
                    <a:pt x="71" y="33"/>
                  </a:cubicBezTo>
                  <a:cubicBezTo>
                    <a:pt x="71" y="28"/>
                    <a:pt x="69" y="24"/>
                    <a:pt x="66" y="22"/>
                  </a:cubicBezTo>
                  <a:cubicBezTo>
                    <a:pt x="62" y="19"/>
                    <a:pt x="56" y="18"/>
                    <a:pt x="49" y="18"/>
                  </a:cubicBezTo>
                  <a:cubicBezTo>
                    <a:pt x="42" y="18"/>
                    <a:pt x="36" y="20"/>
                    <a:pt x="32" y="22"/>
                  </a:cubicBezTo>
                  <a:cubicBezTo>
                    <a:pt x="29" y="25"/>
                    <a:pt x="27" y="29"/>
                    <a:pt x="27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5" y="23"/>
                    <a:pt x="9" y="15"/>
                    <a:pt x="17" y="9"/>
                  </a:cubicBezTo>
                  <a:cubicBezTo>
                    <a:pt x="25" y="3"/>
                    <a:pt x="36" y="0"/>
                    <a:pt x="50" y="0"/>
                  </a:cubicBezTo>
                  <a:cubicBezTo>
                    <a:pt x="64" y="0"/>
                    <a:pt x="75" y="3"/>
                    <a:pt x="82" y="8"/>
                  </a:cubicBezTo>
                  <a:cubicBezTo>
                    <a:pt x="90" y="13"/>
                    <a:pt x="94" y="21"/>
                    <a:pt x="94" y="31"/>
                  </a:cubicBezTo>
                  <a:cubicBezTo>
                    <a:pt x="94" y="81"/>
                    <a:pt x="94" y="81"/>
                    <a:pt x="94" y="81"/>
                  </a:cubicBezTo>
                  <a:cubicBezTo>
                    <a:pt x="94" y="85"/>
                    <a:pt x="94" y="88"/>
                    <a:pt x="95" y="89"/>
                  </a:cubicBezTo>
                  <a:cubicBezTo>
                    <a:pt x="96" y="90"/>
                    <a:pt x="98" y="91"/>
                    <a:pt x="100" y="91"/>
                  </a:cubicBezTo>
                  <a:cubicBezTo>
                    <a:pt x="101" y="91"/>
                    <a:pt x="101" y="91"/>
                    <a:pt x="102" y="91"/>
                  </a:cubicBezTo>
                  <a:cubicBezTo>
                    <a:pt x="102" y="91"/>
                    <a:pt x="103" y="91"/>
                    <a:pt x="105" y="91"/>
                  </a:cubicBezTo>
                  <a:cubicBezTo>
                    <a:pt x="105" y="106"/>
                    <a:pt x="105" y="106"/>
                    <a:pt x="105" y="106"/>
                  </a:cubicBezTo>
                  <a:cubicBezTo>
                    <a:pt x="103" y="107"/>
                    <a:pt x="101" y="107"/>
                    <a:pt x="99" y="108"/>
                  </a:cubicBezTo>
                  <a:cubicBezTo>
                    <a:pt x="97" y="108"/>
                    <a:pt x="95" y="108"/>
                    <a:pt x="93" y="108"/>
                  </a:cubicBezTo>
                  <a:cubicBezTo>
                    <a:pt x="86" y="108"/>
                    <a:pt x="81" y="107"/>
                    <a:pt x="77" y="104"/>
                  </a:cubicBezTo>
                  <a:cubicBezTo>
                    <a:pt x="74" y="102"/>
                    <a:pt x="72" y="98"/>
                    <a:pt x="72" y="93"/>
                  </a:cubicBezTo>
                  <a:close/>
                  <a:moveTo>
                    <a:pt x="71" y="55"/>
                  </a:moveTo>
                  <a:cubicBezTo>
                    <a:pt x="66" y="57"/>
                    <a:pt x="58" y="59"/>
                    <a:pt x="48" y="60"/>
                  </a:cubicBezTo>
                  <a:cubicBezTo>
                    <a:pt x="44" y="61"/>
                    <a:pt x="41" y="61"/>
                    <a:pt x="39" y="62"/>
                  </a:cubicBezTo>
                  <a:cubicBezTo>
                    <a:pt x="34" y="63"/>
                    <a:pt x="30" y="65"/>
                    <a:pt x="27" y="67"/>
                  </a:cubicBezTo>
                  <a:cubicBezTo>
                    <a:pt x="24" y="70"/>
                    <a:pt x="23" y="73"/>
                    <a:pt x="23" y="77"/>
                  </a:cubicBezTo>
                  <a:cubicBezTo>
                    <a:pt x="23" y="82"/>
                    <a:pt x="25" y="85"/>
                    <a:pt x="28" y="88"/>
                  </a:cubicBezTo>
                  <a:cubicBezTo>
                    <a:pt x="31" y="91"/>
                    <a:pt x="35" y="92"/>
                    <a:pt x="41" y="92"/>
                  </a:cubicBezTo>
                  <a:cubicBezTo>
                    <a:pt x="50" y="92"/>
                    <a:pt x="57" y="90"/>
                    <a:pt x="62" y="85"/>
                  </a:cubicBezTo>
                  <a:cubicBezTo>
                    <a:pt x="68" y="80"/>
                    <a:pt x="71" y="75"/>
                    <a:pt x="71" y="68"/>
                  </a:cubicBezTo>
                  <a:lnTo>
                    <a:pt x="71" y="5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7" name="Freeform 72">
              <a:extLst>
                <a:ext uri="{FF2B5EF4-FFF2-40B4-BE49-F238E27FC236}">
                  <a16:creationId xmlns:a16="http://schemas.microsoft.com/office/drawing/2014/main" id="{B73164C5-E329-438B-A13A-7C850A2D4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9088" y="3863976"/>
              <a:ext cx="160338" cy="295275"/>
            </a:xfrm>
            <a:custGeom>
              <a:avLst/>
              <a:gdLst>
                <a:gd name="T0" fmla="*/ 57 w 57"/>
                <a:gd name="T1" fmla="*/ 1 h 105"/>
                <a:gd name="T2" fmla="*/ 57 w 57"/>
                <a:gd name="T3" fmla="*/ 23 h 105"/>
                <a:gd name="T4" fmla="*/ 51 w 57"/>
                <a:gd name="T5" fmla="*/ 23 h 105"/>
                <a:gd name="T6" fmla="*/ 30 w 57"/>
                <a:gd name="T7" fmla="*/ 30 h 105"/>
                <a:gd name="T8" fmla="*/ 23 w 57"/>
                <a:gd name="T9" fmla="*/ 49 h 105"/>
                <a:gd name="T10" fmla="*/ 23 w 57"/>
                <a:gd name="T11" fmla="*/ 105 h 105"/>
                <a:gd name="T12" fmla="*/ 0 w 57"/>
                <a:gd name="T13" fmla="*/ 105 h 105"/>
                <a:gd name="T14" fmla="*/ 0 w 57"/>
                <a:gd name="T15" fmla="*/ 3 h 105"/>
                <a:gd name="T16" fmla="*/ 22 w 57"/>
                <a:gd name="T17" fmla="*/ 3 h 105"/>
                <a:gd name="T18" fmla="*/ 22 w 57"/>
                <a:gd name="T19" fmla="*/ 21 h 105"/>
                <a:gd name="T20" fmla="*/ 34 w 57"/>
                <a:gd name="T21" fmla="*/ 5 h 105"/>
                <a:gd name="T22" fmla="*/ 52 w 57"/>
                <a:gd name="T23" fmla="*/ 0 h 105"/>
                <a:gd name="T24" fmla="*/ 53 w 57"/>
                <a:gd name="T25" fmla="*/ 0 h 105"/>
                <a:gd name="T26" fmla="*/ 57 w 57"/>
                <a:gd name="T27" fmla="*/ 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" h="105">
                  <a:moveTo>
                    <a:pt x="57" y="1"/>
                  </a:moveTo>
                  <a:cubicBezTo>
                    <a:pt x="57" y="23"/>
                    <a:pt x="57" y="23"/>
                    <a:pt x="57" y="23"/>
                  </a:cubicBezTo>
                  <a:cubicBezTo>
                    <a:pt x="51" y="23"/>
                    <a:pt x="51" y="23"/>
                    <a:pt x="51" y="23"/>
                  </a:cubicBezTo>
                  <a:cubicBezTo>
                    <a:pt x="42" y="23"/>
                    <a:pt x="35" y="25"/>
                    <a:pt x="30" y="30"/>
                  </a:cubicBezTo>
                  <a:cubicBezTo>
                    <a:pt x="25" y="34"/>
                    <a:pt x="23" y="41"/>
                    <a:pt x="23" y="49"/>
                  </a:cubicBezTo>
                  <a:cubicBezTo>
                    <a:pt x="23" y="105"/>
                    <a:pt x="23" y="105"/>
                    <a:pt x="23" y="10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5" y="14"/>
                    <a:pt x="29" y="9"/>
                    <a:pt x="34" y="5"/>
                  </a:cubicBezTo>
                  <a:cubicBezTo>
                    <a:pt x="39" y="2"/>
                    <a:pt x="45" y="0"/>
                    <a:pt x="52" y="0"/>
                  </a:cubicBezTo>
                  <a:cubicBezTo>
                    <a:pt x="52" y="0"/>
                    <a:pt x="52" y="0"/>
                    <a:pt x="53" y="0"/>
                  </a:cubicBezTo>
                  <a:cubicBezTo>
                    <a:pt x="54" y="0"/>
                    <a:pt x="56" y="1"/>
                    <a:pt x="57" y="1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8" name="Freeform 73">
              <a:extLst>
                <a:ext uri="{FF2B5EF4-FFF2-40B4-BE49-F238E27FC236}">
                  <a16:creationId xmlns:a16="http://schemas.microsoft.com/office/drawing/2014/main" id="{EABEC1C1-0D2C-498B-B412-F421F3E44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9588" y="3860801"/>
              <a:ext cx="274638" cy="306388"/>
            </a:xfrm>
            <a:custGeom>
              <a:avLst/>
              <a:gdLst>
                <a:gd name="T0" fmla="*/ 98 w 98"/>
                <a:gd name="T1" fmla="*/ 39 h 109"/>
                <a:gd name="T2" fmla="*/ 75 w 98"/>
                <a:gd name="T3" fmla="*/ 39 h 109"/>
                <a:gd name="T4" fmla="*/ 68 w 98"/>
                <a:gd name="T5" fmla="*/ 24 h 109"/>
                <a:gd name="T6" fmla="*/ 51 w 98"/>
                <a:gd name="T7" fmla="*/ 19 h 109"/>
                <a:gd name="T8" fmla="*/ 31 w 98"/>
                <a:gd name="T9" fmla="*/ 28 h 109"/>
                <a:gd name="T10" fmla="*/ 24 w 98"/>
                <a:gd name="T11" fmla="*/ 55 h 109"/>
                <a:gd name="T12" fmla="*/ 31 w 98"/>
                <a:gd name="T13" fmla="*/ 81 h 109"/>
                <a:gd name="T14" fmla="*/ 51 w 98"/>
                <a:gd name="T15" fmla="*/ 90 h 109"/>
                <a:gd name="T16" fmla="*/ 68 w 98"/>
                <a:gd name="T17" fmla="*/ 85 h 109"/>
                <a:gd name="T18" fmla="*/ 76 w 98"/>
                <a:gd name="T19" fmla="*/ 69 h 109"/>
                <a:gd name="T20" fmla="*/ 98 w 98"/>
                <a:gd name="T21" fmla="*/ 69 h 109"/>
                <a:gd name="T22" fmla="*/ 83 w 98"/>
                <a:gd name="T23" fmla="*/ 99 h 109"/>
                <a:gd name="T24" fmla="*/ 49 w 98"/>
                <a:gd name="T25" fmla="*/ 109 h 109"/>
                <a:gd name="T26" fmla="*/ 13 w 98"/>
                <a:gd name="T27" fmla="*/ 95 h 109"/>
                <a:gd name="T28" fmla="*/ 0 w 98"/>
                <a:gd name="T29" fmla="*/ 55 h 109"/>
                <a:gd name="T30" fmla="*/ 14 w 98"/>
                <a:gd name="T31" fmla="*/ 15 h 109"/>
                <a:gd name="T32" fmla="*/ 51 w 98"/>
                <a:gd name="T33" fmla="*/ 0 h 109"/>
                <a:gd name="T34" fmla="*/ 84 w 98"/>
                <a:gd name="T35" fmla="*/ 11 h 109"/>
                <a:gd name="T36" fmla="*/ 98 w 98"/>
                <a:gd name="T37" fmla="*/ 3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8" h="109">
                  <a:moveTo>
                    <a:pt x="98" y="39"/>
                  </a:moveTo>
                  <a:cubicBezTo>
                    <a:pt x="75" y="39"/>
                    <a:pt x="75" y="39"/>
                    <a:pt x="75" y="39"/>
                  </a:cubicBezTo>
                  <a:cubicBezTo>
                    <a:pt x="75" y="33"/>
                    <a:pt x="72" y="28"/>
                    <a:pt x="68" y="24"/>
                  </a:cubicBezTo>
                  <a:cubicBezTo>
                    <a:pt x="64" y="21"/>
                    <a:pt x="58" y="19"/>
                    <a:pt x="51" y="19"/>
                  </a:cubicBezTo>
                  <a:cubicBezTo>
                    <a:pt x="42" y="19"/>
                    <a:pt x="36" y="22"/>
                    <a:pt x="31" y="28"/>
                  </a:cubicBezTo>
                  <a:cubicBezTo>
                    <a:pt x="26" y="34"/>
                    <a:pt x="24" y="43"/>
                    <a:pt x="24" y="55"/>
                  </a:cubicBezTo>
                  <a:cubicBezTo>
                    <a:pt x="24" y="66"/>
                    <a:pt x="26" y="75"/>
                    <a:pt x="31" y="81"/>
                  </a:cubicBezTo>
                  <a:cubicBezTo>
                    <a:pt x="35" y="87"/>
                    <a:pt x="42" y="90"/>
                    <a:pt x="51" y="90"/>
                  </a:cubicBezTo>
                  <a:cubicBezTo>
                    <a:pt x="58" y="90"/>
                    <a:pt x="63" y="88"/>
                    <a:pt x="68" y="85"/>
                  </a:cubicBezTo>
                  <a:cubicBezTo>
                    <a:pt x="72" y="81"/>
                    <a:pt x="75" y="76"/>
                    <a:pt x="76" y="69"/>
                  </a:cubicBezTo>
                  <a:cubicBezTo>
                    <a:pt x="98" y="69"/>
                    <a:pt x="98" y="69"/>
                    <a:pt x="98" y="69"/>
                  </a:cubicBezTo>
                  <a:cubicBezTo>
                    <a:pt x="97" y="81"/>
                    <a:pt x="92" y="91"/>
                    <a:pt x="83" y="99"/>
                  </a:cubicBezTo>
                  <a:cubicBezTo>
                    <a:pt x="75" y="106"/>
                    <a:pt x="63" y="109"/>
                    <a:pt x="49" y="109"/>
                  </a:cubicBezTo>
                  <a:cubicBezTo>
                    <a:pt x="34" y="109"/>
                    <a:pt x="22" y="105"/>
                    <a:pt x="13" y="95"/>
                  </a:cubicBezTo>
                  <a:cubicBezTo>
                    <a:pt x="4" y="85"/>
                    <a:pt x="0" y="72"/>
                    <a:pt x="0" y="55"/>
                  </a:cubicBezTo>
                  <a:cubicBezTo>
                    <a:pt x="0" y="38"/>
                    <a:pt x="4" y="25"/>
                    <a:pt x="14" y="15"/>
                  </a:cubicBezTo>
                  <a:cubicBezTo>
                    <a:pt x="23" y="5"/>
                    <a:pt x="35" y="0"/>
                    <a:pt x="51" y="0"/>
                  </a:cubicBezTo>
                  <a:cubicBezTo>
                    <a:pt x="65" y="0"/>
                    <a:pt x="76" y="4"/>
                    <a:pt x="84" y="11"/>
                  </a:cubicBezTo>
                  <a:cubicBezTo>
                    <a:pt x="93" y="17"/>
                    <a:pt x="97" y="27"/>
                    <a:pt x="98" y="39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9" name="Freeform 74">
              <a:extLst>
                <a:ext uri="{FF2B5EF4-FFF2-40B4-BE49-F238E27FC236}">
                  <a16:creationId xmlns:a16="http://schemas.microsoft.com/office/drawing/2014/main" id="{E5A922B6-AB05-45B2-A856-59901339D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8201" y="3765551"/>
              <a:ext cx="265113" cy="393700"/>
            </a:xfrm>
            <a:custGeom>
              <a:avLst/>
              <a:gdLst>
                <a:gd name="T0" fmla="*/ 0 w 95"/>
                <a:gd name="T1" fmla="*/ 0 h 140"/>
                <a:gd name="T2" fmla="*/ 24 w 95"/>
                <a:gd name="T3" fmla="*/ 0 h 140"/>
                <a:gd name="T4" fmla="*/ 24 w 95"/>
                <a:gd name="T5" fmla="*/ 51 h 140"/>
                <a:gd name="T6" fmla="*/ 37 w 95"/>
                <a:gd name="T7" fmla="*/ 39 h 140"/>
                <a:gd name="T8" fmla="*/ 57 w 95"/>
                <a:gd name="T9" fmla="*/ 35 h 140"/>
                <a:gd name="T10" fmla="*/ 85 w 95"/>
                <a:gd name="T11" fmla="*/ 43 h 140"/>
                <a:gd name="T12" fmla="*/ 94 w 95"/>
                <a:gd name="T13" fmla="*/ 67 h 140"/>
                <a:gd name="T14" fmla="*/ 94 w 95"/>
                <a:gd name="T15" fmla="*/ 71 h 140"/>
                <a:gd name="T16" fmla="*/ 95 w 95"/>
                <a:gd name="T17" fmla="*/ 77 h 140"/>
                <a:gd name="T18" fmla="*/ 95 w 95"/>
                <a:gd name="T19" fmla="*/ 140 h 140"/>
                <a:gd name="T20" fmla="*/ 71 w 95"/>
                <a:gd name="T21" fmla="*/ 140 h 140"/>
                <a:gd name="T22" fmla="*/ 71 w 95"/>
                <a:gd name="T23" fmla="*/ 77 h 140"/>
                <a:gd name="T24" fmla="*/ 66 w 95"/>
                <a:gd name="T25" fmla="*/ 59 h 140"/>
                <a:gd name="T26" fmla="*/ 50 w 95"/>
                <a:gd name="T27" fmla="*/ 54 h 140"/>
                <a:gd name="T28" fmla="*/ 31 w 95"/>
                <a:gd name="T29" fmla="*/ 61 h 140"/>
                <a:gd name="T30" fmla="*/ 24 w 95"/>
                <a:gd name="T31" fmla="*/ 79 h 140"/>
                <a:gd name="T32" fmla="*/ 24 w 95"/>
                <a:gd name="T33" fmla="*/ 140 h 140"/>
                <a:gd name="T34" fmla="*/ 0 w 95"/>
                <a:gd name="T35" fmla="*/ 140 h 140"/>
                <a:gd name="T36" fmla="*/ 0 w 95"/>
                <a:gd name="T37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5" h="140">
                  <a:moveTo>
                    <a:pt x="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7" y="46"/>
                    <a:pt x="32" y="42"/>
                    <a:pt x="37" y="39"/>
                  </a:cubicBezTo>
                  <a:cubicBezTo>
                    <a:pt x="43" y="37"/>
                    <a:pt x="50" y="35"/>
                    <a:pt x="57" y="35"/>
                  </a:cubicBezTo>
                  <a:cubicBezTo>
                    <a:pt x="69" y="35"/>
                    <a:pt x="78" y="38"/>
                    <a:pt x="85" y="43"/>
                  </a:cubicBezTo>
                  <a:cubicBezTo>
                    <a:pt x="91" y="49"/>
                    <a:pt x="94" y="57"/>
                    <a:pt x="94" y="67"/>
                  </a:cubicBezTo>
                  <a:cubicBezTo>
                    <a:pt x="94" y="68"/>
                    <a:pt x="94" y="69"/>
                    <a:pt x="94" y="71"/>
                  </a:cubicBezTo>
                  <a:cubicBezTo>
                    <a:pt x="95" y="73"/>
                    <a:pt x="95" y="75"/>
                    <a:pt x="95" y="77"/>
                  </a:cubicBezTo>
                  <a:cubicBezTo>
                    <a:pt x="95" y="140"/>
                    <a:pt x="95" y="140"/>
                    <a:pt x="95" y="140"/>
                  </a:cubicBezTo>
                  <a:cubicBezTo>
                    <a:pt x="71" y="140"/>
                    <a:pt x="71" y="140"/>
                    <a:pt x="71" y="140"/>
                  </a:cubicBezTo>
                  <a:cubicBezTo>
                    <a:pt x="71" y="77"/>
                    <a:pt x="71" y="77"/>
                    <a:pt x="71" y="77"/>
                  </a:cubicBezTo>
                  <a:cubicBezTo>
                    <a:pt x="71" y="69"/>
                    <a:pt x="70" y="63"/>
                    <a:pt x="66" y="59"/>
                  </a:cubicBezTo>
                  <a:cubicBezTo>
                    <a:pt x="63" y="56"/>
                    <a:pt x="58" y="54"/>
                    <a:pt x="50" y="54"/>
                  </a:cubicBezTo>
                  <a:cubicBezTo>
                    <a:pt x="42" y="54"/>
                    <a:pt x="36" y="56"/>
                    <a:pt x="31" y="61"/>
                  </a:cubicBezTo>
                  <a:cubicBezTo>
                    <a:pt x="26" y="65"/>
                    <a:pt x="24" y="72"/>
                    <a:pt x="24" y="79"/>
                  </a:cubicBezTo>
                  <a:cubicBezTo>
                    <a:pt x="24" y="140"/>
                    <a:pt x="24" y="140"/>
                    <a:pt x="24" y="140"/>
                  </a:cubicBezTo>
                  <a:cubicBezTo>
                    <a:pt x="0" y="140"/>
                    <a:pt x="0" y="140"/>
                    <a:pt x="0" y="14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0" name="Freeform 75">
              <a:extLst>
                <a:ext uri="{FF2B5EF4-FFF2-40B4-BE49-F238E27FC236}">
                  <a16:creationId xmlns:a16="http://schemas.microsoft.com/office/drawing/2014/main" id="{4DC2189D-4C0E-47ED-8AA4-806C853EC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7151" y="3756026"/>
              <a:ext cx="373063" cy="414338"/>
            </a:xfrm>
            <a:custGeom>
              <a:avLst/>
              <a:gdLst>
                <a:gd name="T0" fmla="*/ 132 w 133"/>
                <a:gd name="T1" fmla="*/ 47 h 147"/>
                <a:gd name="T2" fmla="*/ 108 w 133"/>
                <a:gd name="T3" fmla="*/ 47 h 147"/>
                <a:gd name="T4" fmla="*/ 96 w 133"/>
                <a:gd name="T5" fmla="*/ 27 h 147"/>
                <a:gd name="T6" fmla="*/ 70 w 133"/>
                <a:gd name="T7" fmla="*/ 21 h 147"/>
                <a:gd name="T8" fmla="*/ 37 w 133"/>
                <a:gd name="T9" fmla="*/ 34 h 147"/>
                <a:gd name="T10" fmla="*/ 25 w 133"/>
                <a:gd name="T11" fmla="*/ 72 h 147"/>
                <a:gd name="T12" fmla="*/ 37 w 133"/>
                <a:gd name="T13" fmla="*/ 112 h 147"/>
                <a:gd name="T14" fmla="*/ 70 w 133"/>
                <a:gd name="T15" fmla="*/ 126 h 147"/>
                <a:gd name="T16" fmla="*/ 97 w 133"/>
                <a:gd name="T17" fmla="*/ 117 h 147"/>
                <a:gd name="T18" fmla="*/ 109 w 133"/>
                <a:gd name="T19" fmla="*/ 93 h 147"/>
                <a:gd name="T20" fmla="*/ 133 w 133"/>
                <a:gd name="T21" fmla="*/ 93 h 147"/>
                <a:gd name="T22" fmla="*/ 114 w 133"/>
                <a:gd name="T23" fmla="*/ 132 h 147"/>
                <a:gd name="T24" fmla="*/ 69 w 133"/>
                <a:gd name="T25" fmla="*/ 147 h 147"/>
                <a:gd name="T26" fmla="*/ 18 w 133"/>
                <a:gd name="T27" fmla="*/ 127 h 147"/>
                <a:gd name="T28" fmla="*/ 0 w 133"/>
                <a:gd name="T29" fmla="*/ 73 h 147"/>
                <a:gd name="T30" fmla="*/ 18 w 133"/>
                <a:gd name="T31" fmla="*/ 19 h 147"/>
                <a:gd name="T32" fmla="*/ 70 w 133"/>
                <a:gd name="T33" fmla="*/ 0 h 147"/>
                <a:gd name="T34" fmla="*/ 114 w 133"/>
                <a:gd name="T35" fmla="*/ 12 h 147"/>
                <a:gd name="T36" fmla="*/ 132 w 133"/>
                <a:gd name="T37" fmla="*/ 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47">
                  <a:moveTo>
                    <a:pt x="132" y="47"/>
                  </a:moveTo>
                  <a:cubicBezTo>
                    <a:pt x="108" y="47"/>
                    <a:pt x="108" y="47"/>
                    <a:pt x="108" y="47"/>
                  </a:cubicBezTo>
                  <a:cubicBezTo>
                    <a:pt x="106" y="39"/>
                    <a:pt x="102" y="32"/>
                    <a:pt x="96" y="27"/>
                  </a:cubicBezTo>
                  <a:cubicBezTo>
                    <a:pt x="89" y="23"/>
                    <a:pt x="81" y="21"/>
                    <a:pt x="70" y="21"/>
                  </a:cubicBezTo>
                  <a:cubicBezTo>
                    <a:pt x="56" y="21"/>
                    <a:pt x="45" y="25"/>
                    <a:pt x="37" y="34"/>
                  </a:cubicBezTo>
                  <a:cubicBezTo>
                    <a:pt x="29" y="43"/>
                    <a:pt x="25" y="56"/>
                    <a:pt x="25" y="72"/>
                  </a:cubicBezTo>
                  <a:cubicBezTo>
                    <a:pt x="25" y="89"/>
                    <a:pt x="29" y="102"/>
                    <a:pt x="37" y="112"/>
                  </a:cubicBezTo>
                  <a:cubicBezTo>
                    <a:pt x="45" y="121"/>
                    <a:pt x="56" y="126"/>
                    <a:pt x="70" y="126"/>
                  </a:cubicBezTo>
                  <a:cubicBezTo>
                    <a:pt x="81" y="126"/>
                    <a:pt x="90" y="123"/>
                    <a:pt x="97" y="117"/>
                  </a:cubicBezTo>
                  <a:cubicBezTo>
                    <a:pt x="104" y="111"/>
                    <a:pt x="108" y="103"/>
                    <a:pt x="109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2" y="109"/>
                    <a:pt x="126" y="122"/>
                    <a:pt x="114" y="132"/>
                  </a:cubicBezTo>
                  <a:cubicBezTo>
                    <a:pt x="102" y="142"/>
                    <a:pt x="87" y="147"/>
                    <a:pt x="69" y="147"/>
                  </a:cubicBezTo>
                  <a:cubicBezTo>
                    <a:pt x="47" y="147"/>
                    <a:pt x="30" y="140"/>
                    <a:pt x="18" y="127"/>
                  </a:cubicBezTo>
                  <a:cubicBezTo>
                    <a:pt x="6" y="114"/>
                    <a:pt x="0" y="96"/>
                    <a:pt x="0" y="73"/>
                  </a:cubicBezTo>
                  <a:cubicBezTo>
                    <a:pt x="0" y="50"/>
                    <a:pt x="6" y="32"/>
                    <a:pt x="18" y="19"/>
                  </a:cubicBezTo>
                  <a:cubicBezTo>
                    <a:pt x="31" y="6"/>
                    <a:pt x="48" y="0"/>
                    <a:pt x="70" y="0"/>
                  </a:cubicBezTo>
                  <a:cubicBezTo>
                    <a:pt x="88" y="0"/>
                    <a:pt x="103" y="4"/>
                    <a:pt x="114" y="12"/>
                  </a:cubicBezTo>
                  <a:cubicBezTo>
                    <a:pt x="125" y="21"/>
                    <a:pt x="131" y="32"/>
                    <a:pt x="132" y="47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1" name="Freeform 76">
              <a:extLst>
                <a:ext uri="{FF2B5EF4-FFF2-40B4-BE49-F238E27FC236}">
                  <a16:creationId xmlns:a16="http://schemas.microsoft.com/office/drawing/2014/main" id="{396AC2AD-FD9E-49F4-B3EA-100136367F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64663" y="3860801"/>
              <a:ext cx="282575" cy="306388"/>
            </a:xfrm>
            <a:custGeom>
              <a:avLst/>
              <a:gdLst>
                <a:gd name="T0" fmla="*/ 101 w 101"/>
                <a:gd name="T1" fmla="*/ 61 h 109"/>
                <a:gd name="T2" fmla="*/ 24 w 101"/>
                <a:gd name="T3" fmla="*/ 61 h 109"/>
                <a:gd name="T4" fmla="*/ 32 w 101"/>
                <a:gd name="T5" fmla="*/ 83 h 109"/>
                <a:gd name="T6" fmla="*/ 52 w 101"/>
                <a:gd name="T7" fmla="*/ 91 h 109"/>
                <a:gd name="T8" fmla="*/ 68 w 101"/>
                <a:gd name="T9" fmla="*/ 86 h 109"/>
                <a:gd name="T10" fmla="*/ 76 w 101"/>
                <a:gd name="T11" fmla="*/ 74 h 109"/>
                <a:gd name="T12" fmla="*/ 100 w 101"/>
                <a:gd name="T13" fmla="*/ 74 h 109"/>
                <a:gd name="T14" fmla="*/ 83 w 101"/>
                <a:gd name="T15" fmla="*/ 100 h 109"/>
                <a:gd name="T16" fmla="*/ 51 w 101"/>
                <a:gd name="T17" fmla="*/ 109 h 109"/>
                <a:gd name="T18" fmla="*/ 14 w 101"/>
                <a:gd name="T19" fmla="*/ 95 h 109"/>
                <a:gd name="T20" fmla="*/ 0 w 101"/>
                <a:gd name="T21" fmla="*/ 55 h 109"/>
                <a:gd name="T22" fmla="*/ 14 w 101"/>
                <a:gd name="T23" fmla="*/ 15 h 109"/>
                <a:gd name="T24" fmla="*/ 51 w 101"/>
                <a:gd name="T25" fmla="*/ 0 h 109"/>
                <a:gd name="T26" fmla="*/ 88 w 101"/>
                <a:gd name="T27" fmla="*/ 14 h 109"/>
                <a:gd name="T28" fmla="*/ 101 w 101"/>
                <a:gd name="T29" fmla="*/ 53 h 109"/>
                <a:gd name="T30" fmla="*/ 101 w 101"/>
                <a:gd name="T31" fmla="*/ 60 h 109"/>
                <a:gd name="T32" fmla="*/ 101 w 101"/>
                <a:gd name="T33" fmla="*/ 61 h 109"/>
                <a:gd name="T34" fmla="*/ 77 w 101"/>
                <a:gd name="T35" fmla="*/ 45 h 109"/>
                <a:gd name="T36" fmla="*/ 70 w 101"/>
                <a:gd name="T37" fmla="*/ 26 h 109"/>
                <a:gd name="T38" fmla="*/ 51 w 101"/>
                <a:gd name="T39" fmla="*/ 19 h 109"/>
                <a:gd name="T40" fmla="*/ 32 w 101"/>
                <a:gd name="T41" fmla="*/ 26 h 109"/>
                <a:gd name="T42" fmla="*/ 24 w 101"/>
                <a:gd name="T43" fmla="*/ 45 h 109"/>
                <a:gd name="T44" fmla="*/ 77 w 101"/>
                <a:gd name="T45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1" h="109">
                  <a:moveTo>
                    <a:pt x="101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5" y="70"/>
                    <a:pt x="27" y="78"/>
                    <a:pt x="32" y="83"/>
                  </a:cubicBezTo>
                  <a:cubicBezTo>
                    <a:pt x="37" y="88"/>
                    <a:pt x="44" y="91"/>
                    <a:pt x="52" y="91"/>
                  </a:cubicBezTo>
                  <a:cubicBezTo>
                    <a:pt x="58" y="91"/>
                    <a:pt x="64" y="89"/>
                    <a:pt x="68" y="86"/>
                  </a:cubicBezTo>
                  <a:cubicBezTo>
                    <a:pt x="72" y="83"/>
                    <a:pt x="75" y="79"/>
                    <a:pt x="76" y="74"/>
                  </a:cubicBezTo>
                  <a:cubicBezTo>
                    <a:pt x="100" y="74"/>
                    <a:pt x="100" y="74"/>
                    <a:pt x="100" y="74"/>
                  </a:cubicBezTo>
                  <a:cubicBezTo>
                    <a:pt x="98" y="85"/>
                    <a:pt x="92" y="93"/>
                    <a:pt x="83" y="100"/>
                  </a:cubicBezTo>
                  <a:cubicBezTo>
                    <a:pt x="74" y="106"/>
                    <a:pt x="63" y="109"/>
                    <a:pt x="51" y="109"/>
                  </a:cubicBezTo>
                  <a:cubicBezTo>
                    <a:pt x="35" y="109"/>
                    <a:pt x="23" y="105"/>
                    <a:pt x="14" y="95"/>
                  </a:cubicBezTo>
                  <a:cubicBezTo>
                    <a:pt x="5" y="85"/>
                    <a:pt x="0" y="72"/>
                    <a:pt x="0" y="55"/>
                  </a:cubicBezTo>
                  <a:cubicBezTo>
                    <a:pt x="0" y="38"/>
                    <a:pt x="5" y="24"/>
                    <a:pt x="14" y="15"/>
                  </a:cubicBezTo>
                  <a:cubicBezTo>
                    <a:pt x="23" y="5"/>
                    <a:pt x="35" y="0"/>
                    <a:pt x="51" y="0"/>
                  </a:cubicBezTo>
                  <a:cubicBezTo>
                    <a:pt x="67" y="0"/>
                    <a:pt x="79" y="5"/>
                    <a:pt x="88" y="14"/>
                  </a:cubicBezTo>
                  <a:cubicBezTo>
                    <a:pt x="97" y="24"/>
                    <a:pt x="101" y="37"/>
                    <a:pt x="101" y="53"/>
                  </a:cubicBezTo>
                  <a:cubicBezTo>
                    <a:pt x="101" y="55"/>
                    <a:pt x="101" y="57"/>
                    <a:pt x="101" y="60"/>
                  </a:cubicBezTo>
                  <a:cubicBezTo>
                    <a:pt x="101" y="61"/>
                    <a:pt x="101" y="61"/>
                    <a:pt x="101" y="61"/>
                  </a:cubicBezTo>
                  <a:close/>
                  <a:moveTo>
                    <a:pt x="77" y="45"/>
                  </a:moveTo>
                  <a:cubicBezTo>
                    <a:pt x="77" y="37"/>
                    <a:pt x="75" y="30"/>
                    <a:pt x="70" y="26"/>
                  </a:cubicBezTo>
                  <a:cubicBezTo>
                    <a:pt x="65" y="21"/>
                    <a:pt x="59" y="19"/>
                    <a:pt x="51" y="19"/>
                  </a:cubicBezTo>
                  <a:cubicBezTo>
                    <a:pt x="43" y="19"/>
                    <a:pt x="37" y="21"/>
                    <a:pt x="32" y="26"/>
                  </a:cubicBezTo>
                  <a:cubicBezTo>
                    <a:pt x="28" y="30"/>
                    <a:pt x="25" y="37"/>
                    <a:pt x="24" y="45"/>
                  </a:cubicBezTo>
                  <a:lnTo>
                    <a:pt x="77" y="4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2" name="Freeform 77">
              <a:extLst>
                <a:ext uri="{FF2B5EF4-FFF2-40B4-BE49-F238E27FC236}">
                  <a16:creationId xmlns:a16="http://schemas.microsoft.com/office/drawing/2014/main" id="{010F8E19-FCB8-46CE-975B-0BACA8004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4388" y="3863976"/>
              <a:ext cx="265113" cy="295275"/>
            </a:xfrm>
            <a:custGeom>
              <a:avLst/>
              <a:gdLst>
                <a:gd name="T0" fmla="*/ 95 w 95"/>
                <a:gd name="T1" fmla="*/ 40 h 105"/>
                <a:gd name="T2" fmla="*/ 95 w 95"/>
                <a:gd name="T3" fmla="*/ 105 h 105"/>
                <a:gd name="T4" fmla="*/ 71 w 95"/>
                <a:gd name="T5" fmla="*/ 105 h 105"/>
                <a:gd name="T6" fmla="*/ 71 w 95"/>
                <a:gd name="T7" fmla="*/ 38 h 105"/>
                <a:gd name="T8" fmla="*/ 66 w 95"/>
                <a:gd name="T9" fmla="*/ 24 h 105"/>
                <a:gd name="T10" fmla="*/ 51 w 95"/>
                <a:gd name="T11" fmla="*/ 19 h 105"/>
                <a:gd name="T12" fmla="*/ 31 w 95"/>
                <a:gd name="T13" fmla="*/ 26 h 105"/>
                <a:gd name="T14" fmla="*/ 24 w 95"/>
                <a:gd name="T15" fmla="*/ 46 h 105"/>
                <a:gd name="T16" fmla="*/ 24 w 95"/>
                <a:gd name="T17" fmla="*/ 105 h 105"/>
                <a:gd name="T18" fmla="*/ 0 w 95"/>
                <a:gd name="T19" fmla="*/ 105 h 105"/>
                <a:gd name="T20" fmla="*/ 0 w 95"/>
                <a:gd name="T21" fmla="*/ 3 h 105"/>
                <a:gd name="T22" fmla="*/ 23 w 95"/>
                <a:gd name="T23" fmla="*/ 3 h 105"/>
                <a:gd name="T24" fmla="*/ 23 w 95"/>
                <a:gd name="T25" fmla="*/ 17 h 105"/>
                <a:gd name="T26" fmla="*/ 37 w 95"/>
                <a:gd name="T27" fmla="*/ 4 h 105"/>
                <a:gd name="T28" fmla="*/ 56 w 95"/>
                <a:gd name="T29" fmla="*/ 0 h 105"/>
                <a:gd name="T30" fmla="*/ 86 w 95"/>
                <a:gd name="T31" fmla="*/ 9 h 105"/>
                <a:gd name="T32" fmla="*/ 95 w 95"/>
                <a:gd name="T33" fmla="*/ 4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5" h="105">
                  <a:moveTo>
                    <a:pt x="95" y="40"/>
                  </a:moveTo>
                  <a:cubicBezTo>
                    <a:pt x="95" y="105"/>
                    <a:pt x="95" y="105"/>
                    <a:pt x="95" y="105"/>
                  </a:cubicBezTo>
                  <a:cubicBezTo>
                    <a:pt x="71" y="105"/>
                    <a:pt x="71" y="105"/>
                    <a:pt x="71" y="105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2"/>
                    <a:pt x="70" y="27"/>
                    <a:pt x="66" y="24"/>
                  </a:cubicBezTo>
                  <a:cubicBezTo>
                    <a:pt x="63" y="20"/>
                    <a:pt x="58" y="19"/>
                    <a:pt x="51" y="19"/>
                  </a:cubicBezTo>
                  <a:cubicBezTo>
                    <a:pt x="43" y="19"/>
                    <a:pt x="36" y="21"/>
                    <a:pt x="31" y="26"/>
                  </a:cubicBezTo>
                  <a:cubicBezTo>
                    <a:pt x="26" y="31"/>
                    <a:pt x="24" y="37"/>
                    <a:pt x="24" y="46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7" y="11"/>
                    <a:pt x="31" y="7"/>
                    <a:pt x="37" y="4"/>
                  </a:cubicBezTo>
                  <a:cubicBezTo>
                    <a:pt x="43" y="2"/>
                    <a:pt x="49" y="0"/>
                    <a:pt x="56" y="0"/>
                  </a:cubicBezTo>
                  <a:cubicBezTo>
                    <a:pt x="70" y="0"/>
                    <a:pt x="80" y="3"/>
                    <a:pt x="86" y="9"/>
                  </a:cubicBezTo>
                  <a:cubicBezTo>
                    <a:pt x="92" y="15"/>
                    <a:pt x="95" y="25"/>
                    <a:pt x="95" y="40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3" name="Freeform 78">
              <a:extLst>
                <a:ext uri="{FF2B5EF4-FFF2-40B4-BE49-F238E27FC236}">
                  <a16:creationId xmlns:a16="http://schemas.microsoft.com/office/drawing/2014/main" id="{B0EEF8AF-8C21-45CB-BAFE-E2FD5E5A9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6013" y="3792538"/>
              <a:ext cx="160338" cy="369888"/>
            </a:xfrm>
            <a:custGeom>
              <a:avLst/>
              <a:gdLst>
                <a:gd name="T0" fmla="*/ 16 w 57"/>
                <a:gd name="T1" fmla="*/ 0 h 131"/>
                <a:gd name="T2" fmla="*/ 39 w 57"/>
                <a:gd name="T3" fmla="*/ 0 h 131"/>
                <a:gd name="T4" fmla="*/ 39 w 57"/>
                <a:gd name="T5" fmla="*/ 28 h 131"/>
                <a:gd name="T6" fmla="*/ 57 w 57"/>
                <a:gd name="T7" fmla="*/ 28 h 131"/>
                <a:gd name="T8" fmla="*/ 57 w 57"/>
                <a:gd name="T9" fmla="*/ 44 h 131"/>
                <a:gd name="T10" fmla="*/ 39 w 57"/>
                <a:gd name="T11" fmla="*/ 44 h 131"/>
                <a:gd name="T12" fmla="*/ 39 w 57"/>
                <a:gd name="T13" fmla="*/ 104 h 131"/>
                <a:gd name="T14" fmla="*/ 41 w 57"/>
                <a:gd name="T15" fmla="*/ 112 h 131"/>
                <a:gd name="T16" fmla="*/ 48 w 57"/>
                <a:gd name="T17" fmla="*/ 113 h 131"/>
                <a:gd name="T18" fmla="*/ 50 w 57"/>
                <a:gd name="T19" fmla="*/ 113 h 131"/>
                <a:gd name="T20" fmla="*/ 53 w 57"/>
                <a:gd name="T21" fmla="*/ 113 h 131"/>
                <a:gd name="T22" fmla="*/ 57 w 57"/>
                <a:gd name="T23" fmla="*/ 113 h 131"/>
                <a:gd name="T24" fmla="*/ 57 w 57"/>
                <a:gd name="T25" fmla="*/ 130 h 131"/>
                <a:gd name="T26" fmla="*/ 55 w 57"/>
                <a:gd name="T27" fmla="*/ 130 h 131"/>
                <a:gd name="T28" fmla="*/ 41 w 57"/>
                <a:gd name="T29" fmla="*/ 131 h 131"/>
                <a:gd name="T30" fmla="*/ 22 w 57"/>
                <a:gd name="T31" fmla="*/ 126 h 131"/>
                <a:gd name="T32" fmla="*/ 16 w 57"/>
                <a:gd name="T33" fmla="*/ 107 h 131"/>
                <a:gd name="T34" fmla="*/ 16 w 57"/>
                <a:gd name="T35" fmla="*/ 44 h 131"/>
                <a:gd name="T36" fmla="*/ 0 w 57"/>
                <a:gd name="T37" fmla="*/ 44 h 131"/>
                <a:gd name="T38" fmla="*/ 0 w 57"/>
                <a:gd name="T39" fmla="*/ 28 h 131"/>
                <a:gd name="T40" fmla="*/ 16 w 57"/>
                <a:gd name="T41" fmla="*/ 28 h 131"/>
                <a:gd name="T42" fmla="*/ 16 w 57"/>
                <a:gd name="T43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" h="131">
                  <a:moveTo>
                    <a:pt x="16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39" y="44"/>
                    <a:pt x="39" y="44"/>
                    <a:pt x="39" y="44"/>
                  </a:cubicBezTo>
                  <a:cubicBezTo>
                    <a:pt x="39" y="104"/>
                    <a:pt x="39" y="104"/>
                    <a:pt x="39" y="104"/>
                  </a:cubicBezTo>
                  <a:cubicBezTo>
                    <a:pt x="39" y="108"/>
                    <a:pt x="40" y="110"/>
                    <a:pt x="41" y="112"/>
                  </a:cubicBezTo>
                  <a:cubicBezTo>
                    <a:pt x="42" y="113"/>
                    <a:pt x="45" y="113"/>
                    <a:pt x="48" y="113"/>
                  </a:cubicBezTo>
                  <a:cubicBezTo>
                    <a:pt x="49" y="113"/>
                    <a:pt x="50" y="113"/>
                    <a:pt x="50" y="113"/>
                  </a:cubicBezTo>
                  <a:cubicBezTo>
                    <a:pt x="51" y="113"/>
                    <a:pt x="52" y="113"/>
                    <a:pt x="53" y="113"/>
                  </a:cubicBezTo>
                  <a:cubicBezTo>
                    <a:pt x="57" y="113"/>
                    <a:pt x="57" y="113"/>
                    <a:pt x="57" y="113"/>
                  </a:cubicBezTo>
                  <a:cubicBezTo>
                    <a:pt x="57" y="130"/>
                    <a:pt x="57" y="130"/>
                    <a:pt x="57" y="130"/>
                  </a:cubicBezTo>
                  <a:cubicBezTo>
                    <a:pt x="57" y="130"/>
                    <a:pt x="56" y="130"/>
                    <a:pt x="55" y="130"/>
                  </a:cubicBezTo>
                  <a:cubicBezTo>
                    <a:pt x="48" y="131"/>
                    <a:pt x="44" y="131"/>
                    <a:pt x="41" y="131"/>
                  </a:cubicBezTo>
                  <a:cubicBezTo>
                    <a:pt x="32" y="131"/>
                    <a:pt x="25" y="130"/>
                    <a:pt x="22" y="126"/>
                  </a:cubicBezTo>
                  <a:cubicBezTo>
                    <a:pt x="18" y="122"/>
                    <a:pt x="16" y="116"/>
                    <a:pt x="16" y="107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6" y="28"/>
                    <a:pt x="16" y="28"/>
                    <a:pt x="16" y="28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4" name="Freeform 79">
              <a:extLst>
                <a:ext uri="{FF2B5EF4-FFF2-40B4-BE49-F238E27FC236}">
                  <a16:creationId xmlns:a16="http://schemas.microsoft.com/office/drawing/2014/main" id="{6AC422CC-DA61-4706-ACB2-DFAD469F81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99688" y="3860801"/>
              <a:ext cx="282575" cy="306388"/>
            </a:xfrm>
            <a:custGeom>
              <a:avLst/>
              <a:gdLst>
                <a:gd name="T0" fmla="*/ 101 w 101"/>
                <a:gd name="T1" fmla="*/ 61 h 109"/>
                <a:gd name="T2" fmla="*/ 24 w 101"/>
                <a:gd name="T3" fmla="*/ 61 h 109"/>
                <a:gd name="T4" fmla="*/ 32 w 101"/>
                <a:gd name="T5" fmla="*/ 83 h 109"/>
                <a:gd name="T6" fmla="*/ 52 w 101"/>
                <a:gd name="T7" fmla="*/ 91 h 109"/>
                <a:gd name="T8" fmla="*/ 68 w 101"/>
                <a:gd name="T9" fmla="*/ 86 h 109"/>
                <a:gd name="T10" fmla="*/ 76 w 101"/>
                <a:gd name="T11" fmla="*/ 74 h 109"/>
                <a:gd name="T12" fmla="*/ 100 w 101"/>
                <a:gd name="T13" fmla="*/ 74 h 109"/>
                <a:gd name="T14" fmla="*/ 83 w 101"/>
                <a:gd name="T15" fmla="*/ 100 h 109"/>
                <a:gd name="T16" fmla="*/ 51 w 101"/>
                <a:gd name="T17" fmla="*/ 109 h 109"/>
                <a:gd name="T18" fmla="*/ 14 w 101"/>
                <a:gd name="T19" fmla="*/ 95 h 109"/>
                <a:gd name="T20" fmla="*/ 0 w 101"/>
                <a:gd name="T21" fmla="*/ 55 h 109"/>
                <a:gd name="T22" fmla="*/ 14 w 101"/>
                <a:gd name="T23" fmla="*/ 15 h 109"/>
                <a:gd name="T24" fmla="*/ 51 w 101"/>
                <a:gd name="T25" fmla="*/ 0 h 109"/>
                <a:gd name="T26" fmla="*/ 88 w 101"/>
                <a:gd name="T27" fmla="*/ 14 h 109"/>
                <a:gd name="T28" fmla="*/ 101 w 101"/>
                <a:gd name="T29" fmla="*/ 53 h 109"/>
                <a:gd name="T30" fmla="*/ 101 w 101"/>
                <a:gd name="T31" fmla="*/ 60 h 109"/>
                <a:gd name="T32" fmla="*/ 101 w 101"/>
                <a:gd name="T33" fmla="*/ 61 h 109"/>
                <a:gd name="T34" fmla="*/ 77 w 101"/>
                <a:gd name="T35" fmla="*/ 45 h 109"/>
                <a:gd name="T36" fmla="*/ 70 w 101"/>
                <a:gd name="T37" fmla="*/ 26 h 109"/>
                <a:gd name="T38" fmla="*/ 51 w 101"/>
                <a:gd name="T39" fmla="*/ 19 h 109"/>
                <a:gd name="T40" fmla="*/ 32 w 101"/>
                <a:gd name="T41" fmla="*/ 26 h 109"/>
                <a:gd name="T42" fmla="*/ 24 w 101"/>
                <a:gd name="T43" fmla="*/ 45 h 109"/>
                <a:gd name="T44" fmla="*/ 77 w 101"/>
                <a:gd name="T45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1" h="109">
                  <a:moveTo>
                    <a:pt x="101" y="61"/>
                  </a:moveTo>
                  <a:cubicBezTo>
                    <a:pt x="24" y="61"/>
                    <a:pt x="24" y="61"/>
                    <a:pt x="24" y="61"/>
                  </a:cubicBezTo>
                  <a:cubicBezTo>
                    <a:pt x="25" y="70"/>
                    <a:pt x="27" y="78"/>
                    <a:pt x="32" y="83"/>
                  </a:cubicBezTo>
                  <a:cubicBezTo>
                    <a:pt x="37" y="88"/>
                    <a:pt x="43" y="91"/>
                    <a:pt x="52" y="91"/>
                  </a:cubicBezTo>
                  <a:cubicBezTo>
                    <a:pt x="58" y="91"/>
                    <a:pt x="64" y="89"/>
                    <a:pt x="68" y="86"/>
                  </a:cubicBezTo>
                  <a:cubicBezTo>
                    <a:pt x="72" y="83"/>
                    <a:pt x="75" y="79"/>
                    <a:pt x="76" y="74"/>
                  </a:cubicBezTo>
                  <a:cubicBezTo>
                    <a:pt x="100" y="74"/>
                    <a:pt x="100" y="74"/>
                    <a:pt x="100" y="74"/>
                  </a:cubicBezTo>
                  <a:cubicBezTo>
                    <a:pt x="97" y="85"/>
                    <a:pt x="92" y="93"/>
                    <a:pt x="83" y="100"/>
                  </a:cubicBezTo>
                  <a:cubicBezTo>
                    <a:pt x="74" y="106"/>
                    <a:pt x="63" y="109"/>
                    <a:pt x="51" y="109"/>
                  </a:cubicBezTo>
                  <a:cubicBezTo>
                    <a:pt x="35" y="109"/>
                    <a:pt x="23" y="105"/>
                    <a:pt x="14" y="95"/>
                  </a:cubicBezTo>
                  <a:cubicBezTo>
                    <a:pt x="5" y="85"/>
                    <a:pt x="0" y="72"/>
                    <a:pt x="0" y="55"/>
                  </a:cubicBezTo>
                  <a:cubicBezTo>
                    <a:pt x="0" y="38"/>
                    <a:pt x="5" y="24"/>
                    <a:pt x="14" y="15"/>
                  </a:cubicBezTo>
                  <a:cubicBezTo>
                    <a:pt x="23" y="5"/>
                    <a:pt x="35" y="0"/>
                    <a:pt x="51" y="0"/>
                  </a:cubicBezTo>
                  <a:cubicBezTo>
                    <a:pt x="67" y="0"/>
                    <a:pt x="79" y="5"/>
                    <a:pt x="88" y="14"/>
                  </a:cubicBezTo>
                  <a:cubicBezTo>
                    <a:pt x="97" y="24"/>
                    <a:pt x="101" y="37"/>
                    <a:pt x="101" y="53"/>
                  </a:cubicBezTo>
                  <a:cubicBezTo>
                    <a:pt x="101" y="55"/>
                    <a:pt x="101" y="57"/>
                    <a:pt x="101" y="60"/>
                  </a:cubicBezTo>
                  <a:cubicBezTo>
                    <a:pt x="101" y="61"/>
                    <a:pt x="101" y="61"/>
                    <a:pt x="101" y="61"/>
                  </a:cubicBezTo>
                  <a:close/>
                  <a:moveTo>
                    <a:pt x="77" y="45"/>
                  </a:moveTo>
                  <a:cubicBezTo>
                    <a:pt x="77" y="37"/>
                    <a:pt x="74" y="30"/>
                    <a:pt x="70" y="26"/>
                  </a:cubicBezTo>
                  <a:cubicBezTo>
                    <a:pt x="65" y="21"/>
                    <a:pt x="59" y="19"/>
                    <a:pt x="51" y="19"/>
                  </a:cubicBezTo>
                  <a:cubicBezTo>
                    <a:pt x="43" y="19"/>
                    <a:pt x="37" y="21"/>
                    <a:pt x="32" y="26"/>
                  </a:cubicBezTo>
                  <a:cubicBezTo>
                    <a:pt x="28" y="30"/>
                    <a:pt x="25" y="37"/>
                    <a:pt x="24" y="45"/>
                  </a:cubicBezTo>
                  <a:lnTo>
                    <a:pt x="77" y="45"/>
                  </a:ln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5" name="Freeform 80">
              <a:extLst>
                <a:ext uri="{FF2B5EF4-FFF2-40B4-BE49-F238E27FC236}">
                  <a16:creationId xmlns:a16="http://schemas.microsoft.com/office/drawing/2014/main" id="{209FB82E-B803-4F06-B6B6-1FD77BF33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9413" y="3863976"/>
              <a:ext cx="161925" cy="295275"/>
            </a:xfrm>
            <a:custGeom>
              <a:avLst/>
              <a:gdLst>
                <a:gd name="T0" fmla="*/ 58 w 58"/>
                <a:gd name="T1" fmla="*/ 1 h 105"/>
                <a:gd name="T2" fmla="*/ 58 w 58"/>
                <a:gd name="T3" fmla="*/ 23 h 105"/>
                <a:gd name="T4" fmla="*/ 51 w 58"/>
                <a:gd name="T5" fmla="*/ 23 h 105"/>
                <a:gd name="T6" fmla="*/ 30 w 58"/>
                <a:gd name="T7" fmla="*/ 30 h 105"/>
                <a:gd name="T8" fmla="*/ 23 w 58"/>
                <a:gd name="T9" fmla="*/ 49 h 105"/>
                <a:gd name="T10" fmla="*/ 23 w 58"/>
                <a:gd name="T11" fmla="*/ 105 h 105"/>
                <a:gd name="T12" fmla="*/ 0 w 58"/>
                <a:gd name="T13" fmla="*/ 105 h 105"/>
                <a:gd name="T14" fmla="*/ 0 w 58"/>
                <a:gd name="T15" fmla="*/ 3 h 105"/>
                <a:gd name="T16" fmla="*/ 22 w 58"/>
                <a:gd name="T17" fmla="*/ 3 h 105"/>
                <a:gd name="T18" fmla="*/ 22 w 58"/>
                <a:gd name="T19" fmla="*/ 21 h 105"/>
                <a:gd name="T20" fmla="*/ 34 w 58"/>
                <a:gd name="T21" fmla="*/ 5 h 105"/>
                <a:gd name="T22" fmla="*/ 52 w 58"/>
                <a:gd name="T23" fmla="*/ 0 h 105"/>
                <a:gd name="T24" fmla="*/ 53 w 58"/>
                <a:gd name="T25" fmla="*/ 0 h 105"/>
                <a:gd name="T26" fmla="*/ 58 w 58"/>
                <a:gd name="T27" fmla="*/ 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" h="105">
                  <a:moveTo>
                    <a:pt x="58" y="1"/>
                  </a:moveTo>
                  <a:cubicBezTo>
                    <a:pt x="58" y="23"/>
                    <a:pt x="58" y="23"/>
                    <a:pt x="58" y="23"/>
                  </a:cubicBezTo>
                  <a:cubicBezTo>
                    <a:pt x="51" y="23"/>
                    <a:pt x="51" y="23"/>
                    <a:pt x="51" y="23"/>
                  </a:cubicBezTo>
                  <a:cubicBezTo>
                    <a:pt x="42" y="23"/>
                    <a:pt x="35" y="25"/>
                    <a:pt x="30" y="30"/>
                  </a:cubicBezTo>
                  <a:cubicBezTo>
                    <a:pt x="26" y="34"/>
                    <a:pt x="23" y="41"/>
                    <a:pt x="23" y="49"/>
                  </a:cubicBezTo>
                  <a:cubicBezTo>
                    <a:pt x="23" y="105"/>
                    <a:pt x="23" y="105"/>
                    <a:pt x="23" y="10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5" y="14"/>
                    <a:pt x="29" y="9"/>
                    <a:pt x="34" y="5"/>
                  </a:cubicBezTo>
                  <a:cubicBezTo>
                    <a:pt x="40" y="2"/>
                    <a:pt x="46" y="0"/>
                    <a:pt x="52" y="0"/>
                  </a:cubicBezTo>
                  <a:cubicBezTo>
                    <a:pt x="52" y="0"/>
                    <a:pt x="53" y="0"/>
                    <a:pt x="53" y="0"/>
                  </a:cubicBezTo>
                  <a:cubicBezTo>
                    <a:pt x="55" y="0"/>
                    <a:pt x="56" y="1"/>
                    <a:pt x="58" y="1"/>
                  </a:cubicBezTo>
                  <a:close/>
                </a:path>
              </a:pathLst>
            </a:custGeom>
            <a:solidFill>
              <a:srgbClr val="1F1E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32" name="Freeform 5">
            <a:extLst>
              <a:ext uri="{FF2B5EF4-FFF2-40B4-BE49-F238E27FC236}">
                <a16:creationId xmlns:a16="http://schemas.microsoft.com/office/drawing/2014/main" id="{C0E01A13-F829-4331-A053-DAE9F5984BA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067800" y="356568"/>
            <a:ext cx="519630" cy="519630"/>
          </a:xfrm>
          <a:custGeom>
            <a:avLst/>
            <a:gdLst>
              <a:gd name="T0" fmla="*/ 743 w 795"/>
              <a:gd name="T1" fmla="*/ 555 h 794"/>
              <a:gd name="T2" fmla="*/ 700 w 795"/>
              <a:gd name="T3" fmla="*/ 141 h 794"/>
              <a:gd name="T4" fmla="*/ 677 w 795"/>
              <a:gd name="T5" fmla="*/ 400 h 794"/>
              <a:gd name="T6" fmla="*/ 629 w 795"/>
              <a:gd name="T7" fmla="*/ 566 h 794"/>
              <a:gd name="T8" fmla="*/ 611 w 795"/>
              <a:gd name="T9" fmla="*/ 685 h 794"/>
              <a:gd name="T10" fmla="*/ 603 w 795"/>
              <a:gd name="T11" fmla="*/ 683 h 794"/>
              <a:gd name="T12" fmla="*/ 589 w 795"/>
              <a:gd name="T13" fmla="*/ 745 h 794"/>
              <a:gd name="T14" fmla="*/ 575 w 795"/>
              <a:gd name="T15" fmla="*/ 158 h 794"/>
              <a:gd name="T16" fmla="*/ 569 w 795"/>
              <a:gd name="T17" fmla="*/ 555 h 794"/>
              <a:gd name="T18" fmla="*/ 559 w 795"/>
              <a:gd name="T19" fmla="*/ 535 h 794"/>
              <a:gd name="T20" fmla="*/ 540 w 795"/>
              <a:gd name="T21" fmla="*/ 405 h 794"/>
              <a:gd name="T22" fmla="*/ 535 w 795"/>
              <a:gd name="T23" fmla="*/ 302 h 794"/>
              <a:gd name="T24" fmla="*/ 522 w 795"/>
              <a:gd name="T25" fmla="*/ 774 h 794"/>
              <a:gd name="T26" fmla="*/ 509 w 795"/>
              <a:gd name="T27" fmla="*/ 132 h 794"/>
              <a:gd name="T28" fmla="*/ 499 w 795"/>
              <a:gd name="T29" fmla="*/ 668 h 794"/>
              <a:gd name="T30" fmla="*/ 496 w 795"/>
              <a:gd name="T31" fmla="*/ 319 h 794"/>
              <a:gd name="T32" fmla="*/ 491 w 795"/>
              <a:gd name="T33" fmla="*/ 598 h 794"/>
              <a:gd name="T34" fmla="*/ 486 w 795"/>
              <a:gd name="T35" fmla="*/ 329 h 794"/>
              <a:gd name="T36" fmla="*/ 486 w 795"/>
              <a:gd name="T37" fmla="*/ 751 h 794"/>
              <a:gd name="T38" fmla="*/ 484 w 795"/>
              <a:gd name="T39" fmla="*/ 344 h 794"/>
              <a:gd name="T40" fmla="*/ 476 w 795"/>
              <a:gd name="T41" fmla="*/ 626 h 794"/>
              <a:gd name="T42" fmla="*/ 468 w 795"/>
              <a:gd name="T43" fmla="*/ 218 h 794"/>
              <a:gd name="T44" fmla="*/ 468 w 795"/>
              <a:gd name="T45" fmla="*/ 622 h 794"/>
              <a:gd name="T46" fmla="*/ 456 w 795"/>
              <a:gd name="T47" fmla="*/ 234 h 794"/>
              <a:gd name="T48" fmla="*/ 452 w 795"/>
              <a:gd name="T49" fmla="*/ 563 h 794"/>
              <a:gd name="T50" fmla="*/ 446 w 795"/>
              <a:gd name="T51" fmla="*/ 127 h 794"/>
              <a:gd name="T52" fmla="*/ 437 w 795"/>
              <a:gd name="T53" fmla="*/ 613 h 794"/>
              <a:gd name="T54" fmla="*/ 427 w 795"/>
              <a:gd name="T55" fmla="*/ 495 h 794"/>
              <a:gd name="T56" fmla="*/ 419 w 795"/>
              <a:gd name="T57" fmla="*/ 712 h 794"/>
              <a:gd name="T58" fmla="*/ 404 w 795"/>
              <a:gd name="T59" fmla="*/ 563 h 794"/>
              <a:gd name="T60" fmla="*/ 402 w 795"/>
              <a:gd name="T61" fmla="*/ 185 h 794"/>
              <a:gd name="T62" fmla="*/ 402 w 795"/>
              <a:gd name="T63" fmla="*/ 342 h 794"/>
              <a:gd name="T64" fmla="*/ 393 w 795"/>
              <a:gd name="T65" fmla="*/ 591 h 794"/>
              <a:gd name="T66" fmla="*/ 391 w 795"/>
              <a:gd name="T67" fmla="*/ 188 h 794"/>
              <a:gd name="T68" fmla="*/ 379 w 795"/>
              <a:gd name="T69" fmla="*/ 299 h 794"/>
              <a:gd name="T70" fmla="*/ 373 w 795"/>
              <a:gd name="T71" fmla="*/ 680 h 794"/>
              <a:gd name="T72" fmla="*/ 370 w 795"/>
              <a:gd name="T73" fmla="*/ 543 h 794"/>
              <a:gd name="T74" fmla="*/ 354 w 795"/>
              <a:gd name="T75" fmla="*/ 378 h 794"/>
              <a:gd name="T76" fmla="*/ 349 w 795"/>
              <a:gd name="T77" fmla="*/ 283 h 794"/>
              <a:gd name="T78" fmla="*/ 337 w 795"/>
              <a:gd name="T79" fmla="*/ 14 h 794"/>
              <a:gd name="T80" fmla="*/ 328 w 795"/>
              <a:gd name="T81" fmla="*/ 336 h 794"/>
              <a:gd name="T82" fmla="*/ 311 w 795"/>
              <a:gd name="T83" fmla="*/ 23 h 794"/>
              <a:gd name="T84" fmla="*/ 311 w 795"/>
              <a:gd name="T85" fmla="*/ 494 h 794"/>
              <a:gd name="T86" fmla="*/ 307 w 795"/>
              <a:gd name="T87" fmla="*/ 356 h 794"/>
              <a:gd name="T88" fmla="*/ 301 w 795"/>
              <a:gd name="T89" fmla="*/ 81 h 794"/>
              <a:gd name="T90" fmla="*/ 301 w 795"/>
              <a:gd name="T91" fmla="*/ 422 h 794"/>
              <a:gd name="T92" fmla="*/ 295 w 795"/>
              <a:gd name="T93" fmla="*/ 187 h 794"/>
              <a:gd name="T94" fmla="*/ 293 w 795"/>
              <a:gd name="T95" fmla="*/ 616 h 794"/>
              <a:gd name="T96" fmla="*/ 291 w 795"/>
              <a:gd name="T97" fmla="*/ 469 h 794"/>
              <a:gd name="T98" fmla="*/ 280 w 795"/>
              <a:gd name="T99" fmla="*/ 298 h 794"/>
              <a:gd name="T100" fmla="*/ 272 w 795"/>
              <a:gd name="T101" fmla="*/ 442 h 794"/>
              <a:gd name="T102" fmla="*/ 262 w 795"/>
              <a:gd name="T103" fmla="*/ 381 h 794"/>
              <a:gd name="T104" fmla="*/ 251 w 795"/>
              <a:gd name="T105" fmla="*/ 66 h 794"/>
              <a:gd name="T106" fmla="*/ 248 w 795"/>
              <a:gd name="T107" fmla="*/ 534 h 794"/>
              <a:gd name="T108" fmla="*/ 222 w 795"/>
              <a:gd name="T109" fmla="*/ 217 h 794"/>
              <a:gd name="T110" fmla="*/ 210 w 795"/>
              <a:gd name="T111" fmla="*/ 598 h 794"/>
              <a:gd name="T112" fmla="*/ 200 w 795"/>
              <a:gd name="T113" fmla="*/ 622 h 794"/>
              <a:gd name="T114" fmla="*/ 192 w 795"/>
              <a:gd name="T115" fmla="*/ 59 h 794"/>
              <a:gd name="T116" fmla="*/ 189 w 795"/>
              <a:gd name="T117" fmla="*/ 576 h 794"/>
              <a:gd name="T118" fmla="*/ 173 w 795"/>
              <a:gd name="T119" fmla="*/ 588 h 794"/>
              <a:gd name="T120" fmla="*/ 148 w 795"/>
              <a:gd name="T121" fmla="*/ 196 h 794"/>
              <a:gd name="T122" fmla="*/ 103 w 795"/>
              <a:gd name="T123" fmla="*/ 313 h 794"/>
              <a:gd name="T124" fmla="*/ 68 w 795"/>
              <a:gd name="T125" fmla="*/ 211 h 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95" h="794">
                <a:moveTo>
                  <a:pt x="770" y="265"/>
                </a:moveTo>
                <a:cubicBezTo>
                  <a:pt x="775" y="277"/>
                  <a:pt x="779" y="289"/>
                  <a:pt x="783" y="302"/>
                </a:cubicBezTo>
                <a:cubicBezTo>
                  <a:pt x="783" y="304"/>
                  <a:pt x="783" y="306"/>
                  <a:pt x="783" y="309"/>
                </a:cubicBezTo>
                <a:cubicBezTo>
                  <a:pt x="789" y="331"/>
                  <a:pt x="795" y="357"/>
                  <a:pt x="792" y="381"/>
                </a:cubicBezTo>
                <a:cubicBezTo>
                  <a:pt x="795" y="400"/>
                  <a:pt x="792" y="420"/>
                  <a:pt x="792" y="439"/>
                </a:cubicBezTo>
                <a:cubicBezTo>
                  <a:pt x="787" y="453"/>
                  <a:pt x="791" y="467"/>
                  <a:pt x="784" y="480"/>
                </a:cubicBezTo>
                <a:cubicBezTo>
                  <a:pt x="782" y="498"/>
                  <a:pt x="775" y="512"/>
                  <a:pt x="772" y="529"/>
                </a:cubicBezTo>
                <a:cubicBezTo>
                  <a:pt x="772" y="530"/>
                  <a:pt x="771" y="532"/>
                  <a:pt x="770" y="534"/>
                </a:cubicBezTo>
                <a:cubicBezTo>
                  <a:pt x="770" y="506"/>
                  <a:pt x="770" y="506"/>
                  <a:pt x="770" y="506"/>
                </a:cubicBezTo>
                <a:cubicBezTo>
                  <a:pt x="773" y="502"/>
                  <a:pt x="775" y="496"/>
                  <a:pt x="774" y="489"/>
                </a:cubicBezTo>
                <a:cubicBezTo>
                  <a:pt x="773" y="490"/>
                  <a:pt x="772" y="491"/>
                  <a:pt x="770" y="491"/>
                </a:cubicBezTo>
                <a:cubicBezTo>
                  <a:pt x="770" y="480"/>
                  <a:pt x="770" y="480"/>
                  <a:pt x="770" y="480"/>
                </a:cubicBezTo>
                <a:cubicBezTo>
                  <a:pt x="777" y="476"/>
                  <a:pt x="781" y="470"/>
                  <a:pt x="780" y="456"/>
                </a:cubicBezTo>
                <a:cubicBezTo>
                  <a:pt x="776" y="457"/>
                  <a:pt x="773" y="459"/>
                  <a:pt x="770" y="460"/>
                </a:cubicBezTo>
                <a:cubicBezTo>
                  <a:pt x="770" y="451"/>
                  <a:pt x="770" y="451"/>
                  <a:pt x="770" y="451"/>
                </a:cubicBezTo>
                <a:cubicBezTo>
                  <a:pt x="781" y="446"/>
                  <a:pt x="785" y="441"/>
                  <a:pt x="786" y="423"/>
                </a:cubicBezTo>
                <a:cubicBezTo>
                  <a:pt x="781" y="423"/>
                  <a:pt x="775" y="426"/>
                  <a:pt x="770" y="429"/>
                </a:cubicBezTo>
                <a:cubicBezTo>
                  <a:pt x="770" y="420"/>
                  <a:pt x="770" y="420"/>
                  <a:pt x="770" y="420"/>
                </a:cubicBezTo>
                <a:cubicBezTo>
                  <a:pt x="783" y="414"/>
                  <a:pt x="787" y="410"/>
                  <a:pt x="786" y="389"/>
                </a:cubicBezTo>
                <a:cubicBezTo>
                  <a:pt x="781" y="390"/>
                  <a:pt x="775" y="393"/>
                  <a:pt x="770" y="397"/>
                </a:cubicBezTo>
                <a:cubicBezTo>
                  <a:pt x="770" y="388"/>
                  <a:pt x="770" y="388"/>
                  <a:pt x="770" y="388"/>
                </a:cubicBezTo>
                <a:cubicBezTo>
                  <a:pt x="782" y="381"/>
                  <a:pt x="787" y="374"/>
                  <a:pt x="784" y="355"/>
                </a:cubicBezTo>
                <a:cubicBezTo>
                  <a:pt x="779" y="357"/>
                  <a:pt x="775" y="360"/>
                  <a:pt x="770" y="363"/>
                </a:cubicBezTo>
                <a:cubicBezTo>
                  <a:pt x="770" y="354"/>
                  <a:pt x="770" y="354"/>
                  <a:pt x="770" y="354"/>
                </a:cubicBezTo>
                <a:cubicBezTo>
                  <a:pt x="777" y="348"/>
                  <a:pt x="781" y="342"/>
                  <a:pt x="781" y="328"/>
                </a:cubicBezTo>
                <a:cubicBezTo>
                  <a:pt x="780" y="325"/>
                  <a:pt x="778" y="323"/>
                  <a:pt x="778" y="321"/>
                </a:cubicBezTo>
                <a:cubicBezTo>
                  <a:pt x="775" y="323"/>
                  <a:pt x="772" y="326"/>
                  <a:pt x="770" y="328"/>
                </a:cubicBezTo>
                <a:cubicBezTo>
                  <a:pt x="770" y="314"/>
                  <a:pt x="770" y="314"/>
                  <a:pt x="770" y="314"/>
                </a:cubicBezTo>
                <a:cubicBezTo>
                  <a:pt x="774" y="308"/>
                  <a:pt x="775" y="300"/>
                  <a:pt x="770" y="288"/>
                </a:cubicBezTo>
                <a:lnTo>
                  <a:pt x="770" y="265"/>
                </a:lnTo>
                <a:close/>
                <a:moveTo>
                  <a:pt x="755" y="228"/>
                </a:moveTo>
                <a:cubicBezTo>
                  <a:pt x="761" y="240"/>
                  <a:pt x="766" y="252"/>
                  <a:pt x="770" y="265"/>
                </a:cubicBezTo>
                <a:cubicBezTo>
                  <a:pt x="770" y="288"/>
                  <a:pt x="770" y="288"/>
                  <a:pt x="770" y="288"/>
                </a:cubicBezTo>
                <a:cubicBezTo>
                  <a:pt x="770" y="288"/>
                  <a:pt x="770" y="288"/>
                  <a:pt x="770" y="288"/>
                </a:cubicBezTo>
                <a:cubicBezTo>
                  <a:pt x="769" y="290"/>
                  <a:pt x="769" y="290"/>
                  <a:pt x="755" y="303"/>
                </a:cubicBezTo>
                <a:cubicBezTo>
                  <a:pt x="755" y="290"/>
                  <a:pt x="755" y="290"/>
                  <a:pt x="755" y="290"/>
                </a:cubicBezTo>
                <a:cubicBezTo>
                  <a:pt x="764" y="281"/>
                  <a:pt x="767" y="274"/>
                  <a:pt x="759" y="256"/>
                </a:cubicBezTo>
                <a:cubicBezTo>
                  <a:pt x="757" y="258"/>
                  <a:pt x="756" y="260"/>
                  <a:pt x="755" y="261"/>
                </a:cubicBezTo>
                <a:cubicBezTo>
                  <a:pt x="755" y="228"/>
                  <a:pt x="755" y="228"/>
                  <a:pt x="755" y="228"/>
                </a:cubicBezTo>
                <a:close/>
                <a:moveTo>
                  <a:pt x="770" y="534"/>
                </a:moveTo>
                <a:cubicBezTo>
                  <a:pt x="766" y="545"/>
                  <a:pt x="760" y="556"/>
                  <a:pt x="755" y="567"/>
                </a:cubicBezTo>
                <a:cubicBezTo>
                  <a:pt x="755" y="540"/>
                  <a:pt x="755" y="540"/>
                  <a:pt x="755" y="540"/>
                </a:cubicBezTo>
                <a:cubicBezTo>
                  <a:pt x="759" y="537"/>
                  <a:pt x="763" y="531"/>
                  <a:pt x="766" y="522"/>
                </a:cubicBezTo>
                <a:cubicBezTo>
                  <a:pt x="762" y="523"/>
                  <a:pt x="759" y="523"/>
                  <a:pt x="755" y="524"/>
                </a:cubicBezTo>
                <a:cubicBezTo>
                  <a:pt x="755" y="514"/>
                  <a:pt x="755" y="514"/>
                  <a:pt x="755" y="514"/>
                </a:cubicBezTo>
                <a:cubicBezTo>
                  <a:pt x="762" y="513"/>
                  <a:pt x="767" y="510"/>
                  <a:pt x="770" y="506"/>
                </a:cubicBezTo>
                <a:cubicBezTo>
                  <a:pt x="770" y="534"/>
                  <a:pt x="770" y="534"/>
                  <a:pt x="770" y="534"/>
                </a:cubicBezTo>
                <a:close/>
                <a:moveTo>
                  <a:pt x="770" y="314"/>
                </a:moveTo>
                <a:cubicBezTo>
                  <a:pt x="770" y="328"/>
                  <a:pt x="770" y="328"/>
                  <a:pt x="770" y="328"/>
                </a:cubicBezTo>
                <a:cubicBezTo>
                  <a:pt x="763" y="333"/>
                  <a:pt x="758" y="338"/>
                  <a:pt x="755" y="344"/>
                </a:cubicBezTo>
                <a:cubicBezTo>
                  <a:pt x="755" y="329"/>
                  <a:pt x="755" y="329"/>
                  <a:pt x="755" y="329"/>
                </a:cubicBezTo>
                <a:cubicBezTo>
                  <a:pt x="762" y="324"/>
                  <a:pt x="767" y="319"/>
                  <a:pt x="770" y="314"/>
                </a:cubicBezTo>
                <a:close/>
                <a:moveTo>
                  <a:pt x="770" y="354"/>
                </a:moveTo>
                <a:cubicBezTo>
                  <a:pt x="770" y="363"/>
                  <a:pt x="770" y="363"/>
                  <a:pt x="770" y="363"/>
                </a:cubicBezTo>
                <a:cubicBezTo>
                  <a:pt x="764" y="368"/>
                  <a:pt x="758" y="374"/>
                  <a:pt x="756" y="381"/>
                </a:cubicBezTo>
                <a:cubicBezTo>
                  <a:pt x="756" y="386"/>
                  <a:pt x="756" y="391"/>
                  <a:pt x="756" y="396"/>
                </a:cubicBezTo>
                <a:cubicBezTo>
                  <a:pt x="762" y="393"/>
                  <a:pt x="766" y="390"/>
                  <a:pt x="770" y="388"/>
                </a:cubicBezTo>
                <a:cubicBezTo>
                  <a:pt x="770" y="397"/>
                  <a:pt x="770" y="397"/>
                  <a:pt x="770" y="397"/>
                </a:cubicBezTo>
                <a:cubicBezTo>
                  <a:pt x="764" y="401"/>
                  <a:pt x="758" y="406"/>
                  <a:pt x="756" y="412"/>
                </a:cubicBezTo>
                <a:cubicBezTo>
                  <a:pt x="755" y="416"/>
                  <a:pt x="755" y="420"/>
                  <a:pt x="755" y="424"/>
                </a:cubicBezTo>
                <a:cubicBezTo>
                  <a:pt x="755" y="364"/>
                  <a:pt x="755" y="364"/>
                  <a:pt x="755" y="364"/>
                </a:cubicBezTo>
                <a:cubicBezTo>
                  <a:pt x="762" y="360"/>
                  <a:pt x="766" y="357"/>
                  <a:pt x="770" y="354"/>
                </a:cubicBezTo>
                <a:close/>
                <a:moveTo>
                  <a:pt x="770" y="420"/>
                </a:moveTo>
                <a:cubicBezTo>
                  <a:pt x="766" y="422"/>
                  <a:pt x="761" y="424"/>
                  <a:pt x="755" y="427"/>
                </a:cubicBezTo>
                <a:cubicBezTo>
                  <a:pt x="755" y="440"/>
                  <a:pt x="755" y="440"/>
                  <a:pt x="755" y="440"/>
                </a:cubicBezTo>
                <a:cubicBezTo>
                  <a:pt x="755" y="439"/>
                  <a:pt x="756" y="438"/>
                  <a:pt x="756" y="438"/>
                </a:cubicBezTo>
                <a:cubicBezTo>
                  <a:pt x="760" y="435"/>
                  <a:pt x="765" y="432"/>
                  <a:pt x="770" y="429"/>
                </a:cubicBezTo>
                <a:cubicBezTo>
                  <a:pt x="770" y="420"/>
                  <a:pt x="770" y="420"/>
                  <a:pt x="770" y="420"/>
                </a:cubicBezTo>
                <a:close/>
                <a:moveTo>
                  <a:pt x="770" y="451"/>
                </a:moveTo>
                <a:cubicBezTo>
                  <a:pt x="770" y="460"/>
                  <a:pt x="770" y="460"/>
                  <a:pt x="770" y="460"/>
                </a:cubicBezTo>
                <a:cubicBezTo>
                  <a:pt x="764" y="463"/>
                  <a:pt x="759" y="464"/>
                  <a:pt x="755" y="467"/>
                </a:cubicBezTo>
                <a:cubicBezTo>
                  <a:pt x="755" y="457"/>
                  <a:pt x="755" y="457"/>
                  <a:pt x="755" y="457"/>
                </a:cubicBezTo>
                <a:cubicBezTo>
                  <a:pt x="761" y="455"/>
                  <a:pt x="766" y="453"/>
                  <a:pt x="770" y="451"/>
                </a:cubicBezTo>
                <a:close/>
                <a:moveTo>
                  <a:pt x="770" y="480"/>
                </a:moveTo>
                <a:cubicBezTo>
                  <a:pt x="770" y="491"/>
                  <a:pt x="770" y="491"/>
                  <a:pt x="770" y="491"/>
                </a:cubicBezTo>
                <a:cubicBezTo>
                  <a:pt x="764" y="494"/>
                  <a:pt x="759" y="495"/>
                  <a:pt x="755" y="497"/>
                </a:cubicBezTo>
                <a:cubicBezTo>
                  <a:pt x="755" y="486"/>
                  <a:pt x="755" y="486"/>
                  <a:pt x="755" y="486"/>
                </a:cubicBezTo>
                <a:cubicBezTo>
                  <a:pt x="761" y="484"/>
                  <a:pt x="766" y="483"/>
                  <a:pt x="770" y="480"/>
                </a:cubicBezTo>
                <a:close/>
                <a:moveTo>
                  <a:pt x="749" y="214"/>
                </a:moveTo>
                <a:cubicBezTo>
                  <a:pt x="751" y="219"/>
                  <a:pt x="753" y="224"/>
                  <a:pt x="755" y="228"/>
                </a:cubicBezTo>
                <a:cubicBezTo>
                  <a:pt x="755" y="261"/>
                  <a:pt x="755" y="261"/>
                  <a:pt x="755" y="261"/>
                </a:cubicBezTo>
                <a:cubicBezTo>
                  <a:pt x="753" y="264"/>
                  <a:pt x="752" y="266"/>
                  <a:pt x="749" y="269"/>
                </a:cubicBezTo>
                <a:cubicBezTo>
                  <a:pt x="749" y="253"/>
                  <a:pt x="749" y="253"/>
                  <a:pt x="749" y="253"/>
                </a:cubicBezTo>
                <a:cubicBezTo>
                  <a:pt x="753" y="246"/>
                  <a:pt x="755" y="238"/>
                  <a:pt x="749" y="230"/>
                </a:cubicBezTo>
                <a:cubicBezTo>
                  <a:pt x="749" y="214"/>
                  <a:pt x="749" y="214"/>
                  <a:pt x="749" y="214"/>
                </a:cubicBezTo>
                <a:close/>
                <a:moveTo>
                  <a:pt x="755" y="567"/>
                </a:moveTo>
                <a:cubicBezTo>
                  <a:pt x="753" y="571"/>
                  <a:pt x="751" y="576"/>
                  <a:pt x="749" y="580"/>
                </a:cubicBezTo>
                <a:cubicBezTo>
                  <a:pt x="749" y="564"/>
                  <a:pt x="749" y="564"/>
                  <a:pt x="749" y="564"/>
                </a:cubicBezTo>
                <a:cubicBezTo>
                  <a:pt x="751" y="561"/>
                  <a:pt x="752" y="558"/>
                  <a:pt x="753" y="553"/>
                </a:cubicBezTo>
                <a:cubicBezTo>
                  <a:pt x="749" y="554"/>
                  <a:pt x="749" y="554"/>
                  <a:pt x="749" y="554"/>
                </a:cubicBezTo>
                <a:cubicBezTo>
                  <a:pt x="749" y="544"/>
                  <a:pt x="749" y="544"/>
                  <a:pt x="749" y="544"/>
                </a:cubicBezTo>
                <a:cubicBezTo>
                  <a:pt x="751" y="543"/>
                  <a:pt x="753" y="542"/>
                  <a:pt x="755" y="540"/>
                </a:cubicBezTo>
                <a:cubicBezTo>
                  <a:pt x="755" y="567"/>
                  <a:pt x="755" y="567"/>
                  <a:pt x="755" y="567"/>
                </a:cubicBezTo>
                <a:close/>
                <a:moveTo>
                  <a:pt x="755" y="290"/>
                </a:moveTo>
                <a:cubicBezTo>
                  <a:pt x="755" y="303"/>
                  <a:pt x="755" y="303"/>
                  <a:pt x="755" y="303"/>
                </a:cubicBezTo>
                <a:cubicBezTo>
                  <a:pt x="753" y="305"/>
                  <a:pt x="753" y="305"/>
                  <a:pt x="753" y="305"/>
                </a:cubicBezTo>
                <a:cubicBezTo>
                  <a:pt x="751" y="309"/>
                  <a:pt x="750" y="311"/>
                  <a:pt x="749" y="314"/>
                </a:cubicBezTo>
                <a:cubicBezTo>
                  <a:pt x="749" y="297"/>
                  <a:pt x="749" y="297"/>
                  <a:pt x="749" y="297"/>
                </a:cubicBezTo>
                <a:cubicBezTo>
                  <a:pt x="751" y="294"/>
                  <a:pt x="753" y="292"/>
                  <a:pt x="755" y="290"/>
                </a:cubicBezTo>
                <a:close/>
                <a:moveTo>
                  <a:pt x="755" y="329"/>
                </a:moveTo>
                <a:cubicBezTo>
                  <a:pt x="755" y="344"/>
                  <a:pt x="755" y="344"/>
                  <a:pt x="755" y="344"/>
                </a:cubicBezTo>
                <a:cubicBezTo>
                  <a:pt x="753" y="349"/>
                  <a:pt x="753" y="355"/>
                  <a:pt x="755" y="364"/>
                </a:cubicBezTo>
                <a:cubicBezTo>
                  <a:pt x="755" y="364"/>
                  <a:pt x="755" y="364"/>
                  <a:pt x="755" y="364"/>
                </a:cubicBezTo>
                <a:cubicBezTo>
                  <a:pt x="755" y="424"/>
                  <a:pt x="755" y="424"/>
                  <a:pt x="755" y="424"/>
                </a:cubicBezTo>
                <a:cubicBezTo>
                  <a:pt x="755" y="427"/>
                  <a:pt x="755" y="427"/>
                  <a:pt x="755" y="427"/>
                </a:cubicBezTo>
                <a:cubicBezTo>
                  <a:pt x="755" y="427"/>
                  <a:pt x="755" y="427"/>
                  <a:pt x="755" y="427"/>
                </a:cubicBezTo>
                <a:cubicBezTo>
                  <a:pt x="755" y="440"/>
                  <a:pt x="755" y="440"/>
                  <a:pt x="755" y="440"/>
                </a:cubicBezTo>
                <a:cubicBezTo>
                  <a:pt x="753" y="446"/>
                  <a:pt x="752" y="451"/>
                  <a:pt x="752" y="458"/>
                </a:cubicBezTo>
                <a:cubicBezTo>
                  <a:pt x="753" y="458"/>
                  <a:pt x="754" y="457"/>
                  <a:pt x="755" y="457"/>
                </a:cubicBezTo>
                <a:cubicBezTo>
                  <a:pt x="755" y="467"/>
                  <a:pt x="755" y="467"/>
                  <a:pt x="755" y="467"/>
                </a:cubicBezTo>
                <a:cubicBezTo>
                  <a:pt x="753" y="469"/>
                  <a:pt x="751" y="472"/>
                  <a:pt x="749" y="475"/>
                </a:cubicBezTo>
                <a:cubicBezTo>
                  <a:pt x="749" y="408"/>
                  <a:pt x="749" y="408"/>
                  <a:pt x="749" y="408"/>
                </a:cubicBezTo>
                <a:cubicBezTo>
                  <a:pt x="749" y="407"/>
                  <a:pt x="749" y="406"/>
                  <a:pt x="750" y="405"/>
                </a:cubicBezTo>
                <a:cubicBezTo>
                  <a:pt x="749" y="400"/>
                  <a:pt x="749" y="395"/>
                  <a:pt x="749" y="390"/>
                </a:cubicBezTo>
                <a:cubicBezTo>
                  <a:pt x="749" y="328"/>
                  <a:pt x="749" y="328"/>
                  <a:pt x="749" y="328"/>
                </a:cubicBezTo>
                <a:cubicBezTo>
                  <a:pt x="749" y="330"/>
                  <a:pt x="750" y="331"/>
                  <a:pt x="751" y="333"/>
                </a:cubicBezTo>
                <a:cubicBezTo>
                  <a:pt x="752" y="332"/>
                  <a:pt x="754" y="331"/>
                  <a:pt x="755" y="329"/>
                </a:cubicBezTo>
                <a:close/>
                <a:moveTo>
                  <a:pt x="755" y="486"/>
                </a:moveTo>
                <a:cubicBezTo>
                  <a:pt x="755" y="497"/>
                  <a:pt x="755" y="497"/>
                  <a:pt x="755" y="497"/>
                </a:cubicBezTo>
                <a:cubicBezTo>
                  <a:pt x="753" y="497"/>
                  <a:pt x="751" y="498"/>
                  <a:pt x="749" y="498"/>
                </a:cubicBezTo>
                <a:cubicBezTo>
                  <a:pt x="749" y="488"/>
                  <a:pt x="749" y="488"/>
                  <a:pt x="749" y="488"/>
                </a:cubicBezTo>
                <a:cubicBezTo>
                  <a:pt x="751" y="487"/>
                  <a:pt x="753" y="487"/>
                  <a:pt x="755" y="486"/>
                </a:cubicBezTo>
                <a:close/>
                <a:moveTo>
                  <a:pt x="755" y="514"/>
                </a:moveTo>
                <a:cubicBezTo>
                  <a:pt x="755" y="524"/>
                  <a:pt x="755" y="524"/>
                  <a:pt x="755" y="524"/>
                </a:cubicBezTo>
                <a:cubicBezTo>
                  <a:pt x="753" y="524"/>
                  <a:pt x="751" y="525"/>
                  <a:pt x="749" y="525"/>
                </a:cubicBezTo>
                <a:cubicBezTo>
                  <a:pt x="749" y="516"/>
                  <a:pt x="749" y="516"/>
                  <a:pt x="749" y="516"/>
                </a:cubicBezTo>
                <a:cubicBezTo>
                  <a:pt x="751" y="516"/>
                  <a:pt x="753" y="515"/>
                  <a:pt x="755" y="514"/>
                </a:cubicBezTo>
                <a:close/>
                <a:moveTo>
                  <a:pt x="747" y="211"/>
                </a:moveTo>
                <a:cubicBezTo>
                  <a:pt x="748" y="212"/>
                  <a:pt x="748" y="213"/>
                  <a:pt x="749" y="214"/>
                </a:cubicBezTo>
                <a:cubicBezTo>
                  <a:pt x="749" y="230"/>
                  <a:pt x="749" y="230"/>
                  <a:pt x="749" y="230"/>
                </a:cubicBezTo>
                <a:cubicBezTo>
                  <a:pt x="748" y="229"/>
                  <a:pt x="748" y="228"/>
                  <a:pt x="747" y="227"/>
                </a:cubicBezTo>
                <a:cubicBezTo>
                  <a:pt x="747" y="211"/>
                  <a:pt x="747" y="211"/>
                  <a:pt x="747" y="211"/>
                </a:cubicBezTo>
                <a:close/>
                <a:moveTo>
                  <a:pt x="749" y="580"/>
                </a:moveTo>
                <a:cubicBezTo>
                  <a:pt x="747" y="584"/>
                  <a:pt x="747" y="584"/>
                  <a:pt x="747" y="584"/>
                </a:cubicBezTo>
                <a:cubicBezTo>
                  <a:pt x="747" y="567"/>
                  <a:pt x="747" y="567"/>
                  <a:pt x="747" y="567"/>
                </a:cubicBezTo>
                <a:cubicBezTo>
                  <a:pt x="748" y="566"/>
                  <a:pt x="748" y="565"/>
                  <a:pt x="749" y="564"/>
                </a:cubicBezTo>
                <a:cubicBezTo>
                  <a:pt x="749" y="580"/>
                  <a:pt x="749" y="580"/>
                  <a:pt x="749" y="580"/>
                </a:cubicBezTo>
                <a:close/>
                <a:moveTo>
                  <a:pt x="749" y="253"/>
                </a:moveTo>
                <a:cubicBezTo>
                  <a:pt x="749" y="269"/>
                  <a:pt x="749" y="269"/>
                  <a:pt x="749" y="269"/>
                </a:cubicBezTo>
                <a:cubicBezTo>
                  <a:pt x="747" y="271"/>
                  <a:pt x="747" y="271"/>
                  <a:pt x="747" y="271"/>
                </a:cubicBezTo>
                <a:cubicBezTo>
                  <a:pt x="747" y="256"/>
                  <a:pt x="747" y="256"/>
                  <a:pt x="747" y="256"/>
                </a:cubicBezTo>
                <a:cubicBezTo>
                  <a:pt x="748" y="255"/>
                  <a:pt x="748" y="254"/>
                  <a:pt x="749" y="253"/>
                </a:cubicBezTo>
                <a:close/>
                <a:moveTo>
                  <a:pt x="749" y="297"/>
                </a:moveTo>
                <a:cubicBezTo>
                  <a:pt x="749" y="314"/>
                  <a:pt x="749" y="314"/>
                  <a:pt x="749" y="314"/>
                </a:cubicBezTo>
                <a:cubicBezTo>
                  <a:pt x="747" y="318"/>
                  <a:pt x="748" y="322"/>
                  <a:pt x="749" y="328"/>
                </a:cubicBezTo>
                <a:cubicBezTo>
                  <a:pt x="749" y="390"/>
                  <a:pt x="749" y="390"/>
                  <a:pt x="749" y="390"/>
                </a:cubicBezTo>
                <a:cubicBezTo>
                  <a:pt x="749" y="382"/>
                  <a:pt x="749" y="374"/>
                  <a:pt x="747" y="366"/>
                </a:cubicBezTo>
                <a:cubicBezTo>
                  <a:pt x="747" y="298"/>
                  <a:pt x="747" y="298"/>
                  <a:pt x="747" y="298"/>
                </a:cubicBezTo>
                <a:cubicBezTo>
                  <a:pt x="748" y="298"/>
                  <a:pt x="748" y="297"/>
                  <a:pt x="749" y="297"/>
                </a:cubicBezTo>
                <a:close/>
                <a:moveTo>
                  <a:pt x="749" y="408"/>
                </a:moveTo>
                <a:cubicBezTo>
                  <a:pt x="749" y="475"/>
                  <a:pt x="749" y="475"/>
                  <a:pt x="749" y="475"/>
                </a:cubicBezTo>
                <a:cubicBezTo>
                  <a:pt x="748" y="476"/>
                  <a:pt x="748" y="477"/>
                  <a:pt x="747" y="478"/>
                </a:cubicBezTo>
                <a:cubicBezTo>
                  <a:pt x="747" y="437"/>
                  <a:pt x="747" y="437"/>
                  <a:pt x="747" y="437"/>
                </a:cubicBezTo>
                <a:cubicBezTo>
                  <a:pt x="748" y="436"/>
                  <a:pt x="748" y="436"/>
                  <a:pt x="749" y="435"/>
                </a:cubicBezTo>
                <a:cubicBezTo>
                  <a:pt x="748" y="425"/>
                  <a:pt x="747" y="417"/>
                  <a:pt x="749" y="408"/>
                </a:cubicBezTo>
                <a:close/>
                <a:moveTo>
                  <a:pt x="749" y="488"/>
                </a:moveTo>
                <a:cubicBezTo>
                  <a:pt x="749" y="498"/>
                  <a:pt x="749" y="498"/>
                  <a:pt x="749" y="498"/>
                </a:cubicBezTo>
                <a:cubicBezTo>
                  <a:pt x="748" y="499"/>
                  <a:pt x="748" y="499"/>
                  <a:pt x="747" y="499"/>
                </a:cubicBezTo>
                <a:cubicBezTo>
                  <a:pt x="747" y="488"/>
                  <a:pt x="747" y="488"/>
                  <a:pt x="747" y="488"/>
                </a:cubicBezTo>
                <a:cubicBezTo>
                  <a:pt x="749" y="488"/>
                  <a:pt x="749" y="488"/>
                  <a:pt x="749" y="488"/>
                </a:cubicBezTo>
                <a:close/>
                <a:moveTo>
                  <a:pt x="749" y="516"/>
                </a:moveTo>
                <a:cubicBezTo>
                  <a:pt x="749" y="525"/>
                  <a:pt x="749" y="525"/>
                  <a:pt x="749" y="525"/>
                </a:cubicBezTo>
                <a:cubicBezTo>
                  <a:pt x="748" y="525"/>
                  <a:pt x="748" y="525"/>
                  <a:pt x="747" y="525"/>
                </a:cubicBezTo>
                <a:cubicBezTo>
                  <a:pt x="747" y="516"/>
                  <a:pt x="747" y="516"/>
                  <a:pt x="747" y="516"/>
                </a:cubicBezTo>
                <a:cubicBezTo>
                  <a:pt x="748" y="516"/>
                  <a:pt x="748" y="516"/>
                  <a:pt x="749" y="516"/>
                </a:cubicBezTo>
                <a:close/>
                <a:moveTo>
                  <a:pt x="749" y="544"/>
                </a:moveTo>
                <a:cubicBezTo>
                  <a:pt x="749" y="554"/>
                  <a:pt x="749" y="554"/>
                  <a:pt x="749" y="554"/>
                </a:cubicBezTo>
                <a:cubicBezTo>
                  <a:pt x="747" y="554"/>
                  <a:pt x="747" y="554"/>
                  <a:pt x="747" y="554"/>
                </a:cubicBezTo>
                <a:cubicBezTo>
                  <a:pt x="747" y="545"/>
                  <a:pt x="747" y="545"/>
                  <a:pt x="747" y="545"/>
                </a:cubicBezTo>
                <a:cubicBezTo>
                  <a:pt x="748" y="544"/>
                  <a:pt x="748" y="544"/>
                  <a:pt x="749" y="544"/>
                </a:cubicBezTo>
                <a:close/>
                <a:moveTo>
                  <a:pt x="743" y="202"/>
                </a:moveTo>
                <a:cubicBezTo>
                  <a:pt x="745" y="205"/>
                  <a:pt x="746" y="208"/>
                  <a:pt x="747" y="211"/>
                </a:cubicBezTo>
                <a:cubicBezTo>
                  <a:pt x="747" y="227"/>
                  <a:pt x="747" y="227"/>
                  <a:pt x="747" y="227"/>
                </a:cubicBezTo>
                <a:cubicBezTo>
                  <a:pt x="747" y="227"/>
                  <a:pt x="746" y="226"/>
                  <a:pt x="745" y="225"/>
                </a:cubicBezTo>
                <a:cubicBezTo>
                  <a:pt x="745" y="226"/>
                  <a:pt x="744" y="227"/>
                  <a:pt x="743" y="228"/>
                </a:cubicBezTo>
                <a:cubicBezTo>
                  <a:pt x="743" y="202"/>
                  <a:pt x="743" y="202"/>
                  <a:pt x="743" y="202"/>
                </a:cubicBezTo>
                <a:close/>
                <a:moveTo>
                  <a:pt x="747" y="584"/>
                </a:moveTo>
                <a:cubicBezTo>
                  <a:pt x="746" y="586"/>
                  <a:pt x="745" y="589"/>
                  <a:pt x="743" y="592"/>
                </a:cubicBezTo>
                <a:cubicBezTo>
                  <a:pt x="743" y="571"/>
                  <a:pt x="743" y="571"/>
                  <a:pt x="743" y="571"/>
                </a:cubicBezTo>
                <a:cubicBezTo>
                  <a:pt x="745" y="569"/>
                  <a:pt x="746" y="568"/>
                  <a:pt x="747" y="567"/>
                </a:cubicBezTo>
                <a:cubicBezTo>
                  <a:pt x="747" y="584"/>
                  <a:pt x="747" y="584"/>
                  <a:pt x="747" y="584"/>
                </a:cubicBezTo>
                <a:close/>
                <a:moveTo>
                  <a:pt x="747" y="256"/>
                </a:moveTo>
                <a:cubicBezTo>
                  <a:pt x="747" y="271"/>
                  <a:pt x="747" y="271"/>
                  <a:pt x="747" y="271"/>
                </a:cubicBezTo>
                <a:cubicBezTo>
                  <a:pt x="744" y="275"/>
                  <a:pt x="744" y="275"/>
                  <a:pt x="744" y="275"/>
                </a:cubicBezTo>
                <a:cubicBezTo>
                  <a:pt x="744" y="275"/>
                  <a:pt x="743" y="276"/>
                  <a:pt x="743" y="276"/>
                </a:cubicBezTo>
                <a:cubicBezTo>
                  <a:pt x="743" y="261"/>
                  <a:pt x="743" y="261"/>
                  <a:pt x="743" y="261"/>
                </a:cubicBezTo>
                <a:cubicBezTo>
                  <a:pt x="745" y="259"/>
                  <a:pt x="746" y="258"/>
                  <a:pt x="747" y="256"/>
                </a:cubicBezTo>
                <a:close/>
                <a:moveTo>
                  <a:pt x="747" y="298"/>
                </a:moveTo>
                <a:cubicBezTo>
                  <a:pt x="747" y="366"/>
                  <a:pt x="747" y="366"/>
                  <a:pt x="747" y="366"/>
                </a:cubicBezTo>
                <a:cubicBezTo>
                  <a:pt x="747" y="362"/>
                  <a:pt x="746" y="359"/>
                  <a:pt x="745" y="356"/>
                </a:cubicBezTo>
                <a:cubicBezTo>
                  <a:pt x="745" y="350"/>
                  <a:pt x="745" y="345"/>
                  <a:pt x="745" y="339"/>
                </a:cubicBezTo>
                <a:cubicBezTo>
                  <a:pt x="744" y="337"/>
                  <a:pt x="744" y="336"/>
                  <a:pt x="743" y="334"/>
                </a:cubicBezTo>
                <a:cubicBezTo>
                  <a:pt x="743" y="302"/>
                  <a:pt x="743" y="302"/>
                  <a:pt x="743" y="302"/>
                </a:cubicBezTo>
                <a:cubicBezTo>
                  <a:pt x="743" y="303"/>
                  <a:pt x="743" y="303"/>
                  <a:pt x="743" y="303"/>
                </a:cubicBezTo>
                <a:cubicBezTo>
                  <a:pt x="745" y="301"/>
                  <a:pt x="746" y="300"/>
                  <a:pt x="747" y="298"/>
                </a:cubicBezTo>
                <a:close/>
                <a:moveTo>
                  <a:pt x="747" y="437"/>
                </a:moveTo>
                <a:cubicBezTo>
                  <a:pt x="747" y="478"/>
                  <a:pt x="747" y="478"/>
                  <a:pt x="747" y="478"/>
                </a:cubicBezTo>
                <a:cubicBezTo>
                  <a:pt x="746" y="481"/>
                  <a:pt x="745" y="485"/>
                  <a:pt x="745" y="489"/>
                </a:cubicBezTo>
                <a:cubicBezTo>
                  <a:pt x="745" y="489"/>
                  <a:pt x="746" y="488"/>
                  <a:pt x="747" y="488"/>
                </a:cubicBezTo>
                <a:cubicBezTo>
                  <a:pt x="747" y="499"/>
                  <a:pt x="747" y="499"/>
                  <a:pt x="747" y="499"/>
                </a:cubicBezTo>
                <a:cubicBezTo>
                  <a:pt x="746" y="500"/>
                  <a:pt x="744" y="500"/>
                  <a:pt x="743" y="502"/>
                </a:cubicBezTo>
                <a:cubicBezTo>
                  <a:pt x="743" y="467"/>
                  <a:pt x="743" y="467"/>
                  <a:pt x="743" y="467"/>
                </a:cubicBezTo>
                <a:cubicBezTo>
                  <a:pt x="743" y="466"/>
                  <a:pt x="744" y="466"/>
                  <a:pt x="744" y="465"/>
                </a:cubicBezTo>
                <a:cubicBezTo>
                  <a:pt x="744" y="456"/>
                  <a:pt x="743" y="446"/>
                  <a:pt x="747" y="437"/>
                </a:cubicBezTo>
                <a:close/>
                <a:moveTo>
                  <a:pt x="747" y="516"/>
                </a:moveTo>
                <a:cubicBezTo>
                  <a:pt x="747" y="525"/>
                  <a:pt x="747" y="525"/>
                  <a:pt x="747" y="525"/>
                </a:cubicBezTo>
                <a:cubicBezTo>
                  <a:pt x="746" y="526"/>
                  <a:pt x="745" y="526"/>
                  <a:pt x="743" y="527"/>
                </a:cubicBezTo>
                <a:cubicBezTo>
                  <a:pt x="743" y="517"/>
                  <a:pt x="743" y="517"/>
                  <a:pt x="743" y="517"/>
                </a:cubicBezTo>
                <a:cubicBezTo>
                  <a:pt x="745" y="517"/>
                  <a:pt x="746" y="517"/>
                  <a:pt x="747" y="516"/>
                </a:cubicBezTo>
                <a:close/>
                <a:moveTo>
                  <a:pt x="747" y="545"/>
                </a:moveTo>
                <a:cubicBezTo>
                  <a:pt x="747" y="554"/>
                  <a:pt x="747" y="554"/>
                  <a:pt x="747" y="554"/>
                </a:cubicBezTo>
                <a:cubicBezTo>
                  <a:pt x="743" y="555"/>
                  <a:pt x="743" y="555"/>
                  <a:pt x="743" y="555"/>
                </a:cubicBezTo>
                <a:cubicBezTo>
                  <a:pt x="743" y="546"/>
                  <a:pt x="743" y="546"/>
                  <a:pt x="743" y="546"/>
                </a:cubicBezTo>
                <a:cubicBezTo>
                  <a:pt x="745" y="545"/>
                  <a:pt x="746" y="545"/>
                  <a:pt x="747" y="545"/>
                </a:cubicBezTo>
                <a:close/>
                <a:moveTo>
                  <a:pt x="731" y="184"/>
                </a:moveTo>
                <a:cubicBezTo>
                  <a:pt x="734" y="188"/>
                  <a:pt x="737" y="192"/>
                  <a:pt x="740" y="197"/>
                </a:cubicBezTo>
                <a:cubicBezTo>
                  <a:pt x="741" y="199"/>
                  <a:pt x="742" y="201"/>
                  <a:pt x="743" y="202"/>
                </a:cubicBezTo>
                <a:cubicBezTo>
                  <a:pt x="743" y="228"/>
                  <a:pt x="743" y="228"/>
                  <a:pt x="743" y="228"/>
                </a:cubicBezTo>
                <a:cubicBezTo>
                  <a:pt x="739" y="235"/>
                  <a:pt x="735" y="241"/>
                  <a:pt x="731" y="248"/>
                </a:cubicBezTo>
                <a:cubicBezTo>
                  <a:pt x="731" y="231"/>
                  <a:pt x="731" y="231"/>
                  <a:pt x="731" y="231"/>
                </a:cubicBezTo>
                <a:cubicBezTo>
                  <a:pt x="738" y="220"/>
                  <a:pt x="740" y="211"/>
                  <a:pt x="731" y="198"/>
                </a:cubicBezTo>
                <a:cubicBezTo>
                  <a:pt x="731" y="184"/>
                  <a:pt x="731" y="184"/>
                  <a:pt x="731" y="184"/>
                </a:cubicBezTo>
                <a:close/>
                <a:moveTo>
                  <a:pt x="743" y="592"/>
                </a:moveTo>
                <a:cubicBezTo>
                  <a:pt x="742" y="594"/>
                  <a:pt x="741" y="596"/>
                  <a:pt x="740" y="598"/>
                </a:cubicBezTo>
                <a:cubicBezTo>
                  <a:pt x="737" y="602"/>
                  <a:pt x="734" y="606"/>
                  <a:pt x="731" y="611"/>
                </a:cubicBezTo>
                <a:cubicBezTo>
                  <a:pt x="731" y="596"/>
                  <a:pt x="731" y="596"/>
                  <a:pt x="731" y="596"/>
                </a:cubicBezTo>
                <a:cubicBezTo>
                  <a:pt x="733" y="594"/>
                  <a:pt x="736" y="590"/>
                  <a:pt x="738" y="585"/>
                </a:cubicBezTo>
                <a:cubicBezTo>
                  <a:pt x="736" y="585"/>
                  <a:pt x="734" y="585"/>
                  <a:pt x="731" y="585"/>
                </a:cubicBezTo>
                <a:cubicBezTo>
                  <a:pt x="731" y="575"/>
                  <a:pt x="731" y="575"/>
                  <a:pt x="731" y="575"/>
                </a:cubicBezTo>
                <a:cubicBezTo>
                  <a:pt x="736" y="574"/>
                  <a:pt x="740" y="573"/>
                  <a:pt x="743" y="571"/>
                </a:cubicBezTo>
                <a:cubicBezTo>
                  <a:pt x="743" y="592"/>
                  <a:pt x="743" y="592"/>
                  <a:pt x="743" y="592"/>
                </a:cubicBezTo>
                <a:close/>
                <a:moveTo>
                  <a:pt x="743" y="261"/>
                </a:moveTo>
                <a:cubicBezTo>
                  <a:pt x="743" y="276"/>
                  <a:pt x="743" y="276"/>
                  <a:pt x="743" y="276"/>
                </a:cubicBezTo>
                <a:cubicBezTo>
                  <a:pt x="738" y="287"/>
                  <a:pt x="739" y="290"/>
                  <a:pt x="743" y="302"/>
                </a:cubicBezTo>
                <a:cubicBezTo>
                  <a:pt x="743" y="334"/>
                  <a:pt x="743" y="334"/>
                  <a:pt x="743" y="334"/>
                </a:cubicBezTo>
                <a:cubicBezTo>
                  <a:pt x="740" y="326"/>
                  <a:pt x="739" y="319"/>
                  <a:pt x="739" y="310"/>
                </a:cubicBezTo>
                <a:cubicBezTo>
                  <a:pt x="734" y="302"/>
                  <a:pt x="731" y="293"/>
                  <a:pt x="731" y="284"/>
                </a:cubicBezTo>
                <a:cubicBezTo>
                  <a:pt x="731" y="266"/>
                  <a:pt x="731" y="266"/>
                  <a:pt x="731" y="266"/>
                </a:cubicBezTo>
                <a:cubicBezTo>
                  <a:pt x="732" y="268"/>
                  <a:pt x="733" y="271"/>
                  <a:pt x="734" y="273"/>
                </a:cubicBezTo>
                <a:cubicBezTo>
                  <a:pt x="736" y="269"/>
                  <a:pt x="740" y="265"/>
                  <a:pt x="743" y="261"/>
                </a:cubicBezTo>
                <a:close/>
                <a:moveTo>
                  <a:pt x="743" y="467"/>
                </a:moveTo>
                <a:cubicBezTo>
                  <a:pt x="743" y="502"/>
                  <a:pt x="743" y="502"/>
                  <a:pt x="743" y="502"/>
                </a:cubicBezTo>
                <a:cubicBezTo>
                  <a:pt x="740" y="504"/>
                  <a:pt x="738" y="509"/>
                  <a:pt x="736" y="518"/>
                </a:cubicBezTo>
                <a:cubicBezTo>
                  <a:pt x="738" y="518"/>
                  <a:pt x="741" y="517"/>
                  <a:pt x="743" y="517"/>
                </a:cubicBezTo>
                <a:cubicBezTo>
                  <a:pt x="743" y="527"/>
                  <a:pt x="743" y="527"/>
                  <a:pt x="743" y="527"/>
                </a:cubicBezTo>
                <a:cubicBezTo>
                  <a:pt x="739" y="528"/>
                  <a:pt x="734" y="529"/>
                  <a:pt x="731" y="531"/>
                </a:cubicBezTo>
                <a:cubicBezTo>
                  <a:pt x="731" y="506"/>
                  <a:pt x="731" y="506"/>
                  <a:pt x="731" y="506"/>
                </a:cubicBezTo>
                <a:cubicBezTo>
                  <a:pt x="732" y="503"/>
                  <a:pt x="734" y="499"/>
                  <a:pt x="737" y="495"/>
                </a:cubicBezTo>
                <a:cubicBezTo>
                  <a:pt x="738" y="483"/>
                  <a:pt x="738" y="477"/>
                  <a:pt x="743" y="467"/>
                </a:cubicBezTo>
                <a:close/>
                <a:moveTo>
                  <a:pt x="743" y="546"/>
                </a:moveTo>
                <a:cubicBezTo>
                  <a:pt x="743" y="555"/>
                  <a:pt x="743" y="555"/>
                  <a:pt x="743" y="555"/>
                </a:cubicBezTo>
                <a:cubicBezTo>
                  <a:pt x="737" y="555"/>
                  <a:pt x="734" y="556"/>
                  <a:pt x="731" y="556"/>
                </a:cubicBezTo>
                <a:cubicBezTo>
                  <a:pt x="731" y="547"/>
                  <a:pt x="731" y="547"/>
                  <a:pt x="731" y="547"/>
                </a:cubicBezTo>
                <a:cubicBezTo>
                  <a:pt x="736" y="547"/>
                  <a:pt x="740" y="546"/>
                  <a:pt x="743" y="546"/>
                </a:cubicBezTo>
                <a:close/>
                <a:moveTo>
                  <a:pt x="718" y="165"/>
                </a:moveTo>
                <a:cubicBezTo>
                  <a:pt x="723" y="171"/>
                  <a:pt x="727" y="177"/>
                  <a:pt x="731" y="184"/>
                </a:cubicBezTo>
                <a:cubicBezTo>
                  <a:pt x="731" y="198"/>
                  <a:pt x="731" y="198"/>
                  <a:pt x="731" y="198"/>
                </a:cubicBezTo>
                <a:cubicBezTo>
                  <a:pt x="730" y="197"/>
                  <a:pt x="730" y="196"/>
                  <a:pt x="729" y="194"/>
                </a:cubicBezTo>
                <a:cubicBezTo>
                  <a:pt x="725" y="203"/>
                  <a:pt x="721" y="209"/>
                  <a:pt x="718" y="215"/>
                </a:cubicBezTo>
                <a:cubicBezTo>
                  <a:pt x="718" y="195"/>
                  <a:pt x="718" y="195"/>
                  <a:pt x="718" y="195"/>
                </a:cubicBezTo>
                <a:cubicBezTo>
                  <a:pt x="721" y="188"/>
                  <a:pt x="722" y="181"/>
                  <a:pt x="718" y="175"/>
                </a:cubicBezTo>
                <a:cubicBezTo>
                  <a:pt x="718" y="165"/>
                  <a:pt x="718" y="165"/>
                  <a:pt x="718" y="165"/>
                </a:cubicBezTo>
                <a:close/>
                <a:moveTo>
                  <a:pt x="731" y="611"/>
                </a:moveTo>
                <a:cubicBezTo>
                  <a:pt x="727" y="617"/>
                  <a:pt x="723" y="624"/>
                  <a:pt x="718" y="630"/>
                </a:cubicBezTo>
                <a:cubicBezTo>
                  <a:pt x="718" y="617"/>
                  <a:pt x="718" y="617"/>
                  <a:pt x="718" y="617"/>
                </a:cubicBezTo>
                <a:cubicBezTo>
                  <a:pt x="719" y="616"/>
                  <a:pt x="720" y="615"/>
                  <a:pt x="721" y="613"/>
                </a:cubicBezTo>
                <a:cubicBezTo>
                  <a:pt x="720" y="613"/>
                  <a:pt x="719" y="613"/>
                  <a:pt x="718" y="613"/>
                </a:cubicBezTo>
                <a:cubicBezTo>
                  <a:pt x="718" y="603"/>
                  <a:pt x="718" y="603"/>
                  <a:pt x="718" y="603"/>
                </a:cubicBezTo>
                <a:cubicBezTo>
                  <a:pt x="724" y="602"/>
                  <a:pt x="728" y="600"/>
                  <a:pt x="731" y="596"/>
                </a:cubicBezTo>
                <a:cubicBezTo>
                  <a:pt x="731" y="611"/>
                  <a:pt x="731" y="611"/>
                  <a:pt x="731" y="611"/>
                </a:cubicBezTo>
                <a:close/>
                <a:moveTo>
                  <a:pt x="731" y="231"/>
                </a:moveTo>
                <a:cubicBezTo>
                  <a:pt x="731" y="248"/>
                  <a:pt x="731" y="248"/>
                  <a:pt x="731" y="248"/>
                </a:cubicBezTo>
                <a:cubicBezTo>
                  <a:pt x="730" y="249"/>
                  <a:pt x="730" y="251"/>
                  <a:pt x="729" y="252"/>
                </a:cubicBezTo>
                <a:cubicBezTo>
                  <a:pt x="729" y="258"/>
                  <a:pt x="730" y="262"/>
                  <a:pt x="731" y="266"/>
                </a:cubicBezTo>
                <a:cubicBezTo>
                  <a:pt x="731" y="284"/>
                  <a:pt x="731" y="284"/>
                  <a:pt x="731" y="284"/>
                </a:cubicBezTo>
                <a:cubicBezTo>
                  <a:pt x="731" y="283"/>
                  <a:pt x="731" y="283"/>
                  <a:pt x="731" y="282"/>
                </a:cubicBezTo>
                <a:cubicBezTo>
                  <a:pt x="725" y="271"/>
                  <a:pt x="721" y="264"/>
                  <a:pt x="719" y="252"/>
                </a:cubicBezTo>
                <a:cubicBezTo>
                  <a:pt x="719" y="252"/>
                  <a:pt x="719" y="251"/>
                  <a:pt x="718" y="251"/>
                </a:cubicBezTo>
                <a:cubicBezTo>
                  <a:pt x="718" y="237"/>
                  <a:pt x="718" y="237"/>
                  <a:pt x="718" y="237"/>
                </a:cubicBezTo>
                <a:cubicBezTo>
                  <a:pt x="719" y="239"/>
                  <a:pt x="720" y="241"/>
                  <a:pt x="721" y="243"/>
                </a:cubicBezTo>
                <a:cubicBezTo>
                  <a:pt x="722" y="243"/>
                  <a:pt x="723" y="243"/>
                  <a:pt x="723" y="243"/>
                </a:cubicBezTo>
                <a:cubicBezTo>
                  <a:pt x="726" y="239"/>
                  <a:pt x="729" y="235"/>
                  <a:pt x="731" y="231"/>
                </a:cubicBezTo>
                <a:close/>
                <a:moveTo>
                  <a:pt x="731" y="506"/>
                </a:moveTo>
                <a:cubicBezTo>
                  <a:pt x="731" y="531"/>
                  <a:pt x="731" y="531"/>
                  <a:pt x="731" y="531"/>
                </a:cubicBezTo>
                <a:cubicBezTo>
                  <a:pt x="731" y="532"/>
                  <a:pt x="730" y="532"/>
                  <a:pt x="730" y="532"/>
                </a:cubicBezTo>
                <a:cubicBezTo>
                  <a:pt x="728" y="537"/>
                  <a:pt x="726" y="542"/>
                  <a:pt x="723" y="548"/>
                </a:cubicBezTo>
                <a:cubicBezTo>
                  <a:pt x="726" y="547"/>
                  <a:pt x="729" y="547"/>
                  <a:pt x="731" y="547"/>
                </a:cubicBezTo>
                <a:cubicBezTo>
                  <a:pt x="731" y="556"/>
                  <a:pt x="731" y="556"/>
                  <a:pt x="731" y="556"/>
                </a:cubicBezTo>
                <a:cubicBezTo>
                  <a:pt x="727" y="557"/>
                  <a:pt x="724" y="558"/>
                  <a:pt x="719" y="559"/>
                </a:cubicBezTo>
                <a:cubicBezTo>
                  <a:pt x="719" y="560"/>
                  <a:pt x="719" y="560"/>
                  <a:pt x="718" y="561"/>
                </a:cubicBezTo>
                <a:cubicBezTo>
                  <a:pt x="718" y="541"/>
                  <a:pt x="718" y="541"/>
                  <a:pt x="718" y="541"/>
                </a:cubicBezTo>
                <a:cubicBezTo>
                  <a:pt x="720" y="535"/>
                  <a:pt x="722" y="529"/>
                  <a:pt x="728" y="524"/>
                </a:cubicBezTo>
                <a:cubicBezTo>
                  <a:pt x="728" y="517"/>
                  <a:pt x="729" y="512"/>
                  <a:pt x="731" y="506"/>
                </a:cubicBezTo>
                <a:close/>
                <a:moveTo>
                  <a:pt x="731" y="575"/>
                </a:moveTo>
                <a:cubicBezTo>
                  <a:pt x="731" y="585"/>
                  <a:pt x="731" y="585"/>
                  <a:pt x="731" y="585"/>
                </a:cubicBezTo>
                <a:cubicBezTo>
                  <a:pt x="727" y="584"/>
                  <a:pt x="722" y="584"/>
                  <a:pt x="718" y="585"/>
                </a:cubicBezTo>
                <a:cubicBezTo>
                  <a:pt x="718" y="576"/>
                  <a:pt x="718" y="576"/>
                  <a:pt x="718" y="576"/>
                </a:cubicBezTo>
                <a:cubicBezTo>
                  <a:pt x="723" y="576"/>
                  <a:pt x="727" y="576"/>
                  <a:pt x="731" y="575"/>
                </a:cubicBezTo>
                <a:close/>
                <a:moveTo>
                  <a:pt x="710" y="156"/>
                </a:moveTo>
                <a:cubicBezTo>
                  <a:pt x="713" y="159"/>
                  <a:pt x="716" y="162"/>
                  <a:pt x="718" y="165"/>
                </a:cubicBezTo>
                <a:cubicBezTo>
                  <a:pt x="718" y="175"/>
                  <a:pt x="718" y="175"/>
                  <a:pt x="718" y="175"/>
                </a:cubicBezTo>
                <a:cubicBezTo>
                  <a:pt x="716" y="172"/>
                  <a:pt x="714" y="170"/>
                  <a:pt x="710" y="168"/>
                </a:cubicBezTo>
                <a:cubicBezTo>
                  <a:pt x="710" y="156"/>
                  <a:pt x="710" y="156"/>
                  <a:pt x="710" y="156"/>
                </a:cubicBezTo>
                <a:close/>
                <a:moveTo>
                  <a:pt x="718" y="630"/>
                </a:moveTo>
                <a:cubicBezTo>
                  <a:pt x="716" y="633"/>
                  <a:pt x="714" y="635"/>
                  <a:pt x="712" y="637"/>
                </a:cubicBezTo>
                <a:cubicBezTo>
                  <a:pt x="710" y="640"/>
                  <a:pt x="710" y="640"/>
                  <a:pt x="710" y="640"/>
                </a:cubicBezTo>
                <a:cubicBezTo>
                  <a:pt x="710" y="627"/>
                  <a:pt x="710" y="627"/>
                  <a:pt x="710" y="627"/>
                </a:cubicBezTo>
                <a:cubicBezTo>
                  <a:pt x="713" y="625"/>
                  <a:pt x="715" y="622"/>
                  <a:pt x="718" y="617"/>
                </a:cubicBezTo>
                <a:cubicBezTo>
                  <a:pt x="718" y="630"/>
                  <a:pt x="718" y="630"/>
                  <a:pt x="718" y="630"/>
                </a:cubicBezTo>
                <a:close/>
                <a:moveTo>
                  <a:pt x="718" y="195"/>
                </a:moveTo>
                <a:cubicBezTo>
                  <a:pt x="718" y="215"/>
                  <a:pt x="718" y="215"/>
                  <a:pt x="718" y="215"/>
                </a:cubicBezTo>
                <a:cubicBezTo>
                  <a:pt x="715" y="222"/>
                  <a:pt x="714" y="228"/>
                  <a:pt x="718" y="237"/>
                </a:cubicBezTo>
                <a:cubicBezTo>
                  <a:pt x="718" y="251"/>
                  <a:pt x="718" y="251"/>
                  <a:pt x="718" y="251"/>
                </a:cubicBezTo>
                <a:cubicBezTo>
                  <a:pt x="715" y="246"/>
                  <a:pt x="712" y="241"/>
                  <a:pt x="710" y="237"/>
                </a:cubicBezTo>
                <a:cubicBezTo>
                  <a:pt x="710" y="211"/>
                  <a:pt x="710" y="211"/>
                  <a:pt x="710" y="211"/>
                </a:cubicBezTo>
                <a:cubicBezTo>
                  <a:pt x="713" y="206"/>
                  <a:pt x="716" y="201"/>
                  <a:pt x="718" y="195"/>
                </a:cubicBezTo>
                <a:close/>
                <a:moveTo>
                  <a:pt x="718" y="541"/>
                </a:moveTo>
                <a:cubicBezTo>
                  <a:pt x="718" y="561"/>
                  <a:pt x="718" y="561"/>
                  <a:pt x="718" y="561"/>
                </a:cubicBezTo>
                <a:cubicBezTo>
                  <a:pt x="715" y="565"/>
                  <a:pt x="712" y="569"/>
                  <a:pt x="710" y="574"/>
                </a:cubicBezTo>
                <a:cubicBezTo>
                  <a:pt x="710" y="558"/>
                  <a:pt x="710" y="558"/>
                  <a:pt x="710" y="558"/>
                </a:cubicBezTo>
                <a:cubicBezTo>
                  <a:pt x="711" y="557"/>
                  <a:pt x="712" y="555"/>
                  <a:pt x="713" y="553"/>
                </a:cubicBezTo>
                <a:cubicBezTo>
                  <a:pt x="715" y="549"/>
                  <a:pt x="717" y="545"/>
                  <a:pt x="718" y="541"/>
                </a:cubicBezTo>
                <a:close/>
                <a:moveTo>
                  <a:pt x="718" y="576"/>
                </a:moveTo>
                <a:cubicBezTo>
                  <a:pt x="718" y="585"/>
                  <a:pt x="718" y="585"/>
                  <a:pt x="718" y="585"/>
                </a:cubicBezTo>
                <a:cubicBezTo>
                  <a:pt x="715" y="585"/>
                  <a:pt x="713" y="585"/>
                  <a:pt x="710" y="586"/>
                </a:cubicBezTo>
                <a:cubicBezTo>
                  <a:pt x="710" y="576"/>
                  <a:pt x="710" y="576"/>
                  <a:pt x="710" y="576"/>
                </a:cubicBezTo>
                <a:cubicBezTo>
                  <a:pt x="713" y="576"/>
                  <a:pt x="715" y="576"/>
                  <a:pt x="718" y="576"/>
                </a:cubicBezTo>
                <a:close/>
                <a:moveTo>
                  <a:pt x="718" y="603"/>
                </a:moveTo>
                <a:cubicBezTo>
                  <a:pt x="718" y="613"/>
                  <a:pt x="718" y="613"/>
                  <a:pt x="718" y="613"/>
                </a:cubicBezTo>
                <a:cubicBezTo>
                  <a:pt x="715" y="613"/>
                  <a:pt x="713" y="612"/>
                  <a:pt x="710" y="612"/>
                </a:cubicBezTo>
                <a:cubicBezTo>
                  <a:pt x="710" y="604"/>
                  <a:pt x="710" y="604"/>
                  <a:pt x="710" y="604"/>
                </a:cubicBezTo>
                <a:cubicBezTo>
                  <a:pt x="713" y="604"/>
                  <a:pt x="716" y="603"/>
                  <a:pt x="718" y="603"/>
                </a:cubicBezTo>
                <a:close/>
                <a:moveTo>
                  <a:pt x="710" y="450"/>
                </a:moveTo>
                <a:cubicBezTo>
                  <a:pt x="710" y="448"/>
                  <a:pt x="710" y="448"/>
                  <a:pt x="710" y="448"/>
                </a:cubicBezTo>
                <a:cubicBezTo>
                  <a:pt x="710" y="448"/>
                  <a:pt x="710" y="448"/>
                  <a:pt x="710" y="448"/>
                </a:cubicBezTo>
                <a:cubicBezTo>
                  <a:pt x="710" y="450"/>
                  <a:pt x="710" y="450"/>
                  <a:pt x="710" y="450"/>
                </a:cubicBezTo>
                <a:close/>
                <a:moveTo>
                  <a:pt x="710" y="436"/>
                </a:moveTo>
                <a:cubicBezTo>
                  <a:pt x="710" y="411"/>
                  <a:pt x="710" y="411"/>
                  <a:pt x="710" y="411"/>
                </a:cubicBezTo>
                <a:cubicBezTo>
                  <a:pt x="715" y="416"/>
                  <a:pt x="716" y="425"/>
                  <a:pt x="712" y="437"/>
                </a:cubicBezTo>
                <a:cubicBezTo>
                  <a:pt x="711" y="436"/>
                  <a:pt x="711" y="436"/>
                  <a:pt x="710" y="436"/>
                </a:cubicBezTo>
                <a:close/>
                <a:moveTo>
                  <a:pt x="710" y="400"/>
                </a:moveTo>
                <a:cubicBezTo>
                  <a:pt x="710" y="389"/>
                  <a:pt x="710" y="389"/>
                  <a:pt x="710" y="389"/>
                </a:cubicBezTo>
                <a:cubicBezTo>
                  <a:pt x="713" y="389"/>
                  <a:pt x="713" y="389"/>
                  <a:pt x="713" y="389"/>
                </a:cubicBezTo>
                <a:cubicBezTo>
                  <a:pt x="713" y="393"/>
                  <a:pt x="713" y="396"/>
                  <a:pt x="713" y="400"/>
                </a:cubicBezTo>
                <a:cubicBezTo>
                  <a:pt x="710" y="400"/>
                  <a:pt x="710" y="400"/>
                  <a:pt x="710" y="400"/>
                </a:cubicBezTo>
                <a:close/>
                <a:moveTo>
                  <a:pt x="710" y="369"/>
                </a:moveTo>
                <a:cubicBezTo>
                  <a:pt x="710" y="358"/>
                  <a:pt x="710" y="358"/>
                  <a:pt x="710" y="358"/>
                </a:cubicBezTo>
                <a:cubicBezTo>
                  <a:pt x="711" y="358"/>
                  <a:pt x="711" y="358"/>
                  <a:pt x="711" y="358"/>
                </a:cubicBezTo>
                <a:cubicBezTo>
                  <a:pt x="711" y="362"/>
                  <a:pt x="711" y="365"/>
                  <a:pt x="712" y="369"/>
                </a:cubicBezTo>
                <a:lnTo>
                  <a:pt x="710" y="369"/>
                </a:lnTo>
                <a:close/>
                <a:moveTo>
                  <a:pt x="700" y="141"/>
                </a:moveTo>
                <a:cubicBezTo>
                  <a:pt x="704" y="145"/>
                  <a:pt x="706" y="150"/>
                  <a:pt x="710" y="156"/>
                </a:cubicBezTo>
                <a:cubicBezTo>
                  <a:pt x="710" y="156"/>
                  <a:pt x="710" y="156"/>
                  <a:pt x="710" y="156"/>
                </a:cubicBezTo>
                <a:cubicBezTo>
                  <a:pt x="710" y="168"/>
                  <a:pt x="710" y="168"/>
                  <a:pt x="710" y="168"/>
                </a:cubicBezTo>
                <a:cubicBezTo>
                  <a:pt x="710" y="168"/>
                  <a:pt x="709" y="168"/>
                  <a:pt x="709" y="167"/>
                </a:cubicBezTo>
                <a:cubicBezTo>
                  <a:pt x="709" y="171"/>
                  <a:pt x="709" y="171"/>
                  <a:pt x="700" y="192"/>
                </a:cubicBezTo>
                <a:cubicBezTo>
                  <a:pt x="700" y="169"/>
                  <a:pt x="700" y="169"/>
                  <a:pt x="700" y="169"/>
                </a:cubicBezTo>
                <a:cubicBezTo>
                  <a:pt x="700" y="167"/>
                  <a:pt x="700" y="167"/>
                  <a:pt x="700" y="167"/>
                </a:cubicBezTo>
                <a:cubicBezTo>
                  <a:pt x="700" y="163"/>
                  <a:pt x="700" y="159"/>
                  <a:pt x="700" y="156"/>
                </a:cubicBezTo>
                <a:cubicBezTo>
                  <a:pt x="700" y="141"/>
                  <a:pt x="700" y="141"/>
                  <a:pt x="700" y="141"/>
                </a:cubicBezTo>
                <a:close/>
                <a:moveTo>
                  <a:pt x="710" y="640"/>
                </a:moveTo>
                <a:cubicBezTo>
                  <a:pt x="706" y="645"/>
                  <a:pt x="703" y="649"/>
                  <a:pt x="700" y="654"/>
                </a:cubicBezTo>
                <a:cubicBezTo>
                  <a:pt x="700" y="643"/>
                  <a:pt x="700" y="643"/>
                  <a:pt x="700" y="643"/>
                </a:cubicBezTo>
                <a:cubicBezTo>
                  <a:pt x="701" y="641"/>
                  <a:pt x="701" y="641"/>
                  <a:pt x="701" y="641"/>
                </a:cubicBezTo>
                <a:cubicBezTo>
                  <a:pt x="700" y="641"/>
                  <a:pt x="700" y="641"/>
                  <a:pt x="700" y="641"/>
                </a:cubicBezTo>
                <a:cubicBezTo>
                  <a:pt x="700" y="631"/>
                  <a:pt x="700" y="631"/>
                  <a:pt x="700" y="631"/>
                </a:cubicBezTo>
                <a:cubicBezTo>
                  <a:pt x="704" y="630"/>
                  <a:pt x="707" y="629"/>
                  <a:pt x="710" y="627"/>
                </a:cubicBezTo>
                <a:cubicBezTo>
                  <a:pt x="710" y="640"/>
                  <a:pt x="710" y="640"/>
                  <a:pt x="710" y="640"/>
                </a:cubicBezTo>
                <a:close/>
                <a:moveTo>
                  <a:pt x="710" y="211"/>
                </a:moveTo>
                <a:cubicBezTo>
                  <a:pt x="710" y="237"/>
                  <a:pt x="710" y="237"/>
                  <a:pt x="710" y="237"/>
                </a:cubicBezTo>
                <a:cubicBezTo>
                  <a:pt x="707" y="230"/>
                  <a:pt x="704" y="225"/>
                  <a:pt x="700" y="219"/>
                </a:cubicBezTo>
                <a:cubicBezTo>
                  <a:pt x="700" y="201"/>
                  <a:pt x="700" y="201"/>
                  <a:pt x="700" y="201"/>
                </a:cubicBezTo>
                <a:cubicBezTo>
                  <a:pt x="701" y="206"/>
                  <a:pt x="703" y="209"/>
                  <a:pt x="707" y="216"/>
                </a:cubicBezTo>
                <a:cubicBezTo>
                  <a:pt x="708" y="214"/>
                  <a:pt x="709" y="213"/>
                  <a:pt x="710" y="211"/>
                </a:cubicBezTo>
                <a:close/>
                <a:moveTo>
                  <a:pt x="710" y="358"/>
                </a:moveTo>
                <a:cubicBezTo>
                  <a:pt x="710" y="369"/>
                  <a:pt x="710" y="369"/>
                  <a:pt x="710" y="369"/>
                </a:cubicBezTo>
                <a:cubicBezTo>
                  <a:pt x="706" y="369"/>
                  <a:pt x="703" y="370"/>
                  <a:pt x="700" y="370"/>
                </a:cubicBezTo>
                <a:cubicBezTo>
                  <a:pt x="700" y="358"/>
                  <a:pt x="700" y="358"/>
                  <a:pt x="700" y="358"/>
                </a:cubicBezTo>
                <a:cubicBezTo>
                  <a:pt x="704" y="357"/>
                  <a:pt x="706" y="358"/>
                  <a:pt x="710" y="358"/>
                </a:cubicBezTo>
                <a:close/>
                <a:moveTo>
                  <a:pt x="710" y="389"/>
                </a:moveTo>
                <a:cubicBezTo>
                  <a:pt x="710" y="400"/>
                  <a:pt x="710" y="400"/>
                  <a:pt x="710" y="400"/>
                </a:cubicBezTo>
                <a:cubicBezTo>
                  <a:pt x="700" y="400"/>
                  <a:pt x="700" y="400"/>
                  <a:pt x="700" y="400"/>
                </a:cubicBezTo>
                <a:cubicBezTo>
                  <a:pt x="700" y="389"/>
                  <a:pt x="700" y="389"/>
                  <a:pt x="700" y="389"/>
                </a:cubicBezTo>
                <a:cubicBezTo>
                  <a:pt x="710" y="389"/>
                  <a:pt x="710" y="389"/>
                  <a:pt x="710" y="389"/>
                </a:cubicBezTo>
                <a:close/>
                <a:moveTo>
                  <a:pt x="710" y="411"/>
                </a:moveTo>
                <a:cubicBezTo>
                  <a:pt x="710" y="436"/>
                  <a:pt x="710" y="436"/>
                  <a:pt x="710" y="436"/>
                </a:cubicBezTo>
                <a:cubicBezTo>
                  <a:pt x="707" y="436"/>
                  <a:pt x="705" y="436"/>
                  <a:pt x="702" y="436"/>
                </a:cubicBezTo>
                <a:cubicBezTo>
                  <a:pt x="704" y="429"/>
                  <a:pt x="704" y="425"/>
                  <a:pt x="703" y="418"/>
                </a:cubicBezTo>
                <a:cubicBezTo>
                  <a:pt x="700" y="418"/>
                  <a:pt x="700" y="418"/>
                  <a:pt x="700" y="418"/>
                </a:cubicBezTo>
                <a:cubicBezTo>
                  <a:pt x="700" y="407"/>
                  <a:pt x="700" y="407"/>
                  <a:pt x="700" y="407"/>
                </a:cubicBezTo>
                <a:cubicBezTo>
                  <a:pt x="704" y="407"/>
                  <a:pt x="707" y="408"/>
                  <a:pt x="710" y="411"/>
                </a:cubicBezTo>
                <a:close/>
                <a:moveTo>
                  <a:pt x="710" y="448"/>
                </a:moveTo>
                <a:cubicBezTo>
                  <a:pt x="710" y="450"/>
                  <a:pt x="710" y="450"/>
                  <a:pt x="710" y="450"/>
                </a:cubicBezTo>
                <a:cubicBezTo>
                  <a:pt x="709" y="453"/>
                  <a:pt x="709" y="456"/>
                  <a:pt x="708" y="459"/>
                </a:cubicBezTo>
                <a:cubicBezTo>
                  <a:pt x="700" y="460"/>
                  <a:pt x="700" y="460"/>
                  <a:pt x="700" y="460"/>
                </a:cubicBezTo>
                <a:cubicBezTo>
                  <a:pt x="700" y="449"/>
                  <a:pt x="700" y="449"/>
                  <a:pt x="700" y="449"/>
                </a:cubicBezTo>
                <a:cubicBezTo>
                  <a:pt x="703" y="448"/>
                  <a:pt x="705" y="448"/>
                  <a:pt x="710" y="448"/>
                </a:cubicBezTo>
                <a:close/>
                <a:moveTo>
                  <a:pt x="710" y="558"/>
                </a:moveTo>
                <a:cubicBezTo>
                  <a:pt x="710" y="574"/>
                  <a:pt x="710" y="574"/>
                  <a:pt x="710" y="574"/>
                </a:cubicBezTo>
                <a:cubicBezTo>
                  <a:pt x="709" y="576"/>
                  <a:pt x="709" y="576"/>
                  <a:pt x="709" y="576"/>
                </a:cubicBezTo>
                <a:cubicBezTo>
                  <a:pt x="710" y="576"/>
                  <a:pt x="710" y="576"/>
                  <a:pt x="710" y="576"/>
                </a:cubicBezTo>
                <a:cubicBezTo>
                  <a:pt x="710" y="586"/>
                  <a:pt x="710" y="586"/>
                  <a:pt x="710" y="586"/>
                </a:cubicBezTo>
                <a:cubicBezTo>
                  <a:pt x="706" y="586"/>
                  <a:pt x="703" y="587"/>
                  <a:pt x="700" y="589"/>
                </a:cubicBezTo>
                <a:cubicBezTo>
                  <a:pt x="700" y="580"/>
                  <a:pt x="700" y="580"/>
                  <a:pt x="700" y="580"/>
                </a:cubicBezTo>
                <a:cubicBezTo>
                  <a:pt x="700" y="580"/>
                  <a:pt x="700" y="580"/>
                  <a:pt x="700" y="580"/>
                </a:cubicBezTo>
                <a:cubicBezTo>
                  <a:pt x="703" y="571"/>
                  <a:pt x="705" y="565"/>
                  <a:pt x="710" y="558"/>
                </a:cubicBezTo>
                <a:close/>
                <a:moveTo>
                  <a:pt x="710" y="604"/>
                </a:moveTo>
                <a:cubicBezTo>
                  <a:pt x="710" y="612"/>
                  <a:pt x="710" y="612"/>
                  <a:pt x="710" y="612"/>
                </a:cubicBezTo>
                <a:cubicBezTo>
                  <a:pt x="706" y="612"/>
                  <a:pt x="703" y="612"/>
                  <a:pt x="700" y="612"/>
                </a:cubicBezTo>
                <a:cubicBezTo>
                  <a:pt x="700" y="603"/>
                  <a:pt x="700" y="603"/>
                  <a:pt x="700" y="603"/>
                </a:cubicBezTo>
                <a:cubicBezTo>
                  <a:pt x="702" y="603"/>
                  <a:pt x="704" y="603"/>
                  <a:pt x="709" y="604"/>
                </a:cubicBezTo>
                <a:cubicBezTo>
                  <a:pt x="710" y="604"/>
                  <a:pt x="710" y="604"/>
                  <a:pt x="710" y="604"/>
                </a:cubicBezTo>
                <a:close/>
                <a:moveTo>
                  <a:pt x="700" y="482"/>
                </a:moveTo>
                <a:cubicBezTo>
                  <a:pt x="700" y="469"/>
                  <a:pt x="700" y="469"/>
                  <a:pt x="700" y="469"/>
                </a:cubicBezTo>
                <a:cubicBezTo>
                  <a:pt x="701" y="469"/>
                  <a:pt x="702" y="470"/>
                  <a:pt x="704" y="470"/>
                </a:cubicBezTo>
                <a:cubicBezTo>
                  <a:pt x="704" y="474"/>
                  <a:pt x="703" y="478"/>
                  <a:pt x="702" y="482"/>
                </a:cubicBezTo>
                <a:cubicBezTo>
                  <a:pt x="701" y="482"/>
                  <a:pt x="700" y="482"/>
                  <a:pt x="700" y="482"/>
                </a:cubicBezTo>
                <a:close/>
                <a:moveTo>
                  <a:pt x="700" y="325"/>
                </a:moveTo>
                <a:cubicBezTo>
                  <a:pt x="700" y="313"/>
                  <a:pt x="700" y="313"/>
                  <a:pt x="700" y="313"/>
                </a:cubicBezTo>
                <a:cubicBezTo>
                  <a:pt x="700" y="313"/>
                  <a:pt x="701" y="312"/>
                  <a:pt x="702" y="312"/>
                </a:cubicBezTo>
                <a:cubicBezTo>
                  <a:pt x="703" y="316"/>
                  <a:pt x="704" y="320"/>
                  <a:pt x="704" y="324"/>
                </a:cubicBezTo>
                <a:lnTo>
                  <a:pt x="700" y="325"/>
                </a:lnTo>
                <a:close/>
                <a:moveTo>
                  <a:pt x="697" y="138"/>
                </a:moveTo>
                <a:cubicBezTo>
                  <a:pt x="698" y="139"/>
                  <a:pt x="699" y="140"/>
                  <a:pt x="700" y="141"/>
                </a:cubicBezTo>
                <a:cubicBezTo>
                  <a:pt x="700" y="156"/>
                  <a:pt x="700" y="156"/>
                  <a:pt x="700" y="156"/>
                </a:cubicBezTo>
                <a:cubicBezTo>
                  <a:pt x="699" y="153"/>
                  <a:pt x="698" y="151"/>
                  <a:pt x="697" y="149"/>
                </a:cubicBezTo>
                <a:cubicBezTo>
                  <a:pt x="697" y="138"/>
                  <a:pt x="697" y="138"/>
                  <a:pt x="697" y="138"/>
                </a:cubicBezTo>
                <a:close/>
                <a:moveTo>
                  <a:pt x="700" y="654"/>
                </a:moveTo>
                <a:cubicBezTo>
                  <a:pt x="697" y="657"/>
                  <a:pt x="697" y="657"/>
                  <a:pt x="697" y="657"/>
                </a:cubicBezTo>
                <a:cubicBezTo>
                  <a:pt x="697" y="646"/>
                  <a:pt x="697" y="646"/>
                  <a:pt x="697" y="646"/>
                </a:cubicBezTo>
                <a:cubicBezTo>
                  <a:pt x="698" y="645"/>
                  <a:pt x="699" y="644"/>
                  <a:pt x="700" y="643"/>
                </a:cubicBezTo>
                <a:cubicBezTo>
                  <a:pt x="700" y="654"/>
                  <a:pt x="700" y="654"/>
                  <a:pt x="700" y="654"/>
                </a:cubicBezTo>
                <a:close/>
                <a:moveTo>
                  <a:pt x="700" y="169"/>
                </a:moveTo>
                <a:cubicBezTo>
                  <a:pt x="700" y="192"/>
                  <a:pt x="700" y="192"/>
                  <a:pt x="700" y="192"/>
                </a:cubicBezTo>
                <a:cubicBezTo>
                  <a:pt x="699" y="193"/>
                  <a:pt x="699" y="193"/>
                  <a:pt x="699" y="193"/>
                </a:cubicBezTo>
                <a:cubicBezTo>
                  <a:pt x="699" y="197"/>
                  <a:pt x="699" y="199"/>
                  <a:pt x="700" y="201"/>
                </a:cubicBezTo>
                <a:cubicBezTo>
                  <a:pt x="700" y="219"/>
                  <a:pt x="700" y="219"/>
                  <a:pt x="700" y="219"/>
                </a:cubicBezTo>
                <a:cubicBezTo>
                  <a:pt x="699" y="218"/>
                  <a:pt x="698" y="217"/>
                  <a:pt x="697" y="216"/>
                </a:cubicBezTo>
                <a:cubicBezTo>
                  <a:pt x="697" y="174"/>
                  <a:pt x="697" y="174"/>
                  <a:pt x="697" y="174"/>
                </a:cubicBezTo>
                <a:cubicBezTo>
                  <a:pt x="700" y="169"/>
                  <a:pt x="700" y="169"/>
                  <a:pt x="700" y="169"/>
                </a:cubicBezTo>
                <a:close/>
                <a:moveTo>
                  <a:pt x="700" y="313"/>
                </a:moveTo>
                <a:cubicBezTo>
                  <a:pt x="700" y="325"/>
                  <a:pt x="700" y="325"/>
                  <a:pt x="700" y="325"/>
                </a:cubicBezTo>
                <a:cubicBezTo>
                  <a:pt x="697" y="326"/>
                  <a:pt x="697" y="326"/>
                  <a:pt x="697" y="326"/>
                </a:cubicBezTo>
                <a:cubicBezTo>
                  <a:pt x="697" y="313"/>
                  <a:pt x="697" y="313"/>
                  <a:pt x="697" y="313"/>
                </a:cubicBezTo>
                <a:cubicBezTo>
                  <a:pt x="698" y="313"/>
                  <a:pt x="699" y="313"/>
                  <a:pt x="700" y="313"/>
                </a:cubicBezTo>
                <a:close/>
                <a:moveTo>
                  <a:pt x="700" y="358"/>
                </a:moveTo>
                <a:cubicBezTo>
                  <a:pt x="700" y="370"/>
                  <a:pt x="700" y="370"/>
                  <a:pt x="700" y="370"/>
                </a:cubicBezTo>
                <a:cubicBezTo>
                  <a:pt x="697" y="370"/>
                  <a:pt x="697" y="370"/>
                  <a:pt x="697" y="370"/>
                </a:cubicBezTo>
                <a:cubicBezTo>
                  <a:pt x="697" y="358"/>
                  <a:pt x="697" y="358"/>
                  <a:pt x="697" y="358"/>
                </a:cubicBezTo>
                <a:cubicBezTo>
                  <a:pt x="698" y="358"/>
                  <a:pt x="699" y="358"/>
                  <a:pt x="700" y="358"/>
                </a:cubicBezTo>
                <a:close/>
                <a:moveTo>
                  <a:pt x="700" y="389"/>
                </a:moveTo>
                <a:cubicBezTo>
                  <a:pt x="700" y="400"/>
                  <a:pt x="700" y="400"/>
                  <a:pt x="700" y="400"/>
                </a:cubicBezTo>
                <a:cubicBezTo>
                  <a:pt x="697" y="400"/>
                  <a:pt x="697" y="400"/>
                  <a:pt x="697" y="400"/>
                </a:cubicBezTo>
                <a:cubicBezTo>
                  <a:pt x="697" y="389"/>
                  <a:pt x="697" y="389"/>
                  <a:pt x="697" y="389"/>
                </a:cubicBezTo>
                <a:cubicBezTo>
                  <a:pt x="700" y="389"/>
                  <a:pt x="700" y="389"/>
                  <a:pt x="700" y="389"/>
                </a:cubicBezTo>
                <a:close/>
                <a:moveTo>
                  <a:pt x="700" y="407"/>
                </a:moveTo>
                <a:cubicBezTo>
                  <a:pt x="700" y="418"/>
                  <a:pt x="700" y="418"/>
                  <a:pt x="700" y="418"/>
                </a:cubicBezTo>
                <a:cubicBezTo>
                  <a:pt x="699" y="418"/>
                  <a:pt x="699" y="418"/>
                  <a:pt x="699" y="418"/>
                </a:cubicBezTo>
                <a:cubicBezTo>
                  <a:pt x="698" y="420"/>
                  <a:pt x="698" y="421"/>
                  <a:pt x="697" y="422"/>
                </a:cubicBezTo>
                <a:cubicBezTo>
                  <a:pt x="697" y="407"/>
                  <a:pt x="697" y="407"/>
                  <a:pt x="697" y="407"/>
                </a:cubicBezTo>
                <a:cubicBezTo>
                  <a:pt x="698" y="407"/>
                  <a:pt x="699" y="407"/>
                  <a:pt x="700" y="407"/>
                </a:cubicBezTo>
                <a:close/>
                <a:moveTo>
                  <a:pt x="700" y="449"/>
                </a:moveTo>
                <a:cubicBezTo>
                  <a:pt x="700" y="460"/>
                  <a:pt x="700" y="460"/>
                  <a:pt x="700" y="460"/>
                </a:cubicBezTo>
                <a:cubicBezTo>
                  <a:pt x="697" y="461"/>
                  <a:pt x="697" y="461"/>
                  <a:pt x="697" y="461"/>
                </a:cubicBezTo>
                <a:cubicBezTo>
                  <a:pt x="697" y="449"/>
                  <a:pt x="697" y="449"/>
                  <a:pt x="697" y="449"/>
                </a:cubicBezTo>
                <a:cubicBezTo>
                  <a:pt x="698" y="449"/>
                  <a:pt x="699" y="449"/>
                  <a:pt x="700" y="449"/>
                </a:cubicBezTo>
                <a:close/>
                <a:moveTo>
                  <a:pt x="700" y="469"/>
                </a:moveTo>
                <a:cubicBezTo>
                  <a:pt x="700" y="482"/>
                  <a:pt x="700" y="482"/>
                  <a:pt x="700" y="482"/>
                </a:cubicBezTo>
                <a:cubicBezTo>
                  <a:pt x="697" y="481"/>
                  <a:pt x="697" y="481"/>
                  <a:pt x="697" y="481"/>
                </a:cubicBezTo>
                <a:cubicBezTo>
                  <a:pt x="697" y="468"/>
                  <a:pt x="697" y="468"/>
                  <a:pt x="697" y="468"/>
                </a:cubicBezTo>
                <a:cubicBezTo>
                  <a:pt x="698" y="468"/>
                  <a:pt x="699" y="469"/>
                  <a:pt x="700" y="469"/>
                </a:cubicBezTo>
                <a:close/>
                <a:moveTo>
                  <a:pt x="700" y="580"/>
                </a:moveTo>
                <a:cubicBezTo>
                  <a:pt x="700" y="589"/>
                  <a:pt x="700" y="589"/>
                  <a:pt x="700" y="589"/>
                </a:cubicBezTo>
                <a:cubicBezTo>
                  <a:pt x="700" y="590"/>
                  <a:pt x="699" y="591"/>
                  <a:pt x="697" y="594"/>
                </a:cubicBezTo>
                <a:cubicBezTo>
                  <a:pt x="697" y="582"/>
                  <a:pt x="697" y="582"/>
                  <a:pt x="697" y="582"/>
                </a:cubicBezTo>
                <a:cubicBezTo>
                  <a:pt x="698" y="581"/>
                  <a:pt x="699" y="580"/>
                  <a:pt x="700" y="580"/>
                </a:cubicBezTo>
                <a:close/>
                <a:moveTo>
                  <a:pt x="700" y="603"/>
                </a:moveTo>
                <a:cubicBezTo>
                  <a:pt x="700" y="612"/>
                  <a:pt x="700" y="612"/>
                  <a:pt x="700" y="612"/>
                </a:cubicBezTo>
                <a:cubicBezTo>
                  <a:pt x="699" y="612"/>
                  <a:pt x="698" y="612"/>
                  <a:pt x="697" y="612"/>
                </a:cubicBezTo>
                <a:cubicBezTo>
                  <a:pt x="697" y="603"/>
                  <a:pt x="697" y="603"/>
                  <a:pt x="697" y="603"/>
                </a:cubicBezTo>
                <a:cubicBezTo>
                  <a:pt x="698" y="603"/>
                  <a:pt x="699" y="603"/>
                  <a:pt x="700" y="603"/>
                </a:cubicBezTo>
                <a:close/>
                <a:moveTo>
                  <a:pt x="700" y="631"/>
                </a:moveTo>
                <a:cubicBezTo>
                  <a:pt x="700" y="641"/>
                  <a:pt x="700" y="641"/>
                  <a:pt x="700" y="641"/>
                </a:cubicBezTo>
                <a:cubicBezTo>
                  <a:pt x="699" y="641"/>
                  <a:pt x="698" y="641"/>
                  <a:pt x="697" y="640"/>
                </a:cubicBezTo>
                <a:cubicBezTo>
                  <a:pt x="697" y="631"/>
                  <a:pt x="697" y="631"/>
                  <a:pt x="697" y="631"/>
                </a:cubicBezTo>
                <a:cubicBezTo>
                  <a:pt x="698" y="631"/>
                  <a:pt x="699" y="631"/>
                  <a:pt x="700" y="631"/>
                </a:cubicBezTo>
                <a:close/>
                <a:moveTo>
                  <a:pt x="697" y="496"/>
                </a:moveTo>
                <a:cubicBezTo>
                  <a:pt x="697" y="492"/>
                  <a:pt x="697" y="492"/>
                  <a:pt x="697" y="492"/>
                </a:cubicBezTo>
                <a:cubicBezTo>
                  <a:pt x="698" y="492"/>
                  <a:pt x="698" y="492"/>
                  <a:pt x="699" y="492"/>
                </a:cubicBezTo>
                <a:lnTo>
                  <a:pt x="697" y="496"/>
                </a:lnTo>
                <a:close/>
                <a:moveTo>
                  <a:pt x="677" y="118"/>
                </a:moveTo>
                <a:cubicBezTo>
                  <a:pt x="681" y="122"/>
                  <a:pt x="685" y="125"/>
                  <a:pt x="688" y="130"/>
                </a:cubicBezTo>
                <a:cubicBezTo>
                  <a:pt x="692" y="133"/>
                  <a:pt x="694" y="136"/>
                  <a:pt x="697" y="138"/>
                </a:cubicBezTo>
                <a:cubicBezTo>
                  <a:pt x="697" y="149"/>
                  <a:pt x="697" y="149"/>
                  <a:pt x="697" y="149"/>
                </a:cubicBezTo>
                <a:cubicBezTo>
                  <a:pt x="696" y="146"/>
                  <a:pt x="693" y="144"/>
                  <a:pt x="689" y="140"/>
                </a:cubicBezTo>
                <a:cubicBezTo>
                  <a:pt x="682" y="163"/>
                  <a:pt x="675" y="172"/>
                  <a:pt x="689" y="190"/>
                </a:cubicBezTo>
                <a:cubicBezTo>
                  <a:pt x="691" y="189"/>
                  <a:pt x="691" y="189"/>
                  <a:pt x="697" y="174"/>
                </a:cubicBezTo>
                <a:cubicBezTo>
                  <a:pt x="697" y="216"/>
                  <a:pt x="697" y="216"/>
                  <a:pt x="697" y="216"/>
                </a:cubicBezTo>
                <a:cubicBezTo>
                  <a:pt x="696" y="214"/>
                  <a:pt x="696" y="213"/>
                  <a:pt x="694" y="212"/>
                </a:cubicBezTo>
                <a:cubicBezTo>
                  <a:pt x="693" y="208"/>
                  <a:pt x="691" y="203"/>
                  <a:pt x="690" y="199"/>
                </a:cubicBezTo>
                <a:cubicBezTo>
                  <a:pt x="684" y="194"/>
                  <a:pt x="681" y="190"/>
                  <a:pt x="677" y="186"/>
                </a:cubicBezTo>
                <a:cubicBezTo>
                  <a:pt x="677" y="146"/>
                  <a:pt x="677" y="146"/>
                  <a:pt x="677" y="146"/>
                </a:cubicBezTo>
                <a:cubicBezTo>
                  <a:pt x="679" y="140"/>
                  <a:pt x="679" y="135"/>
                  <a:pt x="677" y="131"/>
                </a:cubicBezTo>
                <a:cubicBezTo>
                  <a:pt x="677" y="118"/>
                  <a:pt x="677" y="118"/>
                  <a:pt x="677" y="118"/>
                </a:cubicBezTo>
                <a:close/>
                <a:moveTo>
                  <a:pt x="697" y="657"/>
                </a:moveTo>
                <a:cubicBezTo>
                  <a:pt x="696" y="659"/>
                  <a:pt x="696" y="659"/>
                  <a:pt x="696" y="659"/>
                </a:cubicBezTo>
                <a:cubicBezTo>
                  <a:pt x="688" y="664"/>
                  <a:pt x="683" y="671"/>
                  <a:pt x="677" y="678"/>
                </a:cubicBezTo>
                <a:cubicBezTo>
                  <a:pt x="677" y="667"/>
                  <a:pt x="677" y="667"/>
                  <a:pt x="677" y="667"/>
                </a:cubicBezTo>
                <a:cubicBezTo>
                  <a:pt x="678" y="667"/>
                  <a:pt x="678" y="667"/>
                  <a:pt x="678" y="666"/>
                </a:cubicBezTo>
                <a:cubicBezTo>
                  <a:pt x="677" y="666"/>
                  <a:pt x="677" y="666"/>
                  <a:pt x="677" y="666"/>
                </a:cubicBezTo>
                <a:cubicBezTo>
                  <a:pt x="677" y="657"/>
                  <a:pt x="677" y="657"/>
                  <a:pt x="677" y="657"/>
                </a:cubicBezTo>
                <a:cubicBezTo>
                  <a:pt x="688" y="654"/>
                  <a:pt x="691" y="653"/>
                  <a:pt x="697" y="646"/>
                </a:cubicBezTo>
                <a:cubicBezTo>
                  <a:pt x="697" y="657"/>
                  <a:pt x="697" y="657"/>
                  <a:pt x="697" y="657"/>
                </a:cubicBezTo>
                <a:close/>
                <a:moveTo>
                  <a:pt x="697" y="313"/>
                </a:moveTo>
                <a:cubicBezTo>
                  <a:pt x="697" y="326"/>
                  <a:pt x="697" y="326"/>
                  <a:pt x="697" y="326"/>
                </a:cubicBezTo>
                <a:cubicBezTo>
                  <a:pt x="689" y="328"/>
                  <a:pt x="689" y="328"/>
                  <a:pt x="689" y="328"/>
                </a:cubicBezTo>
                <a:cubicBezTo>
                  <a:pt x="685" y="332"/>
                  <a:pt x="681" y="335"/>
                  <a:pt x="677" y="339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13"/>
                  <a:pt x="677" y="313"/>
                  <a:pt x="677" y="313"/>
                </a:cubicBezTo>
                <a:cubicBezTo>
                  <a:pt x="684" y="315"/>
                  <a:pt x="690" y="315"/>
                  <a:pt x="697" y="313"/>
                </a:cubicBezTo>
                <a:close/>
                <a:moveTo>
                  <a:pt x="697" y="358"/>
                </a:moveTo>
                <a:cubicBezTo>
                  <a:pt x="697" y="370"/>
                  <a:pt x="697" y="370"/>
                  <a:pt x="697" y="370"/>
                </a:cubicBezTo>
                <a:cubicBezTo>
                  <a:pt x="692" y="371"/>
                  <a:pt x="685" y="372"/>
                  <a:pt x="680" y="372"/>
                </a:cubicBezTo>
                <a:cubicBezTo>
                  <a:pt x="680" y="375"/>
                  <a:pt x="680" y="379"/>
                  <a:pt x="680" y="382"/>
                </a:cubicBezTo>
                <a:cubicBezTo>
                  <a:pt x="679" y="382"/>
                  <a:pt x="678" y="382"/>
                  <a:pt x="677" y="382"/>
                </a:cubicBezTo>
                <a:cubicBezTo>
                  <a:pt x="677" y="350"/>
                  <a:pt x="677" y="350"/>
                  <a:pt x="677" y="350"/>
                </a:cubicBezTo>
                <a:cubicBezTo>
                  <a:pt x="677" y="350"/>
                  <a:pt x="677" y="350"/>
                  <a:pt x="677" y="350"/>
                </a:cubicBezTo>
                <a:cubicBezTo>
                  <a:pt x="678" y="358"/>
                  <a:pt x="678" y="358"/>
                  <a:pt x="679" y="360"/>
                </a:cubicBezTo>
                <a:cubicBezTo>
                  <a:pt x="688" y="359"/>
                  <a:pt x="694" y="359"/>
                  <a:pt x="697" y="358"/>
                </a:cubicBezTo>
                <a:close/>
                <a:moveTo>
                  <a:pt x="697" y="389"/>
                </a:moveTo>
                <a:cubicBezTo>
                  <a:pt x="697" y="400"/>
                  <a:pt x="697" y="400"/>
                  <a:pt x="697" y="400"/>
                </a:cubicBezTo>
                <a:cubicBezTo>
                  <a:pt x="677" y="400"/>
                  <a:pt x="677" y="400"/>
                  <a:pt x="677" y="400"/>
                </a:cubicBezTo>
                <a:cubicBezTo>
                  <a:pt x="677" y="389"/>
                  <a:pt x="677" y="389"/>
                  <a:pt x="677" y="389"/>
                </a:cubicBezTo>
                <a:cubicBezTo>
                  <a:pt x="697" y="389"/>
                  <a:pt x="697" y="389"/>
                  <a:pt x="697" y="389"/>
                </a:cubicBezTo>
                <a:close/>
                <a:moveTo>
                  <a:pt x="697" y="407"/>
                </a:moveTo>
                <a:cubicBezTo>
                  <a:pt x="697" y="422"/>
                  <a:pt x="697" y="422"/>
                  <a:pt x="697" y="422"/>
                </a:cubicBezTo>
                <a:cubicBezTo>
                  <a:pt x="694" y="431"/>
                  <a:pt x="692" y="435"/>
                  <a:pt x="682" y="438"/>
                </a:cubicBezTo>
                <a:cubicBezTo>
                  <a:pt x="680" y="437"/>
                  <a:pt x="679" y="436"/>
                  <a:pt x="677" y="436"/>
                </a:cubicBezTo>
                <a:cubicBezTo>
                  <a:pt x="677" y="409"/>
                  <a:pt x="677" y="409"/>
                  <a:pt x="677" y="409"/>
                </a:cubicBezTo>
                <a:cubicBezTo>
                  <a:pt x="679" y="409"/>
                  <a:pt x="679" y="409"/>
                  <a:pt x="681" y="410"/>
                </a:cubicBezTo>
                <a:cubicBezTo>
                  <a:pt x="679" y="415"/>
                  <a:pt x="679" y="419"/>
                  <a:pt x="680" y="425"/>
                </a:cubicBezTo>
                <a:cubicBezTo>
                  <a:pt x="681" y="425"/>
                  <a:pt x="683" y="425"/>
                  <a:pt x="685" y="425"/>
                </a:cubicBezTo>
                <a:cubicBezTo>
                  <a:pt x="686" y="420"/>
                  <a:pt x="688" y="414"/>
                  <a:pt x="690" y="409"/>
                </a:cubicBezTo>
                <a:cubicBezTo>
                  <a:pt x="693" y="408"/>
                  <a:pt x="695" y="407"/>
                  <a:pt x="697" y="407"/>
                </a:cubicBezTo>
                <a:close/>
                <a:moveTo>
                  <a:pt x="697" y="449"/>
                </a:moveTo>
                <a:cubicBezTo>
                  <a:pt x="697" y="461"/>
                  <a:pt x="697" y="461"/>
                  <a:pt x="697" y="461"/>
                </a:cubicBezTo>
                <a:cubicBezTo>
                  <a:pt x="691" y="461"/>
                  <a:pt x="691" y="461"/>
                  <a:pt x="691" y="461"/>
                </a:cubicBezTo>
                <a:cubicBezTo>
                  <a:pt x="691" y="463"/>
                  <a:pt x="690" y="464"/>
                  <a:pt x="690" y="465"/>
                </a:cubicBezTo>
                <a:cubicBezTo>
                  <a:pt x="693" y="467"/>
                  <a:pt x="695" y="468"/>
                  <a:pt x="697" y="468"/>
                </a:cubicBezTo>
                <a:cubicBezTo>
                  <a:pt x="697" y="481"/>
                  <a:pt x="697" y="481"/>
                  <a:pt x="697" y="481"/>
                </a:cubicBezTo>
                <a:cubicBezTo>
                  <a:pt x="689" y="479"/>
                  <a:pt x="682" y="477"/>
                  <a:pt x="677" y="476"/>
                </a:cubicBezTo>
                <a:cubicBezTo>
                  <a:pt x="677" y="464"/>
                  <a:pt x="677" y="464"/>
                  <a:pt x="677" y="464"/>
                </a:cubicBezTo>
                <a:cubicBezTo>
                  <a:pt x="677" y="464"/>
                  <a:pt x="677" y="464"/>
                  <a:pt x="677" y="464"/>
                </a:cubicBezTo>
                <a:cubicBezTo>
                  <a:pt x="679" y="464"/>
                  <a:pt x="681" y="464"/>
                  <a:pt x="682" y="464"/>
                </a:cubicBezTo>
                <a:cubicBezTo>
                  <a:pt x="682" y="461"/>
                  <a:pt x="682" y="458"/>
                  <a:pt x="682" y="455"/>
                </a:cubicBezTo>
                <a:cubicBezTo>
                  <a:pt x="681" y="455"/>
                  <a:pt x="679" y="455"/>
                  <a:pt x="677" y="454"/>
                </a:cubicBezTo>
                <a:cubicBezTo>
                  <a:pt x="677" y="442"/>
                  <a:pt x="677" y="442"/>
                  <a:pt x="677" y="442"/>
                </a:cubicBezTo>
                <a:cubicBezTo>
                  <a:pt x="679" y="443"/>
                  <a:pt x="682" y="443"/>
                  <a:pt x="685" y="444"/>
                </a:cubicBezTo>
                <a:cubicBezTo>
                  <a:pt x="686" y="446"/>
                  <a:pt x="687" y="449"/>
                  <a:pt x="689" y="451"/>
                </a:cubicBezTo>
                <a:cubicBezTo>
                  <a:pt x="693" y="450"/>
                  <a:pt x="695" y="449"/>
                  <a:pt x="697" y="449"/>
                </a:cubicBezTo>
                <a:close/>
                <a:moveTo>
                  <a:pt x="697" y="492"/>
                </a:moveTo>
                <a:cubicBezTo>
                  <a:pt x="697" y="496"/>
                  <a:pt x="697" y="496"/>
                  <a:pt x="697" y="496"/>
                </a:cubicBezTo>
                <a:cubicBezTo>
                  <a:pt x="694" y="504"/>
                  <a:pt x="692" y="512"/>
                  <a:pt x="689" y="521"/>
                </a:cubicBezTo>
                <a:cubicBezTo>
                  <a:pt x="688" y="521"/>
                  <a:pt x="687" y="521"/>
                  <a:pt x="686" y="521"/>
                </a:cubicBezTo>
                <a:cubicBezTo>
                  <a:pt x="684" y="520"/>
                  <a:pt x="681" y="518"/>
                  <a:pt x="677" y="517"/>
                </a:cubicBezTo>
                <a:cubicBezTo>
                  <a:pt x="677" y="504"/>
                  <a:pt x="677" y="504"/>
                  <a:pt x="677" y="504"/>
                </a:cubicBezTo>
                <a:cubicBezTo>
                  <a:pt x="680" y="504"/>
                  <a:pt x="682" y="505"/>
                  <a:pt x="684" y="506"/>
                </a:cubicBezTo>
                <a:cubicBezTo>
                  <a:pt x="686" y="500"/>
                  <a:pt x="688" y="495"/>
                  <a:pt x="690" y="490"/>
                </a:cubicBezTo>
                <a:cubicBezTo>
                  <a:pt x="693" y="491"/>
                  <a:pt x="695" y="491"/>
                  <a:pt x="697" y="492"/>
                </a:cubicBezTo>
                <a:close/>
                <a:moveTo>
                  <a:pt x="697" y="582"/>
                </a:moveTo>
                <a:cubicBezTo>
                  <a:pt x="697" y="594"/>
                  <a:pt x="697" y="594"/>
                  <a:pt x="697" y="594"/>
                </a:cubicBezTo>
                <a:cubicBezTo>
                  <a:pt x="696" y="596"/>
                  <a:pt x="695" y="599"/>
                  <a:pt x="693" y="603"/>
                </a:cubicBezTo>
                <a:cubicBezTo>
                  <a:pt x="695" y="603"/>
                  <a:pt x="696" y="603"/>
                  <a:pt x="697" y="603"/>
                </a:cubicBezTo>
                <a:cubicBezTo>
                  <a:pt x="697" y="612"/>
                  <a:pt x="697" y="612"/>
                  <a:pt x="697" y="612"/>
                </a:cubicBezTo>
                <a:cubicBezTo>
                  <a:pt x="692" y="612"/>
                  <a:pt x="687" y="612"/>
                  <a:pt x="683" y="614"/>
                </a:cubicBezTo>
                <a:cubicBezTo>
                  <a:pt x="680" y="618"/>
                  <a:pt x="679" y="620"/>
                  <a:pt x="677" y="622"/>
                </a:cubicBezTo>
                <a:cubicBezTo>
                  <a:pt x="677" y="610"/>
                  <a:pt x="677" y="610"/>
                  <a:pt x="677" y="610"/>
                </a:cubicBezTo>
                <a:cubicBezTo>
                  <a:pt x="679" y="608"/>
                  <a:pt x="681" y="606"/>
                  <a:pt x="684" y="604"/>
                </a:cubicBezTo>
                <a:cubicBezTo>
                  <a:pt x="688" y="595"/>
                  <a:pt x="690" y="588"/>
                  <a:pt x="697" y="582"/>
                </a:cubicBezTo>
                <a:close/>
                <a:moveTo>
                  <a:pt x="697" y="631"/>
                </a:moveTo>
                <a:cubicBezTo>
                  <a:pt x="697" y="640"/>
                  <a:pt x="697" y="640"/>
                  <a:pt x="697" y="640"/>
                </a:cubicBezTo>
                <a:cubicBezTo>
                  <a:pt x="690" y="639"/>
                  <a:pt x="683" y="637"/>
                  <a:pt x="677" y="637"/>
                </a:cubicBezTo>
                <a:cubicBezTo>
                  <a:pt x="677" y="628"/>
                  <a:pt x="677" y="628"/>
                  <a:pt x="677" y="628"/>
                </a:cubicBezTo>
                <a:cubicBezTo>
                  <a:pt x="687" y="629"/>
                  <a:pt x="687" y="630"/>
                  <a:pt x="693" y="631"/>
                </a:cubicBezTo>
                <a:cubicBezTo>
                  <a:pt x="694" y="631"/>
                  <a:pt x="696" y="631"/>
                  <a:pt x="697" y="631"/>
                </a:cubicBezTo>
                <a:close/>
                <a:moveTo>
                  <a:pt x="677" y="542"/>
                </a:moveTo>
                <a:cubicBezTo>
                  <a:pt x="677" y="540"/>
                  <a:pt x="677" y="540"/>
                  <a:pt x="677" y="540"/>
                </a:cubicBezTo>
                <a:cubicBezTo>
                  <a:pt x="678" y="541"/>
                  <a:pt x="678" y="541"/>
                  <a:pt x="678" y="541"/>
                </a:cubicBezTo>
                <a:cubicBezTo>
                  <a:pt x="677" y="542"/>
                  <a:pt x="677" y="542"/>
                  <a:pt x="677" y="542"/>
                </a:cubicBezTo>
                <a:close/>
                <a:moveTo>
                  <a:pt x="677" y="501"/>
                </a:moveTo>
                <a:cubicBezTo>
                  <a:pt x="679" y="496"/>
                  <a:pt x="681" y="492"/>
                  <a:pt x="682" y="487"/>
                </a:cubicBezTo>
                <a:cubicBezTo>
                  <a:pt x="681" y="487"/>
                  <a:pt x="679" y="487"/>
                  <a:pt x="677" y="486"/>
                </a:cubicBezTo>
                <a:lnTo>
                  <a:pt x="677" y="501"/>
                </a:lnTo>
                <a:close/>
                <a:moveTo>
                  <a:pt x="654" y="95"/>
                </a:moveTo>
                <a:cubicBezTo>
                  <a:pt x="656" y="97"/>
                  <a:pt x="658" y="99"/>
                  <a:pt x="660" y="100"/>
                </a:cubicBezTo>
                <a:cubicBezTo>
                  <a:pt x="664" y="108"/>
                  <a:pt x="671" y="112"/>
                  <a:pt x="677" y="118"/>
                </a:cubicBezTo>
                <a:cubicBezTo>
                  <a:pt x="677" y="131"/>
                  <a:pt x="677" y="131"/>
                  <a:pt x="677" y="131"/>
                </a:cubicBezTo>
                <a:cubicBezTo>
                  <a:pt x="676" y="126"/>
                  <a:pt x="672" y="121"/>
                  <a:pt x="665" y="116"/>
                </a:cubicBezTo>
                <a:cubicBezTo>
                  <a:pt x="664" y="123"/>
                  <a:pt x="662" y="130"/>
                  <a:pt x="660" y="137"/>
                </a:cubicBezTo>
                <a:cubicBezTo>
                  <a:pt x="659" y="153"/>
                  <a:pt x="660" y="154"/>
                  <a:pt x="670" y="165"/>
                </a:cubicBezTo>
                <a:cubicBezTo>
                  <a:pt x="673" y="158"/>
                  <a:pt x="676" y="151"/>
                  <a:pt x="677" y="146"/>
                </a:cubicBezTo>
                <a:cubicBezTo>
                  <a:pt x="677" y="186"/>
                  <a:pt x="677" y="186"/>
                  <a:pt x="677" y="186"/>
                </a:cubicBezTo>
                <a:cubicBezTo>
                  <a:pt x="675" y="182"/>
                  <a:pt x="672" y="178"/>
                  <a:pt x="669" y="173"/>
                </a:cubicBezTo>
                <a:cubicBezTo>
                  <a:pt x="662" y="168"/>
                  <a:pt x="657" y="163"/>
                  <a:pt x="654" y="156"/>
                </a:cubicBezTo>
                <a:cubicBezTo>
                  <a:pt x="654" y="125"/>
                  <a:pt x="654" y="125"/>
                  <a:pt x="654" y="125"/>
                </a:cubicBezTo>
                <a:cubicBezTo>
                  <a:pt x="655" y="118"/>
                  <a:pt x="656" y="111"/>
                  <a:pt x="654" y="106"/>
                </a:cubicBezTo>
                <a:cubicBezTo>
                  <a:pt x="654" y="95"/>
                  <a:pt x="654" y="95"/>
                  <a:pt x="654" y="95"/>
                </a:cubicBezTo>
                <a:close/>
                <a:moveTo>
                  <a:pt x="677" y="678"/>
                </a:moveTo>
                <a:cubicBezTo>
                  <a:pt x="674" y="681"/>
                  <a:pt x="670" y="685"/>
                  <a:pt x="664" y="688"/>
                </a:cubicBezTo>
                <a:cubicBezTo>
                  <a:pt x="663" y="691"/>
                  <a:pt x="663" y="691"/>
                  <a:pt x="654" y="701"/>
                </a:cubicBezTo>
                <a:cubicBezTo>
                  <a:pt x="654" y="690"/>
                  <a:pt x="654" y="690"/>
                  <a:pt x="654" y="690"/>
                </a:cubicBezTo>
                <a:cubicBezTo>
                  <a:pt x="654" y="689"/>
                  <a:pt x="654" y="689"/>
                  <a:pt x="654" y="689"/>
                </a:cubicBezTo>
                <a:cubicBezTo>
                  <a:pt x="654" y="689"/>
                  <a:pt x="654" y="689"/>
                  <a:pt x="654" y="689"/>
                </a:cubicBezTo>
                <a:cubicBezTo>
                  <a:pt x="654" y="680"/>
                  <a:pt x="654" y="680"/>
                  <a:pt x="654" y="680"/>
                </a:cubicBezTo>
                <a:cubicBezTo>
                  <a:pt x="655" y="681"/>
                  <a:pt x="655" y="681"/>
                  <a:pt x="655" y="681"/>
                </a:cubicBezTo>
                <a:cubicBezTo>
                  <a:pt x="666" y="678"/>
                  <a:pt x="670" y="676"/>
                  <a:pt x="677" y="667"/>
                </a:cubicBezTo>
                <a:cubicBezTo>
                  <a:pt x="677" y="678"/>
                  <a:pt x="677" y="678"/>
                  <a:pt x="677" y="678"/>
                </a:cubicBezTo>
                <a:close/>
                <a:moveTo>
                  <a:pt x="677" y="313"/>
                </a:moveTo>
                <a:cubicBezTo>
                  <a:pt x="677" y="325"/>
                  <a:pt x="677" y="325"/>
                  <a:pt x="677" y="325"/>
                </a:cubicBezTo>
                <a:cubicBezTo>
                  <a:pt x="672" y="323"/>
                  <a:pt x="666" y="322"/>
                  <a:pt x="660" y="320"/>
                </a:cubicBezTo>
                <a:cubicBezTo>
                  <a:pt x="659" y="316"/>
                  <a:pt x="658" y="313"/>
                  <a:pt x="657" y="309"/>
                </a:cubicBezTo>
                <a:cubicBezTo>
                  <a:pt x="665" y="311"/>
                  <a:pt x="672" y="313"/>
                  <a:pt x="677" y="313"/>
                </a:cubicBezTo>
                <a:close/>
                <a:moveTo>
                  <a:pt x="677" y="325"/>
                </a:moveTo>
                <a:cubicBezTo>
                  <a:pt x="677" y="339"/>
                  <a:pt x="677" y="339"/>
                  <a:pt x="677" y="339"/>
                </a:cubicBezTo>
                <a:cubicBezTo>
                  <a:pt x="674" y="342"/>
                  <a:pt x="670" y="345"/>
                  <a:pt x="667" y="349"/>
                </a:cubicBezTo>
                <a:cubicBezTo>
                  <a:pt x="666" y="345"/>
                  <a:pt x="666" y="340"/>
                  <a:pt x="665" y="336"/>
                </a:cubicBezTo>
                <a:cubicBezTo>
                  <a:pt x="669" y="332"/>
                  <a:pt x="673" y="328"/>
                  <a:pt x="677" y="325"/>
                </a:cubicBezTo>
                <a:close/>
                <a:moveTo>
                  <a:pt x="677" y="350"/>
                </a:moveTo>
                <a:cubicBezTo>
                  <a:pt x="677" y="382"/>
                  <a:pt x="677" y="382"/>
                  <a:pt x="677" y="382"/>
                </a:cubicBezTo>
                <a:cubicBezTo>
                  <a:pt x="675" y="382"/>
                  <a:pt x="673" y="383"/>
                  <a:pt x="672" y="383"/>
                </a:cubicBezTo>
                <a:cubicBezTo>
                  <a:pt x="670" y="372"/>
                  <a:pt x="669" y="362"/>
                  <a:pt x="668" y="351"/>
                </a:cubicBezTo>
                <a:cubicBezTo>
                  <a:pt x="671" y="351"/>
                  <a:pt x="674" y="350"/>
                  <a:pt x="677" y="350"/>
                </a:cubicBezTo>
                <a:close/>
                <a:moveTo>
                  <a:pt x="677" y="389"/>
                </a:moveTo>
                <a:cubicBezTo>
                  <a:pt x="677" y="400"/>
                  <a:pt x="677" y="400"/>
                  <a:pt x="677" y="400"/>
                </a:cubicBezTo>
                <a:cubicBezTo>
                  <a:pt x="672" y="400"/>
                  <a:pt x="672" y="400"/>
                  <a:pt x="672" y="400"/>
                </a:cubicBezTo>
                <a:cubicBezTo>
                  <a:pt x="672" y="397"/>
                  <a:pt x="672" y="393"/>
                  <a:pt x="672" y="389"/>
                </a:cubicBezTo>
                <a:cubicBezTo>
                  <a:pt x="677" y="389"/>
                  <a:pt x="677" y="389"/>
                  <a:pt x="677" y="389"/>
                </a:cubicBezTo>
                <a:close/>
                <a:moveTo>
                  <a:pt x="677" y="409"/>
                </a:moveTo>
                <a:cubicBezTo>
                  <a:pt x="677" y="436"/>
                  <a:pt x="677" y="436"/>
                  <a:pt x="677" y="436"/>
                </a:cubicBezTo>
                <a:cubicBezTo>
                  <a:pt x="668" y="430"/>
                  <a:pt x="671" y="422"/>
                  <a:pt x="670" y="409"/>
                </a:cubicBezTo>
                <a:cubicBezTo>
                  <a:pt x="673" y="409"/>
                  <a:pt x="675" y="409"/>
                  <a:pt x="677" y="409"/>
                </a:cubicBezTo>
                <a:close/>
                <a:moveTo>
                  <a:pt x="677" y="442"/>
                </a:moveTo>
                <a:cubicBezTo>
                  <a:pt x="677" y="454"/>
                  <a:pt x="677" y="454"/>
                  <a:pt x="677" y="454"/>
                </a:cubicBezTo>
                <a:cubicBezTo>
                  <a:pt x="676" y="454"/>
                  <a:pt x="676" y="454"/>
                  <a:pt x="676" y="454"/>
                </a:cubicBezTo>
                <a:cubicBezTo>
                  <a:pt x="675" y="456"/>
                  <a:pt x="675" y="456"/>
                  <a:pt x="673" y="463"/>
                </a:cubicBezTo>
                <a:cubicBezTo>
                  <a:pt x="674" y="463"/>
                  <a:pt x="676" y="463"/>
                  <a:pt x="677" y="464"/>
                </a:cubicBezTo>
                <a:cubicBezTo>
                  <a:pt x="677" y="476"/>
                  <a:pt x="677" y="476"/>
                  <a:pt x="677" y="476"/>
                </a:cubicBezTo>
                <a:cubicBezTo>
                  <a:pt x="664" y="473"/>
                  <a:pt x="664" y="472"/>
                  <a:pt x="661" y="471"/>
                </a:cubicBezTo>
                <a:cubicBezTo>
                  <a:pt x="665" y="460"/>
                  <a:pt x="666" y="442"/>
                  <a:pt x="677" y="442"/>
                </a:cubicBezTo>
                <a:close/>
                <a:moveTo>
                  <a:pt x="677" y="486"/>
                </a:moveTo>
                <a:cubicBezTo>
                  <a:pt x="677" y="501"/>
                  <a:pt x="677" y="501"/>
                  <a:pt x="677" y="501"/>
                </a:cubicBezTo>
                <a:cubicBezTo>
                  <a:pt x="677" y="503"/>
                  <a:pt x="677" y="503"/>
                  <a:pt x="677" y="503"/>
                </a:cubicBezTo>
                <a:cubicBezTo>
                  <a:pt x="677" y="504"/>
                  <a:pt x="677" y="504"/>
                  <a:pt x="677" y="504"/>
                </a:cubicBezTo>
                <a:cubicBezTo>
                  <a:pt x="677" y="517"/>
                  <a:pt x="677" y="517"/>
                  <a:pt x="677" y="517"/>
                </a:cubicBezTo>
                <a:cubicBezTo>
                  <a:pt x="670" y="514"/>
                  <a:pt x="660" y="510"/>
                  <a:pt x="654" y="508"/>
                </a:cubicBezTo>
                <a:cubicBezTo>
                  <a:pt x="654" y="494"/>
                  <a:pt x="654" y="494"/>
                  <a:pt x="654" y="494"/>
                </a:cubicBezTo>
                <a:cubicBezTo>
                  <a:pt x="659" y="479"/>
                  <a:pt x="660" y="479"/>
                  <a:pt x="661" y="478"/>
                </a:cubicBezTo>
                <a:cubicBezTo>
                  <a:pt x="667" y="481"/>
                  <a:pt x="667" y="481"/>
                  <a:pt x="668" y="482"/>
                </a:cubicBezTo>
                <a:cubicBezTo>
                  <a:pt x="666" y="488"/>
                  <a:pt x="664" y="493"/>
                  <a:pt x="662" y="498"/>
                </a:cubicBezTo>
                <a:cubicBezTo>
                  <a:pt x="664" y="499"/>
                  <a:pt x="667" y="500"/>
                  <a:pt x="669" y="500"/>
                </a:cubicBezTo>
                <a:cubicBezTo>
                  <a:pt x="671" y="495"/>
                  <a:pt x="672" y="490"/>
                  <a:pt x="674" y="485"/>
                </a:cubicBezTo>
                <a:cubicBezTo>
                  <a:pt x="677" y="486"/>
                  <a:pt x="677" y="486"/>
                  <a:pt x="677" y="486"/>
                </a:cubicBezTo>
                <a:close/>
                <a:moveTo>
                  <a:pt x="677" y="540"/>
                </a:moveTo>
                <a:cubicBezTo>
                  <a:pt x="670" y="532"/>
                  <a:pt x="662" y="523"/>
                  <a:pt x="654" y="514"/>
                </a:cubicBezTo>
                <a:cubicBezTo>
                  <a:pt x="654" y="531"/>
                  <a:pt x="654" y="531"/>
                  <a:pt x="654" y="531"/>
                </a:cubicBezTo>
                <a:cubicBezTo>
                  <a:pt x="657" y="534"/>
                  <a:pt x="661" y="537"/>
                  <a:pt x="664" y="541"/>
                </a:cubicBezTo>
                <a:cubicBezTo>
                  <a:pt x="661" y="540"/>
                  <a:pt x="657" y="540"/>
                  <a:pt x="654" y="539"/>
                </a:cubicBezTo>
                <a:cubicBezTo>
                  <a:pt x="654" y="551"/>
                  <a:pt x="654" y="551"/>
                  <a:pt x="654" y="551"/>
                </a:cubicBezTo>
                <a:cubicBezTo>
                  <a:pt x="658" y="552"/>
                  <a:pt x="662" y="552"/>
                  <a:pt x="666" y="553"/>
                </a:cubicBezTo>
                <a:cubicBezTo>
                  <a:pt x="668" y="553"/>
                  <a:pt x="670" y="553"/>
                  <a:pt x="673" y="553"/>
                </a:cubicBezTo>
                <a:cubicBezTo>
                  <a:pt x="674" y="550"/>
                  <a:pt x="676" y="546"/>
                  <a:pt x="677" y="542"/>
                </a:cubicBezTo>
                <a:cubicBezTo>
                  <a:pt x="677" y="540"/>
                  <a:pt x="677" y="540"/>
                  <a:pt x="677" y="540"/>
                </a:cubicBezTo>
                <a:close/>
                <a:moveTo>
                  <a:pt x="677" y="610"/>
                </a:moveTo>
                <a:cubicBezTo>
                  <a:pt x="677" y="622"/>
                  <a:pt x="677" y="622"/>
                  <a:pt x="677" y="622"/>
                </a:cubicBezTo>
                <a:cubicBezTo>
                  <a:pt x="677" y="623"/>
                  <a:pt x="676" y="625"/>
                  <a:pt x="674" y="628"/>
                </a:cubicBezTo>
                <a:cubicBezTo>
                  <a:pt x="677" y="628"/>
                  <a:pt x="677" y="628"/>
                  <a:pt x="677" y="628"/>
                </a:cubicBezTo>
                <a:cubicBezTo>
                  <a:pt x="677" y="637"/>
                  <a:pt x="677" y="637"/>
                  <a:pt x="677" y="637"/>
                </a:cubicBezTo>
                <a:cubicBezTo>
                  <a:pt x="668" y="637"/>
                  <a:pt x="660" y="639"/>
                  <a:pt x="654" y="650"/>
                </a:cubicBezTo>
                <a:cubicBezTo>
                  <a:pt x="654" y="637"/>
                  <a:pt x="654" y="637"/>
                  <a:pt x="654" y="637"/>
                </a:cubicBezTo>
                <a:cubicBezTo>
                  <a:pt x="657" y="633"/>
                  <a:pt x="661" y="631"/>
                  <a:pt x="665" y="628"/>
                </a:cubicBezTo>
                <a:cubicBezTo>
                  <a:pt x="669" y="620"/>
                  <a:pt x="673" y="615"/>
                  <a:pt x="677" y="610"/>
                </a:cubicBezTo>
                <a:close/>
                <a:moveTo>
                  <a:pt x="677" y="657"/>
                </a:moveTo>
                <a:cubicBezTo>
                  <a:pt x="677" y="666"/>
                  <a:pt x="677" y="666"/>
                  <a:pt x="677" y="666"/>
                </a:cubicBezTo>
                <a:cubicBezTo>
                  <a:pt x="667" y="663"/>
                  <a:pt x="660" y="661"/>
                  <a:pt x="654" y="660"/>
                </a:cubicBezTo>
                <a:cubicBezTo>
                  <a:pt x="654" y="651"/>
                  <a:pt x="654" y="651"/>
                  <a:pt x="654" y="651"/>
                </a:cubicBezTo>
                <a:cubicBezTo>
                  <a:pt x="663" y="653"/>
                  <a:pt x="664" y="653"/>
                  <a:pt x="676" y="657"/>
                </a:cubicBezTo>
                <a:cubicBezTo>
                  <a:pt x="677" y="657"/>
                  <a:pt x="677" y="657"/>
                  <a:pt x="677" y="657"/>
                </a:cubicBezTo>
                <a:close/>
                <a:moveTo>
                  <a:pt x="654" y="581"/>
                </a:moveTo>
                <a:cubicBezTo>
                  <a:pt x="654" y="568"/>
                  <a:pt x="654" y="568"/>
                  <a:pt x="654" y="568"/>
                </a:cubicBezTo>
                <a:cubicBezTo>
                  <a:pt x="656" y="569"/>
                  <a:pt x="658" y="571"/>
                  <a:pt x="661" y="573"/>
                </a:cubicBezTo>
                <a:cubicBezTo>
                  <a:pt x="658" y="576"/>
                  <a:pt x="656" y="578"/>
                  <a:pt x="654" y="581"/>
                </a:cubicBezTo>
                <a:close/>
                <a:moveTo>
                  <a:pt x="654" y="270"/>
                </a:moveTo>
                <a:cubicBezTo>
                  <a:pt x="654" y="263"/>
                  <a:pt x="654" y="263"/>
                  <a:pt x="654" y="263"/>
                </a:cubicBezTo>
                <a:cubicBezTo>
                  <a:pt x="656" y="259"/>
                  <a:pt x="661" y="256"/>
                  <a:pt x="668" y="261"/>
                </a:cubicBezTo>
                <a:cubicBezTo>
                  <a:pt x="668" y="264"/>
                  <a:pt x="668" y="267"/>
                  <a:pt x="668" y="270"/>
                </a:cubicBezTo>
                <a:cubicBezTo>
                  <a:pt x="665" y="273"/>
                  <a:pt x="662" y="273"/>
                  <a:pt x="657" y="273"/>
                </a:cubicBezTo>
                <a:cubicBezTo>
                  <a:pt x="656" y="273"/>
                  <a:pt x="654" y="271"/>
                  <a:pt x="654" y="270"/>
                </a:cubicBezTo>
                <a:close/>
                <a:moveTo>
                  <a:pt x="629" y="76"/>
                </a:moveTo>
                <a:cubicBezTo>
                  <a:pt x="638" y="82"/>
                  <a:pt x="646" y="88"/>
                  <a:pt x="654" y="95"/>
                </a:cubicBezTo>
                <a:cubicBezTo>
                  <a:pt x="654" y="106"/>
                  <a:pt x="654" y="106"/>
                  <a:pt x="654" y="106"/>
                </a:cubicBezTo>
                <a:cubicBezTo>
                  <a:pt x="652" y="101"/>
                  <a:pt x="648" y="97"/>
                  <a:pt x="640" y="95"/>
                </a:cubicBezTo>
                <a:cubicBezTo>
                  <a:pt x="638" y="107"/>
                  <a:pt x="633" y="122"/>
                  <a:pt x="639" y="134"/>
                </a:cubicBezTo>
                <a:cubicBezTo>
                  <a:pt x="646" y="139"/>
                  <a:pt x="646" y="139"/>
                  <a:pt x="648" y="141"/>
                </a:cubicBezTo>
                <a:cubicBezTo>
                  <a:pt x="649" y="141"/>
                  <a:pt x="649" y="141"/>
                  <a:pt x="650" y="141"/>
                </a:cubicBezTo>
                <a:cubicBezTo>
                  <a:pt x="651" y="136"/>
                  <a:pt x="653" y="130"/>
                  <a:pt x="654" y="125"/>
                </a:cubicBezTo>
                <a:cubicBezTo>
                  <a:pt x="654" y="156"/>
                  <a:pt x="654" y="156"/>
                  <a:pt x="654" y="156"/>
                </a:cubicBezTo>
                <a:cubicBezTo>
                  <a:pt x="653" y="155"/>
                  <a:pt x="652" y="153"/>
                  <a:pt x="651" y="151"/>
                </a:cubicBezTo>
                <a:cubicBezTo>
                  <a:pt x="643" y="148"/>
                  <a:pt x="630" y="139"/>
                  <a:pt x="629" y="130"/>
                </a:cubicBezTo>
                <a:cubicBezTo>
                  <a:pt x="629" y="106"/>
                  <a:pt x="629" y="106"/>
                  <a:pt x="629" y="106"/>
                </a:cubicBezTo>
                <a:cubicBezTo>
                  <a:pt x="630" y="103"/>
                  <a:pt x="630" y="103"/>
                  <a:pt x="630" y="103"/>
                </a:cubicBezTo>
                <a:cubicBezTo>
                  <a:pt x="630" y="99"/>
                  <a:pt x="630" y="95"/>
                  <a:pt x="629" y="93"/>
                </a:cubicBezTo>
                <a:cubicBezTo>
                  <a:pt x="629" y="76"/>
                  <a:pt x="629" y="76"/>
                  <a:pt x="629" y="76"/>
                </a:cubicBezTo>
                <a:close/>
                <a:moveTo>
                  <a:pt x="654" y="701"/>
                </a:moveTo>
                <a:cubicBezTo>
                  <a:pt x="653" y="702"/>
                  <a:pt x="653" y="702"/>
                  <a:pt x="653" y="702"/>
                </a:cubicBezTo>
                <a:cubicBezTo>
                  <a:pt x="644" y="707"/>
                  <a:pt x="637" y="713"/>
                  <a:pt x="629" y="719"/>
                </a:cubicBezTo>
                <a:cubicBezTo>
                  <a:pt x="629" y="702"/>
                  <a:pt x="629" y="702"/>
                  <a:pt x="629" y="702"/>
                </a:cubicBezTo>
                <a:cubicBezTo>
                  <a:pt x="641" y="701"/>
                  <a:pt x="646" y="700"/>
                  <a:pt x="654" y="690"/>
                </a:cubicBezTo>
                <a:cubicBezTo>
                  <a:pt x="654" y="701"/>
                  <a:pt x="654" y="701"/>
                  <a:pt x="654" y="701"/>
                </a:cubicBezTo>
                <a:close/>
                <a:moveTo>
                  <a:pt x="654" y="263"/>
                </a:moveTo>
                <a:cubicBezTo>
                  <a:pt x="654" y="270"/>
                  <a:pt x="654" y="270"/>
                  <a:pt x="654" y="270"/>
                </a:cubicBezTo>
                <a:cubicBezTo>
                  <a:pt x="653" y="268"/>
                  <a:pt x="653" y="265"/>
                  <a:pt x="654" y="263"/>
                </a:cubicBezTo>
                <a:close/>
                <a:moveTo>
                  <a:pt x="654" y="494"/>
                </a:moveTo>
                <a:cubicBezTo>
                  <a:pt x="654" y="508"/>
                  <a:pt x="654" y="508"/>
                  <a:pt x="654" y="508"/>
                </a:cubicBezTo>
                <a:cubicBezTo>
                  <a:pt x="651" y="506"/>
                  <a:pt x="650" y="506"/>
                  <a:pt x="649" y="506"/>
                </a:cubicBezTo>
                <a:cubicBezTo>
                  <a:pt x="651" y="501"/>
                  <a:pt x="653" y="497"/>
                  <a:pt x="654" y="494"/>
                </a:cubicBezTo>
                <a:close/>
                <a:moveTo>
                  <a:pt x="654" y="514"/>
                </a:moveTo>
                <a:cubicBezTo>
                  <a:pt x="654" y="531"/>
                  <a:pt x="654" y="531"/>
                  <a:pt x="654" y="531"/>
                </a:cubicBezTo>
                <a:cubicBezTo>
                  <a:pt x="650" y="527"/>
                  <a:pt x="646" y="523"/>
                  <a:pt x="642" y="520"/>
                </a:cubicBezTo>
                <a:cubicBezTo>
                  <a:pt x="644" y="516"/>
                  <a:pt x="646" y="512"/>
                  <a:pt x="649" y="509"/>
                </a:cubicBezTo>
                <a:cubicBezTo>
                  <a:pt x="654" y="514"/>
                  <a:pt x="654" y="514"/>
                  <a:pt x="654" y="514"/>
                </a:cubicBezTo>
                <a:close/>
                <a:moveTo>
                  <a:pt x="654" y="539"/>
                </a:moveTo>
                <a:cubicBezTo>
                  <a:pt x="654" y="551"/>
                  <a:pt x="654" y="551"/>
                  <a:pt x="654" y="551"/>
                </a:cubicBezTo>
                <a:cubicBezTo>
                  <a:pt x="645" y="549"/>
                  <a:pt x="637" y="547"/>
                  <a:pt x="629" y="546"/>
                </a:cubicBezTo>
                <a:cubicBezTo>
                  <a:pt x="629" y="544"/>
                  <a:pt x="629" y="544"/>
                  <a:pt x="629" y="544"/>
                </a:cubicBezTo>
                <a:cubicBezTo>
                  <a:pt x="631" y="541"/>
                  <a:pt x="633" y="538"/>
                  <a:pt x="635" y="535"/>
                </a:cubicBezTo>
                <a:cubicBezTo>
                  <a:pt x="641" y="536"/>
                  <a:pt x="647" y="537"/>
                  <a:pt x="654" y="539"/>
                </a:cubicBezTo>
                <a:close/>
                <a:moveTo>
                  <a:pt x="654" y="568"/>
                </a:moveTo>
                <a:cubicBezTo>
                  <a:pt x="645" y="562"/>
                  <a:pt x="637" y="556"/>
                  <a:pt x="629" y="550"/>
                </a:cubicBezTo>
                <a:cubicBezTo>
                  <a:pt x="629" y="566"/>
                  <a:pt x="629" y="566"/>
                  <a:pt x="629" y="566"/>
                </a:cubicBezTo>
                <a:cubicBezTo>
                  <a:pt x="637" y="571"/>
                  <a:pt x="645" y="576"/>
                  <a:pt x="653" y="582"/>
                </a:cubicBezTo>
                <a:cubicBezTo>
                  <a:pt x="654" y="581"/>
                  <a:pt x="654" y="581"/>
                  <a:pt x="654" y="581"/>
                </a:cubicBezTo>
                <a:cubicBezTo>
                  <a:pt x="654" y="568"/>
                  <a:pt x="654" y="568"/>
                  <a:pt x="654" y="568"/>
                </a:cubicBezTo>
                <a:close/>
                <a:moveTo>
                  <a:pt x="654" y="637"/>
                </a:moveTo>
                <a:cubicBezTo>
                  <a:pt x="654" y="650"/>
                  <a:pt x="654" y="650"/>
                  <a:pt x="654" y="650"/>
                </a:cubicBezTo>
                <a:cubicBezTo>
                  <a:pt x="654" y="650"/>
                  <a:pt x="653" y="651"/>
                  <a:pt x="653" y="651"/>
                </a:cubicBezTo>
                <a:cubicBezTo>
                  <a:pt x="654" y="651"/>
                  <a:pt x="654" y="651"/>
                  <a:pt x="654" y="651"/>
                </a:cubicBezTo>
                <a:cubicBezTo>
                  <a:pt x="654" y="660"/>
                  <a:pt x="654" y="660"/>
                  <a:pt x="654" y="660"/>
                </a:cubicBezTo>
                <a:cubicBezTo>
                  <a:pt x="645" y="659"/>
                  <a:pt x="639" y="662"/>
                  <a:pt x="629" y="672"/>
                </a:cubicBezTo>
                <a:cubicBezTo>
                  <a:pt x="629" y="661"/>
                  <a:pt x="629" y="661"/>
                  <a:pt x="629" y="661"/>
                </a:cubicBezTo>
                <a:cubicBezTo>
                  <a:pt x="634" y="656"/>
                  <a:pt x="639" y="653"/>
                  <a:pt x="645" y="649"/>
                </a:cubicBezTo>
                <a:cubicBezTo>
                  <a:pt x="647" y="644"/>
                  <a:pt x="650" y="640"/>
                  <a:pt x="654" y="637"/>
                </a:cubicBezTo>
                <a:close/>
                <a:moveTo>
                  <a:pt x="654" y="680"/>
                </a:moveTo>
                <a:cubicBezTo>
                  <a:pt x="645" y="677"/>
                  <a:pt x="637" y="674"/>
                  <a:pt x="629" y="672"/>
                </a:cubicBezTo>
                <a:cubicBezTo>
                  <a:pt x="629" y="681"/>
                  <a:pt x="629" y="681"/>
                  <a:pt x="629" y="681"/>
                </a:cubicBezTo>
                <a:cubicBezTo>
                  <a:pt x="637" y="684"/>
                  <a:pt x="645" y="687"/>
                  <a:pt x="654" y="689"/>
                </a:cubicBezTo>
                <a:cubicBezTo>
                  <a:pt x="654" y="680"/>
                  <a:pt x="654" y="680"/>
                  <a:pt x="654" y="680"/>
                </a:cubicBezTo>
                <a:close/>
                <a:moveTo>
                  <a:pt x="629" y="600"/>
                </a:moveTo>
                <a:cubicBezTo>
                  <a:pt x="629" y="576"/>
                  <a:pt x="629" y="576"/>
                  <a:pt x="629" y="576"/>
                </a:cubicBezTo>
                <a:cubicBezTo>
                  <a:pt x="635" y="581"/>
                  <a:pt x="641" y="586"/>
                  <a:pt x="646" y="592"/>
                </a:cubicBezTo>
                <a:cubicBezTo>
                  <a:pt x="643" y="596"/>
                  <a:pt x="641" y="599"/>
                  <a:pt x="638" y="603"/>
                </a:cubicBezTo>
                <a:cubicBezTo>
                  <a:pt x="629" y="600"/>
                  <a:pt x="629" y="600"/>
                  <a:pt x="629" y="600"/>
                </a:cubicBezTo>
                <a:close/>
                <a:moveTo>
                  <a:pt x="629" y="457"/>
                </a:moveTo>
                <a:cubicBezTo>
                  <a:pt x="629" y="362"/>
                  <a:pt x="629" y="362"/>
                  <a:pt x="629" y="362"/>
                </a:cubicBezTo>
                <a:cubicBezTo>
                  <a:pt x="635" y="393"/>
                  <a:pt x="639" y="427"/>
                  <a:pt x="629" y="457"/>
                </a:cubicBezTo>
                <a:close/>
                <a:moveTo>
                  <a:pt x="629" y="215"/>
                </a:moveTo>
                <a:cubicBezTo>
                  <a:pt x="629" y="162"/>
                  <a:pt x="629" y="162"/>
                  <a:pt x="629" y="162"/>
                </a:cubicBezTo>
                <a:cubicBezTo>
                  <a:pt x="631" y="162"/>
                  <a:pt x="633" y="162"/>
                  <a:pt x="637" y="163"/>
                </a:cubicBezTo>
                <a:cubicBezTo>
                  <a:pt x="639" y="174"/>
                  <a:pt x="642" y="177"/>
                  <a:pt x="651" y="185"/>
                </a:cubicBezTo>
                <a:cubicBezTo>
                  <a:pt x="651" y="187"/>
                  <a:pt x="651" y="188"/>
                  <a:pt x="651" y="190"/>
                </a:cubicBezTo>
                <a:cubicBezTo>
                  <a:pt x="648" y="192"/>
                  <a:pt x="648" y="192"/>
                  <a:pt x="642" y="192"/>
                </a:cubicBezTo>
                <a:cubicBezTo>
                  <a:pt x="642" y="191"/>
                  <a:pt x="641" y="190"/>
                  <a:pt x="641" y="190"/>
                </a:cubicBezTo>
                <a:cubicBezTo>
                  <a:pt x="640" y="192"/>
                  <a:pt x="639" y="195"/>
                  <a:pt x="639" y="197"/>
                </a:cubicBezTo>
                <a:cubicBezTo>
                  <a:pt x="637" y="198"/>
                  <a:pt x="634" y="198"/>
                  <a:pt x="632" y="199"/>
                </a:cubicBezTo>
                <a:cubicBezTo>
                  <a:pt x="637" y="205"/>
                  <a:pt x="641" y="210"/>
                  <a:pt x="648" y="213"/>
                </a:cubicBezTo>
                <a:cubicBezTo>
                  <a:pt x="648" y="218"/>
                  <a:pt x="648" y="220"/>
                  <a:pt x="646" y="224"/>
                </a:cubicBezTo>
                <a:cubicBezTo>
                  <a:pt x="641" y="224"/>
                  <a:pt x="639" y="224"/>
                  <a:pt x="635" y="222"/>
                </a:cubicBezTo>
                <a:cubicBezTo>
                  <a:pt x="633" y="219"/>
                  <a:pt x="631" y="217"/>
                  <a:pt x="629" y="215"/>
                </a:cubicBezTo>
                <a:close/>
                <a:moveTo>
                  <a:pt x="616" y="67"/>
                </a:moveTo>
                <a:cubicBezTo>
                  <a:pt x="620" y="70"/>
                  <a:pt x="625" y="73"/>
                  <a:pt x="629" y="76"/>
                </a:cubicBezTo>
                <a:cubicBezTo>
                  <a:pt x="629" y="93"/>
                  <a:pt x="629" y="93"/>
                  <a:pt x="629" y="93"/>
                </a:cubicBezTo>
                <a:cubicBezTo>
                  <a:pt x="628" y="85"/>
                  <a:pt x="624" y="81"/>
                  <a:pt x="616" y="76"/>
                </a:cubicBezTo>
                <a:cubicBezTo>
                  <a:pt x="616" y="67"/>
                  <a:pt x="616" y="67"/>
                  <a:pt x="616" y="67"/>
                </a:cubicBezTo>
                <a:close/>
                <a:moveTo>
                  <a:pt x="629" y="719"/>
                </a:moveTo>
                <a:cubicBezTo>
                  <a:pt x="625" y="722"/>
                  <a:pt x="621" y="725"/>
                  <a:pt x="616" y="728"/>
                </a:cubicBezTo>
                <a:cubicBezTo>
                  <a:pt x="616" y="719"/>
                  <a:pt x="616" y="719"/>
                  <a:pt x="616" y="719"/>
                </a:cubicBezTo>
                <a:cubicBezTo>
                  <a:pt x="620" y="717"/>
                  <a:pt x="623" y="715"/>
                  <a:pt x="628" y="711"/>
                </a:cubicBezTo>
                <a:cubicBezTo>
                  <a:pt x="624" y="709"/>
                  <a:pt x="620" y="707"/>
                  <a:pt x="616" y="705"/>
                </a:cubicBezTo>
                <a:cubicBezTo>
                  <a:pt x="616" y="696"/>
                  <a:pt x="616" y="696"/>
                  <a:pt x="616" y="696"/>
                </a:cubicBezTo>
                <a:cubicBezTo>
                  <a:pt x="620" y="698"/>
                  <a:pt x="624" y="700"/>
                  <a:pt x="628" y="702"/>
                </a:cubicBezTo>
                <a:cubicBezTo>
                  <a:pt x="629" y="702"/>
                  <a:pt x="629" y="702"/>
                  <a:pt x="629" y="702"/>
                </a:cubicBezTo>
                <a:cubicBezTo>
                  <a:pt x="629" y="719"/>
                  <a:pt x="629" y="719"/>
                  <a:pt x="629" y="719"/>
                </a:cubicBezTo>
                <a:close/>
                <a:moveTo>
                  <a:pt x="629" y="106"/>
                </a:moveTo>
                <a:cubicBezTo>
                  <a:pt x="629" y="130"/>
                  <a:pt x="629" y="130"/>
                  <a:pt x="629" y="130"/>
                </a:cubicBezTo>
                <a:cubicBezTo>
                  <a:pt x="624" y="127"/>
                  <a:pt x="620" y="125"/>
                  <a:pt x="616" y="122"/>
                </a:cubicBezTo>
                <a:cubicBezTo>
                  <a:pt x="616" y="114"/>
                  <a:pt x="616" y="114"/>
                  <a:pt x="616" y="114"/>
                </a:cubicBezTo>
                <a:cubicBezTo>
                  <a:pt x="618" y="115"/>
                  <a:pt x="620" y="117"/>
                  <a:pt x="624" y="120"/>
                </a:cubicBezTo>
                <a:cubicBezTo>
                  <a:pt x="625" y="120"/>
                  <a:pt x="626" y="120"/>
                  <a:pt x="627" y="120"/>
                </a:cubicBezTo>
                <a:cubicBezTo>
                  <a:pt x="628" y="116"/>
                  <a:pt x="628" y="111"/>
                  <a:pt x="629" y="106"/>
                </a:cubicBezTo>
                <a:close/>
                <a:moveTo>
                  <a:pt x="629" y="162"/>
                </a:moveTo>
                <a:cubicBezTo>
                  <a:pt x="629" y="215"/>
                  <a:pt x="629" y="215"/>
                  <a:pt x="629" y="215"/>
                </a:cubicBezTo>
                <a:cubicBezTo>
                  <a:pt x="623" y="208"/>
                  <a:pt x="620" y="210"/>
                  <a:pt x="616" y="214"/>
                </a:cubicBezTo>
                <a:cubicBezTo>
                  <a:pt x="616" y="199"/>
                  <a:pt x="616" y="199"/>
                  <a:pt x="616" y="199"/>
                </a:cubicBezTo>
                <a:cubicBezTo>
                  <a:pt x="616" y="198"/>
                  <a:pt x="616" y="198"/>
                  <a:pt x="616" y="198"/>
                </a:cubicBezTo>
                <a:cubicBezTo>
                  <a:pt x="617" y="198"/>
                  <a:pt x="617" y="197"/>
                  <a:pt x="616" y="196"/>
                </a:cubicBezTo>
                <a:cubicBezTo>
                  <a:pt x="616" y="171"/>
                  <a:pt x="616" y="171"/>
                  <a:pt x="616" y="171"/>
                </a:cubicBezTo>
                <a:cubicBezTo>
                  <a:pt x="617" y="172"/>
                  <a:pt x="618" y="173"/>
                  <a:pt x="619" y="173"/>
                </a:cubicBezTo>
                <a:cubicBezTo>
                  <a:pt x="620" y="173"/>
                  <a:pt x="621" y="173"/>
                  <a:pt x="622" y="173"/>
                </a:cubicBezTo>
                <a:cubicBezTo>
                  <a:pt x="622" y="172"/>
                  <a:pt x="622" y="171"/>
                  <a:pt x="621" y="171"/>
                </a:cubicBezTo>
                <a:cubicBezTo>
                  <a:pt x="620" y="170"/>
                  <a:pt x="618" y="169"/>
                  <a:pt x="616" y="168"/>
                </a:cubicBezTo>
                <a:cubicBezTo>
                  <a:pt x="616" y="154"/>
                  <a:pt x="616" y="154"/>
                  <a:pt x="616" y="154"/>
                </a:cubicBezTo>
                <a:cubicBezTo>
                  <a:pt x="618" y="154"/>
                  <a:pt x="619" y="154"/>
                  <a:pt x="620" y="154"/>
                </a:cubicBezTo>
                <a:cubicBezTo>
                  <a:pt x="623" y="160"/>
                  <a:pt x="625" y="162"/>
                  <a:pt x="629" y="162"/>
                </a:cubicBezTo>
                <a:close/>
                <a:moveTo>
                  <a:pt x="629" y="362"/>
                </a:moveTo>
                <a:cubicBezTo>
                  <a:pt x="629" y="457"/>
                  <a:pt x="629" y="457"/>
                  <a:pt x="629" y="457"/>
                </a:cubicBezTo>
                <a:cubicBezTo>
                  <a:pt x="628" y="461"/>
                  <a:pt x="626" y="466"/>
                  <a:pt x="624" y="470"/>
                </a:cubicBezTo>
                <a:cubicBezTo>
                  <a:pt x="622" y="477"/>
                  <a:pt x="620" y="485"/>
                  <a:pt x="616" y="493"/>
                </a:cubicBezTo>
                <a:cubicBezTo>
                  <a:pt x="616" y="470"/>
                  <a:pt x="616" y="470"/>
                  <a:pt x="616" y="470"/>
                </a:cubicBezTo>
                <a:cubicBezTo>
                  <a:pt x="620" y="467"/>
                  <a:pt x="622" y="463"/>
                  <a:pt x="621" y="457"/>
                </a:cubicBezTo>
                <a:cubicBezTo>
                  <a:pt x="620" y="458"/>
                  <a:pt x="618" y="458"/>
                  <a:pt x="616" y="459"/>
                </a:cubicBezTo>
                <a:cubicBezTo>
                  <a:pt x="616" y="453"/>
                  <a:pt x="616" y="453"/>
                  <a:pt x="616" y="453"/>
                </a:cubicBezTo>
                <a:cubicBezTo>
                  <a:pt x="622" y="451"/>
                  <a:pt x="627" y="447"/>
                  <a:pt x="626" y="437"/>
                </a:cubicBezTo>
                <a:cubicBezTo>
                  <a:pt x="622" y="439"/>
                  <a:pt x="619" y="440"/>
                  <a:pt x="616" y="441"/>
                </a:cubicBezTo>
                <a:cubicBezTo>
                  <a:pt x="616" y="435"/>
                  <a:pt x="616" y="435"/>
                  <a:pt x="616" y="435"/>
                </a:cubicBezTo>
                <a:cubicBezTo>
                  <a:pt x="625" y="432"/>
                  <a:pt x="629" y="429"/>
                  <a:pt x="628" y="417"/>
                </a:cubicBezTo>
                <a:cubicBezTo>
                  <a:pt x="623" y="420"/>
                  <a:pt x="619" y="421"/>
                  <a:pt x="616" y="423"/>
                </a:cubicBezTo>
                <a:cubicBezTo>
                  <a:pt x="616" y="417"/>
                  <a:pt x="616" y="417"/>
                  <a:pt x="616" y="417"/>
                </a:cubicBezTo>
                <a:cubicBezTo>
                  <a:pt x="626" y="411"/>
                  <a:pt x="628" y="411"/>
                  <a:pt x="628" y="397"/>
                </a:cubicBezTo>
                <a:cubicBezTo>
                  <a:pt x="624" y="400"/>
                  <a:pt x="620" y="403"/>
                  <a:pt x="616" y="406"/>
                </a:cubicBezTo>
                <a:cubicBezTo>
                  <a:pt x="616" y="398"/>
                  <a:pt x="616" y="398"/>
                  <a:pt x="616" y="398"/>
                </a:cubicBezTo>
                <a:cubicBezTo>
                  <a:pt x="624" y="393"/>
                  <a:pt x="632" y="387"/>
                  <a:pt x="627" y="377"/>
                </a:cubicBezTo>
                <a:cubicBezTo>
                  <a:pt x="622" y="381"/>
                  <a:pt x="618" y="383"/>
                  <a:pt x="616" y="385"/>
                </a:cubicBezTo>
                <a:cubicBezTo>
                  <a:pt x="616" y="378"/>
                  <a:pt x="616" y="378"/>
                  <a:pt x="616" y="378"/>
                </a:cubicBezTo>
                <a:cubicBezTo>
                  <a:pt x="624" y="373"/>
                  <a:pt x="629" y="368"/>
                  <a:pt x="625" y="358"/>
                </a:cubicBezTo>
                <a:cubicBezTo>
                  <a:pt x="621" y="359"/>
                  <a:pt x="618" y="361"/>
                  <a:pt x="616" y="363"/>
                </a:cubicBezTo>
                <a:cubicBezTo>
                  <a:pt x="616" y="357"/>
                  <a:pt x="616" y="357"/>
                  <a:pt x="616" y="357"/>
                </a:cubicBezTo>
                <a:cubicBezTo>
                  <a:pt x="622" y="352"/>
                  <a:pt x="624" y="347"/>
                  <a:pt x="619" y="337"/>
                </a:cubicBezTo>
                <a:cubicBezTo>
                  <a:pt x="618" y="338"/>
                  <a:pt x="617" y="339"/>
                  <a:pt x="616" y="341"/>
                </a:cubicBezTo>
                <a:cubicBezTo>
                  <a:pt x="616" y="312"/>
                  <a:pt x="616" y="312"/>
                  <a:pt x="616" y="312"/>
                </a:cubicBezTo>
                <a:cubicBezTo>
                  <a:pt x="617" y="314"/>
                  <a:pt x="618" y="316"/>
                  <a:pt x="620" y="320"/>
                </a:cubicBezTo>
                <a:cubicBezTo>
                  <a:pt x="623" y="333"/>
                  <a:pt x="626" y="347"/>
                  <a:pt x="629" y="362"/>
                </a:cubicBezTo>
                <a:close/>
                <a:moveTo>
                  <a:pt x="629" y="544"/>
                </a:moveTo>
                <a:cubicBezTo>
                  <a:pt x="629" y="546"/>
                  <a:pt x="629" y="546"/>
                  <a:pt x="629" y="546"/>
                </a:cubicBezTo>
                <a:cubicBezTo>
                  <a:pt x="628" y="546"/>
                  <a:pt x="628" y="546"/>
                  <a:pt x="628" y="546"/>
                </a:cubicBezTo>
                <a:cubicBezTo>
                  <a:pt x="629" y="544"/>
                  <a:pt x="629" y="544"/>
                  <a:pt x="629" y="544"/>
                </a:cubicBezTo>
                <a:close/>
                <a:moveTo>
                  <a:pt x="629" y="550"/>
                </a:moveTo>
                <a:cubicBezTo>
                  <a:pt x="629" y="566"/>
                  <a:pt x="629" y="566"/>
                  <a:pt x="629" y="566"/>
                </a:cubicBezTo>
                <a:cubicBezTo>
                  <a:pt x="626" y="564"/>
                  <a:pt x="623" y="561"/>
                  <a:pt x="620" y="559"/>
                </a:cubicBezTo>
                <a:cubicBezTo>
                  <a:pt x="622" y="554"/>
                  <a:pt x="623" y="551"/>
                  <a:pt x="628" y="549"/>
                </a:cubicBezTo>
                <a:cubicBezTo>
                  <a:pt x="629" y="550"/>
                  <a:pt x="629" y="550"/>
                  <a:pt x="629" y="550"/>
                </a:cubicBezTo>
                <a:close/>
                <a:moveTo>
                  <a:pt x="629" y="576"/>
                </a:moveTo>
                <a:cubicBezTo>
                  <a:pt x="625" y="572"/>
                  <a:pt x="621" y="568"/>
                  <a:pt x="616" y="565"/>
                </a:cubicBezTo>
                <a:cubicBezTo>
                  <a:pt x="616" y="578"/>
                  <a:pt x="616" y="578"/>
                  <a:pt x="616" y="578"/>
                </a:cubicBezTo>
                <a:cubicBezTo>
                  <a:pt x="620" y="582"/>
                  <a:pt x="623" y="585"/>
                  <a:pt x="627" y="588"/>
                </a:cubicBezTo>
                <a:cubicBezTo>
                  <a:pt x="624" y="588"/>
                  <a:pt x="620" y="587"/>
                  <a:pt x="616" y="586"/>
                </a:cubicBezTo>
                <a:cubicBezTo>
                  <a:pt x="616" y="596"/>
                  <a:pt x="616" y="596"/>
                  <a:pt x="616" y="596"/>
                </a:cubicBezTo>
                <a:cubicBezTo>
                  <a:pt x="619" y="597"/>
                  <a:pt x="623" y="598"/>
                  <a:pt x="629" y="600"/>
                </a:cubicBezTo>
                <a:cubicBezTo>
                  <a:pt x="629" y="576"/>
                  <a:pt x="629" y="576"/>
                  <a:pt x="629" y="576"/>
                </a:cubicBezTo>
                <a:close/>
                <a:moveTo>
                  <a:pt x="629" y="661"/>
                </a:moveTo>
                <a:cubicBezTo>
                  <a:pt x="629" y="672"/>
                  <a:pt x="629" y="672"/>
                  <a:pt x="629" y="672"/>
                </a:cubicBezTo>
                <a:cubicBezTo>
                  <a:pt x="629" y="681"/>
                  <a:pt x="629" y="681"/>
                  <a:pt x="629" y="681"/>
                </a:cubicBezTo>
                <a:cubicBezTo>
                  <a:pt x="628" y="681"/>
                  <a:pt x="628" y="681"/>
                  <a:pt x="628" y="681"/>
                </a:cubicBezTo>
                <a:cubicBezTo>
                  <a:pt x="622" y="681"/>
                  <a:pt x="619" y="681"/>
                  <a:pt x="616" y="682"/>
                </a:cubicBezTo>
                <a:cubicBezTo>
                  <a:pt x="616" y="674"/>
                  <a:pt x="616" y="674"/>
                  <a:pt x="616" y="674"/>
                </a:cubicBezTo>
                <a:cubicBezTo>
                  <a:pt x="618" y="673"/>
                  <a:pt x="619" y="673"/>
                  <a:pt x="621" y="672"/>
                </a:cubicBezTo>
                <a:cubicBezTo>
                  <a:pt x="623" y="668"/>
                  <a:pt x="626" y="664"/>
                  <a:pt x="629" y="661"/>
                </a:cubicBezTo>
                <a:close/>
                <a:moveTo>
                  <a:pt x="616" y="616"/>
                </a:moveTo>
                <a:cubicBezTo>
                  <a:pt x="616" y="601"/>
                  <a:pt x="616" y="601"/>
                  <a:pt x="616" y="601"/>
                </a:cubicBezTo>
                <a:cubicBezTo>
                  <a:pt x="620" y="605"/>
                  <a:pt x="625" y="608"/>
                  <a:pt x="629" y="612"/>
                </a:cubicBezTo>
                <a:cubicBezTo>
                  <a:pt x="626" y="615"/>
                  <a:pt x="624" y="618"/>
                  <a:pt x="621" y="620"/>
                </a:cubicBezTo>
                <a:lnTo>
                  <a:pt x="616" y="616"/>
                </a:lnTo>
                <a:close/>
                <a:moveTo>
                  <a:pt x="611" y="64"/>
                </a:moveTo>
                <a:cubicBezTo>
                  <a:pt x="613" y="65"/>
                  <a:pt x="615" y="66"/>
                  <a:pt x="616" y="67"/>
                </a:cubicBezTo>
                <a:cubicBezTo>
                  <a:pt x="616" y="76"/>
                  <a:pt x="616" y="76"/>
                  <a:pt x="616" y="76"/>
                </a:cubicBezTo>
                <a:cubicBezTo>
                  <a:pt x="615" y="75"/>
                  <a:pt x="614" y="74"/>
                  <a:pt x="612" y="74"/>
                </a:cubicBezTo>
                <a:cubicBezTo>
                  <a:pt x="612" y="85"/>
                  <a:pt x="612" y="97"/>
                  <a:pt x="612" y="109"/>
                </a:cubicBezTo>
                <a:cubicBezTo>
                  <a:pt x="614" y="111"/>
                  <a:pt x="615" y="112"/>
                  <a:pt x="616" y="114"/>
                </a:cubicBezTo>
                <a:cubicBezTo>
                  <a:pt x="616" y="122"/>
                  <a:pt x="616" y="122"/>
                  <a:pt x="616" y="122"/>
                </a:cubicBezTo>
                <a:cubicBezTo>
                  <a:pt x="615" y="121"/>
                  <a:pt x="613" y="120"/>
                  <a:pt x="611" y="118"/>
                </a:cubicBezTo>
                <a:cubicBezTo>
                  <a:pt x="611" y="64"/>
                  <a:pt x="611" y="64"/>
                  <a:pt x="611" y="64"/>
                </a:cubicBezTo>
                <a:close/>
                <a:moveTo>
                  <a:pt x="616" y="728"/>
                </a:moveTo>
                <a:cubicBezTo>
                  <a:pt x="615" y="728"/>
                  <a:pt x="613" y="729"/>
                  <a:pt x="611" y="730"/>
                </a:cubicBezTo>
                <a:cubicBezTo>
                  <a:pt x="611" y="720"/>
                  <a:pt x="611" y="720"/>
                  <a:pt x="611" y="720"/>
                </a:cubicBezTo>
                <a:cubicBezTo>
                  <a:pt x="613" y="720"/>
                  <a:pt x="615" y="719"/>
                  <a:pt x="616" y="719"/>
                </a:cubicBezTo>
                <a:cubicBezTo>
                  <a:pt x="616" y="728"/>
                  <a:pt x="616" y="728"/>
                  <a:pt x="616" y="728"/>
                </a:cubicBezTo>
                <a:close/>
                <a:moveTo>
                  <a:pt x="616" y="154"/>
                </a:moveTo>
                <a:cubicBezTo>
                  <a:pt x="616" y="168"/>
                  <a:pt x="616" y="168"/>
                  <a:pt x="616" y="168"/>
                </a:cubicBezTo>
                <a:cubicBezTo>
                  <a:pt x="615" y="167"/>
                  <a:pt x="614" y="167"/>
                  <a:pt x="613" y="166"/>
                </a:cubicBezTo>
                <a:cubicBezTo>
                  <a:pt x="613" y="169"/>
                  <a:pt x="613" y="169"/>
                  <a:pt x="616" y="171"/>
                </a:cubicBezTo>
                <a:cubicBezTo>
                  <a:pt x="616" y="196"/>
                  <a:pt x="616" y="196"/>
                  <a:pt x="616" y="196"/>
                </a:cubicBezTo>
                <a:cubicBezTo>
                  <a:pt x="615" y="194"/>
                  <a:pt x="613" y="192"/>
                  <a:pt x="611" y="190"/>
                </a:cubicBezTo>
                <a:cubicBezTo>
                  <a:pt x="611" y="153"/>
                  <a:pt x="611" y="153"/>
                  <a:pt x="611" y="153"/>
                </a:cubicBezTo>
                <a:cubicBezTo>
                  <a:pt x="613" y="154"/>
                  <a:pt x="615" y="154"/>
                  <a:pt x="616" y="154"/>
                </a:cubicBezTo>
                <a:close/>
                <a:moveTo>
                  <a:pt x="616" y="199"/>
                </a:moveTo>
                <a:cubicBezTo>
                  <a:pt x="616" y="214"/>
                  <a:pt x="616" y="214"/>
                  <a:pt x="616" y="214"/>
                </a:cubicBezTo>
                <a:cubicBezTo>
                  <a:pt x="615" y="217"/>
                  <a:pt x="613" y="219"/>
                  <a:pt x="611" y="222"/>
                </a:cubicBezTo>
                <a:cubicBezTo>
                  <a:pt x="611" y="196"/>
                  <a:pt x="611" y="196"/>
                  <a:pt x="611" y="196"/>
                </a:cubicBezTo>
                <a:cubicBezTo>
                  <a:pt x="612" y="197"/>
                  <a:pt x="612" y="198"/>
                  <a:pt x="613" y="199"/>
                </a:cubicBezTo>
                <a:cubicBezTo>
                  <a:pt x="614" y="199"/>
                  <a:pt x="615" y="199"/>
                  <a:pt x="616" y="199"/>
                </a:cubicBezTo>
                <a:close/>
                <a:moveTo>
                  <a:pt x="616" y="312"/>
                </a:moveTo>
                <a:cubicBezTo>
                  <a:pt x="616" y="341"/>
                  <a:pt x="616" y="341"/>
                  <a:pt x="616" y="341"/>
                </a:cubicBezTo>
                <a:cubicBezTo>
                  <a:pt x="615" y="343"/>
                  <a:pt x="613" y="344"/>
                  <a:pt x="611" y="346"/>
                </a:cubicBezTo>
                <a:cubicBezTo>
                  <a:pt x="611" y="338"/>
                  <a:pt x="611" y="338"/>
                  <a:pt x="611" y="338"/>
                </a:cubicBezTo>
                <a:cubicBezTo>
                  <a:pt x="616" y="333"/>
                  <a:pt x="616" y="325"/>
                  <a:pt x="613" y="317"/>
                </a:cubicBezTo>
                <a:cubicBezTo>
                  <a:pt x="613" y="318"/>
                  <a:pt x="612" y="319"/>
                  <a:pt x="611" y="320"/>
                </a:cubicBezTo>
                <a:cubicBezTo>
                  <a:pt x="611" y="300"/>
                  <a:pt x="611" y="300"/>
                  <a:pt x="611" y="300"/>
                </a:cubicBezTo>
                <a:cubicBezTo>
                  <a:pt x="613" y="303"/>
                  <a:pt x="613" y="303"/>
                  <a:pt x="613" y="303"/>
                </a:cubicBezTo>
                <a:cubicBezTo>
                  <a:pt x="615" y="307"/>
                  <a:pt x="615" y="309"/>
                  <a:pt x="616" y="312"/>
                </a:cubicBezTo>
                <a:close/>
                <a:moveTo>
                  <a:pt x="616" y="357"/>
                </a:moveTo>
                <a:cubicBezTo>
                  <a:pt x="616" y="363"/>
                  <a:pt x="616" y="363"/>
                  <a:pt x="616" y="363"/>
                </a:cubicBezTo>
                <a:cubicBezTo>
                  <a:pt x="613" y="366"/>
                  <a:pt x="612" y="368"/>
                  <a:pt x="611" y="372"/>
                </a:cubicBezTo>
                <a:cubicBezTo>
                  <a:pt x="611" y="360"/>
                  <a:pt x="611" y="360"/>
                  <a:pt x="611" y="360"/>
                </a:cubicBezTo>
                <a:cubicBezTo>
                  <a:pt x="613" y="359"/>
                  <a:pt x="615" y="358"/>
                  <a:pt x="616" y="357"/>
                </a:cubicBezTo>
                <a:close/>
                <a:moveTo>
                  <a:pt x="616" y="378"/>
                </a:moveTo>
                <a:cubicBezTo>
                  <a:pt x="616" y="385"/>
                  <a:pt x="616" y="385"/>
                  <a:pt x="616" y="385"/>
                </a:cubicBezTo>
                <a:cubicBezTo>
                  <a:pt x="613" y="388"/>
                  <a:pt x="612" y="392"/>
                  <a:pt x="611" y="400"/>
                </a:cubicBezTo>
                <a:cubicBezTo>
                  <a:pt x="613" y="400"/>
                  <a:pt x="615" y="399"/>
                  <a:pt x="616" y="398"/>
                </a:cubicBezTo>
                <a:cubicBezTo>
                  <a:pt x="616" y="406"/>
                  <a:pt x="616" y="406"/>
                  <a:pt x="616" y="406"/>
                </a:cubicBezTo>
                <a:cubicBezTo>
                  <a:pt x="615" y="407"/>
                  <a:pt x="613" y="408"/>
                  <a:pt x="612" y="409"/>
                </a:cubicBezTo>
                <a:cubicBezTo>
                  <a:pt x="612" y="412"/>
                  <a:pt x="612" y="416"/>
                  <a:pt x="611" y="419"/>
                </a:cubicBezTo>
                <a:cubicBezTo>
                  <a:pt x="613" y="418"/>
                  <a:pt x="615" y="417"/>
                  <a:pt x="616" y="417"/>
                </a:cubicBezTo>
                <a:cubicBezTo>
                  <a:pt x="616" y="423"/>
                  <a:pt x="616" y="423"/>
                  <a:pt x="616" y="423"/>
                </a:cubicBezTo>
                <a:cubicBezTo>
                  <a:pt x="614" y="425"/>
                  <a:pt x="613" y="426"/>
                  <a:pt x="611" y="429"/>
                </a:cubicBezTo>
                <a:cubicBezTo>
                  <a:pt x="611" y="381"/>
                  <a:pt x="611" y="381"/>
                  <a:pt x="611" y="381"/>
                </a:cubicBezTo>
                <a:cubicBezTo>
                  <a:pt x="613" y="380"/>
                  <a:pt x="615" y="379"/>
                  <a:pt x="616" y="378"/>
                </a:cubicBezTo>
                <a:close/>
                <a:moveTo>
                  <a:pt x="616" y="435"/>
                </a:moveTo>
                <a:cubicBezTo>
                  <a:pt x="616" y="441"/>
                  <a:pt x="616" y="441"/>
                  <a:pt x="616" y="441"/>
                </a:cubicBezTo>
                <a:cubicBezTo>
                  <a:pt x="614" y="442"/>
                  <a:pt x="613" y="443"/>
                  <a:pt x="611" y="444"/>
                </a:cubicBezTo>
                <a:cubicBezTo>
                  <a:pt x="611" y="436"/>
                  <a:pt x="611" y="436"/>
                  <a:pt x="611" y="436"/>
                </a:cubicBezTo>
                <a:cubicBezTo>
                  <a:pt x="613" y="436"/>
                  <a:pt x="615" y="435"/>
                  <a:pt x="616" y="435"/>
                </a:cubicBezTo>
                <a:close/>
                <a:moveTo>
                  <a:pt x="616" y="453"/>
                </a:moveTo>
                <a:cubicBezTo>
                  <a:pt x="616" y="459"/>
                  <a:pt x="616" y="459"/>
                  <a:pt x="616" y="459"/>
                </a:cubicBezTo>
                <a:cubicBezTo>
                  <a:pt x="615" y="459"/>
                  <a:pt x="613" y="460"/>
                  <a:pt x="611" y="460"/>
                </a:cubicBezTo>
                <a:cubicBezTo>
                  <a:pt x="611" y="454"/>
                  <a:pt x="611" y="454"/>
                  <a:pt x="611" y="454"/>
                </a:cubicBezTo>
                <a:cubicBezTo>
                  <a:pt x="613" y="454"/>
                  <a:pt x="615" y="453"/>
                  <a:pt x="616" y="453"/>
                </a:cubicBezTo>
                <a:close/>
                <a:moveTo>
                  <a:pt x="616" y="470"/>
                </a:moveTo>
                <a:cubicBezTo>
                  <a:pt x="616" y="493"/>
                  <a:pt x="616" y="493"/>
                  <a:pt x="616" y="493"/>
                </a:cubicBezTo>
                <a:cubicBezTo>
                  <a:pt x="615" y="497"/>
                  <a:pt x="613" y="500"/>
                  <a:pt x="611" y="504"/>
                </a:cubicBezTo>
                <a:cubicBezTo>
                  <a:pt x="611" y="487"/>
                  <a:pt x="611" y="487"/>
                  <a:pt x="611" y="487"/>
                </a:cubicBezTo>
                <a:cubicBezTo>
                  <a:pt x="613" y="485"/>
                  <a:pt x="615" y="482"/>
                  <a:pt x="616" y="477"/>
                </a:cubicBezTo>
                <a:cubicBezTo>
                  <a:pt x="614" y="477"/>
                  <a:pt x="613" y="478"/>
                  <a:pt x="611" y="478"/>
                </a:cubicBezTo>
                <a:cubicBezTo>
                  <a:pt x="611" y="472"/>
                  <a:pt x="611" y="472"/>
                  <a:pt x="611" y="472"/>
                </a:cubicBezTo>
                <a:cubicBezTo>
                  <a:pt x="613" y="471"/>
                  <a:pt x="615" y="470"/>
                  <a:pt x="616" y="470"/>
                </a:cubicBezTo>
                <a:close/>
                <a:moveTo>
                  <a:pt x="616" y="565"/>
                </a:moveTo>
                <a:cubicBezTo>
                  <a:pt x="616" y="578"/>
                  <a:pt x="616" y="578"/>
                  <a:pt x="616" y="578"/>
                </a:cubicBezTo>
                <a:cubicBezTo>
                  <a:pt x="611" y="574"/>
                  <a:pt x="611" y="574"/>
                  <a:pt x="611" y="574"/>
                </a:cubicBezTo>
                <a:cubicBezTo>
                  <a:pt x="611" y="569"/>
                  <a:pt x="611" y="569"/>
                  <a:pt x="611" y="569"/>
                </a:cubicBezTo>
                <a:cubicBezTo>
                  <a:pt x="613" y="567"/>
                  <a:pt x="614" y="566"/>
                  <a:pt x="616" y="564"/>
                </a:cubicBezTo>
                <a:cubicBezTo>
                  <a:pt x="616" y="565"/>
                  <a:pt x="616" y="565"/>
                  <a:pt x="616" y="565"/>
                </a:cubicBezTo>
                <a:close/>
                <a:moveTo>
                  <a:pt x="616" y="586"/>
                </a:moveTo>
                <a:cubicBezTo>
                  <a:pt x="616" y="596"/>
                  <a:pt x="616" y="596"/>
                  <a:pt x="616" y="596"/>
                </a:cubicBezTo>
                <a:cubicBezTo>
                  <a:pt x="614" y="596"/>
                  <a:pt x="612" y="595"/>
                  <a:pt x="611" y="595"/>
                </a:cubicBezTo>
                <a:cubicBezTo>
                  <a:pt x="611" y="585"/>
                  <a:pt x="611" y="585"/>
                  <a:pt x="611" y="585"/>
                </a:cubicBezTo>
                <a:cubicBezTo>
                  <a:pt x="613" y="585"/>
                  <a:pt x="615" y="586"/>
                  <a:pt x="616" y="586"/>
                </a:cubicBezTo>
                <a:close/>
                <a:moveTo>
                  <a:pt x="616" y="601"/>
                </a:moveTo>
                <a:cubicBezTo>
                  <a:pt x="616" y="616"/>
                  <a:pt x="616" y="616"/>
                  <a:pt x="616" y="616"/>
                </a:cubicBezTo>
                <a:cubicBezTo>
                  <a:pt x="614" y="614"/>
                  <a:pt x="613" y="613"/>
                  <a:pt x="611" y="611"/>
                </a:cubicBezTo>
                <a:cubicBezTo>
                  <a:pt x="611" y="597"/>
                  <a:pt x="611" y="597"/>
                  <a:pt x="611" y="597"/>
                </a:cubicBezTo>
                <a:cubicBezTo>
                  <a:pt x="613" y="598"/>
                  <a:pt x="615" y="600"/>
                  <a:pt x="616" y="601"/>
                </a:cubicBezTo>
                <a:close/>
                <a:moveTo>
                  <a:pt x="616" y="674"/>
                </a:moveTo>
                <a:cubicBezTo>
                  <a:pt x="616" y="682"/>
                  <a:pt x="616" y="682"/>
                  <a:pt x="616" y="682"/>
                </a:cubicBezTo>
                <a:cubicBezTo>
                  <a:pt x="615" y="683"/>
                  <a:pt x="613" y="684"/>
                  <a:pt x="611" y="685"/>
                </a:cubicBezTo>
                <a:cubicBezTo>
                  <a:pt x="611" y="676"/>
                  <a:pt x="611" y="676"/>
                  <a:pt x="611" y="676"/>
                </a:cubicBezTo>
                <a:cubicBezTo>
                  <a:pt x="613" y="675"/>
                  <a:pt x="614" y="675"/>
                  <a:pt x="616" y="674"/>
                </a:cubicBezTo>
                <a:close/>
                <a:moveTo>
                  <a:pt x="616" y="696"/>
                </a:moveTo>
                <a:cubicBezTo>
                  <a:pt x="616" y="705"/>
                  <a:pt x="616" y="705"/>
                  <a:pt x="616" y="705"/>
                </a:cubicBezTo>
                <a:cubicBezTo>
                  <a:pt x="615" y="705"/>
                  <a:pt x="613" y="704"/>
                  <a:pt x="611" y="703"/>
                </a:cubicBezTo>
                <a:cubicBezTo>
                  <a:pt x="611" y="694"/>
                  <a:pt x="611" y="694"/>
                  <a:pt x="611" y="694"/>
                </a:cubicBezTo>
                <a:lnTo>
                  <a:pt x="616" y="696"/>
                </a:lnTo>
                <a:close/>
                <a:moveTo>
                  <a:pt x="606" y="60"/>
                </a:moveTo>
                <a:cubicBezTo>
                  <a:pt x="607" y="61"/>
                  <a:pt x="609" y="62"/>
                  <a:pt x="611" y="64"/>
                </a:cubicBezTo>
                <a:cubicBezTo>
                  <a:pt x="611" y="118"/>
                  <a:pt x="611" y="118"/>
                  <a:pt x="611" y="118"/>
                </a:cubicBezTo>
                <a:cubicBezTo>
                  <a:pt x="609" y="117"/>
                  <a:pt x="608" y="115"/>
                  <a:pt x="606" y="113"/>
                </a:cubicBezTo>
                <a:cubicBezTo>
                  <a:pt x="606" y="60"/>
                  <a:pt x="606" y="60"/>
                  <a:pt x="606" y="60"/>
                </a:cubicBezTo>
                <a:close/>
                <a:moveTo>
                  <a:pt x="611" y="730"/>
                </a:moveTo>
                <a:cubicBezTo>
                  <a:pt x="610" y="730"/>
                  <a:pt x="610" y="730"/>
                  <a:pt x="610" y="730"/>
                </a:cubicBezTo>
                <a:cubicBezTo>
                  <a:pt x="609" y="732"/>
                  <a:pt x="607" y="733"/>
                  <a:pt x="606" y="734"/>
                </a:cubicBezTo>
                <a:cubicBezTo>
                  <a:pt x="606" y="722"/>
                  <a:pt x="606" y="722"/>
                  <a:pt x="606" y="722"/>
                </a:cubicBezTo>
                <a:cubicBezTo>
                  <a:pt x="608" y="721"/>
                  <a:pt x="610" y="721"/>
                  <a:pt x="611" y="720"/>
                </a:cubicBezTo>
                <a:cubicBezTo>
                  <a:pt x="611" y="730"/>
                  <a:pt x="611" y="730"/>
                  <a:pt x="611" y="730"/>
                </a:cubicBezTo>
                <a:close/>
                <a:moveTo>
                  <a:pt x="611" y="153"/>
                </a:moveTo>
                <a:cubicBezTo>
                  <a:pt x="611" y="190"/>
                  <a:pt x="611" y="190"/>
                  <a:pt x="611" y="190"/>
                </a:cubicBezTo>
                <a:cubicBezTo>
                  <a:pt x="609" y="189"/>
                  <a:pt x="607" y="187"/>
                  <a:pt x="606" y="186"/>
                </a:cubicBezTo>
                <a:cubicBezTo>
                  <a:pt x="606" y="164"/>
                  <a:pt x="606" y="164"/>
                  <a:pt x="606" y="164"/>
                </a:cubicBezTo>
                <a:cubicBezTo>
                  <a:pt x="607" y="163"/>
                  <a:pt x="609" y="163"/>
                  <a:pt x="610" y="162"/>
                </a:cubicBezTo>
                <a:cubicBezTo>
                  <a:pt x="610" y="159"/>
                  <a:pt x="610" y="156"/>
                  <a:pt x="610" y="153"/>
                </a:cubicBezTo>
                <a:cubicBezTo>
                  <a:pt x="611" y="153"/>
                  <a:pt x="611" y="153"/>
                  <a:pt x="611" y="153"/>
                </a:cubicBezTo>
                <a:close/>
                <a:moveTo>
                  <a:pt x="611" y="196"/>
                </a:moveTo>
                <a:cubicBezTo>
                  <a:pt x="611" y="222"/>
                  <a:pt x="611" y="222"/>
                  <a:pt x="611" y="222"/>
                </a:cubicBezTo>
                <a:cubicBezTo>
                  <a:pt x="610" y="225"/>
                  <a:pt x="608" y="228"/>
                  <a:pt x="606" y="230"/>
                </a:cubicBezTo>
                <a:cubicBezTo>
                  <a:pt x="606" y="213"/>
                  <a:pt x="606" y="213"/>
                  <a:pt x="606" y="213"/>
                </a:cubicBezTo>
                <a:cubicBezTo>
                  <a:pt x="607" y="212"/>
                  <a:pt x="607" y="211"/>
                  <a:pt x="609" y="211"/>
                </a:cubicBezTo>
                <a:cubicBezTo>
                  <a:pt x="608" y="206"/>
                  <a:pt x="608" y="206"/>
                  <a:pt x="607" y="205"/>
                </a:cubicBezTo>
                <a:cubicBezTo>
                  <a:pt x="606" y="205"/>
                  <a:pt x="606" y="205"/>
                  <a:pt x="606" y="205"/>
                </a:cubicBezTo>
                <a:cubicBezTo>
                  <a:pt x="606" y="192"/>
                  <a:pt x="606" y="192"/>
                  <a:pt x="606" y="192"/>
                </a:cubicBezTo>
                <a:cubicBezTo>
                  <a:pt x="608" y="193"/>
                  <a:pt x="610" y="194"/>
                  <a:pt x="611" y="196"/>
                </a:cubicBezTo>
                <a:close/>
                <a:moveTo>
                  <a:pt x="611" y="300"/>
                </a:moveTo>
                <a:cubicBezTo>
                  <a:pt x="611" y="320"/>
                  <a:pt x="611" y="320"/>
                  <a:pt x="611" y="320"/>
                </a:cubicBezTo>
                <a:cubicBezTo>
                  <a:pt x="609" y="323"/>
                  <a:pt x="607" y="325"/>
                  <a:pt x="606" y="328"/>
                </a:cubicBezTo>
                <a:cubicBezTo>
                  <a:pt x="606" y="317"/>
                  <a:pt x="606" y="317"/>
                  <a:pt x="606" y="317"/>
                </a:cubicBezTo>
                <a:cubicBezTo>
                  <a:pt x="609" y="312"/>
                  <a:pt x="610" y="308"/>
                  <a:pt x="606" y="300"/>
                </a:cubicBezTo>
                <a:cubicBezTo>
                  <a:pt x="606" y="289"/>
                  <a:pt x="606" y="289"/>
                  <a:pt x="606" y="289"/>
                </a:cubicBezTo>
                <a:cubicBezTo>
                  <a:pt x="607" y="292"/>
                  <a:pt x="608" y="294"/>
                  <a:pt x="611" y="300"/>
                </a:cubicBezTo>
                <a:close/>
                <a:moveTo>
                  <a:pt x="611" y="338"/>
                </a:moveTo>
                <a:cubicBezTo>
                  <a:pt x="611" y="346"/>
                  <a:pt x="611" y="346"/>
                  <a:pt x="611" y="346"/>
                </a:cubicBezTo>
                <a:cubicBezTo>
                  <a:pt x="610" y="348"/>
                  <a:pt x="609" y="349"/>
                  <a:pt x="607" y="351"/>
                </a:cubicBezTo>
                <a:cubicBezTo>
                  <a:pt x="607" y="355"/>
                  <a:pt x="608" y="359"/>
                  <a:pt x="608" y="363"/>
                </a:cubicBezTo>
                <a:cubicBezTo>
                  <a:pt x="609" y="362"/>
                  <a:pt x="610" y="361"/>
                  <a:pt x="611" y="360"/>
                </a:cubicBezTo>
                <a:cubicBezTo>
                  <a:pt x="611" y="372"/>
                  <a:pt x="611" y="372"/>
                  <a:pt x="611" y="372"/>
                </a:cubicBezTo>
                <a:cubicBezTo>
                  <a:pt x="611" y="375"/>
                  <a:pt x="611" y="378"/>
                  <a:pt x="610" y="382"/>
                </a:cubicBezTo>
                <a:cubicBezTo>
                  <a:pt x="611" y="381"/>
                  <a:pt x="611" y="381"/>
                  <a:pt x="611" y="381"/>
                </a:cubicBezTo>
                <a:cubicBezTo>
                  <a:pt x="611" y="429"/>
                  <a:pt x="611" y="429"/>
                  <a:pt x="611" y="429"/>
                </a:cubicBezTo>
                <a:cubicBezTo>
                  <a:pt x="610" y="431"/>
                  <a:pt x="609" y="433"/>
                  <a:pt x="609" y="437"/>
                </a:cubicBezTo>
                <a:cubicBezTo>
                  <a:pt x="610" y="437"/>
                  <a:pt x="611" y="436"/>
                  <a:pt x="611" y="436"/>
                </a:cubicBezTo>
                <a:cubicBezTo>
                  <a:pt x="611" y="444"/>
                  <a:pt x="611" y="444"/>
                  <a:pt x="611" y="444"/>
                </a:cubicBezTo>
                <a:cubicBezTo>
                  <a:pt x="608" y="446"/>
                  <a:pt x="606" y="449"/>
                  <a:pt x="606" y="455"/>
                </a:cubicBezTo>
                <a:cubicBezTo>
                  <a:pt x="606" y="421"/>
                  <a:pt x="606" y="421"/>
                  <a:pt x="606" y="421"/>
                </a:cubicBezTo>
                <a:cubicBezTo>
                  <a:pt x="606" y="419"/>
                  <a:pt x="606" y="417"/>
                  <a:pt x="606" y="415"/>
                </a:cubicBezTo>
                <a:cubicBezTo>
                  <a:pt x="606" y="410"/>
                  <a:pt x="606" y="410"/>
                  <a:pt x="606" y="410"/>
                </a:cubicBezTo>
                <a:cubicBezTo>
                  <a:pt x="607" y="410"/>
                  <a:pt x="607" y="410"/>
                  <a:pt x="607" y="410"/>
                </a:cubicBezTo>
                <a:cubicBezTo>
                  <a:pt x="607" y="404"/>
                  <a:pt x="607" y="399"/>
                  <a:pt x="606" y="393"/>
                </a:cubicBezTo>
                <a:cubicBezTo>
                  <a:pt x="606" y="389"/>
                  <a:pt x="606" y="389"/>
                  <a:pt x="606" y="389"/>
                </a:cubicBezTo>
                <a:cubicBezTo>
                  <a:pt x="606" y="389"/>
                  <a:pt x="606" y="389"/>
                  <a:pt x="606" y="389"/>
                </a:cubicBezTo>
                <a:cubicBezTo>
                  <a:pt x="606" y="389"/>
                  <a:pt x="607" y="388"/>
                  <a:pt x="607" y="387"/>
                </a:cubicBezTo>
                <a:cubicBezTo>
                  <a:pt x="607" y="385"/>
                  <a:pt x="606" y="383"/>
                  <a:pt x="606" y="381"/>
                </a:cubicBezTo>
                <a:cubicBezTo>
                  <a:pt x="606" y="343"/>
                  <a:pt x="606" y="343"/>
                  <a:pt x="606" y="343"/>
                </a:cubicBezTo>
                <a:cubicBezTo>
                  <a:pt x="608" y="342"/>
                  <a:pt x="610" y="340"/>
                  <a:pt x="611" y="338"/>
                </a:cubicBezTo>
                <a:close/>
                <a:moveTo>
                  <a:pt x="611" y="454"/>
                </a:moveTo>
                <a:cubicBezTo>
                  <a:pt x="609" y="455"/>
                  <a:pt x="607" y="455"/>
                  <a:pt x="606" y="456"/>
                </a:cubicBezTo>
                <a:cubicBezTo>
                  <a:pt x="606" y="462"/>
                  <a:pt x="606" y="462"/>
                  <a:pt x="606" y="462"/>
                </a:cubicBezTo>
                <a:cubicBezTo>
                  <a:pt x="607" y="461"/>
                  <a:pt x="609" y="461"/>
                  <a:pt x="611" y="460"/>
                </a:cubicBezTo>
                <a:cubicBezTo>
                  <a:pt x="611" y="454"/>
                  <a:pt x="611" y="454"/>
                  <a:pt x="611" y="454"/>
                </a:cubicBezTo>
                <a:close/>
                <a:moveTo>
                  <a:pt x="611" y="472"/>
                </a:moveTo>
                <a:cubicBezTo>
                  <a:pt x="611" y="478"/>
                  <a:pt x="611" y="478"/>
                  <a:pt x="611" y="478"/>
                </a:cubicBezTo>
                <a:cubicBezTo>
                  <a:pt x="609" y="478"/>
                  <a:pt x="607" y="478"/>
                  <a:pt x="606" y="479"/>
                </a:cubicBezTo>
                <a:cubicBezTo>
                  <a:pt x="606" y="473"/>
                  <a:pt x="606" y="473"/>
                  <a:pt x="606" y="473"/>
                </a:cubicBezTo>
                <a:cubicBezTo>
                  <a:pt x="608" y="472"/>
                  <a:pt x="609" y="472"/>
                  <a:pt x="611" y="472"/>
                </a:cubicBezTo>
                <a:close/>
                <a:moveTo>
                  <a:pt x="611" y="487"/>
                </a:moveTo>
                <a:cubicBezTo>
                  <a:pt x="611" y="504"/>
                  <a:pt x="611" y="504"/>
                  <a:pt x="611" y="504"/>
                </a:cubicBezTo>
                <a:cubicBezTo>
                  <a:pt x="609" y="508"/>
                  <a:pt x="608" y="512"/>
                  <a:pt x="606" y="516"/>
                </a:cubicBezTo>
                <a:cubicBezTo>
                  <a:pt x="606" y="503"/>
                  <a:pt x="606" y="503"/>
                  <a:pt x="606" y="503"/>
                </a:cubicBezTo>
                <a:cubicBezTo>
                  <a:pt x="607" y="501"/>
                  <a:pt x="608" y="499"/>
                  <a:pt x="609" y="496"/>
                </a:cubicBezTo>
                <a:cubicBezTo>
                  <a:pt x="608" y="496"/>
                  <a:pt x="607" y="496"/>
                  <a:pt x="606" y="496"/>
                </a:cubicBezTo>
                <a:cubicBezTo>
                  <a:pt x="606" y="490"/>
                  <a:pt x="606" y="490"/>
                  <a:pt x="606" y="490"/>
                </a:cubicBezTo>
                <a:cubicBezTo>
                  <a:pt x="608" y="489"/>
                  <a:pt x="610" y="488"/>
                  <a:pt x="611" y="487"/>
                </a:cubicBezTo>
                <a:close/>
                <a:moveTo>
                  <a:pt x="611" y="569"/>
                </a:moveTo>
                <a:cubicBezTo>
                  <a:pt x="611" y="574"/>
                  <a:pt x="611" y="574"/>
                  <a:pt x="611" y="574"/>
                </a:cubicBezTo>
                <a:cubicBezTo>
                  <a:pt x="609" y="572"/>
                  <a:pt x="609" y="572"/>
                  <a:pt x="609" y="572"/>
                </a:cubicBezTo>
                <a:cubicBezTo>
                  <a:pt x="611" y="569"/>
                  <a:pt x="611" y="569"/>
                  <a:pt x="611" y="569"/>
                </a:cubicBezTo>
                <a:close/>
                <a:moveTo>
                  <a:pt x="611" y="585"/>
                </a:moveTo>
                <a:cubicBezTo>
                  <a:pt x="611" y="595"/>
                  <a:pt x="611" y="595"/>
                  <a:pt x="611" y="595"/>
                </a:cubicBezTo>
                <a:cubicBezTo>
                  <a:pt x="611" y="595"/>
                  <a:pt x="610" y="595"/>
                  <a:pt x="609" y="595"/>
                </a:cubicBezTo>
                <a:cubicBezTo>
                  <a:pt x="611" y="597"/>
                  <a:pt x="611" y="597"/>
                  <a:pt x="611" y="597"/>
                </a:cubicBezTo>
                <a:cubicBezTo>
                  <a:pt x="611" y="611"/>
                  <a:pt x="611" y="611"/>
                  <a:pt x="611" y="611"/>
                </a:cubicBezTo>
                <a:cubicBezTo>
                  <a:pt x="609" y="609"/>
                  <a:pt x="607" y="608"/>
                  <a:pt x="606" y="606"/>
                </a:cubicBezTo>
                <a:cubicBezTo>
                  <a:pt x="606" y="584"/>
                  <a:pt x="606" y="584"/>
                  <a:pt x="606" y="584"/>
                </a:cubicBezTo>
                <a:cubicBezTo>
                  <a:pt x="607" y="584"/>
                  <a:pt x="609" y="584"/>
                  <a:pt x="611" y="585"/>
                </a:cubicBezTo>
                <a:close/>
                <a:moveTo>
                  <a:pt x="611" y="676"/>
                </a:moveTo>
                <a:cubicBezTo>
                  <a:pt x="611" y="685"/>
                  <a:pt x="611" y="685"/>
                  <a:pt x="611" y="685"/>
                </a:cubicBezTo>
                <a:cubicBezTo>
                  <a:pt x="610" y="686"/>
                  <a:pt x="608" y="688"/>
                  <a:pt x="606" y="690"/>
                </a:cubicBezTo>
                <a:cubicBezTo>
                  <a:pt x="606" y="681"/>
                  <a:pt x="606" y="681"/>
                  <a:pt x="606" y="681"/>
                </a:cubicBezTo>
                <a:cubicBezTo>
                  <a:pt x="607" y="679"/>
                  <a:pt x="609" y="677"/>
                  <a:pt x="611" y="676"/>
                </a:cubicBezTo>
                <a:close/>
                <a:moveTo>
                  <a:pt x="611" y="694"/>
                </a:moveTo>
                <a:cubicBezTo>
                  <a:pt x="611" y="703"/>
                  <a:pt x="611" y="703"/>
                  <a:pt x="611" y="703"/>
                </a:cubicBezTo>
                <a:cubicBezTo>
                  <a:pt x="609" y="703"/>
                  <a:pt x="607" y="702"/>
                  <a:pt x="606" y="701"/>
                </a:cubicBezTo>
                <a:cubicBezTo>
                  <a:pt x="606" y="691"/>
                  <a:pt x="606" y="691"/>
                  <a:pt x="606" y="691"/>
                </a:cubicBezTo>
                <a:cubicBezTo>
                  <a:pt x="611" y="694"/>
                  <a:pt x="611" y="694"/>
                  <a:pt x="611" y="694"/>
                </a:cubicBezTo>
                <a:close/>
                <a:moveTo>
                  <a:pt x="606" y="632"/>
                </a:moveTo>
                <a:cubicBezTo>
                  <a:pt x="606" y="623"/>
                  <a:pt x="606" y="623"/>
                  <a:pt x="606" y="623"/>
                </a:cubicBezTo>
                <a:cubicBezTo>
                  <a:pt x="606" y="626"/>
                  <a:pt x="606" y="629"/>
                  <a:pt x="606" y="632"/>
                </a:cubicBezTo>
                <a:close/>
                <a:moveTo>
                  <a:pt x="603" y="58"/>
                </a:moveTo>
                <a:cubicBezTo>
                  <a:pt x="606" y="60"/>
                  <a:pt x="606" y="60"/>
                  <a:pt x="606" y="60"/>
                </a:cubicBezTo>
                <a:cubicBezTo>
                  <a:pt x="606" y="113"/>
                  <a:pt x="606" y="113"/>
                  <a:pt x="606" y="113"/>
                </a:cubicBezTo>
                <a:cubicBezTo>
                  <a:pt x="605" y="112"/>
                  <a:pt x="604" y="111"/>
                  <a:pt x="603" y="110"/>
                </a:cubicBezTo>
                <a:cubicBezTo>
                  <a:pt x="603" y="110"/>
                  <a:pt x="603" y="110"/>
                  <a:pt x="603" y="110"/>
                </a:cubicBezTo>
                <a:cubicBezTo>
                  <a:pt x="603" y="58"/>
                  <a:pt x="603" y="58"/>
                  <a:pt x="603" y="58"/>
                </a:cubicBezTo>
                <a:close/>
                <a:moveTo>
                  <a:pt x="606" y="734"/>
                </a:moveTo>
                <a:cubicBezTo>
                  <a:pt x="605" y="735"/>
                  <a:pt x="604" y="735"/>
                  <a:pt x="603" y="736"/>
                </a:cubicBezTo>
                <a:cubicBezTo>
                  <a:pt x="603" y="721"/>
                  <a:pt x="603" y="721"/>
                  <a:pt x="603" y="721"/>
                </a:cubicBezTo>
                <a:cubicBezTo>
                  <a:pt x="604" y="722"/>
                  <a:pt x="604" y="722"/>
                  <a:pt x="604" y="722"/>
                </a:cubicBezTo>
                <a:cubicBezTo>
                  <a:pt x="606" y="722"/>
                  <a:pt x="606" y="722"/>
                  <a:pt x="606" y="722"/>
                </a:cubicBezTo>
                <a:cubicBezTo>
                  <a:pt x="606" y="734"/>
                  <a:pt x="606" y="734"/>
                  <a:pt x="606" y="734"/>
                </a:cubicBezTo>
                <a:close/>
                <a:moveTo>
                  <a:pt x="606" y="164"/>
                </a:moveTo>
                <a:cubicBezTo>
                  <a:pt x="606" y="186"/>
                  <a:pt x="606" y="186"/>
                  <a:pt x="606" y="186"/>
                </a:cubicBezTo>
                <a:cubicBezTo>
                  <a:pt x="605" y="186"/>
                  <a:pt x="604" y="186"/>
                  <a:pt x="603" y="185"/>
                </a:cubicBezTo>
                <a:cubicBezTo>
                  <a:pt x="603" y="174"/>
                  <a:pt x="603" y="174"/>
                  <a:pt x="603" y="174"/>
                </a:cubicBezTo>
                <a:cubicBezTo>
                  <a:pt x="604" y="174"/>
                  <a:pt x="604" y="174"/>
                  <a:pt x="604" y="174"/>
                </a:cubicBezTo>
                <a:cubicBezTo>
                  <a:pt x="604" y="173"/>
                  <a:pt x="603" y="171"/>
                  <a:pt x="603" y="170"/>
                </a:cubicBezTo>
                <a:cubicBezTo>
                  <a:pt x="603" y="165"/>
                  <a:pt x="603" y="165"/>
                  <a:pt x="603" y="165"/>
                </a:cubicBezTo>
                <a:cubicBezTo>
                  <a:pt x="604" y="164"/>
                  <a:pt x="605" y="164"/>
                  <a:pt x="606" y="164"/>
                </a:cubicBezTo>
                <a:close/>
                <a:moveTo>
                  <a:pt x="606" y="192"/>
                </a:moveTo>
                <a:cubicBezTo>
                  <a:pt x="606" y="205"/>
                  <a:pt x="606" y="205"/>
                  <a:pt x="606" y="205"/>
                </a:cubicBezTo>
                <a:cubicBezTo>
                  <a:pt x="603" y="205"/>
                  <a:pt x="603" y="205"/>
                  <a:pt x="603" y="205"/>
                </a:cubicBezTo>
                <a:cubicBezTo>
                  <a:pt x="603" y="190"/>
                  <a:pt x="603" y="190"/>
                  <a:pt x="603" y="190"/>
                </a:cubicBezTo>
                <a:cubicBezTo>
                  <a:pt x="604" y="191"/>
                  <a:pt x="605" y="191"/>
                  <a:pt x="606" y="192"/>
                </a:cubicBezTo>
                <a:close/>
                <a:moveTo>
                  <a:pt x="606" y="213"/>
                </a:moveTo>
                <a:cubicBezTo>
                  <a:pt x="606" y="230"/>
                  <a:pt x="606" y="230"/>
                  <a:pt x="606" y="230"/>
                </a:cubicBezTo>
                <a:cubicBezTo>
                  <a:pt x="605" y="231"/>
                  <a:pt x="604" y="232"/>
                  <a:pt x="603" y="233"/>
                </a:cubicBezTo>
                <a:cubicBezTo>
                  <a:pt x="603" y="212"/>
                  <a:pt x="603" y="212"/>
                  <a:pt x="603" y="212"/>
                </a:cubicBezTo>
                <a:cubicBezTo>
                  <a:pt x="604" y="212"/>
                  <a:pt x="604" y="213"/>
                  <a:pt x="604" y="213"/>
                </a:cubicBezTo>
                <a:cubicBezTo>
                  <a:pt x="606" y="213"/>
                  <a:pt x="606" y="213"/>
                  <a:pt x="606" y="213"/>
                </a:cubicBezTo>
                <a:close/>
                <a:moveTo>
                  <a:pt x="606" y="289"/>
                </a:moveTo>
                <a:cubicBezTo>
                  <a:pt x="606" y="300"/>
                  <a:pt x="606" y="300"/>
                  <a:pt x="606" y="300"/>
                </a:cubicBezTo>
                <a:cubicBezTo>
                  <a:pt x="605" y="300"/>
                  <a:pt x="605" y="300"/>
                  <a:pt x="605" y="299"/>
                </a:cubicBezTo>
                <a:cubicBezTo>
                  <a:pt x="604" y="300"/>
                  <a:pt x="604" y="301"/>
                  <a:pt x="603" y="302"/>
                </a:cubicBezTo>
                <a:cubicBezTo>
                  <a:pt x="603" y="283"/>
                  <a:pt x="603" y="283"/>
                  <a:pt x="603" y="283"/>
                </a:cubicBezTo>
                <a:cubicBezTo>
                  <a:pt x="604" y="284"/>
                  <a:pt x="604" y="284"/>
                  <a:pt x="604" y="284"/>
                </a:cubicBezTo>
                <a:cubicBezTo>
                  <a:pt x="605" y="286"/>
                  <a:pt x="605" y="288"/>
                  <a:pt x="606" y="289"/>
                </a:cubicBezTo>
                <a:close/>
                <a:moveTo>
                  <a:pt x="606" y="317"/>
                </a:moveTo>
                <a:cubicBezTo>
                  <a:pt x="606" y="328"/>
                  <a:pt x="606" y="328"/>
                  <a:pt x="606" y="328"/>
                </a:cubicBezTo>
                <a:cubicBezTo>
                  <a:pt x="605" y="329"/>
                  <a:pt x="604" y="330"/>
                  <a:pt x="603" y="331"/>
                </a:cubicBezTo>
                <a:cubicBezTo>
                  <a:pt x="603" y="320"/>
                  <a:pt x="603" y="320"/>
                  <a:pt x="603" y="320"/>
                </a:cubicBezTo>
                <a:cubicBezTo>
                  <a:pt x="604" y="319"/>
                  <a:pt x="605" y="318"/>
                  <a:pt x="606" y="317"/>
                </a:cubicBezTo>
                <a:close/>
                <a:moveTo>
                  <a:pt x="606" y="343"/>
                </a:moveTo>
                <a:cubicBezTo>
                  <a:pt x="606" y="381"/>
                  <a:pt x="606" y="381"/>
                  <a:pt x="606" y="381"/>
                </a:cubicBezTo>
                <a:cubicBezTo>
                  <a:pt x="605" y="375"/>
                  <a:pt x="604" y="370"/>
                  <a:pt x="603" y="365"/>
                </a:cubicBezTo>
                <a:cubicBezTo>
                  <a:pt x="603" y="343"/>
                  <a:pt x="603" y="343"/>
                  <a:pt x="603" y="343"/>
                </a:cubicBezTo>
                <a:cubicBezTo>
                  <a:pt x="603" y="344"/>
                  <a:pt x="603" y="344"/>
                  <a:pt x="603" y="344"/>
                </a:cubicBezTo>
                <a:cubicBezTo>
                  <a:pt x="604" y="344"/>
                  <a:pt x="605" y="343"/>
                  <a:pt x="606" y="343"/>
                </a:cubicBezTo>
                <a:close/>
                <a:moveTo>
                  <a:pt x="606" y="389"/>
                </a:moveTo>
                <a:cubicBezTo>
                  <a:pt x="606" y="393"/>
                  <a:pt x="606" y="393"/>
                  <a:pt x="606" y="393"/>
                </a:cubicBezTo>
                <a:cubicBezTo>
                  <a:pt x="606" y="393"/>
                  <a:pt x="606" y="393"/>
                  <a:pt x="606" y="393"/>
                </a:cubicBezTo>
                <a:cubicBezTo>
                  <a:pt x="603" y="393"/>
                  <a:pt x="603" y="393"/>
                  <a:pt x="603" y="393"/>
                </a:cubicBezTo>
                <a:cubicBezTo>
                  <a:pt x="603" y="389"/>
                  <a:pt x="603" y="389"/>
                  <a:pt x="603" y="389"/>
                </a:cubicBezTo>
                <a:cubicBezTo>
                  <a:pt x="606" y="389"/>
                  <a:pt x="606" y="389"/>
                  <a:pt x="606" y="389"/>
                </a:cubicBezTo>
                <a:close/>
                <a:moveTo>
                  <a:pt x="606" y="410"/>
                </a:moveTo>
                <a:cubicBezTo>
                  <a:pt x="606" y="415"/>
                  <a:pt x="606" y="415"/>
                  <a:pt x="606" y="415"/>
                </a:cubicBezTo>
                <a:cubicBezTo>
                  <a:pt x="606" y="415"/>
                  <a:pt x="606" y="415"/>
                  <a:pt x="606" y="415"/>
                </a:cubicBezTo>
                <a:cubicBezTo>
                  <a:pt x="603" y="415"/>
                  <a:pt x="603" y="415"/>
                  <a:pt x="603" y="415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6" y="410"/>
                  <a:pt x="606" y="410"/>
                  <a:pt x="606" y="410"/>
                </a:cubicBezTo>
                <a:close/>
                <a:moveTo>
                  <a:pt x="606" y="421"/>
                </a:moveTo>
                <a:cubicBezTo>
                  <a:pt x="606" y="455"/>
                  <a:pt x="606" y="455"/>
                  <a:pt x="606" y="455"/>
                </a:cubicBezTo>
                <a:cubicBezTo>
                  <a:pt x="606" y="456"/>
                  <a:pt x="606" y="456"/>
                  <a:pt x="606" y="456"/>
                </a:cubicBezTo>
                <a:cubicBezTo>
                  <a:pt x="606" y="456"/>
                  <a:pt x="606" y="456"/>
                  <a:pt x="606" y="456"/>
                </a:cubicBezTo>
                <a:cubicBezTo>
                  <a:pt x="606" y="462"/>
                  <a:pt x="606" y="462"/>
                  <a:pt x="606" y="462"/>
                </a:cubicBezTo>
                <a:cubicBezTo>
                  <a:pt x="603" y="463"/>
                  <a:pt x="603" y="463"/>
                  <a:pt x="603" y="463"/>
                </a:cubicBezTo>
                <a:cubicBezTo>
                  <a:pt x="603" y="463"/>
                  <a:pt x="603" y="463"/>
                  <a:pt x="603" y="463"/>
                </a:cubicBezTo>
                <a:cubicBezTo>
                  <a:pt x="603" y="440"/>
                  <a:pt x="603" y="440"/>
                  <a:pt x="603" y="440"/>
                </a:cubicBezTo>
                <a:cubicBezTo>
                  <a:pt x="605" y="434"/>
                  <a:pt x="605" y="428"/>
                  <a:pt x="606" y="421"/>
                </a:cubicBezTo>
                <a:close/>
                <a:moveTo>
                  <a:pt x="606" y="473"/>
                </a:moveTo>
                <a:cubicBezTo>
                  <a:pt x="606" y="479"/>
                  <a:pt x="606" y="479"/>
                  <a:pt x="606" y="479"/>
                </a:cubicBezTo>
                <a:cubicBezTo>
                  <a:pt x="605" y="479"/>
                  <a:pt x="604" y="479"/>
                  <a:pt x="603" y="479"/>
                </a:cubicBezTo>
                <a:cubicBezTo>
                  <a:pt x="603" y="473"/>
                  <a:pt x="603" y="473"/>
                  <a:pt x="603" y="473"/>
                </a:cubicBezTo>
                <a:cubicBezTo>
                  <a:pt x="604" y="473"/>
                  <a:pt x="605" y="473"/>
                  <a:pt x="606" y="473"/>
                </a:cubicBezTo>
                <a:close/>
                <a:moveTo>
                  <a:pt x="606" y="490"/>
                </a:moveTo>
                <a:cubicBezTo>
                  <a:pt x="606" y="496"/>
                  <a:pt x="606" y="496"/>
                  <a:pt x="606" y="496"/>
                </a:cubicBezTo>
                <a:cubicBezTo>
                  <a:pt x="605" y="496"/>
                  <a:pt x="604" y="496"/>
                  <a:pt x="603" y="496"/>
                </a:cubicBezTo>
                <a:cubicBezTo>
                  <a:pt x="603" y="490"/>
                  <a:pt x="603" y="490"/>
                  <a:pt x="603" y="490"/>
                </a:cubicBezTo>
                <a:cubicBezTo>
                  <a:pt x="604" y="490"/>
                  <a:pt x="605" y="490"/>
                  <a:pt x="606" y="490"/>
                </a:cubicBezTo>
                <a:close/>
                <a:moveTo>
                  <a:pt x="606" y="503"/>
                </a:moveTo>
                <a:cubicBezTo>
                  <a:pt x="606" y="516"/>
                  <a:pt x="606" y="516"/>
                  <a:pt x="606" y="516"/>
                </a:cubicBezTo>
                <a:cubicBezTo>
                  <a:pt x="605" y="517"/>
                  <a:pt x="604" y="519"/>
                  <a:pt x="603" y="521"/>
                </a:cubicBezTo>
                <a:cubicBezTo>
                  <a:pt x="603" y="505"/>
                  <a:pt x="603" y="505"/>
                  <a:pt x="603" y="505"/>
                </a:cubicBezTo>
                <a:cubicBezTo>
                  <a:pt x="604" y="505"/>
                  <a:pt x="605" y="504"/>
                  <a:pt x="606" y="503"/>
                </a:cubicBezTo>
                <a:close/>
                <a:moveTo>
                  <a:pt x="606" y="584"/>
                </a:moveTo>
                <a:cubicBezTo>
                  <a:pt x="606" y="606"/>
                  <a:pt x="606" y="606"/>
                  <a:pt x="606" y="606"/>
                </a:cubicBezTo>
                <a:cubicBezTo>
                  <a:pt x="605" y="605"/>
                  <a:pt x="604" y="605"/>
                  <a:pt x="603" y="604"/>
                </a:cubicBezTo>
                <a:cubicBezTo>
                  <a:pt x="603" y="583"/>
                  <a:pt x="603" y="583"/>
                  <a:pt x="603" y="583"/>
                </a:cubicBezTo>
                <a:cubicBezTo>
                  <a:pt x="604" y="583"/>
                  <a:pt x="605" y="583"/>
                  <a:pt x="606" y="584"/>
                </a:cubicBezTo>
                <a:close/>
                <a:moveTo>
                  <a:pt x="606" y="623"/>
                </a:moveTo>
                <a:cubicBezTo>
                  <a:pt x="606" y="632"/>
                  <a:pt x="606" y="632"/>
                  <a:pt x="606" y="632"/>
                </a:cubicBezTo>
                <a:cubicBezTo>
                  <a:pt x="605" y="634"/>
                  <a:pt x="605" y="635"/>
                  <a:pt x="604" y="637"/>
                </a:cubicBezTo>
                <a:cubicBezTo>
                  <a:pt x="603" y="637"/>
                  <a:pt x="603" y="637"/>
                  <a:pt x="603" y="637"/>
                </a:cubicBezTo>
                <a:cubicBezTo>
                  <a:pt x="603" y="618"/>
                  <a:pt x="603" y="618"/>
                  <a:pt x="603" y="618"/>
                </a:cubicBezTo>
                <a:cubicBezTo>
                  <a:pt x="604" y="620"/>
                  <a:pt x="605" y="621"/>
                  <a:pt x="606" y="623"/>
                </a:cubicBezTo>
                <a:close/>
                <a:moveTo>
                  <a:pt x="606" y="681"/>
                </a:moveTo>
                <a:cubicBezTo>
                  <a:pt x="606" y="690"/>
                  <a:pt x="606" y="690"/>
                  <a:pt x="606" y="690"/>
                </a:cubicBezTo>
                <a:cubicBezTo>
                  <a:pt x="604" y="690"/>
                  <a:pt x="604" y="690"/>
                  <a:pt x="604" y="690"/>
                </a:cubicBezTo>
                <a:cubicBezTo>
                  <a:pt x="606" y="691"/>
                  <a:pt x="606" y="691"/>
                  <a:pt x="606" y="691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5" y="701"/>
                  <a:pt x="604" y="701"/>
                  <a:pt x="603" y="701"/>
                </a:cubicBezTo>
                <a:cubicBezTo>
                  <a:pt x="603" y="683"/>
                  <a:pt x="603" y="683"/>
                  <a:pt x="603" y="683"/>
                </a:cubicBezTo>
                <a:cubicBezTo>
                  <a:pt x="604" y="682"/>
                  <a:pt x="605" y="681"/>
                  <a:pt x="606" y="681"/>
                </a:cubicBezTo>
                <a:close/>
                <a:moveTo>
                  <a:pt x="598" y="55"/>
                </a:moveTo>
                <a:cubicBezTo>
                  <a:pt x="603" y="58"/>
                  <a:pt x="603" y="58"/>
                  <a:pt x="603" y="58"/>
                </a:cubicBezTo>
                <a:cubicBezTo>
                  <a:pt x="603" y="110"/>
                  <a:pt x="603" y="110"/>
                  <a:pt x="603" y="110"/>
                </a:cubicBezTo>
                <a:cubicBezTo>
                  <a:pt x="601" y="110"/>
                  <a:pt x="600" y="109"/>
                  <a:pt x="598" y="108"/>
                </a:cubicBezTo>
                <a:cubicBezTo>
                  <a:pt x="598" y="101"/>
                  <a:pt x="598" y="101"/>
                  <a:pt x="598" y="101"/>
                </a:cubicBezTo>
                <a:cubicBezTo>
                  <a:pt x="598" y="101"/>
                  <a:pt x="599" y="101"/>
                  <a:pt x="600" y="101"/>
                </a:cubicBezTo>
                <a:cubicBezTo>
                  <a:pt x="601" y="101"/>
                  <a:pt x="601" y="101"/>
                  <a:pt x="602" y="101"/>
                </a:cubicBezTo>
                <a:cubicBezTo>
                  <a:pt x="602" y="92"/>
                  <a:pt x="603" y="83"/>
                  <a:pt x="603" y="73"/>
                </a:cubicBezTo>
                <a:cubicBezTo>
                  <a:pt x="601" y="70"/>
                  <a:pt x="599" y="67"/>
                  <a:pt x="598" y="65"/>
                </a:cubicBezTo>
                <a:cubicBezTo>
                  <a:pt x="598" y="55"/>
                  <a:pt x="598" y="55"/>
                  <a:pt x="598" y="55"/>
                </a:cubicBezTo>
                <a:close/>
                <a:moveTo>
                  <a:pt x="603" y="736"/>
                </a:moveTo>
                <a:cubicBezTo>
                  <a:pt x="601" y="737"/>
                  <a:pt x="600" y="739"/>
                  <a:pt x="598" y="740"/>
                </a:cubicBezTo>
                <a:cubicBezTo>
                  <a:pt x="598" y="731"/>
                  <a:pt x="598" y="731"/>
                  <a:pt x="598" y="731"/>
                </a:cubicBezTo>
                <a:cubicBezTo>
                  <a:pt x="598" y="730"/>
                  <a:pt x="599" y="730"/>
                  <a:pt x="600" y="729"/>
                </a:cubicBezTo>
                <a:cubicBezTo>
                  <a:pt x="598" y="728"/>
                  <a:pt x="598" y="728"/>
                  <a:pt x="598" y="728"/>
                </a:cubicBezTo>
                <a:cubicBezTo>
                  <a:pt x="598" y="719"/>
                  <a:pt x="598" y="719"/>
                  <a:pt x="598" y="719"/>
                </a:cubicBezTo>
                <a:cubicBezTo>
                  <a:pt x="600" y="720"/>
                  <a:pt x="601" y="720"/>
                  <a:pt x="603" y="721"/>
                </a:cubicBezTo>
                <a:cubicBezTo>
                  <a:pt x="603" y="736"/>
                  <a:pt x="603" y="736"/>
                  <a:pt x="603" y="736"/>
                </a:cubicBezTo>
                <a:close/>
                <a:moveTo>
                  <a:pt x="603" y="165"/>
                </a:moveTo>
                <a:cubicBezTo>
                  <a:pt x="603" y="170"/>
                  <a:pt x="603" y="170"/>
                  <a:pt x="603" y="170"/>
                </a:cubicBezTo>
                <a:cubicBezTo>
                  <a:pt x="603" y="168"/>
                  <a:pt x="603" y="167"/>
                  <a:pt x="603" y="165"/>
                </a:cubicBezTo>
                <a:cubicBezTo>
                  <a:pt x="603" y="165"/>
                  <a:pt x="603" y="165"/>
                  <a:pt x="603" y="165"/>
                </a:cubicBezTo>
                <a:close/>
                <a:moveTo>
                  <a:pt x="603" y="174"/>
                </a:moveTo>
                <a:cubicBezTo>
                  <a:pt x="603" y="185"/>
                  <a:pt x="603" y="185"/>
                  <a:pt x="603" y="185"/>
                </a:cubicBezTo>
                <a:cubicBezTo>
                  <a:pt x="603" y="185"/>
                  <a:pt x="603" y="185"/>
                  <a:pt x="602" y="185"/>
                </a:cubicBezTo>
                <a:cubicBezTo>
                  <a:pt x="602" y="187"/>
                  <a:pt x="603" y="188"/>
                  <a:pt x="603" y="190"/>
                </a:cubicBezTo>
                <a:cubicBezTo>
                  <a:pt x="603" y="190"/>
                  <a:pt x="603" y="190"/>
                  <a:pt x="603" y="190"/>
                </a:cubicBezTo>
                <a:cubicBezTo>
                  <a:pt x="603" y="205"/>
                  <a:pt x="603" y="205"/>
                  <a:pt x="603" y="205"/>
                </a:cubicBezTo>
                <a:cubicBezTo>
                  <a:pt x="602" y="205"/>
                  <a:pt x="602" y="205"/>
                  <a:pt x="602" y="205"/>
                </a:cubicBezTo>
                <a:cubicBezTo>
                  <a:pt x="602" y="209"/>
                  <a:pt x="602" y="210"/>
                  <a:pt x="603" y="212"/>
                </a:cubicBezTo>
                <a:cubicBezTo>
                  <a:pt x="603" y="233"/>
                  <a:pt x="603" y="233"/>
                  <a:pt x="603" y="233"/>
                </a:cubicBezTo>
                <a:cubicBezTo>
                  <a:pt x="602" y="234"/>
                  <a:pt x="600" y="235"/>
                  <a:pt x="598" y="236"/>
                </a:cubicBezTo>
                <a:cubicBezTo>
                  <a:pt x="598" y="170"/>
                  <a:pt x="598" y="170"/>
                  <a:pt x="598" y="170"/>
                </a:cubicBezTo>
                <a:cubicBezTo>
                  <a:pt x="600" y="171"/>
                  <a:pt x="602" y="173"/>
                  <a:pt x="603" y="174"/>
                </a:cubicBezTo>
                <a:close/>
                <a:moveTo>
                  <a:pt x="603" y="283"/>
                </a:moveTo>
                <a:cubicBezTo>
                  <a:pt x="603" y="302"/>
                  <a:pt x="603" y="302"/>
                  <a:pt x="603" y="302"/>
                </a:cubicBezTo>
                <a:cubicBezTo>
                  <a:pt x="601" y="305"/>
                  <a:pt x="599" y="308"/>
                  <a:pt x="598" y="311"/>
                </a:cubicBezTo>
                <a:cubicBezTo>
                  <a:pt x="598" y="300"/>
                  <a:pt x="598" y="300"/>
                  <a:pt x="598" y="300"/>
                </a:cubicBezTo>
                <a:cubicBezTo>
                  <a:pt x="600" y="296"/>
                  <a:pt x="600" y="292"/>
                  <a:pt x="598" y="286"/>
                </a:cubicBezTo>
                <a:cubicBezTo>
                  <a:pt x="598" y="277"/>
                  <a:pt x="598" y="277"/>
                  <a:pt x="598" y="277"/>
                </a:cubicBezTo>
                <a:cubicBezTo>
                  <a:pt x="599" y="279"/>
                  <a:pt x="601" y="281"/>
                  <a:pt x="603" y="283"/>
                </a:cubicBezTo>
                <a:close/>
                <a:moveTo>
                  <a:pt x="603" y="320"/>
                </a:moveTo>
                <a:cubicBezTo>
                  <a:pt x="603" y="331"/>
                  <a:pt x="603" y="331"/>
                  <a:pt x="603" y="331"/>
                </a:cubicBezTo>
                <a:cubicBezTo>
                  <a:pt x="603" y="332"/>
                  <a:pt x="603" y="332"/>
                  <a:pt x="603" y="332"/>
                </a:cubicBezTo>
                <a:cubicBezTo>
                  <a:pt x="603" y="336"/>
                  <a:pt x="603" y="340"/>
                  <a:pt x="603" y="343"/>
                </a:cubicBezTo>
                <a:cubicBezTo>
                  <a:pt x="603" y="365"/>
                  <a:pt x="603" y="365"/>
                  <a:pt x="603" y="365"/>
                </a:cubicBezTo>
                <a:cubicBezTo>
                  <a:pt x="602" y="357"/>
                  <a:pt x="601" y="350"/>
                  <a:pt x="598" y="343"/>
                </a:cubicBezTo>
                <a:cubicBezTo>
                  <a:pt x="598" y="342"/>
                  <a:pt x="598" y="342"/>
                  <a:pt x="598" y="342"/>
                </a:cubicBezTo>
                <a:cubicBezTo>
                  <a:pt x="598" y="326"/>
                  <a:pt x="598" y="326"/>
                  <a:pt x="598" y="326"/>
                </a:cubicBezTo>
                <a:cubicBezTo>
                  <a:pt x="600" y="326"/>
                  <a:pt x="600" y="326"/>
                  <a:pt x="600" y="326"/>
                </a:cubicBezTo>
                <a:cubicBezTo>
                  <a:pt x="601" y="324"/>
                  <a:pt x="602" y="322"/>
                  <a:pt x="603" y="320"/>
                </a:cubicBezTo>
                <a:close/>
                <a:moveTo>
                  <a:pt x="603" y="389"/>
                </a:moveTo>
                <a:cubicBezTo>
                  <a:pt x="603" y="393"/>
                  <a:pt x="603" y="393"/>
                  <a:pt x="603" y="393"/>
                </a:cubicBezTo>
                <a:cubicBezTo>
                  <a:pt x="600" y="393"/>
                  <a:pt x="600" y="393"/>
                  <a:pt x="600" y="393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3" y="415"/>
                  <a:pt x="603" y="415"/>
                  <a:pt x="603" y="415"/>
                </a:cubicBezTo>
                <a:cubicBezTo>
                  <a:pt x="598" y="415"/>
                  <a:pt x="598" y="415"/>
                  <a:pt x="598" y="415"/>
                </a:cubicBezTo>
                <a:cubicBezTo>
                  <a:pt x="598" y="410"/>
                  <a:pt x="598" y="410"/>
                  <a:pt x="598" y="410"/>
                </a:cubicBezTo>
                <a:cubicBezTo>
                  <a:pt x="598" y="410"/>
                  <a:pt x="599" y="410"/>
                  <a:pt x="599" y="410"/>
                </a:cubicBezTo>
                <a:cubicBezTo>
                  <a:pt x="599" y="408"/>
                  <a:pt x="598" y="405"/>
                  <a:pt x="598" y="403"/>
                </a:cubicBezTo>
                <a:cubicBezTo>
                  <a:pt x="598" y="389"/>
                  <a:pt x="598" y="389"/>
                  <a:pt x="598" y="389"/>
                </a:cubicBezTo>
                <a:cubicBezTo>
                  <a:pt x="603" y="389"/>
                  <a:pt x="603" y="389"/>
                  <a:pt x="603" y="389"/>
                </a:cubicBezTo>
                <a:close/>
                <a:moveTo>
                  <a:pt x="603" y="440"/>
                </a:moveTo>
                <a:cubicBezTo>
                  <a:pt x="603" y="463"/>
                  <a:pt x="603" y="463"/>
                  <a:pt x="603" y="463"/>
                </a:cubicBezTo>
                <a:cubicBezTo>
                  <a:pt x="602" y="466"/>
                  <a:pt x="601" y="470"/>
                  <a:pt x="600" y="474"/>
                </a:cubicBezTo>
                <a:cubicBezTo>
                  <a:pt x="603" y="473"/>
                  <a:pt x="603" y="473"/>
                  <a:pt x="603" y="473"/>
                </a:cubicBezTo>
                <a:cubicBezTo>
                  <a:pt x="603" y="479"/>
                  <a:pt x="603" y="479"/>
                  <a:pt x="603" y="479"/>
                </a:cubicBezTo>
                <a:cubicBezTo>
                  <a:pt x="601" y="480"/>
                  <a:pt x="599" y="481"/>
                  <a:pt x="598" y="482"/>
                </a:cubicBezTo>
                <a:cubicBezTo>
                  <a:pt x="598" y="462"/>
                  <a:pt x="598" y="462"/>
                  <a:pt x="598" y="462"/>
                </a:cubicBezTo>
                <a:cubicBezTo>
                  <a:pt x="598" y="462"/>
                  <a:pt x="599" y="461"/>
                  <a:pt x="599" y="461"/>
                </a:cubicBezTo>
                <a:cubicBezTo>
                  <a:pt x="601" y="453"/>
                  <a:pt x="602" y="447"/>
                  <a:pt x="603" y="440"/>
                </a:cubicBezTo>
                <a:close/>
                <a:moveTo>
                  <a:pt x="603" y="490"/>
                </a:moveTo>
                <a:cubicBezTo>
                  <a:pt x="603" y="496"/>
                  <a:pt x="603" y="496"/>
                  <a:pt x="603" y="496"/>
                </a:cubicBezTo>
                <a:cubicBezTo>
                  <a:pt x="601" y="496"/>
                  <a:pt x="599" y="497"/>
                  <a:pt x="598" y="497"/>
                </a:cubicBezTo>
                <a:cubicBezTo>
                  <a:pt x="598" y="491"/>
                  <a:pt x="598" y="491"/>
                  <a:pt x="598" y="491"/>
                </a:cubicBezTo>
                <a:cubicBezTo>
                  <a:pt x="600" y="490"/>
                  <a:pt x="602" y="490"/>
                  <a:pt x="603" y="490"/>
                </a:cubicBezTo>
                <a:close/>
                <a:moveTo>
                  <a:pt x="603" y="505"/>
                </a:moveTo>
                <a:cubicBezTo>
                  <a:pt x="603" y="521"/>
                  <a:pt x="603" y="521"/>
                  <a:pt x="603" y="521"/>
                </a:cubicBezTo>
                <a:cubicBezTo>
                  <a:pt x="601" y="524"/>
                  <a:pt x="600" y="527"/>
                  <a:pt x="598" y="530"/>
                </a:cubicBezTo>
                <a:cubicBezTo>
                  <a:pt x="598" y="518"/>
                  <a:pt x="598" y="518"/>
                  <a:pt x="598" y="518"/>
                </a:cubicBezTo>
                <a:cubicBezTo>
                  <a:pt x="599" y="517"/>
                  <a:pt x="600" y="516"/>
                  <a:pt x="601" y="514"/>
                </a:cubicBezTo>
                <a:cubicBezTo>
                  <a:pt x="600" y="514"/>
                  <a:pt x="599" y="514"/>
                  <a:pt x="598" y="514"/>
                </a:cubicBezTo>
                <a:cubicBezTo>
                  <a:pt x="598" y="507"/>
                  <a:pt x="598" y="507"/>
                  <a:pt x="598" y="507"/>
                </a:cubicBezTo>
                <a:cubicBezTo>
                  <a:pt x="600" y="507"/>
                  <a:pt x="602" y="506"/>
                  <a:pt x="603" y="505"/>
                </a:cubicBezTo>
                <a:close/>
                <a:moveTo>
                  <a:pt x="603" y="583"/>
                </a:moveTo>
                <a:cubicBezTo>
                  <a:pt x="603" y="604"/>
                  <a:pt x="603" y="604"/>
                  <a:pt x="603" y="604"/>
                </a:cubicBezTo>
                <a:cubicBezTo>
                  <a:pt x="602" y="603"/>
                  <a:pt x="600" y="601"/>
                  <a:pt x="598" y="599"/>
                </a:cubicBezTo>
                <a:cubicBezTo>
                  <a:pt x="598" y="584"/>
                  <a:pt x="598" y="584"/>
                  <a:pt x="598" y="584"/>
                </a:cubicBezTo>
                <a:cubicBezTo>
                  <a:pt x="599" y="582"/>
                  <a:pt x="599" y="582"/>
                  <a:pt x="599" y="582"/>
                </a:cubicBezTo>
                <a:cubicBezTo>
                  <a:pt x="600" y="582"/>
                  <a:pt x="601" y="583"/>
                  <a:pt x="603" y="583"/>
                </a:cubicBezTo>
                <a:close/>
                <a:moveTo>
                  <a:pt x="603" y="618"/>
                </a:moveTo>
                <a:cubicBezTo>
                  <a:pt x="603" y="637"/>
                  <a:pt x="603" y="637"/>
                  <a:pt x="603" y="637"/>
                </a:cubicBezTo>
                <a:cubicBezTo>
                  <a:pt x="601" y="639"/>
                  <a:pt x="599" y="640"/>
                  <a:pt x="598" y="641"/>
                </a:cubicBezTo>
                <a:cubicBezTo>
                  <a:pt x="598" y="610"/>
                  <a:pt x="598" y="610"/>
                  <a:pt x="598" y="610"/>
                </a:cubicBezTo>
                <a:cubicBezTo>
                  <a:pt x="600" y="612"/>
                  <a:pt x="602" y="615"/>
                  <a:pt x="603" y="618"/>
                </a:cubicBezTo>
                <a:close/>
                <a:moveTo>
                  <a:pt x="603" y="683"/>
                </a:moveTo>
                <a:cubicBezTo>
                  <a:pt x="603" y="701"/>
                  <a:pt x="603" y="701"/>
                  <a:pt x="603" y="701"/>
                </a:cubicBezTo>
                <a:cubicBezTo>
                  <a:pt x="601" y="700"/>
                  <a:pt x="600" y="700"/>
                  <a:pt x="598" y="700"/>
                </a:cubicBezTo>
                <a:cubicBezTo>
                  <a:pt x="598" y="688"/>
                  <a:pt x="598" y="688"/>
                  <a:pt x="598" y="688"/>
                </a:cubicBezTo>
                <a:cubicBezTo>
                  <a:pt x="600" y="686"/>
                  <a:pt x="602" y="684"/>
                  <a:pt x="603" y="683"/>
                </a:cubicBezTo>
                <a:close/>
                <a:moveTo>
                  <a:pt x="592" y="52"/>
                </a:moveTo>
                <a:cubicBezTo>
                  <a:pt x="593" y="52"/>
                  <a:pt x="594" y="52"/>
                  <a:pt x="595" y="53"/>
                </a:cubicBezTo>
                <a:cubicBezTo>
                  <a:pt x="598" y="55"/>
                  <a:pt x="598" y="55"/>
                  <a:pt x="598" y="55"/>
                </a:cubicBezTo>
                <a:cubicBezTo>
                  <a:pt x="598" y="65"/>
                  <a:pt x="598" y="65"/>
                  <a:pt x="598" y="65"/>
                </a:cubicBezTo>
                <a:cubicBezTo>
                  <a:pt x="596" y="63"/>
                  <a:pt x="594" y="62"/>
                  <a:pt x="592" y="61"/>
                </a:cubicBezTo>
                <a:cubicBezTo>
                  <a:pt x="592" y="52"/>
                  <a:pt x="592" y="52"/>
                  <a:pt x="592" y="52"/>
                </a:cubicBezTo>
                <a:close/>
                <a:moveTo>
                  <a:pt x="598" y="740"/>
                </a:moveTo>
                <a:cubicBezTo>
                  <a:pt x="596" y="741"/>
                  <a:pt x="594" y="742"/>
                  <a:pt x="592" y="743"/>
                </a:cubicBezTo>
                <a:cubicBezTo>
                  <a:pt x="592" y="734"/>
                  <a:pt x="592" y="734"/>
                  <a:pt x="592" y="734"/>
                </a:cubicBezTo>
                <a:cubicBezTo>
                  <a:pt x="594" y="734"/>
                  <a:pt x="596" y="732"/>
                  <a:pt x="598" y="731"/>
                </a:cubicBezTo>
                <a:cubicBezTo>
                  <a:pt x="598" y="740"/>
                  <a:pt x="598" y="740"/>
                  <a:pt x="598" y="740"/>
                </a:cubicBezTo>
                <a:close/>
                <a:moveTo>
                  <a:pt x="598" y="101"/>
                </a:moveTo>
                <a:cubicBezTo>
                  <a:pt x="598" y="108"/>
                  <a:pt x="598" y="108"/>
                  <a:pt x="598" y="108"/>
                </a:cubicBezTo>
                <a:cubicBezTo>
                  <a:pt x="596" y="107"/>
                  <a:pt x="594" y="106"/>
                  <a:pt x="592" y="105"/>
                </a:cubicBezTo>
                <a:cubicBezTo>
                  <a:pt x="592" y="97"/>
                  <a:pt x="592" y="97"/>
                  <a:pt x="592" y="97"/>
                </a:cubicBezTo>
                <a:cubicBezTo>
                  <a:pt x="594" y="98"/>
                  <a:pt x="596" y="99"/>
                  <a:pt x="598" y="101"/>
                </a:cubicBezTo>
                <a:close/>
                <a:moveTo>
                  <a:pt x="598" y="170"/>
                </a:moveTo>
                <a:cubicBezTo>
                  <a:pt x="598" y="236"/>
                  <a:pt x="598" y="236"/>
                  <a:pt x="598" y="236"/>
                </a:cubicBezTo>
                <a:cubicBezTo>
                  <a:pt x="597" y="237"/>
                  <a:pt x="597" y="237"/>
                  <a:pt x="596" y="237"/>
                </a:cubicBezTo>
                <a:cubicBezTo>
                  <a:pt x="591" y="228"/>
                  <a:pt x="596" y="228"/>
                  <a:pt x="596" y="219"/>
                </a:cubicBezTo>
                <a:cubicBezTo>
                  <a:pt x="594" y="218"/>
                  <a:pt x="593" y="216"/>
                  <a:pt x="592" y="215"/>
                </a:cubicBezTo>
                <a:cubicBezTo>
                  <a:pt x="592" y="200"/>
                  <a:pt x="592" y="200"/>
                  <a:pt x="592" y="200"/>
                </a:cubicBezTo>
                <a:cubicBezTo>
                  <a:pt x="593" y="200"/>
                  <a:pt x="594" y="199"/>
                  <a:pt x="595" y="198"/>
                </a:cubicBezTo>
                <a:cubicBezTo>
                  <a:pt x="595" y="197"/>
                  <a:pt x="595" y="196"/>
                  <a:pt x="595" y="195"/>
                </a:cubicBezTo>
                <a:cubicBezTo>
                  <a:pt x="594" y="195"/>
                  <a:pt x="593" y="195"/>
                  <a:pt x="592" y="196"/>
                </a:cubicBezTo>
                <a:cubicBezTo>
                  <a:pt x="592" y="183"/>
                  <a:pt x="592" y="183"/>
                  <a:pt x="592" y="183"/>
                </a:cubicBezTo>
                <a:cubicBezTo>
                  <a:pt x="593" y="183"/>
                  <a:pt x="593" y="183"/>
                  <a:pt x="594" y="182"/>
                </a:cubicBezTo>
                <a:cubicBezTo>
                  <a:pt x="593" y="182"/>
                  <a:pt x="593" y="181"/>
                  <a:pt x="592" y="181"/>
                </a:cubicBezTo>
                <a:cubicBezTo>
                  <a:pt x="592" y="167"/>
                  <a:pt x="592" y="167"/>
                  <a:pt x="592" y="167"/>
                </a:cubicBezTo>
                <a:cubicBezTo>
                  <a:pt x="594" y="167"/>
                  <a:pt x="596" y="169"/>
                  <a:pt x="598" y="170"/>
                </a:cubicBezTo>
                <a:close/>
                <a:moveTo>
                  <a:pt x="598" y="277"/>
                </a:moveTo>
                <a:cubicBezTo>
                  <a:pt x="598" y="286"/>
                  <a:pt x="598" y="286"/>
                  <a:pt x="598" y="286"/>
                </a:cubicBezTo>
                <a:cubicBezTo>
                  <a:pt x="597" y="285"/>
                  <a:pt x="596" y="283"/>
                  <a:pt x="596" y="282"/>
                </a:cubicBezTo>
                <a:cubicBezTo>
                  <a:pt x="594" y="284"/>
                  <a:pt x="593" y="286"/>
                  <a:pt x="592" y="288"/>
                </a:cubicBezTo>
                <a:cubicBezTo>
                  <a:pt x="592" y="266"/>
                  <a:pt x="592" y="266"/>
                  <a:pt x="592" y="266"/>
                </a:cubicBezTo>
                <a:cubicBezTo>
                  <a:pt x="593" y="268"/>
                  <a:pt x="594" y="269"/>
                  <a:pt x="594" y="270"/>
                </a:cubicBezTo>
                <a:cubicBezTo>
                  <a:pt x="595" y="273"/>
                  <a:pt x="596" y="275"/>
                  <a:pt x="598" y="277"/>
                </a:cubicBezTo>
                <a:close/>
                <a:moveTo>
                  <a:pt x="598" y="300"/>
                </a:moveTo>
                <a:cubicBezTo>
                  <a:pt x="598" y="311"/>
                  <a:pt x="598" y="311"/>
                  <a:pt x="598" y="311"/>
                </a:cubicBezTo>
                <a:cubicBezTo>
                  <a:pt x="596" y="315"/>
                  <a:pt x="595" y="319"/>
                  <a:pt x="597" y="326"/>
                </a:cubicBezTo>
                <a:cubicBezTo>
                  <a:pt x="598" y="326"/>
                  <a:pt x="598" y="326"/>
                  <a:pt x="598" y="326"/>
                </a:cubicBezTo>
                <a:cubicBezTo>
                  <a:pt x="598" y="342"/>
                  <a:pt x="598" y="342"/>
                  <a:pt x="598" y="342"/>
                </a:cubicBezTo>
                <a:cubicBezTo>
                  <a:pt x="596" y="336"/>
                  <a:pt x="595" y="330"/>
                  <a:pt x="592" y="324"/>
                </a:cubicBezTo>
                <a:cubicBezTo>
                  <a:pt x="592" y="308"/>
                  <a:pt x="592" y="308"/>
                  <a:pt x="592" y="308"/>
                </a:cubicBezTo>
                <a:cubicBezTo>
                  <a:pt x="595" y="305"/>
                  <a:pt x="596" y="302"/>
                  <a:pt x="598" y="300"/>
                </a:cubicBezTo>
                <a:close/>
                <a:moveTo>
                  <a:pt x="598" y="389"/>
                </a:moveTo>
                <a:cubicBezTo>
                  <a:pt x="598" y="403"/>
                  <a:pt x="598" y="403"/>
                  <a:pt x="598" y="403"/>
                </a:cubicBezTo>
                <a:cubicBezTo>
                  <a:pt x="597" y="400"/>
                  <a:pt x="597" y="397"/>
                  <a:pt x="596" y="395"/>
                </a:cubicBezTo>
                <a:cubicBezTo>
                  <a:pt x="595" y="394"/>
                  <a:pt x="594" y="394"/>
                  <a:pt x="592" y="394"/>
                </a:cubicBezTo>
                <a:cubicBezTo>
                  <a:pt x="592" y="390"/>
                  <a:pt x="592" y="390"/>
                  <a:pt x="592" y="390"/>
                </a:cubicBezTo>
                <a:cubicBezTo>
                  <a:pt x="598" y="389"/>
                  <a:pt x="598" y="389"/>
                  <a:pt x="598" y="389"/>
                </a:cubicBezTo>
                <a:close/>
                <a:moveTo>
                  <a:pt x="598" y="410"/>
                </a:moveTo>
                <a:cubicBezTo>
                  <a:pt x="598" y="415"/>
                  <a:pt x="598" y="415"/>
                  <a:pt x="598" y="415"/>
                </a:cubicBezTo>
                <a:cubicBezTo>
                  <a:pt x="592" y="415"/>
                  <a:pt x="592" y="415"/>
                  <a:pt x="592" y="415"/>
                </a:cubicBezTo>
                <a:cubicBezTo>
                  <a:pt x="592" y="410"/>
                  <a:pt x="592" y="410"/>
                  <a:pt x="592" y="410"/>
                </a:cubicBezTo>
                <a:cubicBezTo>
                  <a:pt x="592" y="410"/>
                  <a:pt x="592" y="411"/>
                  <a:pt x="593" y="411"/>
                </a:cubicBezTo>
                <a:cubicBezTo>
                  <a:pt x="594" y="411"/>
                  <a:pt x="596" y="410"/>
                  <a:pt x="598" y="410"/>
                </a:cubicBezTo>
                <a:close/>
                <a:moveTo>
                  <a:pt x="598" y="462"/>
                </a:moveTo>
                <a:cubicBezTo>
                  <a:pt x="598" y="482"/>
                  <a:pt x="598" y="482"/>
                  <a:pt x="598" y="482"/>
                </a:cubicBezTo>
                <a:cubicBezTo>
                  <a:pt x="596" y="484"/>
                  <a:pt x="594" y="487"/>
                  <a:pt x="593" y="491"/>
                </a:cubicBezTo>
                <a:cubicBezTo>
                  <a:pt x="594" y="491"/>
                  <a:pt x="596" y="491"/>
                  <a:pt x="598" y="491"/>
                </a:cubicBezTo>
                <a:cubicBezTo>
                  <a:pt x="598" y="497"/>
                  <a:pt x="598" y="497"/>
                  <a:pt x="598" y="497"/>
                </a:cubicBezTo>
                <a:cubicBezTo>
                  <a:pt x="596" y="497"/>
                  <a:pt x="594" y="497"/>
                  <a:pt x="592" y="498"/>
                </a:cubicBezTo>
                <a:cubicBezTo>
                  <a:pt x="592" y="479"/>
                  <a:pt x="592" y="479"/>
                  <a:pt x="592" y="479"/>
                </a:cubicBezTo>
                <a:cubicBezTo>
                  <a:pt x="594" y="474"/>
                  <a:pt x="596" y="469"/>
                  <a:pt x="597" y="464"/>
                </a:cubicBezTo>
                <a:cubicBezTo>
                  <a:pt x="597" y="463"/>
                  <a:pt x="597" y="463"/>
                  <a:pt x="598" y="462"/>
                </a:cubicBezTo>
                <a:close/>
                <a:moveTo>
                  <a:pt x="598" y="507"/>
                </a:moveTo>
                <a:cubicBezTo>
                  <a:pt x="598" y="514"/>
                  <a:pt x="598" y="514"/>
                  <a:pt x="598" y="514"/>
                </a:cubicBezTo>
                <a:cubicBezTo>
                  <a:pt x="596" y="514"/>
                  <a:pt x="594" y="514"/>
                  <a:pt x="592" y="514"/>
                </a:cubicBezTo>
                <a:cubicBezTo>
                  <a:pt x="592" y="507"/>
                  <a:pt x="592" y="507"/>
                  <a:pt x="592" y="507"/>
                </a:cubicBezTo>
                <a:cubicBezTo>
                  <a:pt x="594" y="507"/>
                  <a:pt x="596" y="507"/>
                  <a:pt x="598" y="507"/>
                </a:cubicBezTo>
                <a:close/>
                <a:moveTo>
                  <a:pt x="598" y="518"/>
                </a:moveTo>
                <a:cubicBezTo>
                  <a:pt x="598" y="530"/>
                  <a:pt x="598" y="530"/>
                  <a:pt x="598" y="530"/>
                </a:cubicBezTo>
                <a:cubicBezTo>
                  <a:pt x="596" y="533"/>
                  <a:pt x="594" y="535"/>
                  <a:pt x="592" y="538"/>
                </a:cubicBezTo>
                <a:cubicBezTo>
                  <a:pt x="592" y="523"/>
                  <a:pt x="592" y="523"/>
                  <a:pt x="592" y="523"/>
                </a:cubicBezTo>
                <a:cubicBezTo>
                  <a:pt x="594" y="522"/>
                  <a:pt x="596" y="521"/>
                  <a:pt x="598" y="518"/>
                </a:cubicBezTo>
                <a:close/>
                <a:moveTo>
                  <a:pt x="598" y="584"/>
                </a:moveTo>
                <a:cubicBezTo>
                  <a:pt x="598" y="599"/>
                  <a:pt x="598" y="599"/>
                  <a:pt x="598" y="599"/>
                </a:cubicBezTo>
                <a:cubicBezTo>
                  <a:pt x="596" y="598"/>
                  <a:pt x="594" y="596"/>
                  <a:pt x="592" y="595"/>
                </a:cubicBezTo>
                <a:cubicBezTo>
                  <a:pt x="592" y="591"/>
                  <a:pt x="592" y="591"/>
                  <a:pt x="592" y="591"/>
                </a:cubicBezTo>
                <a:cubicBezTo>
                  <a:pt x="594" y="588"/>
                  <a:pt x="596" y="586"/>
                  <a:pt x="598" y="584"/>
                </a:cubicBezTo>
                <a:close/>
                <a:moveTo>
                  <a:pt x="598" y="610"/>
                </a:moveTo>
                <a:cubicBezTo>
                  <a:pt x="598" y="641"/>
                  <a:pt x="598" y="641"/>
                  <a:pt x="598" y="641"/>
                </a:cubicBezTo>
                <a:cubicBezTo>
                  <a:pt x="596" y="643"/>
                  <a:pt x="594" y="643"/>
                  <a:pt x="592" y="644"/>
                </a:cubicBezTo>
                <a:cubicBezTo>
                  <a:pt x="592" y="634"/>
                  <a:pt x="592" y="634"/>
                  <a:pt x="592" y="634"/>
                </a:cubicBezTo>
                <a:cubicBezTo>
                  <a:pt x="597" y="631"/>
                  <a:pt x="596" y="626"/>
                  <a:pt x="592" y="621"/>
                </a:cubicBezTo>
                <a:cubicBezTo>
                  <a:pt x="592" y="603"/>
                  <a:pt x="592" y="603"/>
                  <a:pt x="592" y="603"/>
                </a:cubicBezTo>
                <a:cubicBezTo>
                  <a:pt x="594" y="605"/>
                  <a:pt x="596" y="608"/>
                  <a:pt x="598" y="610"/>
                </a:cubicBezTo>
                <a:close/>
                <a:moveTo>
                  <a:pt x="598" y="688"/>
                </a:moveTo>
                <a:cubicBezTo>
                  <a:pt x="598" y="700"/>
                  <a:pt x="598" y="700"/>
                  <a:pt x="598" y="700"/>
                </a:cubicBezTo>
                <a:cubicBezTo>
                  <a:pt x="596" y="700"/>
                  <a:pt x="594" y="700"/>
                  <a:pt x="592" y="700"/>
                </a:cubicBezTo>
                <a:cubicBezTo>
                  <a:pt x="592" y="691"/>
                  <a:pt x="592" y="691"/>
                  <a:pt x="592" y="691"/>
                </a:cubicBezTo>
                <a:cubicBezTo>
                  <a:pt x="593" y="691"/>
                  <a:pt x="593" y="691"/>
                  <a:pt x="594" y="690"/>
                </a:cubicBezTo>
                <a:cubicBezTo>
                  <a:pt x="595" y="690"/>
                  <a:pt x="596" y="688"/>
                  <a:pt x="598" y="688"/>
                </a:cubicBezTo>
                <a:close/>
                <a:moveTo>
                  <a:pt x="598" y="719"/>
                </a:moveTo>
                <a:cubicBezTo>
                  <a:pt x="598" y="728"/>
                  <a:pt x="598" y="728"/>
                  <a:pt x="598" y="728"/>
                </a:cubicBezTo>
                <a:cubicBezTo>
                  <a:pt x="595" y="728"/>
                  <a:pt x="594" y="727"/>
                  <a:pt x="592" y="726"/>
                </a:cubicBezTo>
                <a:cubicBezTo>
                  <a:pt x="592" y="715"/>
                  <a:pt x="592" y="715"/>
                  <a:pt x="592" y="715"/>
                </a:cubicBezTo>
                <a:cubicBezTo>
                  <a:pt x="594" y="717"/>
                  <a:pt x="596" y="717"/>
                  <a:pt x="598" y="719"/>
                </a:cubicBezTo>
                <a:close/>
                <a:moveTo>
                  <a:pt x="592" y="147"/>
                </a:moveTo>
                <a:cubicBezTo>
                  <a:pt x="592" y="134"/>
                  <a:pt x="592" y="134"/>
                  <a:pt x="592" y="134"/>
                </a:cubicBezTo>
                <a:cubicBezTo>
                  <a:pt x="594" y="135"/>
                  <a:pt x="595" y="136"/>
                  <a:pt x="596" y="137"/>
                </a:cubicBezTo>
                <a:cubicBezTo>
                  <a:pt x="596" y="139"/>
                  <a:pt x="596" y="141"/>
                  <a:pt x="597" y="144"/>
                </a:cubicBezTo>
                <a:cubicBezTo>
                  <a:pt x="595" y="146"/>
                  <a:pt x="594" y="146"/>
                  <a:pt x="592" y="147"/>
                </a:cubicBezTo>
                <a:close/>
                <a:moveTo>
                  <a:pt x="589" y="50"/>
                </a:moveTo>
                <a:cubicBezTo>
                  <a:pt x="590" y="51"/>
                  <a:pt x="591" y="51"/>
                  <a:pt x="592" y="52"/>
                </a:cubicBezTo>
                <a:cubicBezTo>
                  <a:pt x="592" y="61"/>
                  <a:pt x="592" y="61"/>
                  <a:pt x="592" y="61"/>
                </a:cubicBezTo>
                <a:cubicBezTo>
                  <a:pt x="591" y="60"/>
                  <a:pt x="590" y="60"/>
                  <a:pt x="589" y="59"/>
                </a:cubicBezTo>
                <a:cubicBezTo>
                  <a:pt x="589" y="50"/>
                  <a:pt x="589" y="50"/>
                  <a:pt x="589" y="50"/>
                </a:cubicBezTo>
                <a:close/>
                <a:moveTo>
                  <a:pt x="592" y="743"/>
                </a:moveTo>
                <a:cubicBezTo>
                  <a:pt x="591" y="744"/>
                  <a:pt x="590" y="744"/>
                  <a:pt x="589" y="745"/>
                </a:cubicBezTo>
                <a:cubicBezTo>
                  <a:pt x="589" y="736"/>
                  <a:pt x="589" y="736"/>
                  <a:pt x="589" y="736"/>
                </a:cubicBezTo>
                <a:cubicBezTo>
                  <a:pt x="590" y="735"/>
                  <a:pt x="591" y="735"/>
                  <a:pt x="592" y="734"/>
                </a:cubicBezTo>
                <a:cubicBezTo>
                  <a:pt x="592" y="743"/>
                  <a:pt x="592" y="743"/>
                  <a:pt x="592" y="743"/>
                </a:cubicBezTo>
                <a:close/>
                <a:moveTo>
                  <a:pt x="592" y="97"/>
                </a:moveTo>
                <a:cubicBezTo>
                  <a:pt x="592" y="105"/>
                  <a:pt x="592" y="105"/>
                  <a:pt x="592" y="105"/>
                </a:cubicBezTo>
                <a:cubicBezTo>
                  <a:pt x="591" y="105"/>
                  <a:pt x="590" y="104"/>
                  <a:pt x="589" y="104"/>
                </a:cubicBezTo>
                <a:cubicBezTo>
                  <a:pt x="589" y="94"/>
                  <a:pt x="589" y="94"/>
                  <a:pt x="589" y="94"/>
                </a:cubicBezTo>
                <a:cubicBezTo>
                  <a:pt x="590" y="95"/>
                  <a:pt x="591" y="96"/>
                  <a:pt x="592" y="97"/>
                </a:cubicBezTo>
                <a:close/>
                <a:moveTo>
                  <a:pt x="592" y="134"/>
                </a:moveTo>
                <a:cubicBezTo>
                  <a:pt x="592" y="147"/>
                  <a:pt x="592" y="147"/>
                  <a:pt x="592" y="147"/>
                </a:cubicBezTo>
                <a:cubicBezTo>
                  <a:pt x="591" y="147"/>
                  <a:pt x="590" y="147"/>
                  <a:pt x="589" y="147"/>
                </a:cubicBezTo>
                <a:cubicBezTo>
                  <a:pt x="589" y="133"/>
                  <a:pt x="589" y="133"/>
                  <a:pt x="589" y="133"/>
                </a:cubicBezTo>
                <a:cubicBezTo>
                  <a:pt x="590" y="133"/>
                  <a:pt x="591" y="134"/>
                  <a:pt x="592" y="134"/>
                </a:cubicBezTo>
                <a:close/>
                <a:moveTo>
                  <a:pt x="592" y="167"/>
                </a:moveTo>
                <a:cubicBezTo>
                  <a:pt x="592" y="181"/>
                  <a:pt x="592" y="181"/>
                  <a:pt x="592" y="181"/>
                </a:cubicBezTo>
                <a:cubicBezTo>
                  <a:pt x="591" y="180"/>
                  <a:pt x="590" y="179"/>
                  <a:pt x="589" y="178"/>
                </a:cubicBezTo>
                <a:cubicBezTo>
                  <a:pt x="589" y="166"/>
                  <a:pt x="589" y="166"/>
                  <a:pt x="589" y="166"/>
                </a:cubicBezTo>
                <a:cubicBezTo>
                  <a:pt x="590" y="166"/>
                  <a:pt x="591" y="166"/>
                  <a:pt x="592" y="167"/>
                </a:cubicBezTo>
                <a:close/>
                <a:moveTo>
                  <a:pt x="592" y="183"/>
                </a:moveTo>
                <a:cubicBezTo>
                  <a:pt x="592" y="196"/>
                  <a:pt x="592" y="196"/>
                  <a:pt x="592" y="196"/>
                </a:cubicBezTo>
                <a:cubicBezTo>
                  <a:pt x="591" y="196"/>
                  <a:pt x="590" y="196"/>
                  <a:pt x="589" y="196"/>
                </a:cubicBezTo>
                <a:cubicBezTo>
                  <a:pt x="589" y="185"/>
                  <a:pt x="589" y="185"/>
                  <a:pt x="589" y="185"/>
                </a:cubicBezTo>
                <a:cubicBezTo>
                  <a:pt x="590" y="184"/>
                  <a:pt x="591" y="184"/>
                  <a:pt x="592" y="183"/>
                </a:cubicBezTo>
                <a:close/>
                <a:moveTo>
                  <a:pt x="592" y="200"/>
                </a:moveTo>
                <a:cubicBezTo>
                  <a:pt x="592" y="215"/>
                  <a:pt x="592" y="215"/>
                  <a:pt x="592" y="215"/>
                </a:cubicBezTo>
                <a:cubicBezTo>
                  <a:pt x="589" y="211"/>
                  <a:pt x="589" y="211"/>
                  <a:pt x="589" y="211"/>
                </a:cubicBezTo>
                <a:cubicBezTo>
                  <a:pt x="589" y="201"/>
                  <a:pt x="589" y="201"/>
                  <a:pt x="589" y="201"/>
                </a:cubicBezTo>
                <a:cubicBezTo>
                  <a:pt x="591" y="200"/>
                  <a:pt x="592" y="200"/>
                  <a:pt x="592" y="200"/>
                </a:cubicBezTo>
                <a:close/>
                <a:moveTo>
                  <a:pt x="592" y="266"/>
                </a:moveTo>
                <a:cubicBezTo>
                  <a:pt x="592" y="288"/>
                  <a:pt x="592" y="288"/>
                  <a:pt x="592" y="288"/>
                </a:cubicBezTo>
                <a:cubicBezTo>
                  <a:pt x="591" y="290"/>
                  <a:pt x="590" y="292"/>
                  <a:pt x="589" y="294"/>
                </a:cubicBezTo>
                <a:cubicBezTo>
                  <a:pt x="589" y="278"/>
                  <a:pt x="589" y="278"/>
                  <a:pt x="589" y="278"/>
                </a:cubicBezTo>
                <a:cubicBezTo>
                  <a:pt x="590" y="275"/>
                  <a:pt x="590" y="273"/>
                  <a:pt x="589" y="270"/>
                </a:cubicBezTo>
                <a:cubicBezTo>
                  <a:pt x="589" y="262"/>
                  <a:pt x="589" y="262"/>
                  <a:pt x="589" y="262"/>
                </a:cubicBezTo>
                <a:cubicBezTo>
                  <a:pt x="590" y="264"/>
                  <a:pt x="591" y="265"/>
                  <a:pt x="592" y="266"/>
                </a:cubicBezTo>
                <a:close/>
                <a:moveTo>
                  <a:pt x="592" y="308"/>
                </a:moveTo>
                <a:cubicBezTo>
                  <a:pt x="592" y="324"/>
                  <a:pt x="592" y="324"/>
                  <a:pt x="592" y="324"/>
                </a:cubicBezTo>
                <a:cubicBezTo>
                  <a:pt x="591" y="321"/>
                  <a:pt x="590" y="318"/>
                  <a:pt x="589" y="316"/>
                </a:cubicBezTo>
                <a:cubicBezTo>
                  <a:pt x="589" y="307"/>
                  <a:pt x="589" y="307"/>
                  <a:pt x="589" y="307"/>
                </a:cubicBezTo>
                <a:cubicBezTo>
                  <a:pt x="590" y="308"/>
                  <a:pt x="590" y="309"/>
                  <a:pt x="590" y="310"/>
                </a:cubicBezTo>
                <a:cubicBezTo>
                  <a:pt x="592" y="308"/>
                  <a:pt x="592" y="308"/>
                  <a:pt x="592" y="308"/>
                </a:cubicBezTo>
                <a:close/>
                <a:moveTo>
                  <a:pt x="592" y="390"/>
                </a:moveTo>
                <a:cubicBezTo>
                  <a:pt x="592" y="394"/>
                  <a:pt x="592" y="394"/>
                  <a:pt x="592" y="394"/>
                </a:cubicBezTo>
                <a:cubicBezTo>
                  <a:pt x="591" y="394"/>
                  <a:pt x="590" y="394"/>
                  <a:pt x="589" y="394"/>
                </a:cubicBezTo>
                <a:cubicBezTo>
                  <a:pt x="589" y="390"/>
                  <a:pt x="589" y="390"/>
                  <a:pt x="589" y="390"/>
                </a:cubicBezTo>
                <a:cubicBezTo>
                  <a:pt x="592" y="390"/>
                  <a:pt x="592" y="390"/>
                  <a:pt x="592" y="390"/>
                </a:cubicBezTo>
                <a:close/>
                <a:moveTo>
                  <a:pt x="592" y="410"/>
                </a:moveTo>
                <a:cubicBezTo>
                  <a:pt x="592" y="415"/>
                  <a:pt x="592" y="415"/>
                  <a:pt x="592" y="415"/>
                </a:cubicBezTo>
                <a:cubicBezTo>
                  <a:pt x="589" y="415"/>
                  <a:pt x="589" y="415"/>
                  <a:pt x="589" y="415"/>
                </a:cubicBezTo>
                <a:cubicBezTo>
                  <a:pt x="589" y="402"/>
                  <a:pt x="589" y="402"/>
                  <a:pt x="589" y="402"/>
                </a:cubicBezTo>
                <a:cubicBezTo>
                  <a:pt x="591" y="408"/>
                  <a:pt x="591" y="409"/>
                  <a:pt x="592" y="410"/>
                </a:cubicBezTo>
                <a:close/>
                <a:moveTo>
                  <a:pt x="592" y="479"/>
                </a:moveTo>
                <a:cubicBezTo>
                  <a:pt x="592" y="498"/>
                  <a:pt x="592" y="498"/>
                  <a:pt x="592" y="498"/>
                </a:cubicBezTo>
                <a:cubicBezTo>
                  <a:pt x="591" y="499"/>
                  <a:pt x="590" y="499"/>
                  <a:pt x="589" y="500"/>
                </a:cubicBezTo>
                <a:cubicBezTo>
                  <a:pt x="589" y="487"/>
                  <a:pt x="589" y="487"/>
                  <a:pt x="589" y="487"/>
                </a:cubicBezTo>
                <a:cubicBezTo>
                  <a:pt x="590" y="484"/>
                  <a:pt x="591" y="482"/>
                  <a:pt x="592" y="479"/>
                </a:cubicBezTo>
                <a:close/>
                <a:moveTo>
                  <a:pt x="592" y="507"/>
                </a:moveTo>
                <a:cubicBezTo>
                  <a:pt x="592" y="514"/>
                  <a:pt x="592" y="514"/>
                  <a:pt x="592" y="514"/>
                </a:cubicBezTo>
                <a:cubicBezTo>
                  <a:pt x="591" y="514"/>
                  <a:pt x="590" y="514"/>
                  <a:pt x="589" y="514"/>
                </a:cubicBezTo>
                <a:cubicBezTo>
                  <a:pt x="589" y="508"/>
                  <a:pt x="589" y="508"/>
                  <a:pt x="589" y="508"/>
                </a:cubicBezTo>
                <a:cubicBezTo>
                  <a:pt x="590" y="508"/>
                  <a:pt x="591" y="508"/>
                  <a:pt x="592" y="507"/>
                </a:cubicBezTo>
                <a:close/>
                <a:moveTo>
                  <a:pt x="592" y="523"/>
                </a:moveTo>
                <a:cubicBezTo>
                  <a:pt x="592" y="538"/>
                  <a:pt x="592" y="538"/>
                  <a:pt x="592" y="538"/>
                </a:cubicBezTo>
                <a:cubicBezTo>
                  <a:pt x="591" y="540"/>
                  <a:pt x="590" y="541"/>
                  <a:pt x="589" y="542"/>
                </a:cubicBezTo>
                <a:cubicBezTo>
                  <a:pt x="589" y="531"/>
                  <a:pt x="589" y="531"/>
                  <a:pt x="589" y="531"/>
                </a:cubicBezTo>
                <a:cubicBezTo>
                  <a:pt x="589" y="524"/>
                  <a:pt x="589" y="524"/>
                  <a:pt x="589" y="524"/>
                </a:cubicBezTo>
                <a:cubicBezTo>
                  <a:pt x="590" y="524"/>
                  <a:pt x="591" y="524"/>
                  <a:pt x="592" y="523"/>
                </a:cubicBezTo>
                <a:close/>
                <a:moveTo>
                  <a:pt x="592" y="591"/>
                </a:moveTo>
                <a:cubicBezTo>
                  <a:pt x="592" y="595"/>
                  <a:pt x="592" y="595"/>
                  <a:pt x="592" y="595"/>
                </a:cubicBezTo>
                <a:cubicBezTo>
                  <a:pt x="590" y="593"/>
                  <a:pt x="590" y="593"/>
                  <a:pt x="590" y="593"/>
                </a:cubicBezTo>
                <a:cubicBezTo>
                  <a:pt x="592" y="591"/>
                  <a:pt x="592" y="591"/>
                  <a:pt x="592" y="591"/>
                </a:cubicBezTo>
                <a:close/>
                <a:moveTo>
                  <a:pt x="592" y="603"/>
                </a:moveTo>
                <a:cubicBezTo>
                  <a:pt x="592" y="621"/>
                  <a:pt x="592" y="621"/>
                  <a:pt x="592" y="621"/>
                </a:cubicBezTo>
                <a:cubicBezTo>
                  <a:pt x="591" y="619"/>
                  <a:pt x="590" y="618"/>
                  <a:pt x="589" y="617"/>
                </a:cubicBezTo>
                <a:cubicBezTo>
                  <a:pt x="589" y="600"/>
                  <a:pt x="589" y="600"/>
                  <a:pt x="589" y="600"/>
                </a:cubicBezTo>
                <a:cubicBezTo>
                  <a:pt x="590" y="601"/>
                  <a:pt x="591" y="602"/>
                  <a:pt x="592" y="603"/>
                </a:cubicBezTo>
                <a:close/>
                <a:moveTo>
                  <a:pt x="592" y="634"/>
                </a:moveTo>
                <a:cubicBezTo>
                  <a:pt x="592" y="644"/>
                  <a:pt x="592" y="644"/>
                  <a:pt x="592" y="644"/>
                </a:cubicBezTo>
                <a:cubicBezTo>
                  <a:pt x="591" y="645"/>
                  <a:pt x="590" y="645"/>
                  <a:pt x="589" y="645"/>
                </a:cubicBezTo>
                <a:cubicBezTo>
                  <a:pt x="589" y="635"/>
                  <a:pt x="589" y="635"/>
                  <a:pt x="589" y="635"/>
                </a:cubicBezTo>
                <a:cubicBezTo>
                  <a:pt x="590" y="635"/>
                  <a:pt x="591" y="635"/>
                  <a:pt x="592" y="634"/>
                </a:cubicBezTo>
                <a:close/>
                <a:moveTo>
                  <a:pt x="592" y="691"/>
                </a:moveTo>
                <a:cubicBezTo>
                  <a:pt x="592" y="700"/>
                  <a:pt x="592" y="700"/>
                  <a:pt x="592" y="700"/>
                </a:cubicBezTo>
                <a:cubicBezTo>
                  <a:pt x="591" y="701"/>
                  <a:pt x="590" y="701"/>
                  <a:pt x="589" y="701"/>
                </a:cubicBezTo>
                <a:cubicBezTo>
                  <a:pt x="589" y="692"/>
                  <a:pt x="589" y="692"/>
                  <a:pt x="589" y="692"/>
                </a:cubicBezTo>
                <a:cubicBezTo>
                  <a:pt x="590" y="692"/>
                  <a:pt x="591" y="692"/>
                  <a:pt x="592" y="691"/>
                </a:cubicBezTo>
                <a:close/>
                <a:moveTo>
                  <a:pt x="592" y="715"/>
                </a:moveTo>
                <a:cubicBezTo>
                  <a:pt x="592" y="726"/>
                  <a:pt x="592" y="726"/>
                  <a:pt x="592" y="726"/>
                </a:cubicBezTo>
                <a:cubicBezTo>
                  <a:pt x="591" y="725"/>
                  <a:pt x="590" y="725"/>
                  <a:pt x="589" y="724"/>
                </a:cubicBezTo>
                <a:cubicBezTo>
                  <a:pt x="589" y="714"/>
                  <a:pt x="589" y="714"/>
                  <a:pt x="589" y="714"/>
                </a:cubicBezTo>
                <a:lnTo>
                  <a:pt x="592" y="715"/>
                </a:lnTo>
                <a:close/>
                <a:moveTo>
                  <a:pt x="585" y="48"/>
                </a:moveTo>
                <a:cubicBezTo>
                  <a:pt x="586" y="49"/>
                  <a:pt x="588" y="50"/>
                  <a:pt x="589" y="50"/>
                </a:cubicBezTo>
                <a:cubicBezTo>
                  <a:pt x="589" y="59"/>
                  <a:pt x="589" y="59"/>
                  <a:pt x="589" y="59"/>
                </a:cubicBezTo>
                <a:cubicBezTo>
                  <a:pt x="588" y="59"/>
                  <a:pt x="586" y="58"/>
                  <a:pt x="585" y="57"/>
                </a:cubicBezTo>
                <a:cubicBezTo>
                  <a:pt x="585" y="48"/>
                  <a:pt x="585" y="48"/>
                  <a:pt x="585" y="48"/>
                </a:cubicBezTo>
                <a:close/>
                <a:moveTo>
                  <a:pt x="589" y="745"/>
                </a:moveTo>
                <a:cubicBezTo>
                  <a:pt x="588" y="746"/>
                  <a:pt x="586" y="747"/>
                  <a:pt x="585" y="747"/>
                </a:cubicBezTo>
                <a:cubicBezTo>
                  <a:pt x="585" y="737"/>
                  <a:pt x="585" y="737"/>
                  <a:pt x="585" y="737"/>
                </a:cubicBezTo>
                <a:cubicBezTo>
                  <a:pt x="586" y="737"/>
                  <a:pt x="588" y="736"/>
                  <a:pt x="589" y="736"/>
                </a:cubicBezTo>
                <a:cubicBezTo>
                  <a:pt x="589" y="745"/>
                  <a:pt x="589" y="745"/>
                  <a:pt x="589" y="745"/>
                </a:cubicBezTo>
                <a:close/>
                <a:moveTo>
                  <a:pt x="589" y="94"/>
                </a:moveTo>
                <a:cubicBezTo>
                  <a:pt x="589" y="104"/>
                  <a:pt x="589" y="104"/>
                  <a:pt x="589" y="104"/>
                </a:cubicBezTo>
                <a:cubicBezTo>
                  <a:pt x="588" y="103"/>
                  <a:pt x="586" y="102"/>
                  <a:pt x="585" y="100"/>
                </a:cubicBezTo>
                <a:cubicBezTo>
                  <a:pt x="585" y="82"/>
                  <a:pt x="585" y="82"/>
                  <a:pt x="585" y="82"/>
                </a:cubicBezTo>
                <a:cubicBezTo>
                  <a:pt x="585" y="87"/>
                  <a:pt x="585" y="87"/>
                  <a:pt x="585" y="87"/>
                </a:cubicBezTo>
                <a:cubicBezTo>
                  <a:pt x="586" y="91"/>
                  <a:pt x="588" y="93"/>
                  <a:pt x="589" y="94"/>
                </a:cubicBezTo>
                <a:close/>
                <a:moveTo>
                  <a:pt x="589" y="133"/>
                </a:moveTo>
                <a:cubicBezTo>
                  <a:pt x="589" y="147"/>
                  <a:pt x="589" y="147"/>
                  <a:pt x="589" y="147"/>
                </a:cubicBezTo>
                <a:cubicBezTo>
                  <a:pt x="588" y="147"/>
                  <a:pt x="588" y="147"/>
                  <a:pt x="587" y="148"/>
                </a:cubicBezTo>
                <a:cubicBezTo>
                  <a:pt x="586" y="147"/>
                  <a:pt x="585" y="146"/>
                  <a:pt x="585" y="146"/>
                </a:cubicBezTo>
                <a:cubicBezTo>
                  <a:pt x="585" y="131"/>
                  <a:pt x="585" y="131"/>
                  <a:pt x="585" y="131"/>
                </a:cubicBezTo>
                <a:cubicBezTo>
                  <a:pt x="586" y="131"/>
                  <a:pt x="588" y="132"/>
                  <a:pt x="589" y="133"/>
                </a:cubicBezTo>
                <a:close/>
                <a:moveTo>
                  <a:pt x="589" y="166"/>
                </a:moveTo>
                <a:cubicBezTo>
                  <a:pt x="589" y="178"/>
                  <a:pt x="589" y="178"/>
                  <a:pt x="589" y="178"/>
                </a:cubicBezTo>
                <a:cubicBezTo>
                  <a:pt x="586" y="176"/>
                  <a:pt x="585" y="175"/>
                  <a:pt x="585" y="167"/>
                </a:cubicBezTo>
                <a:cubicBezTo>
                  <a:pt x="586" y="166"/>
                  <a:pt x="588" y="166"/>
                  <a:pt x="589" y="166"/>
                </a:cubicBezTo>
                <a:close/>
                <a:moveTo>
                  <a:pt x="589" y="185"/>
                </a:moveTo>
                <a:cubicBezTo>
                  <a:pt x="589" y="196"/>
                  <a:pt x="589" y="196"/>
                  <a:pt x="589" y="196"/>
                </a:cubicBezTo>
                <a:cubicBezTo>
                  <a:pt x="589" y="197"/>
                  <a:pt x="589" y="199"/>
                  <a:pt x="589" y="201"/>
                </a:cubicBezTo>
                <a:cubicBezTo>
                  <a:pt x="589" y="211"/>
                  <a:pt x="589" y="211"/>
                  <a:pt x="589" y="211"/>
                </a:cubicBezTo>
                <a:cubicBezTo>
                  <a:pt x="588" y="210"/>
                  <a:pt x="587" y="209"/>
                  <a:pt x="586" y="207"/>
                </a:cubicBezTo>
                <a:cubicBezTo>
                  <a:pt x="586" y="207"/>
                  <a:pt x="585" y="207"/>
                  <a:pt x="585" y="207"/>
                </a:cubicBezTo>
                <a:cubicBezTo>
                  <a:pt x="585" y="186"/>
                  <a:pt x="585" y="186"/>
                  <a:pt x="585" y="186"/>
                </a:cubicBezTo>
                <a:cubicBezTo>
                  <a:pt x="586" y="186"/>
                  <a:pt x="588" y="186"/>
                  <a:pt x="589" y="185"/>
                </a:cubicBezTo>
                <a:close/>
                <a:moveTo>
                  <a:pt x="589" y="262"/>
                </a:moveTo>
                <a:cubicBezTo>
                  <a:pt x="589" y="270"/>
                  <a:pt x="589" y="270"/>
                  <a:pt x="589" y="270"/>
                </a:cubicBezTo>
                <a:cubicBezTo>
                  <a:pt x="588" y="268"/>
                  <a:pt x="587" y="267"/>
                  <a:pt x="585" y="266"/>
                </a:cubicBezTo>
                <a:cubicBezTo>
                  <a:pt x="585" y="256"/>
                  <a:pt x="585" y="256"/>
                  <a:pt x="585" y="256"/>
                </a:cubicBezTo>
                <a:cubicBezTo>
                  <a:pt x="586" y="258"/>
                  <a:pt x="588" y="260"/>
                  <a:pt x="589" y="262"/>
                </a:cubicBezTo>
                <a:close/>
                <a:moveTo>
                  <a:pt x="589" y="278"/>
                </a:moveTo>
                <a:cubicBezTo>
                  <a:pt x="589" y="294"/>
                  <a:pt x="589" y="294"/>
                  <a:pt x="589" y="294"/>
                </a:cubicBezTo>
                <a:cubicBezTo>
                  <a:pt x="588" y="298"/>
                  <a:pt x="587" y="301"/>
                  <a:pt x="589" y="307"/>
                </a:cubicBezTo>
                <a:cubicBezTo>
                  <a:pt x="589" y="316"/>
                  <a:pt x="589" y="316"/>
                  <a:pt x="589" y="316"/>
                </a:cubicBezTo>
                <a:cubicBezTo>
                  <a:pt x="588" y="313"/>
                  <a:pt x="586" y="309"/>
                  <a:pt x="585" y="306"/>
                </a:cubicBezTo>
                <a:cubicBezTo>
                  <a:pt x="585" y="289"/>
                  <a:pt x="585" y="289"/>
                  <a:pt x="585" y="289"/>
                </a:cubicBezTo>
                <a:cubicBezTo>
                  <a:pt x="586" y="286"/>
                  <a:pt x="588" y="282"/>
                  <a:pt x="589" y="278"/>
                </a:cubicBezTo>
                <a:close/>
                <a:moveTo>
                  <a:pt x="589" y="390"/>
                </a:moveTo>
                <a:cubicBezTo>
                  <a:pt x="589" y="394"/>
                  <a:pt x="589" y="394"/>
                  <a:pt x="589" y="394"/>
                </a:cubicBezTo>
                <a:cubicBezTo>
                  <a:pt x="587" y="394"/>
                  <a:pt x="587" y="394"/>
                  <a:pt x="587" y="394"/>
                </a:cubicBezTo>
                <a:cubicBezTo>
                  <a:pt x="588" y="398"/>
                  <a:pt x="589" y="400"/>
                  <a:pt x="589" y="402"/>
                </a:cubicBezTo>
                <a:cubicBezTo>
                  <a:pt x="589" y="415"/>
                  <a:pt x="589" y="415"/>
                  <a:pt x="589" y="415"/>
                </a:cubicBezTo>
                <a:cubicBezTo>
                  <a:pt x="585" y="415"/>
                  <a:pt x="585" y="415"/>
                  <a:pt x="585" y="415"/>
                </a:cubicBezTo>
                <a:cubicBezTo>
                  <a:pt x="585" y="411"/>
                  <a:pt x="585" y="411"/>
                  <a:pt x="585" y="411"/>
                </a:cubicBezTo>
                <a:cubicBezTo>
                  <a:pt x="587" y="411"/>
                  <a:pt x="587" y="411"/>
                  <a:pt x="587" y="411"/>
                </a:cubicBezTo>
                <a:cubicBezTo>
                  <a:pt x="586" y="406"/>
                  <a:pt x="586" y="402"/>
                  <a:pt x="585" y="399"/>
                </a:cubicBezTo>
                <a:cubicBezTo>
                  <a:pt x="585" y="390"/>
                  <a:pt x="585" y="390"/>
                  <a:pt x="585" y="390"/>
                </a:cubicBezTo>
                <a:cubicBezTo>
                  <a:pt x="589" y="390"/>
                  <a:pt x="589" y="390"/>
                  <a:pt x="589" y="390"/>
                </a:cubicBezTo>
                <a:close/>
                <a:moveTo>
                  <a:pt x="589" y="487"/>
                </a:moveTo>
                <a:cubicBezTo>
                  <a:pt x="589" y="500"/>
                  <a:pt x="589" y="500"/>
                  <a:pt x="589" y="500"/>
                </a:cubicBezTo>
                <a:cubicBezTo>
                  <a:pt x="588" y="502"/>
                  <a:pt x="586" y="504"/>
                  <a:pt x="585" y="507"/>
                </a:cubicBezTo>
                <a:cubicBezTo>
                  <a:pt x="585" y="497"/>
                  <a:pt x="585" y="497"/>
                  <a:pt x="585" y="497"/>
                </a:cubicBezTo>
                <a:cubicBezTo>
                  <a:pt x="586" y="493"/>
                  <a:pt x="588" y="490"/>
                  <a:pt x="589" y="487"/>
                </a:cubicBezTo>
                <a:close/>
                <a:moveTo>
                  <a:pt x="589" y="508"/>
                </a:moveTo>
                <a:cubicBezTo>
                  <a:pt x="589" y="514"/>
                  <a:pt x="589" y="514"/>
                  <a:pt x="589" y="514"/>
                </a:cubicBezTo>
                <a:cubicBezTo>
                  <a:pt x="588" y="514"/>
                  <a:pt x="586" y="514"/>
                  <a:pt x="585" y="514"/>
                </a:cubicBezTo>
                <a:cubicBezTo>
                  <a:pt x="585" y="508"/>
                  <a:pt x="585" y="508"/>
                  <a:pt x="585" y="508"/>
                </a:cubicBezTo>
                <a:cubicBezTo>
                  <a:pt x="586" y="508"/>
                  <a:pt x="588" y="508"/>
                  <a:pt x="589" y="508"/>
                </a:cubicBezTo>
                <a:close/>
                <a:moveTo>
                  <a:pt x="589" y="524"/>
                </a:moveTo>
                <a:cubicBezTo>
                  <a:pt x="589" y="531"/>
                  <a:pt x="589" y="531"/>
                  <a:pt x="589" y="531"/>
                </a:cubicBezTo>
                <a:cubicBezTo>
                  <a:pt x="588" y="535"/>
                  <a:pt x="586" y="536"/>
                  <a:pt x="585" y="538"/>
                </a:cubicBezTo>
                <a:cubicBezTo>
                  <a:pt x="585" y="548"/>
                  <a:pt x="585" y="548"/>
                  <a:pt x="585" y="548"/>
                </a:cubicBezTo>
                <a:cubicBezTo>
                  <a:pt x="586" y="546"/>
                  <a:pt x="588" y="544"/>
                  <a:pt x="589" y="542"/>
                </a:cubicBezTo>
                <a:cubicBezTo>
                  <a:pt x="589" y="531"/>
                  <a:pt x="589" y="531"/>
                  <a:pt x="589" y="531"/>
                </a:cubicBezTo>
                <a:cubicBezTo>
                  <a:pt x="588" y="531"/>
                  <a:pt x="586" y="531"/>
                  <a:pt x="585" y="531"/>
                </a:cubicBezTo>
                <a:cubicBezTo>
                  <a:pt x="585" y="525"/>
                  <a:pt x="585" y="525"/>
                  <a:pt x="585" y="525"/>
                </a:cubicBezTo>
                <a:cubicBezTo>
                  <a:pt x="586" y="525"/>
                  <a:pt x="588" y="525"/>
                  <a:pt x="589" y="524"/>
                </a:cubicBezTo>
                <a:close/>
                <a:moveTo>
                  <a:pt x="589" y="600"/>
                </a:moveTo>
                <a:cubicBezTo>
                  <a:pt x="589" y="617"/>
                  <a:pt x="589" y="617"/>
                  <a:pt x="589" y="617"/>
                </a:cubicBezTo>
                <a:cubicBezTo>
                  <a:pt x="588" y="615"/>
                  <a:pt x="586" y="613"/>
                  <a:pt x="585" y="612"/>
                </a:cubicBezTo>
                <a:cubicBezTo>
                  <a:pt x="585" y="598"/>
                  <a:pt x="585" y="598"/>
                  <a:pt x="585" y="598"/>
                </a:cubicBezTo>
                <a:cubicBezTo>
                  <a:pt x="585" y="598"/>
                  <a:pt x="586" y="598"/>
                  <a:pt x="587" y="598"/>
                </a:cubicBezTo>
                <a:cubicBezTo>
                  <a:pt x="588" y="599"/>
                  <a:pt x="588" y="599"/>
                  <a:pt x="589" y="600"/>
                </a:cubicBezTo>
                <a:close/>
                <a:moveTo>
                  <a:pt x="589" y="635"/>
                </a:moveTo>
                <a:cubicBezTo>
                  <a:pt x="589" y="645"/>
                  <a:pt x="589" y="645"/>
                  <a:pt x="589" y="645"/>
                </a:cubicBezTo>
                <a:cubicBezTo>
                  <a:pt x="588" y="646"/>
                  <a:pt x="587" y="646"/>
                  <a:pt x="586" y="646"/>
                </a:cubicBezTo>
                <a:cubicBezTo>
                  <a:pt x="585" y="646"/>
                  <a:pt x="585" y="646"/>
                  <a:pt x="585" y="646"/>
                </a:cubicBezTo>
                <a:cubicBezTo>
                  <a:pt x="585" y="631"/>
                  <a:pt x="585" y="631"/>
                  <a:pt x="585" y="631"/>
                </a:cubicBezTo>
                <a:cubicBezTo>
                  <a:pt x="586" y="633"/>
                  <a:pt x="588" y="634"/>
                  <a:pt x="589" y="635"/>
                </a:cubicBezTo>
                <a:close/>
                <a:moveTo>
                  <a:pt x="589" y="692"/>
                </a:moveTo>
                <a:cubicBezTo>
                  <a:pt x="589" y="701"/>
                  <a:pt x="589" y="701"/>
                  <a:pt x="589" y="701"/>
                </a:cubicBezTo>
                <a:cubicBezTo>
                  <a:pt x="588" y="702"/>
                  <a:pt x="586" y="703"/>
                  <a:pt x="585" y="703"/>
                </a:cubicBezTo>
                <a:cubicBezTo>
                  <a:pt x="585" y="695"/>
                  <a:pt x="585" y="695"/>
                  <a:pt x="585" y="695"/>
                </a:cubicBezTo>
                <a:cubicBezTo>
                  <a:pt x="586" y="694"/>
                  <a:pt x="588" y="693"/>
                  <a:pt x="589" y="692"/>
                </a:cubicBezTo>
                <a:close/>
                <a:moveTo>
                  <a:pt x="589" y="714"/>
                </a:moveTo>
                <a:cubicBezTo>
                  <a:pt x="589" y="724"/>
                  <a:pt x="589" y="724"/>
                  <a:pt x="589" y="724"/>
                </a:cubicBezTo>
                <a:cubicBezTo>
                  <a:pt x="588" y="724"/>
                  <a:pt x="586" y="723"/>
                  <a:pt x="585" y="722"/>
                </a:cubicBezTo>
                <a:cubicBezTo>
                  <a:pt x="585" y="711"/>
                  <a:pt x="585" y="711"/>
                  <a:pt x="585" y="711"/>
                </a:cubicBezTo>
                <a:cubicBezTo>
                  <a:pt x="586" y="712"/>
                  <a:pt x="588" y="713"/>
                  <a:pt x="589" y="714"/>
                </a:cubicBezTo>
                <a:close/>
                <a:moveTo>
                  <a:pt x="585" y="454"/>
                </a:moveTo>
                <a:cubicBezTo>
                  <a:pt x="585" y="442"/>
                  <a:pt x="585" y="442"/>
                  <a:pt x="585" y="442"/>
                </a:cubicBezTo>
                <a:cubicBezTo>
                  <a:pt x="586" y="446"/>
                  <a:pt x="585" y="449"/>
                  <a:pt x="585" y="454"/>
                </a:cubicBezTo>
                <a:close/>
                <a:moveTo>
                  <a:pt x="585" y="358"/>
                </a:moveTo>
                <a:cubicBezTo>
                  <a:pt x="585" y="341"/>
                  <a:pt x="585" y="341"/>
                  <a:pt x="585" y="341"/>
                </a:cubicBezTo>
                <a:cubicBezTo>
                  <a:pt x="587" y="347"/>
                  <a:pt x="588" y="350"/>
                  <a:pt x="589" y="356"/>
                </a:cubicBezTo>
                <a:cubicBezTo>
                  <a:pt x="588" y="357"/>
                  <a:pt x="586" y="357"/>
                  <a:pt x="585" y="358"/>
                </a:cubicBezTo>
                <a:close/>
                <a:moveTo>
                  <a:pt x="575" y="44"/>
                </a:moveTo>
                <a:cubicBezTo>
                  <a:pt x="578" y="45"/>
                  <a:pt x="582" y="47"/>
                  <a:pt x="585" y="48"/>
                </a:cubicBezTo>
                <a:cubicBezTo>
                  <a:pt x="585" y="57"/>
                  <a:pt x="585" y="57"/>
                  <a:pt x="585" y="57"/>
                </a:cubicBezTo>
                <a:cubicBezTo>
                  <a:pt x="583" y="57"/>
                  <a:pt x="583" y="57"/>
                  <a:pt x="583" y="57"/>
                </a:cubicBezTo>
                <a:cubicBezTo>
                  <a:pt x="585" y="82"/>
                  <a:pt x="585" y="82"/>
                  <a:pt x="585" y="82"/>
                </a:cubicBezTo>
                <a:cubicBezTo>
                  <a:pt x="585" y="100"/>
                  <a:pt x="585" y="100"/>
                  <a:pt x="585" y="100"/>
                </a:cubicBezTo>
                <a:cubicBezTo>
                  <a:pt x="583" y="99"/>
                  <a:pt x="581" y="97"/>
                  <a:pt x="579" y="94"/>
                </a:cubicBezTo>
                <a:cubicBezTo>
                  <a:pt x="575" y="93"/>
                  <a:pt x="575" y="93"/>
                  <a:pt x="575" y="93"/>
                </a:cubicBezTo>
                <a:cubicBezTo>
                  <a:pt x="575" y="44"/>
                  <a:pt x="575" y="44"/>
                  <a:pt x="575" y="44"/>
                </a:cubicBezTo>
                <a:close/>
                <a:moveTo>
                  <a:pt x="585" y="747"/>
                </a:moveTo>
                <a:cubicBezTo>
                  <a:pt x="582" y="749"/>
                  <a:pt x="578" y="751"/>
                  <a:pt x="575" y="752"/>
                </a:cubicBezTo>
                <a:cubicBezTo>
                  <a:pt x="575" y="738"/>
                  <a:pt x="575" y="738"/>
                  <a:pt x="575" y="738"/>
                </a:cubicBezTo>
                <a:cubicBezTo>
                  <a:pt x="579" y="738"/>
                  <a:pt x="582" y="738"/>
                  <a:pt x="585" y="737"/>
                </a:cubicBezTo>
                <a:cubicBezTo>
                  <a:pt x="585" y="747"/>
                  <a:pt x="585" y="747"/>
                  <a:pt x="585" y="747"/>
                </a:cubicBezTo>
                <a:close/>
                <a:moveTo>
                  <a:pt x="585" y="131"/>
                </a:moveTo>
                <a:cubicBezTo>
                  <a:pt x="585" y="146"/>
                  <a:pt x="585" y="146"/>
                  <a:pt x="585" y="146"/>
                </a:cubicBezTo>
                <a:cubicBezTo>
                  <a:pt x="582" y="144"/>
                  <a:pt x="579" y="144"/>
                  <a:pt x="575" y="143"/>
                </a:cubicBezTo>
                <a:cubicBezTo>
                  <a:pt x="575" y="131"/>
                  <a:pt x="575" y="131"/>
                  <a:pt x="575" y="131"/>
                </a:cubicBezTo>
                <a:cubicBezTo>
                  <a:pt x="579" y="130"/>
                  <a:pt x="582" y="130"/>
                  <a:pt x="585" y="131"/>
                </a:cubicBezTo>
                <a:close/>
                <a:moveTo>
                  <a:pt x="585" y="186"/>
                </a:moveTo>
                <a:cubicBezTo>
                  <a:pt x="585" y="207"/>
                  <a:pt x="585" y="207"/>
                  <a:pt x="585" y="207"/>
                </a:cubicBezTo>
                <a:cubicBezTo>
                  <a:pt x="582" y="205"/>
                  <a:pt x="578" y="204"/>
                  <a:pt x="575" y="204"/>
                </a:cubicBezTo>
                <a:cubicBezTo>
                  <a:pt x="575" y="188"/>
                  <a:pt x="575" y="188"/>
                  <a:pt x="575" y="188"/>
                </a:cubicBezTo>
                <a:cubicBezTo>
                  <a:pt x="578" y="188"/>
                  <a:pt x="582" y="188"/>
                  <a:pt x="585" y="186"/>
                </a:cubicBezTo>
                <a:close/>
                <a:moveTo>
                  <a:pt x="585" y="256"/>
                </a:moveTo>
                <a:cubicBezTo>
                  <a:pt x="585" y="266"/>
                  <a:pt x="585" y="266"/>
                  <a:pt x="585" y="266"/>
                </a:cubicBezTo>
                <a:cubicBezTo>
                  <a:pt x="584" y="265"/>
                  <a:pt x="584" y="265"/>
                  <a:pt x="583" y="265"/>
                </a:cubicBezTo>
                <a:cubicBezTo>
                  <a:pt x="581" y="278"/>
                  <a:pt x="575" y="280"/>
                  <a:pt x="581" y="292"/>
                </a:cubicBezTo>
                <a:cubicBezTo>
                  <a:pt x="582" y="292"/>
                  <a:pt x="582" y="292"/>
                  <a:pt x="583" y="292"/>
                </a:cubicBezTo>
                <a:cubicBezTo>
                  <a:pt x="584" y="291"/>
                  <a:pt x="584" y="290"/>
                  <a:pt x="585" y="289"/>
                </a:cubicBezTo>
                <a:cubicBezTo>
                  <a:pt x="585" y="306"/>
                  <a:pt x="585" y="306"/>
                  <a:pt x="585" y="306"/>
                </a:cubicBezTo>
                <a:cubicBezTo>
                  <a:pt x="582" y="300"/>
                  <a:pt x="579" y="294"/>
                  <a:pt x="575" y="289"/>
                </a:cubicBezTo>
                <a:cubicBezTo>
                  <a:pt x="575" y="271"/>
                  <a:pt x="575" y="271"/>
                  <a:pt x="575" y="271"/>
                </a:cubicBezTo>
                <a:cubicBezTo>
                  <a:pt x="578" y="264"/>
                  <a:pt x="579" y="260"/>
                  <a:pt x="575" y="253"/>
                </a:cubicBezTo>
                <a:cubicBezTo>
                  <a:pt x="575" y="245"/>
                  <a:pt x="575" y="245"/>
                  <a:pt x="575" y="245"/>
                </a:cubicBezTo>
                <a:cubicBezTo>
                  <a:pt x="578" y="248"/>
                  <a:pt x="582" y="252"/>
                  <a:pt x="585" y="256"/>
                </a:cubicBezTo>
                <a:close/>
                <a:moveTo>
                  <a:pt x="585" y="341"/>
                </a:moveTo>
                <a:cubicBezTo>
                  <a:pt x="585" y="358"/>
                  <a:pt x="585" y="358"/>
                  <a:pt x="585" y="358"/>
                </a:cubicBezTo>
                <a:cubicBezTo>
                  <a:pt x="581" y="359"/>
                  <a:pt x="578" y="359"/>
                  <a:pt x="575" y="357"/>
                </a:cubicBezTo>
                <a:cubicBezTo>
                  <a:pt x="575" y="349"/>
                  <a:pt x="575" y="349"/>
                  <a:pt x="575" y="349"/>
                </a:cubicBezTo>
                <a:cubicBezTo>
                  <a:pt x="580" y="349"/>
                  <a:pt x="580" y="349"/>
                  <a:pt x="580" y="349"/>
                </a:cubicBezTo>
                <a:cubicBezTo>
                  <a:pt x="579" y="343"/>
                  <a:pt x="579" y="337"/>
                  <a:pt x="575" y="335"/>
                </a:cubicBezTo>
                <a:cubicBezTo>
                  <a:pt x="575" y="322"/>
                  <a:pt x="575" y="322"/>
                  <a:pt x="575" y="322"/>
                </a:cubicBezTo>
                <a:cubicBezTo>
                  <a:pt x="577" y="321"/>
                  <a:pt x="577" y="321"/>
                  <a:pt x="577" y="321"/>
                </a:cubicBezTo>
                <a:cubicBezTo>
                  <a:pt x="581" y="332"/>
                  <a:pt x="583" y="337"/>
                  <a:pt x="585" y="341"/>
                </a:cubicBezTo>
                <a:close/>
                <a:moveTo>
                  <a:pt x="585" y="390"/>
                </a:moveTo>
                <a:cubicBezTo>
                  <a:pt x="585" y="399"/>
                  <a:pt x="585" y="399"/>
                  <a:pt x="585" y="399"/>
                </a:cubicBezTo>
                <a:cubicBezTo>
                  <a:pt x="584" y="396"/>
                  <a:pt x="582" y="394"/>
                  <a:pt x="575" y="393"/>
                </a:cubicBezTo>
                <a:cubicBezTo>
                  <a:pt x="575" y="390"/>
                  <a:pt x="575" y="390"/>
                  <a:pt x="575" y="390"/>
                </a:cubicBezTo>
                <a:cubicBezTo>
                  <a:pt x="585" y="390"/>
                  <a:pt x="585" y="390"/>
                  <a:pt x="585" y="390"/>
                </a:cubicBezTo>
                <a:close/>
                <a:moveTo>
                  <a:pt x="585" y="411"/>
                </a:moveTo>
                <a:cubicBezTo>
                  <a:pt x="581" y="411"/>
                  <a:pt x="581" y="411"/>
                  <a:pt x="581" y="411"/>
                </a:cubicBezTo>
                <a:cubicBezTo>
                  <a:pt x="580" y="411"/>
                  <a:pt x="579" y="410"/>
                  <a:pt x="579" y="410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415"/>
                  <a:pt x="575" y="415"/>
                  <a:pt x="575" y="415"/>
                </a:cubicBezTo>
                <a:cubicBezTo>
                  <a:pt x="585" y="415"/>
                  <a:pt x="585" y="415"/>
                  <a:pt x="585" y="415"/>
                </a:cubicBezTo>
                <a:cubicBezTo>
                  <a:pt x="585" y="411"/>
                  <a:pt x="585" y="411"/>
                  <a:pt x="585" y="411"/>
                </a:cubicBezTo>
                <a:close/>
                <a:moveTo>
                  <a:pt x="585" y="442"/>
                </a:moveTo>
                <a:cubicBezTo>
                  <a:pt x="585" y="454"/>
                  <a:pt x="585" y="454"/>
                  <a:pt x="585" y="454"/>
                </a:cubicBezTo>
                <a:cubicBezTo>
                  <a:pt x="583" y="462"/>
                  <a:pt x="579" y="472"/>
                  <a:pt x="575" y="481"/>
                </a:cubicBezTo>
                <a:cubicBezTo>
                  <a:pt x="575" y="448"/>
                  <a:pt x="575" y="448"/>
                  <a:pt x="575" y="448"/>
                </a:cubicBezTo>
                <a:cubicBezTo>
                  <a:pt x="576" y="445"/>
                  <a:pt x="576" y="442"/>
                  <a:pt x="576" y="438"/>
                </a:cubicBezTo>
                <a:cubicBezTo>
                  <a:pt x="578" y="438"/>
                  <a:pt x="580" y="438"/>
                  <a:pt x="582" y="438"/>
                </a:cubicBezTo>
                <a:cubicBezTo>
                  <a:pt x="583" y="439"/>
                  <a:pt x="584" y="440"/>
                  <a:pt x="585" y="442"/>
                </a:cubicBezTo>
                <a:close/>
                <a:moveTo>
                  <a:pt x="585" y="497"/>
                </a:moveTo>
                <a:cubicBezTo>
                  <a:pt x="585" y="507"/>
                  <a:pt x="585" y="507"/>
                  <a:pt x="585" y="507"/>
                </a:cubicBezTo>
                <a:cubicBezTo>
                  <a:pt x="584" y="508"/>
                  <a:pt x="584" y="508"/>
                  <a:pt x="584" y="508"/>
                </a:cubicBezTo>
                <a:cubicBezTo>
                  <a:pt x="585" y="508"/>
                  <a:pt x="585" y="508"/>
                  <a:pt x="585" y="508"/>
                </a:cubicBezTo>
                <a:cubicBezTo>
                  <a:pt x="585" y="514"/>
                  <a:pt x="585" y="514"/>
                  <a:pt x="585" y="514"/>
                </a:cubicBezTo>
                <a:cubicBezTo>
                  <a:pt x="581" y="515"/>
                  <a:pt x="578" y="517"/>
                  <a:pt x="575" y="521"/>
                </a:cubicBezTo>
                <a:cubicBezTo>
                  <a:pt x="575" y="513"/>
                  <a:pt x="575" y="513"/>
                  <a:pt x="575" y="513"/>
                </a:cubicBezTo>
                <a:cubicBezTo>
                  <a:pt x="579" y="508"/>
                  <a:pt x="582" y="502"/>
                  <a:pt x="585" y="497"/>
                </a:cubicBezTo>
                <a:close/>
                <a:moveTo>
                  <a:pt x="585" y="525"/>
                </a:moveTo>
                <a:cubicBezTo>
                  <a:pt x="585" y="531"/>
                  <a:pt x="585" y="531"/>
                  <a:pt x="585" y="531"/>
                </a:cubicBezTo>
                <a:cubicBezTo>
                  <a:pt x="581" y="531"/>
                  <a:pt x="578" y="530"/>
                  <a:pt x="575" y="530"/>
                </a:cubicBezTo>
                <a:cubicBezTo>
                  <a:pt x="575" y="523"/>
                  <a:pt x="575" y="523"/>
                  <a:pt x="575" y="523"/>
                </a:cubicBezTo>
                <a:cubicBezTo>
                  <a:pt x="577" y="524"/>
                  <a:pt x="580" y="525"/>
                  <a:pt x="582" y="525"/>
                </a:cubicBezTo>
                <a:cubicBezTo>
                  <a:pt x="583" y="525"/>
                  <a:pt x="584" y="525"/>
                  <a:pt x="585" y="525"/>
                </a:cubicBezTo>
                <a:close/>
                <a:moveTo>
                  <a:pt x="585" y="538"/>
                </a:moveTo>
                <a:cubicBezTo>
                  <a:pt x="585" y="548"/>
                  <a:pt x="585" y="548"/>
                  <a:pt x="585" y="548"/>
                </a:cubicBezTo>
                <a:cubicBezTo>
                  <a:pt x="582" y="552"/>
                  <a:pt x="578" y="555"/>
                  <a:pt x="575" y="558"/>
                </a:cubicBezTo>
                <a:cubicBezTo>
                  <a:pt x="575" y="551"/>
                  <a:pt x="575" y="551"/>
                  <a:pt x="575" y="551"/>
                </a:cubicBezTo>
                <a:cubicBezTo>
                  <a:pt x="576" y="550"/>
                  <a:pt x="576" y="549"/>
                  <a:pt x="577" y="548"/>
                </a:cubicBezTo>
                <a:cubicBezTo>
                  <a:pt x="577" y="548"/>
                  <a:pt x="576" y="547"/>
                  <a:pt x="576" y="547"/>
                </a:cubicBezTo>
                <a:cubicBezTo>
                  <a:pt x="575" y="547"/>
                  <a:pt x="575" y="547"/>
                  <a:pt x="575" y="547"/>
                </a:cubicBezTo>
                <a:cubicBezTo>
                  <a:pt x="575" y="542"/>
                  <a:pt x="575" y="542"/>
                  <a:pt x="575" y="542"/>
                </a:cubicBezTo>
                <a:cubicBezTo>
                  <a:pt x="579" y="540"/>
                  <a:pt x="582" y="540"/>
                  <a:pt x="585" y="538"/>
                </a:cubicBezTo>
                <a:close/>
                <a:moveTo>
                  <a:pt x="585" y="598"/>
                </a:moveTo>
                <a:cubicBezTo>
                  <a:pt x="585" y="612"/>
                  <a:pt x="585" y="612"/>
                  <a:pt x="585" y="612"/>
                </a:cubicBezTo>
                <a:cubicBezTo>
                  <a:pt x="582" y="608"/>
                  <a:pt x="579" y="605"/>
                  <a:pt x="577" y="604"/>
                </a:cubicBezTo>
                <a:cubicBezTo>
                  <a:pt x="580" y="601"/>
                  <a:pt x="582" y="599"/>
                  <a:pt x="585" y="598"/>
                </a:cubicBezTo>
                <a:close/>
                <a:moveTo>
                  <a:pt x="585" y="631"/>
                </a:moveTo>
                <a:cubicBezTo>
                  <a:pt x="585" y="646"/>
                  <a:pt x="585" y="646"/>
                  <a:pt x="585" y="646"/>
                </a:cubicBezTo>
                <a:cubicBezTo>
                  <a:pt x="581" y="643"/>
                  <a:pt x="578" y="641"/>
                  <a:pt x="575" y="638"/>
                </a:cubicBezTo>
                <a:cubicBezTo>
                  <a:pt x="575" y="621"/>
                  <a:pt x="575" y="621"/>
                  <a:pt x="575" y="621"/>
                </a:cubicBezTo>
                <a:cubicBezTo>
                  <a:pt x="578" y="624"/>
                  <a:pt x="582" y="628"/>
                  <a:pt x="585" y="631"/>
                </a:cubicBezTo>
                <a:close/>
                <a:moveTo>
                  <a:pt x="585" y="695"/>
                </a:moveTo>
                <a:cubicBezTo>
                  <a:pt x="585" y="703"/>
                  <a:pt x="585" y="703"/>
                  <a:pt x="585" y="703"/>
                </a:cubicBezTo>
                <a:cubicBezTo>
                  <a:pt x="583" y="705"/>
                  <a:pt x="581" y="706"/>
                  <a:pt x="579" y="708"/>
                </a:cubicBezTo>
                <a:cubicBezTo>
                  <a:pt x="581" y="709"/>
                  <a:pt x="583" y="710"/>
                  <a:pt x="585" y="711"/>
                </a:cubicBezTo>
                <a:cubicBezTo>
                  <a:pt x="585" y="722"/>
                  <a:pt x="585" y="722"/>
                  <a:pt x="585" y="722"/>
                </a:cubicBezTo>
                <a:cubicBezTo>
                  <a:pt x="584" y="721"/>
                  <a:pt x="583" y="721"/>
                  <a:pt x="582" y="720"/>
                </a:cubicBezTo>
                <a:cubicBezTo>
                  <a:pt x="579" y="719"/>
                  <a:pt x="577" y="718"/>
                  <a:pt x="575" y="717"/>
                </a:cubicBezTo>
                <a:cubicBezTo>
                  <a:pt x="575" y="702"/>
                  <a:pt x="575" y="702"/>
                  <a:pt x="575" y="702"/>
                </a:cubicBezTo>
                <a:cubicBezTo>
                  <a:pt x="578" y="699"/>
                  <a:pt x="581" y="697"/>
                  <a:pt x="585" y="695"/>
                </a:cubicBezTo>
                <a:close/>
                <a:moveTo>
                  <a:pt x="575" y="158"/>
                </a:moveTo>
                <a:cubicBezTo>
                  <a:pt x="575" y="147"/>
                  <a:pt x="575" y="147"/>
                  <a:pt x="575" y="147"/>
                </a:cubicBezTo>
                <a:cubicBezTo>
                  <a:pt x="578" y="148"/>
                  <a:pt x="581" y="149"/>
                  <a:pt x="584" y="150"/>
                </a:cubicBezTo>
                <a:cubicBezTo>
                  <a:pt x="585" y="153"/>
                  <a:pt x="585" y="154"/>
                  <a:pt x="584" y="157"/>
                </a:cubicBezTo>
                <a:cubicBezTo>
                  <a:pt x="582" y="157"/>
                  <a:pt x="580" y="158"/>
                  <a:pt x="579" y="158"/>
                </a:cubicBezTo>
                <a:cubicBezTo>
                  <a:pt x="579" y="161"/>
                  <a:pt x="579" y="161"/>
                  <a:pt x="577" y="161"/>
                </a:cubicBezTo>
                <a:cubicBezTo>
                  <a:pt x="577" y="159"/>
                  <a:pt x="577" y="158"/>
                  <a:pt x="576" y="158"/>
                </a:cubicBezTo>
                <a:cubicBezTo>
                  <a:pt x="576" y="158"/>
                  <a:pt x="575" y="158"/>
                  <a:pt x="575" y="158"/>
                </a:cubicBezTo>
                <a:close/>
                <a:moveTo>
                  <a:pt x="569" y="40"/>
                </a:moveTo>
                <a:cubicBezTo>
                  <a:pt x="571" y="41"/>
                  <a:pt x="573" y="42"/>
                  <a:pt x="575" y="44"/>
                </a:cubicBezTo>
                <a:cubicBezTo>
                  <a:pt x="575" y="93"/>
                  <a:pt x="575" y="93"/>
                  <a:pt x="575" y="93"/>
                </a:cubicBezTo>
                <a:cubicBezTo>
                  <a:pt x="573" y="92"/>
                  <a:pt x="571" y="91"/>
                  <a:pt x="569" y="91"/>
                </a:cubicBezTo>
                <a:cubicBezTo>
                  <a:pt x="569" y="82"/>
                  <a:pt x="569" y="82"/>
                  <a:pt x="569" y="82"/>
                </a:cubicBezTo>
                <a:cubicBezTo>
                  <a:pt x="570" y="83"/>
                  <a:pt x="571" y="84"/>
                  <a:pt x="573" y="85"/>
                </a:cubicBezTo>
                <a:cubicBezTo>
                  <a:pt x="573" y="85"/>
                  <a:pt x="574" y="85"/>
                  <a:pt x="575" y="85"/>
                </a:cubicBezTo>
                <a:cubicBezTo>
                  <a:pt x="575" y="70"/>
                  <a:pt x="576" y="57"/>
                  <a:pt x="569" y="49"/>
                </a:cubicBezTo>
                <a:cubicBezTo>
                  <a:pt x="569" y="40"/>
                  <a:pt x="569" y="40"/>
                  <a:pt x="569" y="40"/>
                </a:cubicBezTo>
                <a:close/>
                <a:moveTo>
                  <a:pt x="575" y="752"/>
                </a:moveTo>
                <a:cubicBezTo>
                  <a:pt x="573" y="753"/>
                  <a:pt x="571" y="754"/>
                  <a:pt x="569" y="756"/>
                </a:cubicBezTo>
                <a:cubicBezTo>
                  <a:pt x="569" y="746"/>
                  <a:pt x="569" y="746"/>
                  <a:pt x="569" y="746"/>
                </a:cubicBezTo>
                <a:cubicBezTo>
                  <a:pt x="569" y="746"/>
                  <a:pt x="569" y="746"/>
                  <a:pt x="569" y="745"/>
                </a:cubicBezTo>
                <a:cubicBezTo>
                  <a:pt x="569" y="745"/>
                  <a:pt x="569" y="745"/>
                  <a:pt x="569" y="745"/>
                </a:cubicBezTo>
                <a:cubicBezTo>
                  <a:pt x="569" y="734"/>
                  <a:pt x="569" y="734"/>
                  <a:pt x="569" y="734"/>
                </a:cubicBezTo>
                <a:cubicBezTo>
                  <a:pt x="574" y="738"/>
                  <a:pt x="574" y="738"/>
                  <a:pt x="574" y="738"/>
                </a:cubicBezTo>
                <a:cubicBezTo>
                  <a:pt x="575" y="738"/>
                  <a:pt x="575" y="738"/>
                  <a:pt x="575" y="738"/>
                </a:cubicBezTo>
                <a:cubicBezTo>
                  <a:pt x="575" y="752"/>
                  <a:pt x="575" y="752"/>
                  <a:pt x="575" y="752"/>
                </a:cubicBezTo>
                <a:close/>
                <a:moveTo>
                  <a:pt x="575" y="131"/>
                </a:moveTo>
                <a:cubicBezTo>
                  <a:pt x="575" y="143"/>
                  <a:pt x="575" y="143"/>
                  <a:pt x="575" y="143"/>
                </a:cubicBezTo>
                <a:cubicBezTo>
                  <a:pt x="575" y="143"/>
                  <a:pt x="575" y="143"/>
                  <a:pt x="575" y="143"/>
                </a:cubicBezTo>
                <a:cubicBezTo>
                  <a:pt x="575" y="139"/>
                  <a:pt x="575" y="135"/>
                  <a:pt x="575" y="131"/>
                </a:cubicBezTo>
                <a:cubicBezTo>
                  <a:pt x="575" y="131"/>
                  <a:pt x="575" y="131"/>
                  <a:pt x="575" y="131"/>
                </a:cubicBezTo>
                <a:close/>
                <a:moveTo>
                  <a:pt x="575" y="147"/>
                </a:moveTo>
                <a:cubicBezTo>
                  <a:pt x="575" y="158"/>
                  <a:pt x="575" y="158"/>
                  <a:pt x="575" y="158"/>
                </a:cubicBezTo>
                <a:cubicBezTo>
                  <a:pt x="572" y="158"/>
                  <a:pt x="570" y="158"/>
                  <a:pt x="569" y="158"/>
                </a:cubicBezTo>
                <a:cubicBezTo>
                  <a:pt x="569" y="145"/>
                  <a:pt x="569" y="145"/>
                  <a:pt x="569" y="145"/>
                </a:cubicBezTo>
                <a:cubicBezTo>
                  <a:pt x="571" y="146"/>
                  <a:pt x="573" y="146"/>
                  <a:pt x="575" y="147"/>
                </a:cubicBezTo>
                <a:close/>
                <a:moveTo>
                  <a:pt x="575" y="188"/>
                </a:moveTo>
                <a:cubicBezTo>
                  <a:pt x="575" y="204"/>
                  <a:pt x="575" y="204"/>
                  <a:pt x="575" y="204"/>
                </a:cubicBezTo>
                <a:cubicBezTo>
                  <a:pt x="573" y="204"/>
                  <a:pt x="571" y="203"/>
                  <a:pt x="569" y="203"/>
                </a:cubicBezTo>
                <a:cubicBezTo>
                  <a:pt x="569" y="188"/>
                  <a:pt x="569" y="188"/>
                  <a:pt x="569" y="188"/>
                </a:cubicBezTo>
                <a:cubicBezTo>
                  <a:pt x="570" y="189"/>
                  <a:pt x="570" y="189"/>
                  <a:pt x="570" y="189"/>
                </a:cubicBezTo>
                <a:cubicBezTo>
                  <a:pt x="572" y="189"/>
                  <a:pt x="573" y="189"/>
                  <a:pt x="575" y="188"/>
                </a:cubicBezTo>
                <a:close/>
                <a:moveTo>
                  <a:pt x="575" y="245"/>
                </a:moveTo>
                <a:cubicBezTo>
                  <a:pt x="575" y="253"/>
                  <a:pt x="575" y="253"/>
                  <a:pt x="575" y="253"/>
                </a:cubicBezTo>
                <a:cubicBezTo>
                  <a:pt x="574" y="252"/>
                  <a:pt x="573" y="250"/>
                  <a:pt x="572" y="249"/>
                </a:cubicBezTo>
                <a:cubicBezTo>
                  <a:pt x="571" y="253"/>
                  <a:pt x="569" y="256"/>
                  <a:pt x="569" y="259"/>
                </a:cubicBezTo>
                <a:cubicBezTo>
                  <a:pt x="569" y="238"/>
                  <a:pt x="569" y="238"/>
                  <a:pt x="569" y="238"/>
                </a:cubicBezTo>
                <a:cubicBezTo>
                  <a:pt x="571" y="240"/>
                  <a:pt x="573" y="242"/>
                  <a:pt x="575" y="245"/>
                </a:cubicBezTo>
                <a:close/>
                <a:moveTo>
                  <a:pt x="575" y="271"/>
                </a:moveTo>
                <a:cubicBezTo>
                  <a:pt x="575" y="289"/>
                  <a:pt x="575" y="289"/>
                  <a:pt x="575" y="289"/>
                </a:cubicBezTo>
                <a:cubicBezTo>
                  <a:pt x="573" y="285"/>
                  <a:pt x="571" y="282"/>
                  <a:pt x="569" y="279"/>
                </a:cubicBezTo>
                <a:cubicBezTo>
                  <a:pt x="569" y="272"/>
                  <a:pt x="569" y="272"/>
                  <a:pt x="569" y="272"/>
                </a:cubicBezTo>
                <a:cubicBezTo>
                  <a:pt x="569" y="273"/>
                  <a:pt x="570" y="275"/>
                  <a:pt x="571" y="277"/>
                </a:cubicBezTo>
                <a:cubicBezTo>
                  <a:pt x="573" y="275"/>
                  <a:pt x="574" y="272"/>
                  <a:pt x="575" y="271"/>
                </a:cubicBezTo>
                <a:close/>
                <a:moveTo>
                  <a:pt x="575" y="322"/>
                </a:moveTo>
                <a:cubicBezTo>
                  <a:pt x="575" y="335"/>
                  <a:pt x="575" y="335"/>
                  <a:pt x="575" y="335"/>
                </a:cubicBezTo>
                <a:cubicBezTo>
                  <a:pt x="574" y="334"/>
                  <a:pt x="572" y="334"/>
                  <a:pt x="570" y="334"/>
                </a:cubicBezTo>
                <a:cubicBezTo>
                  <a:pt x="569" y="335"/>
                  <a:pt x="569" y="336"/>
                  <a:pt x="569" y="337"/>
                </a:cubicBezTo>
                <a:cubicBezTo>
                  <a:pt x="569" y="322"/>
                  <a:pt x="569" y="322"/>
                  <a:pt x="569" y="322"/>
                </a:cubicBezTo>
                <a:cubicBezTo>
                  <a:pt x="571" y="322"/>
                  <a:pt x="573" y="322"/>
                  <a:pt x="575" y="322"/>
                </a:cubicBezTo>
                <a:close/>
                <a:moveTo>
                  <a:pt x="575" y="349"/>
                </a:moveTo>
                <a:cubicBezTo>
                  <a:pt x="575" y="357"/>
                  <a:pt x="575" y="357"/>
                  <a:pt x="575" y="357"/>
                </a:cubicBezTo>
                <a:cubicBezTo>
                  <a:pt x="573" y="357"/>
                  <a:pt x="571" y="355"/>
                  <a:pt x="569" y="353"/>
                </a:cubicBezTo>
                <a:cubicBezTo>
                  <a:pt x="569" y="341"/>
                  <a:pt x="569" y="341"/>
                  <a:pt x="569" y="341"/>
                </a:cubicBezTo>
                <a:cubicBezTo>
                  <a:pt x="571" y="343"/>
                  <a:pt x="572" y="346"/>
                  <a:pt x="574" y="349"/>
                </a:cubicBezTo>
                <a:cubicBezTo>
                  <a:pt x="575" y="349"/>
                  <a:pt x="575" y="349"/>
                  <a:pt x="575" y="349"/>
                </a:cubicBezTo>
                <a:close/>
                <a:moveTo>
                  <a:pt x="575" y="390"/>
                </a:moveTo>
                <a:cubicBezTo>
                  <a:pt x="575" y="393"/>
                  <a:pt x="575" y="393"/>
                  <a:pt x="575" y="393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415"/>
                  <a:pt x="575" y="415"/>
                  <a:pt x="575" y="415"/>
                </a:cubicBezTo>
                <a:cubicBezTo>
                  <a:pt x="569" y="415"/>
                  <a:pt x="569" y="415"/>
                  <a:pt x="569" y="415"/>
                </a:cubicBezTo>
                <a:cubicBezTo>
                  <a:pt x="569" y="411"/>
                  <a:pt x="569" y="411"/>
                  <a:pt x="569" y="411"/>
                </a:cubicBezTo>
                <a:cubicBezTo>
                  <a:pt x="571" y="411"/>
                  <a:pt x="573" y="410"/>
                  <a:pt x="575" y="410"/>
                </a:cubicBezTo>
                <a:cubicBezTo>
                  <a:pt x="573" y="404"/>
                  <a:pt x="573" y="399"/>
                  <a:pt x="569" y="394"/>
                </a:cubicBezTo>
                <a:cubicBezTo>
                  <a:pt x="569" y="394"/>
                  <a:pt x="569" y="394"/>
                  <a:pt x="569" y="394"/>
                </a:cubicBezTo>
                <a:cubicBezTo>
                  <a:pt x="569" y="390"/>
                  <a:pt x="569" y="390"/>
                  <a:pt x="569" y="390"/>
                </a:cubicBezTo>
                <a:cubicBezTo>
                  <a:pt x="575" y="390"/>
                  <a:pt x="575" y="390"/>
                  <a:pt x="575" y="390"/>
                </a:cubicBezTo>
                <a:close/>
                <a:moveTo>
                  <a:pt x="575" y="448"/>
                </a:moveTo>
                <a:cubicBezTo>
                  <a:pt x="575" y="481"/>
                  <a:pt x="575" y="481"/>
                  <a:pt x="575" y="481"/>
                </a:cubicBezTo>
                <a:cubicBezTo>
                  <a:pt x="573" y="486"/>
                  <a:pt x="571" y="490"/>
                  <a:pt x="569" y="494"/>
                </a:cubicBezTo>
                <a:cubicBezTo>
                  <a:pt x="569" y="468"/>
                  <a:pt x="569" y="468"/>
                  <a:pt x="569" y="468"/>
                </a:cubicBezTo>
                <a:cubicBezTo>
                  <a:pt x="571" y="462"/>
                  <a:pt x="574" y="455"/>
                  <a:pt x="575" y="448"/>
                </a:cubicBezTo>
                <a:close/>
                <a:moveTo>
                  <a:pt x="575" y="513"/>
                </a:moveTo>
                <a:cubicBezTo>
                  <a:pt x="575" y="521"/>
                  <a:pt x="575" y="521"/>
                  <a:pt x="575" y="521"/>
                </a:cubicBezTo>
                <a:cubicBezTo>
                  <a:pt x="575" y="522"/>
                  <a:pt x="574" y="523"/>
                  <a:pt x="574" y="523"/>
                </a:cubicBezTo>
                <a:cubicBezTo>
                  <a:pt x="575" y="523"/>
                  <a:pt x="575" y="523"/>
                  <a:pt x="575" y="523"/>
                </a:cubicBezTo>
                <a:cubicBezTo>
                  <a:pt x="575" y="530"/>
                  <a:pt x="575" y="530"/>
                  <a:pt x="575" y="530"/>
                </a:cubicBezTo>
                <a:cubicBezTo>
                  <a:pt x="573" y="531"/>
                  <a:pt x="570" y="531"/>
                  <a:pt x="569" y="532"/>
                </a:cubicBezTo>
                <a:cubicBezTo>
                  <a:pt x="569" y="524"/>
                  <a:pt x="569" y="524"/>
                  <a:pt x="569" y="524"/>
                </a:cubicBezTo>
                <a:cubicBezTo>
                  <a:pt x="570" y="522"/>
                  <a:pt x="571" y="519"/>
                  <a:pt x="572" y="517"/>
                </a:cubicBezTo>
                <a:cubicBezTo>
                  <a:pt x="573" y="516"/>
                  <a:pt x="574" y="514"/>
                  <a:pt x="575" y="513"/>
                </a:cubicBezTo>
                <a:close/>
                <a:moveTo>
                  <a:pt x="575" y="542"/>
                </a:moveTo>
                <a:cubicBezTo>
                  <a:pt x="575" y="547"/>
                  <a:pt x="575" y="547"/>
                  <a:pt x="575" y="547"/>
                </a:cubicBezTo>
                <a:cubicBezTo>
                  <a:pt x="573" y="546"/>
                  <a:pt x="571" y="546"/>
                  <a:pt x="569" y="546"/>
                </a:cubicBezTo>
                <a:cubicBezTo>
                  <a:pt x="569" y="540"/>
                  <a:pt x="569" y="540"/>
                  <a:pt x="569" y="540"/>
                </a:cubicBezTo>
                <a:cubicBezTo>
                  <a:pt x="570" y="540"/>
                  <a:pt x="572" y="541"/>
                  <a:pt x="575" y="542"/>
                </a:cubicBezTo>
                <a:cubicBezTo>
                  <a:pt x="575" y="542"/>
                  <a:pt x="575" y="542"/>
                  <a:pt x="575" y="542"/>
                </a:cubicBezTo>
                <a:close/>
                <a:moveTo>
                  <a:pt x="575" y="551"/>
                </a:moveTo>
                <a:cubicBezTo>
                  <a:pt x="575" y="558"/>
                  <a:pt x="575" y="558"/>
                  <a:pt x="575" y="558"/>
                </a:cubicBezTo>
                <a:cubicBezTo>
                  <a:pt x="574" y="559"/>
                  <a:pt x="573" y="560"/>
                  <a:pt x="571" y="561"/>
                </a:cubicBezTo>
                <a:cubicBezTo>
                  <a:pt x="571" y="562"/>
                  <a:pt x="569" y="564"/>
                  <a:pt x="569" y="566"/>
                </a:cubicBezTo>
                <a:cubicBezTo>
                  <a:pt x="569" y="555"/>
                  <a:pt x="569" y="555"/>
                  <a:pt x="569" y="555"/>
                </a:cubicBezTo>
                <a:cubicBezTo>
                  <a:pt x="571" y="554"/>
                  <a:pt x="573" y="553"/>
                  <a:pt x="575" y="551"/>
                </a:cubicBezTo>
                <a:close/>
                <a:moveTo>
                  <a:pt x="575" y="621"/>
                </a:moveTo>
                <a:cubicBezTo>
                  <a:pt x="575" y="638"/>
                  <a:pt x="575" y="638"/>
                  <a:pt x="575" y="638"/>
                </a:cubicBezTo>
                <a:cubicBezTo>
                  <a:pt x="573" y="636"/>
                  <a:pt x="571" y="633"/>
                  <a:pt x="569" y="631"/>
                </a:cubicBezTo>
                <a:cubicBezTo>
                  <a:pt x="569" y="614"/>
                  <a:pt x="569" y="614"/>
                  <a:pt x="569" y="614"/>
                </a:cubicBezTo>
                <a:cubicBezTo>
                  <a:pt x="570" y="616"/>
                  <a:pt x="573" y="618"/>
                  <a:pt x="575" y="621"/>
                </a:cubicBezTo>
                <a:close/>
                <a:moveTo>
                  <a:pt x="575" y="702"/>
                </a:moveTo>
                <a:cubicBezTo>
                  <a:pt x="575" y="717"/>
                  <a:pt x="575" y="717"/>
                  <a:pt x="575" y="717"/>
                </a:cubicBezTo>
                <a:cubicBezTo>
                  <a:pt x="573" y="716"/>
                  <a:pt x="570" y="716"/>
                  <a:pt x="569" y="716"/>
                </a:cubicBezTo>
                <a:cubicBezTo>
                  <a:pt x="569" y="706"/>
                  <a:pt x="569" y="706"/>
                  <a:pt x="569" y="706"/>
                </a:cubicBezTo>
                <a:cubicBezTo>
                  <a:pt x="569" y="706"/>
                  <a:pt x="570" y="706"/>
                  <a:pt x="570" y="706"/>
                </a:cubicBezTo>
                <a:cubicBezTo>
                  <a:pt x="572" y="704"/>
                  <a:pt x="573" y="703"/>
                  <a:pt x="575" y="702"/>
                </a:cubicBezTo>
                <a:close/>
                <a:moveTo>
                  <a:pt x="569" y="449"/>
                </a:moveTo>
                <a:cubicBezTo>
                  <a:pt x="569" y="449"/>
                  <a:pt x="570" y="449"/>
                  <a:pt x="570" y="449"/>
                </a:cubicBezTo>
                <a:cubicBezTo>
                  <a:pt x="571" y="444"/>
                  <a:pt x="570" y="443"/>
                  <a:pt x="569" y="440"/>
                </a:cubicBezTo>
                <a:cubicBezTo>
                  <a:pt x="569" y="449"/>
                  <a:pt x="569" y="449"/>
                  <a:pt x="569" y="449"/>
                </a:cubicBezTo>
                <a:close/>
                <a:moveTo>
                  <a:pt x="569" y="171"/>
                </a:moveTo>
                <a:cubicBezTo>
                  <a:pt x="569" y="163"/>
                  <a:pt x="569" y="163"/>
                  <a:pt x="569" y="163"/>
                </a:cubicBezTo>
                <a:cubicBezTo>
                  <a:pt x="570" y="164"/>
                  <a:pt x="572" y="164"/>
                  <a:pt x="574" y="165"/>
                </a:cubicBezTo>
                <a:cubicBezTo>
                  <a:pt x="574" y="167"/>
                  <a:pt x="574" y="167"/>
                  <a:pt x="573" y="171"/>
                </a:cubicBezTo>
                <a:cubicBezTo>
                  <a:pt x="571" y="171"/>
                  <a:pt x="570" y="171"/>
                  <a:pt x="569" y="171"/>
                </a:cubicBezTo>
                <a:close/>
                <a:moveTo>
                  <a:pt x="560" y="36"/>
                </a:moveTo>
                <a:cubicBezTo>
                  <a:pt x="563" y="38"/>
                  <a:pt x="566" y="39"/>
                  <a:pt x="569" y="40"/>
                </a:cubicBezTo>
                <a:cubicBezTo>
                  <a:pt x="569" y="49"/>
                  <a:pt x="569" y="49"/>
                  <a:pt x="569" y="49"/>
                </a:cubicBezTo>
                <a:cubicBezTo>
                  <a:pt x="566" y="47"/>
                  <a:pt x="563" y="45"/>
                  <a:pt x="560" y="44"/>
                </a:cubicBezTo>
                <a:cubicBezTo>
                  <a:pt x="560" y="36"/>
                  <a:pt x="560" y="36"/>
                  <a:pt x="560" y="36"/>
                </a:cubicBezTo>
                <a:close/>
                <a:moveTo>
                  <a:pt x="569" y="756"/>
                </a:moveTo>
                <a:cubicBezTo>
                  <a:pt x="566" y="757"/>
                  <a:pt x="563" y="758"/>
                  <a:pt x="560" y="759"/>
                </a:cubicBezTo>
                <a:cubicBezTo>
                  <a:pt x="560" y="751"/>
                  <a:pt x="560" y="751"/>
                  <a:pt x="560" y="751"/>
                </a:cubicBezTo>
                <a:cubicBezTo>
                  <a:pt x="563" y="750"/>
                  <a:pt x="566" y="748"/>
                  <a:pt x="569" y="746"/>
                </a:cubicBezTo>
                <a:cubicBezTo>
                  <a:pt x="569" y="756"/>
                  <a:pt x="569" y="756"/>
                  <a:pt x="569" y="756"/>
                </a:cubicBezTo>
                <a:close/>
                <a:moveTo>
                  <a:pt x="569" y="82"/>
                </a:moveTo>
                <a:cubicBezTo>
                  <a:pt x="569" y="91"/>
                  <a:pt x="569" y="91"/>
                  <a:pt x="569" y="91"/>
                </a:cubicBezTo>
                <a:cubicBezTo>
                  <a:pt x="565" y="89"/>
                  <a:pt x="562" y="88"/>
                  <a:pt x="560" y="86"/>
                </a:cubicBezTo>
                <a:cubicBezTo>
                  <a:pt x="560" y="74"/>
                  <a:pt x="560" y="74"/>
                  <a:pt x="560" y="74"/>
                </a:cubicBezTo>
                <a:cubicBezTo>
                  <a:pt x="562" y="77"/>
                  <a:pt x="565" y="80"/>
                  <a:pt x="569" y="82"/>
                </a:cubicBezTo>
                <a:close/>
                <a:moveTo>
                  <a:pt x="569" y="145"/>
                </a:moveTo>
                <a:cubicBezTo>
                  <a:pt x="569" y="158"/>
                  <a:pt x="569" y="158"/>
                  <a:pt x="569" y="158"/>
                </a:cubicBezTo>
                <a:cubicBezTo>
                  <a:pt x="567" y="158"/>
                  <a:pt x="565" y="157"/>
                  <a:pt x="563" y="156"/>
                </a:cubicBezTo>
                <a:cubicBezTo>
                  <a:pt x="563" y="152"/>
                  <a:pt x="563" y="148"/>
                  <a:pt x="563" y="144"/>
                </a:cubicBezTo>
                <a:cubicBezTo>
                  <a:pt x="565" y="144"/>
                  <a:pt x="567" y="144"/>
                  <a:pt x="569" y="145"/>
                </a:cubicBezTo>
                <a:close/>
                <a:moveTo>
                  <a:pt x="569" y="163"/>
                </a:moveTo>
                <a:cubicBezTo>
                  <a:pt x="569" y="171"/>
                  <a:pt x="569" y="171"/>
                  <a:pt x="569" y="171"/>
                </a:cubicBezTo>
                <a:cubicBezTo>
                  <a:pt x="565" y="172"/>
                  <a:pt x="562" y="173"/>
                  <a:pt x="560" y="173"/>
                </a:cubicBezTo>
                <a:cubicBezTo>
                  <a:pt x="560" y="160"/>
                  <a:pt x="560" y="160"/>
                  <a:pt x="560" y="160"/>
                </a:cubicBezTo>
                <a:cubicBezTo>
                  <a:pt x="562" y="162"/>
                  <a:pt x="565" y="163"/>
                  <a:pt x="569" y="163"/>
                </a:cubicBezTo>
                <a:close/>
                <a:moveTo>
                  <a:pt x="569" y="188"/>
                </a:moveTo>
                <a:cubicBezTo>
                  <a:pt x="569" y="203"/>
                  <a:pt x="569" y="203"/>
                  <a:pt x="569" y="203"/>
                </a:cubicBezTo>
                <a:cubicBezTo>
                  <a:pt x="565" y="203"/>
                  <a:pt x="562" y="202"/>
                  <a:pt x="560" y="199"/>
                </a:cubicBezTo>
                <a:cubicBezTo>
                  <a:pt x="560" y="188"/>
                  <a:pt x="560" y="188"/>
                  <a:pt x="560" y="188"/>
                </a:cubicBezTo>
                <a:cubicBezTo>
                  <a:pt x="563" y="187"/>
                  <a:pt x="565" y="187"/>
                  <a:pt x="569" y="188"/>
                </a:cubicBezTo>
                <a:close/>
                <a:moveTo>
                  <a:pt x="569" y="238"/>
                </a:moveTo>
                <a:cubicBezTo>
                  <a:pt x="569" y="259"/>
                  <a:pt x="569" y="259"/>
                  <a:pt x="569" y="259"/>
                </a:cubicBezTo>
                <a:cubicBezTo>
                  <a:pt x="567" y="263"/>
                  <a:pt x="566" y="267"/>
                  <a:pt x="569" y="272"/>
                </a:cubicBezTo>
                <a:cubicBezTo>
                  <a:pt x="569" y="279"/>
                  <a:pt x="569" y="279"/>
                  <a:pt x="569" y="279"/>
                </a:cubicBezTo>
                <a:cubicBezTo>
                  <a:pt x="566" y="275"/>
                  <a:pt x="563" y="272"/>
                  <a:pt x="560" y="269"/>
                </a:cubicBezTo>
                <a:cubicBezTo>
                  <a:pt x="560" y="263"/>
                  <a:pt x="560" y="263"/>
                  <a:pt x="560" y="263"/>
                </a:cubicBezTo>
                <a:cubicBezTo>
                  <a:pt x="564" y="253"/>
                  <a:pt x="569" y="243"/>
                  <a:pt x="560" y="236"/>
                </a:cubicBezTo>
                <a:cubicBezTo>
                  <a:pt x="560" y="229"/>
                  <a:pt x="560" y="229"/>
                  <a:pt x="560" y="229"/>
                </a:cubicBezTo>
                <a:cubicBezTo>
                  <a:pt x="563" y="232"/>
                  <a:pt x="566" y="235"/>
                  <a:pt x="569" y="238"/>
                </a:cubicBezTo>
                <a:close/>
                <a:moveTo>
                  <a:pt x="569" y="322"/>
                </a:moveTo>
                <a:cubicBezTo>
                  <a:pt x="569" y="337"/>
                  <a:pt x="569" y="337"/>
                  <a:pt x="569" y="337"/>
                </a:cubicBezTo>
                <a:cubicBezTo>
                  <a:pt x="568" y="338"/>
                  <a:pt x="567" y="339"/>
                  <a:pt x="567" y="341"/>
                </a:cubicBezTo>
                <a:cubicBezTo>
                  <a:pt x="567" y="341"/>
                  <a:pt x="568" y="341"/>
                  <a:pt x="569" y="341"/>
                </a:cubicBezTo>
                <a:cubicBezTo>
                  <a:pt x="569" y="353"/>
                  <a:pt x="569" y="353"/>
                  <a:pt x="569" y="353"/>
                </a:cubicBezTo>
                <a:cubicBezTo>
                  <a:pt x="568" y="353"/>
                  <a:pt x="567" y="352"/>
                  <a:pt x="567" y="352"/>
                </a:cubicBezTo>
                <a:cubicBezTo>
                  <a:pt x="566" y="352"/>
                  <a:pt x="565" y="352"/>
                  <a:pt x="564" y="352"/>
                </a:cubicBezTo>
                <a:cubicBezTo>
                  <a:pt x="562" y="362"/>
                  <a:pt x="571" y="366"/>
                  <a:pt x="567" y="376"/>
                </a:cubicBezTo>
                <a:cubicBezTo>
                  <a:pt x="564" y="377"/>
                  <a:pt x="562" y="377"/>
                  <a:pt x="560" y="378"/>
                </a:cubicBezTo>
                <a:cubicBezTo>
                  <a:pt x="560" y="345"/>
                  <a:pt x="560" y="345"/>
                  <a:pt x="560" y="345"/>
                </a:cubicBezTo>
                <a:cubicBezTo>
                  <a:pt x="560" y="345"/>
                  <a:pt x="560" y="345"/>
                  <a:pt x="561" y="345"/>
                </a:cubicBezTo>
                <a:cubicBezTo>
                  <a:pt x="560" y="343"/>
                  <a:pt x="560" y="340"/>
                  <a:pt x="560" y="337"/>
                </a:cubicBezTo>
                <a:cubicBezTo>
                  <a:pt x="560" y="331"/>
                  <a:pt x="560" y="331"/>
                  <a:pt x="560" y="331"/>
                </a:cubicBezTo>
                <a:cubicBezTo>
                  <a:pt x="563" y="329"/>
                  <a:pt x="564" y="326"/>
                  <a:pt x="567" y="322"/>
                </a:cubicBezTo>
                <a:cubicBezTo>
                  <a:pt x="567" y="322"/>
                  <a:pt x="568" y="322"/>
                  <a:pt x="569" y="322"/>
                </a:cubicBezTo>
                <a:close/>
                <a:moveTo>
                  <a:pt x="569" y="390"/>
                </a:moveTo>
                <a:cubicBezTo>
                  <a:pt x="569" y="394"/>
                  <a:pt x="569" y="394"/>
                  <a:pt x="569" y="394"/>
                </a:cubicBezTo>
                <a:cubicBezTo>
                  <a:pt x="562" y="394"/>
                  <a:pt x="562" y="394"/>
                  <a:pt x="562" y="394"/>
                </a:cubicBezTo>
                <a:cubicBezTo>
                  <a:pt x="563" y="399"/>
                  <a:pt x="565" y="405"/>
                  <a:pt x="566" y="410"/>
                </a:cubicBezTo>
                <a:cubicBezTo>
                  <a:pt x="566" y="410"/>
                  <a:pt x="567" y="411"/>
                  <a:pt x="568" y="411"/>
                </a:cubicBezTo>
                <a:cubicBezTo>
                  <a:pt x="569" y="411"/>
                  <a:pt x="569" y="411"/>
                  <a:pt x="569" y="411"/>
                </a:cubicBezTo>
                <a:cubicBezTo>
                  <a:pt x="569" y="415"/>
                  <a:pt x="569" y="415"/>
                  <a:pt x="569" y="415"/>
                </a:cubicBezTo>
                <a:cubicBezTo>
                  <a:pt x="560" y="415"/>
                  <a:pt x="560" y="415"/>
                  <a:pt x="560" y="415"/>
                </a:cubicBezTo>
                <a:cubicBezTo>
                  <a:pt x="560" y="411"/>
                  <a:pt x="560" y="411"/>
                  <a:pt x="560" y="411"/>
                </a:cubicBezTo>
                <a:cubicBezTo>
                  <a:pt x="562" y="411"/>
                  <a:pt x="562" y="411"/>
                  <a:pt x="562" y="411"/>
                </a:cubicBezTo>
                <a:cubicBezTo>
                  <a:pt x="561" y="406"/>
                  <a:pt x="560" y="402"/>
                  <a:pt x="560" y="400"/>
                </a:cubicBezTo>
                <a:cubicBezTo>
                  <a:pt x="560" y="390"/>
                  <a:pt x="560" y="390"/>
                  <a:pt x="560" y="390"/>
                </a:cubicBezTo>
                <a:cubicBezTo>
                  <a:pt x="569" y="390"/>
                  <a:pt x="569" y="390"/>
                  <a:pt x="569" y="390"/>
                </a:cubicBezTo>
                <a:close/>
                <a:moveTo>
                  <a:pt x="569" y="440"/>
                </a:moveTo>
                <a:cubicBezTo>
                  <a:pt x="569" y="449"/>
                  <a:pt x="569" y="449"/>
                  <a:pt x="569" y="449"/>
                </a:cubicBezTo>
                <a:cubicBezTo>
                  <a:pt x="565" y="451"/>
                  <a:pt x="563" y="453"/>
                  <a:pt x="560" y="453"/>
                </a:cubicBezTo>
                <a:cubicBezTo>
                  <a:pt x="560" y="444"/>
                  <a:pt x="560" y="444"/>
                  <a:pt x="560" y="444"/>
                </a:cubicBezTo>
                <a:cubicBezTo>
                  <a:pt x="560" y="443"/>
                  <a:pt x="562" y="441"/>
                  <a:pt x="563" y="439"/>
                </a:cubicBezTo>
                <a:cubicBezTo>
                  <a:pt x="565" y="439"/>
                  <a:pt x="566" y="439"/>
                  <a:pt x="568" y="439"/>
                </a:cubicBezTo>
                <a:cubicBezTo>
                  <a:pt x="569" y="440"/>
                  <a:pt x="569" y="440"/>
                  <a:pt x="569" y="440"/>
                </a:cubicBezTo>
                <a:close/>
                <a:moveTo>
                  <a:pt x="569" y="468"/>
                </a:moveTo>
                <a:cubicBezTo>
                  <a:pt x="569" y="494"/>
                  <a:pt x="569" y="494"/>
                  <a:pt x="569" y="494"/>
                </a:cubicBezTo>
                <a:cubicBezTo>
                  <a:pt x="565" y="499"/>
                  <a:pt x="562" y="504"/>
                  <a:pt x="560" y="507"/>
                </a:cubicBezTo>
                <a:cubicBezTo>
                  <a:pt x="560" y="486"/>
                  <a:pt x="560" y="486"/>
                  <a:pt x="560" y="486"/>
                </a:cubicBezTo>
                <a:cubicBezTo>
                  <a:pt x="563" y="480"/>
                  <a:pt x="566" y="474"/>
                  <a:pt x="569" y="468"/>
                </a:cubicBezTo>
                <a:close/>
                <a:moveTo>
                  <a:pt x="569" y="524"/>
                </a:moveTo>
                <a:cubicBezTo>
                  <a:pt x="569" y="532"/>
                  <a:pt x="569" y="532"/>
                  <a:pt x="569" y="532"/>
                </a:cubicBezTo>
                <a:cubicBezTo>
                  <a:pt x="566" y="533"/>
                  <a:pt x="565" y="536"/>
                  <a:pt x="563" y="539"/>
                </a:cubicBezTo>
                <a:cubicBezTo>
                  <a:pt x="566" y="540"/>
                  <a:pt x="567" y="540"/>
                  <a:pt x="569" y="540"/>
                </a:cubicBezTo>
                <a:cubicBezTo>
                  <a:pt x="569" y="546"/>
                  <a:pt x="569" y="546"/>
                  <a:pt x="569" y="546"/>
                </a:cubicBezTo>
                <a:cubicBezTo>
                  <a:pt x="565" y="546"/>
                  <a:pt x="562" y="545"/>
                  <a:pt x="560" y="546"/>
                </a:cubicBezTo>
                <a:cubicBezTo>
                  <a:pt x="560" y="535"/>
                  <a:pt x="560" y="535"/>
                  <a:pt x="560" y="535"/>
                </a:cubicBezTo>
                <a:cubicBezTo>
                  <a:pt x="563" y="531"/>
                  <a:pt x="566" y="527"/>
                  <a:pt x="569" y="524"/>
                </a:cubicBezTo>
                <a:close/>
                <a:moveTo>
                  <a:pt x="569" y="555"/>
                </a:moveTo>
                <a:cubicBezTo>
                  <a:pt x="569" y="566"/>
                  <a:pt x="569" y="566"/>
                  <a:pt x="569" y="566"/>
                </a:cubicBezTo>
                <a:cubicBezTo>
                  <a:pt x="567" y="567"/>
                  <a:pt x="567" y="567"/>
                  <a:pt x="567" y="567"/>
                </a:cubicBezTo>
                <a:cubicBezTo>
                  <a:pt x="565" y="570"/>
                  <a:pt x="562" y="572"/>
                  <a:pt x="560" y="574"/>
                </a:cubicBezTo>
                <a:cubicBezTo>
                  <a:pt x="560" y="567"/>
                  <a:pt x="560" y="567"/>
                  <a:pt x="560" y="567"/>
                </a:cubicBezTo>
                <a:cubicBezTo>
                  <a:pt x="562" y="566"/>
                  <a:pt x="563" y="565"/>
                  <a:pt x="565" y="562"/>
                </a:cubicBezTo>
                <a:cubicBezTo>
                  <a:pt x="563" y="561"/>
                  <a:pt x="561" y="561"/>
                  <a:pt x="560" y="561"/>
                </a:cubicBezTo>
                <a:cubicBezTo>
                  <a:pt x="560" y="556"/>
                  <a:pt x="560" y="556"/>
                  <a:pt x="560" y="556"/>
                </a:cubicBezTo>
                <a:cubicBezTo>
                  <a:pt x="563" y="556"/>
                  <a:pt x="566" y="556"/>
                  <a:pt x="569" y="555"/>
                </a:cubicBezTo>
                <a:close/>
                <a:moveTo>
                  <a:pt x="569" y="614"/>
                </a:moveTo>
                <a:cubicBezTo>
                  <a:pt x="569" y="631"/>
                  <a:pt x="569" y="631"/>
                  <a:pt x="569" y="631"/>
                </a:cubicBezTo>
                <a:cubicBezTo>
                  <a:pt x="566" y="628"/>
                  <a:pt x="563" y="624"/>
                  <a:pt x="560" y="621"/>
                </a:cubicBezTo>
                <a:cubicBezTo>
                  <a:pt x="560" y="619"/>
                  <a:pt x="560" y="619"/>
                  <a:pt x="560" y="619"/>
                </a:cubicBezTo>
                <a:cubicBezTo>
                  <a:pt x="561" y="617"/>
                  <a:pt x="562" y="617"/>
                  <a:pt x="567" y="613"/>
                </a:cubicBezTo>
                <a:cubicBezTo>
                  <a:pt x="568" y="613"/>
                  <a:pt x="568" y="614"/>
                  <a:pt x="569" y="614"/>
                </a:cubicBezTo>
                <a:close/>
                <a:moveTo>
                  <a:pt x="569" y="706"/>
                </a:moveTo>
                <a:cubicBezTo>
                  <a:pt x="569" y="716"/>
                  <a:pt x="569" y="716"/>
                  <a:pt x="569" y="716"/>
                </a:cubicBezTo>
                <a:cubicBezTo>
                  <a:pt x="566" y="716"/>
                  <a:pt x="563" y="716"/>
                  <a:pt x="560" y="718"/>
                </a:cubicBezTo>
                <a:cubicBezTo>
                  <a:pt x="560" y="709"/>
                  <a:pt x="560" y="709"/>
                  <a:pt x="560" y="709"/>
                </a:cubicBezTo>
                <a:cubicBezTo>
                  <a:pt x="562" y="708"/>
                  <a:pt x="565" y="707"/>
                  <a:pt x="569" y="706"/>
                </a:cubicBezTo>
                <a:close/>
                <a:moveTo>
                  <a:pt x="569" y="734"/>
                </a:moveTo>
                <a:cubicBezTo>
                  <a:pt x="569" y="745"/>
                  <a:pt x="569" y="745"/>
                  <a:pt x="569" y="745"/>
                </a:cubicBezTo>
                <a:cubicBezTo>
                  <a:pt x="566" y="743"/>
                  <a:pt x="563" y="741"/>
                  <a:pt x="560" y="739"/>
                </a:cubicBezTo>
                <a:cubicBezTo>
                  <a:pt x="560" y="729"/>
                  <a:pt x="560" y="729"/>
                  <a:pt x="560" y="729"/>
                </a:cubicBezTo>
                <a:cubicBezTo>
                  <a:pt x="569" y="734"/>
                  <a:pt x="569" y="734"/>
                  <a:pt x="569" y="734"/>
                </a:cubicBezTo>
                <a:close/>
                <a:moveTo>
                  <a:pt x="560" y="317"/>
                </a:moveTo>
                <a:cubicBezTo>
                  <a:pt x="560" y="304"/>
                  <a:pt x="560" y="304"/>
                  <a:pt x="560" y="304"/>
                </a:cubicBezTo>
                <a:cubicBezTo>
                  <a:pt x="561" y="307"/>
                  <a:pt x="562" y="311"/>
                  <a:pt x="562" y="316"/>
                </a:cubicBezTo>
                <a:cubicBezTo>
                  <a:pt x="561" y="316"/>
                  <a:pt x="560" y="316"/>
                  <a:pt x="560" y="317"/>
                </a:cubicBezTo>
                <a:close/>
                <a:moveTo>
                  <a:pt x="559" y="36"/>
                </a:moveTo>
                <a:cubicBezTo>
                  <a:pt x="560" y="36"/>
                  <a:pt x="560" y="36"/>
                  <a:pt x="560" y="36"/>
                </a:cubicBezTo>
                <a:cubicBezTo>
                  <a:pt x="560" y="44"/>
                  <a:pt x="560" y="44"/>
                  <a:pt x="560" y="44"/>
                </a:cubicBezTo>
                <a:cubicBezTo>
                  <a:pt x="560" y="44"/>
                  <a:pt x="559" y="44"/>
                  <a:pt x="559" y="43"/>
                </a:cubicBezTo>
                <a:cubicBezTo>
                  <a:pt x="559" y="36"/>
                  <a:pt x="559" y="36"/>
                  <a:pt x="559" y="36"/>
                </a:cubicBezTo>
                <a:close/>
                <a:moveTo>
                  <a:pt x="560" y="759"/>
                </a:moveTo>
                <a:cubicBezTo>
                  <a:pt x="559" y="759"/>
                  <a:pt x="559" y="759"/>
                  <a:pt x="559" y="759"/>
                </a:cubicBezTo>
                <a:cubicBezTo>
                  <a:pt x="559" y="751"/>
                  <a:pt x="559" y="751"/>
                  <a:pt x="559" y="751"/>
                </a:cubicBezTo>
                <a:cubicBezTo>
                  <a:pt x="560" y="751"/>
                  <a:pt x="560" y="751"/>
                  <a:pt x="560" y="751"/>
                </a:cubicBezTo>
                <a:cubicBezTo>
                  <a:pt x="560" y="759"/>
                  <a:pt x="560" y="759"/>
                  <a:pt x="560" y="759"/>
                </a:cubicBezTo>
                <a:close/>
                <a:moveTo>
                  <a:pt x="560" y="74"/>
                </a:moveTo>
                <a:cubicBezTo>
                  <a:pt x="560" y="86"/>
                  <a:pt x="560" y="86"/>
                  <a:pt x="560" y="86"/>
                </a:cubicBezTo>
                <a:cubicBezTo>
                  <a:pt x="559" y="86"/>
                  <a:pt x="559" y="86"/>
                  <a:pt x="559" y="86"/>
                </a:cubicBezTo>
                <a:cubicBezTo>
                  <a:pt x="559" y="74"/>
                  <a:pt x="559" y="74"/>
                  <a:pt x="559" y="74"/>
                </a:cubicBezTo>
                <a:cubicBezTo>
                  <a:pt x="559" y="74"/>
                  <a:pt x="560" y="74"/>
                  <a:pt x="560" y="74"/>
                </a:cubicBezTo>
                <a:close/>
                <a:moveTo>
                  <a:pt x="560" y="160"/>
                </a:moveTo>
                <a:cubicBezTo>
                  <a:pt x="560" y="173"/>
                  <a:pt x="560" y="173"/>
                  <a:pt x="560" y="173"/>
                </a:cubicBezTo>
                <a:cubicBezTo>
                  <a:pt x="559" y="173"/>
                  <a:pt x="559" y="173"/>
                  <a:pt x="559" y="173"/>
                </a:cubicBezTo>
                <a:cubicBezTo>
                  <a:pt x="559" y="159"/>
                  <a:pt x="559" y="159"/>
                  <a:pt x="559" y="159"/>
                </a:cubicBezTo>
                <a:cubicBezTo>
                  <a:pt x="559" y="159"/>
                  <a:pt x="560" y="159"/>
                  <a:pt x="560" y="160"/>
                </a:cubicBezTo>
                <a:close/>
                <a:moveTo>
                  <a:pt x="560" y="188"/>
                </a:moveTo>
                <a:cubicBezTo>
                  <a:pt x="560" y="199"/>
                  <a:pt x="560" y="199"/>
                  <a:pt x="560" y="199"/>
                </a:cubicBezTo>
                <a:cubicBezTo>
                  <a:pt x="560" y="199"/>
                  <a:pt x="559" y="199"/>
                  <a:pt x="559" y="199"/>
                </a:cubicBezTo>
                <a:cubicBezTo>
                  <a:pt x="559" y="188"/>
                  <a:pt x="559" y="188"/>
                  <a:pt x="559" y="188"/>
                </a:cubicBezTo>
                <a:cubicBezTo>
                  <a:pt x="559" y="188"/>
                  <a:pt x="560" y="188"/>
                  <a:pt x="560" y="188"/>
                </a:cubicBezTo>
                <a:close/>
                <a:moveTo>
                  <a:pt x="560" y="229"/>
                </a:moveTo>
                <a:cubicBezTo>
                  <a:pt x="560" y="236"/>
                  <a:pt x="560" y="236"/>
                  <a:pt x="560" y="236"/>
                </a:cubicBezTo>
                <a:cubicBezTo>
                  <a:pt x="560" y="236"/>
                  <a:pt x="559" y="236"/>
                  <a:pt x="559" y="235"/>
                </a:cubicBezTo>
                <a:cubicBezTo>
                  <a:pt x="559" y="228"/>
                  <a:pt x="559" y="228"/>
                  <a:pt x="559" y="228"/>
                </a:cubicBezTo>
                <a:cubicBezTo>
                  <a:pt x="560" y="229"/>
                  <a:pt x="560" y="229"/>
                  <a:pt x="560" y="229"/>
                </a:cubicBezTo>
                <a:close/>
                <a:moveTo>
                  <a:pt x="560" y="263"/>
                </a:moveTo>
                <a:cubicBezTo>
                  <a:pt x="560" y="269"/>
                  <a:pt x="560" y="269"/>
                  <a:pt x="560" y="269"/>
                </a:cubicBezTo>
                <a:cubicBezTo>
                  <a:pt x="559" y="268"/>
                  <a:pt x="559" y="268"/>
                  <a:pt x="559" y="268"/>
                </a:cubicBezTo>
                <a:cubicBezTo>
                  <a:pt x="559" y="262"/>
                  <a:pt x="559" y="262"/>
                  <a:pt x="559" y="262"/>
                </a:cubicBezTo>
                <a:cubicBezTo>
                  <a:pt x="559" y="262"/>
                  <a:pt x="560" y="262"/>
                  <a:pt x="560" y="263"/>
                </a:cubicBezTo>
                <a:cubicBezTo>
                  <a:pt x="560" y="263"/>
                  <a:pt x="560" y="263"/>
                  <a:pt x="560" y="263"/>
                </a:cubicBezTo>
                <a:close/>
                <a:moveTo>
                  <a:pt x="560" y="304"/>
                </a:moveTo>
                <a:cubicBezTo>
                  <a:pt x="560" y="317"/>
                  <a:pt x="560" y="317"/>
                  <a:pt x="560" y="317"/>
                </a:cubicBezTo>
                <a:cubicBezTo>
                  <a:pt x="559" y="317"/>
                  <a:pt x="559" y="317"/>
                  <a:pt x="559" y="317"/>
                </a:cubicBezTo>
                <a:cubicBezTo>
                  <a:pt x="559" y="302"/>
                  <a:pt x="559" y="302"/>
                  <a:pt x="559" y="302"/>
                </a:cubicBezTo>
                <a:cubicBezTo>
                  <a:pt x="559" y="303"/>
                  <a:pt x="560" y="303"/>
                  <a:pt x="560" y="304"/>
                </a:cubicBezTo>
                <a:close/>
                <a:moveTo>
                  <a:pt x="560" y="331"/>
                </a:moveTo>
                <a:cubicBezTo>
                  <a:pt x="560" y="337"/>
                  <a:pt x="560" y="337"/>
                  <a:pt x="560" y="337"/>
                </a:cubicBezTo>
                <a:cubicBezTo>
                  <a:pt x="560" y="337"/>
                  <a:pt x="560" y="337"/>
                  <a:pt x="560" y="337"/>
                </a:cubicBezTo>
                <a:cubicBezTo>
                  <a:pt x="559" y="337"/>
                  <a:pt x="559" y="337"/>
                  <a:pt x="559" y="337"/>
                </a:cubicBezTo>
                <a:cubicBezTo>
                  <a:pt x="559" y="332"/>
                  <a:pt x="559" y="332"/>
                  <a:pt x="559" y="332"/>
                </a:cubicBezTo>
                <a:cubicBezTo>
                  <a:pt x="559" y="331"/>
                  <a:pt x="560" y="331"/>
                  <a:pt x="560" y="331"/>
                </a:cubicBezTo>
                <a:close/>
                <a:moveTo>
                  <a:pt x="560" y="345"/>
                </a:moveTo>
                <a:cubicBezTo>
                  <a:pt x="560" y="378"/>
                  <a:pt x="560" y="378"/>
                  <a:pt x="560" y="378"/>
                </a:cubicBezTo>
                <a:cubicBezTo>
                  <a:pt x="559" y="378"/>
                  <a:pt x="559" y="378"/>
                  <a:pt x="559" y="378"/>
                </a:cubicBezTo>
                <a:cubicBezTo>
                  <a:pt x="559" y="345"/>
                  <a:pt x="559" y="345"/>
                  <a:pt x="559" y="345"/>
                </a:cubicBezTo>
                <a:cubicBezTo>
                  <a:pt x="559" y="345"/>
                  <a:pt x="560" y="345"/>
                  <a:pt x="560" y="345"/>
                </a:cubicBezTo>
                <a:close/>
                <a:moveTo>
                  <a:pt x="560" y="390"/>
                </a:moveTo>
                <a:cubicBezTo>
                  <a:pt x="560" y="400"/>
                  <a:pt x="560" y="400"/>
                  <a:pt x="560" y="400"/>
                </a:cubicBezTo>
                <a:cubicBezTo>
                  <a:pt x="559" y="399"/>
                  <a:pt x="559" y="398"/>
                  <a:pt x="559" y="398"/>
                </a:cubicBezTo>
                <a:cubicBezTo>
                  <a:pt x="559" y="390"/>
                  <a:pt x="559" y="390"/>
                  <a:pt x="559" y="390"/>
                </a:cubicBezTo>
                <a:cubicBezTo>
                  <a:pt x="560" y="390"/>
                  <a:pt x="560" y="390"/>
                  <a:pt x="560" y="390"/>
                </a:cubicBezTo>
                <a:close/>
                <a:moveTo>
                  <a:pt x="560" y="411"/>
                </a:moveTo>
                <a:cubicBezTo>
                  <a:pt x="560" y="415"/>
                  <a:pt x="560" y="415"/>
                  <a:pt x="560" y="415"/>
                </a:cubicBezTo>
                <a:cubicBezTo>
                  <a:pt x="559" y="415"/>
                  <a:pt x="559" y="415"/>
                  <a:pt x="559" y="415"/>
                </a:cubicBezTo>
                <a:cubicBezTo>
                  <a:pt x="559" y="411"/>
                  <a:pt x="559" y="411"/>
                  <a:pt x="559" y="411"/>
                </a:cubicBezTo>
                <a:cubicBezTo>
                  <a:pt x="560" y="411"/>
                  <a:pt x="560" y="411"/>
                  <a:pt x="560" y="411"/>
                </a:cubicBezTo>
                <a:close/>
                <a:moveTo>
                  <a:pt x="560" y="444"/>
                </a:moveTo>
                <a:cubicBezTo>
                  <a:pt x="560" y="453"/>
                  <a:pt x="560" y="453"/>
                  <a:pt x="560" y="453"/>
                </a:cubicBezTo>
                <a:cubicBezTo>
                  <a:pt x="560" y="453"/>
                  <a:pt x="559" y="453"/>
                  <a:pt x="559" y="453"/>
                </a:cubicBezTo>
                <a:cubicBezTo>
                  <a:pt x="559" y="446"/>
                  <a:pt x="559" y="446"/>
                  <a:pt x="559" y="446"/>
                </a:cubicBezTo>
                <a:cubicBezTo>
                  <a:pt x="559" y="446"/>
                  <a:pt x="559" y="445"/>
                  <a:pt x="560" y="444"/>
                </a:cubicBezTo>
                <a:close/>
                <a:moveTo>
                  <a:pt x="560" y="486"/>
                </a:moveTo>
                <a:cubicBezTo>
                  <a:pt x="560" y="507"/>
                  <a:pt x="560" y="507"/>
                  <a:pt x="560" y="507"/>
                </a:cubicBezTo>
                <a:cubicBezTo>
                  <a:pt x="559" y="508"/>
                  <a:pt x="559" y="508"/>
                  <a:pt x="559" y="508"/>
                </a:cubicBezTo>
                <a:cubicBezTo>
                  <a:pt x="559" y="487"/>
                  <a:pt x="559" y="487"/>
                  <a:pt x="559" y="487"/>
                </a:cubicBezTo>
                <a:cubicBezTo>
                  <a:pt x="560" y="486"/>
                  <a:pt x="560" y="486"/>
                  <a:pt x="560" y="486"/>
                </a:cubicBezTo>
                <a:close/>
                <a:moveTo>
                  <a:pt x="560" y="535"/>
                </a:moveTo>
                <a:cubicBezTo>
                  <a:pt x="560" y="546"/>
                  <a:pt x="560" y="546"/>
                  <a:pt x="560" y="546"/>
                </a:cubicBezTo>
                <a:cubicBezTo>
                  <a:pt x="560" y="546"/>
                  <a:pt x="559" y="546"/>
                  <a:pt x="559" y="546"/>
                </a:cubicBezTo>
                <a:cubicBezTo>
                  <a:pt x="559" y="535"/>
                  <a:pt x="559" y="535"/>
                  <a:pt x="559" y="535"/>
                </a:cubicBezTo>
                <a:cubicBezTo>
                  <a:pt x="560" y="535"/>
                  <a:pt x="560" y="535"/>
                  <a:pt x="560" y="535"/>
                </a:cubicBezTo>
                <a:close/>
                <a:moveTo>
                  <a:pt x="560" y="556"/>
                </a:moveTo>
                <a:cubicBezTo>
                  <a:pt x="560" y="561"/>
                  <a:pt x="560" y="561"/>
                  <a:pt x="560" y="561"/>
                </a:cubicBezTo>
                <a:cubicBezTo>
                  <a:pt x="559" y="561"/>
                  <a:pt x="559" y="561"/>
                  <a:pt x="559" y="561"/>
                </a:cubicBezTo>
                <a:cubicBezTo>
                  <a:pt x="559" y="556"/>
                  <a:pt x="559" y="556"/>
                  <a:pt x="559" y="556"/>
                </a:cubicBezTo>
                <a:cubicBezTo>
                  <a:pt x="560" y="556"/>
                  <a:pt x="560" y="556"/>
                  <a:pt x="560" y="556"/>
                </a:cubicBezTo>
                <a:close/>
                <a:moveTo>
                  <a:pt x="560" y="567"/>
                </a:moveTo>
                <a:cubicBezTo>
                  <a:pt x="560" y="574"/>
                  <a:pt x="560" y="574"/>
                  <a:pt x="560" y="574"/>
                </a:cubicBezTo>
                <a:cubicBezTo>
                  <a:pt x="559" y="575"/>
                  <a:pt x="559" y="575"/>
                  <a:pt x="559" y="575"/>
                </a:cubicBezTo>
                <a:cubicBezTo>
                  <a:pt x="559" y="568"/>
                  <a:pt x="559" y="568"/>
                  <a:pt x="559" y="568"/>
                </a:cubicBezTo>
                <a:cubicBezTo>
                  <a:pt x="559" y="568"/>
                  <a:pt x="560" y="567"/>
                  <a:pt x="560" y="567"/>
                </a:cubicBezTo>
                <a:close/>
                <a:moveTo>
                  <a:pt x="560" y="619"/>
                </a:moveTo>
                <a:cubicBezTo>
                  <a:pt x="560" y="621"/>
                  <a:pt x="560" y="621"/>
                  <a:pt x="560" y="621"/>
                </a:cubicBezTo>
                <a:cubicBezTo>
                  <a:pt x="559" y="620"/>
                  <a:pt x="559" y="620"/>
                  <a:pt x="559" y="620"/>
                </a:cubicBezTo>
                <a:cubicBezTo>
                  <a:pt x="560" y="619"/>
                  <a:pt x="560" y="619"/>
                  <a:pt x="560" y="619"/>
                </a:cubicBezTo>
                <a:close/>
                <a:moveTo>
                  <a:pt x="560" y="709"/>
                </a:moveTo>
                <a:cubicBezTo>
                  <a:pt x="560" y="718"/>
                  <a:pt x="560" y="718"/>
                  <a:pt x="560" y="718"/>
                </a:cubicBezTo>
                <a:cubicBezTo>
                  <a:pt x="559" y="718"/>
                  <a:pt x="559" y="718"/>
                  <a:pt x="559" y="718"/>
                </a:cubicBezTo>
                <a:cubicBezTo>
                  <a:pt x="559" y="709"/>
                  <a:pt x="559" y="709"/>
                  <a:pt x="559" y="709"/>
                </a:cubicBezTo>
                <a:cubicBezTo>
                  <a:pt x="560" y="709"/>
                  <a:pt x="560" y="709"/>
                  <a:pt x="560" y="709"/>
                </a:cubicBezTo>
                <a:close/>
                <a:moveTo>
                  <a:pt x="560" y="729"/>
                </a:moveTo>
                <a:cubicBezTo>
                  <a:pt x="560" y="739"/>
                  <a:pt x="560" y="739"/>
                  <a:pt x="560" y="739"/>
                </a:cubicBezTo>
                <a:cubicBezTo>
                  <a:pt x="559" y="739"/>
                  <a:pt x="559" y="739"/>
                  <a:pt x="559" y="739"/>
                </a:cubicBezTo>
                <a:cubicBezTo>
                  <a:pt x="559" y="728"/>
                  <a:pt x="559" y="728"/>
                  <a:pt x="559" y="728"/>
                </a:cubicBezTo>
                <a:cubicBezTo>
                  <a:pt x="560" y="729"/>
                  <a:pt x="560" y="729"/>
                  <a:pt x="560" y="729"/>
                </a:cubicBezTo>
                <a:close/>
                <a:moveTo>
                  <a:pt x="559" y="469"/>
                </a:moveTo>
                <a:cubicBezTo>
                  <a:pt x="559" y="464"/>
                  <a:pt x="559" y="464"/>
                  <a:pt x="559" y="464"/>
                </a:cubicBezTo>
                <a:cubicBezTo>
                  <a:pt x="560" y="464"/>
                  <a:pt x="560" y="464"/>
                  <a:pt x="560" y="464"/>
                </a:cubicBezTo>
                <a:cubicBezTo>
                  <a:pt x="559" y="467"/>
                  <a:pt x="559" y="468"/>
                  <a:pt x="559" y="469"/>
                </a:cubicBezTo>
                <a:close/>
                <a:moveTo>
                  <a:pt x="556" y="35"/>
                </a:moveTo>
                <a:cubicBezTo>
                  <a:pt x="557" y="35"/>
                  <a:pt x="558" y="36"/>
                  <a:pt x="559" y="36"/>
                </a:cubicBezTo>
                <a:cubicBezTo>
                  <a:pt x="559" y="43"/>
                  <a:pt x="559" y="43"/>
                  <a:pt x="559" y="43"/>
                </a:cubicBezTo>
                <a:cubicBezTo>
                  <a:pt x="558" y="43"/>
                  <a:pt x="557" y="43"/>
                  <a:pt x="556" y="43"/>
                </a:cubicBezTo>
                <a:cubicBezTo>
                  <a:pt x="556" y="35"/>
                  <a:pt x="556" y="35"/>
                  <a:pt x="556" y="35"/>
                </a:cubicBezTo>
                <a:close/>
                <a:moveTo>
                  <a:pt x="559" y="759"/>
                </a:moveTo>
                <a:cubicBezTo>
                  <a:pt x="558" y="760"/>
                  <a:pt x="557" y="760"/>
                  <a:pt x="556" y="760"/>
                </a:cubicBezTo>
                <a:cubicBezTo>
                  <a:pt x="556" y="752"/>
                  <a:pt x="556" y="752"/>
                  <a:pt x="556" y="752"/>
                </a:cubicBezTo>
                <a:cubicBezTo>
                  <a:pt x="557" y="751"/>
                  <a:pt x="558" y="751"/>
                  <a:pt x="559" y="751"/>
                </a:cubicBezTo>
                <a:cubicBezTo>
                  <a:pt x="559" y="759"/>
                  <a:pt x="559" y="759"/>
                  <a:pt x="559" y="759"/>
                </a:cubicBezTo>
                <a:close/>
                <a:moveTo>
                  <a:pt x="559" y="74"/>
                </a:moveTo>
                <a:cubicBezTo>
                  <a:pt x="559" y="86"/>
                  <a:pt x="559" y="86"/>
                  <a:pt x="559" y="86"/>
                </a:cubicBezTo>
                <a:cubicBezTo>
                  <a:pt x="558" y="85"/>
                  <a:pt x="557" y="85"/>
                  <a:pt x="556" y="84"/>
                </a:cubicBezTo>
                <a:cubicBezTo>
                  <a:pt x="556" y="68"/>
                  <a:pt x="556" y="68"/>
                  <a:pt x="556" y="68"/>
                </a:cubicBezTo>
                <a:cubicBezTo>
                  <a:pt x="557" y="70"/>
                  <a:pt x="558" y="72"/>
                  <a:pt x="559" y="74"/>
                </a:cubicBezTo>
                <a:close/>
                <a:moveTo>
                  <a:pt x="559" y="159"/>
                </a:moveTo>
                <a:cubicBezTo>
                  <a:pt x="559" y="173"/>
                  <a:pt x="559" y="173"/>
                  <a:pt x="559" y="173"/>
                </a:cubicBezTo>
                <a:cubicBezTo>
                  <a:pt x="558" y="174"/>
                  <a:pt x="557" y="174"/>
                  <a:pt x="556" y="174"/>
                </a:cubicBezTo>
                <a:cubicBezTo>
                  <a:pt x="556" y="159"/>
                  <a:pt x="556" y="159"/>
                  <a:pt x="556" y="159"/>
                </a:cubicBezTo>
                <a:cubicBezTo>
                  <a:pt x="557" y="159"/>
                  <a:pt x="558" y="158"/>
                  <a:pt x="558" y="158"/>
                </a:cubicBezTo>
                <a:cubicBezTo>
                  <a:pt x="559" y="159"/>
                  <a:pt x="559" y="159"/>
                  <a:pt x="559" y="159"/>
                </a:cubicBezTo>
                <a:close/>
                <a:moveTo>
                  <a:pt x="559" y="188"/>
                </a:moveTo>
                <a:cubicBezTo>
                  <a:pt x="559" y="199"/>
                  <a:pt x="559" y="199"/>
                  <a:pt x="559" y="199"/>
                </a:cubicBezTo>
                <a:cubicBezTo>
                  <a:pt x="558" y="197"/>
                  <a:pt x="557" y="194"/>
                  <a:pt x="557" y="190"/>
                </a:cubicBezTo>
                <a:cubicBezTo>
                  <a:pt x="558" y="189"/>
                  <a:pt x="558" y="189"/>
                  <a:pt x="559" y="188"/>
                </a:cubicBezTo>
                <a:close/>
                <a:moveTo>
                  <a:pt x="559" y="228"/>
                </a:moveTo>
                <a:cubicBezTo>
                  <a:pt x="559" y="235"/>
                  <a:pt x="559" y="235"/>
                  <a:pt x="559" y="235"/>
                </a:cubicBezTo>
                <a:cubicBezTo>
                  <a:pt x="559" y="235"/>
                  <a:pt x="558" y="235"/>
                  <a:pt x="558" y="235"/>
                </a:cubicBezTo>
                <a:cubicBezTo>
                  <a:pt x="558" y="237"/>
                  <a:pt x="557" y="239"/>
                  <a:pt x="556" y="240"/>
                </a:cubicBezTo>
                <a:cubicBezTo>
                  <a:pt x="556" y="226"/>
                  <a:pt x="556" y="226"/>
                  <a:pt x="556" y="226"/>
                </a:cubicBezTo>
                <a:cubicBezTo>
                  <a:pt x="557" y="227"/>
                  <a:pt x="558" y="228"/>
                  <a:pt x="559" y="228"/>
                </a:cubicBezTo>
                <a:close/>
                <a:moveTo>
                  <a:pt x="559" y="262"/>
                </a:moveTo>
                <a:cubicBezTo>
                  <a:pt x="559" y="268"/>
                  <a:pt x="559" y="268"/>
                  <a:pt x="559" y="268"/>
                </a:cubicBezTo>
                <a:cubicBezTo>
                  <a:pt x="558" y="267"/>
                  <a:pt x="557" y="266"/>
                  <a:pt x="556" y="266"/>
                </a:cubicBezTo>
                <a:cubicBezTo>
                  <a:pt x="556" y="258"/>
                  <a:pt x="556" y="258"/>
                  <a:pt x="556" y="258"/>
                </a:cubicBezTo>
                <a:cubicBezTo>
                  <a:pt x="557" y="259"/>
                  <a:pt x="558" y="260"/>
                  <a:pt x="559" y="262"/>
                </a:cubicBezTo>
                <a:close/>
                <a:moveTo>
                  <a:pt x="559" y="302"/>
                </a:moveTo>
                <a:cubicBezTo>
                  <a:pt x="559" y="317"/>
                  <a:pt x="559" y="317"/>
                  <a:pt x="559" y="317"/>
                </a:cubicBezTo>
                <a:cubicBezTo>
                  <a:pt x="558" y="317"/>
                  <a:pt x="557" y="317"/>
                  <a:pt x="556" y="318"/>
                </a:cubicBezTo>
                <a:cubicBezTo>
                  <a:pt x="556" y="298"/>
                  <a:pt x="556" y="298"/>
                  <a:pt x="556" y="298"/>
                </a:cubicBezTo>
                <a:cubicBezTo>
                  <a:pt x="557" y="300"/>
                  <a:pt x="558" y="301"/>
                  <a:pt x="559" y="302"/>
                </a:cubicBezTo>
                <a:close/>
                <a:moveTo>
                  <a:pt x="559" y="332"/>
                </a:moveTo>
                <a:cubicBezTo>
                  <a:pt x="559" y="337"/>
                  <a:pt x="559" y="337"/>
                  <a:pt x="559" y="337"/>
                </a:cubicBezTo>
                <a:cubicBezTo>
                  <a:pt x="557" y="337"/>
                  <a:pt x="557" y="337"/>
                  <a:pt x="557" y="337"/>
                </a:cubicBezTo>
                <a:cubicBezTo>
                  <a:pt x="558" y="335"/>
                  <a:pt x="558" y="334"/>
                  <a:pt x="558" y="332"/>
                </a:cubicBezTo>
                <a:cubicBezTo>
                  <a:pt x="558" y="332"/>
                  <a:pt x="559" y="332"/>
                  <a:pt x="559" y="332"/>
                </a:cubicBezTo>
                <a:close/>
                <a:moveTo>
                  <a:pt x="559" y="345"/>
                </a:moveTo>
                <a:cubicBezTo>
                  <a:pt x="559" y="378"/>
                  <a:pt x="559" y="378"/>
                  <a:pt x="559" y="378"/>
                </a:cubicBezTo>
                <a:cubicBezTo>
                  <a:pt x="558" y="378"/>
                  <a:pt x="557" y="378"/>
                  <a:pt x="556" y="378"/>
                </a:cubicBezTo>
                <a:cubicBezTo>
                  <a:pt x="556" y="370"/>
                  <a:pt x="556" y="370"/>
                  <a:pt x="556" y="370"/>
                </a:cubicBezTo>
                <a:cubicBezTo>
                  <a:pt x="557" y="370"/>
                  <a:pt x="558" y="370"/>
                  <a:pt x="559" y="370"/>
                </a:cubicBezTo>
                <a:cubicBezTo>
                  <a:pt x="559" y="364"/>
                  <a:pt x="559" y="362"/>
                  <a:pt x="556" y="358"/>
                </a:cubicBezTo>
                <a:cubicBezTo>
                  <a:pt x="556" y="343"/>
                  <a:pt x="556" y="343"/>
                  <a:pt x="556" y="343"/>
                </a:cubicBezTo>
                <a:cubicBezTo>
                  <a:pt x="557" y="344"/>
                  <a:pt x="558" y="344"/>
                  <a:pt x="559" y="345"/>
                </a:cubicBezTo>
                <a:close/>
                <a:moveTo>
                  <a:pt x="559" y="390"/>
                </a:moveTo>
                <a:cubicBezTo>
                  <a:pt x="559" y="398"/>
                  <a:pt x="559" y="398"/>
                  <a:pt x="559" y="398"/>
                </a:cubicBezTo>
                <a:cubicBezTo>
                  <a:pt x="559" y="396"/>
                  <a:pt x="558" y="396"/>
                  <a:pt x="558" y="394"/>
                </a:cubicBezTo>
                <a:cubicBezTo>
                  <a:pt x="556" y="394"/>
                  <a:pt x="556" y="394"/>
                  <a:pt x="556" y="394"/>
                </a:cubicBezTo>
                <a:cubicBezTo>
                  <a:pt x="556" y="390"/>
                  <a:pt x="556" y="390"/>
                  <a:pt x="556" y="390"/>
                </a:cubicBezTo>
                <a:cubicBezTo>
                  <a:pt x="559" y="390"/>
                  <a:pt x="559" y="390"/>
                  <a:pt x="559" y="390"/>
                </a:cubicBezTo>
                <a:close/>
                <a:moveTo>
                  <a:pt x="559" y="411"/>
                </a:moveTo>
                <a:cubicBezTo>
                  <a:pt x="559" y="415"/>
                  <a:pt x="559" y="415"/>
                  <a:pt x="559" y="415"/>
                </a:cubicBezTo>
                <a:cubicBezTo>
                  <a:pt x="556" y="415"/>
                  <a:pt x="556" y="415"/>
                  <a:pt x="556" y="415"/>
                </a:cubicBezTo>
                <a:cubicBezTo>
                  <a:pt x="556" y="411"/>
                  <a:pt x="556" y="411"/>
                  <a:pt x="556" y="411"/>
                </a:cubicBezTo>
                <a:cubicBezTo>
                  <a:pt x="559" y="411"/>
                  <a:pt x="559" y="411"/>
                  <a:pt x="559" y="411"/>
                </a:cubicBezTo>
                <a:close/>
                <a:moveTo>
                  <a:pt x="559" y="446"/>
                </a:moveTo>
                <a:cubicBezTo>
                  <a:pt x="559" y="453"/>
                  <a:pt x="559" y="453"/>
                  <a:pt x="559" y="453"/>
                </a:cubicBezTo>
                <a:cubicBezTo>
                  <a:pt x="558" y="453"/>
                  <a:pt x="558" y="453"/>
                  <a:pt x="558" y="453"/>
                </a:cubicBezTo>
                <a:cubicBezTo>
                  <a:pt x="558" y="450"/>
                  <a:pt x="558" y="448"/>
                  <a:pt x="559" y="446"/>
                </a:cubicBezTo>
                <a:close/>
                <a:moveTo>
                  <a:pt x="559" y="464"/>
                </a:moveTo>
                <a:cubicBezTo>
                  <a:pt x="559" y="469"/>
                  <a:pt x="559" y="469"/>
                  <a:pt x="559" y="469"/>
                </a:cubicBezTo>
                <a:cubicBezTo>
                  <a:pt x="559" y="470"/>
                  <a:pt x="558" y="471"/>
                  <a:pt x="558" y="471"/>
                </a:cubicBezTo>
                <a:cubicBezTo>
                  <a:pt x="556" y="472"/>
                  <a:pt x="556" y="472"/>
                  <a:pt x="556" y="472"/>
                </a:cubicBezTo>
                <a:cubicBezTo>
                  <a:pt x="556" y="461"/>
                  <a:pt x="556" y="461"/>
                  <a:pt x="556" y="461"/>
                </a:cubicBezTo>
                <a:cubicBezTo>
                  <a:pt x="557" y="462"/>
                  <a:pt x="557" y="463"/>
                  <a:pt x="557" y="463"/>
                </a:cubicBezTo>
                <a:cubicBezTo>
                  <a:pt x="558" y="463"/>
                  <a:pt x="558" y="463"/>
                  <a:pt x="559" y="464"/>
                </a:cubicBezTo>
                <a:close/>
                <a:moveTo>
                  <a:pt x="559" y="487"/>
                </a:moveTo>
                <a:cubicBezTo>
                  <a:pt x="559" y="508"/>
                  <a:pt x="559" y="508"/>
                  <a:pt x="559" y="508"/>
                </a:cubicBezTo>
                <a:cubicBezTo>
                  <a:pt x="558" y="509"/>
                  <a:pt x="558" y="509"/>
                  <a:pt x="557" y="510"/>
                </a:cubicBezTo>
                <a:cubicBezTo>
                  <a:pt x="557" y="509"/>
                  <a:pt x="557" y="509"/>
                  <a:pt x="556" y="508"/>
                </a:cubicBezTo>
                <a:cubicBezTo>
                  <a:pt x="556" y="492"/>
                  <a:pt x="556" y="492"/>
                  <a:pt x="556" y="492"/>
                </a:cubicBezTo>
                <a:cubicBezTo>
                  <a:pt x="557" y="491"/>
                  <a:pt x="558" y="489"/>
                  <a:pt x="559" y="487"/>
                </a:cubicBezTo>
                <a:close/>
                <a:moveTo>
                  <a:pt x="559" y="535"/>
                </a:moveTo>
                <a:cubicBezTo>
                  <a:pt x="559" y="546"/>
                  <a:pt x="559" y="546"/>
                  <a:pt x="559" y="546"/>
                </a:cubicBezTo>
                <a:cubicBezTo>
                  <a:pt x="558" y="546"/>
                  <a:pt x="557" y="546"/>
                  <a:pt x="556" y="547"/>
                </a:cubicBezTo>
                <a:cubicBezTo>
                  <a:pt x="556" y="540"/>
                  <a:pt x="556" y="540"/>
                  <a:pt x="556" y="540"/>
                </a:cubicBezTo>
                <a:cubicBezTo>
                  <a:pt x="557" y="538"/>
                  <a:pt x="558" y="537"/>
                  <a:pt x="559" y="535"/>
                </a:cubicBezTo>
                <a:close/>
                <a:moveTo>
                  <a:pt x="559" y="556"/>
                </a:moveTo>
                <a:cubicBezTo>
                  <a:pt x="559" y="561"/>
                  <a:pt x="559" y="561"/>
                  <a:pt x="559" y="561"/>
                </a:cubicBezTo>
                <a:cubicBezTo>
                  <a:pt x="558" y="561"/>
                  <a:pt x="557" y="560"/>
                  <a:pt x="556" y="560"/>
                </a:cubicBezTo>
                <a:cubicBezTo>
                  <a:pt x="556" y="555"/>
                  <a:pt x="556" y="555"/>
                  <a:pt x="556" y="555"/>
                </a:cubicBezTo>
                <a:cubicBezTo>
                  <a:pt x="557" y="555"/>
                  <a:pt x="558" y="555"/>
                  <a:pt x="558" y="556"/>
                </a:cubicBezTo>
                <a:cubicBezTo>
                  <a:pt x="559" y="556"/>
                  <a:pt x="559" y="556"/>
                  <a:pt x="559" y="556"/>
                </a:cubicBezTo>
                <a:close/>
                <a:moveTo>
                  <a:pt x="559" y="568"/>
                </a:moveTo>
                <a:cubicBezTo>
                  <a:pt x="559" y="575"/>
                  <a:pt x="559" y="575"/>
                  <a:pt x="559" y="575"/>
                </a:cubicBezTo>
                <a:cubicBezTo>
                  <a:pt x="556" y="577"/>
                  <a:pt x="556" y="577"/>
                  <a:pt x="556" y="577"/>
                </a:cubicBezTo>
                <a:cubicBezTo>
                  <a:pt x="556" y="569"/>
                  <a:pt x="556" y="569"/>
                  <a:pt x="556" y="569"/>
                </a:cubicBezTo>
                <a:cubicBezTo>
                  <a:pt x="557" y="569"/>
                  <a:pt x="558" y="568"/>
                  <a:pt x="559" y="568"/>
                </a:cubicBezTo>
                <a:close/>
                <a:moveTo>
                  <a:pt x="559" y="709"/>
                </a:moveTo>
                <a:cubicBezTo>
                  <a:pt x="559" y="718"/>
                  <a:pt x="559" y="718"/>
                  <a:pt x="559" y="718"/>
                </a:cubicBezTo>
                <a:cubicBezTo>
                  <a:pt x="558" y="718"/>
                  <a:pt x="557" y="719"/>
                  <a:pt x="556" y="719"/>
                </a:cubicBezTo>
                <a:cubicBezTo>
                  <a:pt x="556" y="710"/>
                  <a:pt x="556" y="710"/>
                  <a:pt x="556" y="710"/>
                </a:cubicBezTo>
                <a:cubicBezTo>
                  <a:pt x="557" y="710"/>
                  <a:pt x="558" y="709"/>
                  <a:pt x="559" y="709"/>
                </a:cubicBezTo>
                <a:close/>
                <a:moveTo>
                  <a:pt x="559" y="728"/>
                </a:moveTo>
                <a:cubicBezTo>
                  <a:pt x="559" y="739"/>
                  <a:pt x="559" y="739"/>
                  <a:pt x="559" y="739"/>
                </a:cubicBezTo>
                <a:cubicBezTo>
                  <a:pt x="558" y="738"/>
                  <a:pt x="557" y="738"/>
                  <a:pt x="556" y="737"/>
                </a:cubicBezTo>
                <a:cubicBezTo>
                  <a:pt x="556" y="726"/>
                  <a:pt x="556" y="726"/>
                  <a:pt x="556" y="726"/>
                </a:cubicBezTo>
                <a:lnTo>
                  <a:pt x="559" y="728"/>
                </a:lnTo>
                <a:close/>
                <a:moveTo>
                  <a:pt x="546" y="31"/>
                </a:moveTo>
                <a:cubicBezTo>
                  <a:pt x="547" y="31"/>
                  <a:pt x="547" y="31"/>
                  <a:pt x="547" y="31"/>
                </a:cubicBezTo>
                <a:cubicBezTo>
                  <a:pt x="550" y="33"/>
                  <a:pt x="553" y="34"/>
                  <a:pt x="556" y="35"/>
                </a:cubicBezTo>
                <a:cubicBezTo>
                  <a:pt x="556" y="43"/>
                  <a:pt x="556" y="43"/>
                  <a:pt x="556" y="43"/>
                </a:cubicBezTo>
                <a:cubicBezTo>
                  <a:pt x="555" y="42"/>
                  <a:pt x="554" y="42"/>
                  <a:pt x="553" y="42"/>
                </a:cubicBezTo>
                <a:cubicBezTo>
                  <a:pt x="554" y="53"/>
                  <a:pt x="554" y="61"/>
                  <a:pt x="556" y="68"/>
                </a:cubicBezTo>
                <a:cubicBezTo>
                  <a:pt x="556" y="84"/>
                  <a:pt x="556" y="84"/>
                  <a:pt x="556" y="84"/>
                </a:cubicBezTo>
                <a:cubicBezTo>
                  <a:pt x="555" y="83"/>
                  <a:pt x="553" y="81"/>
                  <a:pt x="552" y="80"/>
                </a:cubicBezTo>
                <a:cubicBezTo>
                  <a:pt x="550" y="79"/>
                  <a:pt x="548" y="79"/>
                  <a:pt x="546" y="78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31"/>
                  <a:pt x="546" y="31"/>
                  <a:pt x="546" y="31"/>
                </a:cubicBezTo>
                <a:close/>
                <a:moveTo>
                  <a:pt x="556" y="760"/>
                </a:moveTo>
                <a:cubicBezTo>
                  <a:pt x="553" y="761"/>
                  <a:pt x="550" y="762"/>
                  <a:pt x="547" y="763"/>
                </a:cubicBezTo>
                <a:cubicBezTo>
                  <a:pt x="546" y="764"/>
                  <a:pt x="546" y="764"/>
                  <a:pt x="546" y="764"/>
                </a:cubicBezTo>
                <a:cubicBezTo>
                  <a:pt x="546" y="752"/>
                  <a:pt x="546" y="752"/>
                  <a:pt x="546" y="752"/>
                </a:cubicBezTo>
                <a:cubicBezTo>
                  <a:pt x="546" y="752"/>
                  <a:pt x="547" y="753"/>
                  <a:pt x="548" y="753"/>
                </a:cubicBezTo>
                <a:cubicBezTo>
                  <a:pt x="551" y="753"/>
                  <a:pt x="554" y="753"/>
                  <a:pt x="556" y="752"/>
                </a:cubicBezTo>
                <a:cubicBezTo>
                  <a:pt x="556" y="760"/>
                  <a:pt x="556" y="760"/>
                  <a:pt x="556" y="760"/>
                </a:cubicBezTo>
                <a:close/>
                <a:moveTo>
                  <a:pt x="556" y="159"/>
                </a:moveTo>
                <a:cubicBezTo>
                  <a:pt x="556" y="174"/>
                  <a:pt x="556" y="174"/>
                  <a:pt x="556" y="174"/>
                </a:cubicBezTo>
                <a:cubicBezTo>
                  <a:pt x="554" y="175"/>
                  <a:pt x="551" y="175"/>
                  <a:pt x="548" y="176"/>
                </a:cubicBezTo>
                <a:cubicBezTo>
                  <a:pt x="547" y="174"/>
                  <a:pt x="546" y="173"/>
                  <a:pt x="546" y="172"/>
                </a:cubicBezTo>
                <a:cubicBezTo>
                  <a:pt x="546" y="165"/>
                  <a:pt x="546" y="165"/>
                  <a:pt x="546" y="165"/>
                </a:cubicBezTo>
                <a:cubicBezTo>
                  <a:pt x="547" y="162"/>
                  <a:pt x="551" y="159"/>
                  <a:pt x="556" y="159"/>
                </a:cubicBezTo>
                <a:close/>
                <a:moveTo>
                  <a:pt x="556" y="226"/>
                </a:moveTo>
                <a:cubicBezTo>
                  <a:pt x="556" y="240"/>
                  <a:pt x="556" y="240"/>
                  <a:pt x="556" y="240"/>
                </a:cubicBezTo>
                <a:cubicBezTo>
                  <a:pt x="554" y="247"/>
                  <a:pt x="554" y="252"/>
                  <a:pt x="556" y="258"/>
                </a:cubicBezTo>
                <a:cubicBezTo>
                  <a:pt x="556" y="266"/>
                  <a:pt x="556" y="266"/>
                  <a:pt x="556" y="266"/>
                </a:cubicBezTo>
                <a:cubicBezTo>
                  <a:pt x="555" y="265"/>
                  <a:pt x="554" y="264"/>
                  <a:pt x="553" y="263"/>
                </a:cubicBezTo>
                <a:cubicBezTo>
                  <a:pt x="551" y="265"/>
                  <a:pt x="549" y="268"/>
                  <a:pt x="547" y="270"/>
                </a:cubicBezTo>
                <a:cubicBezTo>
                  <a:pt x="547" y="271"/>
                  <a:pt x="546" y="271"/>
                  <a:pt x="546" y="271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0"/>
                  <a:pt x="546" y="260"/>
                  <a:pt x="546" y="260"/>
                </a:cubicBezTo>
                <a:cubicBezTo>
                  <a:pt x="550" y="260"/>
                  <a:pt x="550" y="260"/>
                  <a:pt x="550" y="260"/>
                </a:cubicBezTo>
                <a:cubicBezTo>
                  <a:pt x="550" y="258"/>
                  <a:pt x="550" y="256"/>
                  <a:pt x="549" y="254"/>
                </a:cubicBezTo>
                <a:cubicBezTo>
                  <a:pt x="548" y="254"/>
                  <a:pt x="547" y="254"/>
                  <a:pt x="546" y="253"/>
                </a:cubicBezTo>
                <a:cubicBezTo>
                  <a:pt x="546" y="247"/>
                  <a:pt x="546" y="247"/>
                  <a:pt x="546" y="247"/>
                </a:cubicBezTo>
                <a:cubicBezTo>
                  <a:pt x="546" y="248"/>
                  <a:pt x="546" y="248"/>
                  <a:pt x="547" y="249"/>
                </a:cubicBezTo>
                <a:cubicBezTo>
                  <a:pt x="550" y="238"/>
                  <a:pt x="554" y="230"/>
                  <a:pt x="546" y="223"/>
                </a:cubicBezTo>
                <a:cubicBezTo>
                  <a:pt x="546" y="217"/>
                  <a:pt x="546" y="217"/>
                  <a:pt x="546" y="217"/>
                </a:cubicBezTo>
                <a:cubicBezTo>
                  <a:pt x="549" y="220"/>
                  <a:pt x="553" y="223"/>
                  <a:pt x="556" y="226"/>
                </a:cubicBezTo>
                <a:close/>
                <a:moveTo>
                  <a:pt x="556" y="298"/>
                </a:moveTo>
                <a:cubicBezTo>
                  <a:pt x="556" y="318"/>
                  <a:pt x="556" y="318"/>
                  <a:pt x="556" y="318"/>
                </a:cubicBezTo>
                <a:cubicBezTo>
                  <a:pt x="553" y="319"/>
                  <a:pt x="550" y="321"/>
                  <a:pt x="546" y="321"/>
                </a:cubicBezTo>
                <a:cubicBezTo>
                  <a:pt x="546" y="309"/>
                  <a:pt x="546" y="309"/>
                  <a:pt x="546" y="309"/>
                </a:cubicBezTo>
                <a:cubicBezTo>
                  <a:pt x="548" y="310"/>
                  <a:pt x="550" y="311"/>
                  <a:pt x="554" y="311"/>
                </a:cubicBezTo>
                <a:cubicBezTo>
                  <a:pt x="554" y="309"/>
                  <a:pt x="554" y="308"/>
                  <a:pt x="554" y="306"/>
                </a:cubicBezTo>
                <a:cubicBezTo>
                  <a:pt x="548" y="305"/>
                  <a:pt x="548" y="299"/>
                  <a:pt x="547" y="295"/>
                </a:cubicBezTo>
                <a:cubicBezTo>
                  <a:pt x="549" y="292"/>
                  <a:pt x="551" y="293"/>
                  <a:pt x="554" y="293"/>
                </a:cubicBezTo>
                <a:cubicBezTo>
                  <a:pt x="555" y="295"/>
                  <a:pt x="556" y="297"/>
                  <a:pt x="556" y="298"/>
                </a:cubicBezTo>
                <a:close/>
                <a:moveTo>
                  <a:pt x="556" y="343"/>
                </a:moveTo>
                <a:cubicBezTo>
                  <a:pt x="556" y="358"/>
                  <a:pt x="556" y="358"/>
                  <a:pt x="556" y="358"/>
                </a:cubicBezTo>
                <a:cubicBezTo>
                  <a:pt x="556" y="357"/>
                  <a:pt x="556" y="357"/>
                  <a:pt x="555" y="356"/>
                </a:cubicBezTo>
                <a:cubicBezTo>
                  <a:pt x="553" y="356"/>
                  <a:pt x="550" y="356"/>
                  <a:pt x="548" y="356"/>
                </a:cubicBezTo>
                <a:cubicBezTo>
                  <a:pt x="547" y="362"/>
                  <a:pt x="551" y="365"/>
                  <a:pt x="554" y="371"/>
                </a:cubicBezTo>
                <a:cubicBezTo>
                  <a:pt x="555" y="371"/>
                  <a:pt x="556" y="371"/>
                  <a:pt x="556" y="370"/>
                </a:cubicBezTo>
                <a:cubicBezTo>
                  <a:pt x="556" y="378"/>
                  <a:pt x="556" y="378"/>
                  <a:pt x="556" y="378"/>
                </a:cubicBezTo>
                <a:cubicBezTo>
                  <a:pt x="550" y="378"/>
                  <a:pt x="548" y="375"/>
                  <a:pt x="546" y="369"/>
                </a:cubicBezTo>
                <a:cubicBezTo>
                  <a:pt x="546" y="349"/>
                  <a:pt x="546" y="349"/>
                  <a:pt x="546" y="349"/>
                </a:cubicBezTo>
                <a:cubicBezTo>
                  <a:pt x="546" y="348"/>
                  <a:pt x="547" y="348"/>
                  <a:pt x="548" y="348"/>
                </a:cubicBezTo>
                <a:cubicBezTo>
                  <a:pt x="548" y="346"/>
                  <a:pt x="548" y="345"/>
                  <a:pt x="548" y="344"/>
                </a:cubicBezTo>
                <a:cubicBezTo>
                  <a:pt x="546" y="344"/>
                  <a:pt x="546" y="344"/>
                  <a:pt x="546" y="344"/>
                </a:cubicBezTo>
                <a:cubicBezTo>
                  <a:pt x="546" y="328"/>
                  <a:pt x="546" y="328"/>
                  <a:pt x="546" y="328"/>
                </a:cubicBezTo>
                <a:cubicBezTo>
                  <a:pt x="548" y="328"/>
                  <a:pt x="548" y="328"/>
                  <a:pt x="551" y="330"/>
                </a:cubicBezTo>
                <a:cubicBezTo>
                  <a:pt x="552" y="335"/>
                  <a:pt x="552" y="341"/>
                  <a:pt x="556" y="343"/>
                </a:cubicBezTo>
                <a:close/>
                <a:moveTo>
                  <a:pt x="556" y="390"/>
                </a:moveTo>
                <a:cubicBezTo>
                  <a:pt x="556" y="394"/>
                  <a:pt x="556" y="394"/>
                  <a:pt x="556" y="394"/>
                </a:cubicBezTo>
                <a:cubicBezTo>
                  <a:pt x="554" y="394"/>
                  <a:pt x="552" y="393"/>
                  <a:pt x="550" y="393"/>
                </a:cubicBezTo>
                <a:cubicBezTo>
                  <a:pt x="552" y="400"/>
                  <a:pt x="551" y="407"/>
                  <a:pt x="556" y="411"/>
                </a:cubicBezTo>
                <a:cubicBezTo>
                  <a:pt x="556" y="411"/>
                  <a:pt x="556" y="411"/>
                  <a:pt x="556" y="411"/>
                </a:cubicBezTo>
                <a:cubicBezTo>
                  <a:pt x="556" y="415"/>
                  <a:pt x="556" y="415"/>
                  <a:pt x="556" y="415"/>
                </a:cubicBezTo>
                <a:cubicBezTo>
                  <a:pt x="546" y="415"/>
                  <a:pt x="546" y="415"/>
                  <a:pt x="546" y="415"/>
                </a:cubicBezTo>
                <a:cubicBezTo>
                  <a:pt x="546" y="411"/>
                  <a:pt x="546" y="411"/>
                  <a:pt x="546" y="411"/>
                </a:cubicBezTo>
                <a:cubicBezTo>
                  <a:pt x="547" y="410"/>
                  <a:pt x="548" y="410"/>
                  <a:pt x="550" y="410"/>
                </a:cubicBezTo>
                <a:cubicBezTo>
                  <a:pt x="548" y="401"/>
                  <a:pt x="548" y="400"/>
                  <a:pt x="546" y="396"/>
                </a:cubicBezTo>
                <a:cubicBezTo>
                  <a:pt x="546" y="390"/>
                  <a:pt x="546" y="390"/>
                  <a:pt x="546" y="390"/>
                </a:cubicBezTo>
                <a:cubicBezTo>
                  <a:pt x="556" y="390"/>
                  <a:pt x="556" y="390"/>
                  <a:pt x="556" y="390"/>
                </a:cubicBezTo>
                <a:close/>
                <a:moveTo>
                  <a:pt x="556" y="461"/>
                </a:moveTo>
                <a:cubicBezTo>
                  <a:pt x="556" y="472"/>
                  <a:pt x="556" y="472"/>
                  <a:pt x="556" y="472"/>
                </a:cubicBezTo>
                <a:cubicBezTo>
                  <a:pt x="553" y="472"/>
                  <a:pt x="549" y="473"/>
                  <a:pt x="546" y="474"/>
                </a:cubicBezTo>
                <a:cubicBezTo>
                  <a:pt x="546" y="449"/>
                  <a:pt x="546" y="449"/>
                  <a:pt x="546" y="449"/>
                </a:cubicBezTo>
                <a:cubicBezTo>
                  <a:pt x="548" y="454"/>
                  <a:pt x="551" y="458"/>
                  <a:pt x="556" y="461"/>
                </a:cubicBezTo>
                <a:cubicBezTo>
                  <a:pt x="556" y="461"/>
                  <a:pt x="556" y="461"/>
                  <a:pt x="556" y="461"/>
                </a:cubicBezTo>
                <a:close/>
                <a:moveTo>
                  <a:pt x="556" y="492"/>
                </a:moveTo>
                <a:cubicBezTo>
                  <a:pt x="556" y="508"/>
                  <a:pt x="556" y="508"/>
                  <a:pt x="556" y="508"/>
                </a:cubicBezTo>
                <a:cubicBezTo>
                  <a:pt x="555" y="505"/>
                  <a:pt x="553" y="503"/>
                  <a:pt x="553" y="499"/>
                </a:cubicBezTo>
                <a:cubicBezTo>
                  <a:pt x="554" y="497"/>
                  <a:pt x="555" y="495"/>
                  <a:pt x="556" y="492"/>
                </a:cubicBezTo>
                <a:close/>
                <a:moveTo>
                  <a:pt x="556" y="540"/>
                </a:moveTo>
                <a:cubicBezTo>
                  <a:pt x="556" y="547"/>
                  <a:pt x="556" y="547"/>
                  <a:pt x="556" y="547"/>
                </a:cubicBezTo>
                <a:cubicBezTo>
                  <a:pt x="554" y="548"/>
                  <a:pt x="552" y="550"/>
                  <a:pt x="550" y="553"/>
                </a:cubicBezTo>
                <a:cubicBezTo>
                  <a:pt x="554" y="554"/>
                  <a:pt x="555" y="554"/>
                  <a:pt x="556" y="555"/>
                </a:cubicBezTo>
                <a:cubicBezTo>
                  <a:pt x="556" y="560"/>
                  <a:pt x="556" y="560"/>
                  <a:pt x="556" y="560"/>
                </a:cubicBezTo>
                <a:cubicBezTo>
                  <a:pt x="552" y="559"/>
                  <a:pt x="549" y="559"/>
                  <a:pt x="546" y="560"/>
                </a:cubicBezTo>
                <a:cubicBezTo>
                  <a:pt x="546" y="550"/>
                  <a:pt x="546" y="550"/>
                  <a:pt x="546" y="550"/>
                </a:cubicBezTo>
                <a:cubicBezTo>
                  <a:pt x="550" y="546"/>
                  <a:pt x="552" y="541"/>
                  <a:pt x="546" y="539"/>
                </a:cubicBezTo>
                <a:cubicBezTo>
                  <a:pt x="546" y="539"/>
                  <a:pt x="546" y="539"/>
                  <a:pt x="546" y="539"/>
                </a:cubicBezTo>
                <a:cubicBezTo>
                  <a:pt x="546" y="533"/>
                  <a:pt x="546" y="533"/>
                  <a:pt x="546" y="533"/>
                </a:cubicBezTo>
                <a:cubicBezTo>
                  <a:pt x="553" y="540"/>
                  <a:pt x="553" y="540"/>
                  <a:pt x="553" y="540"/>
                </a:cubicBezTo>
                <a:cubicBezTo>
                  <a:pt x="554" y="540"/>
                  <a:pt x="555" y="540"/>
                  <a:pt x="556" y="540"/>
                </a:cubicBezTo>
                <a:cubicBezTo>
                  <a:pt x="556" y="540"/>
                  <a:pt x="556" y="540"/>
                  <a:pt x="556" y="540"/>
                </a:cubicBezTo>
                <a:close/>
                <a:moveTo>
                  <a:pt x="556" y="569"/>
                </a:moveTo>
                <a:cubicBezTo>
                  <a:pt x="556" y="577"/>
                  <a:pt x="556" y="577"/>
                  <a:pt x="556" y="577"/>
                </a:cubicBezTo>
                <a:cubicBezTo>
                  <a:pt x="553" y="580"/>
                  <a:pt x="549" y="584"/>
                  <a:pt x="546" y="587"/>
                </a:cubicBezTo>
                <a:cubicBezTo>
                  <a:pt x="546" y="580"/>
                  <a:pt x="546" y="580"/>
                  <a:pt x="546" y="580"/>
                </a:cubicBezTo>
                <a:cubicBezTo>
                  <a:pt x="547" y="579"/>
                  <a:pt x="549" y="578"/>
                  <a:pt x="550" y="576"/>
                </a:cubicBezTo>
                <a:cubicBezTo>
                  <a:pt x="549" y="576"/>
                  <a:pt x="547" y="575"/>
                  <a:pt x="546" y="575"/>
                </a:cubicBezTo>
                <a:cubicBezTo>
                  <a:pt x="546" y="569"/>
                  <a:pt x="546" y="569"/>
                  <a:pt x="546" y="569"/>
                </a:cubicBezTo>
                <a:cubicBezTo>
                  <a:pt x="552" y="571"/>
                  <a:pt x="552" y="571"/>
                  <a:pt x="552" y="571"/>
                </a:cubicBezTo>
                <a:cubicBezTo>
                  <a:pt x="553" y="570"/>
                  <a:pt x="555" y="570"/>
                  <a:pt x="556" y="569"/>
                </a:cubicBezTo>
                <a:close/>
                <a:moveTo>
                  <a:pt x="556" y="710"/>
                </a:moveTo>
                <a:cubicBezTo>
                  <a:pt x="556" y="719"/>
                  <a:pt x="556" y="719"/>
                  <a:pt x="556" y="719"/>
                </a:cubicBezTo>
                <a:cubicBezTo>
                  <a:pt x="555" y="720"/>
                  <a:pt x="553" y="721"/>
                  <a:pt x="550" y="722"/>
                </a:cubicBezTo>
                <a:cubicBezTo>
                  <a:pt x="552" y="724"/>
                  <a:pt x="554" y="725"/>
                  <a:pt x="556" y="726"/>
                </a:cubicBezTo>
                <a:cubicBezTo>
                  <a:pt x="556" y="737"/>
                  <a:pt x="556" y="737"/>
                  <a:pt x="556" y="737"/>
                </a:cubicBezTo>
                <a:cubicBezTo>
                  <a:pt x="553" y="735"/>
                  <a:pt x="549" y="733"/>
                  <a:pt x="546" y="731"/>
                </a:cubicBezTo>
                <a:cubicBezTo>
                  <a:pt x="546" y="717"/>
                  <a:pt x="546" y="717"/>
                  <a:pt x="546" y="717"/>
                </a:cubicBezTo>
                <a:cubicBezTo>
                  <a:pt x="549" y="714"/>
                  <a:pt x="553" y="712"/>
                  <a:pt x="556" y="710"/>
                </a:cubicBezTo>
                <a:close/>
                <a:moveTo>
                  <a:pt x="546" y="496"/>
                </a:moveTo>
                <a:cubicBezTo>
                  <a:pt x="546" y="483"/>
                  <a:pt x="546" y="483"/>
                  <a:pt x="546" y="483"/>
                </a:cubicBezTo>
                <a:cubicBezTo>
                  <a:pt x="549" y="485"/>
                  <a:pt x="547" y="490"/>
                  <a:pt x="547" y="495"/>
                </a:cubicBezTo>
                <a:lnTo>
                  <a:pt x="546" y="496"/>
                </a:lnTo>
                <a:close/>
                <a:moveTo>
                  <a:pt x="540" y="27"/>
                </a:moveTo>
                <a:cubicBezTo>
                  <a:pt x="542" y="29"/>
                  <a:pt x="544" y="30"/>
                  <a:pt x="546" y="3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5" y="56"/>
                  <a:pt x="546" y="46"/>
                  <a:pt x="540" y="38"/>
                </a:cubicBezTo>
                <a:cubicBezTo>
                  <a:pt x="540" y="27"/>
                  <a:pt x="540" y="27"/>
                  <a:pt x="540" y="27"/>
                </a:cubicBezTo>
                <a:close/>
                <a:moveTo>
                  <a:pt x="546" y="764"/>
                </a:moveTo>
                <a:cubicBezTo>
                  <a:pt x="544" y="765"/>
                  <a:pt x="542" y="766"/>
                  <a:pt x="540" y="767"/>
                </a:cubicBezTo>
                <a:cubicBezTo>
                  <a:pt x="540" y="749"/>
                  <a:pt x="540" y="749"/>
                  <a:pt x="540" y="749"/>
                </a:cubicBezTo>
                <a:cubicBezTo>
                  <a:pt x="542" y="750"/>
                  <a:pt x="543" y="751"/>
                  <a:pt x="546" y="752"/>
                </a:cubicBezTo>
                <a:cubicBezTo>
                  <a:pt x="546" y="764"/>
                  <a:pt x="546" y="764"/>
                  <a:pt x="546" y="764"/>
                </a:cubicBezTo>
                <a:close/>
                <a:moveTo>
                  <a:pt x="546" y="71"/>
                </a:moveTo>
                <a:cubicBezTo>
                  <a:pt x="543" y="70"/>
                  <a:pt x="541" y="69"/>
                  <a:pt x="540" y="68"/>
                </a:cubicBezTo>
                <a:cubicBezTo>
                  <a:pt x="540" y="76"/>
                  <a:pt x="540" y="76"/>
                  <a:pt x="540" y="76"/>
                </a:cubicBezTo>
                <a:cubicBezTo>
                  <a:pt x="542" y="77"/>
                  <a:pt x="543" y="78"/>
                  <a:pt x="546" y="78"/>
                </a:cubicBezTo>
                <a:cubicBezTo>
                  <a:pt x="546" y="71"/>
                  <a:pt x="546" y="71"/>
                  <a:pt x="546" y="71"/>
                </a:cubicBezTo>
                <a:close/>
                <a:moveTo>
                  <a:pt x="546" y="165"/>
                </a:moveTo>
                <a:cubicBezTo>
                  <a:pt x="546" y="172"/>
                  <a:pt x="546" y="172"/>
                  <a:pt x="546" y="172"/>
                </a:cubicBezTo>
                <a:cubicBezTo>
                  <a:pt x="545" y="169"/>
                  <a:pt x="545" y="167"/>
                  <a:pt x="546" y="165"/>
                </a:cubicBezTo>
                <a:close/>
                <a:moveTo>
                  <a:pt x="546" y="217"/>
                </a:moveTo>
                <a:cubicBezTo>
                  <a:pt x="546" y="223"/>
                  <a:pt x="546" y="223"/>
                  <a:pt x="546" y="223"/>
                </a:cubicBezTo>
                <a:cubicBezTo>
                  <a:pt x="545" y="222"/>
                  <a:pt x="544" y="221"/>
                  <a:pt x="543" y="220"/>
                </a:cubicBezTo>
                <a:cubicBezTo>
                  <a:pt x="541" y="231"/>
                  <a:pt x="537" y="240"/>
                  <a:pt x="546" y="247"/>
                </a:cubicBezTo>
                <a:cubicBezTo>
                  <a:pt x="546" y="253"/>
                  <a:pt x="546" y="253"/>
                  <a:pt x="546" y="253"/>
                </a:cubicBezTo>
                <a:cubicBezTo>
                  <a:pt x="543" y="252"/>
                  <a:pt x="542" y="251"/>
                  <a:pt x="540" y="250"/>
                </a:cubicBezTo>
                <a:cubicBezTo>
                  <a:pt x="540" y="212"/>
                  <a:pt x="540" y="212"/>
                  <a:pt x="540" y="212"/>
                </a:cubicBezTo>
                <a:cubicBezTo>
                  <a:pt x="542" y="214"/>
                  <a:pt x="544" y="215"/>
                  <a:pt x="546" y="217"/>
                </a:cubicBezTo>
                <a:close/>
                <a:moveTo>
                  <a:pt x="546" y="260"/>
                </a:moveTo>
                <a:cubicBezTo>
                  <a:pt x="546" y="264"/>
                  <a:pt x="546" y="264"/>
                  <a:pt x="546" y="264"/>
                </a:cubicBezTo>
                <a:cubicBezTo>
                  <a:pt x="545" y="264"/>
                  <a:pt x="542" y="262"/>
                  <a:pt x="540" y="261"/>
                </a:cubicBezTo>
                <a:cubicBezTo>
                  <a:pt x="540" y="257"/>
                  <a:pt x="540" y="257"/>
                  <a:pt x="540" y="257"/>
                </a:cubicBezTo>
                <a:cubicBezTo>
                  <a:pt x="541" y="258"/>
                  <a:pt x="543" y="259"/>
                  <a:pt x="544" y="260"/>
                </a:cubicBezTo>
                <a:cubicBezTo>
                  <a:pt x="546" y="260"/>
                  <a:pt x="546" y="260"/>
                  <a:pt x="546" y="260"/>
                </a:cubicBezTo>
                <a:close/>
                <a:moveTo>
                  <a:pt x="546" y="264"/>
                </a:moveTo>
                <a:cubicBezTo>
                  <a:pt x="546" y="271"/>
                  <a:pt x="546" y="271"/>
                  <a:pt x="546" y="271"/>
                </a:cubicBezTo>
                <a:cubicBezTo>
                  <a:pt x="543" y="272"/>
                  <a:pt x="542" y="274"/>
                  <a:pt x="540" y="275"/>
                </a:cubicBezTo>
                <a:cubicBezTo>
                  <a:pt x="540" y="269"/>
                  <a:pt x="540" y="269"/>
                  <a:pt x="540" y="269"/>
                </a:cubicBezTo>
                <a:cubicBezTo>
                  <a:pt x="543" y="269"/>
                  <a:pt x="545" y="267"/>
                  <a:pt x="546" y="264"/>
                </a:cubicBezTo>
                <a:close/>
                <a:moveTo>
                  <a:pt x="546" y="309"/>
                </a:moveTo>
                <a:cubicBezTo>
                  <a:pt x="546" y="321"/>
                  <a:pt x="546" y="321"/>
                  <a:pt x="546" y="321"/>
                </a:cubicBezTo>
                <a:cubicBezTo>
                  <a:pt x="545" y="321"/>
                  <a:pt x="545" y="320"/>
                  <a:pt x="544" y="320"/>
                </a:cubicBezTo>
                <a:cubicBezTo>
                  <a:pt x="543" y="318"/>
                  <a:pt x="541" y="316"/>
                  <a:pt x="540" y="314"/>
                </a:cubicBezTo>
                <a:cubicBezTo>
                  <a:pt x="540" y="314"/>
                  <a:pt x="540" y="314"/>
                  <a:pt x="540" y="314"/>
                </a:cubicBezTo>
                <a:cubicBezTo>
                  <a:pt x="540" y="304"/>
                  <a:pt x="540" y="304"/>
                  <a:pt x="540" y="304"/>
                </a:cubicBezTo>
                <a:cubicBezTo>
                  <a:pt x="542" y="307"/>
                  <a:pt x="543" y="308"/>
                  <a:pt x="546" y="309"/>
                </a:cubicBezTo>
                <a:close/>
                <a:moveTo>
                  <a:pt x="546" y="328"/>
                </a:moveTo>
                <a:cubicBezTo>
                  <a:pt x="546" y="344"/>
                  <a:pt x="546" y="344"/>
                  <a:pt x="546" y="344"/>
                </a:cubicBezTo>
                <a:cubicBezTo>
                  <a:pt x="544" y="344"/>
                  <a:pt x="542" y="344"/>
                  <a:pt x="541" y="344"/>
                </a:cubicBezTo>
                <a:cubicBezTo>
                  <a:pt x="541" y="346"/>
                  <a:pt x="541" y="348"/>
                  <a:pt x="542" y="350"/>
                </a:cubicBezTo>
                <a:cubicBezTo>
                  <a:pt x="546" y="349"/>
                  <a:pt x="546" y="349"/>
                  <a:pt x="546" y="349"/>
                </a:cubicBezTo>
                <a:cubicBezTo>
                  <a:pt x="546" y="369"/>
                  <a:pt x="546" y="369"/>
                  <a:pt x="546" y="369"/>
                </a:cubicBezTo>
                <a:cubicBezTo>
                  <a:pt x="545" y="367"/>
                  <a:pt x="544" y="365"/>
                  <a:pt x="543" y="363"/>
                </a:cubicBezTo>
                <a:cubicBezTo>
                  <a:pt x="542" y="363"/>
                  <a:pt x="541" y="363"/>
                  <a:pt x="541" y="364"/>
                </a:cubicBezTo>
                <a:cubicBezTo>
                  <a:pt x="540" y="364"/>
                  <a:pt x="540" y="365"/>
                  <a:pt x="540" y="366"/>
                </a:cubicBezTo>
                <a:cubicBezTo>
                  <a:pt x="540" y="334"/>
                  <a:pt x="540" y="334"/>
                  <a:pt x="540" y="334"/>
                </a:cubicBezTo>
                <a:cubicBezTo>
                  <a:pt x="543" y="331"/>
                  <a:pt x="543" y="330"/>
                  <a:pt x="544" y="328"/>
                </a:cubicBezTo>
                <a:cubicBezTo>
                  <a:pt x="545" y="328"/>
                  <a:pt x="545" y="328"/>
                  <a:pt x="546" y="328"/>
                </a:cubicBezTo>
                <a:close/>
                <a:moveTo>
                  <a:pt x="546" y="390"/>
                </a:moveTo>
                <a:cubicBezTo>
                  <a:pt x="546" y="396"/>
                  <a:pt x="546" y="396"/>
                  <a:pt x="546" y="396"/>
                </a:cubicBezTo>
                <a:cubicBezTo>
                  <a:pt x="545" y="396"/>
                  <a:pt x="545" y="395"/>
                  <a:pt x="544" y="394"/>
                </a:cubicBezTo>
                <a:cubicBezTo>
                  <a:pt x="540" y="394"/>
                  <a:pt x="540" y="394"/>
                  <a:pt x="540" y="394"/>
                </a:cubicBezTo>
                <a:cubicBezTo>
                  <a:pt x="540" y="390"/>
                  <a:pt x="540" y="390"/>
                  <a:pt x="540" y="390"/>
                </a:cubicBezTo>
                <a:cubicBezTo>
                  <a:pt x="546" y="390"/>
                  <a:pt x="546" y="390"/>
                  <a:pt x="546" y="390"/>
                </a:cubicBezTo>
                <a:close/>
                <a:moveTo>
                  <a:pt x="546" y="411"/>
                </a:moveTo>
                <a:cubicBezTo>
                  <a:pt x="546" y="415"/>
                  <a:pt x="546" y="415"/>
                  <a:pt x="546" y="415"/>
                </a:cubicBezTo>
                <a:cubicBezTo>
                  <a:pt x="540" y="415"/>
                  <a:pt x="540" y="415"/>
                  <a:pt x="540" y="415"/>
                </a:cubicBezTo>
                <a:cubicBezTo>
                  <a:pt x="540" y="405"/>
                  <a:pt x="540" y="405"/>
                  <a:pt x="540" y="405"/>
                </a:cubicBezTo>
                <a:cubicBezTo>
                  <a:pt x="541" y="410"/>
                  <a:pt x="541" y="410"/>
                  <a:pt x="541" y="410"/>
                </a:cubicBezTo>
                <a:cubicBezTo>
                  <a:pt x="541" y="410"/>
                  <a:pt x="542" y="411"/>
                  <a:pt x="543" y="411"/>
                </a:cubicBezTo>
                <a:cubicBezTo>
                  <a:pt x="544" y="411"/>
                  <a:pt x="545" y="411"/>
                  <a:pt x="546" y="411"/>
                </a:cubicBezTo>
                <a:close/>
                <a:moveTo>
                  <a:pt x="546" y="449"/>
                </a:moveTo>
                <a:cubicBezTo>
                  <a:pt x="546" y="474"/>
                  <a:pt x="546" y="474"/>
                  <a:pt x="546" y="474"/>
                </a:cubicBezTo>
                <a:cubicBezTo>
                  <a:pt x="543" y="474"/>
                  <a:pt x="542" y="474"/>
                  <a:pt x="540" y="475"/>
                </a:cubicBezTo>
                <a:cubicBezTo>
                  <a:pt x="540" y="467"/>
                  <a:pt x="540" y="467"/>
                  <a:pt x="540" y="467"/>
                </a:cubicBezTo>
                <a:cubicBezTo>
                  <a:pt x="540" y="467"/>
                  <a:pt x="541" y="467"/>
                  <a:pt x="541" y="467"/>
                </a:cubicBezTo>
                <a:cubicBezTo>
                  <a:pt x="541" y="465"/>
                  <a:pt x="541" y="463"/>
                  <a:pt x="541" y="461"/>
                </a:cubicBezTo>
                <a:cubicBezTo>
                  <a:pt x="540" y="461"/>
                  <a:pt x="540" y="461"/>
                  <a:pt x="540" y="461"/>
                </a:cubicBezTo>
                <a:cubicBezTo>
                  <a:pt x="540" y="423"/>
                  <a:pt x="540" y="423"/>
                  <a:pt x="540" y="423"/>
                </a:cubicBezTo>
                <a:cubicBezTo>
                  <a:pt x="541" y="430"/>
                  <a:pt x="542" y="441"/>
                  <a:pt x="546" y="449"/>
                </a:cubicBezTo>
                <a:close/>
                <a:moveTo>
                  <a:pt x="546" y="483"/>
                </a:moveTo>
                <a:cubicBezTo>
                  <a:pt x="546" y="496"/>
                  <a:pt x="546" y="496"/>
                  <a:pt x="546" y="496"/>
                </a:cubicBezTo>
                <a:cubicBezTo>
                  <a:pt x="545" y="496"/>
                  <a:pt x="544" y="497"/>
                  <a:pt x="543" y="497"/>
                </a:cubicBezTo>
                <a:cubicBezTo>
                  <a:pt x="539" y="491"/>
                  <a:pt x="541" y="489"/>
                  <a:pt x="542" y="482"/>
                </a:cubicBezTo>
                <a:cubicBezTo>
                  <a:pt x="543" y="482"/>
                  <a:pt x="545" y="482"/>
                  <a:pt x="546" y="483"/>
                </a:cubicBezTo>
                <a:close/>
                <a:moveTo>
                  <a:pt x="546" y="533"/>
                </a:moveTo>
                <a:cubicBezTo>
                  <a:pt x="546" y="539"/>
                  <a:pt x="546" y="539"/>
                  <a:pt x="546" y="539"/>
                </a:cubicBezTo>
                <a:cubicBezTo>
                  <a:pt x="544" y="543"/>
                  <a:pt x="541" y="546"/>
                  <a:pt x="540" y="549"/>
                </a:cubicBezTo>
                <a:cubicBezTo>
                  <a:pt x="540" y="544"/>
                  <a:pt x="540" y="544"/>
                  <a:pt x="540" y="544"/>
                </a:cubicBezTo>
                <a:cubicBezTo>
                  <a:pt x="542" y="541"/>
                  <a:pt x="542" y="537"/>
                  <a:pt x="540" y="533"/>
                </a:cubicBezTo>
                <a:cubicBezTo>
                  <a:pt x="540" y="527"/>
                  <a:pt x="540" y="527"/>
                  <a:pt x="540" y="527"/>
                </a:cubicBezTo>
                <a:cubicBezTo>
                  <a:pt x="546" y="533"/>
                  <a:pt x="546" y="533"/>
                  <a:pt x="546" y="533"/>
                </a:cubicBezTo>
                <a:close/>
                <a:moveTo>
                  <a:pt x="546" y="550"/>
                </a:moveTo>
                <a:cubicBezTo>
                  <a:pt x="546" y="560"/>
                  <a:pt x="546" y="560"/>
                  <a:pt x="546" y="560"/>
                </a:cubicBezTo>
                <a:cubicBezTo>
                  <a:pt x="544" y="560"/>
                  <a:pt x="542" y="561"/>
                  <a:pt x="540" y="563"/>
                </a:cubicBezTo>
                <a:cubicBezTo>
                  <a:pt x="540" y="555"/>
                  <a:pt x="540" y="555"/>
                  <a:pt x="540" y="555"/>
                </a:cubicBezTo>
                <a:cubicBezTo>
                  <a:pt x="541" y="554"/>
                  <a:pt x="544" y="552"/>
                  <a:pt x="546" y="550"/>
                </a:cubicBezTo>
                <a:close/>
                <a:moveTo>
                  <a:pt x="546" y="569"/>
                </a:moveTo>
                <a:cubicBezTo>
                  <a:pt x="546" y="575"/>
                  <a:pt x="546" y="575"/>
                  <a:pt x="546" y="575"/>
                </a:cubicBezTo>
                <a:cubicBezTo>
                  <a:pt x="544" y="574"/>
                  <a:pt x="542" y="573"/>
                  <a:pt x="540" y="573"/>
                </a:cubicBezTo>
                <a:cubicBezTo>
                  <a:pt x="540" y="567"/>
                  <a:pt x="540" y="567"/>
                  <a:pt x="540" y="567"/>
                </a:cubicBezTo>
                <a:cubicBezTo>
                  <a:pt x="546" y="569"/>
                  <a:pt x="546" y="569"/>
                  <a:pt x="546" y="569"/>
                </a:cubicBezTo>
                <a:close/>
                <a:moveTo>
                  <a:pt x="546" y="580"/>
                </a:moveTo>
                <a:cubicBezTo>
                  <a:pt x="546" y="587"/>
                  <a:pt x="546" y="587"/>
                  <a:pt x="546" y="587"/>
                </a:cubicBezTo>
                <a:cubicBezTo>
                  <a:pt x="544" y="588"/>
                  <a:pt x="542" y="590"/>
                  <a:pt x="540" y="592"/>
                </a:cubicBezTo>
                <a:cubicBezTo>
                  <a:pt x="540" y="583"/>
                  <a:pt x="540" y="583"/>
                  <a:pt x="540" y="583"/>
                </a:cubicBezTo>
                <a:cubicBezTo>
                  <a:pt x="542" y="582"/>
                  <a:pt x="544" y="582"/>
                  <a:pt x="546" y="580"/>
                </a:cubicBezTo>
                <a:close/>
                <a:moveTo>
                  <a:pt x="546" y="717"/>
                </a:moveTo>
                <a:cubicBezTo>
                  <a:pt x="546" y="731"/>
                  <a:pt x="546" y="731"/>
                  <a:pt x="546" y="731"/>
                </a:cubicBezTo>
                <a:cubicBezTo>
                  <a:pt x="544" y="730"/>
                  <a:pt x="542" y="730"/>
                  <a:pt x="540" y="730"/>
                </a:cubicBezTo>
                <a:cubicBezTo>
                  <a:pt x="540" y="720"/>
                  <a:pt x="540" y="720"/>
                  <a:pt x="540" y="720"/>
                </a:cubicBezTo>
                <a:cubicBezTo>
                  <a:pt x="541" y="720"/>
                  <a:pt x="541" y="720"/>
                  <a:pt x="542" y="720"/>
                </a:cubicBezTo>
                <a:cubicBezTo>
                  <a:pt x="543" y="719"/>
                  <a:pt x="544" y="718"/>
                  <a:pt x="546" y="717"/>
                </a:cubicBezTo>
                <a:close/>
                <a:moveTo>
                  <a:pt x="535" y="25"/>
                </a:moveTo>
                <a:cubicBezTo>
                  <a:pt x="535" y="25"/>
                  <a:pt x="535" y="25"/>
                  <a:pt x="535" y="25"/>
                </a:cubicBezTo>
                <a:cubicBezTo>
                  <a:pt x="537" y="25"/>
                  <a:pt x="538" y="26"/>
                  <a:pt x="540" y="27"/>
                </a:cubicBezTo>
                <a:cubicBezTo>
                  <a:pt x="540" y="38"/>
                  <a:pt x="540" y="38"/>
                  <a:pt x="540" y="38"/>
                </a:cubicBezTo>
                <a:cubicBezTo>
                  <a:pt x="539" y="37"/>
                  <a:pt x="537" y="36"/>
                  <a:pt x="535" y="34"/>
                </a:cubicBezTo>
                <a:cubicBezTo>
                  <a:pt x="535" y="25"/>
                  <a:pt x="535" y="25"/>
                  <a:pt x="535" y="25"/>
                </a:cubicBezTo>
                <a:close/>
                <a:moveTo>
                  <a:pt x="540" y="767"/>
                </a:moveTo>
                <a:cubicBezTo>
                  <a:pt x="538" y="768"/>
                  <a:pt x="536" y="769"/>
                  <a:pt x="535" y="770"/>
                </a:cubicBezTo>
                <a:cubicBezTo>
                  <a:pt x="535" y="761"/>
                  <a:pt x="535" y="761"/>
                  <a:pt x="535" y="761"/>
                </a:cubicBezTo>
                <a:cubicBezTo>
                  <a:pt x="536" y="761"/>
                  <a:pt x="537" y="760"/>
                  <a:pt x="539" y="760"/>
                </a:cubicBezTo>
                <a:cubicBezTo>
                  <a:pt x="537" y="759"/>
                  <a:pt x="536" y="758"/>
                  <a:pt x="535" y="756"/>
                </a:cubicBezTo>
                <a:cubicBezTo>
                  <a:pt x="535" y="745"/>
                  <a:pt x="535" y="745"/>
                  <a:pt x="535" y="745"/>
                </a:cubicBezTo>
                <a:cubicBezTo>
                  <a:pt x="536" y="746"/>
                  <a:pt x="538" y="747"/>
                  <a:pt x="540" y="749"/>
                </a:cubicBezTo>
                <a:cubicBezTo>
                  <a:pt x="540" y="767"/>
                  <a:pt x="540" y="767"/>
                  <a:pt x="540" y="767"/>
                </a:cubicBezTo>
                <a:close/>
                <a:moveTo>
                  <a:pt x="540" y="68"/>
                </a:moveTo>
                <a:cubicBezTo>
                  <a:pt x="540" y="76"/>
                  <a:pt x="540" y="76"/>
                  <a:pt x="540" y="76"/>
                </a:cubicBezTo>
                <a:cubicBezTo>
                  <a:pt x="538" y="75"/>
                  <a:pt x="536" y="75"/>
                  <a:pt x="535" y="74"/>
                </a:cubicBezTo>
                <a:cubicBezTo>
                  <a:pt x="535" y="66"/>
                  <a:pt x="535" y="66"/>
                  <a:pt x="535" y="66"/>
                </a:cubicBezTo>
                <a:cubicBezTo>
                  <a:pt x="536" y="67"/>
                  <a:pt x="538" y="67"/>
                  <a:pt x="540" y="68"/>
                </a:cubicBezTo>
                <a:close/>
                <a:moveTo>
                  <a:pt x="540" y="212"/>
                </a:moveTo>
                <a:cubicBezTo>
                  <a:pt x="540" y="250"/>
                  <a:pt x="540" y="250"/>
                  <a:pt x="540" y="250"/>
                </a:cubicBezTo>
                <a:cubicBezTo>
                  <a:pt x="539" y="249"/>
                  <a:pt x="537" y="249"/>
                  <a:pt x="536" y="249"/>
                </a:cubicBezTo>
                <a:cubicBezTo>
                  <a:pt x="535" y="250"/>
                  <a:pt x="535" y="251"/>
                  <a:pt x="535" y="252"/>
                </a:cubicBezTo>
                <a:cubicBezTo>
                  <a:pt x="535" y="245"/>
                  <a:pt x="535" y="245"/>
                  <a:pt x="535" y="245"/>
                </a:cubicBezTo>
                <a:cubicBezTo>
                  <a:pt x="535" y="245"/>
                  <a:pt x="535" y="245"/>
                  <a:pt x="535" y="245"/>
                </a:cubicBezTo>
                <a:cubicBezTo>
                  <a:pt x="535" y="243"/>
                  <a:pt x="535" y="243"/>
                  <a:pt x="535" y="242"/>
                </a:cubicBezTo>
                <a:cubicBezTo>
                  <a:pt x="535" y="241"/>
                  <a:pt x="535" y="241"/>
                  <a:pt x="535" y="241"/>
                </a:cubicBezTo>
                <a:cubicBezTo>
                  <a:pt x="535" y="229"/>
                  <a:pt x="535" y="229"/>
                  <a:pt x="535" y="229"/>
                </a:cubicBezTo>
                <a:cubicBezTo>
                  <a:pt x="536" y="224"/>
                  <a:pt x="536" y="220"/>
                  <a:pt x="535" y="217"/>
                </a:cubicBezTo>
                <a:cubicBezTo>
                  <a:pt x="535" y="209"/>
                  <a:pt x="535" y="209"/>
                  <a:pt x="535" y="209"/>
                </a:cubicBezTo>
                <a:cubicBezTo>
                  <a:pt x="536" y="210"/>
                  <a:pt x="538" y="211"/>
                  <a:pt x="540" y="212"/>
                </a:cubicBezTo>
                <a:close/>
                <a:moveTo>
                  <a:pt x="540" y="257"/>
                </a:moveTo>
                <a:cubicBezTo>
                  <a:pt x="540" y="261"/>
                  <a:pt x="540" y="261"/>
                  <a:pt x="540" y="261"/>
                </a:cubicBezTo>
                <a:cubicBezTo>
                  <a:pt x="538" y="260"/>
                  <a:pt x="536" y="259"/>
                  <a:pt x="535" y="258"/>
                </a:cubicBezTo>
                <a:cubicBezTo>
                  <a:pt x="535" y="254"/>
                  <a:pt x="535" y="254"/>
                  <a:pt x="535" y="254"/>
                </a:cubicBezTo>
                <a:cubicBezTo>
                  <a:pt x="537" y="255"/>
                  <a:pt x="538" y="256"/>
                  <a:pt x="540" y="257"/>
                </a:cubicBezTo>
                <a:close/>
                <a:moveTo>
                  <a:pt x="540" y="269"/>
                </a:moveTo>
                <a:cubicBezTo>
                  <a:pt x="540" y="275"/>
                  <a:pt x="540" y="275"/>
                  <a:pt x="540" y="275"/>
                </a:cubicBezTo>
                <a:cubicBezTo>
                  <a:pt x="538" y="277"/>
                  <a:pt x="536" y="279"/>
                  <a:pt x="535" y="281"/>
                </a:cubicBezTo>
                <a:cubicBezTo>
                  <a:pt x="535" y="276"/>
                  <a:pt x="535" y="276"/>
                  <a:pt x="535" y="276"/>
                </a:cubicBezTo>
                <a:cubicBezTo>
                  <a:pt x="535" y="275"/>
                  <a:pt x="536" y="275"/>
                  <a:pt x="537" y="274"/>
                </a:cubicBezTo>
                <a:cubicBezTo>
                  <a:pt x="537" y="273"/>
                  <a:pt x="536" y="273"/>
                  <a:pt x="535" y="272"/>
                </a:cubicBezTo>
                <a:cubicBezTo>
                  <a:pt x="535" y="268"/>
                  <a:pt x="535" y="268"/>
                  <a:pt x="535" y="268"/>
                </a:cubicBezTo>
                <a:cubicBezTo>
                  <a:pt x="535" y="269"/>
                  <a:pt x="537" y="269"/>
                  <a:pt x="537" y="270"/>
                </a:cubicBezTo>
                <a:cubicBezTo>
                  <a:pt x="538" y="270"/>
                  <a:pt x="539" y="270"/>
                  <a:pt x="540" y="269"/>
                </a:cubicBezTo>
                <a:close/>
                <a:moveTo>
                  <a:pt x="540" y="304"/>
                </a:moveTo>
                <a:cubicBezTo>
                  <a:pt x="540" y="314"/>
                  <a:pt x="540" y="314"/>
                  <a:pt x="540" y="314"/>
                </a:cubicBezTo>
                <a:cubicBezTo>
                  <a:pt x="535" y="314"/>
                  <a:pt x="535" y="314"/>
                  <a:pt x="535" y="314"/>
                </a:cubicBezTo>
                <a:cubicBezTo>
                  <a:pt x="535" y="302"/>
                  <a:pt x="535" y="302"/>
                  <a:pt x="535" y="302"/>
                </a:cubicBezTo>
                <a:cubicBezTo>
                  <a:pt x="535" y="301"/>
                  <a:pt x="537" y="301"/>
                  <a:pt x="537" y="301"/>
                </a:cubicBezTo>
                <a:cubicBezTo>
                  <a:pt x="538" y="302"/>
                  <a:pt x="539" y="303"/>
                  <a:pt x="540" y="304"/>
                </a:cubicBezTo>
                <a:close/>
                <a:moveTo>
                  <a:pt x="540" y="334"/>
                </a:moveTo>
                <a:cubicBezTo>
                  <a:pt x="540" y="366"/>
                  <a:pt x="540" y="366"/>
                  <a:pt x="540" y="366"/>
                </a:cubicBezTo>
                <a:cubicBezTo>
                  <a:pt x="539" y="369"/>
                  <a:pt x="537" y="372"/>
                  <a:pt x="535" y="374"/>
                </a:cubicBezTo>
                <a:cubicBezTo>
                  <a:pt x="535" y="361"/>
                  <a:pt x="535" y="361"/>
                  <a:pt x="535" y="361"/>
                </a:cubicBezTo>
                <a:cubicBezTo>
                  <a:pt x="535" y="361"/>
                  <a:pt x="536" y="360"/>
                  <a:pt x="536" y="360"/>
                </a:cubicBezTo>
                <a:cubicBezTo>
                  <a:pt x="535" y="360"/>
                  <a:pt x="535" y="360"/>
                  <a:pt x="535" y="360"/>
                </a:cubicBezTo>
                <a:cubicBezTo>
                  <a:pt x="535" y="340"/>
                  <a:pt x="535" y="340"/>
                  <a:pt x="535" y="340"/>
                </a:cubicBezTo>
                <a:cubicBezTo>
                  <a:pt x="537" y="337"/>
                  <a:pt x="539" y="336"/>
                  <a:pt x="540" y="334"/>
                </a:cubicBezTo>
                <a:close/>
                <a:moveTo>
                  <a:pt x="540" y="390"/>
                </a:moveTo>
                <a:cubicBezTo>
                  <a:pt x="540" y="394"/>
                  <a:pt x="540" y="394"/>
                  <a:pt x="540" y="394"/>
                </a:cubicBezTo>
                <a:cubicBezTo>
                  <a:pt x="538" y="394"/>
                  <a:pt x="538" y="394"/>
                  <a:pt x="538" y="394"/>
                </a:cubicBezTo>
                <a:cubicBezTo>
                  <a:pt x="538" y="398"/>
                  <a:pt x="539" y="402"/>
                  <a:pt x="540" y="405"/>
                </a:cubicBezTo>
                <a:cubicBezTo>
                  <a:pt x="540" y="415"/>
                  <a:pt x="540" y="415"/>
                  <a:pt x="540" y="415"/>
                </a:cubicBezTo>
                <a:cubicBezTo>
                  <a:pt x="535" y="415"/>
                  <a:pt x="535" y="415"/>
                  <a:pt x="535" y="415"/>
                </a:cubicBezTo>
                <a:cubicBezTo>
                  <a:pt x="535" y="411"/>
                  <a:pt x="535" y="411"/>
                  <a:pt x="535" y="411"/>
                </a:cubicBezTo>
                <a:cubicBezTo>
                  <a:pt x="537" y="411"/>
                  <a:pt x="537" y="411"/>
                  <a:pt x="537" y="411"/>
                </a:cubicBezTo>
                <a:cubicBezTo>
                  <a:pt x="536" y="404"/>
                  <a:pt x="535" y="401"/>
                  <a:pt x="535" y="399"/>
                </a:cubicBezTo>
                <a:cubicBezTo>
                  <a:pt x="535" y="390"/>
                  <a:pt x="535" y="390"/>
                  <a:pt x="535" y="390"/>
                </a:cubicBezTo>
                <a:cubicBezTo>
                  <a:pt x="540" y="390"/>
                  <a:pt x="540" y="390"/>
                  <a:pt x="540" y="390"/>
                </a:cubicBezTo>
                <a:close/>
                <a:moveTo>
                  <a:pt x="540" y="423"/>
                </a:moveTo>
                <a:cubicBezTo>
                  <a:pt x="540" y="461"/>
                  <a:pt x="540" y="461"/>
                  <a:pt x="540" y="461"/>
                </a:cubicBezTo>
                <a:cubicBezTo>
                  <a:pt x="538" y="461"/>
                  <a:pt x="537" y="461"/>
                  <a:pt x="535" y="461"/>
                </a:cubicBezTo>
                <a:cubicBezTo>
                  <a:pt x="535" y="452"/>
                  <a:pt x="535" y="452"/>
                  <a:pt x="535" y="452"/>
                </a:cubicBezTo>
                <a:cubicBezTo>
                  <a:pt x="536" y="452"/>
                  <a:pt x="538" y="452"/>
                  <a:pt x="540" y="452"/>
                </a:cubicBezTo>
                <a:cubicBezTo>
                  <a:pt x="539" y="447"/>
                  <a:pt x="537" y="444"/>
                  <a:pt x="535" y="440"/>
                </a:cubicBezTo>
                <a:cubicBezTo>
                  <a:pt x="535" y="421"/>
                  <a:pt x="535" y="421"/>
                  <a:pt x="535" y="421"/>
                </a:cubicBezTo>
                <a:cubicBezTo>
                  <a:pt x="536" y="421"/>
                  <a:pt x="537" y="421"/>
                  <a:pt x="540" y="422"/>
                </a:cubicBezTo>
                <a:cubicBezTo>
                  <a:pt x="540" y="423"/>
                  <a:pt x="540" y="423"/>
                  <a:pt x="540" y="423"/>
                </a:cubicBezTo>
                <a:close/>
                <a:moveTo>
                  <a:pt x="540" y="467"/>
                </a:moveTo>
                <a:cubicBezTo>
                  <a:pt x="540" y="475"/>
                  <a:pt x="540" y="475"/>
                  <a:pt x="540" y="475"/>
                </a:cubicBezTo>
                <a:cubicBezTo>
                  <a:pt x="538" y="475"/>
                  <a:pt x="536" y="476"/>
                  <a:pt x="535" y="476"/>
                </a:cubicBezTo>
                <a:cubicBezTo>
                  <a:pt x="535" y="466"/>
                  <a:pt x="535" y="466"/>
                  <a:pt x="535" y="466"/>
                </a:cubicBezTo>
                <a:cubicBezTo>
                  <a:pt x="535" y="466"/>
                  <a:pt x="536" y="466"/>
                  <a:pt x="537" y="466"/>
                </a:cubicBezTo>
                <a:cubicBezTo>
                  <a:pt x="538" y="467"/>
                  <a:pt x="539" y="467"/>
                  <a:pt x="540" y="467"/>
                </a:cubicBezTo>
                <a:close/>
                <a:moveTo>
                  <a:pt x="540" y="527"/>
                </a:moveTo>
                <a:cubicBezTo>
                  <a:pt x="540" y="533"/>
                  <a:pt x="540" y="533"/>
                  <a:pt x="540" y="533"/>
                </a:cubicBezTo>
                <a:cubicBezTo>
                  <a:pt x="539" y="532"/>
                  <a:pt x="539" y="531"/>
                  <a:pt x="538" y="530"/>
                </a:cubicBezTo>
                <a:cubicBezTo>
                  <a:pt x="537" y="531"/>
                  <a:pt x="536" y="533"/>
                  <a:pt x="535" y="534"/>
                </a:cubicBezTo>
                <a:cubicBezTo>
                  <a:pt x="535" y="522"/>
                  <a:pt x="535" y="522"/>
                  <a:pt x="535" y="522"/>
                </a:cubicBezTo>
                <a:cubicBezTo>
                  <a:pt x="540" y="527"/>
                  <a:pt x="540" y="527"/>
                  <a:pt x="540" y="527"/>
                </a:cubicBezTo>
                <a:close/>
                <a:moveTo>
                  <a:pt x="540" y="544"/>
                </a:moveTo>
                <a:cubicBezTo>
                  <a:pt x="540" y="549"/>
                  <a:pt x="540" y="549"/>
                  <a:pt x="540" y="549"/>
                </a:cubicBezTo>
                <a:cubicBezTo>
                  <a:pt x="539" y="551"/>
                  <a:pt x="538" y="553"/>
                  <a:pt x="539" y="556"/>
                </a:cubicBezTo>
                <a:cubicBezTo>
                  <a:pt x="539" y="556"/>
                  <a:pt x="539" y="555"/>
                  <a:pt x="540" y="555"/>
                </a:cubicBezTo>
                <a:cubicBezTo>
                  <a:pt x="540" y="563"/>
                  <a:pt x="540" y="563"/>
                  <a:pt x="540" y="563"/>
                </a:cubicBezTo>
                <a:cubicBezTo>
                  <a:pt x="539" y="563"/>
                  <a:pt x="537" y="565"/>
                  <a:pt x="536" y="566"/>
                </a:cubicBezTo>
                <a:cubicBezTo>
                  <a:pt x="540" y="567"/>
                  <a:pt x="540" y="567"/>
                  <a:pt x="540" y="567"/>
                </a:cubicBezTo>
                <a:cubicBezTo>
                  <a:pt x="540" y="573"/>
                  <a:pt x="540" y="573"/>
                  <a:pt x="540" y="573"/>
                </a:cubicBezTo>
                <a:cubicBezTo>
                  <a:pt x="538" y="572"/>
                  <a:pt x="536" y="572"/>
                  <a:pt x="535" y="572"/>
                </a:cubicBezTo>
                <a:cubicBezTo>
                  <a:pt x="535" y="560"/>
                  <a:pt x="535" y="560"/>
                  <a:pt x="535" y="560"/>
                </a:cubicBezTo>
                <a:cubicBezTo>
                  <a:pt x="536" y="559"/>
                  <a:pt x="536" y="559"/>
                  <a:pt x="536" y="559"/>
                </a:cubicBezTo>
                <a:cubicBezTo>
                  <a:pt x="535" y="557"/>
                  <a:pt x="535" y="557"/>
                  <a:pt x="535" y="557"/>
                </a:cubicBezTo>
                <a:cubicBezTo>
                  <a:pt x="535" y="550"/>
                  <a:pt x="535" y="550"/>
                  <a:pt x="535" y="550"/>
                </a:cubicBezTo>
                <a:cubicBezTo>
                  <a:pt x="537" y="548"/>
                  <a:pt x="539" y="546"/>
                  <a:pt x="540" y="544"/>
                </a:cubicBezTo>
                <a:close/>
                <a:moveTo>
                  <a:pt x="540" y="583"/>
                </a:moveTo>
                <a:cubicBezTo>
                  <a:pt x="540" y="592"/>
                  <a:pt x="540" y="592"/>
                  <a:pt x="540" y="592"/>
                </a:cubicBezTo>
                <a:cubicBezTo>
                  <a:pt x="538" y="593"/>
                  <a:pt x="536" y="595"/>
                  <a:pt x="535" y="596"/>
                </a:cubicBezTo>
                <a:cubicBezTo>
                  <a:pt x="535" y="583"/>
                  <a:pt x="535" y="583"/>
                  <a:pt x="535" y="583"/>
                </a:cubicBezTo>
                <a:cubicBezTo>
                  <a:pt x="537" y="584"/>
                  <a:pt x="537" y="584"/>
                  <a:pt x="537" y="584"/>
                </a:cubicBezTo>
                <a:cubicBezTo>
                  <a:pt x="538" y="584"/>
                  <a:pt x="539" y="583"/>
                  <a:pt x="540" y="583"/>
                </a:cubicBezTo>
                <a:close/>
                <a:moveTo>
                  <a:pt x="540" y="720"/>
                </a:moveTo>
                <a:cubicBezTo>
                  <a:pt x="540" y="730"/>
                  <a:pt x="540" y="730"/>
                  <a:pt x="540" y="730"/>
                </a:cubicBezTo>
                <a:cubicBezTo>
                  <a:pt x="538" y="729"/>
                  <a:pt x="536" y="729"/>
                  <a:pt x="535" y="729"/>
                </a:cubicBezTo>
                <a:cubicBezTo>
                  <a:pt x="535" y="722"/>
                  <a:pt x="535" y="722"/>
                  <a:pt x="535" y="722"/>
                </a:cubicBezTo>
                <a:cubicBezTo>
                  <a:pt x="536" y="721"/>
                  <a:pt x="538" y="721"/>
                  <a:pt x="540" y="720"/>
                </a:cubicBezTo>
                <a:close/>
                <a:moveTo>
                  <a:pt x="530" y="23"/>
                </a:moveTo>
                <a:cubicBezTo>
                  <a:pt x="532" y="24"/>
                  <a:pt x="533" y="24"/>
                  <a:pt x="535" y="25"/>
                </a:cubicBezTo>
                <a:cubicBezTo>
                  <a:pt x="535" y="34"/>
                  <a:pt x="535" y="34"/>
                  <a:pt x="535" y="34"/>
                </a:cubicBezTo>
                <a:cubicBezTo>
                  <a:pt x="533" y="33"/>
                  <a:pt x="532" y="33"/>
                  <a:pt x="530" y="32"/>
                </a:cubicBezTo>
                <a:cubicBezTo>
                  <a:pt x="530" y="23"/>
                  <a:pt x="530" y="23"/>
                  <a:pt x="530" y="23"/>
                </a:cubicBezTo>
                <a:close/>
                <a:moveTo>
                  <a:pt x="535" y="770"/>
                </a:moveTo>
                <a:cubicBezTo>
                  <a:pt x="533" y="770"/>
                  <a:pt x="532" y="771"/>
                  <a:pt x="530" y="771"/>
                </a:cubicBezTo>
                <a:cubicBezTo>
                  <a:pt x="530" y="763"/>
                  <a:pt x="530" y="763"/>
                  <a:pt x="530" y="763"/>
                </a:cubicBezTo>
                <a:cubicBezTo>
                  <a:pt x="532" y="762"/>
                  <a:pt x="533" y="762"/>
                  <a:pt x="535" y="761"/>
                </a:cubicBezTo>
                <a:cubicBezTo>
                  <a:pt x="535" y="770"/>
                  <a:pt x="535" y="770"/>
                  <a:pt x="535" y="770"/>
                </a:cubicBezTo>
                <a:close/>
                <a:moveTo>
                  <a:pt x="535" y="66"/>
                </a:moveTo>
                <a:cubicBezTo>
                  <a:pt x="535" y="74"/>
                  <a:pt x="535" y="74"/>
                  <a:pt x="535" y="74"/>
                </a:cubicBezTo>
                <a:cubicBezTo>
                  <a:pt x="533" y="73"/>
                  <a:pt x="532" y="73"/>
                  <a:pt x="530" y="72"/>
                </a:cubicBezTo>
                <a:cubicBezTo>
                  <a:pt x="530" y="62"/>
                  <a:pt x="530" y="62"/>
                  <a:pt x="530" y="62"/>
                </a:cubicBezTo>
                <a:cubicBezTo>
                  <a:pt x="531" y="63"/>
                  <a:pt x="533" y="65"/>
                  <a:pt x="535" y="66"/>
                </a:cubicBezTo>
                <a:close/>
                <a:moveTo>
                  <a:pt x="535" y="209"/>
                </a:moveTo>
                <a:cubicBezTo>
                  <a:pt x="535" y="217"/>
                  <a:pt x="535" y="217"/>
                  <a:pt x="535" y="217"/>
                </a:cubicBezTo>
                <a:cubicBezTo>
                  <a:pt x="534" y="215"/>
                  <a:pt x="533" y="213"/>
                  <a:pt x="530" y="211"/>
                </a:cubicBezTo>
                <a:cubicBezTo>
                  <a:pt x="530" y="205"/>
                  <a:pt x="530" y="205"/>
                  <a:pt x="530" y="205"/>
                </a:cubicBezTo>
                <a:cubicBezTo>
                  <a:pt x="532" y="207"/>
                  <a:pt x="533" y="207"/>
                  <a:pt x="535" y="209"/>
                </a:cubicBezTo>
                <a:close/>
                <a:moveTo>
                  <a:pt x="535" y="229"/>
                </a:moveTo>
                <a:cubicBezTo>
                  <a:pt x="535" y="241"/>
                  <a:pt x="535" y="241"/>
                  <a:pt x="535" y="241"/>
                </a:cubicBezTo>
                <a:cubicBezTo>
                  <a:pt x="533" y="241"/>
                  <a:pt x="532" y="241"/>
                  <a:pt x="530" y="240"/>
                </a:cubicBezTo>
                <a:cubicBezTo>
                  <a:pt x="530" y="234"/>
                  <a:pt x="530" y="234"/>
                  <a:pt x="530" y="234"/>
                </a:cubicBezTo>
                <a:cubicBezTo>
                  <a:pt x="531" y="234"/>
                  <a:pt x="532" y="235"/>
                  <a:pt x="533" y="236"/>
                </a:cubicBezTo>
                <a:cubicBezTo>
                  <a:pt x="533" y="233"/>
                  <a:pt x="534" y="231"/>
                  <a:pt x="535" y="229"/>
                </a:cubicBezTo>
                <a:close/>
                <a:moveTo>
                  <a:pt x="535" y="245"/>
                </a:moveTo>
                <a:cubicBezTo>
                  <a:pt x="535" y="252"/>
                  <a:pt x="535" y="252"/>
                  <a:pt x="535" y="252"/>
                </a:cubicBezTo>
                <a:cubicBezTo>
                  <a:pt x="534" y="252"/>
                  <a:pt x="534" y="253"/>
                  <a:pt x="534" y="254"/>
                </a:cubicBezTo>
                <a:cubicBezTo>
                  <a:pt x="534" y="254"/>
                  <a:pt x="534" y="254"/>
                  <a:pt x="535" y="254"/>
                </a:cubicBezTo>
                <a:cubicBezTo>
                  <a:pt x="535" y="258"/>
                  <a:pt x="535" y="258"/>
                  <a:pt x="535" y="258"/>
                </a:cubicBezTo>
                <a:cubicBezTo>
                  <a:pt x="533" y="258"/>
                  <a:pt x="532" y="257"/>
                  <a:pt x="530" y="257"/>
                </a:cubicBezTo>
                <a:cubicBezTo>
                  <a:pt x="530" y="250"/>
                  <a:pt x="530" y="250"/>
                  <a:pt x="530" y="250"/>
                </a:cubicBezTo>
                <a:cubicBezTo>
                  <a:pt x="532" y="249"/>
                  <a:pt x="533" y="247"/>
                  <a:pt x="535" y="245"/>
                </a:cubicBezTo>
                <a:close/>
                <a:moveTo>
                  <a:pt x="535" y="268"/>
                </a:moveTo>
                <a:cubicBezTo>
                  <a:pt x="535" y="272"/>
                  <a:pt x="535" y="272"/>
                  <a:pt x="535" y="272"/>
                </a:cubicBezTo>
                <a:cubicBezTo>
                  <a:pt x="533" y="271"/>
                  <a:pt x="532" y="270"/>
                  <a:pt x="530" y="269"/>
                </a:cubicBezTo>
                <a:cubicBezTo>
                  <a:pt x="530" y="265"/>
                  <a:pt x="530" y="265"/>
                  <a:pt x="530" y="265"/>
                </a:cubicBezTo>
                <a:cubicBezTo>
                  <a:pt x="532" y="266"/>
                  <a:pt x="533" y="267"/>
                  <a:pt x="535" y="268"/>
                </a:cubicBezTo>
                <a:close/>
                <a:moveTo>
                  <a:pt x="535" y="276"/>
                </a:moveTo>
                <a:cubicBezTo>
                  <a:pt x="535" y="281"/>
                  <a:pt x="535" y="281"/>
                  <a:pt x="535" y="281"/>
                </a:cubicBezTo>
                <a:cubicBezTo>
                  <a:pt x="533" y="282"/>
                  <a:pt x="532" y="284"/>
                  <a:pt x="530" y="286"/>
                </a:cubicBezTo>
                <a:cubicBezTo>
                  <a:pt x="530" y="277"/>
                  <a:pt x="530" y="277"/>
                  <a:pt x="530" y="277"/>
                </a:cubicBezTo>
                <a:cubicBezTo>
                  <a:pt x="532" y="277"/>
                  <a:pt x="533" y="277"/>
                  <a:pt x="535" y="276"/>
                </a:cubicBezTo>
                <a:close/>
                <a:moveTo>
                  <a:pt x="535" y="302"/>
                </a:moveTo>
                <a:cubicBezTo>
                  <a:pt x="535" y="314"/>
                  <a:pt x="535" y="314"/>
                  <a:pt x="535" y="314"/>
                </a:cubicBezTo>
                <a:cubicBezTo>
                  <a:pt x="533" y="314"/>
                  <a:pt x="533" y="314"/>
                  <a:pt x="533" y="314"/>
                </a:cubicBezTo>
                <a:cubicBezTo>
                  <a:pt x="533" y="329"/>
                  <a:pt x="533" y="329"/>
                  <a:pt x="532" y="334"/>
                </a:cubicBezTo>
                <a:cubicBezTo>
                  <a:pt x="530" y="334"/>
                  <a:pt x="530" y="334"/>
                  <a:pt x="530" y="334"/>
                </a:cubicBezTo>
                <a:cubicBezTo>
                  <a:pt x="530" y="304"/>
                  <a:pt x="530" y="304"/>
                  <a:pt x="530" y="304"/>
                </a:cubicBezTo>
                <a:cubicBezTo>
                  <a:pt x="532" y="303"/>
                  <a:pt x="533" y="302"/>
                  <a:pt x="535" y="302"/>
                </a:cubicBezTo>
                <a:close/>
                <a:moveTo>
                  <a:pt x="535" y="340"/>
                </a:moveTo>
                <a:cubicBezTo>
                  <a:pt x="535" y="360"/>
                  <a:pt x="535" y="360"/>
                  <a:pt x="535" y="360"/>
                </a:cubicBezTo>
                <a:cubicBezTo>
                  <a:pt x="530" y="360"/>
                  <a:pt x="530" y="360"/>
                  <a:pt x="530" y="360"/>
                </a:cubicBezTo>
                <a:cubicBezTo>
                  <a:pt x="530" y="351"/>
                  <a:pt x="530" y="351"/>
                  <a:pt x="530" y="351"/>
                </a:cubicBezTo>
                <a:cubicBezTo>
                  <a:pt x="531" y="351"/>
                  <a:pt x="531" y="351"/>
                  <a:pt x="532" y="351"/>
                </a:cubicBezTo>
                <a:cubicBezTo>
                  <a:pt x="532" y="348"/>
                  <a:pt x="533" y="345"/>
                  <a:pt x="533" y="342"/>
                </a:cubicBezTo>
                <a:cubicBezTo>
                  <a:pt x="535" y="340"/>
                  <a:pt x="535" y="340"/>
                  <a:pt x="535" y="340"/>
                </a:cubicBezTo>
                <a:close/>
                <a:moveTo>
                  <a:pt x="535" y="361"/>
                </a:moveTo>
                <a:cubicBezTo>
                  <a:pt x="535" y="374"/>
                  <a:pt x="535" y="374"/>
                  <a:pt x="535" y="374"/>
                </a:cubicBezTo>
                <a:cubicBezTo>
                  <a:pt x="533" y="377"/>
                  <a:pt x="532" y="379"/>
                  <a:pt x="531" y="381"/>
                </a:cubicBezTo>
                <a:cubicBezTo>
                  <a:pt x="530" y="381"/>
                  <a:pt x="530" y="381"/>
                  <a:pt x="530" y="381"/>
                </a:cubicBezTo>
                <a:cubicBezTo>
                  <a:pt x="530" y="364"/>
                  <a:pt x="530" y="364"/>
                  <a:pt x="530" y="364"/>
                </a:cubicBezTo>
                <a:cubicBezTo>
                  <a:pt x="532" y="364"/>
                  <a:pt x="533" y="363"/>
                  <a:pt x="535" y="361"/>
                </a:cubicBezTo>
                <a:close/>
                <a:moveTo>
                  <a:pt x="535" y="390"/>
                </a:moveTo>
                <a:cubicBezTo>
                  <a:pt x="535" y="399"/>
                  <a:pt x="535" y="399"/>
                  <a:pt x="535" y="399"/>
                </a:cubicBezTo>
                <a:cubicBezTo>
                  <a:pt x="534" y="396"/>
                  <a:pt x="534" y="396"/>
                  <a:pt x="533" y="394"/>
                </a:cubicBezTo>
                <a:cubicBezTo>
                  <a:pt x="532" y="394"/>
                  <a:pt x="531" y="394"/>
                  <a:pt x="530" y="394"/>
                </a:cubicBezTo>
                <a:cubicBezTo>
                  <a:pt x="530" y="390"/>
                  <a:pt x="530" y="390"/>
                  <a:pt x="530" y="390"/>
                </a:cubicBezTo>
                <a:cubicBezTo>
                  <a:pt x="535" y="390"/>
                  <a:pt x="535" y="390"/>
                  <a:pt x="535" y="390"/>
                </a:cubicBezTo>
                <a:close/>
                <a:moveTo>
                  <a:pt x="535" y="411"/>
                </a:moveTo>
                <a:cubicBezTo>
                  <a:pt x="535" y="415"/>
                  <a:pt x="535" y="415"/>
                  <a:pt x="535" y="415"/>
                </a:cubicBezTo>
                <a:cubicBezTo>
                  <a:pt x="530" y="415"/>
                  <a:pt x="530" y="415"/>
                  <a:pt x="530" y="415"/>
                </a:cubicBezTo>
                <a:cubicBezTo>
                  <a:pt x="530" y="410"/>
                  <a:pt x="530" y="410"/>
                  <a:pt x="530" y="410"/>
                </a:cubicBezTo>
                <a:cubicBezTo>
                  <a:pt x="531" y="410"/>
                  <a:pt x="531" y="411"/>
                  <a:pt x="531" y="411"/>
                </a:cubicBezTo>
                <a:cubicBezTo>
                  <a:pt x="535" y="411"/>
                  <a:pt x="535" y="411"/>
                  <a:pt x="535" y="411"/>
                </a:cubicBezTo>
                <a:close/>
                <a:moveTo>
                  <a:pt x="535" y="421"/>
                </a:moveTo>
                <a:cubicBezTo>
                  <a:pt x="535" y="440"/>
                  <a:pt x="535" y="440"/>
                  <a:pt x="535" y="440"/>
                </a:cubicBezTo>
                <a:cubicBezTo>
                  <a:pt x="533" y="438"/>
                  <a:pt x="532" y="436"/>
                  <a:pt x="531" y="435"/>
                </a:cubicBezTo>
                <a:cubicBezTo>
                  <a:pt x="531" y="430"/>
                  <a:pt x="531" y="427"/>
                  <a:pt x="531" y="423"/>
                </a:cubicBezTo>
                <a:cubicBezTo>
                  <a:pt x="533" y="422"/>
                  <a:pt x="534" y="422"/>
                  <a:pt x="535" y="421"/>
                </a:cubicBezTo>
                <a:close/>
                <a:moveTo>
                  <a:pt x="535" y="452"/>
                </a:moveTo>
                <a:cubicBezTo>
                  <a:pt x="535" y="461"/>
                  <a:pt x="535" y="461"/>
                  <a:pt x="535" y="461"/>
                </a:cubicBezTo>
                <a:cubicBezTo>
                  <a:pt x="533" y="461"/>
                  <a:pt x="532" y="461"/>
                  <a:pt x="530" y="461"/>
                </a:cubicBezTo>
                <a:cubicBezTo>
                  <a:pt x="530" y="451"/>
                  <a:pt x="530" y="451"/>
                  <a:pt x="530" y="451"/>
                </a:cubicBezTo>
                <a:cubicBezTo>
                  <a:pt x="531" y="451"/>
                  <a:pt x="531" y="451"/>
                  <a:pt x="531" y="452"/>
                </a:cubicBezTo>
                <a:cubicBezTo>
                  <a:pt x="535" y="452"/>
                  <a:pt x="535" y="452"/>
                  <a:pt x="535" y="452"/>
                </a:cubicBezTo>
                <a:close/>
                <a:moveTo>
                  <a:pt x="535" y="466"/>
                </a:moveTo>
                <a:cubicBezTo>
                  <a:pt x="535" y="476"/>
                  <a:pt x="535" y="476"/>
                  <a:pt x="535" y="476"/>
                </a:cubicBezTo>
                <a:cubicBezTo>
                  <a:pt x="533" y="476"/>
                  <a:pt x="532" y="477"/>
                  <a:pt x="530" y="477"/>
                </a:cubicBezTo>
                <a:cubicBezTo>
                  <a:pt x="530" y="467"/>
                  <a:pt x="530" y="467"/>
                  <a:pt x="530" y="467"/>
                </a:cubicBezTo>
                <a:cubicBezTo>
                  <a:pt x="532" y="467"/>
                  <a:pt x="533" y="466"/>
                  <a:pt x="535" y="466"/>
                </a:cubicBezTo>
                <a:close/>
                <a:moveTo>
                  <a:pt x="535" y="522"/>
                </a:moveTo>
                <a:cubicBezTo>
                  <a:pt x="535" y="534"/>
                  <a:pt x="535" y="534"/>
                  <a:pt x="535" y="534"/>
                </a:cubicBezTo>
                <a:cubicBezTo>
                  <a:pt x="533" y="537"/>
                  <a:pt x="531" y="539"/>
                  <a:pt x="530" y="541"/>
                </a:cubicBezTo>
                <a:cubicBezTo>
                  <a:pt x="530" y="533"/>
                  <a:pt x="530" y="533"/>
                  <a:pt x="530" y="533"/>
                </a:cubicBezTo>
                <a:cubicBezTo>
                  <a:pt x="531" y="531"/>
                  <a:pt x="532" y="530"/>
                  <a:pt x="533" y="528"/>
                </a:cubicBezTo>
                <a:cubicBezTo>
                  <a:pt x="532" y="526"/>
                  <a:pt x="532" y="524"/>
                  <a:pt x="530" y="523"/>
                </a:cubicBezTo>
                <a:cubicBezTo>
                  <a:pt x="530" y="518"/>
                  <a:pt x="530" y="518"/>
                  <a:pt x="530" y="518"/>
                </a:cubicBezTo>
                <a:cubicBezTo>
                  <a:pt x="535" y="522"/>
                  <a:pt x="535" y="522"/>
                  <a:pt x="535" y="522"/>
                </a:cubicBezTo>
                <a:close/>
                <a:moveTo>
                  <a:pt x="535" y="550"/>
                </a:moveTo>
                <a:cubicBezTo>
                  <a:pt x="535" y="557"/>
                  <a:pt x="535" y="557"/>
                  <a:pt x="535" y="557"/>
                </a:cubicBezTo>
                <a:cubicBezTo>
                  <a:pt x="530" y="553"/>
                  <a:pt x="530" y="553"/>
                  <a:pt x="530" y="553"/>
                </a:cubicBezTo>
                <a:cubicBezTo>
                  <a:pt x="530" y="547"/>
                  <a:pt x="530" y="547"/>
                  <a:pt x="530" y="547"/>
                </a:cubicBezTo>
                <a:cubicBezTo>
                  <a:pt x="531" y="548"/>
                  <a:pt x="531" y="550"/>
                  <a:pt x="533" y="551"/>
                </a:cubicBezTo>
                <a:cubicBezTo>
                  <a:pt x="533" y="550"/>
                  <a:pt x="534" y="550"/>
                  <a:pt x="535" y="550"/>
                </a:cubicBezTo>
                <a:close/>
                <a:moveTo>
                  <a:pt x="535" y="560"/>
                </a:moveTo>
                <a:cubicBezTo>
                  <a:pt x="535" y="572"/>
                  <a:pt x="535" y="572"/>
                  <a:pt x="535" y="572"/>
                </a:cubicBezTo>
                <a:cubicBezTo>
                  <a:pt x="533" y="571"/>
                  <a:pt x="532" y="571"/>
                  <a:pt x="530" y="572"/>
                </a:cubicBezTo>
                <a:cubicBezTo>
                  <a:pt x="530" y="566"/>
                  <a:pt x="530" y="566"/>
                  <a:pt x="530" y="566"/>
                </a:cubicBezTo>
                <a:cubicBezTo>
                  <a:pt x="531" y="565"/>
                  <a:pt x="531" y="565"/>
                  <a:pt x="531" y="565"/>
                </a:cubicBezTo>
                <a:cubicBezTo>
                  <a:pt x="532" y="563"/>
                  <a:pt x="532" y="563"/>
                  <a:pt x="535" y="560"/>
                </a:cubicBezTo>
                <a:close/>
                <a:moveTo>
                  <a:pt x="535" y="583"/>
                </a:moveTo>
                <a:cubicBezTo>
                  <a:pt x="535" y="596"/>
                  <a:pt x="535" y="596"/>
                  <a:pt x="535" y="596"/>
                </a:cubicBezTo>
                <a:cubicBezTo>
                  <a:pt x="533" y="597"/>
                  <a:pt x="532" y="598"/>
                  <a:pt x="530" y="599"/>
                </a:cubicBezTo>
                <a:cubicBezTo>
                  <a:pt x="530" y="592"/>
                  <a:pt x="530" y="592"/>
                  <a:pt x="530" y="592"/>
                </a:cubicBezTo>
                <a:cubicBezTo>
                  <a:pt x="531" y="591"/>
                  <a:pt x="533" y="590"/>
                  <a:pt x="534" y="589"/>
                </a:cubicBezTo>
                <a:cubicBezTo>
                  <a:pt x="532" y="589"/>
                  <a:pt x="531" y="588"/>
                  <a:pt x="530" y="588"/>
                </a:cubicBezTo>
                <a:cubicBezTo>
                  <a:pt x="530" y="581"/>
                  <a:pt x="530" y="581"/>
                  <a:pt x="530" y="581"/>
                </a:cubicBezTo>
                <a:cubicBezTo>
                  <a:pt x="535" y="583"/>
                  <a:pt x="535" y="583"/>
                  <a:pt x="535" y="583"/>
                </a:cubicBezTo>
                <a:close/>
                <a:moveTo>
                  <a:pt x="535" y="722"/>
                </a:moveTo>
                <a:cubicBezTo>
                  <a:pt x="535" y="729"/>
                  <a:pt x="535" y="729"/>
                  <a:pt x="535" y="729"/>
                </a:cubicBezTo>
                <a:cubicBezTo>
                  <a:pt x="533" y="729"/>
                  <a:pt x="532" y="730"/>
                  <a:pt x="530" y="730"/>
                </a:cubicBezTo>
                <a:cubicBezTo>
                  <a:pt x="530" y="723"/>
                  <a:pt x="530" y="723"/>
                  <a:pt x="530" y="723"/>
                </a:cubicBezTo>
                <a:cubicBezTo>
                  <a:pt x="532" y="722"/>
                  <a:pt x="533" y="722"/>
                  <a:pt x="535" y="722"/>
                </a:cubicBezTo>
                <a:close/>
                <a:moveTo>
                  <a:pt x="535" y="745"/>
                </a:moveTo>
                <a:cubicBezTo>
                  <a:pt x="535" y="756"/>
                  <a:pt x="535" y="756"/>
                  <a:pt x="535" y="756"/>
                </a:cubicBezTo>
                <a:cubicBezTo>
                  <a:pt x="533" y="755"/>
                  <a:pt x="532" y="754"/>
                  <a:pt x="530" y="753"/>
                </a:cubicBezTo>
                <a:cubicBezTo>
                  <a:pt x="530" y="742"/>
                  <a:pt x="530" y="742"/>
                  <a:pt x="530" y="742"/>
                </a:cubicBezTo>
                <a:cubicBezTo>
                  <a:pt x="532" y="743"/>
                  <a:pt x="533" y="744"/>
                  <a:pt x="535" y="745"/>
                </a:cubicBezTo>
                <a:close/>
                <a:moveTo>
                  <a:pt x="522" y="21"/>
                </a:moveTo>
                <a:cubicBezTo>
                  <a:pt x="524" y="22"/>
                  <a:pt x="527" y="23"/>
                  <a:pt x="530" y="23"/>
                </a:cubicBezTo>
                <a:cubicBezTo>
                  <a:pt x="530" y="32"/>
                  <a:pt x="530" y="32"/>
                  <a:pt x="530" y="32"/>
                </a:cubicBezTo>
                <a:cubicBezTo>
                  <a:pt x="528" y="31"/>
                  <a:pt x="525" y="30"/>
                  <a:pt x="522" y="29"/>
                </a:cubicBezTo>
                <a:cubicBezTo>
                  <a:pt x="522" y="21"/>
                  <a:pt x="522" y="21"/>
                  <a:pt x="522" y="21"/>
                </a:cubicBezTo>
                <a:close/>
                <a:moveTo>
                  <a:pt x="530" y="771"/>
                </a:moveTo>
                <a:cubicBezTo>
                  <a:pt x="528" y="772"/>
                  <a:pt x="525" y="773"/>
                  <a:pt x="522" y="774"/>
                </a:cubicBezTo>
                <a:cubicBezTo>
                  <a:pt x="522" y="764"/>
                  <a:pt x="522" y="764"/>
                  <a:pt x="522" y="764"/>
                </a:cubicBezTo>
                <a:cubicBezTo>
                  <a:pt x="525" y="764"/>
                  <a:pt x="528" y="763"/>
                  <a:pt x="530" y="763"/>
                </a:cubicBezTo>
                <a:cubicBezTo>
                  <a:pt x="530" y="771"/>
                  <a:pt x="530" y="771"/>
                  <a:pt x="530" y="771"/>
                </a:cubicBezTo>
                <a:close/>
                <a:moveTo>
                  <a:pt x="530" y="62"/>
                </a:moveTo>
                <a:cubicBezTo>
                  <a:pt x="530" y="72"/>
                  <a:pt x="530" y="72"/>
                  <a:pt x="530" y="72"/>
                </a:cubicBezTo>
                <a:cubicBezTo>
                  <a:pt x="527" y="71"/>
                  <a:pt x="525" y="70"/>
                  <a:pt x="522" y="69"/>
                </a:cubicBezTo>
                <a:cubicBezTo>
                  <a:pt x="522" y="33"/>
                  <a:pt x="522" y="33"/>
                  <a:pt x="522" y="33"/>
                </a:cubicBezTo>
                <a:cubicBezTo>
                  <a:pt x="522" y="36"/>
                  <a:pt x="524" y="41"/>
                  <a:pt x="526" y="53"/>
                </a:cubicBezTo>
                <a:cubicBezTo>
                  <a:pt x="527" y="57"/>
                  <a:pt x="529" y="60"/>
                  <a:pt x="530" y="62"/>
                </a:cubicBezTo>
                <a:close/>
                <a:moveTo>
                  <a:pt x="530" y="205"/>
                </a:moveTo>
                <a:cubicBezTo>
                  <a:pt x="530" y="211"/>
                  <a:pt x="530" y="211"/>
                  <a:pt x="530" y="211"/>
                </a:cubicBezTo>
                <a:cubicBezTo>
                  <a:pt x="529" y="211"/>
                  <a:pt x="528" y="210"/>
                  <a:pt x="526" y="209"/>
                </a:cubicBezTo>
                <a:cubicBezTo>
                  <a:pt x="526" y="216"/>
                  <a:pt x="526" y="223"/>
                  <a:pt x="526" y="230"/>
                </a:cubicBezTo>
                <a:cubicBezTo>
                  <a:pt x="528" y="231"/>
                  <a:pt x="529" y="233"/>
                  <a:pt x="530" y="234"/>
                </a:cubicBezTo>
                <a:cubicBezTo>
                  <a:pt x="530" y="240"/>
                  <a:pt x="530" y="240"/>
                  <a:pt x="530" y="240"/>
                </a:cubicBezTo>
                <a:cubicBezTo>
                  <a:pt x="530" y="240"/>
                  <a:pt x="530" y="240"/>
                  <a:pt x="530" y="240"/>
                </a:cubicBezTo>
                <a:cubicBezTo>
                  <a:pt x="528" y="238"/>
                  <a:pt x="525" y="235"/>
                  <a:pt x="522" y="233"/>
                </a:cubicBezTo>
                <a:cubicBezTo>
                  <a:pt x="522" y="200"/>
                  <a:pt x="522" y="200"/>
                  <a:pt x="522" y="200"/>
                </a:cubicBezTo>
                <a:cubicBezTo>
                  <a:pt x="525" y="202"/>
                  <a:pt x="528" y="204"/>
                  <a:pt x="530" y="205"/>
                </a:cubicBezTo>
                <a:close/>
                <a:moveTo>
                  <a:pt x="530" y="250"/>
                </a:moveTo>
                <a:cubicBezTo>
                  <a:pt x="530" y="257"/>
                  <a:pt x="530" y="257"/>
                  <a:pt x="530" y="257"/>
                </a:cubicBezTo>
                <a:cubicBezTo>
                  <a:pt x="528" y="257"/>
                  <a:pt x="526" y="258"/>
                  <a:pt x="526" y="262"/>
                </a:cubicBezTo>
                <a:cubicBezTo>
                  <a:pt x="530" y="265"/>
                  <a:pt x="530" y="265"/>
                  <a:pt x="530" y="265"/>
                </a:cubicBezTo>
                <a:cubicBezTo>
                  <a:pt x="530" y="269"/>
                  <a:pt x="530" y="269"/>
                  <a:pt x="530" y="269"/>
                </a:cubicBezTo>
                <a:cubicBezTo>
                  <a:pt x="527" y="267"/>
                  <a:pt x="524" y="266"/>
                  <a:pt x="522" y="266"/>
                </a:cubicBezTo>
                <a:cubicBezTo>
                  <a:pt x="522" y="259"/>
                  <a:pt x="522" y="259"/>
                  <a:pt x="522" y="259"/>
                </a:cubicBezTo>
                <a:cubicBezTo>
                  <a:pt x="525" y="256"/>
                  <a:pt x="527" y="253"/>
                  <a:pt x="530" y="250"/>
                </a:cubicBezTo>
                <a:close/>
                <a:moveTo>
                  <a:pt x="530" y="277"/>
                </a:moveTo>
                <a:cubicBezTo>
                  <a:pt x="530" y="286"/>
                  <a:pt x="530" y="286"/>
                  <a:pt x="530" y="286"/>
                </a:cubicBezTo>
                <a:cubicBezTo>
                  <a:pt x="527" y="289"/>
                  <a:pt x="525" y="293"/>
                  <a:pt x="522" y="296"/>
                </a:cubicBezTo>
                <a:cubicBezTo>
                  <a:pt x="522" y="286"/>
                  <a:pt x="522" y="286"/>
                  <a:pt x="522" y="286"/>
                </a:cubicBezTo>
                <a:cubicBezTo>
                  <a:pt x="524" y="285"/>
                  <a:pt x="525" y="285"/>
                  <a:pt x="527" y="284"/>
                </a:cubicBezTo>
                <a:cubicBezTo>
                  <a:pt x="528" y="283"/>
                  <a:pt x="528" y="282"/>
                  <a:pt x="528" y="282"/>
                </a:cubicBezTo>
                <a:cubicBezTo>
                  <a:pt x="527" y="281"/>
                  <a:pt x="524" y="280"/>
                  <a:pt x="522" y="278"/>
                </a:cubicBezTo>
                <a:cubicBezTo>
                  <a:pt x="522" y="274"/>
                  <a:pt x="522" y="274"/>
                  <a:pt x="522" y="274"/>
                </a:cubicBezTo>
                <a:cubicBezTo>
                  <a:pt x="524" y="275"/>
                  <a:pt x="525" y="277"/>
                  <a:pt x="527" y="278"/>
                </a:cubicBezTo>
                <a:cubicBezTo>
                  <a:pt x="528" y="278"/>
                  <a:pt x="529" y="278"/>
                  <a:pt x="530" y="277"/>
                </a:cubicBezTo>
                <a:close/>
                <a:moveTo>
                  <a:pt x="530" y="304"/>
                </a:moveTo>
                <a:cubicBezTo>
                  <a:pt x="530" y="334"/>
                  <a:pt x="530" y="334"/>
                  <a:pt x="530" y="334"/>
                </a:cubicBezTo>
                <a:cubicBezTo>
                  <a:pt x="527" y="336"/>
                  <a:pt x="524" y="338"/>
                  <a:pt x="522" y="339"/>
                </a:cubicBezTo>
                <a:cubicBezTo>
                  <a:pt x="522" y="328"/>
                  <a:pt x="522" y="328"/>
                  <a:pt x="522" y="328"/>
                </a:cubicBezTo>
                <a:cubicBezTo>
                  <a:pt x="523" y="328"/>
                  <a:pt x="524" y="328"/>
                  <a:pt x="526" y="328"/>
                </a:cubicBezTo>
                <a:cubicBezTo>
                  <a:pt x="526" y="320"/>
                  <a:pt x="520" y="318"/>
                  <a:pt x="522" y="311"/>
                </a:cubicBezTo>
                <a:cubicBezTo>
                  <a:pt x="525" y="309"/>
                  <a:pt x="527" y="306"/>
                  <a:pt x="530" y="304"/>
                </a:cubicBezTo>
                <a:close/>
                <a:moveTo>
                  <a:pt x="530" y="351"/>
                </a:moveTo>
                <a:cubicBezTo>
                  <a:pt x="530" y="360"/>
                  <a:pt x="530" y="360"/>
                  <a:pt x="530" y="360"/>
                </a:cubicBezTo>
                <a:cubicBezTo>
                  <a:pt x="524" y="360"/>
                  <a:pt x="524" y="360"/>
                  <a:pt x="524" y="360"/>
                </a:cubicBezTo>
                <a:cubicBezTo>
                  <a:pt x="524" y="362"/>
                  <a:pt x="524" y="364"/>
                  <a:pt x="524" y="365"/>
                </a:cubicBezTo>
                <a:cubicBezTo>
                  <a:pt x="527" y="365"/>
                  <a:pt x="529" y="365"/>
                  <a:pt x="530" y="364"/>
                </a:cubicBezTo>
                <a:cubicBezTo>
                  <a:pt x="530" y="381"/>
                  <a:pt x="530" y="381"/>
                  <a:pt x="530" y="381"/>
                </a:cubicBezTo>
                <a:cubicBezTo>
                  <a:pt x="528" y="381"/>
                  <a:pt x="526" y="381"/>
                  <a:pt x="524" y="382"/>
                </a:cubicBezTo>
                <a:cubicBezTo>
                  <a:pt x="523" y="380"/>
                  <a:pt x="523" y="379"/>
                  <a:pt x="522" y="377"/>
                </a:cubicBezTo>
                <a:cubicBezTo>
                  <a:pt x="522" y="351"/>
                  <a:pt x="522" y="351"/>
                  <a:pt x="522" y="351"/>
                </a:cubicBezTo>
                <a:cubicBezTo>
                  <a:pt x="525" y="351"/>
                  <a:pt x="528" y="351"/>
                  <a:pt x="530" y="351"/>
                </a:cubicBezTo>
                <a:close/>
                <a:moveTo>
                  <a:pt x="530" y="390"/>
                </a:moveTo>
                <a:cubicBezTo>
                  <a:pt x="530" y="394"/>
                  <a:pt x="530" y="394"/>
                  <a:pt x="530" y="394"/>
                </a:cubicBezTo>
                <a:cubicBezTo>
                  <a:pt x="529" y="394"/>
                  <a:pt x="527" y="393"/>
                  <a:pt x="526" y="393"/>
                </a:cubicBezTo>
                <a:cubicBezTo>
                  <a:pt x="527" y="399"/>
                  <a:pt x="526" y="406"/>
                  <a:pt x="530" y="410"/>
                </a:cubicBezTo>
                <a:cubicBezTo>
                  <a:pt x="530" y="415"/>
                  <a:pt x="530" y="415"/>
                  <a:pt x="530" y="415"/>
                </a:cubicBezTo>
                <a:cubicBezTo>
                  <a:pt x="522" y="415"/>
                  <a:pt x="522" y="415"/>
                  <a:pt x="522" y="415"/>
                </a:cubicBezTo>
                <a:cubicBezTo>
                  <a:pt x="522" y="411"/>
                  <a:pt x="522" y="411"/>
                  <a:pt x="522" y="411"/>
                </a:cubicBezTo>
                <a:cubicBezTo>
                  <a:pt x="524" y="411"/>
                  <a:pt x="524" y="411"/>
                  <a:pt x="524" y="411"/>
                </a:cubicBezTo>
                <a:cubicBezTo>
                  <a:pt x="523" y="405"/>
                  <a:pt x="523" y="401"/>
                  <a:pt x="522" y="398"/>
                </a:cubicBezTo>
                <a:cubicBezTo>
                  <a:pt x="522" y="390"/>
                  <a:pt x="522" y="390"/>
                  <a:pt x="522" y="390"/>
                </a:cubicBezTo>
                <a:cubicBezTo>
                  <a:pt x="530" y="390"/>
                  <a:pt x="530" y="390"/>
                  <a:pt x="530" y="390"/>
                </a:cubicBezTo>
                <a:close/>
                <a:moveTo>
                  <a:pt x="530" y="451"/>
                </a:moveTo>
                <a:cubicBezTo>
                  <a:pt x="530" y="461"/>
                  <a:pt x="530" y="461"/>
                  <a:pt x="530" y="461"/>
                </a:cubicBezTo>
                <a:cubicBezTo>
                  <a:pt x="527" y="460"/>
                  <a:pt x="524" y="460"/>
                  <a:pt x="522" y="459"/>
                </a:cubicBezTo>
                <a:cubicBezTo>
                  <a:pt x="522" y="446"/>
                  <a:pt x="522" y="446"/>
                  <a:pt x="522" y="446"/>
                </a:cubicBezTo>
                <a:cubicBezTo>
                  <a:pt x="525" y="447"/>
                  <a:pt x="528" y="449"/>
                  <a:pt x="530" y="451"/>
                </a:cubicBezTo>
                <a:close/>
                <a:moveTo>
                  <a:pt x="530" y="467"/>
                </a:moveTo>
                <a:cubicBezTo>
                  <a:pt x="530" y="477"/>
                  <a:pt x="530" y="477"/>
                  <a:pt x="530" y="477"/>
                </a:cubicBezTo>
                <a:cubicBezTo>
                  <a:pt x="527" y="478"/>
                  <a:pt x="525" y="479"/>
                  <a:pt x="522" y="480"/>
                </a:cubicBezTo>
                <a:cubicBezTo>
                  <a:pt x="522" y="469"/>
                  <a:pt x="522" y="469"/>
                  <a:pt x="522" y="469"/>
                </a:cubicBezTo>
                <a:cubicBezTo>
                  <a:pt x="525" y="468"/>
                  <a:pt x="528" y="468"/>
                  <a:pt x="530" y="467"/>
                </a:cubicBezTo>
                <a:close/>
                <a:moveTo>
                  <a:pt x="530" y="518"/>
                </a:moveTo>
                <a:cubicBezTo>
                  <a:pt x="530" y="523"/>
                  <a:pt x="530" y="523"/>
                  <a:pt x="530" y="523"/>
                </a:cubicBezTo>
                <a:cubicBezTo>
                  <a:pt x="530" y="522"/>
                  <a:pt x="529" y="522"/>
                  <a:pt x="528" y="522"/>
                </a:cubicBezTo>
                <a:cubicBezTo>
                  <a:pt x="526" y="526"/>
                  <a:pt x="524" y="529"/>
                  <a:pt x="522" y="533"/>
                </a:cubicBezTo>
                <a:cubicBezTo>
                  <a:pt x="522" y="525"/>
                  <a:pt x="522" y="525"/>
                  <a:pt x="522" y="525"/>
                </a:cubicBezTo>
                <a:cubicBezTo>
                  <a:pt x="524" y="522"/>
                  <a:pt x="524" y="519"/>
                  <a:pt x="522" y="515"/>
                </a:cubicBezTo>
                <a:cubicBezTo>
                  <a:pt x="522" y="509"/>
                  <a:pt x="522" y="509"/>
                  <a:pt x="522" y="509"/>
                </a:cubicBezTo>
                <a:cubicBezTo>
                  <a:pt x="530" y="518"/>
                  <a:pt x="530" y="518"/>
                  <a:pt x="530" y="518"/>
                </a:cubicBezTo>
                <a:close/>
                <a:moveTo>
                  <a:pt x="530" y="533"/>
                </a:moveTo>
                <a:cubicBezTo>
                  <a:pt x="530" y="541"/>
                  <a:pt x="530" y="541"/>
                  <a:pt x="530" y="541"/>
                </a:cubicBezTo>
                <a:cubicBezTo>
                  <a:pt x="530" y="543"/>
                  <a:pt x="529" y="545"/>
                  <a:pt x="530" y="547"/>
                </a:cubicBezTo>
                <a:cubicBezTo>
                  <a:pt x="530" y="553"/>
                  <a:pt x="530" y="553"/>
                  <a:pt x="530" y="553"/>
                </a:cubicBezTo>
                <a:cubicBezTo>
                  <a:pt x="522" y="544"/>
                  <a:pt x="522" y="544"/>
                  <a:pt x="522" y="544"/>
                </a:cubicBezTo>
                <a:cubicBezTo>
                  <a:pt x="522" y="539"/>
                  <a:pt x="522" y="539"/>
                  <a:pt x="522" y="539"/>
                </a:cubicBezTo>
                <a:cubicBezTo>
                  <a:pt x="523" y="541"/>
                  <a:pt x="524" y="542"/>
                  <a:pt x="524" y="543"/>
                </a:cubicBezTo>
                <a:cubicBezTo>
                  <a:pt x="526" y="540"/>
                  <a:pt x="528" y="536"/>
                  <a:pt x="530" y="533"/>
                </a:cubicBezTo>
                <a:close/>
                <a:moveTo>
                  <a:pt x="530" y="566"/>
                </a:moveTo>
                <a:cubicBezTo>
                  <a:pt x="530" y="572"/>
                  <a:pt x="530" y="572"/>
                  <a:pt x="530" y="572"/>
                </a:cubicBezTo>
                <a:cubicBezTo>
                  <a:pt x="527" y="572"/>
                  <a:pt x="524" y="574"/>
                  <a:pt x="522" y="578"/>
                </a:cubicBezTo>
                <a:cubicBezTo>
                  <a:pt x="525" y="579"/>
                  <a:pt x="527" y="580"/>
                  <a:pt x="530" y="581"/>
                </a:cubicBezTo>
                <a:cubicBezTo>
                  <a:pt x="530" y="588"/>
                  <a:pt x="530" y="588"/>
                  <a:pt x="530" y="588"/>
                </a:cubicBezTo>
                <a:cubicBezTo>
                  <a:pt x="528" y="586"/>
                  <a:pt x="526" y="586"/>
                  <a:pt x="522" y="584"/>
                </a:cubicBezTo>
                <a:cubicBezTo>
                  <a:pt x="522" y="569"/>
                  <a:pt x="522" y="569"/>
                  <a:pt x="522" y="569"/>
                </a:cubicBezTo>
                <a:cubicBezTo>
                  <a:pt x="522" y="569"/>
                  <a:pt x="522" y="569"/>
                  <a:pt x="522" y="569"/>
                </a:cubicBezTo>
                <a:cubicBezTo>
                  <a:pt x="525" y="568"/>
                  <a:pt x="528" y="567"/>
                  <a:pt x="530" y="566"/>
                </a:cubicBezTo>
                <a:close/>
                <a:moveTo>
                  <a:pt x="530" y="592"/>
                </a:moveTo>
                <a:cubicBezTo>
                  <a:pt x="530" y="599"/>
                  <a:pt x="530" y="599"/>
                  <a:pt x="530" y="599"/>
                </a:cubicBezTo>
                <a:cubicBezTo>
                  <a:pt x="527" y="601"/>
                  <a:pt x="525" y="603"/>
                  <a:pt x="522" y="605"/>
                </a:cubicBezTo>
                <a:cubicBezTo>
                  <a:pt x="522" y="595"/>
                  <a:pt x="522" y="595"/>
                  <a:pt x="522" y="595"/>
                </a:cubicBezTo>
                <a:cubicBezTo>
                  <a:pt x="525" y="595"/>
                  <a:pt x="528" y="594"/>
                  <a:pt x="530" y="592"/>
                </a:cubicBezTo>
                <a:close/>
                <a:moveTo>
                  <a:pt x="530" y="723"/>
                </a:moveTo>
                <a:cubicBezTo>
                  <a:pt x="530" y="730"/>
                  <a:pt x="530" y="730"/>
                  <a:pt x="530" y="730"/>
                </a:cubicBezTo>
                <a:cubicBezTo>
                  <a:pt x="527" y="731"/>
                  <a:pt x="525" y="732"/>
                  <a:pt x="522" y="735"/>
                </a:cubicBezTo>
                <a:cubicBezTo>
                  <a:pt x="525" y="737"/>
                  <a:pt x="528" y="740"/>
                  <a:pt x="530" y="742"/>
                </a:cubicBezTo>
                <a:cubicBezTo>
                  <a:pt x="530" y="753"/>
                  <a:pt x="530" y="753"/>
                  <a:pt x="530" y="753"/>
                </a:cubicBezTo>
                <a:cubicBezTo>
                  <a:pt x="527" y="750"/>
                  <a:pt x="524" y="748"/>
                  <a:pt x="522" y="746"/>
                </a:cubicBezTo>
                <a:cubicBezTo>
                  <a:pt x="522" y="726"/>
                  <a:pt x="522" y="726"/>
                  <a:pt x="522" y="726"/>
                </a:cubicBezTo>
                <a:cubicBezTo>
                  <a:pt x="525" y="725"/>
                  <a:pt x="527" y="724"/>
                  <a:pt x="530" y="723"/>
                </a:cubicBezTo>
                <a:close/>
                <a:moveTo>
                  <a:pt x="515" y="19"/>
                </a:moveTo>
                <a:cubicBezTo>
                  <a:pt x="517" y="20"/>
                  <a:pt x="520" y="21"/>
                  <a:pt x="522" y="21"/>
                </a:cubicBezTo>
                <a:cubicBezTo>
                  <a:pt x="522" y="29"/>
                  <a:pt x="522" y="29"/>
                  <a:pt x="522" y="29"/>
                </a:cubicBezTo>
                <a:cubicBezTo>
                  <a:pt x="522" y="29"/>
                  <a:pt x="522" y="29"/>
                  <a:pt x="522" y="29"/>
                </a:cubicBezTo>
                <a:cubicBezTo>
                  <a:pt x="522" y="30"/>
                  <a:pt x="522" y="30"/>
                  <a:pt x="522" y="33"/>
                </a:cubicBezTo>
                <a:cubicBezTo>
                  <a:pt x="522" y="69"/>
                  <a:pt x="522" y="69"/>
                  <a:pt x="522" y="69"/>
                </a:cubicBezTo>
                <a:cubicBezTo>
                  <a:pt x="520" y="68"/>
                  <a:pt x="517" y="67"/>
                  <a:pt x="515" y="66"/>
                </a:cubicBezTo>
                <a:cubicBezTo>
                  <a:pt x="515" y="59"/>
                  <a:pt x="515" y="59"/>
                  <a:pt x="515" y="59"/>
                </a:cubicBezTo>
                <a:cubicBezTo>
                  <a:pt x="515" y="59"/>
                  <a:pt x="516" y="59"/>
                  <a:pt x="516" y="59"/>
                </a:cubicBezTo>
                <a:cubicBezTo>
                  <a:pt x="517" y="59"/>
                  <a:pt x="518" y="59"/>
                  <a:pt x="518" y="58"/>
                </a:cubicBezTo>
                <a:cubicBezTo>
                  <a:pt x="517" y="55"/>
                  <a:pt x="517" y="55"/>
                  <a:pt x="515" y="43"/>
                </a:cubicBezTo>
                <a:cubicBezTo>
                  <a:pt x="515" y="19"/>
                  <a:pt x="515" y="19"/>
                  <a:pt x="515" y="19"/>
                </a:cubicBezTo>
                <a:close/>
                <a:moveTo>
                  <a:pt x="522" y="774"/>
                </a:moveTo>
                <a:cubicBezTo>
                  <a:pt x="520" y="775"/>
                  <a:pt x="517" y="775"/>
                  <a:pt x="515" y="776"/>
                </a:cubicBezTo>
                <a:cubicBezTo>
                  <a:pt x="515" y="764"/>
                  <a:pt x="515" y="764"/>
                  <a:pt x="515" y="764"/>
                </a:cubicBezTo>
                <a:cubicBezTo>
                  <a:pt x="515" y="764"/>
                  <a:pt x="516" y="765"/>
                  <a:pt x="516" y="765"/>
                </a:cubicBezTo>
                <a:cubicBezTo>
                  <a:pt x="518" y="765"/>
                  <a:pt x="520" y="765"/>
                  <a:pt x="522" y="764"/>
                </a:cubicBezTo>
                <a:cubicBezTo>
                  <a:pt x="522" y="774"/>
                  <a:pt x="522" y="774"/>
                  <a:pt x="522" y="774"/>
                </a:cubicBezTo>
                <a:close/>
                <a:moveTo>
                  <a:pt x="522" y="200"/>
                </a:moveTo>
                <a:cubicBezTo>
                  <a:pt x="522" y="233"/>
                  <a:pt x="522" y="233"/>
                  <a:pt x="522" y="233"/>
                </a:cubicBezTo>
                <a:cubicBezTo>
                  <a:pt x="520" y="231"/>
                  <a:pt x="517" y="229"/>
                  <a:pt x="515" y="228"/>
                </a:cubicBezTo>
                <a:cubicBezTo>
                  <a:pt x="515" y="223"/>
                  <a:pt x="515" y="223"/>
                  <a:pt x="515" y="223"/>
                </a:cubicBezTo>
                <a:cubicBezTo>
                  <a:pt x="515" y="223"/>
                  <a:pt x="516" y="224"/>
                  <a:pt x="516" y="224"/>
                </a:cubicBezTo>
                <a:cubicBezTo>
                  <a:pt x="517" y="224"/>
                  <a:pt x="518" y="224"/>
                  <a:pt x="518" y="224"/>
                </a:cubicBezTo>
                <a:cubicBezTo>
                  <a:pt x="519" y="214"/>
                  <a:pt x="521" y="206"/>
                  <a:pt x="515" y="202"/>
                </a:cubicBezTo>
                <a:cubicBezTo>
                  <a:pt x="515" y="196"/>
                  <a:pt x="515" y="196"/>
                  <a:pt x="515" y="196"/>
                </a:cubicBezTo>
                <a:cubicBezTo>
                  <a:pt x="517" y="197"/>
                  <a:pt x="520" y="199"/>
                  <a:pt x="522" y="200"/>
                </a:cubicBezTo>
                <a:close/>
                <a:moveTo>
                  <a:pt x="522" y="259"/>
                </a:moveTo>
                <a:cubicBezTo>
                  <a:pt x="522" y="266"/>
                  <a:pt x="522" y="266"/>
                  <a:pt x="522" y="266"/>
                </a:cubicBezTo>
                <a:cubicBezTo>
                  <a:pt x="520" y="266"/>
                  <a:pt x="518" y="267"/>
                  <a:pt x="516" y="270"/>
                </a:cubicBezTo>
                <a:cubicBezTo>
                  <a:pt x="518" y="271"/>
                  <a:pt x="520" y="273"/>
                  <a:pt x="522" y="274"/>
                </a:cubicBezTo>
                <a:cubicBezTo>
                  <a:pt x="522" y="278"/>
                  <a:pt x="522" y="278"/>
                  <a:pt x="522" y="278"/>
                </a:cubicBezTo>
                <a:cubicBezTo>
                  <a:pt x="520" y="277"/>
                  <a:pt x="517" y="276"/>
                  <a:pt x="515" y="275"/>
                </a:cubicBezTo>
                <a:cubicBezTo>
                  <a:pt x="515" y="266"/>
                  <a:pt x="515" y="266"/>
                  <a:pt x="515" y="266"/>
                </a:cubicBezTo>
                <a:cubicBezTo>
                  <a:pt x="517" y="264"/>
                  <a:pt x="520" y="262"/>
                  <a:pt x="522" y="259"/>
                </a:cubicBezTo>
                <a:close/>
                <a:moveTo>
                  <a:pt x="522" y="286"/>
                </a:moveTo>
                <a:cubicBezTo>
                  <a:pt x="522" y="296"/>
                  <a:pt x="522" y="296"/>
                  <a:pt x="522" y="296"/>
                </a:cubicBezTo>
                <a:cubicBezTo>
                  <a:pt x="520" y="298"/>
                  <a:pt x="517" y="300"/>
                  <a:pt x="515" y="303"/>
                </a:cubicBezTo>
                <a:cubicBezTo>
                  <a:pt x="515" y="294"/>
                  <a:pt x="515" y="294"/>
                  <a:pt x="515" y="294"/>
                </a:cubicBezTo>
                <a:cubicBezTo>
                  <a:pt x="516" y="294"/>
                  <a:pt x="518" y="293"/>
                  <a:pt x="520" y="292"/>
                </a:cubicBezTo>
                <a:cubicBezTo>
                  <a:pt x="518" y="291"/>
                  <a:pt x="517" y="290"/>
                  <a:pt x="515" y="288"/>
                </a:cubicBezTo>
                <a:cubicBezTo>
                  <a:pt x="515" y="284"/>
                  <a:pt x="515" y="284"/>
                  <a:pt x="515" y="284"/>
                </a:cubicBezTo>
                <a:cubicBezTo>
                  <a:pt x="516" y="285"/>
                  <a:pt x="518" y="286"/>
                  <a:pt x="520" y="288"/>
                </a:cubicBezTo>
                <a:cubicBezTo>
                  <a:pt x="522" y="286"/>
                  <a:pt x="522" y="286"/>
                  <a:pt x="522" y="286"/>
                </a:cubicBezTo>
                <a:close/>
                <a:moveTo>
                  <a:pt x="522" y="328"/>
                </a:moveTo>
                <a:cubicBezTo>
                  <a:pt x="522" y="339"/>
                  <a:pt x="522" y="339"/>
                  <a:pt x="522" y="339"/>
                </a:cubicBezTo>
                <a:cubicBezTo>
                  <a:pt x="520" y="340"/>
                  <a:pt x="517" y="341"/>
                  <a:pt x="515" y="341"/>
                </a:cubicBezTo>
                <a:cubicBezTo>
                  <a:pt x="515" y="329"/>
                  <a:pt x="515" y="329"/>
                  <a:pt x="515" y="329"/>
                </a:cubicBezTo>
                <a:cubicBezTo>
                  <a:pt x="517" y="329"/>
                  <a:pt x="519" y="329"/>
                  <a:pt x="522" y="328"/>
                </a:cubicBezTo>
                <a:close/>
                <a:moveTo>
                  <a:pt x="522" y="351"/>
                </a:moveTo>
                <a:cubicBezTo>
                  <a:pt x="522" y="377"/>
                  <a:pt x="522" y="377"/>
                  <a:pt x="522" y="377"/>
                </a:cubicBezTo>
                <a:cubicBezTo>
                  <a:pt x="518" y="370"/>
                  <a:pt x="517" y="363"/>
                  <a:pt x="517" y="353"/>
                </a:cubicBezTo>
                <a:cubicBezTo>
                  <a:pt x="518" y="352"/>
                  <a:pt x="520" y="351"/>
                  <a:pt x="522" y="351"/>
                </a:cubicBezTo>
                <a:close/>
                <a:moveTo>
                  <a:pt x="522" y="390"/>
                </a:moveTo>
                <a:cubicBezTo>
                  <a:pt x="522" y="398"/>
                  <a:pt x="522" y="398"/>
                  <a:pt x="522" y="398"/>
                </a:cubicBezTo>
                <a:cubicBezTo>
                  <a:pt x="521" y="396"/>
                  <a:pt x="519" y="394"/>
                  <a:pt x="515" y="394"/>
                </a:cubicBezTo>
                <a:cubicBezTo>
                  <a:pt x="515" y="390"/>
                  <a:pt x="515" y="390"/>
                  <a:pt x="515" y="390"/>
                </a:cubicBezTo>
                <a:cubicBezTo>
                  <a:pt x="522" y="390"/>
                  <a:pt x="522" y="390"/>
                  <a:pt x="522" y="390"/>
                </a:cubicBezTo>
                <a:close/>
                <a:moveTo>
                  <a:pt x="522" y="411"/>
                </a:moveTo>
                <a:cubicBezTo>
                  <a:pt x="522" y="415"/>
                  <a:pt x="522" y="415"/>
                  <a:pt x="522" y="415"/>
                </a:cubicBezTo>
                <a:cubicBezTo>
                  <a:pt x="515" y="415"/>
                  <a:pt x="515" y="415"/>
                  <a:pt x="515" y="415"/>
                </a:cubicBezTo>
                <a:cubicBezTo>
                  <a:pt x="515" y="404"/>
                  <a:pt x="515" y="404"/>
                  <a:pt x="515" y="404"/>
                </a:cubicBezTo>
                <a:cubicBezTo>
                  <a:pt x="516" y="410"/>
                  <a:pt x="516" y="410"/>
                  <a:pt x="516" y="410"/>
                </a:cubicBezTo>
                <a:cubicBezTo>
                  <a:pt x="517" y="410"/>
                  <a:pt x="518" y="411"/>
                  <a:pt x="518" y="411"/>
                </a:cubicBezTo>
                <a:cubicBezTo>
                  <a:pt x="522" y="411"/>
                  <a:pt x="522" y="411"/>
                  <a:pt x="522" y="411"/>
                </a:cubicBezTo>
                <a:close/>
                <a:moveTo>
                  <a:pt x="522" y="446"/>
                </a:moveTo>
                <a:cubicBezTo>
                  <a:pt x="522" y="459"/>
                  <a:pt x="522" y="459"/>
                  <a:pt x="522" y="459"/>
                </a:cubicBezTo>
                <a:cubicBezTo>
                  <a:pt x="519" y="458"/>
                  <a:pt x="517" y="457"/>
                  <a:pt x="515" y="456"/>
                </a:cubicBezTo>
                <a:cubicBezTo>
                  <a:pt x="515" y="443"/>
                  <a:pt x="515" y="443"/>
                  <a:pt x="515" y="443"/>
                </a:cubicBezTo>
                <a:cubicBezTo>
                  <a:pt x="517" y="444"/>
                  <a:pt x="520" y="444"/>
                  <a:pt x="522" y="446"/>
                </a:cubicBezTo>
                <a:close/>
                <a:moveTo>
                  <a:pt x="522" y="469"/>
                </a:moveTo>
                <a:cubicBezTo>
                  <a:pt x="522" y="480"/>
                  <a:pt x="522" y="480"/>
                  <a:pt x="522" y="480"/>
                </a:cubicBezTo>
                <a:cubicBezTo>
                  <a:pt x="520" y="481"/>
                  <a:pt x="517" y="482"/>
                  <a:pt x="515" y="484"/>
                </a:cubicBezTo>
                <a:cubicBezTo>
                  <a:pt x="515" y="471"/>
                  <a:pt x="515" y="471"/>
                  <a:pt x="515" y="471"/>
                </a:cubicBezTo>
                <a:cubicBezTo>
                  <a:pt x="517" y="470"/>
                  <a:pt x="520" y="469"/>
                  <a:pt x="522" y="469"/>
                </a:cubicBezTo>
                <a:close/>
                <a:moveTo>
                  <a:pt x="522" y="509"/>
                </a:moveTo>
                <a:cubicBezTo>
                  <a:pt x="522" y="515"/>
                  <a:pt x="522" y="515"/>
                  <a:pt x="522" y="515"/>
                </a:cubicBezTo>
                <a:cubicBezTo>
                  <a:pt x="521" y="514"/>
                  <a:pt x="521" y="513"/>
                  <a:pt x="520" y="512"/>
                </a:cubicBezTo>
                <a:cubicBezTo>
                  <a:pt x="518" y="515"/>
                  <a:pt x="516" y="517"/>
                  <a:pt x="515" y="520"/>
                </a:cubicBezTo>
                <a:cubicBezTo>
                  <a:pt x="515" y="512"/>
                  <a:pt x="515" y="512"/>
                  <a:pt x="515" y="512"/>
                </a:cubicBezTo>
                <a:cubicBezTo>
                  <a:pt x="515" y="510"/>
                  <a:pt x="515" y="509"/>
                  <a:pt x="515" y="508"/>
                </a:cubicBezTo>
                <a:cubicBezTo>
                  <a:pt x="515" y="502"/>
                  <a:pt x="515" y="502"/>
                  <a:pt x="515" y="502"/>
                </a:cubicBezTo>
                <a:cubicBezTo>
                  <a:pt x="522" y="509"/>
                  <a:pt x="522" y="509"/>
                  <a:pt x="522" y="509"/>
                </a:cubicBezTo>
                <a:close/>
                <a:moveTo>
                  <a:pt x="522" y="525"/>
                </a:moveTo>
                <a:cubicBezTo>
                  <a:pt x="522" y="533"/>
                  <a:pt x="522" y="533"/>
                  <a:pt x="522" y="533"/>
                </a:cubicBezTo>
                <a:cubicBezTo>
                  <a:pt x="521" y="534"/>
                  <a:pt x="520" y="535"/>
                  <a:pt x="520" y="537"/>
                </a:cubicBezTo>
                <a:cubicBezTo>
                  <a:pt x="521" y="538"/>
                  <a:pt x="521" y="539"/>
                  <a:pt x="522" y="539"/>
                </a:cubicBezTo>
                <a:cubicBezTo>
                  <a:pt x="522" y="544"/>
                  <a:pt x="522" y="544"/>
                  <a:pt x="522" y="544"/>
                </a:cubicBezTo>
                <a:cubicBezTo>
                  <a:pt x="515" y="537"/>
                  <a:pt x="515" y="537"/>
                  <a:pt x="515" y="537"/>
                </a:cubicBezTo>
                <a:cubicBezTo>
                  <a:pt x="515" y="533"/>
                  <a:pt x="515" y="533"/>
                  <a:pt x="515" y="533"/>
                </a:cubicBezTo>
                <a:cubicBezTo>
                  <a:pt x="516" y="533"/>
                  <a:pt x="516" y="533"/>
                  <a:pt x="517" y="533"/>
                </a:cubicBezTo>
                <a:cubicBezTo>
                  <a:pt x="519" y="530"/>
                  <a:pt x="520" y="527"/>
                  <a:pt x="522" y="525"/>
                </a:cubicBezTo>
                <a:close/>
                <a:moveTo>
                  <a:pt x="522" y="569"/>
                </a:moveTo>
                <a:cubicBezTo>
                  <a:pt x="522" y="584"/>
                  <a:pt x="522" y="584"/>
                  <a:pt x="522" y="584"/>
                </a:cubicBezTo>
                <a:cubicBezTo>
                  <a:pt x="520" y="584"/>
                  <a:pt x="518" y="583"/>
                  <a:pt x="515" y="582"/>
                </a:cubicBezTo>
                <a:cubicBezTo>
                  <a:pt x="515" y="576"/>
                  <a:pt x="515" y="576"/>
                  <a:pt x="515" y="576"/>
                </a:cubicBezTo>
                <a:cubicBezTo>
                  <a:pt x="517" y="574"/>
                  <a:pt x="520" y="572"/>
                  <a:pt x="522" y="569"/>
                </a:cubicBezTo>
                <a:close/>
                <a:moveTo>
                  <a:pt x="522" y="595"/>
                </a:moveTo>
                <a:cubicBezTo>
                  <a:pt x="522" y="605"/>
                  <a:pt x="522" y="605"/>
                  <a:pt x="522" y="605"/>
                </a:cubicBezTo>
                <a:cubicBezTo>
                  <a:pt x="520" y="606"/>
                  <a:pt x="517" y="607"/>
                  <a:pt x="515" y="608"/>
                </a:cubicBezTo>
                <a:cubicBezTo>
                  <a:pt x="515" y="602"/>
                  <a:pt x="515" y="602"/>
                  <a:pt x="515" y="602"/>
                </a:cubicBezTo>
                <a:cubicBezTo>
                  <a:pt x="516" y="601"/>
                  <a:pt x="516" y="600"/>
                  <a:pt x="516" y="599"/>
                </a:cubicBezTo>
                <a:cubicBezTo>
                  <a:pt x="515" y="599"/>
                  <a:pt x="515" y="599"/>
                  <a:pt x="515" y="599"/>
                </a:cubicBezTo>
                <a:cubicBezTo>
                  <a:pt x="515" y="593"/>
                  <a:pt x="515" y="593"/>
                  <a:pt x="515" y="593"/>
                </a:cubicBezTo>
                <a:cubicBezTo>
                  <a:pt x="521" y="596"/>
                  <a:pt x="521" y="596"/>
                  <a:pt x="521" y="596"/>
                </a:cubicBezTo>
                <a:cubicBezTo>
                  <a:pt x="521" y="596"/>
                  <a:pt x="522" y="596"/>
                  <a:pt x="522" y="595"/>
                </a:cubicBezTo>
                <a:close/>
                <a:moveTo>
                  <a:pt x="522" y="726"/>
                </a:moveTo>
                <a:cubicBezTo>
                  <a:pt x="522" y="746"/>
                  <a:pt x="522" y="746"/>
                  <a:pt x="522" y="746"/>
                </a:cubicBezTo>
                <a:cubicBezTo>
                  <a:pt x="520" y="744"/>
                  <a:pt x="517" y="743"/>
                  <a:pt x="515" y="743"/>
                </a:cubicBezTo>
                <a:cubicBezTo>
                  <a:pt x="515" y="730"/>
                  <a:pt x="515" y="730"/>
                  <a:pt x="515" y="730"/>
                </a:cubicBezTo>
                <a:cubicBezTo>
                  <a:pt x="517" y="729"/>
                  <a:pt x="520" y="727"/>
                  <a:pt x="522" y="726"/>
                </a:cubicBezTo>
                <a:close/>
                <a:moveTo>
                  <a:pt x="515" y="674"/>
                </a:moveTo>
                <a:cubicBezTo>
                  <a:pt x="515" y="671"/>
                  <a:pt x="515" y="671"/>
                  <a:pt x="515" y="671"/>
                </a:cubicBezTo>
                <a:cubicBezTo>
                  <a:pt x="516" y="674"/>
                  <a:pt x="516" y="674"/>
                  <a:pt x="516" y="674"/>
                </a:cubicBezTo>
                <a:lnTo>
                  <a:pt x="515" y="674"/>
                </a:lnTo>
                <a:close/>
                <a:moveTo>
                  <a:pt x="509" y="17"/>
                </a:moveTo>
                <a:cubicBezTo>
                  <a:pt x="511" y="18"/>
                  <a:pt x="513" y="19"/>
                  <a:pt x="515" y="19"/>
                </a:cubicBezTo>
                <a:cubicBezTo>
                  <a:pt x="515" y="43"/>
                  <a:pt x="515" y="43"/>
                  <a:pt x="515" y="43"/>
                </a:cubicBezTo>
                <a:cubicBezTo>
                  <a:pt x="514" y="39"/>
                  <a:pt x="514" y="39"/>
                  <a:pt x="514" y="39"/>
                </a:cubicBezTo>
                <a:cubicBezTo>
                  <a:pt x="513" y="34"/>
                  <a:pt x="511" y="31"/>
                  <a:pt x="509" y="28"/>
                </a:cubicBezTo>
                <a:cubicBezTo>
                  <a:pt x="509" y="17"/>
                  <a:pt x="509" y="17"/>
                  <a:pt x="509" y="17"/>
                </a:cubicBezTo>
                <a:close/>
                <a:moveTo>
                  <a:pt x="515" y="776"/>
                </a:moveTo>
                <a:cubicBezTo>
                  <a:pt x="513" y="777"/>
                  <a:pt x="511" y="777"/>
                  <a:pt x="509" y="778"/>
                </a:cubicBezTo>
                <a:cubicBezTo>
                  <a:pt x="509" y="760"/>
                  <a:pt x="509" y="760"/>
                  <a:pt x="509" y="760"/>
                </a:cubicBezTo>
                <a:cubicBezTo>
                  <a:pt x="511" y="761"/>
                  <a:pt x="513" y="763"/>
                  <a:pt x="515" y="764"/>
                </a:cubicBezTo>
                <a:cubicBezTo>
                  <a:pt x="515" y="776"/>
                  <a:pt x="515" y="776"/>
                  <a:pt x="515" y="776"/>
                </a:cubicBezTo>
                <a:close/>
                <a:moveTo>
                  <a:pt x="515" y="59"/>
                </a:moveTo>
                <a:cubicBezTo>
                  <a:pt x="515" y="66"/>
                  <a:pt x="515" y="66"/>
                  <a:pt x="515" y="66"/>
                </a:cubicBezTo>
                <a:cubicBezTo>
                  <a:pt x="513" y="66"/>
                  <a:pt x="511" y="65"/>
                  <a:pt x="509" y="65"/>
                </a:cubicBezTo>
                <a:cubicBezTo>
                  <a:pt x="509" y="56"/>
                  <a:pt x="509" y="56"/>
                  <a:pt x="509" y="56"/>
                </a:cubicBezTo>
                <a:cubicBezTo>
                  <a:pt x="511" y="57"/>
                  <a:pt x="513" y="58"/>
                  <a:pt x="515" y="59"/>
                </a:cubicBezTo>
                <a:close/>
                <a:moveTo>
                  <a:pt x="515" y="196"/>
                </a:moveTo>
                <a:cubicBezTo>
                  <a:pt x="515" y="202"/>
                  <a:pt x="515" y="202"/>
                  <a:pt x="515" y="202"/>
                </a:cubicBezTo>
                <a:cubicBezTo>
                  <a:pt x="514" y="201"/>
                  <a:pt x="512" y="200"/>
                  <a:pt x="509" y="199"/>
                </a:cubicBezTo>
                <a:cubicBezTo>
                  <a:pt x="510" y="210"/>
                  <a:pt x="507" y="216"/>
                  <a:pt x="515" y="223"/>
                </a:cubicBezTo>
                <a:cubicBezTo>
                  <a:pt x="515" y="228"/>
                  <a:pt x="515" y="228"/>
                  <a:pt x="515" y="228"/>
                </a:cubicBezTo>
                <a:cubicBezTo>
                  <a:pt x="513" y="226"/>
                  <a:pt x="511" y="225"/>
                  <a:pt x="509" y="224"/>
                </a:cubicBezTo>
                <a:cubicBezTo>
                  <a:pt x="509" y="193"/>
                  <a:pt x="509" y="193"/>
                  <a:pt x="509" y="193"/>
                </a:cubicBezTo>
                <a:cubicBezTo>
                  <a:pt x="511" y="194"/>
                  <a:pt x="513" y="195"/>
                  <a:pt x="515" y="196"/>
                </a:cubicBezTo>
                <a:close/>
                <a:moveTo>
                  <a:pt x="515" y="266"/>
                </a:moveTo>
                <a:cubicBezTo>
                  <a:pt x="515" y="275"/>
                  <a:pt x="515" y="275"/>
                  <a:pt x="515" y="275"/>
                </a:cubicBezTo>
                <a:cubicBezTo>
                  <a:pt x="512" y="275"/>
                  <a:pt x="510" y="275"/>
                  <a:pt x="509" y="277"/>
                </a:cubicBezTo>
                <a:cubicBezTo>
                  <a:pt x="509" y="272"/>
                  <a:pt x="509" y="272"/>
                  <a:pt x="509" y="272"/>
                </a:cubicBezTo>
                <a:cubicBezTo>
                  <a:pt x="511" y="270"/>
                  <a:pt x="513" y="268"/>
                  <a:pt x="515" y="266"/>
                </a:cubicBezTo>
                <a:close/>
                <a:moveTo>
                  <a:pt x="515" y="284"/>
                </a:moveTo>
                <a:cubicBezTo>
                  <a:pt x="515" y="288"/>
                  <a:pt x="515" y="288"/>
                  <a:pt x="515" y="288"/>
                </a:cubicBezTo>
                <a:cubicBezTo>
                  <a:pt x="513" y="287"/>
                  <a:pt x="511" y="285"/>
                  <a:pt x="509" y="284"/>
                </a:cubicBezTo>
                <a:cubicBezTo>
                  <a:pt x="509" y="280"/>
                  <a:pt x="509" y="280"/>
                  <a:pt x="509" y="280"/>
                </a:cubicBezTo>
                <a:cubicBezTo>
                  <a:pt x="511" y="281"/>
                  <a:pt x="513" y="283"/>
                  <a:pt x="515" y="284"/>
                </a:cubicBezTo>
                <a:close/>
                <a:moveTo>
                  <a:pt x="515" y="294"/>
                </a:moveTo>
                <a:cubicBezTo>
                  <a:pt x="515" y="303"/>
                  <a:pt x="515" y="303"/>
                  <a:pt x="515" y="303"/>
                </a:cubicBezTo>
                <a:cubicBezTo>
                  <a:pt x="513" y="304"/>
                  <a:pt x="511" y="306"/>
                  <a:pt x="509" y="307"/>
                </a:cubicBezTo>
                <a:cubicBezTo>
                  <a:pt x="509" y="301"/>
                  <a:pt x="509" y="301"/>
                  <a:pt x="509" y="301"/>
                </a:cubicBezTo>
                <a:cubicBezTo>
                  <a:pt x="509" y="301"/>
                  <a:pt x="510" y="300"/>
                  <a:pt x="510" y="299"/>
                </a:cubicBezTo>
                <a:cubicBezTo>
                  <a:pt x="510" y="299"/>
                  <a:pt x="509" y="299"/>
                  <a:pt x="509" y="299"/>
                </a:cubicBezTo>
                <a:cubicBezTo>
                  <a:pt x="509" y="296"/>
                  <a:pt x="509" y="296"/>
                  <a:pt x="509" y="296"/>
                </a:cubicBezTo>
                <a:cubicBezTo>
                  <a:pt x="509" y="296"/>
                  <a:pt x="509" y="296"/>
                  <a:pt x="509" y="296"/>
                </a:cubicBezTo>
                <a:cubicBezTo>
                  <a:pt x="512" y="296"/>
                  <a:pt x="513" y="295"/>
                  <a:pt x="515" y="294"/>
                </a:cubicBezTo>
                <a:close/>
                <a:moveTo>
                  <a:pt x="515" y="329"/>
                </a:moveTo>
                <a:cubicBezTo>
                  <a:pt x="515" y="341"/>
                  <a:pt x="515" y="341"/>
                  <a:pt x="515" y="341"/>
                </a:cubicBezTo>
                <a:cubicBezTo>
                  <a:pt x="513" y="342"/>
                  <a:pt x="511" y="342"/>
                  <a:pt x="509" y="343"/>
                </a:cubicBezTo>
                <a:cubicBezTo>
                  <a:pt x="509" y="330"/>
                  <a:pt x="509" y="330"/>
                  <a:pt x="509" y="330"/>
                </a:cubicBezTo>
                <a:cubicBezTo>
                  <a:pt x="512" y="329"/>
                  <a:pt x="513" y="329"/>
                  <a:pt x="515" y="329"/>
                </a:cubicBezTo>
                <a:close/>
                <a:moveTo>
                  <a:pt x="515" y="390"/>
                </a:moveTo>
                <a:cubicBezTo>
                  <a:pt x="515" y="394"/>
                  <a:pt x="515" y="394"/>
                  <a:pt x="515" y="394"/>
                </a:cubicBezTo>
                <a:cubicBezTo>
                  <a:pt x="514" y="393"/>
                  <a:pt x="514" y="393"/>
                  <a:pt x="513" y="393"/>
                </a:cubicBezTo>
                <a:cubicBezTo>
                  <a:pt x="515" y="404"/>
                  <a:pt x="515" y="404"/>
                  <a:pt x="515" y="404"/>
                </a:cubicBezTo>
                <a:cubicBezTo>
                  <a:pt x="515" y="415"/>
                  <a:pt x="515" y="415"/>
                  <a:pt x="515" y="415"/>
                </a:cubicBezTo>
                <a:cubicBezTo>
                  <a:pt x="509" y="415"/>
                  <a:pt x="509" y="415"/>
                  <a:pt x="509" y="415"/>
                </a:cubicBezTo>
                <a:cubicBezTo>
                  <a:pt x="509" y="410"/>
                  <a:pt x="509" y="410"/>
                  <a:pt x="509" y="410"/>
                </a:cubicBezTo>
                <a:cubicBezTo>
                  <a:pt x="510" y="410"/>
                  <a:pt x="511" y="410"/>
                  <a:pt x="512" y="410"/>
                </a:cubicBezTo>
                <a:cubicBezTo>
                  <a:pt x="511" y="406"/>
                  <a:pt x="510" y="402"/>
                  <a:pt x="509" y="399"/>
                </a:cubicBezTo>
                <a:cubicBezTo>
                  <a:pt x="509" y="390"/>
                  <a:pt x="509" y="390"/>
                  <a:pt x="509" y="390"/>
                </a:cubicBezTo>
                <a:cubicBezTo>
                  <a:pt x="515" y="390"/>
                  <a:pt x="515" y="390"/>
                  <a:pt x="515" y="390"/>
                </a:cubicBezTo>
                <a:close/>
                <a:moveTo>
                  <a:pt x="515" y="443"/>
                </a:moveTo>
                <a:cubicBezTo>
                  <a:pt x="515" y="456"/>
                  <a:pt x="515" y="456"/>
                  <a:pt x="515" y="456"/>
                </a:cubicBezTo>
                <a:cubicBezTo>
                  <a:pt x="512" y="453"/>
                  <a:pt x="510" y="450"/>
                  <a:pt x="510" y="445"/>
                </a:cubicBezTo>
                <a:cubicBezTo>
                  <a:pt x="511" y="444"/>
                  <a:pt x="513" y="443"/>
                  <a:pt x="515" y="443"/>
                </a:cubicBezTo>
                <a:close/>
                <a:moveTo>
                  <a:pt x="515" y="471"/>
                </a:moveTo>
                <a:cubicBezTo>
                  <a:pt x="515" y="484"/>
                  <a:pt x="515" y="484"/>
                  <a:pt x="515" y="484"/>
                </a:cubicBezTo>
                <a:cubicBezTo>
                  <a:pt x="513" y="485"/>
                  <a:pt x="512" y="485"/>
                  <a:pt x="510" y="487"/>
                </a:cubicBezTo>
                <a:cubicBezTo>
                  <a:pt x="510" y="486"/>
                  <a:pt x="509" y="485"/>
                  <a:pt x="509" y="485"/>
                </a:cubicBezTo>
                <a:cubicBezTo>
                  <a:pt x="509" y="474"/>
                  <a:pt x="509" y="474"/>
                  <a:pt x="509" y="474"/>
                </a:cubicBezTo>
                <a:cubicBezTo>
                  <a:pt x="510" y="473"/>
                  <a:pt x="512" y="472"/>
                  <a:pt x="515" y="471"/>
                </a:cubicBezTo>
                <a:close/>
                <a:moveTo>
                  <a:pt x="515" y="502"/>
                </a:moveTo>
                <a:cubicBezTo>
                  <a:pt x="515" y="508"/>
                  <a:pt x="515" y="508"/>
                  <a:pt x="515" y="508"/>
                </a:cubicBezTo>
                <a:cubicBezTo>
                  <a:pt x="514" y="506"/>
                  <a:pt x="513" y="505"/>
                  <a:pt x="510" y="504"/>
                </a:cubicBezTo>
                <a:cubicBezTo>
                  <a:pt x="509" y="506"/>
                  <a:pt x="509" y="506"/>
                  <a:pt x="509" y="506"/>
                </a:cubicBezTo>
                <a:cubicBezTo>
                  <a:pt x="509" y="496"/>
                  <a:pt x="509" y="496"/>
                  <a:pt x="509" y="496"/>
                </a:cubicBezTo>
                <a:cubicBezTo>
                  <a:pt x="515" y="502"/>
                  <a:pt x="515" y="502"/>
                  <a:pt x="515" y="502"/>
                </a:cubicBezTo>
                <a:close/>
                <a:moveTo>
                  <a:pt x="515" y="512"/>
                </a:moveTo>
                <a:cubicBezTo>
                  <a:pt x="515" y="520"/>
                  <a:pt x="515" y="520"/>
                  <a:pt x="515" y="520"/>
                </a:cubicBezTo>
                <a:cubicBezTo>
                  <a:pt x="512" y="524"/>
                  <a:pt x="511" y="528"/>
                  <a:pt x="515" y="533"/>
                </a:cubicBezTo>
                <a:cubicBezTo>
                  <a:pt x="515" y="537"/>
                  <a:pt x="515" y="537"/>
                  <a:pt x="515" y="537"/>
                </a:cubicBezTo>
                <a:cubicBezTo>
                  <a:pt x="509" y="531"/>
                  <a:pt x="509" y="531"/>
                  <a:pt x="509" y="531"/>
                </a:cubicBezTo>
                <a:cubicBezTo>
                  <a:pt x="509" y="522"/>
                  <a:pt x="509" y="522"/>
                  <a:pt x="509" y="522"/>
                </a:cubicBezTo>
                <a:cubicBezTo>
                  <a:pt x="511" y="519"/>
                  <a:pt x="514" y="515"/>
                  <a:pt x="515" y="512"/>
                </a:cubicBezTo>
                <a:close/>
                <a:moveTo>
                  <a:pt x="515" y="576"/>
                </a:moveTo>
                <a:cubicBezTo>
                  <a:pt x="515" y="582"/>
                  <a:pt x="515" y="582"/>
                  <a:pt x="515" y="582"/>
                </a:cubicBezTo>
                <a:cubicBezTo>
                  <a:pt x="513" y="583"/>
                  <a:pt x="511" y="584"/>
                  <a:pt x="509" y="585"/>
                </a:cubicBezTo>
                <a:cubicBezTo>
                  <a:pt x="509" y="580"/>
                  <a:pt x="509" y="580"/>
                  <a:pt x="509" y="580"/>
                </a:cubicBezTo>
                <a:cubicBezTo>
                  <a:pt x="511" y="578"/>
                  <a:pt x="513" y="577"/>
                  <a:pt x="515" y="576"/>
                </a:cubicBezTo>
                <a:close/>
                <a:moveTo>
                  <a:pt x="515" y="593"/>
                </a:moveTo>
                <a:cubicBezTo>
                  <a:pt x="515" y="599"/>
                  <a:pt x="515" y="599"/>
                  <a:pt x="515" y="599"/>
                </a:cubicBezTo>
                <a:cubicBezTo>
                  <a:pt x="513" y="598"/>
                  <a:pt x="511" y="597"/>
                  <a:pt x="509" y="596"/>
                </a:cubicBezTo>
                <a:cubicBezTo>
                  <a:pt x="509" y="589"/>
                  <a:pt x="509" y="589"/>
                  <a:pt x="509" y="589"/>
                </a:cubicBezTo>
                <a:cubicBezTo>
                  <a:pt x="511" y="590"/>
                  <a:pt x="513" y="591"/>
                  <a:pt x="515" y="593"/>
                </a:cubicBezTo>
                <a:close/>
                <a:moveTo>
                  <a:pt x="515" y="602"/>
                </a:moveTo>
                <a:cubicBezTo>
                  <a:pt x="515" y="608"/>
                  <a:pt x="515" y="608"/>
                  <a:pt x="515" y="608"/>
                </a:cubicBezTo>
                <a:cubicBezTo>
                  <a:pt x="513" y="609"/>
                  <a:pt x="511" y="610"/>
                  <a:pt x="509" y="611"/>
                </a:cubicBezTo>
                <a:cubicBezTo>
                  <a:pt x="509" y="605"/>
                  <a:pt x="509" y="605"/>
                  <a:pt x="509" y="605"/>
                </a:cubicBezTo>
                <a:cubicBezTo>
                  <a:pt x="511" y="604"/>
                  <a:pt x="514" y="603"/>
                  <a:pt x="515" y="602"/>
                </a:cubicBezTo>
                <a:close/>
                <a:moveTo>
                  <a:pt x="515" y="671"/>
                </a:moveTo>
                <a:cubicBezTo>
                  <a:pt x="515" y="674"/>
                  <a:pt x="515" y="674"/>
                  <a:pt x="515" y="674"/>
                </a:cubicBezTo>
                <a:cubicBezTo>
                  <a:pt x="509" y="676"/>
                  <a:pt x="509" y="676"/>
                  <a:pt x="509" y="676"/>
                </a:cubicBezTo>
                <a:cubicBezTo>
                  <a:pt x="509" y="664"/>
                  <a:pt x="509" y="664"/>
                  <a:pt x="509" y="664"/>
                </a:cubicBezTo>
                <a:cubicBezTo>
                  <a:pt x="513" y="663"/>
                  <a:pt x="513" y="663"/>
                  <a:pt x="513" y="663"/>
                </a:cubicBezTo>
                <a:cubicBezTo>
                  <a:pt x="513" y="666"/>
                  <a:pt x="514" y="668"/>
                  <a:pt x="515" y="671"/>
                </a:cubicBezTo>
                <a:close/>
                <a:moveTo>
                  <a:pt x="515" y="730"/>
                </a:moveTo>
                <a:cubicBezTo>
                  <a:pt x="515" y="743"/>
                  <a:pt x="515" y="743"/>
                  <a:pt x="515" y="743"/>
                </a:cubicBezTo>
                <a:cubicBezTo>
                  <a:pt x="513" y="742"/>
                  <a:pt x="511" y="741"/>
                  <a:pt x="509" y="741"/>
                </a:cubicBezTo>
                <a:cubicBezTo>
                  <a:pt x="509" y="731"/>
                  <a:pt x="509" y="731"/>
                  <a:pt x="509" y="731"/>
                </a:cubicBezTo>
                <a:cubicBezTo>
                  <a:pt x="515" y="730"/>
                  <a:pt x="515" y="730"/>
                  <a:pt x="515" y="730"/>
                </a:cubicBezTo>
                <a:close/>
                <a:moveTo>
                  <a:pt x="509" y="141"/>
                </a:moveTo>
                <a:cubicBezTo>
                  <a:pt x="509" y="132"/>
                  <a:pt x="509" y="132"/>
                  <a:pt x="509" y="132"/>
                </a:cubicBezTo>
                <a:cubicBezTo>
                  <a:pt x="512" y="134"/>
                  <a:pt x="513" y="137"/>
                  <a:pt x="510" y="141"/>
                </a:cubicBezTo>
                <a:cubicBezTo>
                  <a:pt x="510" y="141"/>
                  <a:pt x="510" y="141"/>
                  <a:pt x="509" y="141"/>
                </a:cubicBezTo>
                <a:close/>
                <a:moveTo>
                  <a:pt x="504" y="16"/>
                </a:moveTo>
                <a:cubicBezTo>
                  <a:pt x="506" y="17"/>
                  <a:pt x="507" y="17"/>
                  <a:pt x="509" y="17"/>
                </a:cubicBezTo>
                <a:cubicBezTo>
                  <a:pt x="509" y="28"/>
                  <a:pt x="509" y="28"/>
                  <a:pt x="509" y="28"/>
                </a:cubicBezTo>
                <a:cubicBezTo>
                  <a:pt x="507" y="26"/>
                  <a:pt x="506" y="25"/>
                  <a:pt x="504" y="24"/>
                </a:cubicBezTo>
                <a:cubicBezTo>
                  <a:pt x="504" y="16"/>
                  <a:pt x="504" y="16"/>
                  <a:pt x="504" y="16"/>
                </a:cubicBezTo>
                <a:close/>
                <a:moveTo>
                  <a:pt x="509" y="778"/>
                </a:moveTo>
                <a:cubicBezTo>
                  <a:pt x="507" y="779"/>
                  <a:pt x="506" y="779"/>
                  <a:pt x="504" y="779"/>
                </a:cubicBezTo>
                <a:cubicBezTo>
                  <a:pt x="504" y="771"/>
                  <a:pt x="504" y="771"/>
                  <a:pt x="504" y="771"/>
                </a:cubicBezTo>
                <a:cubicBezTo>
                  <a:pt x="505" y="771"/>
                  <a:pt x="506" y="770"/>
                  <a:pt x="507" y="770"/>
                </a:cubicBezTo>
                <a:cubicBezTo>
                  <a:pt x="506" y="770"/>
                  <a:pt x="505" y="769"/>
                  <a:pt x="504" y="768"/>
                </a:cubicBezTo>
                <a:cubicBezTo>
                  <a:pt x="504" y="756"/>
                  <a:pt x="504" y="756"/>
                  <a:pt x="504" y="756"/>
                </a:cubicBezTo>
                <a:cubicBezTo>
                  <a:pt x="506" y="757"/>
                  <a:pt x="507" y="758"/>
                  <a:pt x="509" y="760"/>
                </a:cubicBezTo>
                <a:cubicBezTo>
                  <a:pt x="509" y="778"/>
                  <a:pt x="509" y="778"/>
                  <a:pt x="509" y="778"/>
                </a:cubicBezTo>
                <a:close/>
                <a:moveTo>
                  <a:pt x="509" y="56"/>
                </a:moveTo>
                <a:cubicBezTo>
                  <a:pt x="509" y="65"/>
                  <a:pt x="509" y="65"/>
                  <a:pt x="509" y="65"/>
                </a:cubicBezTo>
                <a:cubicBezTo>
                  <a:pt x="508" y="65"/>
                  <a:pt x="507" y="65"/>
                  <a:pt x="507" y="65"/>
                </a:cubicBezTo>
                <a:cubicBezTo>
                  <a:pt x="506" y="64"/>
                  <a:pt x="505" y="64"/>
                  <a:pt x="504" y="63"/>
                </a:cubicBezTo>
                <a:cubicBezTo>
                  <a:pt x="504" y="54"/>
                  <a:pt x="504" y="54"/>
                  <a:pt x="504" y="54"/>
                </a:cubicBezTo>
                <a:cubicBezTo>
                  <a:pt x="505" y="55"/>
                  <a:pt x="507" y="55"/>
                  <a:pt x="509" y="56"/>
                </a:cubicBezTo>
                <a:close/>
                <a:moveTo>
                  <a:pt x="509" y="132"/>
                </a:moveTo>
                <a:cubicBezTo>
                  <a:pt x="509" y="141"/>
                  <a:pt x="509" y="141"/>
                  <a:pt x="509" y="141"/>
                </a:cubicBezTo>
                <a:cubicBezTo>
                  <a:pt x="507" y="142"/>
                  <a:pt x="506" y="143"/>
                  <a:pt x="504" y="143"/>
                </a:cubicBezTo>
                <a:cubicBezTo>
                  <a:pt x="504" y="129"/>
                  <a:pt x="504" y="129"/>
                  <a:pt x="504" y="129"/>
                </a:cubicBezTo>
                <a:cubicBezTo>
                  <a:pt x="506" y="130"/>
                  <a:pt x="508" y="131"/>
                  <a:pt x="509" y="132"/>
                </a:cubicBezTo>
                <a:close/>
                <a:moveTo>
                  <a:pt x="509" y="193"/>
                </a:moveTo>
                <a:cubicBezTo>
                  <a:pt x="509" y="224"/>
                  <a:pt x="509" y="224"/>
                  <a:pt x="509" y="224"/>
                </a:cubicBezTo>
                <a:cubicBezTo>
                  <a:pt x="507" y="222"/>
                  <a:pt x="506" y="222"/>
                  <a:pt x="504" y="221"/>
                </a:cubicBezTo>
                <a:cubicBezTo>
                  <a:pt x="504" y="190"/>
                  <a:pt x="504" y="190"/>
                  <a:pt x="504" y="190"/>
                </a:cubicBezTo>
                <a:cubicBezTo>
                  <a:pt x="506" y="191"/>
                  <a:pt x="507" y="192"/>
                  <a:pt x="509" y="193"/>
                </a:cubicBezTo>
                <a:close/>
                <a:moveTo>
                  <a:pt x="509" y="272"/>
                </a:moveTo>
                <a:cubicBezTo>
                  <a:pt x="509" y="277"/>
                  <a:pt x="509" y="277"/>
                  <a:pt x="509" y="277"/>
                </a:cubicBezTo>
                <a:cubicBezTo>
                  <a:pt x="509" y="277"/>
                  <a:pt x="509" y="278"/>
                  <a:pt x="509" y="279"/>
                </a:cubicBezTo>
                <a:cubicBezTo>
                  <a:pt x="509" y="280"/>
                  <a:pt x="509" y="280"/>
                  <a:pt x="509" y="280"/>
                </a:cubicBezTo>
                <a:cubicBezTo>
                  <a:pt x="509" y="284"/>
                  <a:pt x="509" y="284"/>
                  <a:pt x="509" y="284"/>
                </a:cubicBezTo>
                <a:cubicBezTo>
                  <a:pt x="507" y="284"/>
                  <a:pt x="506" y="283"/>
                  <a:pt x="504" y="283"/>
                </a:cubicBezTo>
                <a:cubicBezTo>
                  <a:pt x="504" y="277"/>
                  <a:pt x="504" y="277"/>
                  <a:pt x="504" y="277"/>
                </a:cubicBezTo>
                <a:cubicBezTo>
                  <a:pt x="506" y="275"/>
                  <a:pt x="507" y="274"/>
                  <a:pt x="509" y="272"/>
                </a:cubicBezTo>
                <a:close/>
                <a:moveTo>
                  <a:pt x="509" y="296"/>
                </a:moveTo>
                <a:cubicBezTo>
                  <a:pt x="509" y="299"/>
                  <a:pt x="509" y="299"/>
                  <a:pt x="509" y="299"/>
                </a:cubicBezTo>
                <a:cubicBezTo>
                  <a:pt x="507" y="298"/>
                  <a:pt x="506" y="297"/>
                  <a:pt x="504" y="296"/>
                </a:cubicBezTo>
                <a:cubicBezTo>
                  <a:pt x="504" y="291"/>
                  <a:pt x="504" y="291"/>
                  <a:pt x="504" y="291"/>
                </a:cubicBezTo>
                <a:cubicBezTo>
                  <a:pt x="507" y="293"/>
                  <a:pt x="507" y="294"/>
                  <a:pt x="509" y="296"/>
                </a:cubicBezTo>
                <a:close/>
                <a:moveTo>
                  <a:pt x="509" y="301"/>
                </a:moveTo>
                <a:cubicBezTo>
                  <a:pt x="509" y="307"/>
                  <a:pt x="509" y="307"/>
                  <a:pt x="509" y="307"/>
                </a:cubicBezTo>
                <a:cubicBezTo>
                  <a:pt x="509" y="307"/>
                  <a:pt x="509" y="307"/>
                  <a:pt x="509" y="307"/>
                </a:cubicBezTo>
                <a:cubicBezTo>
                  <a:pt x="508" y="308"/>
                  <a:pt x="506" y="310"/>
                  <a:pt x="504" y="312"/>
                </a:cubicBezTo>
                <a:cubicBezTo>
                  <a:pt x="504" y="305"/>
                  <a:pt x="504" y="305"/>
                  <a:pt x="504" y="305"/>
                </a:cubicBezTo>
                <a:cubicBezTo>
                  <a:pt x="507" y="304"/>
                  <a:pt x="508" y="303"/>
                  <a:pt x="509" y="301"/>
                </a:cubicBezTo>
                <a:close/>
                <a:moveTo>
                  <a:pt x="509" y="330"/>
                </a:moveTo>
                <a:cubicBezTo>
                  <a:pt x="509" y="343"/>
                  <a:pt x="509" y="343"/>
                  <a:pt x="509" y="343"/>
                </a:cubicBezTo>
                <a:cubicBezTo>
                  <a:pt x="508" y="343"/>
                  <a:pt x="507" y="343"/>
                  <a:pt x="507" y="343"/>
                </a:cubicBezTo>
                <a:cubicBezTo>
                  <a:pt x="504" y="341"/>
                  <a:pt x="504" y="341"/>
                  <a:pt x="504" y="341"/>
                </a:cubicBezTo>
                <a:cubicBezTo>
                  <a:pt x="504" y="330"/>
                  <a:pt x="504" y="330"/>
                  <a:pt x="504" y="330"/>
                </a:cubicBezTo>
                <a:cubicBezTo>
                  <a:pt x="506" y="330"/>
                  <a:pt x="507" y="330"/>
                  <a:pt x="509" y="330"/>
                </a:cubicBezTo>
                <a:close/>
                <a:moveTo>
                  <a:pt x="509" y="390"/>
                </a:moveTo>
                <a:cubicBezTo>
                  <a:pt x="509" y="399"/>
                  <a:pt x="509" y="399"/>
                  <a:pt x="509" y="399"/>
                </a:cubicBezTo>
                <a:cubicBezTo>
                  <a:pt x="508" y="397"/>
                  <a:pt x="507" y="395"/>
                  <a:pt x="506" y="393"/>
                </a:cubicBezTo>
                <a:cubicBezTo>
                  <a:pt x="506" y="399"/>
                  <a:pt x="506" y="405"/>
                  <a:pt x="505" y="411"/>
                </a:cubicBezTo>
                <a:cubicBezTo>
                  <a:pt x="507" y="411"/>
                  <a:pt x="508" y="411"/>
                  <a:pt x="509" y="410"/>
                </a:cubicBezTo>
                <a:cubicBezTo>
                  <a:pt x="509" y="415"/>
                  <a:pt x="509" y="415"/>
                  <a:pt x="509" y="415"/>
                </a:cubicBezTo>
                <a:cubicBezTo>
                  <a:pt x="504" y="415"/>
                  <a:pt x="504" y="415"/>
                  <a:pt x="504" y="415"/>
                </a:cubicBezTo>
                <a:cubicBezTo>
                  <a:pt x="504" y="415"/>
                  <a:pt x="504" y="415"/>
                  <a:pt x="504" y="415"/>
                </a:cubicBezTo>
                <a:cubicBezTo>
                  <a:pt x="504" y="388"/>
                  <a:pt x="504" y="388"/>
                  <a:pt x="504" y="388"/>
                </a:cubicBezTo>
                <a:cubicBezTo>
                  <a:pt x="504" y="389"/>
                  <a:pt x="504" y="389"/>
                  <a:pt x="504" y="389"/>
                </a:cubicBezTo>
                <a:cubicBezTo>
                  <a:pt x="505" y="389"/>
                  <a:pt x="506" y="389"/>
                  <a:pt x="507" y="390"/>
                </a:cubicBezTo>
                <a:cubicBezTo>
                  <a:pt x="509" y="390"/>
                  <a:pt x="509" y="390"/>
                  <a:pt x="509" y="390"/>
                </a:cubicBezTo>
                <a:close/>
                <a:moveTo>
                  <a:pt x="509" y="474"/>
                </a:moveTo>
                <a:cubicBezTo>
                  <a:pt x="509" y="485"/>
                  <a:pt x="509" y="485"/>
                  <a:pt x="509" y="485"/>
                </a:cubicBezTo>
                <a:cubicBezTo>
                  <a:pt x="506" y="480"/>
                  <a:pt x="507" y="477"/>
                  <a:pt x="509" y="474"/>
                </a:cubicBezTo>
                <a:close/>
                <a:moveTo>
                  <a:pt x="509" y="496"/>
                </a:moveTo>
                <a:cubicBezTo>
                  <a:pt x="509" y="506"/>
                  <a:pt x="509" y="506"/>
                  <a:pt x="509" y="506"/>
                </a:cubicBezTo>
                <a:cubicBezTo>
                  <a:pt x="507" y="510"/>
                  <a:pt x="506" y="512"/>
                  <a:pt x="504" y="516"/>
                </a:cubicBezTo>
                <a:cubicBezTo>
                  <a:pt x="504" y="507"/>
                  <a:pt x="504" y="507"/>
                  <a:pt x="504" y="507"/>
                </a:cubicBezTo>
                <a:cubicBezTo>
                  <a:pt x="506" y="504"/>
                  <a:pt x="507" y="501"/>
                  <a:pt x="504" y="497"/>
                </a:cubicBezTo>
                <a:cubicBezTo>
                  <a:pt x="504" y="491"/>
                  <a:pt x="504" y="491"/>
                  <a:pt x="504" y="491"/>
                </a:cubicBezTo>
                <a:cubicBezTo>
                  <a:pt x="509" y="496"/>
                  <a:pt x="509" y="496"/>
                  <a:pt x="509" y="496"/>
                </a:cubicBezTo>
                <a:close/>
                <a:moveTo>
                  <a:pt x="509" y="522"/>
                </a:moveTo>
                <a:cubicBezTo>
                  <a:pt x="509" y="531"/>
                  <a:pt x="509" y="531"/>
                  <a:pt x="509" y="531"/>
                </a:cubicBezTo>
                <a:cubicBezTo>
                  <a:pt x="504" y="527"/>
                  <a:pt x="504" y="527"/>
                  <a:pt x="504" y="527"/>
                </a:cubicBezTo>
                <a:cubicBezTo>
                  <a:pt x="504" y="521"/>
                  <a:pt x="504" y="521"/>
                  <a:pt x="504" y="521"/>
                </a:cubicBezTo>
                <a:cubicBezTo>
                  <a:pt x="505" y="523"/>
                  <a:pt x="506" y="524"/>
                  <a:pt x="507" y="525"/>
                </a:cubicBezTo>
                <a:cubicBezTo>
                  <a:pt x="507" y="525"/>
                  <a:pt x="508" y="523"/>
                  <a:pt x="509" y="522"/>
                </a:cubicBezTo>
                <a:close/>
                <a:moveTo>
                  <a:pt x="509" y="580"/>
                </a:moveTo>
                <a:cubicBezTo>
                  <a:pt x="509" y="585"/>
                  <a:pt x="509" y="585"/>
                  <a:pt x="509" y="585"/>
                </a:cubicBezTo>
                <a:cubicBezTo>
                  <a:pt x="505" y="587"/>
                  <a:pt x="505" y="587"/>
                  <a:pt x="505" y="587"/>
                </a:cubicBezTo>
                <a:cubicBezTo>
                  <a:pt x="507" y="588"/>
                  <a:pt x="508" y="588"/>
                  <a:pt x="509" y="589"/>
                </a:cubicBezTo>
                <a:cubicBezTo>
                  <a:pt x="509" y="596"/>
                  <a:pt x="509" y="596"/>
                  <a:pt x="509" y="596"/>
                </a:cubicBezTo>
                <a:cubicBezTo>
                  <a:pt x="507" y="595"/>
                  <a:pt x="506" y="594"/>
                  <a:pt x="504" y="594"/>
                </a:cubicBezTo>
                <a:cubicBezTo>
                  <a:pt x="504" y="582"/>
                  <a:pt x="504" y="582"/>
                  <a:pt x="504" y="582"/>
                </a:cubicBezTo>
                <a:cubicBezTo>
                  <a:pt x="506" y="581"/>
                  <a:pt x="507" y="580"/>
                  <a:pt x="509" y="580"/>
                </a:cubicBezTo>
                <a:close/>
                <a:moveTo>
                  <a:pt x="509" y="605"/>
                </a:moveTo>
                <a:cubicBezTo>
                  <a:pt x="509" y="611"/>
                  <a:pt x="509" y="611"/>
                  <a:pt x="509" y="611"/>
                </a:cubicBezTo>
                <a:cubicBezTo>
                  <a:pt x="508" y="611"/>
                  <a:pt x="507" y="612"/>
                  <a:pt x="505" y="612"/>
                </a:cubicBezTo>
                <a:cubicBezTo>
                  <a:pt x="505" y="612"/>
                  <a:pt x="505" y="612"/>
                  <a:pt x="504" y="613"/>
                </a:cubicBezTo>
                <a:cubicBezTo>
                  <a:pt x="504" y="605"/>
                  <a:pt x="504" y="605"/>
                  <a:pt x="504" y="605"/>
                </a:cubicBezTo>
                <a:cubicBezTo>
                  <a:pt x="506" y="605"/>
                  <a:pt x="507" y="605"/>
                  <a:pt x="509" y="605"/>
                </a:cubicBezTo>
                <a:close/>
                <a:moveTo>
                  <a:pt x="509" y="664"/>
                </a:moveTo>
                <a:cubicBezTo>
                  <a:pt x="509" y="676"/>
                  <a:pt x="509" y="676"/>
                  <a:pt x="509" y="676"/>
                </a:cubicBezTo>
                <a:cubicBezTo>
                  <a:pt x="504" y="678"/>
                  <a:pt x="504" y="678"/>
                  <a:pt x="504" y="678"/>
                </a:cubicBezTo>
                <a:cubicBezTo>
                  <a:pt x="504" y="666"/>
                  <a:pt x="504" y="666"/>
                  <a:pt x="504" y="666"/>
                </a:cubicBezTo>
                <a:cubicBezTo>
                  <a:pt x="509" y="664"/>
                  <a:pt x="509" y="664"/>
                  <a:pt x="509" y="664"/>
                </a:cubicBezTo>
                <a:close/>
                <a:moveTo>
                  <a:pt x="509" y="731"/>
                </a:moveTo>
                <a:cubicBezTo>
                  <a:pt x="509" y="741"/>
                  <a:pt x="509" y="741"/>
                  <a:pt x="509" y="741"/>
                </a:cubicBezTo>
                <a:cubicBezTo>
                  <a:pt x="507" y="741"/>
                  <a:pt x="506" y="741"/>
                  <a:pt x="504" y="741"/>
                </a:cubicBezTo>
                <a:cubicBezTo>
                  <a:pt x="504" y="732"/>
                  <a:pt x="504" y="732"/>
                  <a:pt x="504" y="732"/>
                </a:cubicBezTo>
                <a:lnTo>
                  <a:pt x="509" y="731"/>
                </a:lnTo>
                <a:close/>
                <a:moveTo>
                  <a:pt x="499" y="14"/>
                </a:moveTo>
                <a:cubicBezTo>
                  <a:pt x="501" y="15"/>
                  <a:pt x="503" y="15"/>
                  <a:pt x="504" y="16"/>
                </a:cubicBezTo>
                <a:cubicBezTo>
                  <a:pt x="504" y="24"/>
                  <a:pt x="504" y="24"/>
                  <a:pt x="504" y="24"/>
                </a:cubicBezTo>
                <a:cubicBezTo>
                  <a:pt x="503" y="23"/>
                  <a:pt x="501" y="22"/>
                  <a:pt x="499" y="22"/>
                </a:cubicBezTo>
                <a:cubicBezTo>
                  <a:pt x="499" y="14"/>
                  <a:pt x="499" y="14"/>
                  <a:pt x="499" y="14"/>
                </a:cubicBezTo>
                <a:close/>
                <a:moveTo>
                  <a:pt x="504" y="779"/>
                </a:moveTo>
                <a:cubicBezTo>
                  <a:pt x="503" y="780"/>
                  <a:pt x="501" y="781"/>
                  <a:pt x="499" y="781"/>
                </a:cubicBezTo>
                <a:cubicBezTo>
                  <a:pt x="499" y="773"/>
                  <a:pt x="499" y="773"/>
                  <a:pt x="499" y="773"/>
                </a:cubicBezTo>
                <a:cubicBezTo>
                  <a:pt x="501" y="772"/>
                  <a:pt x="502" y="772"/>
                  <a:pt x="504" y="771"/>
                </a:cubicBezTo>
                <a:cubicBezTo>
                  <a:pt x="504" y="779"/>
                  <a:pt x="504" y="779"/>
                  <a:pt x="504" y="779"/>
                </a:cubicBezTo>
                <a:close/>
                <a:moveTo>
                  <a:pt x="504" y="54"/>
                </a:moveTo>
                <a:cubicBezTo>
                  <a:pt x="504" y="63"/>
                  <a:pt x="504" y="63"/>
                  <a:pt x="504" y="63"/>
                </a:cubicBezTo>
                <a:cubicBezTo>
                  <a:pt x="502" y="63"/>
                  <a:pt x="501" y="62"/>
                  <a:pt x="499" y="61"/>
                </a:cubicBezTo>
                <a:cubicBezTo>
                  <a:pt x="499" y="49"/>
                  <a:pt x="499" y="49"/>
                  <a:pt x="499" y="49"/>
                </a:cubicBezTo>
                <a:cubicBezTo>
                  <a:pt x="501" y="51"/>
                  <a:pt x="502" y="52"/>
                  <a:pt x="504" y="54"/>
                </a:cubicBezTo>
                <a:close/>
                <a:moveTo>
                  <a:pt x="504" y="129"/>
                </a:moveTo>
                <a:cubicBezTo>
                  <a:pt x="504" y="143"/>
                  <a:pt x="504" y="143"/>
                  <a:pt x="504" y="143"/>
                </a:cubicBezTo>
                <a:cubicBezTo>
                  <a:pt x="503" y="144"/>
                  <a:pt x="501" y="144"/>
                  <a:pt x="499" y="143"/>
                </a:cubicBezTo>
                <a:cubicBezTo>
                  <a:pt x="499" y="127"/>
                  <a:pt x="499" y="127"/>
                  <a:pt x="499" y="127"/>
                </a:cubicBezTo>
                <a:cubicBezTo>
                  <a:pt x="501" y="128"/>
                  <a:pt x="503" y="128"/>
                  <a:pt x="504" y="129"/>
                </a:cubicBezTo>
                <a:close/>
                <a:moveTo>
                  <a:pt x="504" y="190"/>
                </a:moveTo>
                <a:cubicBezTo>
                  <a:pt x="504" y="221"/>
                  <a:pt x="504" y="221"/>
                  <a:pt x="504" y="221"/>
                </a:cubicBezTo>
                <a:cubicBezTo>
                  <a:pt x="503" y="220"/>
                  <a:pt x="501" y="219"/>
                  <a:pt x="499" y="218"/>
                </a:cubicBezTo>
                <a:cubicBezTo>
                  <a:pt x="499" y="213"/>
                  <a:pt x="499" y="213"/>
                  <a:pt x="499" y="213"/>
                </a:cubicBezTo>
                <a:cubicBezTo>
                  <a:pt x="500" y="213"/>
                  <a:pt x="500" y="214"/>
                  <a:pt x="501" y="215"/>
                </a:cubicBezTo>
                <a:cubicBezTo>
                  <a:pt x="501" y="215"/>
                  <a:pt x="502" y="215"/>
                  <a:pt x="503" y="215"/>
                </a:cubicBezTo>
                <a:cubicBezTo>
                  <a:pt x="503" y="205"/>
                  <a:pt x="504" y="199"/>
                  <a:pt x="499" y="194"/>
                </a:cubicBezTo>
                <a:cubicBezTo>
                  <a:pt x="499" y="188"/>
                  <a:pt x="499" y="188"/>
                  <a:pt x="499" y="188"/>
                </a:cubicBezTo>
                <a:cubicBezTo>
                  <a:pt x="501" y="188"/>
                  <a:pt x="503" y="189"/>
                  <a:pt x="504" y="190"/>
                </a:cubicBezTo>
                <a:close/>
                <a:moveTo>
                  <a:pt x="504" y="277"/>
                </a:moveTo>
                <a:cubicBezTo>
                  <a:pt x="504" y="283"/>
                  <a:pt x="504" y="283"/>
                  <a:pt x="504" y="283"/>
                </a:cubicBezTo>
                <a:cubicBezTo>
                  <a:pt x="502" y="284"/>
                  <a:pt x="501" y="285"/>
                  <a:pt x="499" y="287"/>
                </a:cubicBezTo>
                <a:cubicBezTo>
                  <a:pt x="499" y="281"/>
                  <a:pt x="499" y="281"/>
                  <a:pt x="499" y="281"/>
                </a:cubicBezTo>
                <a:cubicBezTo>
                  <a:pt x="504" y="277"/>
                  <a:pt x="504" y="277"/>
                  <a:pt x="504" y="277"/>
                </a:cubicBezTo>
                <a:close/>
                <a:moveTo>
                  <a:pt x="504" y="291"/>
                </a:moveTo>
                <a:cubicBezTo>
                  <a:pt x="504" y="296"/>
                  <a:pt x="504" y="296"/>
                  <a:pt x="504" y="296"/>
                </a:cubicBezTo>
                <a:cubicBezTo>
                  <a:pt x="503" y="295"/>
                  <a:pt x="501" y="294"/>
                  <a:pt x="499" y="293"/>
                </a:cubicBezTo>
                <a:cubicBezTo>
                  <a:pt x="499" y="288"/>
                  <a:pt x="499" y="288"/>
                  <a:pt x="499" y="288"/>
                </a:cubicBezTo>
                <a:cubicBezTo>
                  <a:pt x="501" y="290"/>
                  <a:pt x="503" y="290"/>
                  <a:pt x="504" y="291"/>
                </a:cubicBezTo>
                <a:close/>
                <a:moveTo>
                  <a:pt x="504" y="305"/>
                </a:moveTo>
                <a:cubicBezTo>
                  <a:pt x="504" y="312"/>
                  <a:pt x="504" y="312"/>
                  <a:pt x="504" y="312"/>
                </a:cubicBezTo>
                <a:cubicBezTo>
                  <a:pt x="503" y="313"/>
                  <a:pt x="501" y="315"/>
                  <a:pt x="499" y="317"/>
                </a:cubicBezTo>
                <a:cubicBezTo>
                  <a:pt x="499" y="311"/>
                  <a:pt x="499" y="311"/>
                  <a:pt x="499" y="311"/>
                </a:cubicBezTo>
                <a:cubicBezTo>
                  <a:pt x="500" y="311"/>
                  <a:pt x="501" y="310"/>
                  <a:pt x="502" y="309"/>
                </a:cubicBezTo>
                <a:cubicBezTo>
                  <a:pt x="501" y="309"/>
                  <a:pt x="500" y="308"/>
                  <a:pt x="499" y="307"/>
                </a:cubicBezTo>
                <a:cubicBezTo>
                  <a:pt x="499" y="302"/>
                  <a:pt x="499" y="302"/>
                  <a:pt x="499" y="302"/>
                </a:cubicBezTo>
                <a:cubicBezTo>
                  <a:pt x="503" y="305"/>
                  <a:pt x="503" y="305"/>
                  <a:pt x="503" y="305"/>
                </a:cubicBezTo>
                <a:cubicBezTo>
                  <a:pt x="504" y="305"/>
                  <a:pt x="504" y="305"/>
                  <a:pt x="504" y="305"/>
                </a:cubicBezTo>
                <a:close/>
                <a:moveTo>
                  <a:pt x="504" y="330"/>
                </a:moveTo>
                <a:cubicBezTo>
                  <a:pt x="504" y="341"/>
                  <a:pt x="504" y="341"/>
                  <a:pt x="504" y="341"/>
                </a:cubicBezTo>
                <a:cubicBezTo>
                  <a:pt x="501" y="338"/>
                  <a:pt x="501" y="338"/>
                  <a:pt x="499" y="337"/>
                </a:cubicBezTo>
                <a:cubicBezTo>
                  <a:pt x="499" y="333"/>
                  <a:pt x="499" y="333"/>
                  <a:pt x="499" y="333"/>
                </a:cubicBezTo>
                <a:cubicBezTo>
                  <a:pt x="499" y="332"/>
                  <a:pt x="499" y="331"/>
                  <a:pt x="500" y="330"/>
                </a:cubicBezTo>
                <a:cubicBezTo>
                  <a:pt x="504" y="330"/>
                  <a:pt x="504" y="330"/>
                  <a:pt x="504" y="330"/>
                </a:cubicBezTo>
                <a:close/>
                <a:moveTo>
                  <a:pt x="504" y="388"/>
                </a:moveTo>
                <a:cubicBezTo>
                  <a:pt x="504" y="415"/>
                  <a:pt x="504" y="415"/>
                  <a:pt x="504" y="415"/>
                </a:cubicBezTo>
                <a:cubicBezTo>
                  <a:pt x="503" y="423"/>
                  <a:pt x="501" y="431"/>
                  <a:pt x="499" y="438"/>
                </a:cubicBezTo>
                <a:cubicBezTo>
                  <a:pt x="499" y="421"/>
                  <a:pt x="499" y="421"/>
                  <a:pt x="499" y="421"/>
                </a:cubicBezTo>
                <a:cubicBezTo>
                  <a:pt x="500" y="420"/>
                  <a:pt x="501" y="419"/>
                  <a:pt x="501" y="416"/>
                </a:cubicBezTo>
                <a:cubicBezTo>
                  <a:pt x="499" y="417"/>
                  <a:pt x="499" y="417"/>
                  <a:pt x="499" y="417"/>
                </a:cubicBezTo>
                <a:cubicBezTo>
                  <a:pt x="499" y="411"/>
                  <a:pt x="499" y="411"/>
                  <a:pt x="499" y="411"/>
                </a:cubicBezTo>
                <a:cubicBezTo>
                  <a:pt x="500" y="410"/>
                  <a:pt x="501" y="409"/>
                  <a:pt x="501" y="409"/>
                </a:cubicBezTo>
                <a:cubicBezTo>
                  <a:pt x="501" y="406"/>
                  <a:pt x="501" y="404"/>
                  <a:pt x="501" y="402"/>
                </a:cubicBezTo>
                <a:cubicBezTo>
                  <a:pt x="500" y="402"/>
                  <a:pt x="500" y="403"/>
                  <a:pt x="499" y="403"/>
                </a:cubicBezTo>
                <a:cubicBezTo>
                  <a:pt x="499" y="398"/>
                  <a:pt x="499" y="398"/>
                  <a:pt x="499" y="398"/>
                </a:cubicBezTo>
                <a:cubicBezTo>
                  <a:pt x="502" y="396"/>
                  <a:pt x="503" y="393"/>
                  <a:pt x="500" y="389"/>
                </a:cubicBezTo>
                <a:cubicBezTo>
                  <a:pt x="499" y="390"/>
                  <a:pt x="499" y="390"/>
                  <a:pt x="499" y="390"/>
                </a:cubicBezTo>
                <a:cubicBezTo>
                  <a:pt x="499" y="383"/>
                  <a:pt x="499" y="383"/>
                  <a:pt x="499" y="383"/>
                </a:cubicBezTo>
                <a:cubicBezTo>
                  <a:pt x="500" y="381"/>
                  <a:pt x="500" y="379"/>
                  <a:pt x="499" y="377"/>
                </a:cubicBezTo>
                <a:cubicBezTo>
                  <a:pt x="499" y="365"/>
                  <a:pt x="499" y="365"/>
                  <a:pt x="499" y="365"/>
                </a:cubicBezTo>
                <a:cubicBezTo>
                  <a:pt x="501" y="373"/>
                  <a:pt x="503" y="381"/>
                  <a:pt x="504" y="388"/>
                </a:cubicBezTo>
                <a:close/>
                <a:moveTo>
                  <a:pt x="504" y="491"/>
                </a:moveTo>
                <a:cubicBezTo>
                  <a:pt x="504" y="497"/>
                  <a:pt x="504" y="497"/>
                  <a:pt x="504" y="497"/>
                </a:cubicBezTo>
                <a:cubicBezTo>
                  <a:pt x="504" y="496"/>
                  <a:pt x="503" y="495"/>
                  <a:pt x="503" y="495"/>
                </a:cubicBezTo>
                <a:cubicBezTo>
                  <a:pt x="501" y="496"/>
                  <a:pt x="500" y="498"/>
                  <a:pt x="499" y="499"/>
                </a:cubicBezTo>
                <a:cubicBezTo>
                  <a:pt x="499" y="486"/>
                  <a:pt x="499" y="486"/>
                  <a:pt x="499" y="486"/>
                </a:cubicBezTo>
                <a:cubicBezTo>
                  <a:pt x="504" y="491"/>
                  <a:pt x="504" y="491"/>
                  <a:pt x="504" y="491"/>
                </a:cubicBezTo>
                <a:close/>
                <a:moveTo>
                  <a:pt x="504" y="507"/>
                </a:moveTo>
                <a:cubicBezTo>
                  <a:pt x="504" y="516"/>
                  <a:pt x="504" y="516"/>
                  <a:pt x="504" y="516"/>
                </a:cubicBezTo>
                <a:cubicBezTo>
                  <a:pt x="503" y="519"/>
                  <a:pt x="503" y="519"/>
                  <a:pt x="503" y="519"/>
                </a:cubicBezTo>
                <a:cubicBezTo>
                  <a:pt x="503" y="520"/>
                  <a:pt x="504" y="521"/>
                  <a:pt x="504" y="521"/>
                </a:cubicBezTo>
                <a:cubicBezTo>
                  <a:pt x="504" y="527"/>
                  <a:pt x="504" y="527"/>
                  <a:pt x="504" y="527"/>
                </a:cubicBezTo>
                <a:cubicBezTo>
                  <a:pt x="499" y="522"/>
                  <a:pt x="499" y="522"/>
                  <a:pt x="499" y="522"/>
                </a:cubicBezTo>
                <a:cubicBezTo>
                  <a:pt x="499" y="516"/>
                  <a:pt x="499" y="516"/>
                  <a:pt x="499" y="516"/>
                </a:cubicBezTo>
                <a:cubicBezTo>
                  <a:pt x="500" y="516"/>
                  <a:pt x="500" y="516"/>
                  <a:pt x="500" y="516"/>
                </a:cubicBezTo>
                <a:cubicBezTo>
                  <a:pt x="501" y="512"/>
                  <a:pt x="503" y="510"/>
                  <a:pt x="504" y="507"/>
                </a:cubicBezTo>
                <a:close/>
                <a:moveTo>
                  <a:pt x="504" y="582"/>
                </a:moveTo>
                <a:cubicBezTo>
                  <a:pt x="504" y="594"/>
                  <a:pt x="504" y="594"/>
                  <a:pt x="504" y="594"/>
                </a:cubicBezTo>
                <a:cubicBezTo>
                  <a:pt x="503" y="593"/>
                  <a:pt x="501" y="593"/>
                  <a:pt x="499" y="593"/>
                </a:cubicBezTo>
                <a:cubicBezTo>
                  <a:pt x="499" y="585"/>
                  <a:pt x="499" y="585"/>
                  <a:pt x="499" y="585"/>
                </a:cubicBezTo>
                <a:cubicBezTo>
                  <a:pt x="501" y="584"/>
                  <a:pt x="503" y="583"/>
                  <a:pt x="504" y="582"/>
                </a:cubicBezTo>
                <a:close/>
                <a:moveTo>
                  <a:pt x="504" y="605"/>
                </a:moveTo>
                <a:cubicBezTo>
                  <a:pt x="504" y="613"/>
                  <a:pt x="504" y="613"/>
                  <a:pt x="504" y="613"/>
                </a:cubicBezTo>
                <a:cubicBezTo>
                  <a:pt x="503" y="614"/>
                  <a:pt x="501" y="615"/>
                  <a:pt x="499" y="616"/>
                </a:cubicBezTo>
                <a:cubicBezTo>
                  <a:pt x="499" y="611"/>
                  <a:pt x="499" y="611"/>
                  <a:pt x="499" y="611"/>
                </a:cubicBezTo>
                <a:cubicBezTo>
                  <a:pt x="500" y="611"/>
                  <a:pt x="500" y="611"/>
                  <a:pt x="500" y="611"/>
                </a:cubicBezTo>
                <a:cubicBezTo>
                  <a:pt x="499" y="610"/>
                  <a:pt x="499" y="610"/>
                  <a:pt x="499" y="610"/>
                </a:cubicBezTo>
                <a:cubicBezTo>
                  <a:pt x="499" y="603"/>
                  <a:pt x="499" y="603"/>
                  <a:pt x="499" y="603"/>
                </a:cubicBezTo>
                <a:cubicBezTo>
                  <a:pt x="502" y="605"/>
                  <a:pt x="502" y="605"/>
                  <a:pt x="502" y="605"/>
                </a:cubicBezTo>
                <a:cubicBezTo>
                  <a:pt x="503" y="605"/>
                  <a:pt x="503" y="605"/>
                  <a:pt x="504" y="605"/>
                </a:cubicBezTo>
                <a:close/>
                <a:moveTo>
                  <a:pt x="504" y="666"/>
                </a:moveTo>
                <a:cubicBezTo>
                  <a:pt x="504" y="678"/>
                  <a:pt x="504" y="678"/>
                  <a:pt x="504" y="678"/>
                </a:cubicBezTo>
                <a:cubicBezTo>
                  <a:pt x="499" y="680"/>
                  <a:pt x="499" y="680"/>
                  <a:pt x="499" y="680"/>
                </a:cubicBezTo>
                <a:cubicBezTo>
                  <a:pt x="499" y="668"/>
                  <a:pt x="499" y="668"/>
                  <a:pt x="499" y="668"/>
                </a:cubicBezTo>
                <a:cubicBezTo>
                  <a:pt x="504" y="666"/>
                  <a:pt x="504" y="666"/>
                  <a:pt x="504" y="666"/>
                </a:cubicBezTo>
                <a:close/>
                <a:moveTo>
                  <a:pt x="504" y="732"/>
                </a:moveTo>
                <a:cubicBezTo>
                  <a:pt x="504" y="741"/>
                  <a:pt x="504" y="741"/>
                  <a:pt x="504" y="741"/>
                </a:cubicBezTo>
                <a:cubicBezTo>
                  <a:pt x="503" y="741"/>
                  <a:pt x="501" y="742"/>
                  <a:pt x="499" y="742"/>
                </a:cubicBezTo>
                <a:cubicBezTo>
                  <a:pt x="499" y="733"/>
                  <a:pt x="499" y="733"/>
                  <a:pt x="499" y="733"/>
                </a:cubicBezTo>
                <a:cubicBezTo>
                  <a:pt x="501" y="732"/>
                  <a:pt x="503" y="732"/>
                  <a:pt x="504" y="732"/>
                </a:cubicBezTo>
                <a:close/>
                <a:moveTo>
                  <a:pt x="504" y="756"/>
                </a:moveTo>
                <a:cubicBezTo>
                  <a:pt x="504" y="768"/>
                  <a:pt x="504" y="768"/>
                  <a:pt x="504" y="768"/>
                </a:cubicBezTo>
                <a:cubicBezTo>
                  <a:pt x="502" y="766"/>
                  <a:pt x="501" y="764"/>
                  <a:pt x="499" y="763"/>
                </a:cubicBezTo>
                <a:cubicBezTo>
                  <a:pt x="499" y="751"/>
                  <a:pt x="499" y="751"/>
                  <a:pt x="499" y="751"/>
                </a:cubicBezTo>
                <a:cubicBezTo>
                  <a:pt x="501" y="753"/>
                  <a:pt x="503" y="754"/>
                  <a:pt x="504" y="756"/>
                </a:cubicBezTo>
                <a:close/>
                <a:moveTo>
                  <a:pt x="499" y="98"/>
                </a:moveTo>
                <a:cubicBezTo>
                  <a:pt x="499" y="87"/>
                  <a:pt x="499" y="87"/>
                  <a:pt x="499" y="87"/>
                </a:cubicBezTo>
                <a:cubicBezTo>
                  <a:pt x="501" y="88"/>
                  <a:pt x="502" y="89"/>
                  <a:pt x="503" y="91"/>
                </a:cubicBezTo>
                <a:cubicBezTo>
                  <a:pt x="502" y="93"/>
                  <a:pt x="501" y="96"/>
                  <a:pt x="501" y="98"/>
                </a:cubicBezTo>
                <a:lnTo>
                  <a:pt x="499" y="98"/>
                </a:lnTo>
                <a:close/>
                <a:moveTo>
                  <a:pt x="496" y="14"/>
                </a:moveTo>
                <a:cubicBezTo>
                  <a:pt x="497" y="14"/>
                  <a:pt x="498" y="14"/>
                  <a:pt x="499" y="14"/>
                </a:cubicBezTo>
                <a:cubicBezTo>
                  <a:pt x="499" y="22"/>
                  <a:pt x="499" y="22"/>
                  <a:pt x="499" y="22"/>
                </a:cubicBezTo>
                <a:cubicBezTo>
                  <a:pt x="498" y="21"/>
                  <a:pt x="497" y="21"/>
                  <a:pt x="496" y="21"/>
                </a:cubicBezTo>
                <a:cubicBezTo>
                  <a:pt x="496" y="14"/>
                  <a:pt x="496" y="14"/>
                  <a:pt x="496" y="14"/>
                </a:cubicBezTo>
                <a:close/>
                <a:moveTo>
                  <a:pt x="499" y="781"/>
                </a:moveTo>
                <a:cubicBezTo>
                  <a:pt x="499" y="782"/>
                  <a:pt x="498" y="782"/>
                  <a:pt x="497" y="782"/>
                </a:cubicBezTo>
                <a:cubicBezTo>
                  <a:pt x="497" y="782"/>
                  <a:pt x="496" y="782"/>
                  <a:pt x="496" y="782"/>
                </a:cubicBezTo>
                <a:cubicBezTo>
                  <a:pt x="496" y="773"/>
                  <a:pt x="496" y="773"/>
                  <a:pt x="496" y="773"/>
                </a:cubicBezTo>
                <a:cubicBezTo>
                  <a:pt x="497" y="773"/>
                  <a:pt x="498" y="773"/>
                  <a:pt x="499" y="773"/>
                </a:cubicBezTo>
                <a:cubicBezTo>
                  <a:pt x="499" y="781"/>
                  <a:pt x="499" y="781"/>
                  <a:pt x="499" y="781"/>
                </a:cubicBezTo>
                <a:close/>
                <a:moveTo>
                  <a:pt x="499" y="49"/>
                </a:moveTo>
                <a:cubicBezTo>
                  <a:pt x="499" y="61"/>
                  <a:pt x="499" y="61"/>
                  <a:pt x="499" y="61"/>
                </a:cubicBezTo>
                <a:cubicBezTo>
                  <a:pt x="498" y="60"/>
                  <a:pt x="497" y="60"/>
                  <a:pt x="496" y="59"/>
                </a:cubicBezTo>
                <a:cubicBezTo>
                  <a:pt x="496" y="44"/>
                  <a:pt x="496" y="44"/>
                  <a:pt x="496" y="44"/>
                </a:cubicBezTo>
                <a:cubicBezTo>
                  <a:pt x="497" y="46"/>
                  <a:pt x="498" y="48"/>
                  <a:pt x="499" y="49"/>
                </a:cubicBezTo>
                <a:close/>
                <a:moveTo>
                  <a:pt x="499" y="87"/>
                </a:moveTo>
                <a:cubicBezTo>
                  <a:pt x="499" y="98"/>
                  <a:pt x="499" y="98"/>
                  <a:pt x="499" y="98"/>
                </a:cubicBezTo>
                <a:cubicBezTo>
                  <a:pt x="498" y="97"/>
                  <a:pt x="497" y="97"/>
                  <a:pt x="496" y="97"/>
                </a:cubicBezTo>
                <a:cubicBezTo>
                  <a:pt x="496" y="86"/>
                  <a:pt x="496" y="86"/>
                  <a:pt x="496" y="86"/>
                </a:cubicBezTo>
                <a:cubicBezTo>
                  <a:pt x="497" y="86"/>
                  <a:pt x="498" y="87"/>
                  <a:pt x="499" y="87"/>
                </a:cubicBezTo>
                <a:close/>
                <a:moveTo>
                  <a:pt x="499" y="127"/>
                </a:moveTo>
                <a:cubicBezTo>
                  <a:pt x="499" y="143"/>
                  <a:pt x="499" y="143"/>
                  <a:pt x="499" y="143"/>
                </a:cubicBezTo>
                <a:cubicBezTo>
                  <a:pt x="498" y="143"/>
                  <a:pt x="497" y="143"/>
                  <a:pt x="496" y="143"/>
                </a:cubicBezTo>
                <a:cubicBezTo>
                  <a:pt x="496" y="126"/>
                  <a:pt x="496" y="126"/>
                  <a:pt x="496" y="126"/>
                </a:cubicBezTo>
                <a:cubicBezTo>
                  <a:pt x="497" y="127"/>
                  <a:pt x="498" y="127"/>
                  <a:pt x="499" y="127"/>
                </a:cubicBezTo>
                <a:close/>
                <a:moveTo>
                  <a:pt x="499" y="188"/>
                </a:moveTo>
                <a:cubicBezTo>
                  <a:pt x="499" y="194"/>
                  <a:pt x="499" y="194"/>
                  <a:pt x="499" y="194"/>
                </a:cubicBezTo>
                <a:cubicBezTo>
                  <a:pt x="498" y="194"/>
                  <a:pt x="497" y="193"/>
                  <a:pt x="496" y="192"/>
                </a:cubicBezTo>
                <a:cubicBezTo>
                  <a:pt x="496" y="186"/>
                  <a:pt x="496" y="186"/>
                  <a:pt x="496" y="186"/>
                </a:cubicBezTo>
                <a:cubicBezTo>
                  <a:pt x="497" y="187"/>
                  <a:pt x="498" y="187"/>
                  <a:pt x="499" y="188"/>
                </a:cubicBezTo>
                <a:close/>
                <a:moveTo>
                  <a:pt x="499" y="213"/>
                </a:moveTo>
                <a:cubicBezTo>
                  <a:pt x="499" y="218"/>
                  <a:pt x="499" y="218"/>
                  <a:pt x="499" y="218"/>
                </a:cubicBezTo>
                <a:cubicBezTo>
                  <a:pt x="498" y="217"/>
                  <a:pt x="497" y="216"/>
                  <a:pt x="496" y="216"/>
                </a:cubicBezTo>
                <a:cubicBezTo>
                  <a:pt x="496" y="210"/>
                  <a:pt x="496" y="210"/>
                  <a:pt x="496" y="210"/>
                </a:cubicBezTo>
                <a:cubicBezTo>
                  <a:pt x="497" y="211"/>
                  <a:pt x="498" y="212"/>
                  <a:pt x="499" y="213"/>
                </a:cubicBezTo>
                <a:close/>
                <a:moveTo>
                  <a:pt x="499" y="281"/>
                </a:moveTo>
                <a:cubicBezTo>
                  <a:pt x="499" y="287"/>
                  <a:pt x="499" y="287"/>
                  <a:pt x="499" y="287"/>
                </a:cubicBezTo>
                <a:cubicBezTo>
                  <a:pt x="499" y="287"/>
                  <a:pt x="499" y="288"/>
                  <a:pt x="499" y="288"/>
                </a:cubicBezTo>
                <a:cubicBezTo>
                  <a:pt x="499" y="288"/>
                  <a:pt x="499" y="288"/>
                  <a:pt x="499" y="288"/>
                </a:cubicBezTo>
                <a:cubicBezTo>
                  <a:pt x="499" y="293"/>
                  <a:pt x="499" y="293"/>
                  <a:pt x="499" y="293"/>
                </a:cubicBezTo>
                <a:cubicBezTo>
                  <a:pt x="498" y="293"/>
                  <a:pt x="497" y="292"/>
                  <a:pt x="496" y="292"/>
                </a:cubicBezTo>
                <a:cubicBezTo>
                  <a:pt x="496" y="285"/>
                  <a:pt x="496" y="285"/>
                  <a:pt x="496" y="285"/>
                </a:cubicBezTo>
                <a:cubicBezTo>
                  <a:pt x="499" y="281"/>
                  <a:pt x="499" y="281"/>
                  <a:pt x="499" y="281"/>
                </a:cubicBezTo>
                <a:close/>
                <a:moveTo>
                  <a:pt x="499" y="302"/>
                </a:moveTo>
                <a:cubicBezTo>
                  <a:pt x="499" y="307"/>
                  <a:pt x="499" y="307"/>
                  <a:pt x="499" y="307"/>
                </a:cubicBezTo>
                <a:cubicBezTo>
                  <a:pt x="498" y="306"/>
                  <a:pt x="497" y="305"/>
                  <a:pt x="496" y="305"/>
                </a:cubicBezTo>
                <a:cubicBezTo>
                  <a:pt x="496" y="300"/>
                  <a:pt x="496" y="300"/>
                  <a:pt x="496" y="300"/>
                </a:cubicBezTo>
                <a:cubicBezTo>
                  <a:pt x="499" y="302"/>
                  <a:pt x="499" y="302"/>
                  <a:pt x="499" y="302"/>
                </a:cubicBezTo>
                <a:close/>
                <a:moveTo>
                  <a:pt x="499" y="311"/>
                </a:moveTo>
                <a:cubicBezTo>
                  <a:pt x="499" y="317"/>
                  <a:pt x="499" y="317"/>
                  <a:pt x="499" y="317"/>
                </a:cubicBezTo>
                <a:cubicBezTo>
                  <a:pt x="498" y="317"/>
                  <a:pt x="497" y="319"/>
                  <a:pt x="496" y="319"/>
                </a:cubicBezTo>
                <a:cubicBezTo>
                  <a:pt x="496" y="313"/>
                  <a:pt x="496" y="313"/>
                  <a:pt x="496" y="313"/>
                </a:cubicBezTo>
                <a:cubicBezTo>
                  <a:pt x="497" y="312"/>
                  <a:pt x="498" y="312"/>
                  <a:pt x="499" y="311"/>
                </a:cubicBezTo>
                <a:close/>
                <a:moveTo>
                  <a:pt x="499" y="333"/>
                </a:moveTo>
                <a:cubicBezTo>
                  <a:pt x="499" y="337"/>
                  <a:pt x="499" y="337"/>
                  <a:pt x="499" y="337"/>
                </a:cubicBezTo>
                <a:cubicBezTo>
                  <a:pt x="499" y="337"/>
                  <a:pt x="499" y="337"/>
                  <a:pt x="499" y="337"/>
                </a:cubicBezTo>
                <a:cubicBezTo>
                  <a:pt x="499" y="336"/>
                  <a:pt x="499" y="334"/>
                  <a:pt x="499" y="333"/>
                </a:cubicBezTo>
                <a:close/>
                <a:moveTo>
                  <a:pt x="499" y="365"/>
                </a:moveTo>
                <a:cubicBezTo>
                  <a:pt x="499" y="377"/>
                  <a:pt x="499" y="377"/>
                  <a:pt x="499" y="377"/>
                </a:cubicBezTo>
                <a:cubicBezTo>
                  <a:pt x="499" y="377"/>
                  <a:pt x="498" y="376"/>
                  <a:pt x="498" y="376"/>
                </a:cubicBezTo>
                <a:cubicBezTo>
                  <a:pt x="496" y="378"/>
                  <a:pt x="496" y="378"/>
                  <a:pt x="496" y="378"/>
                </a:cubicBezTo>
                <a:cubicBezTo>
                  <a:pt x="496" y="356"/>
                  <a:pt x="496" y="356"/>
                  <a:pt x="496" y="356"/>
                </a:cubicBezTo>
                <a:cubicBezTo>
                  <a:pt x="497" y="359"/>
                  <a:pt x="498" y="362"/>
                  <a:pt x="499" y="365"/>
                </a:cubicBezTo>
                <a:close/>
                <a:moveTo>
                  <a:pt x="499" y="383"/>
                </a:moveTo>
                <a:cubicBezTo>
                  <a:pt x="499" y="390"/>
                  <a:pt x="499" y="390"/>
                  <a:pt x="499" y="390"/>
                </a:cubicBezTo>
                <a:cubicBezTo>
                  <a:pt x="498" y="391"/>
                  <a:pt x="497" y="391"/>
                  <a:pt x="496" y="392"/>
                </a:cubicBezTo>
                <a:cubicBezTo>
                  <a:pt x="496" y="388"/>
                  <a:pt x="496" y="388"/>
                  <a:pt x="496" y="388"/>
                </a:cubicBezTo>
                <a:cubicBezTo>
                  <a:pt x="497" y="387"/>
                  <a:pt x="498" y="385"/>
                  <a:pt x="499" y="383"/>
                </a:cubicBezTo>
                <a:close/>
                <a:moveTo>
                  <a:pt x="499" y="398"/>
                </a:moveTo>
                <a:cubicBezTo>
                  <a:pt x="499" y="403"/>
                  <a:pt x="499" y="403"/>
                  <a:pt x="499" y="403"/>
                </a:cubicBezTo>
                <a:cubicBezTo>
                  <a:pt x="498" y="404"/>
                  <a:pt x="497" y="405"/>
                  <a:pt x="496" y="405"/>
                </a:cubicBezTo>
                <a:cubicBezTo>
                  <a:pt x="496" y="401"/>
                  <a:pt x="496" y="401"/>
                  <a:pt x="496" y="401"/>
                </a:cubicBezTo>
                <a:cubicBezTo>
                  <a:pt x="497" y="400"/>
                  <a:pt x="498" y="399"/>
                  <a:pt x="499" y="398"/>
                </a:cubicBezTo>
                <a:close/>
                <a:moveTo>
                  <a:pt x="499" y="411"/>
                </a:moveTo>
                <a:cubicBezTo>
                  <a:pt x="499" y="417"/>
                  <a:pt x="499" y="417"/>
                  <a:pt x="499" y="417"/>
                </a:cubicBezTo>
                <a:cubicBezTo>
                  <a:pt x="496" y="418"/>
                  <a:pt x="496" y="418"/>
                  <a:pt x="496" y="418"/>
                </a:cubicBezTo>
                <a:cubicBezTo>
                  <a:pt x="496" y="413"/>
                  <a:pt x="496" y="413"/>
                  <a:pt x="496" y="413"/>
                </a:cubicBezTo>
                <a:cubicBezTo>
                  <a:pt x="497" y="412"/>
                  <a:pt x="498" y="411"/>
                  <a:pt x="499" y="411"/>
                </a:cubicBezTo>
                <a:close/>
                <a:moveTo>
                  <a:pt x="499" y="421"/>
                </a:moveTo>
                <a:cubicBezTo>
                  <a:pt x="499" y="438"/>
                  <a:pt x="499" y="438"/>
                  <a:pt x="499" y="438"/>
                </a:cubicBezTo>
                <a:cubicBezTo>
                  <a:pt x="498" y="440"/>
                  <a:pt x="497" y="443"/>
                  <a:pt x="496" y="446"/>
                </a:cubicBezTo>
                <a:cubicBezTo>
                  <a:pt x="496" y="436"/>
                  <a:pt x="496" y="436"/>
                  <a:pt x="496" y="436"/>
                </a:cubicBezTo>
                <a:cubicBezTo>
                  <a:pt x="496" y="436"/>
                  <a:pt x="496" y="436"/>
                  <a:pt x="496" y="436"/>
                </a:cubicBezTo>
                <a:cubicBezTo>
                  <a:pt x="497" y="433"/>
                  <a:pt x="498" y="431"/>
                  <a:pt x="499" y="429"/>
                </a:cubicBezTo>
                <a:cubicBezTo>
                  <a:pt x="497" y="429"/>
                  <a:pt x="497" y="429"/>
                  <a:pt x="496" y="429"/>
                </a:cubicBezTo>
                <a:cubicBezTo>
                  <a:pt x="496" y="424"/>
                  <a:pt x="496" y="424"/>
                  <a:pt x="496" y="424"/>
                </a:cubicBezTo>
                <a:cubicBezTo>
                  <a:pt x="497" y="423"/>
                  <a:pt x="498" y="423"/>
                  <a:pt x="499" y="421"/>
                </a:cubicBezTo>
                <a:close/>
                <a:moveTo>
                  <a:pt x="499" y="486"/>
                </a:moveTo>
                <a:cubicBezTo>
                  <a:pt x="499" y="499"/>
                  <a:pt x="499" y="499"/>
                  <a:pt x="499" y="499"/>
                </a:cubicBezTo>
                <a:cubicBezTo>
                  <a:pt x="498" y="501"/>
                  <a:pt x="497" y="503"/>
                  <a:pt x="496" y="505"/>
                </a:cubicBezTo>
                <a:cubicBezTo>
                  <a:pt x="496" y="498"/>
                  <a:pt x="496" y="498"/>
                  <a:pt x="496" y="498"/>
                </a:cubicBezTo>
                <a:cubicBezTo>
                  <a:pt x="497" y="495"/>
                  <a:pt x="498" y="493"/>
                  <a:pt x="496" y="489"/>
                </a:cubicBezTo>
                <a:cubicBezTo>
                  <a:pt x="496" y="483"/>
                  <a:pt x="496" y="483"/>
                  <a:pt x="496" y="483"/>
                </a:cubicBezTo>
                <a:cubicBezTo>
                  <a:pt x="499" y="486"/>
                  <a:pt x="499" y="486"/>
                  <a:pt x="499" y="486"/>
                </a:cubicBezTo>
                <a:close/>
                <a:moveTo>
                  <a:pt x="499" y="516"/>
                </a:moveTo>
                <a:cubicBezTo>
                  <a:pt x="499" y="522"/>
                  <a:pt x="499" y="522"/>
                  <a:pt x="499" y="522"/>
                </a:cubicBezTo>
                <a:cubicBezTo>
                  <a:pt x="496" y="518"/>
                  <a:pt x="496" y="518"/>
                  <a:pt x="496" y="518"/>
                </a:cubicBezTo>
                <a:cubicBezTo>
                  <a:pt x="496" y="514"/>
                  <a:pt x="496" y="514"/>
                  <a:pt x="496" y="514"/>
                </a:cubicBezTo>
                <a:cubicBezTo>
                  <a:pt x="496" y="514"/>
                  <a:pt x="497" y="515"/>
                  <a:pt x="497" y="516"/>
                </a:cubicBezTo>
                <a:cubicBezTo>
                  <a:pt x="499" y="516"/>
                  <a:pt x="499" y="516"/>
                  <a:pt x="499" y="516"/>
                </a:cubicBezTo>
                <a:close/>
                <a:moveTo>
                  <a:pt x="499" y="585"/>
                </a:moveTo>
                <a:cubicBezTo>
                  <a:pt x="499" y="593"/>
                  <a:pt x="499" y="593"/>
                  <a:pt x="499" y="593"/>
                </a:cubicBezTo>
                <a:cubicBezTo>
                  <a:pt x="498" y="593"/>
                  <a:pt x="497" y="593"/>
                  <a:pt x="496" y="593"/>
                </a:cubicBezTo>
                <a:cubicBezTo>
                  <a:pt x="496" y="586"/>
                  <a:pt x="496" y="586"/>
                  <a:pt x="496" y="586"/>
                </a:cubicBezTo>
                <a:cubicBezTo>
                  <a:pt x="497" y="586"/>
                  <a:pt x="498" y="586"/>
                  <a:pt x="499" y="585"/>
                </a:cubicBezTo>
                <a:close/>
                <a:moveTo>
                  <a:pt x="499" y="603"/>
                </a:moveTo>
                <a:cubicBezTo>
                  <a:pt x="499" y="610"/>
                  <a:pt x="499" y="610"/>
                  <a:pt x="499" y="610"/>
                </a:cubicBezTo>
                <a:cubicBezTo>
                  <a:pt x="498" y="609"/>
                  <a:pt x="497" y="609"/>
                  <a:pt x="496" y="608"/>
                </a:cubicBezTo>
                <a:cubicBezTo>
                  <a:pt x="496" y="601"/>
                  <a:pt x="496" y="601"/>
                  <a:pt x="496" y="601"/>
                </a:cubicBezTo>
                <a:cubicBezTo>
                  <a:pt x="499" y="603"/>
                  <a:pt x="499" y="603"/>
                  <a:pt x="499" y="603"/>
                </a:cubicBezTo>
                <a:close/>
                <a:moveTo>
                  <a:pt x="499" y="611"/>
                </a:moveTo>
                <a:cubicBezTo>
                  <a:pt x="499" y="616"/>
                  <a:pt x="499" y="616"/>
                  <a:pt x="499" y="616"/>
                </a:cubicBezTo>
                <a:cubicBezTo>
                  <a:pt x="498" y="617"/>
                  <a:pt x="497" y="617"/>
                  <a:pt x="496" y="618"/>
                </a:cubicBezTo>
                <a:cubicBezTo>
                  <a:pt x="496" y="612"/>
                  <a:pt x="496" y="612"/>
                  <a:pt x="496" y="612"/>
                </a:cubicBezTo>
                <a:cubicBezTo>
                  <a:pt x="497" y="612"/>
                  <a:pt x="498" y="612"/>
                  <a:pt x="499" y="611"/>
                </a:cubicBezTo>
                <a:close/>
                <a:moveTo>
                  <a:pt x="499" y="668"/>
                </a:moveTo>
                <a:cubicBezTo>
                  <a:pt x="499" y="680"/>
                  <a:pt x="499" y="680"/>
                  <a:pt x="499" y="680"/>
                </a:cubicBezTo>
                <a:cubicBezTo>
                  <a:pt x="496" y="681"/>
                  <a:pt x="496" y="681"/>
                  <a:pt x="496" y="681"/>
                </a:cubicBezTo>
                <a:cubicBezTo>
                  <a:pt x="496" y="669"/>
                  <a:pt x="496" y="669"/>
                  <a:pt x="496" y="669"/>
                </a:cubicBezTo>
                <a:cubicBezTo>
                  <a:pt x="499" y="668"/>
                  <a:pt x="499" y="668"/>
                  <a:pt x="499" y="668"/>
                </a:cubicBezTo>
                <a:close/>
                <a:moveTo>
                  <a:pt x="499" y="733"/>
                </a:moveTo>
                <a:cubicBezTo>
                  <a:pt x="499" y="742"/>
                  <a:pt x="499" y="742"/>
                  <a:pt x="499" y="742"/>
                </a:cubicBezTo>
                <a:cubicBezTo>
                  <a:pt x="498" y="742"/>
                  <a:pt x="497" y="743"/>
                  <a:pt x="496" y="743"/>
                </a:cubicBezTo>
                <a:cubicBezTo>
                  <a:pt x="496" y="734"/>
                  <a:pt x="496" y="734"/>
                  <a:pt x="496" y="734"/>
                </a:cubicBezTo>
                <a:cubicBezTo>
                  <a:pt x="497" y="734"/>
                  <a:pt x="498" y="733"/>
                  <a:pt x="499" y="733"/>
                </a:cubicBezTo>
                <a:cubicBezTo>
                  <a:pt x="499" y="733"/>
                  <a:pt x="499" y="733"/>
                  <a:pt x="499" y="733"/>
                </a:cubicBezTo>
                <a:close/>
                <a:moveTo>
                  <a:pt x="499" y="751"/>
                </a:moveTo>
                <a:cubicBezTo>
                  <a:pt x="499" y="763"/>
                  <a:pt x="499" y="763"/>
                  <a:pt x="499" y="763"/>
                </a:cubicBezTo>
                <a:cubicBezTo>
                  <a:pt x="498" y="762"/>
                  <a:pt x="497" y="761"/>
                  <a:pt x="496" y="760"/>
                </a:cubicBezTo>
                <a:cubicBezTo>
                  <a:pt x="496" y="748"/>
                  <a:pt x="496" y="748"/>
                  <a:pt x="496" y="748"/>
                </a:cubicBezTo>
                <a:cubicBezTo>
                  <a:pt x="497" y="749"/>
                  <a:pt x="498" y="750"/>
                  <a:pt x="499" y="751"/>
                </a:cubicBezTo>
                <a:close/>
                <a:moveTo>
                  <a:pt x="496" y="563"/>
                </a:moveTo>
                <a:cubicBezTo>
                  <a:pt x="496" y="558"/>
                  <a:pt x="496" y="558"/>
                  <a:pt x="496" y="558"/>
                </a:cubicBezTo>
                <a:cubicBezTo>
                  <a:pt x="497" y="559"/>
                  <a:pt x="497" y="559"/>
                  <a:pt x="497" y="559"/>
                </a:cubicBezTo>
                <a:cubicBezTo>
                  <a:pt x="497" y="561"/>
                  <a:pt x="496" y="562"/>
                  <a:pt x="496" y="563"/>
                </a:cubicBezTo>
                <a:close/>
                <a:moveTo>
                  <a:pt x="496" y="121"/>
                </a:moveTo>
                <a:cubicBezTo>
                  <a:pt x="496" y="112"/>
                  <a:pt x="496" y="112"/>
                  <a:pt x="496" y="112"/>
                </a:cubicBezTo>
                <a:cubicBezTo>
                  <a:pt x="497" y="114"/>
                  <a:pt x="498" y="116"/>
                  <a:pt x="498" y="119"/>
                </a:cubicBezTo>
                <a:cubicBezTo>
                  <a:pt x="497" y="120"/>
                  <a:pt x="497" y="120"/>
                  <a:pt x="496" y="121"/>
                </a:cubicBezTo>
                <a:close/>
                <a:moveTo>
                  <a:pt x="491" y="12"/>
                </a:moveTo>
                <a:cubicBezTo>
                  <a:pt x="493" y="13"/>
                  <a:pt x="494" y="13"/>
                  <a:pt x="496" y="14"/>
                </a:cubicBezTo>
                <a:cubicBezTo>
                  <a:pt x="496" y="21"/>
                  <a:pt x="496" y="21"/>
                  <a:pt x="496" y="21"/>
                </a:cubicBezTo>
                <a:cubicBezTo>
                  <a:pt x="494" y="21"/>
                  <a:pt x="493" y="21"/>
                  <a:pt x="491" y="20"/>
                </a:cubicBezTo>
                <a:cubicBezTo>
                  <a:pt x="491" y="12"/>
                  <a:pt x="491" y="12"/>
                  <a:pt x="491" y="12"/>
                </a:cubicBezTo>
                <a:close/>
                <a:moveTo>
                  <a:pt x="496" y="782"/>
                </a:moveTo>
                <a:cubicBezTo>
                  <a:pt x="494" y="782"/>
                  <a:pt x="493" y="783"/>
                  <a:pt x="491" y="783"/>
                </a:cubicBezTo>
                <a:cubicBezTo>
                  <a:pt x="491" y="774"/>
                  <a:pt x="491" y="774"/>
                  <a:pt x="491" y="774"/>
                </a:cubicBezTo>
                <a:cubicBezTo>
                  <a:pt x="493" y="774"/>
                  <a:pt x="494" y="774"/>
                  <a:pt x="496" y="773"/>
                </a:cubicBezTo>
                <a:cubicBezTo>
                  <a:pt x="496" y="782"/>
                  <a:pt x="496" y="782"/>
                  <a:pt x="496" y="782"/>
                </a:cubicBezTo>
                <a:close/>
                <a:moveTo>
                  <a:pt x="496" y="44"/>
                </a:moveTo>
                <a:cubicBezTo>
                  <a:pt x="496" y="59"/>
                  <a:pt x="496" y="59"/>
                  <a:pt x="496" y="59"/>
                </a:cubicBezTo>
                <a:cubicBezTo>
                  <a:pt x="494" y="57"/>
                  <a:pt x="494" y="57"/>
                  <a:pt x="494" y="57"/>
                </a:cubicBezTo>
                <a:cubicBezTo>
                  <a:pt x="491" y="57"/>
                  <a:pt x="491" y="57"/>
                  <a:pt x="491" y="57"/>
                </a:cubicBezTo>
                <a:cubicBezTo>
                  <a:pt x="491" y="29"/>
                  <a:pt x="491" y="29"/>
                  <a:pt x="491" y="29"/>
                </a:cubicBezTo>
                <a:cubicBezTo>
                  <a:pt x="493" y="35"/>
                  <a:pt x="494" y="40"/>
                  <a:pt x="496" y="44"/>
                </a:cubicBezTo>
                <a:close/>
                <a:moveTo>
                  <a:pt x="496" y="86"/>
                </a:moveTo>
                <a:cubicBezTo>
                  <a:pt x="496" y="97"/>
                  <a:pt x="496" y="97"/>
                  <a:pt x="496" y="97"/>
                </a:cubicBezTo>
                <a:cubicBezTo>
                  <a:pt x="495" y="97"/>
                  <a:pt x="495" y="97"/>
                  <a:pt x="495" y="97"/>
                </a:cubicBezTo>
                <a:cubicBezTo>
                  <a:pt x="494" y="100"/>
                  <a:pt x="493" y="103"/>
                  <a:pt x="492" y="106"/>
                </a:cubicBezTo>
                <a:cubicBezTo>
                  <a:pt x="493" y="108"/>
                  <a:pt x="495" y="110"/>
                  <a:pt x="496" y="112"/>
                </a:cubicBezTo>
                <a:cubicBezTo>
                  <a:pt x="496" y="121"/>
                  <a:pt x="496" y="121"/>
                  <a:pt x="496" y="121"/>
                </a:cubicBezTo>
                <a:cubicBezTo>
                  <a:pt x="494" y="122"/>
                  <a:pt x="493" y="122"/>
                  <a:pt x="491" y="122"/>
                </a:cubicBezTo>
                <a:cubicBezTo>
                  <a:pt x="491" y="81"/>
                  <a:pt x="491" y="81"/>
                  <a:pt x="491" y="81"/>
                </a:cubicBezTo>
                <a:cubicBezTo>
                  <a:pt x="491" y="82"/>
                  <a:pt x="491" y="83"/>
                  <a:pt x="491" y="84"/>
                </a:cubicBezTo>
                <a:cubicBezTo>
                  <a:pt x="493" y="85"/>
                  <a:pt x="495" y="85"/>
                  <a:pt x="496" y="86"/>
                </a:cubicBezTo>
                <a:close/>
                <a:moveTo>
                  <a:pt x="496" y="126"/>
                </a:moveTo>
                <a:cubicBezTo>
                  <a:pt x="496" y="143"/>
                  <a:pt x="496" y="143"/>
                  <a:pt x="496" y="143"/>
                </a:cubicBezTo>
                <a:cubicBezTo>
                  <a:pt x="494" y="142"/>
                  <a:pt x="493" y="142"/>
                  <a:pt x="491" y="141"/>
                </a:cubicBezTo>
                <a:cubicBezTo>
                  <a:pt x="491" y="125"/>
                  <a:pt x="491" y="125"/>
                  <a:pt x="491" y="125"/>
                </a:cubicBezTo>
                <a:cubicBezTo>
                  <a:pt x="493" y="125"/>
                  <a:pt x="494" y="126"/>
                  <a:pt x="496" y="126"/>
                </a:cubicBezTo>
                <a:close/>
                <a:moveTo>
                  <a:pt x="496" y="186"/>
                </a:moveTo>
                <a:cubicBezTo>
                  <a:pt x="496" y="192"/>
                  <a:pt x="496" y="192"/>
                  <a:pt x="496" y="192"/>
                </a:cubicBezTo>
                <a:cubicBezTo>
                  <a:pt x="495" y="191"/>
                  <a:pt x="493" y="191"/>
                  <a:pt x="491" y="190"/>
                </a:cubicBezTo>
                <a:cubicBezTo>
                  <a:pt x="491" y="184"/>
                  <a:pt x="491" y="184"/>
                  <a:pt x="491" y="184"/>
                </a:cubicBezTo>
                <a:cubicBezTo>
                  <a:pt x="493" y="185"/>
                  <a:pt x="494" y="186"/>
                  <a:pt x="496" y="186"/>
                </a:cubicBezTo>
                <a:close/>
                <a:moveTo>
                  <a:pt x="496" y="210"/>
                </a:moveTo>
                <a:cubicBezTo>
                  <a:pt x="496" y="216"/>
                  <a:pt x="496" y="216"/>
                  <a:pt x="496" y="216"/>
                </a:cubicBezTo>
                <a:cubicBezTo>
                  <a:pt x="494" y="215"/>
                  <a:pt x="493" y="214"/>
                  <a:pt x="491" y="213"/>
                </a:cubicBezTo>
                <a:cubicBezTo>
                  <a:pt x="491" y="195"/>
                  <a:pt x="491" y="195"/>
                  <a:pt x="491" y="195"/>
                </a:cubicBezTo>
                <a:cubicBezTo>
                  <a:pt x="492" y="201"/>
                  <a:pt x="492" y="206"/>
                  <a:pt x="496" y="210"/>
                </a:cubicBezTo>
                <a:close/>
                <a:moveTo>
                  <a:pt x="496" y="285"/>
                </a:moveTo>
                <a:cubicBezTo>
                  <a:pt x="496" y="292"/>
                  <a:pt x="496" y="292"/>
                  <a:pt x="496" y="292"/>
                </a:cubicBezTo>
                <a:cubicBezTo>
                  <a:pt x="496" y="292"/>
                  <a:pt x="495" y="292"/>
                  <a:pt x="495" y="292"/>
                </a:cubicBezTo>
                <a:cubicBezTo>
                  <a:pt x="494" y="292"/>
                  <a:pt x="492" y="294"/>
                  <a:pt x="491" y="294"/>
                </a:cubicBezTo>
                <a:cubicBezTo>
                  <a:pt x="491" y="291"/>
                  <a:pt x="491" y="291"/>
                  <a:pt x="491" y="291"/>
                </a:cubicBezTo>
                <a:cubicBezTo>
                  <a:pt x="493" y="290"/>
                  <a:pt x="494" y="288"/>
                  <a:pt x="495" y="286"/>
                </a:cubicBezTo>
                <a:cubicBezTo>
                  <a:pt x="496" y="285"/>
                  <a:pt x="496" y="285"/>
                  <a:pt x="496" y="285"/>
                </a:cubicBezTo>
                <a:close/>
                <a:moveTo>
                  <a:pt x="496" y="300"/>
                </a:moveTo>
                <a:cubicBezTo>
                  <a:pt x="496" y="305"/>
                  <a:pt x="496" y="305"/>
                  <a:pt x="496" y="305"/>
                </a:cubicBezTo>
                <a:cubicBezTo>
                  <a:pt x="494" y="303"/>
                  <a:pt x="493" y="302"/>
                  <a:pt x="491" y="302"/>
                </a:cubicBezTo>
                <a:cubicBezTo>
                  <a:pt x="491" y="296"/>
                  <a:pt x="491" y="296"/>
                  <a:pt x="491" y="296"/>
                </a:cubicBezTo>
                <a:cubicBezTo>
                  <a:pt x="491" y="297"/>
                  <a:pt x="491" y="297"/>
                  <a:pt x="491" y="297"/>
                </a:cubicBezTo>
                <a:cubicBezTo>
                  <a:pt x="493" y="298"/>
                  <a:pt x="494" y="299"/>
                  <a:pt x="496" y="300"/>
                </a:cubicBezTo>
                <a:close/>
                <a:moveTo>
                  <a:pt x="496" y="313"/>
                </a:moveTo>
                <a:cubicBezTo>
                  <a:pt x="496" y="319"/>
                  <a:pt x="496" y="319"/>
                  <a:pt x="496" y="319"/>
                </a:cubicBezTo>
                <a:cubicBezTo>
                  <a:pt x="494" y="321"/>
                  <a:pt x="493" y="323"/>
                  <a:pt x="491" y="324"/>
                </a:cubicBezTo>
                <a:cubicBezTo>
                  <a:pt x="491" y="320"/>
                  <a:pt x="491" y="320"/>
                  <a:pt x="491" y="320"/>
                </a:cubicBezTo>
                <a:cubicBezTo>
                  <a:pt x="492" y="319"/>
                  <a:pt x="492" y="318"/>
                  <a:pt x="493" y="317"/>
                </a:cubicBezTo>
                <a:cubicBezTo>
                  <a:pt x="492" y="317"/>
                  <a:pt x="492" y="316"/>
                  <a:pt x="491" y="316"/>
                </a:cubicBezTo>
                <a:cubicBezTo>
                  <a:pt x="491" y="312"/>
                  <a:pt x="491" y="312"/>
                  <a:pt x="491" y="312"/>
                </a:cubicBezTo>
                <a:cubicBezTo>
                  <a:pt x="493" y="313"/>
                  <a:pt x="493" y="313"/>
                  <a:pt x="493" y="313"/>
                </a:cubicBezTo>
                <a:cubicBezTo>
                  <a:pt x="494" y="313"/>
                  <a:pt x="495" y="313"/>
                  <a:pt x="496" y="313"/>
                </a:cubicBezTo>
                <a:close/>
                <a:moveTo>
                  <a:pt x="496" y="356"/>
                </a:moveTo>
                <a:cubicBezTo>
                  <a:pt x="496" y="378"/>
                  <a:pt x="496" y="378"/>
                  <a:pt x="496" y="378"/>
                </a:cubicBezTo>
                <a:cubicBezTo>
                  <a:pt x="494" y="380"/>
                  <a:pt x="492" y="382"/>
                  <a:pt x="491" y="384"/>
                </a:cubicBezTo>
                <a:cubicBezTo>
                  <a:pt x="491" y="378"/>
                  <a:pt x="491" y="378"/>
                  <a:pt x="491" y="378"/>
                </a:cubicBezTo>
                <a:cubicBezTo>
                  <a:pt x="493" y="376"/>
                  <a:pt x="494" y="375"/>
                  <a:pt x="496" y="373"/>
                </a:cubicBezTo>
                <a:cubicBezTo>
                  <a:pt x="496" y="365"/>
                  <a:pt x="496" y="365"/>
                  <a:pt x="494" y="363"/>
                </a:cubicBezTo>
                <a:cubicBezTo>
                  <a:pt x="493" y="365"/>
                  <a:pt x="492" y="366"/>
                  <a:pt x="491" y="367"/>
                </a:cubicBezTo>
                <a:cubicBezTo>
                  <a:pt x="491" y="347"/>
                  <a:pt x="491" y="347"/>
                  <a:pt x="491" y="347"/>
                </a:cubicBezTo>
                <a:cubicBezTo>
                  <a:pt x="493" y="350"/>
                  <a:pt x="495" y="353"/>
                  <a:pt x="496" y="356"/>
                </a:cubicBezTo>
                <a:close/>
                <a:moveTo>
                  <a:pt x="496" y="388"/>
                </a:moveTo>
                <a:cubicBezTo>
                  <a:pt x="496" y="392"/>
                  <a:pt x="496" y="392"/>
                  <a:pt x="496" y="392"/>
                </a:cubicBezTo>
                <a:cubicBezTo>
                  <a:pt x="493" y="395"/>
                  <a:pt x="492" y="396"/>
                  <a:pt x="491" y="399"/>
                </a:cubicBezTo>
                <a:cubicBezTo>
                  <a:pt x="491" y="391"/>
                  <a:pt x="491" y="391"/>
                  <a:pt x="491" y="391"/>
                </a:cubicBezTo>
                <a:cubicBezTo>
                  <a:pt x="493" y="390"/>
                  <a:pt x="494" y="389"/>
                  <a:pt x="496" y="388"/>
                </a:cubicBezTo>
                <a:close/>
                <a:moveTo>
                  <a:pt x="496" y="401"/>
                </a:moveTo>
                <a:cubicBezTo>
                  <a:pt x="496" y="405"/>
                  <a:pt x="496" y="405"/>
                  <a:pt x="496" y="405"/>
                </a:cubicBezTo>
                <a:cubicBezTo>
                  <a:pt x="494" y="406"/>
                  <a:pt x="493" y="408"/>
                  <a:pt x="491" y="408"/>
                </a:cubicBezTo>
                <a:cubicBezTo>
                  <a:pt x="491" y="404"/>
                  <a:pt x="491" y="404"/>
                  <a:pt x="491" y="404"/>
                </a:cubicBezTo>
                <a:cubicBezTo>
                  <a:pt x="493" y="403"/>
                  <a:pt x="494" y="402"/>
                  <a:pt x="496" y="401"/>
                </a:cubicBezTo>
                <a:close/>
                <a:moveTo>
                  <a:pt x="496" y="413"/>
                </a:moveTo>
                <a:cubicBezTo>
                  <a:pt x="496" y="418"/>
                  <a:pt x="496" y="418"/>
                  <a:pt x="496" y="418"/>
                </a:cubicBezTo>
                <a:cubicBezTo>
                  <a:pt x="494" y="418"/>
                  <a:pt x="493" y="419"/>
                  <a:pt x="491" y="420"/>
                </a:cubicBezTo>
                <a:cubicBezTo>
                  <a:pt x="491" y="414"/>
                  <a:pt x="491" y="414"/>
                  <a:pt x="491" y="414"/>
                </a:cubicBezTo>
                <a:cubicBezTo>
                  <a:pt x="493" y="414"/>
                  <a:pt x="494" y="413"/>
                  <a:pt x="496" y="413"/>
                </a:cubicBezTo>
                <a:close/>
                <a:moveTo>
                  <a:pt x="496" y="424"/>
                </a:moveTo>
                <a:cubicBezTo>
                  <a:pt x="496" y="429"/>
                  <a:pt x="496" y="429"/>
                  <a:pt x="496" y="429"/>
                </a:cubicBezTo>
                <a:cubicBezTo>
                  <a:pt x="494" y="429"/>
                  <a:pt x="493" y="430"/>
                  <a:pt x="491" y="430"/>
                </a:cubicBezTo>
                <a:cubicBezTo>
                  <a:pt x="491" y="425"/>
                  <a:pt x="491" y="425"/>
                  <a:pt x="491" y="425"/>
                </a:cubicBezTo>
                <a:cubicBezTo>
                  <a:pt x="493" y="425"/>
                  <a:pt x="495" y="425"/>
                  <a:pt x="496" y="424"/>
                </a:cubicBezTo>
                <a:close/>
                <a:moveTo>
                  <a:pt x="496" y="436"/>
                </a:moveTo>
                <a:cubicBezTo>
                  <a:pt x="496" y="446"/>
                  <a:pt x="496" y="446"/>
                  <a:pt x="496" y="446"/>
                </a:cubicBezTo>
                <a:cubicBezTo>
                  <a:pt x="495" y="449"/>
                  <a:pt x="493" y="453"/>
                  <a:pt x="491" y="456"/>
                </a:cubicBezTo>
                <a:cubicBezTo>
                  <a:pt x="491" y="446"/>
                  <a:pt x="491" y="446"/>
                  <a:pt x="491" y="446"/>
                </a:cubicBezTo>
                <a:cubicBezTo>
                  <a:pt x="492" y="445"/>
                  <a:pt x="493" y="444"/>
                  <a:pt x="495" y="441"/>
                </a:cubicBezTo>
                <a:cubicBezTo>
                  <a:pt x="493" y="441"/>
                  <a:pt x="493" y="441"/>
                  <a:pt x="491" y="441"/>
                </a:cubicBezTo>
                <a:cubicBezTo>
                  <a:pt x="491" y="437"/>
                  <a:pt x="491" y="437"/>
                  <a:pt x="491" y="437"/>
                </a:cubicBezTo>
                <a:cubicBezTo>
                  <a:pt x="496" y="436"/>
                  <a:pt x="496" y="436"/>
                  <a:pt x="496" y="436"/>
                </a:cubicBezTo>
                <a:close/>
                <a:moveTo>
                  <a:pt x="496" y="483"/>
                </a:moveTo>
                <a:cubicBezTo>
                  <a:pt x="496" y="489"/>
                  <a:pt x="496" y="489"/>
                  <a:pt x="496" y="489"/>
                </a:cubicBezTo>
                <a:cubicBezTo>
                  <a:pt x="496" y="488"/>
                  <a:pt x="495" y="488"/>
                  <a:pt x="495" y="487"/>
                </a:cubicBezTo>
                <a:cubicBezTo>
                  <a:pt x="494" y="487"/>
                  <a:pt x="493" y="487"/>
                  <a:pt x="493" y="487"/>
                </a:cubicBezTo>
                <a:cubicBezTo>
                  <a:pt x="491" y="489"/>
                  <a:pt x="491" y="489"/>
                  <a:pt x="491" y="489"/>
                </a:cubicBezTo>
                <a:cubicBezTo>
                  <a:pt x="491" y="478"/>
                  <a:pt x="491" y="478"/>
                  <a:pt x="491" y="478"/>
                </a:cubicBezTo>
                <a:cubicBezTo>
                  <a:pt x="496" y="483"/>
                  <a:pt x="496" y="483"/>
                  <a:pt x="496" y="483"/>
                </a:cubicBezTo>
                <a:close/>
                <a:moveTo>
                  <a:pt x="496" y="498"/>
                </a:moveTo>
                <a:cubicBezTo>
                  <a:pt x="496" y="505"/>
                  <a:pt x="496" y="505"/>
                  <a:pt x="496" y="505"/>
                </a:cubicBezTo>
                <a:cubicBezTo>
                  <a:pt x="495" y="508"/>
                  <a:pt x="494" y="510"/>
                  <a:pt x="496" y="514"/>
                </a:cubicBezTo>
                <a:cubicBezTo>
                  <a:pt x="496" y="518"/>
                  <a:pt x="496" y="518"/>
                  <a:pt x="496" y="518"/>
                </a:cubicBezTo>
                <a:cubicBezTo>
                  <a:pt x="491" y="514"/>
                  <a:pt x="491" y="514"/>
                  <a:pt x="491" y="514"/>
                </a:cubicBezTo>
                <a:cubicBezTo>
                  <a:pt x="491" y="505"/>
                  <a:pt x="491" y="505"/>
                  <a:pt x="491" y="505"/>
                </a:cubicBezTo>
                <a:cubicBezTo>
                  <a:pt x="493" y="502"/>
                  <a:pt x="495" y="500"/>
                  <a:pt x="496" y="498"/>
                </a:cubicBezTo>
                <a:close/>
                <a:moveTo>
                  <a:pt x="496" y="558"/>
                </a:moveTo>
                <a:cubicBezTo>
                  <a:pt x="496" y="563"/>
                  <a:pt x="496" y="563"/>
                  <a:pt x="496" y="563"/>
                </a:cubicBezTo>
                <a:cubicBezTo>
                  <a:pt x="495" y="566"/>
                  <a:pt x="493" y="568"/>
                  <a:pt x="491" y="570"/>
                </a:cubicBezTo>
                <a:cubicBezTo>
                  <a:pt x="491" y="550"/>
                  <a:pt x="491" y="550"/>
                  <a:pt x="491" y="550"/>
                </a:cubicBezTo>
                <a:cubicBezTo>
                  <a:pt x="496" y="558"/>
                  <a:pt x="496" y="558"/>
                  <a:pt x="496" y="558"/>
                </a:cubicBezTo>
                <a:close/>
                <a:moveTo>
                  <a:pt x="496" y="586"/>
                </a:moveTo>
                <a:cubicBezTo>
                  <a:pt x="496" y="593"/>
                  <a:pt x="496" y="593"/>
                  <a:pt x="496" y="593"/>
                </a:cubicBezTo>
                <a:cubicBezTo>
                  <a:pt x="494" y="594"/>
                  <a:pt x="493" y="594"/>
                  <a:pt x="491" y="595"/>
                </a:cubicBezTo>
                <a:cubicBezTo>
                  <a:pt x="491" y="589"/>
                  <a:pt x="491" y="589"/>
                  <a:pt x="491" y="589"/>
                </a:cubicBezTo>
                <a:cubicBezTo>
                  <a:pt x="496" y="586"/>
                  <a:pt x="496" y="586"/>
                  <a:pt x="496" y="586"/>
                </a:cubicBezTo>
                <a:close/>
                <a:moveTo>
                  <a:pt x="496" y="601"/>
                </a:moveTo>
                <a:cubicBezTo>
                  <a:pt x="496" y="608"/>
                  <a:pt x="496" y="608"/>
                  <a:pt x="496" y="608"/>
                </a:cubicBezTo>
                <a:cubicBezTo>
                  <a:pt x="494" y="607"/>
                  <a:pt x="493" y="606"/>
                  <a:pt x="491" y="605"/>
                </a:cubicBezTo>
                <a:cubicBezTo>
                  <a:pt x="491" y="598"/>
                  <a:pt x="491" y="598"/>
                  <a:pt x="491" y="598"/>
                </a:cubicBezTo>
                <a:cubicBezTo>
                  <a:pt x="493" y="599"/>
                  <a:pt x="494" y="600"/>
                  <a:pt x="496" y="601"/>
                </a:cubicBezTo>
                <a:close/>
                <a:moveTo>
                  <a:pt x="496" y="612"/>
                </a:moveTo>
                <a:cubicBezTo>
                  <a:pt x="496" y="618"/>
                  <a:pt x="496" y="618"/>
                  <a:pt x="496" y="618"/>
                </a:cubicBezTo>
                <a:cubicBezTo>
                  <a:pt x="494" y="619"/>
                  <a:pt x="493" y="620"/>
                  <a:pt x="491" y="620"/>
                </a:cubicBezTo>
                <a:cubicBezTo>
                  <a:pt x="491" y="614"/>
                  <a:pt x="491" y="614"/>
                  <a:pt x="491" y="614"/>
                </a:cubicBezTo>
                <a:cubicBezTo>
                  <a:pt x="493" y="613"/>
                  <a:pt x="495" y="613"/>
                  <a:pt x="496" y="612"/>
                </a:cubicBezTo>
                <a:close/>
                <a:moveTo>
                  <a:pt x="496" y="669"/>
                </a:moveTo>
                <a:cubicBezTo>
                  <a:pt x="496" y="681"/>
                  <a:pt x="496" y="681"/>
                  <a:pt x="496" y="681"/>
                </a:cubicBezTo>
                <a:cubicBezTo>
                  <a:pt x="491" y="683"/>
                  <a:pt x="491" y="683"/>
                  <a:pt x="491" y="683"/>
                </a:cubicBezTo>
                <a:cubicBezTo>
                  <a:pt x="491" y="671"/>
                  <a:pt x="491" y="671"/>
                  <a:pt x="491" y="671"/>
                </a:cubicBezTo>
                <a:cubicBezTo>
                  <a:pt x="496" y="669"/>
                  <a:pt x="496" y="669"/>
                  <a:pt x="496" y="669"/>
                </a:cubicBezTo>
                <a:close/>
                <a:moveTo>
                  <a:pt x="496" y="734"/>
                </a:moveTo>
                <a:cubicBezTo>
                  <a:pt x="496" y="743"/>
                  <a:pt x="496" y="743"/>
                  <a:pt x="496" y="743"/>
                </a:cubicBezTo>
                <a:cubicBezTo>
                  <a:pt x="495" y="743"/>
                  <a:pt x="493" y="744"/>
                  <a:pt x="491" y="744"/>
                </a:cubicBezTo>
                <a:cubicBezTo>
                  <a:pt x="493" y="746"/>
                  <a:pt x="495" y="747"/>
                  <a:pt x="496" y="748"/>
                </a:cubicBezTo>
                <a:cubicBezTo>
                  <a:pt x="496" y="760"/>
                  <a:pt x="496" y="760"/>
                  <a:pt x="496" y="760"/>
                </a:cubicBezTo>
                <a:cubicBezTo>
                  <a:pt x="494" y="758"/>
                  <a:pt x="493" y="757"/>
                  <a:pt x="491" y="755"/>
                </a:cubicBezTo>
                <a:cubicBezTo>
                  <a:pt x="491" y="736"/>
                  <a:pt x="491" y="736"/>
                  <a:pt x="491" y="736"/>
                </a:cubicBezTo>
                <a:cubicBezTo>
                  <a:pt x="493" y="736"/>
                  <a:pt x="494" y="735"/>
                  <a:pt x="496" y="734"/>
                </a:cubicBezTo>
                <a:close/>
                <a:moveTo>
                  <a:pt x="491" y="257"/>
                </a:moveTo>
                <a:cubicBezTo>
                  <a:pt x="491" y="245"/>
                  <a:pt x="491" y="245"/>
                  <a:pt x="491" y="245"/>
                </a:cubicBezTo>
                <a:cubicBezTo>
                  <a:pt x="492" y="247"/>
                  <a:pt x="492" y="250"/>
                  <a:pt x="492" y="254"/>
                </a:cubicBezTo>
                <a:cubicBezTo>
                  <a:pt x="492" y="255"/>
                  <a:pt x="491" y="256"/>
                  <a:pt x="491" y="257"/>
                </a:cubicBezTo>
                <a:close/>
                <a:moveTo>
                  <a:pt x="489" y="12"/>
                </a:moveTo>
                <a:cubicBezTo>
                  <a:pt x="490" y="12"/>
                  <a:pt x="490" y="12"/>
                  <a:pt x="491" y="12"/>
                </a:cubicBezTo>
                <a:cubicBezTo>
                  <a:pt x="491" y="20"/>
                  <a:pt x="491" y="20"/>
                  <a:pt x="491" y="20"/>
                </a:cubicBezTo>
                <a:cubicBezTo>
                  <a:pt x="490" y="20"/>
                  <a:pt x="490" y="20"/>
                  <a:pt x="489" y="20"/>
                </a:cubicBezTo>
                <a:cubicBezTo>
                  <a:pt x="489" y="12"/>
                  <a:pt x="489" y="12"/>
                  <a:pt x="489" y="12"/>
                </a:cubicBezTo>
                <a:close/>
                <a:moveTo>
                  <a:pt x="491" y="783"/>
                </a:moveTo>
                <a:cubicBezTo>
                  <a:pt x="489" y="783"/>
                  <a:pt x="489" y="783"/>
                  <a:pt x="489" y="783"/>
                </a:cubicBezTo>
                <a:cubicBezTo>
                  <a:pt x="489" y="774"/>
                  <a:pt x="489" y="774"/>
                  <a:pt x="489" y="774"/>
                </a:cubicBezTo>
                <a:cubicBezTo>
                  <a:pt x="490" y="774"/>
                  <a:pt x="490" y="774"/>
                  <a:pt x="491" y="774"/>
                </a:cubicBezTo>
                <a:cubicBezTo>
                  <a:pt x="491" y="783"/>
                  <a:pt x="491" y="783"/>
                  <a:pt x="491" y="783"/>
                </a:cubicBezTo>
                <a:close/>
                <a:moveTo>
                  <a:pt x="491" y="29"/>
                </a:moveTo>
                <a:cubicBezTo>
                  <a:pt x="491" y="57"/>
                  <a:pt x="491" y="57"/>
                  <a:pt x="491" y="57"/>
                </a:cubicBezTo>
                <a:cubicBezTo>
                  <a:pt x="489" y="57"/>
                  <a:pt x="489" y="57"/>
                  <a:pt x="489" y="57"/>
                </a:cubicBezTo>
                <a:cubicBezTo>
                  <a:pt x="489" y="24"/>
                  <a:pt x="489" y="24"/>
                  <a:pt x="489" y="24"/>
                </a:cubicBezTo>
                <a:cubicBezTo>
                  <a:pt x="490" y="26"/>
                  <a:pt x="490" y="27"/>
                  <a:pt x="491" y="29"/>
                </a:cubicBezTo>
                <a:close/>
                <a:moveTo>
                  <a:pt x="491" y="81"/>
                </a:moveTo>
                <a:cubicBezTo>
                  <a:pt x="491" y="122"/>
                  <a:pt x="491" y="122"/>
                  <a:pt x="491" y="122"/>
                </a:cubicBezTo>
                <a:cubicBezTo>
                  <a:pt x="490" y="122"/>
                  <a:pt x="490" y="122"/>
                  <a:pt x="489" y="122"/>
                </a:cubicBezTo>
                <a:cubicBezTo>
                  <a:pt x="489" y="75"/>
                  <a:pt x="489" y="75"/>
                  <a:pt x="489" y="75"/>
                </a:cubicBezTo>
                <a:cubicBezTo>
                  <a:pt x="490" y="76"/>
                  <a:pt x="490" y="77"/>
                  <a:pt x="491" y="81"/>
                </a:cubicBezTo>
                <a:close/>
                <a:moveTo>
                  <a:pt x="491" y="125"/>
                </a:moveTo>
                <a:cubicBezTo>
                  <a:pt x="491" y="141"/>
                  <a:pt x="491" y="141"/>
                  <a:pt x="491" y="141"/>
                </a:cubicBezTo>
                <a:cubicBezTo>
                  <a:pt x="490" y="141"/>
                  <a:pt x="490" y="141"/>
                  <a:pt x="489" y="141"/>
                </a:cubicBezTo>
                <a:cubicBezTo>
                  <a:pt x="489" y="125"/>
                  <a:pt x="489" y="125"/>
                  <a:pt x="489" y="125"/>
                </a:cubicBezTo>
                <a:cubicBezTo>
                  <a:pt x="491" y="125"/>
                  <a:pt x="491" y="125"/>
                  <a:pt x="491" y="125"/>
                </a:cubicBezTo>
                <a:close/>
                <a:moveTo>
                  <a:pt x="491" y="184"/>
                </a:moveTo>
                <a:cubicBezTo>
                  <a:pt x="491" y="190"/>
                  <a:pt x="491" y="190"/>
                  <a:pt x="491" y="190"/>
                </a:cubicBezTo>
                <a:cubicBezTo>
                  <a:pt x="491" y="190"/>
                  <a:pt x="490" y="190"/>
                  <a:pt x="490" y="190"/>
                </a:cubicBezTo>
                <a:cubicBezTo>
                  <a:pt x="490" y="192"/>
                  <a:pt x="491" y="193"/>
                  <a:pt x="491" y="195"/>
                </a:cubicBezTo>
                <a:cubicBezTo>
                  <a:pt x="491" y="213"/>
                  <a:pt x="491" y="213"/>
                  <a:pt x="491" y="213"/>
                </a:cubicBezTo>
                <a:cubicBezTo>
                  <a:pt x="490" y="213"/>
                  <a:pt x="490" y="213"/>
                  <a:pt x="489" y="213"/>
                </a:cubicBezTo>
                <a:cubicBezTo>
                  <a:pt x="489" y="183"/>
                  <a:pt x="489" y="183"/>
                  <a:pt x="489" y="183"/>
                </a:cubicBezTo>
                <a:cubicBezTo>
                  <a:pt x="490" y="184"/>
                  <a:pt x="490" y="184"/>
                  <a:pt x="491" y="184"/>
                </a:cubicBezTo>
                <a:close/>
                <a:moveTo>
                  <a:pt x="491" y="245"/>
                </a:moveTo>
                <a:cubicBezTo>
                  <a:pt x="491" y="257"/>
                  <a:pt x="491" y="257"/>
                  <a:pt x="491" y="257"/>
                </a:cubicBezTo>
                <a:cubicBezTo>
                  <a:pt x="490" y="259"/>
                  <a:pt x="490" y="261"/>
                  <a:pt x="489" y="263"/>
                </a:cubicBezTo>
                <a:cubicBezTo>
                  <a:pt x="489" y="241"/>
                  <a:pt x="489" y="241"/>
                  <a:pt x="489" y="241"/>
                </a:cubicBezTo>
                <a:cubicBezTo>
                  <a:pt x="490" y="242"/>
                  <a:pt x="490" y="244"/>
                  <a:pt x="491" y="245"/>
                </a:cubicBezTo>
                <a:close/>
                <a:moveTo>
                  <a:pt x="491" y="291"/>
                </a:moveTo>
                <a:cubicBezTo>
                  <a:pt x="491" y="294"/>
                  <a:pt x="491" y="294"/>
                  <a:pt x="491" y="294"/>
                </a:cubicBezTo>
                <a:cubicBezTo>
                  <a:pt x="491" y="295"/>
                  <a:pt x="491" y="295"/>
                  <a:pt x="491" y="295"/>
                </a:cubicBezTo>
                <a:cubicBezTo>
                  <a:pt x="491" y="296"/>
                  <a:pt x="491" y="296"/>
                  <a:pt x="491" y="296"/>
                </a:cubicBezTo>
                <a:cubicBezTo>
                  <a:pt x="491" y="302"/>
                  <a:pt x="491" y="302"/>
                  <a:pt x="491" y="302"/>
                </a:cubicBezTo>
                <a:cubicBezTo>
                  <a:pt x="490" y="302"/>
                  <a:pt x="490" y="301"/>
                  <a:pt x="489" y="301"/>
                </a:cubicBezTo>
                <a:cubicBezTo>
                  <a:pt x="489" y="293"/>
                  <a:pt x="489" y="293"/>
                  <a:pt x="489" y="293"/>
                </a:cubicBezTo>
                <a:cubicBezTo>
                  <a:pt x="490" y="292"/>
                  <a:pt x="490" y="292"/>
                  <a:pt x="491" y="291"/>
                </a:cubicBezTo>
                <a:close/>
                <a:moveTo>
                  <a:pt x="491" y="312"/>
                </a:moveTo>
                <a:cubicBezTo>
                  <a:pt x="491" y="316"/>
                  <a:pt x="491" y="316"/>
                  <a:pt x="491" y="316"/>
                </a:cubicBezTo>
                <a:cubicBezTo>
                  <a:pt x="489" y="315"/>
                  <a:pt x="489" y="315"/>
                  <a:pt x="489" y="315"/>
                </a:cubicBezTo>
                <a:cubicBezTo>
                  <a:pt x="489" y="311"/>
                  <a:pt x="489" y="311"/>
                  <a:pt x="489" y="311"/>
                </a:cubicBezTo>
                <a:cubicBezTo>
                  <a:pt x="491" y="312"/>
                  <a:pt x="491" y="312"/>
                  <a:pt x="491" y="312"/>
                </a:cubicBezTo>
                <a:close/>
                <a:moveTo>
                  <a:pt x="491" y="320"/>
                </a:moveTo>
                <a:cubicBezTo>
                  <a:pt x="491" y="324"/>
                  <a:pt x="491" y="324"/>
                  <a:pt x="491" y="324"/>
                </a:cubicBezTo>
                <a:cubicBezTo>
                  <a:pt x="490" y="325"/>
                  <a:pt x="490" y="325"/>
                  <a:pt x="489" y="326"/>
                </a:cubicBezTo>
                <a:cubicBezTo>
                  <a:pt x="489" y="321"/>
                  <a:pt x="489" y="321"/>
                  <a:pt x="489" y="321"/>
                </a:cubicBezTo>
                <a:cubicBezTo>
                  <a:pt x="490" y="321"/>
                  <a:pt x="490" y="320"/>
                  <a:pt x="491" y="320"/>
                </a:cubicBezTo>
                <a:close/>
                <a:moveTo>
                  <a:pt x="491" y="347"/>
                </a:moveTo>
                <a:cubicBezTo>
                  <a:pt x="491" y="367"/>
                  <a:pt x="491" y="367"/>
                  <a:pt x="491" y="367"/>
                </a:cubicBezTo>
                <a:cubicBezTo>
                  <a:pt x="490" y="368"/>
                  <a:pt x="490" y="369"/>
                  <a:pt x="489" y="370"/>
                </a:cubicBezTo>
                <a:cubicBezTo>
                  <a:pt x="489" y="363"/>
                  <a:pt x="489" y="363"/>
                  <a:pt x="489" y="363"/>
                </a:cubicBezTo>
                <a:cubicBezTo>
                  <a:pt x="491" y="362"/>
                  <a:pt x="491" y="362"/>
                  <a:pt x="491" y="362"/>
                </a:cubicBezTo>
                <a:cubicBezTo>
                  <a:pt x="490" y="358"/>
                  <a:pt x="490" y="355"/>
                  <a:pt x="490" y="352"/>
                </a:cubicBezTo>
                <a:cubicBezTo>
                  <a:pt x="490" y="352"/>
                  <a:pt x="490" y="352"/>
                  <a:pt x="489" y="353"/>
                </a:cubicBezTo>
                <a:cubicBezTo>
                  <a:pt x="489" y="344"/>
                  <a:pt x="489" y="344"/>
                  <a:pt x="489" y="344"/>
                </a:cubicBezTo>
                <a:cubicBezTo>
                  <a:pt x="490" y="345"/>
                  <a:pt x="490" y="346"/>
                  <a:pt x="491" y="347"/>
                </a:cubicBezTo>
                <a:close/>
                <a:moveTo>
                  <a:pt x="491" y="378"/>
                </a:moveTo>
                <a:cubicBezTo>
                  <a:pt x="491" y="384"/>
                  <a:pt x="491" y="384"/>
                  <a:pt x="491" y="384"/>
                </a:cubicBezTo>
                <a:cubicBezTo>
                  <a:pt x="490" y="386"/>
                  <a:pt x="490" y="388"/>
                  <a:pt x="490" y="391"/>
                </a:cubicBezTo>
                <a:cubicBezTo>
                  <a:pt x="490" y="391"/>
                  <a:pt x="491" y="391"/>
                  <a:pt x="491" y="391"/>
                </a:cubicBezTo>
                <a:cubicBezTo>
                  <a:pt x="491" y="399"/>
                  <a:pt x="491" y="399"/>
                  <a:pt x="491" y="399"/>
                </a:cubicBezTo>
                <a:cubicBezTo>
                  <a:pt x="490" y="401"/>
                  <a:pt x="490" y="402"/>
                  <a:pt x="490" y="404"/>
                </a:cubicBezTo>
                <a:cubicBezTo>
                  <a:pt x="491" y="404"/>
                  <a:pt x="491" y="404"/>
                  <a:pt x="491" y="404"/>
                </a:cubicBezTo>
                <a:cubicBezTo>
                  <a:pt x="491" y="408"/>
                  <a:pt x="491" y="408"/>
                  <a:pt x="491" y="408"/>
                </a:cubicBezTo>
                <a:cubicBezTo>
                  <a:pt x="491" y="409"/>
                  <a:pt x="491" y="409"/>
                  <a:pt x="491" y="409"/>
                </a:cubicBezTo>
                <a:cubicBezTo>
                  <a:pt x="490" y="411"/>
                  <a:pt x="490" y="413"/>
                  <a:pt x="490" y="415"/>
                </a:cubicBezTo>
                <a:cubicBezTo>
                  <a:pt x="491" y="414"/>
                  <a:pt x="491" y="414"/>
                  <a:pt x="491" y="414"/>
                </a:cubicBezTo>
                <a:cubicBezTo>
                  <a:pt x="491" y="420"/>
                  <a:pt x="491" y="420"/>
                  <a:pt x="491" y="420"/>
                </a:cubicBezTo>
                <a:cubicBezTo>
                  <a:pt x="490" y="420"/>
                  <a:pt x="490" y="420"/>
                  <a:pt x="490" y="420"/>
                </a:cubicBezTo>
                <a:cubicBezTo>
                  <a:pt x="489" y="422"/>
                  <a:pt x="489" y="422"/>
                  <a:pt x="489" y="422"/>
                </a:cubicBezTo>
                <a:cubicBezTo>
                  <a:pt x="489" y="379"/>
                  <a:pt x="489" y="379"/>
                  <a:pt x="489" y="379"/>
                </a:cubicBezTo>
                <a:cubicBezTo>
                  <a:pt x="491" y="378"/>
                  <a:pt x="491" y="378"/>
                  <a:pt x="491" y="378"/>
                </a:cubicBezTo>
                <a:close/>
                <a:moveTo>
                  <a:pt x="491" y="425"/>
                </a:moveTo>
                <a:cubicBezTo>
                  <a:pt x="491" y="430"/>
                  <a:pt x="491" y="430"/>
                  <a:pt x="491" y="430"/>
                </a:cubicBezTo>
                <a:cubicBezTo>
                  <a:pt x="490" y="430"/>
                  <a:pt x="490" y="431"/>
                  <a:pt x="489" y="431"/>
                </a:cubicBezTo>
                <a:cubicBezTo>
                  <a:pt x="489" y="426"/>
                  <a:pt x="489" y="426"/>
                  <a:pt x="489" y="426"/>
                </a:cubicBezTo>
                <a:cubicBezTo>
                  <a:pt x="490" y="426"/>
                  <a:pt x="490" y="426"/>
                  <a:pt x="491" y="425"/>
                </a:cubicBezTo>
                <a:close/>
                <a:moveTo>
                  <a:pt x="491" y="437"/>
                </a:moveTo>
                <a:cubicBezTo>
                  <a:pt x="491" y="441"/>
                  <a:pt x="491" y="441"/>
                  <a:pt x="491" y="441"/>
                </a:cubicBezTo>
                <a:cubicBezTo>
                  <a:pt x="490" y="441"/>
                  <a:pt x="490" y="441"/>
                  <a:pt x="489" y="442"/>
                </a:cubicBezTo>
                <a:cubicBezTo>
                  <a:pt x="489" y="437"/>
                  <a:pt x="489" y="437"/>
                  <a:pt x="489" y="437"/>
                </a:cubicBezTo>
                <a:cubicBezTo>
                  <a:pt x="491" y="437"/>
                  <a:pt x="491" y="437"/>
                  <a:pt x="491" y="437"/>
                </a:cubicBezTo>
                <a:close/>
                <a:moveTo>
                  <a:pt x="491" y="446"/>
                </a:moveTo>
                <a:cubicBezTo>
                  <a:pt x="491" y="456"/>
                  <a:pt x="491" y="456"/>
                  <a:pt x="491" y="456"/>
                </a:cubicBezTo>
                <a:cubicBezTo>
                  <a:pt x="490" y="457"/>
                  <a:pt x="490" y="458"/>
                  <a:pt x="489" y="459"/>
                </a:cubicBezTo>
                <a:cubicBezTo>
                  <a:pt x="489" y="447"/>
                  <a:pt x="489" y="447"/>
                  <a:pt x="489" y="447"/>
                </a:cubicBezTo>
                <a:cubicBezTo>
                  <a:pt x="490" y="447"/>
                  <a:pt x="490" y="447"/>
                  <a:pt x="491" y="446"/>
                </a:cubicBezTo>
                <a:close/>
                <a:moveTo>
                  <a:pt x="491" y="478"/>
                </a:moveTo>
                <a:cubicBezTo>
                  <a:pt x="491" y="489"/>
                  <a:pt x="491" y="489"/>
                  <a:pt x="491" y="489"/>
                </a:cubicBezTo>
                <a:cubicBezTo>
                  <a:pt x="489" y="493"/>
                  <a:pt x="489" y="493"/>
                  <a:pt x="489" y="493"/>
                </a:cubicBezTo>
                <a:cubicBezTo>
                  <a:pt x="489" y="476"/>
                  <a:pt x="489" y="476"/>
                  <a:pt x="489" y="476"/>
                </a:cubicBezTo>
                <a:cubicBezTo>
                  <a:pt x="491" y="478"/>
                  <a:pt x="491" y="478"/>
                  <a:pt x="491" y="478"/>
                </a:cubicBezTo>
                <a:close/>
                <a:moveTo>
                  <a:pt x="491" y="505"/>
                </a:moveTo>
                <a:cubicBezTo>
                  <a:pt x="491" y="514"/>
                  <a:pt x="491" y="514"/>
                  <a:pt x="491" y="514"/>
                </a:cubicBezTo>
                <a:cubicBezTo>
                  <a:pt x="489" y="512"/>
                  <a:pt x="489" y="512"/>
                  <a:pt x="489" y="512"/>
                </a:cubicBezTo>
                <a:cubicBezTo>
                  <a:pt x="489" y="507"/>
                  <a:pt x="489" y="507"/>
                  <a:pt x="489" y="507"/>
                </a:cubicBezTo>
                <a:cubicBezTo>
                  <a:pt x="490" y="506"/>
                  <a:pt x="490" y="506"/>
                  <a:pt x="491" y="505"/>
                </a:cubicBezTo>
                <a:close/>
                <a:moveTo>
                  <a:pt x="491" y="550"/>
                </a:moveTo>
                <a:cubicBezTo>
                  <a:pt x="491" y="570"/>
                  <a:pt x="491" y="570"/>
                  <a:pt x="491" y="570"/>
                </a:cubicBezTo>
                <a:cubicBezTo>
                  <a:pt x="490" y="570"/>
                  <a:pt x="490" y="571"/>
                  <a:pt x="489" y="571"/>
                </a:cubicBezTo>
                <a:cubicBezTo>
                  <a:pt x="489" y="547"/>
                  <a:pt x="489" y="547"/>
                  <a:pt x="489" y="547"/>
                </a:cubicBezTo>
                <a:cubicBezTo>
                  <a:pt x="491" y="550"/>
                  <a:pt x="491" y="550"/>
                  <a:pt x="491" y="550"/>
                </a:cubicBezTo>
                <a:close/>
                <a:moveTo>
                  <a:pt x="491" y="589"/>
                </a:moveTo>
                <a:cubicBezTo>
                  <a:pt x="491" y="595"/>
                  <a:pt x="491" y="595"/>
                  <a:pt x="491" y="595"/>
                </a:cubicBezTo>
                <a:cubicBezTo>
                  <a:pt x="490" y="596"/>
                  <a:pt x="490" y="596"/>
                  <a:pt x="489" y="596"/>
                </a:cubicBezTo>
                <a:cubicBezTo>
                  <a:pt x="489" y="590"/>
                  <a:pt x="489" y="590"/>
                  <a:pt x="489" y="590"/>
                </a:cubicBezTo>
                <a:cubicBezTo>
                  <a:pt x="491" y="589"/>
                  <a:pt x="491" y="589"/>
                  <a:pt x="491" y="589"/>
                </a:cubicBezTo>
                <a:close/>
                <a:moveTo>
                  <a:pt x="491" y="598"/>
                </a:moveTo>
                <a:cubicBezTo>
                  <a:pt x="491" y="605"/>
                  <a:pt x="491" y="605"/>
                  <a:pt x="491" y="605"/>
                </a:cubicBezTo>
                <a:cubicBezTo>
                  <a:pt x="490" y="604"/>
                  <a:pt x="490" y="604"/>
                  <a:pt x="489" y="604"/>
                </a:cubicBezTo>
                <a:cubicBezTo>
                  <a:pt x="489" y="597"/>
                  <a:pt x="489" y="597"/>
                  <a:pt x="489" y="597"/>
                </a:cubicBezTo>
                <a:cubicBezTo>
                  <a:pt x="491" y="598"/>
                  <a:pt x="491" y="598"/>
                  <a:pt x="491" y="598"/>
                </a:cubicBezTo>
                <a:close/>
                <a:moveTo>
                  <a:pt x="491" y="614"/>
                </a:moveTo>
                <a:cubicBezTo>
                  <a:pt x="491" y="620"/>
                  <a:pt x="491" y="620"/>
                  <a:pt x="491" y="620"/>
                </a:cubicBezTo>
                <a:cubicBezTo>
                  <a:pt x="490" y="621"/>
                  <a:pt x="490" y="621"/>
                  <a:pt x="489" y="621"/>
                </a:cubicBezTo>
                <a:cubicBezTo>
                  <a:pt x="489" y="614"/>
                  <a:pt x="489" y="614"/>
                  <a:pt x="489" y="614"/>
                </a:cubicBezTo>
                <a:cubicBezTo>
                  <a:pt x="491" y="614"/>
                  <a:pt x="491" y="614"/>
                  <a:pt x="491" y="614"/>
                </a:cubicBezTo>
                <a:close/>
                <a:moveTo>
                  <a:pt x="491" y="671"/>
                </a:moveTo>
                <a:cubicBezTo>
                  <a:pt x="491" y="683"/>
                  <a:pt x="491" y="683"/>
                  <a:pt x="491" y="683"/>
                </a:cubicBezTo>
                <a:cubicBezTo>
                  <a:pt x="489" y="684"/>
                  <a:pt x="489" y="684"/>
                  <a:pt x="489" y="684"/>
                </a:cubicBezTo>
                <a:cubicBezTo>
                  <a:pt x="489" y="671"/>
                  <a:pt x="489" y="671"/>
                  <a:pt x="489" y="671"/>
                </a:cubicBezTo>
                <a:cubicBezTo>
                  <a:pt x="491" y="671"/>
                  <a:pt x="491" y="671"/>
                  <a:pt x="491" y="671"/>
                </a:cubicBezTo>
                <a:close/>
                <a:moveTo>
                  <a:pt x="491" y="736"/>
                </a:moveTo>
                <a:cubicBezTo>
                  <a:pt x="491" y="755"/>
                  <a:pt x="491" y="755"/>
                  <a:pt x="491" y="755"/>
                </a:cubicBezTo>
                <a:cubicBezTo>
                  <a:pt x="490" y="755"/>
                  <a:pt x="490" y="754"/>
                  <a:pt x="489" y="754"/>
                </a:cubicBezTo>
                <a:cubicBezTo>
                  <a:pt x="489" y="737"/>
                  <a:pt x="489" y="737"/>
                  <a:pt x="489" y="737"/>
                </a:cubicBezTo>
                <a:cubicBezTo>
                  <a:pt x="490" y="737"/>
                  <a:pt x="490" y="737"/>
                  <a:pt x="491" y="736"/>
                </a:cubicBezTo>
                <a:close/>
                <a:moveTo>
                  <a:pt x="489" y="146"/>
                </a:moveTo>
                <a:cubicBezTo>
                  <a:pt x="489" y="142"/>
                  <a:pt x="489" y="142"/>
                  <a:pt x="489" y="142"/>
                </a:cubicBezTo>
                <a:cubicBezTo>
                  <a:pt x="489" y="142"/>
                  <a:pt x="489" y="142"/>
                  <a:pt x="489" y="142"/>
                </a:cubicBezTo>
                <a:cubicBezTo>
                  <a:pt x="489" y="144"/>
                  <a:pt x="490" y="145"/>
                  <a:pt x="489" y="146"/>
                </a:cubicBezTo>
                <a:close/>
                <a:moveTo>
                  <a:pt x="486" y="12"/>
                </a:moveTo>
                <a:cubicBezTo>
                  <a:pt x="487" y="12"/>
                  <a:pt x="488" y="12"/>
                  <a:pt x="489" y="12"/>
                </a:cubicBezTo>
                <a:cubicBezTo>
                  <a:pt x="489" y="20"/>
                  <a:pt x="489" y="20"/>
                  <a:pt x="489" y="20"/>
                </a:cubicBezTo>
                <a:cubicBezTo>
                  <a:pt x="488" y="20"/>
                  <a:pt x="488" y="20"/>
                  <a:pt x="488" y="20"/>
                </a:cubicBezTo>
                <a:cubicBezTo>
                  <a:pt x="488" y="21"/>
                  <a:pt x="489" y="23"/>
                  <a:pt x="489" y="24"/>
                </a:cubicBezTo>
                <a:cubicBezTo>
                  <a:pt x="489" y="57"/>
                  <a:pt x="489" y="57"/>
                  <a:pt x="489" y="57"/>
                </a:cubicBezTo>
                <a:cubicBezTo>
                  <a:pt x="488" y="57"/>
                  <a:pt x="487" y="57"/>
                  <a:pt x="486" y="57"/>
                </a:cubicBezTo>
                <a:cubicBezTo>
                  <a:pt x="486" y="50"/>
                  <a:pt x="486" y="50"/>
                  <a:pt x="486" y="50"/>
                </a:cubicBezTo>
                <a:cubicBezTo>
                  <a:pt x="488" y="50"/>
                  <a:pt x="488" y="50"/>
                  <a:pt x="488" y="50"/>
                </a:cubicBezTo>
                <a:cubicBezTo>
                  <a:pt x="487" y="48"/>
                  <a:pt x="487" y="46"/>
                  <a:pt x="486" y="45"/>
                </a:cubicBezTo>
                <a:cubicBezTo>
                  <a:pt x="486" y="12"/>
                  <a:pt x="486" y="12"/>
                  <a:pt x="486" y="12"/>
                </a:cubicBezTo>
                <a:close/>
                <a:moveTo>
                  <a:pt x="489" y="783"/>
                </a:moveTo>
                <a:cubicBezTo>
                  <a:pt x="488" y="783"/>
                  <a:pt x="487" y="783"/>
                  <a:pt x="486" y="783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8" y="774"/>
                  <a:pt x="488" y="774"/>
                  <a:pt x="489" y="774"/>
                </a:cubicBezTo>
                <a:cubicBezTo>
                  <a:pt x="489" y="783"/>
                  <a:pt x="489" y="783"/>
                  <a:pt x="489" y="783"/>
                </a:cubicBezTo>
                <a:close/>
                <a:moveTo>
                  <a:pt x="489" y="75"/>
                </a:moveTo>
                <a:cubicBezTo>
                  <a:pt x="489" y="122"/>
                  <a:pt x="489" y="122"/>
                  <a:pt x="489" y="122"/>
                </a:cubicBezTo>
                <a:cubicBezTo>
                  <a:pt x="488" y="121"/>
                  <a:pt x="488" y="121"/>
                  <a:pt x="486" y="121"/>
                </a:cubicBezTo>
                <a:cubicBezTo>
                  <a:pt x="486" y="75"/>
                  <a:pt x="486" y="75"/>
                  <a:pt x="486" y="75"/>
                </a:cubicBezTo>
                <a:cubicBezTo>
                  <a:pt x="489" y="75"/>
                  <a:pt x="489" y="75"/>
                  <a:pt x="489" y="75"/>
                </a:cubicBezTo>
                <a:cubicBezTo>
                  <a:pt x="489" y="75"/>
                  <a:pt x="489" y="75"/>
                  <a:pt x="489" y="75"/>
                </a:cubicBezTo>
                <a:close/>
                <a:moveTo>
                  <a:pt x="489" y="125"/>
                </a:moveTo>
                <a:cubicBezTo>
                  <a:pt x="489" y="141"/>
                  <a:pt x="489" y="141"/>
                  <a:pt x="489" y="141"/>
                </a:cubicBezTo>
                <a:cubicBezTo>
                  <a:pt x="488" y="140"/>
                  <a:pt x="487" y="140"/>
                  <a:pt x="486" y="140"/>
                </a:cubicBezTo>
                <a:cubicBezTo>
                  <a:pt x="486" y="125"/>
                  <a:pt x="486" y="125"/>
                  <a:pt x="486" y="125"/>
                </a:cubicBezTo>
                <a:cubicBezTo>
                  <a:pt x="487" y="125"/>
                  <a:pt x="488" y="125"/>
                  <a:pt x="489" y="125"/>
                </a:cubicBezTo>
                <a:close/>
                <a:moveTo>
                  <a:pt x="489" y="142"/>
                </a:moveTo>
                <a:cubicBezTo>
                  <a:pt x="489" y="146"/>
                  <a:pt x="489" y="146"/>
                  <a:pt x="489" y="146"/>
                </a:cubicBezTo>
                <a:cubicBezTo>
                  <a:pt x="489" y="146"/>
                  <a:pt x="489" y="147"/>
                  <a:pt x="488" y="148"/>
                </a:cubicBezTo>
                <a:cubicBezTo>
                  <a:pt x="486" y="148"/>
                  <a:pt x="486" y="148"/>
                  <a:pt x="486" y="148"/>
                </a:cubicBezTo>
                <a:cubicBezTo>
                  <a:pt x="486" y="141"/>
                  <a:pt x="486" y="141"/>
                  <a:pt x="486" y="141"/>
                </a:cubicBezTo>
                <a:cubicBezTo>
                  <a:pt x="488" y="141"/>
                  <a:pt x="488" y="142"/>
                  <a:pt x="489" y="142"/>
                </a:cubicBezTo>
                <a:close/>
                <a:moveTo>
                  <a:pt x="489" y="183"/>
                </a:moveTo>
                <a:cubicBezTo>
                  <a:pt x="489" y="213"/>
                  <a:pt x="489" y="213"/>
                  <a:pt x="489" y="213"/>
                </a:cubicBezTo>
                <a:cubicBezTo>
                  <a:pt x="488" y="213"/>
                  <a:pt x="487" y="212"/>
                  <a:pt x="486" y="212"/>
                </a:cubicBezTo>
                <a:cubicBezTo>
                  <a:pt x="486" y="182"/>
                  <a:pt x="486" y="182"/>
                  <a:pt x="486" y="182"/>
                </a:cubicBezTo>
                <a:cubicBezTo>
                  <a:pt x="487" y="183"/>
                  <a:pt x="488" y="183"/>
                  <a:pt x="489" y="183"/>
                </a:cubicBezTo>
                <a:close/>
                <a:moveTo>
                  <a:pt x="489" y="241"/>
                </a:moveTo>
                <a:cubicBezTo>
                  <a:pt x="489" y="263"/>
                  <a:pt x="489" y="263"/>
                  <a:pt x="489" y="263"/>
                </a:cubicBezTo>
                <a:cubicBezTo>
                  <a:pt x="489" y="264"/>
                  <a:pt x="489" y="264"/>
                  <a:pt x="489" y="264"/>
                </a:cubicBezTo>
                <a:cubicBezTo>
                  <a:pt x="488" y="264"/>
                  <a:pt x="487" y="265"/>
                  <a:pt x="486" y="266"/>
                </a:cubicBezTo>
                <a:cubicBezTo>
                  <a:pt x="486" y="237"/>
                  <a:pt x="486" y="237"/>
                  <a:pt x="486" y="237"/>
                </a:cubicBezTo>
                <a:cubicBezTo>
                  <a:pt x="488" y="238"/>
                  <a:pt x="488" y="240"/>
                  <a:pt x="489" y="241"/>
                </a:cubicBezTo>
                <a:close/>
                <a:moveTo>
                  <a:pt x="489" y="293"/>
                </a:moveTo>
                <a:cubicBezTo>
                  <a:pt x="489" y="301"/>
                  <a:pt x="489" y="301"/>
                  <a:pt x="489" y="301"/>
                </a:cubicBezTo>
                <a:cubicBezTo>
                  <a:pt x="488" y="301"/>
                  <a:pt x="488" y="301"/>
                  <a:pt x="486" y="301"/>
                </a:cubicBezTo>
                <a:cubicBezTo>
                  <a:pt x="486" y="295"/>
                  <a:pt x="486" y="295"/>
                  <a:pt x="486" y="295"/>
                </a:cubicBezTo>
                <a:cubicBezTo>
                  <a:pt x="488" y="294"/>
                  <a:pt x="488" y="294"/>
                  <a:pt x="489" y="293"/>
                </a:cubicBezTo>
                <a:close/>
                <a:moveTo>
                  <a:pt x="489" y="311"/>
                </a:moveTo>
                <a:cubicBezTo>
                  <a:pt x="489" y="315"/>
                  <a:pt x="489" y="315"/>
                  <a:pt x="489" y="315"/>
                </a:cubicBezTo>
                <a:cubicBezTo>
                  <a:pt x="488" y="314"/>
                  <a:pt x="487" y="314"/>
                  <a:pt x="486" y="313"/>
                </a:cubicBezTo>
                <a:cubicBezTo>
                  <a:pt x="486" y="309"/>
                  <a:pt x="486" y="309"/>
                  <a:pt x="486" y="309"/>
                </a:cubicBezTo>
                <a:cubicBezTo>
                  <a:pt x="489" y="311"/>
                  <a:pt x="489" y="311"/>
                  <a:pt x="489" y="311"/>
                </a:cubicBezTo>
                <a:close/>
                <a:moveTo>
                  <a:pt x="489" y="321"/>
                </a:moveTo>
                <a:cubicBezTo>
                  <a:pt x="489" y="326"/>
                  <a:pt x="489" y="326"/>
                  <a:pt x="489" y="326"/>
                </a:cubicBezTo>
                <a:cubicBezTo>
                  <a:pt x="488" y="327"/>
                  <a:pt x="487" y="328"/>
                  <a:pt x="486" y="329"/>
                </a:cubicBezTo>
                <a:cubicBezTo>
                  <a:pt x="486" y="322"/>
                  <a:pt x="486" y="322"/>
                  <a:pt x="486" y="322"/>
                </a:cubicBezTo>
                <a:cubicBezTo>
                  <a:pt x="488" y="322"/>
                  <a:pt x="488" y="321"/>
                  <a:pt x="489" y="321"/>
                </a:cubicBezTo>
                <a:close/>
                <a:moveTo>
                  <a:pt x="489" y="344"/>
                </a:moveTo>
                <a:cubicBezTo>
                  <a:pt x="489" y="353"/>
                  <a:pt x="489" y="353"/>
                  <a:pt x="489" y="353"/>
                </a:cubicBezTo>
                <a:cubicBezTo>
                  <a:pt x="488" y="353"/>
                  <a:pt x="487" y="354"/>
                  <a:pt x="486" y="354"/>
                </a:cubicBezTo>
                <a:cubicBezTo>
                  <a:pt x="486" y="340"/>
                  <a:pt x="486" y="340"/>
                  <a:pt x="486" y="340"/>
                </a:cubicBezTo>
                <a:cubicBezTo>
                  <a:pt x="488" y="341"/>
                  <a:pt x="488" y="343"/>
                  <a:pt x="489" y="344"/>
                </a:cubicBezTo>
                <a:close/>
                <a:moveTo>
                  <a:pt x="489" y="363"/>
                </a:moveTo>
                <a:cubicBezTo>
                  <a:pt x="489" y="370"/>
                  <a:pt x="489" y="370"/>
                  <a:pt x="489" y="370"/>
                </a:cubicBezTo>
                <a:cubicBezTo>
                  <a:pt x="488" y="372"/>
                  <a:pt x="488" y="375"/>
                  <a:pt x="488" y="381"/>
                </a:cubicBezTo>
                <a:cubicBezTo>
                  <a:pt x="489" y="379"/>
                  <a:pt x="489" y="379"/>
                  <a:pt x="489" y="379"/>
                </a:cubicBezTo>
                <a:cubicBezTo>
                  <a:pt x="489" y="422"/>
                  <a:pt x="489" y="422"/>
                  <a:pt x="489" y="422"/>
                </a:cubicBezTo>
                <a:cubicBezTo>
                  <a:pt x="489" y="423"/>
                  <a:pt x="488" y="425"/>
                  <a:pt x="488" y="426"/>
                </a:cubicBezTo>
                <a:cubicBezTo>
                  <a:pt x="488" y="426"/>
                  <a:pt x="489" y="426"/>
                  <a:pt x="489" y="426"/>
                </a:cubicBezTo>
                <a:cubicBezTo>
                  <a:pt x="489" y="431"/>
                  <a:pt x="489" y="431"/>
                  <a:pt x="489" y="431"/>
                </a:cubicBezTo>
                <a:cubicBezTo>
                  <a:pt x="488" y="432"/>
                  <a:pt x="487" y="432"/>
                  <a:pt x="486" y="433"/>
                </a:cubicBezTo>
                <a:cubicBezTo>
                  <a:pt x="486" y="366"/>
                  <a:pt x="486" y="366"/>
                  <a:pt x="486" y="366"/>
                </a:cubicBezTo>
                <a:cubicBezTo>
                  <a:pt x="487" y="365"/>
                  <a:pt x="488" y="364"/>
                  <a:pt x="489" y="363"/>
                </a:cubicBezTo>
                <a:close/>
                <a:moveTo>
                  <a:pt x="489" y="437"/>
                </a:moveTo>
                <a:cubicBezTo>
                  <a:pt x="489" y="442"/>
                  <a:pt x="489" y="442"/>
                  <a:pt x="489" y="442"/>
                </a:cubicBezTo>
                <a:cubicBezTo>
                  <a:pt x="488" y="442"/>
                  <a:pt x="488" y="442"/>
                  <a:pt x="486" y="442"/>
                </a:cubicBezTo>
                <a:cubicBezTo>
                  <a:pt x="486" y="438"/>
                  <a:pt x="486" y="438"/>
                  <a:pt x="486" y="438"/>
                </a:cubicBezTo>
                <a:cubicBezTo>
                  <a:pt x="489" y="437"/>
                  <a:pt x="489" y="437"/>
                  <a:pt x="489" y="437"/>
                </a:cubicBezTo>
                <a:close/>
                <a:moveTo>
                  <a:pt x="489" y="447"/>
                </a:moveTo>
                <a:cubicBezTo>
                  <a:pt x="489" y="459"/>
                  <a:pt x="489" y="459"/>
                  <a:pt x="489" y="459"/>
                </a:cubicBezTo>
                <a:cubicBezTo>
                  <a:pt x="488" y="460"/>
                  <a:pt x="488" y="462"/>
                  <a:pt x="486" y="463"/>
                </a:cubicBezTo>
                <a:cubicBezTo>
                  <a:pt x="486" y="456"/>
                  <a:pt x="486" y="456"/>
                  <a:pt x="486" y="456"/>
                </a:cubicBezTo>
                <a:cubicBezTo>
                  <a:pt x="487" y="455"/>
                  <a:pt x="488" y="454"/>
                  <a:pt x="489" y="453"/>
                </a:cubicBezTo>
                <a:cubicBezTo>
                  <a:pt x="488" y="453"/>
                  <a:pt x="487" y="453"/>
                  <a:pt x="486" y="453"/>
                </a:cubicBezTo>
                <a:cubicBezTo>
                  <a:pt x="486" y="448"/>
                  <a:pt x="486" y="448"/>
                  <a:pt x="486" y="448"/>
                </a:cubicBezTo>
                <a:cubicBezTo>
                  <a:pt x="488" y="448"/>
                  <a:pt x="488" y="448"/>
                  <a:pt x="489" y="447"/>
                </a:cubicBezTo>
                <a:close/>
                <a:moveTo>
                  <a:pt x="489" y="476"/>
                </a:moveTo>
                <a:cubicBezTo>
                  <a:pt x="489" y="493"/>
                  <a:pt x="489" y="493"/>
                  <a:pt x="489" y="493"/>
                </a:cubicBezTo>
                <a:cubicBezTo>
                  <a:pt x="486" y="498"/>
                  <a:pt x="486" y="498"/>
                  <a:pt x="486" y="498"/>
                </a:cubicBezTo>
                <a:cubicBezTo>
                  <a:pt x="486" y="489"/>
                  <a:pt x="486" y="489"/>
                  <a:pt x="486" y="489"/>
                </a:cubicBezTo>
                <a:cubicBezTo>
                  <a:pt x="488" y="486"/>
                  <a:pt x="489" y="484"/>
                  <a:pt x="486" y="479"/>
                </a:cubicBezTo>
                <a:cubicBezTo>
                  <a:pt x="486" y="473"/>
                  <a:pt x="486" y="473"/>
                  <a:pt x="486" y="473"/>
                </a:cubicBezTo>
                <a:cubicBezTo>
                  <a:pt x="489" y="476"/>
                  <a:pt x="489" y="476"/>
                  <a:pt x="489" y="476"/>
                </a:cubicBezTo>
                <a:close/>
                <a:moveTo>
                  <a:pt x="489" y="507"/>
                </a:moveTo>
                <a:cubicBezTo>
                  <a:pt x="489" y="512"/>
                  <a:pt x="489" y="512"/>
                  <a:pt x="489" y="512"/>
                </a:cubicBezTo>
                <a:cubicBezTo>
                  <a:pt x="486" y="509"/>
                  <a:pt x="486" y="509"/>
                  <a:pt x="486" y="509"/>
                </a:cubicBezTo>
                <a:cubicBezTo>
                  <a:pt x="486" y="504"/>
                  <a:pt x="486" y="504"/>
                  <a:pt x="486" y="504"/>
                </a:cubicBezTo>
                <a:cubicBezTo>
                  <a:pt x="487" y="505"/>
                  <a:pt x="488" y="506"/>
                  <a:pt x="489" y="508"/>
                </a:cubicBezTo>
                <a:cubicBezTo>
                  <a:pt x="489" y="507"/>
                  <a:pt x="489" y="507"/>
                  <a:pt x="489" y="507"/>
                </a:cubicBezTo>
                <a:close/>
                <a:moveTo>
                  <a:pt x="489" y="547"/>
                </a:moveTo>
                <a:cubicBezTo>
                  <a:pt x="489" y="571"/>
                  <a:pt x="489" y="571"/>
                  <a:pt x="489" y="571"/>
                </a:cubicBezTo>
                <a:cubicBezTo>
                  <a:pt x="488" y="572"/>
                  <a:pt x="487" y="573"/>
                  <a:pt x="486" y="574"/>
                </a:cubicBezTo>
                <a:cubicBezTo>
                  <a:pt x="486" y="559"/>
                  <a:pt x="486" y="559"/>
                  <a:pt x="486" y="559"/>
                </a:cubicBezTo>
                <a:cubicBezTo>
                  <a:pt x="486" y="559"/>
                  <a:pt x="487" y="559"/>
                  <a:pt x="487" y="558"/>
                </a:cubicBezTo>
                <a:cubicBezTo>
                  <a:pt x="486" y="558"/>
                  <a:pt x="486" y="558"/>
                  <a:pt x="486" y="558"/>
                </a:cubicBezTo>
                <a:cubicBezTo>
                  <a:pt x="486" y="542"/>
                  <a:pt x="486" y="542"/>
                  <a:pt x="486" y="542"/>
                </a:cubicBezTo>
                <a:cubicBezTo>
                  <a:pt x="489" y="547"/>
                  <a:pt x="489" y="547"/>
                  <a:pt x="489" y="547"/>
                </a:cubicBezTo>
                <a:close/>
                <a:moveTo>
                  <a:pt x="489" y="590"/>
                </a:moveTo>
                <a:cubicBezTo>
                  <a:pt x="489" y="596"/>
                  <a:pt x="489" y="596"/>
                  <a:pt x="489" y="596"/>
                </a:cubicBezTo>
                <a:cubicBezTo>
                  <a:pt x="489" y="596"/>
                  <a:pt x="489" y="596"/>
                  <a:pt x="489" y="596"/>
                </a:cubicBezTo>
                <a:cubicBezTo>
                  <a:pt x="489" y="597"/>
                  <a:pt x="489" y="597"/>
                  <a:pt x="489" y="597"/>
                </a:cubicBezTo>
                <a:cubicBezTo>
                  <a:pt x="489" y="604"/>
                  <a:pt x="489" y="604"/>
                  <a:pt x="489" y="604"/>
                </a:cubicBezTo>
                <a:cubicBezTo>
                  <a:pt x="488" y="603"/>
                  <a:pt x="487" y="603"/>
                  <a:pt x="486" y="602"/>
                </a:cubicBezTo>
                <a:cubicBezTo>
                  <a:pt x="486" y="592"/>
                  <a:pt x="486" y="592"/>
                  <a:pt x="486" y="592"/>
                </a:cubicBezTo>
                <a:cubicBezTo>
                  <a:pt x="487" y="591"/>
                  <a:pt x="487" y="591"/>
                  <a:pt x="488" y="590"/>
                </a:cubicBezTo>
                <a:cubicBezTo>
                  <a:pt x="489" y="590"/>
                  <a:pt x="489" y="590"/>
                  <a:pt x="489" y="590"/>
                </a:cubicBezTo>
                <a:close/>
                <a:moveTo>
                  <a:pt x="489" y="614"/>
                </a:moveTo>
                <a:cubicBezTo>
                  <a:pt x="489" y="621"/>
                  <a:pt x="489" y="621"/>
                  <a:pt x="489" y="621"/>
                </a:cubicBezTo>
                <a:cubicBezTo>
                  <a:pt x="488" y="622"/>
                  <a:pt x="487" y="622"/>
                  <a:pt x="486" y="622"/>
                </a:cubicBezTo>
                <a:cubicBezTo>
                  <a:pt x="486" y="614"/>
                  <a:pt x="486" y="614"/>
                  <a:pt x="486" y="614"/>
                </a:cubicBezTo>
                <a:cubicBezTo>
                  <a:pt x="487" y="615"/>
                  <a:pt x="487" y="615"/>
                  <a:pt x="487" y="615"/>
                </a:cubicBezTo>
                <a:cubicBezTo>
                  <a:pt x="489" y="614"/>
                  <a:pt x="489" y="614"/>
                  <a:pt x="489" y="614"/>
                </a:cubicBezTo>
                <a:close/>
                <a:moveTo>
                  <a:pt x="489" y="671"/>
                </a:moveTo>
                <a:cubicBezTo>
                  <a:pt x="489" y="684"/>
                  <a:pt x="489" y="684"/>
                  <a:pt x="489" y="684"/>
                </a:cubicBezTo>
                <a:cubicBezTo>
                  <a:pt x="486" y="684"/>
                  <a:pt x="486" y="684"/>
                  <a:pt x="486" y="684"/>
                </a:cubicBezTo>
                <a:cubicBezTo>
                  <a:pt x="486" y="673"/>
                  <a:pt x="486" y="673"/>
                  <a:pt x="486" y="673"/>
                </a:cubicBezTo>
                <a:cubicBezTo>
                  <a:pt x="489" y="671"/>
                  <a:pt x="489" y="671"/>
                  <a:pt x="489" y="671"/>
                </a:cubicBezTo>
                <a:close/>
                <a:moveTo>
                  <a:pt x="489" y="737"/>
                </a:moveTo>
                <a:cubicBezTo>
                  <a:pt x="489" y="754"/>
                  <a:pt x="489" y="754"/>
                  <a:pt x="489" y="754"/>
                </a:cubicBezTo>
                <a:cubicBezTo>
                  <a:pt x="488" y="753"/>
                  <a:pt x="487" y="753"/>
                  <a:pt x="486" y="752"/>
                </a:cubicBezTo>
                <a:cubicBezTo>
                  <a:pt x="486" y="738"/>
                  <a:pt x="486" y="738"/>
                  <a:pt x="486" y="738"/>
                </a:cubicBezTo>
                <a:cubicBezTo>
                  <a:pt x="487" y="737"/>
                  <a:pt x="488" y="737"/>
                  <a:pt x="489" y="737"/>
                </a:cubicBezTo>
                <a:close/>
                <a:moveTo>
                  <a:pt x="486" y="11"/>
                </a:moveTo>
                <a:cubicBezTo>
                  <a:pt x="486" y="12"/>
                  <a:pt x="486" y="12"/>
                  <a:pt x="486" y="12"/>
                </a:cubicBezTo>
                <a:cubicBezTo>
                  <a:pt x="486" y="45"/>
                  <a:pt x="486" y="45"/>
                  <a:pt x="486" y="45"/>
                </a:cubicBezTo>
                <a:cubicBezTo>
                  <a:pt x="486" y="42"/>
                  <a:pt x="486" y="42"/>
                  <a:pt x="486" y="42"/>
                </a:cubicBezTo>
                <a:cubicBezTo>
                  <a:pt x="486" y="11"/>
                  <a:pt x="486" y="11"/>
                  <a:pt x="486" y="11"/>
                </a:cubicBezTo>
                <a:close/>
                <a:moveTo>
                  <a:pt x="486" y="783"/>
                </a:moveTo>
                <a:cubicBezTo>
                  <a:pt x="486" y="784"/>
                  <a:pt x="486" y="784"/>
                  <a:pt x="486" y="78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83"/>
                  <a:pt x="486" y="783"/>
                  <a:pt x="486" y="783"/>
                </a:cubicBezTo>
                <a:close/>
                <a:moveTo>
                  <a:pt x="486" y="50"/>
                </a:moveTo>
                <a:cubicBezTo>
                  <a:pt x="486" y="57"/>
                  <a:pt x="486" y="57"/>
                  <a:pt x="486" y="57"/>
                </a:cubicBezTo>
                <a:cubicBezTo>
                  <a:pt x="486" y="57"/>
                  <a:pt x="486" y="57"/>
                  <a:pt x="486" y="57"/>
                </a:cubicBezTo>
                <a:cubicBezTo>
                  <a:pt x="486" y="50"/>
                  <a:pt x="486" y="50"/>
                  <a:pt x="486" y="50"/>
                </a:cubicBezTo>
                <a:cubicBezTo>
                  <a:pt x="486" y="50"/>
                  <a:pt x="486" y="50"/>
                  <a:pt x="486" y="50"/>
                </a:cubicBezTo>
                <a:close/>
                <a:moveTo>
                  <a:pt x="486" y="75"/>
                </a:moveTo>
                <a:cubicBezTo>
                  <a:pt x="486" y="121"/>
                  <a:pt x="486" y="121"/>
                  <a:pt x="486" y="121"/>
                </a:cubicBezTo>
                <a:cubicBezTo>
                  <a:pt x="486" y="121"/>
                  <a:pt x="486" y="121"/>
                  <a:pt x="486" y="121"/>
                </a:cubicBezTo>
                <a:cubicBezTo>
                  <a:pt x="486" y="75"/>
                  <a:pt x="486" y="75"/>
                  <a:pt x="486" y="75"/>
                </a:cubicBezTo>
                <a:cubicBezTo>
                  <a:pt x="486" y="75"/>
                  <a:pt x="486" y="75"/>
                  <a:pt x="486" y="75"/>
                </a:cubicBezTo>
                <a:close/>
                <a:moveTo>
                  <a:pt x="486" y="125"/>
                </a:moveTo>
                <a:cubicBezTo>
                  <a:pt x="486" y="140"/>
                  <a:pt x="486" y="140"/>
                  <a:pt x="486" y="140"/>
                </a:cubicBezTo>
                <a:cubicBezTo>
                  <a:pt x="486" y="139"/>
                  <a:pt x="486" y="139"/>
                  <a:pt x="486" y="139"/>
                </a:cubicBezTo>
                <a:cubicBezTo>
                  <a:pt x="486" y="124"/>
                  <a:pt x="486" y="124"/>
                  <a:pt x="486" y="124"/>
                </a:cubicBezTo>
                <a:cubicBezTo>
                  <a:pt x="486" y="125"/>
                  <a:pt x="486" y="125"/>
                  <a:pt x="486" y="125"/>
                </a:cubicBezTo>
                <a:close/>
                <a:moveTo>
                  <a:pt x="486" y="141"/>
                </a:moveTo>
                <a:cubicBezTo>
                  <a:pt x="486" y="148"/>
                  <a:pt x="486" y="148"/>
                  <a:pt x="486" y="148"/>
                </a:cubicBezTo>
                <a:cubicBezTo>
                  <a:pt x="486" y="148"/>
                  <a:pt x="486" y="148"/>
                  <a:pt x="486" y="148"/>
                </a:cubicBezTo>
                <a:cubicBezTo>
                  <a:pt x="486" y="141"/>
                  <a:pt x="486" y="141"/>
                  <a:pt x="486" y="141"/>
                </a:cubicBezTo>
                <a:cubicBezTo>
                  <a:pt x="486" y="141"/>
                  <a:pt x="486" y="141"/>
                  <a:pt x="486" y="141"/>
                </a:cubicBezTo>
                <a:close/>
                <a:moveTo>
                  <a:pt x="486" y="182"/>
                </a:moveTo>
                <a:cubicBezTo>
                  <a:pt x="486" y="212"/>
                  <a:pt x="486" y="212"/>
                  <a:pt x="486" y="212"/>
                </a:cubicBezTo>
                <a:cubicBezTo>
                  <a:pt x="486" y="211"/>
                  <a:pt x="486" y="211"/>
                  <a:pt x="486" y="211"/>
                </a:cubicBezTo>
                <a:cubicBezTo>
                  <a:pt x="486" y="206"/>
                  <a:pt x="486" y="206"/>
                  <a:pt x="486" y="206"/>
                </a:cubicBezTo>
                <a:cubicBezTo>
                  <a:pt x="486" y="205"/>
                  <a:pt x="486" y="205"/>
                  <a:pt x="486" y="205"/>
                </a:cubicBezTo>
                <a:cubicBezTo>
                  <a:pt x="486" y="203"/>
                  <a:pt x="486" y="201"/>
                  <a:pt x="486" y="200"/>
                </a:cubicBezTo>
                <a:cubicBezTo>
                  <a:pt x="486" y="182"/>
                  <a:pt x="486" y="182"/>
                  <a:pt x="486" y="182"/>
                </a:cubicBezTo>
                <a:cubicBezTo>
                  <a:pt x="486" y="182"/>
                  <a:pt x="486" y="182"/>
                  <a:pt x="486" y="182"/>
                </a:cubicBezTo>
                <a:close/>
                <a:moveTo>
                  <a:pt x="486" y="237"/>
                </a:moveTo>
                <a:cubicBezTo>
                  <a:pt x="486" y="266"/>
                  <a:pt x="486" y="266"/>
                  <a:pt x="486" y="266"/>
                </a:cubicBezTo>
                <a:cubicBezTo>
                  <a:pt x="486" y="266"/>
                  <a:pt x="486" y="266"/>
                  <a:pt x="486" y="266"/>
                </a:cubicBezTo>
                <a:cubicBezTo>
                  <a:pt x="486" y="237"/>
                  <a:pt x="486" y="237"/>
                  <a:pt x="486" y="237"/>
                </a:cubicBezTo>
                <a:cubicBezTo>
                  <a:pt x="486" y="237"/>
                  <a:pt x="486" y="237"/>
                  <a:pt x="486" y="237"/>
                </a:cubicBezTo>
                <a:close/>
                <a:moveTo>
                  <a:pt x="486" y="295"/>
                </a:moveTo>
                <a:cubicBezTo>
                  <a:pt x="486" y="301"/>
                  <a:pt x="486" y="301"/>
                  <a:pt x="486" y="301"/>
                </a:cubicBezTo>
                <a:cubicBezTo>
                  <a:pt x="486" y="301"/>
                  <a:pt x="486" y="301"/>
                  <a:pt x="486" y="301"/>
                </a:cubicBezTo>
                <a:cubicBezTo>
                  <a:pt x="486" y="296"/>
                  <a:pt x="486" y="296"/>
                  <a:pt x="486" y="296"/>
                </a:cubicBezTo>
                <a:cubicBezTo>
                  <a:pt x="486" y="295"/>
                  <a:pt x="486" y="295"/>
                  <a:pt x="486" y="295"/>
                </a:cubicBezTo>
                <a:close/>
                <a:moveTo>
                  <a:pt x="486" y="309"/>
                </a:moveTo>
                <a:cubicBezTo>
                  <a:pt x="486" y="313"/>
                  <a:pt x="486" y="313"/>
                  <a:pt x="486" y="313"/>
                </a:cubicBezTo>
                <a:cubicBezTo>
                  <a:pt x="486" y="313"/>
                  <a:pt x="486" y="313"/>
                  <a:pt x="486" y="313"/>
                </a:cubicBezTo>
                <a:cubicBezTo>
                  <a:pt x="486" y="309"/>
                  <a:pt x="486" y="309"/>
                  <a:pt x="486" y="309"/>
                </a:cubicBezTo>
                <a:cubicBezTo>
                  <a:pt x="486" y="309"/>
                  <a:pt x="486" y="309"/>
                  <a:pt x="486" y="309"/>
                </a:cubicBezTo>
                <a:close/>
                <a:moveTo>
                  <a:pt x="486" y="322"/>
                </a:moveTo>
                <a:cubicBezTo>
                  <a:pt x="486" y="329"/>
                  <a:pt x="486" y="329"/>
                  <a:pt x="486" y="329"/>
                </a:cubicBezTo>
                <a:cubicBezTo>
                  <a:pt x="486" y="329"/>
                  <a:pt x="486" y="330"/>
                  <a:pt x="486" y="330"/>
                </a:cubicBezTo>
                <a:cubicBezTo>
                  <a:pt x="486" y="323"/>
                  <a:pt x="486" y="323"/>
                  <a:pt x="486" y="323"/>
                </a:cubicBezTo>
                <a:cubicBezTo>
                  <a:pt x="486" y="323"/>
                  <a:pt x="486" y="322"/>
                  <a:pt x="486" y="322"/>
                </a:cubicBezTo>
                <a:close/>
                <a:moveTo>
                  <a:pt x="486" y="340"/>
                </a:moveTo>
                <a:cubicBezTo>
                  <a:pt x="486" y="354"/>
                  <a:pt x="486" y="354"/>
                  <a:pt x="486" y="354"/>
                </a:cubicBezTo>
                <a:cubicBezTo>
                  <a:pt x="486" y="355"/>
                  <a:pt x="486" y="355"/>
                  <a:pt x="486" y="355"/>
                </a:cubicBezTo>
                <a:cubicBezTo>
                  <a:pt x="486" y="339"/>
                  <a:pt x="486" y="339"/>
                  <a:pt x="486" y="339"/>
                </a:cubicBezTo>
                <a:cubicBezTo>
                  <a:pt x="486" y="340"/>
                  <a:pt x="486" y="340"/>
                  <a:pt x="486" y="340"/>
                </a:cubicBezTo>
                <a:close/>
                <a:moveTo>
                  <a:pt x="486" y="366"/>
                </a:moveTo>
                <a:cubicBezTo>
                  <a:pt x="486" y="433"/>
                  <a:pt x="486" y="433"/>
                  <a:pt x="486" y="433"/>
                </a:cubicBezTo>
                <a:cubicBezTo>
                  <a:pt x="486" y="433"/>
                  <a:pt x="486" y="434"/>
                  <a:pt x="486" y="434"/>
                </a:cubicBezTo>
                <a:cubicBezTo>
                  <a:pt x="486" y="420"/>
                  <a:pt x="486" y="420"/>
                  <a:pt x="486" y="420"/>
                </a:cubicBezTo>
                <a:cubicBezTo>
                  <a:pt x="486" y="420"/>
                  <a:pt x="486" y="419"/>
                  <a:pt x="486" y="419"/>
                </a:cubicBezTo>
                <a:cubicBezTo>
                  <a:pt x="487" y="410"/>
                  <a:pt x="487" y="400"/>
                  <a:pt x="486" y="390"/>
                </a:cubicBezTo>
                <a:cubicBezTo>
                  <a:pt x="486" y="367"/>
                  <a:pt x="486" y="367"/>
                  <a:pt x="486" y="367"/>
                </a:cubicBezTo>
                <a:cubicBezTo>
                  <a:pt x="486" y="366"/>
                  <a:pt x="486" y="366"/>
                  <a:pt x="486" y="366"/>
                </a:cubicBezTo>
                <a:close/>
                <a:moveTo>
                  <a:pt x="486" y="438"/>
                </a:moveTo>
                <a:cubicBezTo>
                  <a:pt x="486" y="442"/>
                  <a:pt x="486" y="442"/>
                  <a:pt x="486" y="442"/>
                </a:cubicBezTo>
                <a:cubicBezTo>
                  <a:pt x="486" y="442"/>
                  <a:pt x="486" y="442"/>
                  <a:pt x="486" y="442"/>
                </a:cubicBezTo>
                <a:cubicBezTo>
                  <a:pt x="486" y="438"/>
                  <a:pt x="486" y="438"/>
                  <a:pt x="486" y="438"/>
                </a:cubicBezTo>
                <a:cubicBezTo>
                  <a:pt x="486" y="438"/>
                  <a:pt x="486" y="438"/>
                  <a:pt x="486" y="438"/>
                </a:cubicBezTo>
                <a:close/>
                <a:moveTo>
                  <a:pt x="486" y="448"/>
                </a:moveTo>
                <a:cubicBezTo>
                  <a:pt x="486" y="453"/>
                  <a:pt x="486" y="453"/>
                  <a:pt x="486" y="453"/>
                </a:cubicBezTo>
                <a:cubicBezTo>
                  <a:pt x="486" y="453"/>
                  <a:pt x="486" y="453"/>
                  <a:pt x="486" y="453"/>
                </a:cubicBezTo>
                <a:cubicBezTo>
                  <a:pt x="486" y="448"/>
                  <a:pt x="486" y="448"/>
                  <a:pt x="486" y="448"/>
                </a:cubicBezTo>
                <a:cubicBezTo>
                  <a:pt x="486" y="448"/>
                  <a:pt x="486" y="448"/>
                  <a:pt x="486" y="448"/>
                </a:cubicBezTo>
                <a:close/>
                <a:moveTo>
                  <a:pt x="486" y="456"/>
                </a:moveTo>
                <a:cubicBezTo>
                  <a:pt x="486" y="463"/>
                  <a:pt x="486" y="463"/>
                  <a:pt x="486" y="463"/>
                </a:cubicBezTo>
                <a:cubicBezTo>
                  <a:pt x="486" y="465"/>
                  <a:pt x="486" y="465"/>
                  <a:pt x="486" y="465"/>
                </a:cubicBezTo>
                <a:cubicBezTo>
                  <a:pt x="486" y="457"/>
                  <a:pt x="486" y="457"/>
                  <a:pt x="486" y="457"/>
                </a:cubicBezTo>
                <a:cubicBezTo>
                  <a:pt x="486" y="456"/>
                  <a:pt x="486" y="456"/>
                  <a:pt x="486" y="456"/>
                </a:cubicBezTo>
                <a:close/>
                <a:moveTo>
                  <a:pt x="486" y="473"/>
                </a:moveTo>
                <a:cubicBezTo>
                  <a:pt x="486" y="479"/>
                  <a:pt x="486" y="479"/>
                  <a:pt x="486" y="479"/>
                </a:cubicBezTo>
                <a:cubicBezTo>
                  <a:pt x="486" y="479"/>
                  <a:pt x="486" y="478"/>
                  <a:pt x="486" y="478"/>
                </a:cubicBezTo>
                <a:cubicBezTo>
                  <a:pt x="486" y="472"/>
                  <a:pt x="486" y="472"/>
                  <a:pt x="486" y="472"/>
                </a:cubicBezTo>
                <a:cubicBezTo>
                  <a:pt x="486" y="473"/>
                  <a:pt x="486" y="473"/>
                  <a:pt x="486" y="473"/>
                </a:cubicBezTo>
                <a:close/>
                <a:moveTo>
                  <a:pt x="486" y="489"/>
                </a:moveTo>
                <a:cubicBezTo>
                  <a:pt x="486" y="498"/>
                  <a:pt x="486" y="498"/>
                  <a:pt x="486" y="498"/>
                </a:cubicBezTo>
                <a:cubicBezTo>
                  <a:pt x="486" y="499"/>
                  <a:pt x="486" y="499"/>
                  <a:pt x="486" y="499"/>
                </a:cubicBezTo>
                <a:cubicBezTo>
                  <a:pt x="486" y="491"/>
                  <a:pt x="486" y="491"/>
                  <a:pt x="486" y="491"/>
                </a:cubicBezTo>
                <a:cubicBezTo>
                  <a:pt x="486" y="490"/>
                  <a:pt x="486" y="490"/>
                  <a:pt x="486" y="489"/>
                </a:cubicBezTo>
                <a:close/>
                <a:moveTo>
                  <a:pt x="486" y="504"/>
                </a:moveTo>
                <a:cubicBezTo>
                  <a:pt x="486" y="509"/>
                  <a:pt x="486" y="509"/>
                  <a:pt x="486" y="509"/>
                </a:cubicBezTo>
                <a:cubicBezTo>
                  <a:pt x="486" y="508"/>
                  <a:pt x="486" y="508"/>
                  <a:pt x="486" y="508"/>
                </a:cubicBezTo>
                <a:cubicBezTo>
                  <a:pt x="486" y="502"/>
                  <a:pt x="486" y="502"/>
                  <a:pt x="486" y="502"/>
                </a:cubicBezTo>
                <a:cubicBezTo>
                  <a:pt x="486" y="504"/>
                  <a:pt x="486" y="504"/>
                  <a:pt x="486" y="504"/>
                </a:cubicBezTo>
                <a:close/>
                <a:moveTo>
                  <a:pt x="486" y="542"/>
                </a:moveTo>
                <a:cubicBezTo>
                  <a:pt x="486" y="558"/>
                  <a:pt x="486" y="558"/>
                  <a:pt x="486" y="558"/>
                </a:cubicBezTo>
                <a:cubicBezTo>
                  <a:pt x="486" y="559"/>
                  <a:pt x="486" y="559"/>
                  <a:pt x="486" y="559"/>
                </a:cubicBezTo>
                <a:cubicBezTo>
                  <a:pt x="486" y="541"/>
                  <a:pt x="486" y="541"/>
                  <a:pt x="486" y="541"/>
                </a:cubicBezTo>
                <a:cubicBezTo>
                  <a:pt x="486" y="542"/>
                  <a:pt x="486" y="542"/>
                  <a:pt x="486" y="542"/>
                </a:cubicBezTo>
                <a:close/>
                <a:moveTo>
                  <a:pt x="486" y="559"/>
                </a:moveTo>
                <a:cubicBezTo>
                  <a:pt x="486" y="574"/>
                  <a:pt x="486" y="574"/>
                  <a:pt x="486" y="574"/>
                </a:cubicBezTo>
                <a:cubicBezTo>
                  <a:pt x="486" y="574"/>
                  <a:pt x="486" y="574"/>
                  <a:pt x="486" y="574"/>
                </a:cubicBezTo>
                <a:cubicBezTo>
                  <a:pt x="486" y="563"/>
                  <a:pt x="486" y="563"/>
                  <a:pt x="486" y="563"/>
                </a:cubicBezTo>
                <a:cubicBezTo>
                  <a:pt x="486" y="563"/>
                  <a:pt x="486" y="563"/>
                  <a:pt x="486" y="563"/>
                </a:cubicBezTo>
                <a:cubicBezTo>
                  <a:pt x="486" y="562"/>
                  <a:pt x="486" y="561"/>
                  <a:pt x="486" y="559"/>
                </a:cubicBezTo>
                <a:close/>
                <a:moveTo>
                  <a:pt x="486" y="592"/>
                </a:moveTo>
                <a:cubicBezTo>
                  <a:pt x="486" y="602"/>
                  <a:pt x="486" y="602"/>
                  <a:pt x="486" y="602"/>
                </a:cubicBezTo>
                <a:cubicBezTo>
                  <a:pt x="486" y="602"/>
                  <a:pt x="486" y="602"/>
                  <a:pt x="486" y="602"/>
                </a:cubicBezTo>
                <a:cubicBezTo>
                  <a:pt x="486" y="593"/>
                  <a:pt x="486" y="593"/>
                  <a:pt x="486" y="593"/>
                </a:cubicBezTo>
                <a:cubicBezTo>
                  <a:pt x="486" y="592"/>
                  <a:pt x="486" y="592"/>
                  <a:pt x="486" y="592"/>
                </a:cubicBezTo>
                <a:close/>
                <a:moveTo>
                  <a:pt x="486" y="614"/>
                </a:moveTo>
                <a:cubicBezTo>
                  <a:pt x="486" y="622"/>
                  <a:pt x="486" y="622"/>
                  <a:pt x="486" y="622"/>
                </a:cubicBezTo>
                <a:cubicBezTo>
                  <a:pt x="486" y="623"/>
                  <a:pt x="486" y="623"/>
                  <a:pt x="486" y="623"/>
                </a:cubicBezTo>
                <a:cubicBezTo>
                  <a:pt x="486" y="614"/>
                  <a:pt x="486" y="614"/>
                  <a:pt x="486" y="614"/>
                </a:cubicBezTo>
                <a:cubicBezTo>
                  <a:pt x="486" y="614"/>
                  <a:pt x="486" y="614"/>
                  <a:pt x="486" y="614"/>
                </a:cubicBezTo>
                <a:close/>
                <a:moveTo>
                  <a:pt x="486" y="673"/>
                </a:moveTo>
                <a:cubicBezTo>
                  <a:pt x="486" y="684"/>
                  <a:pt x="486" y="684"/>
                  <a:pt x="486" y="684"/>
                </a:cubicBezTo>
                <a:cubicBezTo>
                  <a:pt x="486" y="685"/>
                  <a:pt x="486" y="685"/>
                  <a:pt x="486" y="685"/>
                </a:cubicBezTo>
                <a:cubicBezTo>
                  <a:pt x="486" y="673"/>
                  <a:pt x="486" y="673"/>
                  <a:pt x="486" y="673"/>
                </a:cubicBezTo>
                <a:cubicBezTo>
                  <a:pt x="486" y="673"/>
                  <a:pt x="486" y="673"/>
                  <a:pt x="486" y="673"/>
                </a:cubicBezTo>
                <a:close/>
                <a:moveTo>
                  <a:pt x="486" y="738"/>
                </a:moveTo>
                <a:cubicBezTo>
                  <a:pt x="486" y="752"/>
                  <a:pt x="486" y="752"/>
                  <a:pt x="486" y="752"/>
                </a:cubicBezTo>
                <a:cubicBezTo>
                  <a:pt x="486" y="752"/>
                  <a:pt x="486" y="752"/>
                  <a:pt x="486" y="751"/>
                </a:cubicBezTo>
                <a:cubicBezTo>
                  <a:pt x="486" y="738"/>
                  <a:pt x="486" y="738"/>
                  <a:pt x="486" y="738"/>
                </a:cubicBezTo>
                <a:close/>
                <a:moveTo>
                  <a:pt x="484" y="11"/>
                </a:moveTo>
                <a:cubicBezTo>
                  <a:pt x="486" y="11"/>
                  <a:pt x="486" y="11"/>
                  <a:pt x="486" y="11"/>
                </a:cubicBezTo>
                <a:cubicBezTo>
                  <a:pt x="486" y="42"/>
                  <a:pt x="486" y="42"/>
                  <a:pt x="486" y="42"/>
                </a:cubicBezTo>
                <a:cubicBezTo>
                  <a:pt x="485" y="40"/>
                  <a:pt x="485" y="38"/>
                  <a:pt x="484" y="37"/>
                </a:cubicBezTo>
                <a:cubicBezTo>
                  <a:pt x="484" y="11"/>
                  <a:pt x="484" y="11"/>
                  <a:pt x="484" y="11"/>
                </a:cubicBezTo>
                <a:close/>
                <a:moveTo>
                  <a:pt x="486" y="784"/>
                </a:moveTo>
                <a:cubicBezTo>
                  <a:pt x="484" y="784"/>
                  <a:pt x="484" y="784"/>
                  <a:pt x="484" y="78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5" y="774"/>
                  <a:pt x="485" y="774"/>
                  <a:pt x="486" y="77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84"/>
                  <a:pt x="486" y="784"/>
                  <a:pt x="486" y="784"/>
                </a:cubicBezTo>
                <a:close/>
                <a:moveTo>
                  <a:pt x="486" y="50"/>
                </a:moveTo>
                <a:cubicBezTo>
                  <a:pt x="486" y="57"/>
                  <a:pt x="486" y="57"/>
                  <a:pt x="486" y="57"/>
                </a:cubicBezTo>
                <a:cubicBezTo>
                  <a:pt x="484" y="57"/>
                  <a:pt x="484" y="57"/>
                  <a:pt x="484" y="57"/>
                </a:cubicBezTo>
                <a:cubicBezTo>
                  <a:pt x="484" y="50"/>
                  <a:pt x="484" y="50"/>
                  <a:pt x="484" y="50"/>
                </a:cubicBezTo>
                <a:cubicBezTo>
                  <a:pt x="486" y="50"/>
                  <a:pt x="486" y="50"/>
                  <a:pt x="486" y="50"/>
                </a:cubicBezTo>
                <a:close/>
                <a:moveTo>
                  <a:pt x="486" y="75"/>
                </a:moveTo>
                <a:cubicBezTo>
                  <a:pt x="486" y="121"/>
                  <a:pt x="486" y="121"/>
                  <a:pt x="486" y="121"/>
                </a:cubicBezTo>
                <a:cubicBezTo>
                  <a:pt x="485" y="121"/>
                  <a:pt x="485" y="120"/>
                  <a:pt x="484" y="120"/>
                </a:cubicBezTo>
                <a:cubicBezTo>
                  <a:pt x="484" y="75"/>
                  <a:pt x="484" y="75"/>
                  <a:pt x="484" y="75"/>
                </a:cubicBezTo>
                <a:cubicBezTo>
                  <a:pt x="486" y="75"/>
                  <a:pt x="486" y="75"/>
                  <a:pt x="486" y="75"/>
                </a:cubicBezTo>
                <a:close/>
                <a:moveTo>
                  <a:pt x="486" y="124"/>
                </a:moveTo>
                <a:cubicBezTo>
                  <a:pt x="486" y="139"/>
                  <a:pt x="486" y="139"/>
                  <a:pt x="486" y="139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124"/>
                  <a:pt x="484" y="124"/>
                  <a:pt x="484" y="124"/>
                </a:cubicBezTo>
                <a:cubicBezTo>
                  <a:pt x="485" y="124"/>
                  <a:pt x="485" y="124"/>
                  <a:pt x="486" y="124"/>
                </a:cubicBezTo>
                <a:close/>
                <a:moveTo>
                  <a:pt x="486" y="141"/>
                </a:moveTo>
                <a:cubicBezTo>
                  <a:pt x="486" y="148"/>
                  <a:pt x="486" y="148"/>
                  <a:pt x="486" y="148"/>
                </a:cubicBezTo>
                <a:cubicBezTo>
                  <a:pt x="484" y="148"/>
                  <a:pt x="484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ubicBezTo>
                  <a:pt x="485" y="140"/>
                  <a:pt x="485" y="140"/>
                  <a:pt x="486" y="141"/>
                </a:cubicBezTo>
                <a:close/>
                <a:moveTo>
                  <a:pt x="486" y="182"/>
                </a:moveTo>
                <a:cubicBezTo>
                  <a:pt x="486" y="200"/>
                  <a:pt x="486" y="200"/>
                  <a:pt x="486" y="200"/>
                </a:cubicBezTo>
                <a:cubicBezTo>
                  <a:pt x="485" y="197"/>
                  <a:pt x="485" y="195"/>
                  <a:pt x="484" y="193"/>
                </a:cubicBezTo>
                <a:cubicBezTo>
                  <a:pt x="484" y="182"/>
                  <a:pt x="484" y="182"/>
                  <a:pt x="484" y="182"/>
                </a:cubicBezTo>
                <a:cubicBezTo>
                  <a:pt x="486" y="182"/>
                  <a:pt x="486" y="182"/>
                  <a:pt x="486" y="182"/>
                </a:cubicBezTo>
                <a:close/>
                <a:moveTo>
                  <a:pt x="486" y="206"/>
                </a:moveTo>
                <a:cubicBezTo>
                  <a:pt x="486" y="211"/>
                  <a:pt x="486" y="211"/>
                  <a:pt x="486" y="211"/>
                </a:cubicBezTo>
                <a:cubicBezTo>
                  <a:pt x="485" y="211"/>
                  <a:pt x="485" y="211"/>
                  <a:pt x="484" y="211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5" y="206"/>
                  <a:pt x="485" y="206"/>
                  <a:pt x="486" y="206"/>
                </a:cubicBezTo>
                <a:close/>
                <a:moveTo>
                  <a:pt x="486" y="237"/>
                </a:moveTo>
                <a:cubicBezTo>
                  <a:pt x="486" y="266"/>
                  <a:pt x="486" y="266"/>
                  <a:pt x="486" y="266"/>
                </a:cubicBezTo>
                <a:cubicBezTo>
                  <a:pt x="485" y="267"/>
                  <a:pt x="485" y="267"/>
                  <a:pt x="484" y="268"/>
                </a:cubicBezTo>
                <a:cubicBezTo>
                  <a:pt x="484" y="235"/>
                  <a:pt x="484" y="235"/>
                  <a:pt x="484" y="235"/>
                </a:cubicBezTo>
                <a:cubicBezTo>
                  <a:pt x="485" y="236"/>
                  <a:pt x="485" y="236"/>
                  <a:pt x="486" y="237"/>
                </a:cubicBezTo>
                <a:close/>
                <a:moveTo>
                  <a:pt x="486" y="296"/>
                </a:moveTo>
                <a:cubicBezTo>
                  <a:pt x="486" y="301"/>
                  <a:pt x="486" y="301"/>
                  <a:pt x="486" y="301"/>
                </a:cubicBezTo>
                <a:cubicBezTo>
                  <a:pt x="485" y="302"/>
                  <a:pt x="485" y="302"/>
                  <a:pt x="484" y="302"/>
                </a:cubicBezTo>
                <a:cubicBezTo>
                  <a:pt x="484" y="297"/>
                  <a:pt x="484" y="297"/>
                  <a:pt x="484" y="297"/>
                </a:cubicBezTo>
                <a:cubicBezTo>
                  <a:pt x="486" y="296"/>
                  <a:pt x="486" y="296"/>
                  <a:pt x="486" y="296"/>
                </a:cubicBezTo>
                <a:close/>
                <a:moveTo>
                  <a:pt x="486" y="309"/>
                </a:moveTo>
                <a:cubicBezTo>
                  <a:pt x="486" y="313"/>
                  <a:pt x="486" y="313"/>
                  <a:pt x="486" y="313"/>
                </a:cubicBezTo>
                <a:cubicBezTo>
                  <a:pt x="485" y="313"/>
                  <a:pt x="485" y="312"/>
                  <a:pt x="484" y="312"/>
                </a:cubicBezTo>
                <a:cubicBezTo>
                  <a:pt x="484" y="308"/>
                  <a:pt x="484" y="308"/>
                  <a:pt x="484" y="308"/>
                </a:cubicBezTo>
                <a:cubicBezTo>
                  <a:pt x="486" y="309"/>
                  <a:pt x="486" y="309"/>
                  <a:pt x="486" y="309"/>
                </a:cubicBezTo>
                <a:close/>
                <a:moveTo>
                  <a:pt x="486" y="323"/>
                </a:moveTo>
                <a:cubicBezTo>
                  <a:pt x="486" y="330"/>
                  <a:pt x="486" y="330"/>
                  <a:pt x="486" y="330"/>
                </a:cubicBezTo>
                <a:cubicBezTo>
                  <a:pt x="485" y="330"/>
                  <a:pt x="485" y="331"/>
                  <a:pt x="484" y="33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6" y="323"/>
                  <a:pt x="486" y="323"/>
                  <a:pt x="486" y="323"/>
                </a:cubicBezTo>
                <a:cubicBezTo>
                  <a:pt x="486" y="323"/>
                  <a:pt x="486" y="323"/>
                  <a:pt x="486" y="323"/>
                </a:cubicBezTo>
                <a:close/>
                <a:moveTo>
                  <a:pt x="486" y="339"/>
                </a:moveTo>
                <a:cubicBezTo>
                  <a:pt x="486" y="355"/>
                  <a:pt x="486" y="355"/>
                  <a:pt x="486" y="355"/>
                </a:cubicBezTo>
                <a:cubicBezTo>
                  <a:pt x="485" y="356"/>
                  <a:pt x="485" y="357"/>
                  <a:pt x="484" y="359"/>
                </a:cubicBezTo>
                <a:cubicBezTo>
                  <a:pt x="484" y="350"/>
                  <a:pt x="484" y="350"/>
                  <a:pt x="484" y="350"/>
                </a:cubicBezTo>
                <a:cubicBezTo>
                  <a:pt x="485" y="349"/>
                  <a:pt x="485" y="347"/>
                  <a:pt x="484" y="346"/>
                </a:cubicBezTo>
                <a:cubicBezTo>
                  <a:pt x="484" y="338"/>
                  <a:pt x="484" y="338"/>
                  <a:pt x="484" y="338"/>
                </a:cubicBezTo>
                <a:cubicBezTo>
                  <a:pt x="485" y="338"/>
                  <a:pt x="485" y="339"/>
                  <a:pt x="486" y="339"/>
                </a:cubicBezTo>
                <a:close/>
                <a:moveTo>
                  <a:pt x="486" y="367"/>
                </a:moveTo>
                <a:cubicBezTo>
                  <a:pt x="486" y="390"/>
                  <a:pt x="486" y="390"/>
                  <a:pt x="486" y="390"/>
                </a:cubicBezTo>
                <a:cubicBezTo>
                  <a:pt x="485" y="387"/>
                  <a:pt x="485" y="384"/>
                  <a:pt x="484" y="381"/>
                </a:cubicBezTo>
                <a:cubicBezTo>
                  <a:pt x="484" y="369"/>
                  <a:pt x="484" y="369"/>
                  <a:pt x="484" y="369"/>
                </a:cubicBezTo>
                <a:cubicBezTo>
                  <a:pt x="486" y="367"/>
                  <a:pt x="486" y="367"/>
                  <a:pt x="486" y="367"/>
                </a:cubicBezTo>
                <a:close/>
                <a:moveTo>
                  <a:pt x="486" y="420"/>
                </a:moveTo>
                <a:cubicBezTo>
                  <a:pt x="486" y="434"/>
                  <a:pt x="486" y="434"/>
                  <a:pt x="486" y="434"/>
                </a:cubicBezTo>
                <a:cubicBezTo>
                  <a:pt x="485" y="434"/>
                  <a:pt x="485" y="435"/>
                  <a:pt x="484" y="436"/>
                </a:cubicBezTo>
                <a:cubicBezTo>
                  <a:pt x="484" y="423"/>
                  <a:pt x="484" y="423"/>
                  <a:pt x="484" y="423"/>
                </a:cubicBezTo>
                <a:cubicBezTo>
                  <a:pt x="485" y="422"/>
                  <a:pt x="485" y="421"/>
                  <a:pt x="486" y="420"/>
                </a:cubicBezTo>
                <a:close/>
                <a:moveTo>
                  <a:pt x="486" y="438"/>
                </a:moveTo>
                <a:cubicBezTo>
                  <a:pt x="486" y="442"/>
                  <a:pt x="486" y="442"/>
                  <a:pt x="486" y="442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6" y="438"/>
                  <a:pt x="486" y="438"/>
                  <a:pt x="486" y="438"/>
                </a:cubicBezTo>
                <a:close/>
                <a:moveTo>
                  <a:pt x="486" y="448"/>
                </a:moveTo>
                <a:cubicBezTo>
                  <a:pt x="486" y="453"/>
                  <a:pt x="486" y="453"/>
                  <a:pt x="486" y="453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4" y="449"/>
                  <a:pt x="484" y="449"/>
                  <a:pt x="484" y="449"/>
                </a:cubicBezTo>
                <a:cubicBezTo>
                  <a:pt x="485" y="449"/>
                  <a:pt x="485" y="449"/>
                  <a:pt x="486" y="448"/>
                </a:cubicBezTo>
                <a:close/>
                <a:moveTo>
                  <a:pt x="486" y="457"/>
                </a:moveTo>
                <a:cubicBezTo>
                  <a:pt x="486" y="465"/>
                  <a:pt x="486" y="465"/>
                  <a:pt x="486" y="465"/>
                </a:cubicBezTo>
                <a:cubicBezTo>
                  <a:pt x="485" y="465"/>
                  <a:pt x="485" y="466"/>
                  <a:pt x="484" y="467"/>
                </a:cubicBezTo>
                <a:cubicBezTo>
                  <a:pt x="484" y="458"/>
                  <a:pt x="484" y="458"/>
                  <a:pt x="484" y="458"/>
                </a:cubicBezTo>
                <a:cubicBezTo>
                  <a:pt x="485" y="458"/>
                  <a:pt x="485" y="458"/>
                  <a:pt x="485" y="458"/>
                </a:cubicBezTo>
                <a:cubicBezTo>
                  <a:pt x="486" y="457"/>
                  <a:pt x="486" y="457"/>
                  <a:pt x="486" y="457"/>
                </a:cubicBezTo>
                <a:close/>
                <a:moveTo>
                  <a:pt x="486" y="472"/>
                </a:moveTo>
                <a:cubicBezTo>
                  <a:pt x="486" y="478"/>
                  <a:pt x="486" y="478"/>
                  <a:pt x="486" y="478"/>
                </a:cubicBezTo>
                <a:cubicBezTo>
                  <a:pt x="486" y="478"/>
                  <a:pt x="485" y="477"/>
                  <a:pt x="485" y="477"/>
                </a:cubicBezTo>
                <a:cubicBezTo>
                  <a:pt x="485" y="477"/>
                  <a:pt x="485" y="478"/>
                  <a:pt x="484" y="478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6" y="472"/>
                  <a:pt x="486" y="472"/>
                  <a:pt x="486" y="472"/>
                </a:cubicBezTo>
                <a:close/>
                <a:moveTo>
                  <a:pt x="486" y="491"/>
                </a:moveTo>
                <a:cubicBezTo>
                  <a:pt x="486" y="499"/>
                  <a:pt x="486" y="499"/>
                  <a:pt x="486" y="499"/>
                </a:cubicBezTo>
                <a:cubicBezTo>
                  <a:pt x="485" y="501"/>
                  <a:pt x="485" y="501"/>
                  <a:pt x="485" y="501"/>
                </a:cubicBezTo>
                <a:cubicBezTo>
                  <a:pt x="486" y="502"/>
                  <a:pt x="486" y="502"/>
                  <a:pt x="486" y="502"/>
                </a:cubicBezTo>
                <a:cubicBezTo>
                  <a:pt x="486" y="508"/>
                  <a:pt x="486" y="508"/>
                  <a:pt x="486" y="508"/>
                </a:cubicBezTo>
                <a:cubicBezTo>
                  <a:pt x="484" y="507"/>
                  <a:pt x="484" y="507"/>
                  <a:pt x="484" y="507"/>
                </a:cubicBezTo>
                <a:cubicBezTo>
                  <a:pt x="484" y="493"/>
                  <a:pt x="484" y="493"/>
                  <a:pt x="484" y="493"/>
                </a:cubicBezTo>
                <a:cubicBezTo>
                  <a:pt x="485" y="492"/>
                  <a:pt x="485" y="492"/>
                  <a:pt x="486" y="491"/>
                </a:cubicBezTo>
                <a:close/>
                <a:moveTo>
                  <a:pt x="486" y="541"/>
                </a:moveTo>
                <a:cubicBezTo>
                  <a:pt x="486" y="559"/>
                  <a:pt x="486" y="559"/>
                  <a:pt x="486" y="559"/>
                </a:cubicBezTo>
                <a:cubicBezTo>
                  <a:pt x="485" y="559"/>
                  <a:pt x="485" y="559"/>
                  <a:pt x="484" y="559"/>
                </a:cubicBezTo>
                <a:cubicBezTo>
                  <a:pt x="484" y="539"/>
                  <a:pt x="484" y="539"/>
                  <a:pt x="484" y="539"/>
                </a:cubicBezTo>
                <a:cubicBezTo>
                  <a:pt x="486" y="541"/>
                  <a:pt x="486" y="541"/>
                  <a:pt x="486" y="541"/>
                </a:cubicBezTo>
                <a:close/>
                <a:moveTo>
                  <a:pt x="486" y="563"/>
                </a:moveTo>
                <a:cubicBezTo>
                  <a:pt x="486" y="574"/>
                  <a:pt x="486" y="574"/>
                  <a:pt x="486" y="574"/>
                </a:cubicBezTo>
                <a:cubicBezTo>
                  <a:pt x="484" y="576"/>
                  <a:pt x="484" y="576"/>
                  <a:pt x="484" y="576"/>
                </a:cubicBezTo>
                <a:cubicBezTo>
                  <a:pt x="484" y="564"/>
                  <a:pt x="484" y="564"/>
                  <a:pt x="484" y="564"/>
                </a:cubicBezTo>
                <a:cubicBezTo>
                  <a:pt x="486" y="563"/>
                  <a:pt x="486" y="563"/>
                  <a:pt x="486" y="563"/>
                </a:cubicBezTo>
                <a:close/>
                <a:moveTo>
                  <a:pt x="486" y="593"/>
                </a:moveTo>
                <a:cubicBezTo>
                  <a:pt x="486" y="602"/>
                  <a:pt x="486" y="602"/>
                  <a:pt x="486" y="602"/>
                </a:cubicBezTo>
                <a:cubicBezTo>
                  <a:pt x="485" y="602"/>
                  <a:pt x="485" y="602"/>
                  <a:pt x="484" y="602"/>
                </a:cubicBezTo>
                <a:cubicBezTo>
                  <a:pt x="484" y="593"/>
                  <a:pt x="484" y="593"/>
                  <a:pt x="484" y="593"/>
                </a:cubicBezTo>
                <a:cubicBezTo>
                  <a:pt x="485" y="593"/>
                  <a:pt x="485" y="593"/>
                  <a:pt x="486" y="593"/>
                </a:cubicBezTo>
                <a:close/>
                <a:moveTo>
                  <a:pt x="486" y="614"/>
                </a:moveTo>
                <a:cubicBezTo>
                  <a:pt x="486" y="623"/>
                  <a:pt x="486" y="623"/>
                  <a:pt x="486" y="623"/>
                </a:cubicBezTo>
                <a:cubicBezTo>
                  <a:pt x="484" y="623"/>
                  <a:pt x="484" y="623"/>
                  <a:pt x="484" y="623"/>
                </a:cubicBezTo>
                <a:cubicBezTo>
                  <a:pt x="484" y="613"/>
                  <a:pt x="484" y="613"/>
                  <a:pt x="484" y="613"/>
                </a:cubicBezTo>
                <a:cubicBezTo>
                  <a:pt x="486" y="614"/>
                  <a:pt x="486" y="614"/>
                  <a:pt x="486" y="614"/>
                </a:cubicBezTo>
                <a:close/>
                <a:moveTo>
                  <a:pt x="486" y="673"/>
                </a:moveTo>
                <a:cubicBezTo>
                  <a:pt x="486" y="685"/>
                  <a:pt x="486" y="685"/>
                  <a:pt x="486" y="685"/>
                </a:cubicBezTo>
                <a:cubicBezTo>
                  <a:pt x="484" y="685"/>
                  <a:pt x="484" y="685"/>
                  <a:pt x="484" y="685"/>
                </a:cubicBezTo>
                <a:cubicBezTo>
                  <a:pt x="484" y="673"/>
                  <a:pt x="484" y="673"/>
                  <a:pt x="484" y="673"/>
                </a:cubicBezTo>
                <a:cubicBezTo>
                  <a:pt x="486" y="673"/>
                  <a:pt x="486" y="673"/>
                  <a:pt x="486" y="673"/>
                </a:cubicBezTo>
                <a:close/>
                <a:moveTo>
                  <a:pt x="486" y="738"/>
                </a:moveTo>
                <a:cubicBezTo>
                  <a:pt x="486" y="751"/>
                  <a:pt x="486" y="751"/>
                  <a:pt x="486" y="751"/>
                </a:cubicBezTo>
                <a:cubicBezTo>
                  <a:pt x="485" y="751"/>
                  <a:pt x="485" y="751"/>
                  <a:pt x="484" y="751"/>
                </a:cubicBezTo>
                <a:cubicBezTo>
                  <a:pt x="484" y="738"/>
                  <a:pt x="484" y="738"/>
                  <a:pt x="484" y="738"/>
                </a:cubicBezTo>
                <a:cubicBezTo>
                  <a:pt x="485" y="738"/>
                  <a:pt x="485" y="738"/>
                  <a:pt x="486" y="738"/>
                </a:cubicBezTo>
                <a:close/>
                <a:moveTo>
                  <a:pt x="484" y="11"/>
                </a:moveTo>
                <a:cubicBezTo>
                  <a:pt x="484" y="11"/>
                  <a:pt x="484" y="11"/>
                  <a:pt x="484" y="11"/>
                </a:cubicBezTo>
                <a:cubicBezTo>
                  <a:pt x="484" y="37"/>
                  <a:pt x="484" y="37"/>
                  <a:pt x="484" y="37"/>
                </a:cubicBezTo>
                <a:cubicBezTo>
                  <a:pt x="484" y="35"/>
                  <a:pt x="484" y="35"/>
                  <a:pt x="484" y="35"/>
                </a:cubicBezTo>
                <a:cubicBezTo>
                  <a:pt x="484" y="11"/>
                  <a:pt x="484" y="11"/>
                  <a:pt x="484" y="11"/>
                </a:cubicBezTo>
                <a:close/>
                <a:moveTo>
                  <a:pt x="484" y="784"/>
                </a:moveTo>
                <a:cubicBezTo>
                  <a:pt x="484" y="784"/>
                  <a:pt x="484" y="784"/>
                  <a:pt x="484" y="78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4" y="784"/>
                  <a:pt x="484" y="784"/>
                  <a:pt x="484" y="784"/>
                </a:cubicBezTo>
                <a:close/>
                <a:moveTo>
                  <a:pt x="484" y="50"/>
                </a:moveTo>
                <a:cubicBezTo>
                  <a:pt x="484" y="57"/>
                  <a:pt x="484" y="57"/>
                  <a:pt x="484" y="57"/>
                </a:cubicBezTo>
                <a:cubicBezTo>
                  <a:pt x="484" y="57"/>
                  <a:pt x="484" y="57"/>
                  <a:pt x="484" y="57"/>
                </a:cubicBezTo>
                <a:cubicBezTo>
                  <a:pt x="484" y="50"/>
                  <a:pt x="484" y="50"/>
                  <a:pt x="484" y="50"/>
                </a:cubicBezTo>
                <a:cubicBezTo>
                  <a:pt x="484" y="50"/>
                  <a:pt x="484" y="50"/>
                  <a:pt x="484" y="50"/>
                </a:cubicBezTo>
                <a:close/>
                <a:moveTo>
                  <a:pt x="484" y="75"/>
                </a:moveTo>
                <a:cubicBezTo>
                  <a:pt x="484" y="120"/>
                  <a:pt x="484" y="120"/>
                  <a:pt x="484" y="120"/>
                </a:cubicBezTo>
                <a:cubicBezTo>
                  <a:pt x="484" y="120"/>
                  <a:pt x="484" y="120"/>
                  <a:pt x="484" y="120"/>
                </a:cubicBezTo>
                <a:cubicBezTo>
                  <a:pt x="484" y="122"/>
                  <a:pt x="484" y="123"/>
                  <a:pt x="484" y="124"/>
                </a:cubicBezTo>
                <a:cubicBezTo>
                  <a:pt x="484" y="124"/>
                  <a:pt x="484" y="124"/>
                  <a:pt x="484" y="124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76"/>
                  <a:pt x="484" y="76"/>
                  <a:pt x="484" y="76"/>
                </a:cubicBezTo>
                <a:cubicBezTo>
                  <a:pt x="484" y="75"/>
                  <a:pt x="484" y="75"/>
                  <a:pt x="484" y="75"/>
                </a:cubicBezTo>
                <a:cubicBezTo>
                  <a:pt x="484" y="75"/>
                  <a:pt x="484" y="75"/>
                  <a:pt x="484" y="75"/>
                </a:cubicBezTo>
                <a:close/>
                <a:moveTo>
                  <a:pt x="484" y="140"/>
                </a:moveTo>
                <a:cubicBezTo>
                  <a:pt x="484" y="148"/>
                  <a:pt x="484" y="148"/>
                  <a:pt x="484" y="148"/>
                </a:cubicBezTo>
                <a:cubicBezTo>
                  <a:pt x="484" y="148"/>
                  <a:pt x="484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ubicBezTo>
                  <a:pt x="484" y="140"/>
                  <a:pt x="484" y="140"/>
                  <a:pt x="484" y="140"/>
                </a:cubicBezTo>
                <a:close/>
                <a:moveTo>
                  <a:pt x="484" y="182"/>
                </a:moveTo>
                <a:cubicBezTo>
                  <a:pt x="484" y="193"/>
                  <a:pt x="484" y="193"/>
                  <a:pt x="484" y="193"/>
                </a:cubicBezTo>
                <a:cubicBezTo>
                  <a:pt x="484" y="192"/>
                  <a:pt x="484" y="192"/>
                  <a:pt x="484" y="191"/>
                </a:cubicBezTo>
                <a:cubicBezTo>
                  <a:pt x="484" y="181"/>
                  <a:pt x="484" y="181"/>
                  <a:pt x="484" y="181"/>
                </a:cubicBezTo>
                <a:cubicBezTo>
                  <a:pt x="484" y="182"/>
                  <a:pt x="484" y="182"/>
                  <a:pt x="484" y="182"/>
                </a:cubicBezTo>
                <a:close/>
                <a:moveTo>
                  <a:pt x="484" y="206"/>
                </a:moveTo>
                <a:cubicBezTo>
                  <a:pt x="484" y="211"/>
                  <a:pt x="484" y="211"/>
                  <a:pt x="484" y="211"/>
                </a:cubicBezTo>
                <a:cubicBezTo>
                  <a:pt x="484" y="211"/>
                  <a:pt x="484" y="211"/>
                  <a:pt x="484" y="211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4" y="206"/>
                  <a:pt x="484" y="206"/>
                  <a:pt x="484" y="206"/>
                </a:cubicBezTo>
                <a:close/>
                <a:moveTo>
                  <a:pt x="484" y="235"/>
                </a:moveTo>
                <a:cubicBezTo>
                  <a:pt x="484" y="268"/>
                  <a:pt x="484" y="268"/>
                  <a:pt x="484" y="268"/>
                </a:cubicBezTo>
                <a:cubicBezTo>
                  <a:pt x="484" y="268"/>
                  <a:pt x="484" y="268"/>
                  <a:pt x="484" y="268"/>
                </a:cubicBezTo>
                <a:cubicBezTo>
                  <a:pt x="484" y="235"/>
                  <a:pt x="484" y="235"/>
                  <a:pt x="484" y="235"/>
                </a:cubicBezTo>
                <a:cubicBezTo>
                  <a:pt x="484" y="235"/>
                  <a:pt x="484" y="235"/>
                  <a:pt x="484" y="235"/>
                </a:cubicBezTo>
                <a:close/>
                <a:moveTo>
                  <a:pt x="484" y="297"/>
                </a:moveTo>
                <a:cubicBezTo>
                  <a:pt x="484" y="302"/>
                  <a:pt x="484" y="302"/>
                  <a:pt x="484" y="302"/>
                </a:cubicBezTo>
                <a:cubicBezTo>
                  <a:pt x="484" y="302"/>
                  <a:pt x="484" y="302"/>
                  <a:pt x="484" y="302"/>
                </a:cubicBezTo>
                <a:cubicBezTo>
                  <a:pt x="484" y="297"/>
                  <a:pt x="484" y="297"/>
                  <a:pt x="484" y="297"/>
                </a:cubicBezTo>
                <a:cubicBezTo>
                  <a:pt x="484" y="297"/>
                  <a:pt x="484" y="297"/>
                  <a:pt x="484" y="297"/>
                </a:cubicBezTo>
                <a:close/>
                <a:moveTo>
                  <a:pt x="484" y="308"/>
                </a:moveTo>
                <a:cubicBezTo>
                  <a:pt x="484" y="312"/>
                  <a:pt x="484" y="312"/>
                  <a:pt x="484" y="312"/>
                </a:cubicBezTo>
                <a:cubicBezTo>
                  <a:pt x="484" y="312"/>
                  <a:pt x="484" y="312"/>
                  <a:pt x="484" y="312"/>
                </a:cubicBezTo>
                <a:cubicBezTo>
                  <a:pt x="484" y="307"/>
                  <a:pt x="484" y="307"/>
                  <a:pt x="484" y="307"/>
                </a:cubicBezTo>
                <a:cubicBezTo>
                  <a:pt x="484" y="308"/>
                  <a:pt x="484" y="308"/>
                  <a:pt x="484" y="308"/>
                </a:cubicBezTo>
                <a:close/>
                <a:moveTo>
                  <a:pt x="484" y="322"/>
                </a:moveTo>
                <a:cubicBezTo>
                  <a:pt x="484" y="332"/>
                  <a:pt x="484" y="332"/>
                  <a:pt x="484" y="332"/>
                </a:cubicBezTo>
                <a:cubicBezTo>
                  <a:pt x="484" y="332"/>
                  <a:pt x="484" y="332"/>
                  <a:pt x="484" y="332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4" y="322"/>
                  <a:pt x="484" y="322"/>
                  <a:pt x="484" y="322"/>
                </a:cubicBezTo>
                <a:close/>
                <a:moveTo>
                  <a:pt x="484" y="338"/>
                </a:moveTo>
                <a:cubicBezTo>
                  <a:pt x="484" y="346"/>
                  <a:pt x="484" y="346"/>
                  <a:pt x="484" y="346"/>
                </a:cubicBezTo>
                <a:cubicBezTo>
                  <a:pt x="484" y="345"/>
                  <a:pt x="484" y="345"/>
                  <a:pt x="484" y="344"/>
                </a:cubicBezTo>
                <a:cubicBezTo>
                  <a:pt x="484" y="337"/>
                  <a:pt x="484" y="337"/>
                  <a:pt x="484" y="337"/>
                </a:cubicBezTo>
                <a:cubicBezTo>
                  <a:pt x="484" y="338"/>
                  <a:pt x="484" y="338"/>
                  <a:pt x="484" y="338"/>
                </a:cubicBezTo>
                <a:close/>
                <a:moveTo>
                  <a:pt x="484" y="350"/>
                </a:moveTo>
                <a:cubicBezTo>
                  <a:pt x="484" y="359"/>
                  <a:pt x="484" y="359"/>
                  <a:pt x="484" y="359"/>
                </a:cubicBezTo>
                <a:cubicBezTo>
                  <a:pt x="484" y="362"/>
                  <a:pt x="484" y="365"/>
                  <a:pt x="484" y="369"/>
                </a:cubicBezTo>
                <a:cubicBezTo>
                  <a:pt x="484" y="369"/>
                  <a:pt x="484" y="369"/>
                  <a:pt x="484" y="369"/>
                </a:cubicBezTo>
                <a:cubicBezTo>
                  <a:pt x="484" y="381"/>
                  <a:pt x="484" y="381"/>
                  <a:pt x="484" y="381"/>
                </a:cubicBezTo>
                <a:cubicBezTo>
                  <a:pt x="484" y="380"/>
                  <a:pt x="484" y="379"/>
                  <a:pt x="484" y="379"/>
                </a:cubicBezTo>
                <a:cubicBezTo>
                  <a:pt x="484" y="351"/>
                  <a:pt x="484" y="351"/>
                  <a:pt x="484" y="351"/>
                </a:cubicBezTo>
                <a:cubicBezTo>
                  <a:pt x="484" y="351"/>
                  <a:pt x="484" y="350"/>
                  <a:pt x="484" y="350"/>
                </a:cubicBezTo>
                <a:close/>
                <a:moveTo>
                  <a:pt x="484" y="423"/>
                </a:moveTo>
                <a:cubicBezTo>
                  <a:pt x="484" y="436"/>
                  <a:pt x="484" y="436"/>
                  <a:pt x="484" y="436"/>
                </a:cubicBezTo>
                <a:cubicBezTo>
                  <a:pt x="484" y="436"/>
                  <a:pt x="484" y="436"/>
                  <a:pt x="484" y="437"/>
                </a:cubicBezTo>
                <a:cubicBezTo>
                  <a:pt x="484" y="425"/>
                  <a:pt x="484" y="425"/>
                  <a:pt x="484" y="425"/>
                </a:cubicBezTo>
                <a:cubicBezTo>
                  <a:pt x="484" y="423"/>
                  <a:pt x="484" y="423"/>
                  <a:pt x="484" y="423"/>
                </a:cubicBezTo>
                <a:close/>
                <a:moveTo>
                  <a:pt x="484" y="438"/>
                </a:moveTo>
                <a:cubicBezTo>
                  <a:pt x="484" y="442"/>
                  <a:pt x="484" y="442"/>
                  <a:pt x="484" y="442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4" y="438"/>
                  <a:pt x="484" y="438"/>
                  <a:pt x="484" y="438"/>
                </a:cubicBezTo>
                <a:close/>
                <a:moveTo>
                  <a:pt x="484" y="449"/>
                </a:moveTo>
                <a:cubicBezTo>
                  <a:pt x="484" y="453"/>
                  <a:pt x="484" y="453"/>
                  <a:pt x="484" y="453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4" y="449"/>
                  <a:pt x="484" y="449"/>
                  <a:pt x="484" y="449"/>
                </a:cubicBezTo>
                <a:cubicBezTo>
                  <a:pt x="484" y="449"/>
                  <a:pt x="484" y="449"/>
                  <a:pt x="484" y="449"/>
                </a:cubicBezTo>
                <a:close/>
                <a:moveTo>
                  <a:pt x="484" y="458"/>
                </a:moveTo>
                <a:cubicBezTo>
                  <a:pt x="484" y="467"/>
                  <a:pt x="484" y="467"/>
                  <a:pt x="484" y="467"/>
                </a:cubicBezTo>
                <a:cubicBezTo>
                  <a:pt x="484" y="468"/>
                  <a:pt x="484" y="468"/>
                  <a:pt x="484" y="468"/>
                </a:cubicBezTo>
                <a:cubicBezTo>
                  <a:pt x="484" y="458"/>
                  <a:pt x="484" y="458"/>
                  <a:pt x="484" y="458"/>
                </a:cubicBezTo>
                <a:cubicBezTo>
                  <a:pt x="484" y="458"/>
                  <a:pt x="484" y="458"/>
                  <a:pt x="484" y="458"/>
                </a:cubicBezTo>
                <a:close/>
                <a:moveTo>
                  <a:pt x="484" y="471"/>
                </a:moveTo>
                <a:cubicBezTo>
                  <a:pt x="484" y="478"/>
                  <a:pt x="484" y="478"/>
                  <a:pt x="484" y="478"/>
                </a:cubicBezTo>
                <a:cubicBezTo>
                  <a:pt x="484" y="478"/>
                  <a:pt x="484" y="478"/>
                  <a:pt x="484" y="478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4" y="471"/>
                  <a:pt x="484" y="471"/>
                  <a:pt x="484" y="471"/>
                </a:cubicBezTo>
                <a:close/>
                <a:moveTo>
                  <a:pt x="484" y="493"/>
                </a:moveTo>
                <a:cubicBezTo>
                  <a:pt x="484" y="507"/>
                  <a:pt x="484" y="507"/>
                  <a:pt x="484" y="507"/>
                </a:cubicBezTo>
                <a:cubicBezTo>
                  <a:pt x="484" y="506"/>
                  <a:pt x="484" y="506"/>
                  <a:pt x="484" y="506"/>
                </a:cubicBezTo>
                <a:cubicBezTo>
                  <a:pt x="484" y="494"/>
                  <a:pt x="484" y="494"/>
                  <a:pt x="484" y="494"/>
                </a:cubicBezTo>
                <a:cubicBezTo>
                  <a:pt x="484" y="494"/>
                  <a:pt x="484" y="493"/>
                  <a:pt x="484" y="493"/>
                </a:cubicBezTo>
                <a:close/>
                <a:moveTo>
                  <a:pt x="484" y="539"/>
                </a:moveTo>
                <a:cubicBezTo>
                  <a:pt x="484" y="559"/>
                  <a:pt x="484" y="559"/>
                  <a:pt x="484" y="559"/>
                </a:cubicBezTo>
                <a:cubicBezTo>
                  <a:pt x="484" y="559"/>
                  <a:pt x="484" y="559"/>
                  <a:pt x="484" y="559"/>
                </a:cubicBezTo>
                <a:cubicBezTo>
                  <a:pt x="484" y="538"/>
                  <a:pt x="484" y="538"/>
                  <a:pt x="484" y="538"/>
                </a:cubicBezTo>
                <a:cubicBezTo>
                  <a:pt x="484" y="539"/>
                  <a:pt x="484" y="539"/>
                  <a:pt x="484" y="539"/>
                </a:cubicBezTo>
                <a:close/>
                <a:moveTo>
                  <a:pt x="484" y="564"/>
                </a:moveTo>
                <a:cubicBezTo>
                  <a:pt x="484" y="576"/>
                  <a:pt x="484" y="576"/>
                  <a:pt x="484" y="576"/>
                </a:cubicBezTo>
                <a:cubicBezTo>
                  <a:pt x="484" y="576"/>
                  <a:pt x="484" y="576"/>
                  <a:pt x="484" y="576"/>
                </a:cubicBezTo>
                <a:cubicBezTo>
                  <a:pt x="484" y="564"/>
                  <a:pt x="484" y="564"/>
                  <a:pt x="484" y="564"/>
                </a:cubicBezTo>
                <a:cubicBezTo>
                  <a:pt x="484" y="564"/>
                  <a:pt x="484" y="564"/>
                  <a:pt x="484" y="564"/>
                </a:cubicBezTo>
                <a:close/>
                <a:moveTo>
                  <a:pt x="484" y="593"/>
                </a:moveTo>
                <a:cubicBezTo>
                  <a:pt x="484" y="602"/>
                  <a:pt x="484" y="602"/>
                  <a:pt x="484" y="602"/>
                </a:cubicBezTo>
                <a:cubicBezTo>
                  <a:pt x="484" y="602"/>
                  <a:pt x="484" y="601"/>
                  <a:pt x="484" y="601"/>
                </a:cubicBezTo>
                <a:cubicBezTo>
                  <a:pt x="484" y="594"/>
                  <a:pt x="484" y="594"/>
                  <a:pt x="484" y="594"/>
                </a:cubicBezTo>
                <a:cubicBezTo>
                  <a:pt x="484" y="593"/>
                  <a:pt x="484" y="593"/>
                  <a:pt x="484" y="593"/>
                </a:cubicBezTo>
                <a:close/>
                <a:moveTo>
                  <a:pt x="484" y="613"/>
                </a:moveTo>
                <a:cubicBezTo>
                  <a:pt x="484" y="623"/>
                  <a:pt x="484" y="623"/>
                  <a:pt x="484" y="623"/>
                </a:cubicBezTo>
                <a:cubicBezTo>
                  <a:pt x="484" y="624"/>
                  <a:pt x="484" y="624"/>
                  <a:pt x="484" y="624"/>
                </a:cubicBezTo>
                <a:cubicBezTo>
                  <a:pt x="484" y="613"/>
                  <a:pt x="484" y="613"/>
                  <a:pt x="484" y="613"/>
                </a:cubicBezTo>
                <a:cubicBezTo>
                  <a:pt x="484" y="613"/>
                  <a:pt x="484" y="613"/>
                  <a:pt x="484" y="613"/>
                </a:cubicBezTo>
                <a:close/>
                <a:moveTo>
                  <a:pt x="484" y="673"/>
                </a:moveTo>
                <a:cubicBezTo>
                  <a:pt x="484" y="685"/>
                  <a:pt x="484" y="685"/>
                  <a:pt x="484" y="685"/>
                </a:cubicBezTo>
                <a:cubicBezTo>
                  <a:pt x="484" y="685"/>
                  <a:pt x="484" y="685"/>
                  <a:pt x="484" y="685"/>
                </a:cubicBezTo>
                <a:cubicBezTo>
                  <a:pt x="484" y="684"/>
                  <a:pt x="484" y="684"/>
                  <a:pt x="484" y="684"/>
                </a:cubicBezTo>
                <a:cubicBezTo>
                  <a:pt x="484" y="673"/>
                  <a:pt x="484" y="673"/>
                  <a:pt x="484" y="673"/>
                </a:cubicBezTo>
                <a:cubicBezTo>
                  <a:pt x="484" y="673"/>
                  <a:pt x="484" y="673"/>
                  <a:pt x="484" y="673"/>
                </a:cubicBezTo>
                <a:close/>
                <a:moveTo>
                  <a:pt x="484" y="738"/>
                </a:moveTo>
                <a:cubicBezTo>
                  <a:pt x="484" y="751"/>
                  <a:pt x="484" y="751"/>
                  <a:pt x="484" y="751"/>
                </a:cubicBezTo>
                <a:cubicBezTo>
                  <a:pt x="484" y="751"/>
                  <a:pt x="484" y="751"/>
                  <a:pt x="484" y="751"/>
                </a:cubicBezTo>
                <a:cubicBezTo>
                  <a:pt x="484" y="739"/>
                  <a:pt x="484" y="739"/>
                  <a:pt x="484" y="739"/>
                </a:cubicBezTo>
                <a:lnTo>
                  <a:pt x="484" y="738"/>
                </a:lnTo>
                <a:close/>
                <a:moveTo>
                  <a:pt x="478" y="10"/>
                </a:moveTo>
                <a:cubicBezTo>
                  <a:pt x="479" y="10"/>
                  <a:pt x="479" y="10"/>
                  <a:pt x="480" y="10"/>
                </a:cubicBezTo>
                <a:cubicBezTo>
                  <a:pt x="481" y="10"/>
                  <a:pt x="482" y="11"/>
                  <a:pt x="484" y="11"/>
                </a:cubicBezTo>
                <a:cubicBezTo>
                  <a:pt x="484" y="35"/>
                  <a:pt x="484" y="35"/>
                  <a:pt x="484" y="35"/>
                </a:cubicBezTo>
                <a:cubicBezTo>
                  <a:pt x="482" y="30"/>
                  <a:pt x="481" y="25"/>
                  <a:pt x="478" y="22"/>
                </a:cubicBezTo>
                <a:cubicBezTo>
                  <a:pt x="478" y="10"/>
                  <a:pt x="478" y="10"/>
                  <a:pt x="478" y="10"/>
                </a:cubicBezTo>
                <a:close/>
                <a:moveTo>
                  <a:pt x="484" y="784"/>
                </a:moveTo>
                <a:cubicBezTo>
                  <a:pt x="482" y="784"/>
                  <a:pt x="480" y="785"/>
                  <a:pt x="478" y="785"/>
                </a:cubicBezTo>
                <a:cubicBezTo>
                  <a:pt x="478" y="770"/>
                  <a:pt x="478" y="770"/>
                  <a:pt x="478" y="770"/>
                </a:cubicBezTo>
                <a:cubicBezTo>
                  <a:pt x="480" y="772"/>
                  <a:pt x="482" y="773"/>
                  <a:pt x="484" y="774"/>
                </a:cubicBezTo>
                <a:cubicBezTo>
                  <a:pt x="484" y="784"/>
                  <a:pt x="484" y="784"/>
                  <a:pt x="484" y="784"/>
                </a:cubicBezTo>
                <a:close/>
                <a:moveTo>
                  <a:pt x="484" y="50"/>
                </a:moveTo>
                <a:cubicBezTo>
                  <a:pt x="484" y="57"/>
                  <a:pt x="484" y="57"/>
                  <a:pt x="484" y="57"/>
                </a:cubicBezTo>
                <a:cubicBezTo>
                  <a:pt x="482" y="57"/>
                  <a:pt x="480" y="56"/>
                  <a:pt x="478" y="56"/>
                </a:cubicBezTo>
                <a:cubicBezTo>
                  <a:pt x="478" y="48"/>
                  <a:pt x="478" y="48"/>
                  <a:pt x="478" y="48"/>
                </a:cubicBezTo>
                <a:cubicBezTo>
                  <a:pt x="483" y="50"/>
                  <a:pt x="483" y="50"/>
                  <a:pt x="483" y="50"/>
                </a:cubicBezTo>
                <a:cubicBezTo>
                  <a:pt x="484" y="50"/>
                  <a:pt x="484" y="50"/>
                  <a:pt x="484" y="50"/>
                </a:cubicBezTo>
                <a:close/>
                <a:moveTo>
                  <a:pt x="484" y="76"/>
                </a:moveTo>
                <a:cubicBezTo>
                  <a:pt x="484" y="139"/>
                  <a:pt x="484" y="139"/>
                  <a:pt x="484" y="139"/>
                </a:cubicBezTo>
                <a:cubicBezTo>
                  <a:pt x="482" y="138"/>
                  <a:pt x="480" y="137"/>
                  <a:pt x="478" y="136"/>
                </a:cubicBezTo>
                <a:cubicBezTo>
                  <a:pt x="478" y="106"/>
                  <a:pt x="478" y="106"/>
                  <a:pt x="478" y="106"/>
                </a:cubicBezTo>
                <a:cubicBezTo>
                  <a:pt x="481" y="105"/>
                  <a:pt x="481" y="105"/>
                  <a:pt x="481" y="105"/>
                </a:cubicBezTo>
                <a:cubicBezTo>
                  <a:pt x="481" y="104"/>
                  <a:pt x="481" y="103"/>
                  <a:pt x="481" y="102"/>
                </a:cubicBezTo>
                <a:cubicBezTo>
                  <a:pt x="480" y="102"/>
                  <a:pt x="479" y="102"/>
                  <a:pt x="478" y="101"/>
                </a:cubicBezTo>
                <a:cubicBezTo>
                  <a:pt x="478" y="80"/>
                  <a:pt x="478" y="80"/>
                  <a:pt x="478" y="80"/>
                </a:cubicBezTo>
                <a:cubicBezTo>
                  <a:pt x="479" y="80"/>
                  <a:pt x="480" y="80"/>
                  <a:pt x="481" y="80"/>
                </a:cubicBezTo>
                <a:cubicBezTo>
                  <a:pt x="482" y="78"/>
                  <a:pt x="483" y="77"/>
                  <a:pt x="484" y="76"/>
                </a:cubicBezTo>
                <a:close/>
                <a:moveTo>
                  <a:pt x="484" y="140"/>
                </a:moveTo>
                <a:cubicBezTo>
                  <a:pt x="482" y="139"/>
                  <a:pt x="480" y="139"/>
                  <a:pt x="478" y="138"/>
                </a:cubicBezTo>
                <a:cubicBezTo>
                  <a:pt x="478" y="148"/>
                  <a:pt x="478" y="148"/>
                  <a:pt x="478" y="148"/>
                </a:cubicBezTo>
                <a:cubicBezTo>
                  <a:pt x="480" y="148"/>
                  <a:pt x="482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lose/>
                <a:moveTo>
                  <a:pt x="484" y="181"/>
                </a:moveTo>
                <a:cubicBezTo>
                  <a:pt x="484" y="191"/>
                  <a:pt x="484" y="191"/>
                  <a:pt x="484" y="191"/>
                </a:cubicBezTo>
                <a:cubicBezTo>
                  <a:pt x="483" y="189"/>
                  <a:pt x="481" y="186"/>
                  <a:pt x="478" y="185"/>
                </a:cubicBezTo>
                <a:cubicBezTo>
                  <a:pt x="478" y="179"/>
                  <a:pt x="478" y="179"/>
                  <a:pt x="478" y="179"/>
                </a:cubicBezTo>
                <a:cubicBezTo>
                  <a:pt x="480" y="180"/>
                  <a:pt x="482" y="180"/>
                  <a:pt x="484" y="181"/>
                </a:cubicBezTo>
                <a:close/>
                <a:moveTo>
                  <a:pt x="484" y="206"/>
                </a:moveTo>
                <a:cubicBezTo>
                  <a:pt x="484" y="211"/>
                  <a:pt x="484" y="211"/>
                  <a:pt x="484" y="211"/>
                </a:cubicBezTo>
                <a:cubicBezTo>
                  <a:pt x="482" y="210"/>
                  <a:pt x="480" y="210"/>
                  <a:pt x="478" y="209"/>
                </a:cubicBezTo>
                <a:cubicBezTo>
                  <a:pt x="478" y="209"/>
                  <a:pt x="478" y="209"/>
                  <a:pt x="478" y="209"/>
                </a:cubicBezTo>
                <a:cubicBezTo>
                  <a:pt x="478" y="202"/>
                  <a:pt x="478" y="202"/>
                  <a:pt x="478" y="202"/>
                </a:cubicBezTo>
                <a:cubicBezTo>
                  <a:pt x="480" y="203"/>
                  <a:pt x="481" y="205"/>
                  <a:pt x="484" y="206"/>
                </a:cubicBezTo>
                <a:close/>
                <a:moveTo>
                  <a:pt x="484" y="235"/>
                </a:moveTo>
                <a:cubicBezTo>
                  <a:pt x="484" y="268"/>
                  <a:pt x="484" y="268"/>
                  <a:pt x="484" y="268"/>
                </a:cubicBezTo>
                <a:cubicBezTo>
                  <a:pt x="481" y="271"/>
                  <a:pt x="479" y="275"/>
                  <a:pt x="478" y="279"/>
                </a:cubicBezTo>
                <a:cubicBezTo>
                  <a:pt x="478" y="251"/>
                  <a:pt x="478" y="251"/>
                  <a:pt x="478" y="251"/>
                </a:cubicBezTo>
                <a:cubicBezTo>
                  <a:pt x="480" y="251"/>
                  <a:pt x="480" y="251"/>
                  <a:pt x="480" y="251"/>
                </a:cubicBezTo>
                <a:cubicBezTo>
                  <a:pt x="481" y="251"/>
                  <a:pt x="482" y="250"/>
                  <a:pt x="483" y="250"/>
                </a:cubicBezTo>
                <a:cubicBezTo>
                  <a:pt x="482" y="246"/>
                  <a:pt x="481" y="244"/>
                  <a:pt x="478" y="243"/>
                </a:cubicBezTo>
                <a:cubicBezTo>
                  <a:pt x="478" y="232"/>
                  <a:pt x="478" y="232"/>
                  <a:pt x="478" y="232"/>
                </a:cubicBezTo>
                <a:cubicBezTo>
                  <a:pt x="480" y="233"/>
                  <a:pt x="482" y="234"/>
                  <a:pt x="484" y="235"/>
                </a:cubicBezTo>
                <a:close/>
                <a:moveTo>
                  <a:pt x="484" y="297"/>
                </a:moveTo>
                <a:cubicBezTo>
                  <a:pt x="484" y="302"/>
                  <a:pt x="484" y="302"/>
                  <a:pt x="484" y="302"/>
                </a:cubicBezTo>
                <a:cubicBezTo>
                  <a:pt x="484" y="302"/>
                  <a:pt x="483" y="302"/>
                  <a:pt x="483" y="302"/>
                </a:cubicBezTo>
                <a:cubicBezTo>
                  <a:pt x="483" y="304"/>
                  <a:pt x="483" y="305"/>
                  <a:pt x="483" y="307"/>
                </a:cubicBezTo>
                <a:cubicBezTo>
                  <a:pt x="484" y="307"/>
                  <a:pt x="484" y="307"/>
                  <a:pt x="484" y="307"/>
                </a:cubicBezTo>
                <a:cubicBezTo>
                  <a:pt x="484" y="312"/>
                  <a:pt x="484" y="312"/>
                  <a:pt x="484" y="312"/>
                </a:cubicBezTo>
                <a:cubicBezTo>
                  <a:pt x="482" y="311"/>
                  <a:pt x="480" y="310"/>
                  <a:pt x="478" y="309"/>
                </a:cubicBezTo>
                <a:cubicBezTo>
                  <a:pt x="478" y="302"/>
                  <a:pt x="478" y="302"/>
                  <a:pt x="478" y="302"/>
                </a:cubicBezTo>
                <a:cubicBezTo>
                  <a:pt x="480" y="301"/>
                  <a:pt x="482" y="299"/>
                  <a:pt x="484" y="297"/>
                </a:cubicBezTo>
                <a:close/>
                <a:moveTo>
                  <a:pt x="484" y="322"/>
                </a:moveTo>
                <a:cubicBezTo>
                  <a:pt x="484" y="327"/>
                  <a:pt x="484" y="327"/>
                  <a:pt x="484" y="327"/>
                </a:cubicBezTo>
                <a:cubicBezTo>
                  <a:pt x="482" y="325"/>
                  <a:pt x="480" y="324"/>
                  <a:pt x="478" y="322"/>
                </a:cubicBezTo>
                <a:cubicBezTo>
                  <a:pt x="478" y="318"/>
                  <a:pt x="478" y="318"/>
                  <a:pt x="478" y="318"/>
                </a:cubicBezTo>
                <a:cubicBezTo>
                  <a:pt x="480" y="319"/>
                  <a:pt x="482" y="320"/>
                  <a:pt x="484" y="322"/>
                </a:cubicBezTo>
                <a:close/>
                <a:moveTo>
                  <a:pt x="484" y="327"/>
                </a:moveTo>
                <a:cubicBezTo>
                  <a:pt x="484" y="332"/>
                  <a:pt x="484" y="332"/>
                  <a:pt x="484" y="332"/>
                </a:cubicBezTo>
                <a:cubicBezTo>
                  <a:pt x="483" y="334"/>
                  <a:pt x="483" y="335"/>
                  <a:pt x="483" y="336"/>
                </a:cubicBezTo>
                <a:cubicBezTo>
                  <a:pt x="483" y="336"/>
                  <a:pt x="484" y="337"/>
                  <a:pt x="484" y="337"/>
                </a:cubicBezTo>
                <a:cubicBezTo>
                  <a:pt x="484" y="344"/>
                  <a:pt x="484" y="344"/>
                  <a:pt x="484" y="344"/>
                </a:cubicBezTo>
                <a:cubicBezTo>
                  <a:pt x="483" y="343"/>
                  <a:pt x="482" y="342"/>
                  <a:pt x="481" y="341"/>
                </a:cubicBezTo>
                <a:cubicBezTo>
                  <a:pt x="480" y="344"/>
                  <a:pt x="479" y="347"/>
                  <a:pt x="478" y="349"/>
                </a:cubicBezTo>
                <a:cubicBezTo>
                  <a:pt x="478" y="331"/>
                  <a:pt x="478" y="331"/>
                  <a:pt x="478" y="331"/>
                </a:cubicBezTo>
                <a:cubicBezTo>
                  <a:pt x="478" y="331"/>
                  <a:pt x="478" y="331"/>
                  <a:pt x="478" y="331"/>
                </a:cubicBezTo>
                <a:cubicBezTo>
                  <a:pt x="480" y="330"/>
                  <a:pt x="482" y="328"/>
                  <a:pt x="484" y="327"/>
                </a:cubicBezTo>
                <a:close/>
                <a:moveTo>
                  <a:pt x="484" y="351"/>
                </a:moveTo>
                <a:cubicBezTo>
                  <a:pt x="484" y="379"/>
                  <a:pt x="484" y="379"/>
                  <a:pt x="484" y="379"/>
                </a:cubicBezTo>
                <a:cubicBezTo>
                  <a:pt x="483" y="373"/>
                  <a:pt x="481" y="367"/>
                  <a:pt x="478" y="362"/>
                </a:cubicBezTo>
                <a:cubicBezTo>
                  <a:pt x="478" y="354"/>
                  <a:pt x="478" y="354"/>
                  <a:pt x="478" y="354"/>
                </a:cubicBezTo>
                <a:cubicBezTo>
                  <a:pt x="478" y="355"/>
                  <a:pt x="479" y="357"/>
                  <a:pt x="480" y="358"/>
                </a:cubicBezTo>
                <a:cubicBezTo>
                  <a:pt x="482" y="355"/>
                  <a:pt x="483" y="353"/>
                  <a:pt x="484" y="351"/>
                </a:cubicBezTo>
                <a:close/>
                <a:moveTo>
                  <a:pt x="484" y="425"/>
                </a:moveTo>
                <a:cubicBezTo>
                  <a:pt x="484" y="437"/>
                  <a:pt x="484" y="437"/>
                  <a:pt x="484" y="437"/>
                </a:cubicBezTo>
                <a:cubicBezTo>
                  <a:pt x="484" y="437"/>
                  <a:pt x="483" y="438"/>
                  <a:pt x="483" y="438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1" y="443"/>
                  <a:pt x="481" y="443"/>
                  <a:pt x="481" y="443"/>
                </a:cubicBezTo>
                <a:cubicBezTo>
                  <a:pt x="480" y="445"/>
                  <a:pt x="479" y="447"/>
                  <a:pt x="478" y="449"/>
                </a:cubicBezTo>
                <a:cubicBezTo>
                  <a:pt x="481" y="449"/>
                  <a:pt x="482" y="449"/>
                  <a:pt x="484" y="449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2" y="453"/>
                  <a:pt x="480" y="453"/>
                  <a:pt x="478" y="453"/>
                </a:cubicBezTo>
                <a:cubicBezTo>
                  <a:pt x="478" y="441"/>
                  <a:pt x="478" y="441"/>
                  <a:pt x="478" y="441"/>
                </a:cubicBezTo>
                <a:cubicBezTo>
                  <a:pt x="481" y="434"/>
                  <a:pt x="483" y="429"/>
                  <a:pt x="484" y="425"/>
                </a:cubicBezTo>
                <a:close/>
                <a:moveTo>
                  <a:pt x="484" y="458"/>
                </a:moveTo>
                <a:cubicBezTo>
                  <a:pt x="484" y="468"/>
                  <a:pt x="484" y="468"/>
                  <a:pt x="484" y="468"/>
                </a:cubicBezTo>
                <a:cubicBezTo>
                  <a:pt x="484" y="468"/>
                  <a:pt x="483" y="469"/>
                  <a:pt x="483" y="469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4" y="478"/>
                  <a:pt x="484" y="478"/>
                  <a:pt x="484" y="478"/>
                </a:cubicBezTo>
                <a:cubicBezTo>
                  <a:pt x="482" y="482"/>
                  <a:pt x="480" y="484"/>
                  <a:pt x="478" y="487"/>
                </a:cubicBezTo>
                <a:cubicBezTo>
                  <a:pt x="478" y="481"/>
                  <a:pt x="478" y="481"/>
                  <a:pt x="478" y="481"/>
                </a:cubicBezTo>
                <a:cubicBezTo>
                  <a:pt x="479" y="478"/>
                  <a:pt x="480" y="476"/>
                  <a:pt x="479" y="472"/>
                </a:cubicBezTo>
                <a:cubicBezTo>
                  <a:pt x="479" y="473"/>
                  <a:pt x="478" y="473"/>
                  <a:pt x="478" y="473"/>
                </a:cubicBezTo>
                <a:cubicBezTo>
                  <a:pt x="478" y="468"/>
                  <a:pt x="478" y="468"/>
                  <a:pt x="478" y="468"/>
                </a:cubicBezTo>
                <a:cubicBezTo>
                  <a:pt x="479" y="467"/>
                  <a:pt x="480" y="466"/>
                  <a:pt x="482" y="465"/>
                </a:cubicBezTo>
                <a:cubicBezTo>
                  <a:pt x="481" y="464"/>
                  <a:pt x="480" y="463"/>
                  <a:pt x="478" y="463"/>
                </a:cubicBezTo>
                <a:cubicBezTo>
                  <a:pt x="478" y="459"/>
                  <a:pt x="478" y="459"/>
                  <a:pt x="478" y="459"/>
                </a:cubicBezTo>
                <a:cubicBezTo>
                  <a:pt x="480" y="459"/>
                  <a:pt x="482" y="459"/>
                  <a:pt x="484" y="458"/>
                </a:cubicBezTo>
                <a:close/>
                <a:moveTo>
                  <a:pt x="484" y="494"/>
                </a:moveTo>
                <a:cubicBezTo>
                  <a:pt x="484" y="506"/>
                  <a:pt x="484" y="506"/>
                  <a:pt x="484" y="506"/>
                </a:cubicBezTo>
                <a:cubicBezTo>
                  <a:pt x="478" y="501"/>
                  <a:pt x="478" y="501"/>
                  <a:pt x="478" y="501"/>
                </a:cubicBezTo>
                <a:cubicBezTo>
                  <a:pt x="478" y="496"/>
                  <a:pt x="478" y="496"/>
                  <a:pt x="478" y="496"/>
                </a:cubicBezTo>
                <a:cubicBezTo>
                  <a:pt x="478" y="497"/>
                  <a:pt x="479" y="497"/>
                  <a:pt x="480" y="498"/>
                </a:cubicBezTo>
                <a:cubicBezTo>
                  <a:pt x="480" y="498"/>
                  <a:pt x="481" y="498"/>
                  <a:pt x="482" y="498"/>
                </a:cubicBezTo>
                <a:cubicBezTo>
                  <a:pt x="483" y="497"/>
                  <a:pt x="483" y="495"/>
                  <a:pt x="484" y="494"/>
                </a:cubicBezTo>
                <a:close/>
                <a:moveTo>
                  <a:pt x="484" y="538"/>
                </a:moveTo>
                <a:cubicBezTo>
                  <a:pt x="484" y="559"/>
                  <a:pt x="484" y="559"/>
                  <a:pt x="484" y="559"/>
                </a:cubicBezTo>
                <a:cubicBezTo>
                  <a:pt x="482" y="560"/>
                  <a:pt x="480" y="561"/>
                  <a:pt x="478" y="561"/>
                </a:cubicBezTo>
                <a:cubicBezTo>
                  <a:pt x="478" y="551"/>
                  <a:pt x="478" y="551"/>
                  <a:pt x="478" y="551"/>
                </a:cubicBezTo>
                <a:cubicBezTo>
                  <a:pt x="479" y="551"/>
                  <a:pt x="479" y="550"/>
                  <a:pt x="480" y="550"/>
                </a:cubicBezTo>
                <a:cubicBezTo>
                  <a:pt x="480" y="548"/>
                  <a:pt x="480" y="547"/>
                  <a:pt x="480" y="545"/>
                </a:cubicBezTo>
                <a:cubicBezTo>
                  <a:pt x="479" y="545"/>
                  <a:pt x="479" y="545"/>
                  <a:pt x="478" y="545"/>
                </a:cubicBezTo>
                <a:cubicBezTo>
                  <a:pt x="478" y="528"/>
                  <a:pt x="478" y="528"/>
                  <a:pt x="478" y="528"/>
                </a:cubicBezTo>
                <a:cubicBezTo>
                  <a:pt x="480" y="531"/>
                  <a:pt x="482" y="535"/>
                  <a:pt x="484" y="538"/>
                </a:cubicBezTo>
                <a:close/>
                <a:moveTo>
                  <a:pt x="484" y="564"/>
                </a:moveTo>
                <a:cubicBezTo>
                  <a:pt x="484" y="576"/>
                  <a:pt x="484" y="576"/>
                  <a:pt x="484" y="576"/>
                </a:cubicBezTo>
                <a:cubicBezTo>
                  <a:pt x="483" y="576"/>
                  <a:pt x="482" y="577"/>
                  <a:pt x="482" y="578"/>
                </a:cubicBezTo>
                <a:cubicBezTo>
                  <a:pt x="482" y="581"/>
                  <a:pt x="482" y="584"/>
                  <a:pt x="482" y="586"/>
                </a:cubicBezTo>
                <a:cubicBezTo>
                  <a:pt x="478" y="585"/>
                  <a:pt x="478" y="585"/>
                  <a:pt x="478" y="585"/>
                </a:cubicBezTo>
                <a:cubicBezTo>
                  <a:pt x="478" y="567"/>
                  <a:pt x="478" y="567"/>
                  <a:pt x="478" y="567"/>
                </a:cubicBezTo>
                <a:cubicBezTo>
                  <a:pt x="480" y="566"/>
                  <a:pt x="482" y="565"/>
                  <a:pt x="484" y="564"/>
                </a:cubicBezTo>
                <a:close/>
                <a:moveTo>
                  <a:pt x="484" y="594"/>
                </a:moveTo>
                <a:cubicBezTo>
                  <a:pt x="484" y="601"/>
                  <a:pt x="484" y="601"/>
                  <a:pt x="484" y="601"/>
                </a:cubicBezTo>
                <a:cubicBezTo>
                  <a:pt x="482" y="601"/>
                  <a:pt x="480" y="601"/>
                  <a:pt x="478" y="601"/>
                </a:cubicBezTo>
                <a:cubicBezTo>
                  <a:pt x="478" y="595"/>
                  <a:pt x="478" y="595"/>
                  <a:pt x="478" y="595"/>
                </a:cubicBezTo>
                <a:cubicBezTo>
                  <a:pt x="480" y="595"/>
                  <a:pt x="482" y="595"/>
                  <a:pt x="484" y="594"/>
                </a:cubicBezTo>
                <a:close/>
                <a:moveTo>
                  <a:pt x="484" y="613"/>
                </a:moveTo>
                <a:cubicBezTo>
                  <a:pt x="484" y="624"/>
                  <a:pt x="484" y="624"/>
                  <a:pt x="484" y="624"/>
                </a:cubicBezTo>
                <a:cubicBezTo>
                  <a:pt x="482" y="624"/>
                  <a:pt x="480" y="625"/>
                  <a:pt x="478" y="626"/>
                </a:cubicBezTo>
                <a:cubicBezTo>
                  <a:pt x="478" y="620"/>
                  <a:pt x="478" y="620"/>
                  <a:pt x="478" y="620"/>
                </a:cubicBezTo>
                <a:cubicBezTo>
                  <a:pt x="480" y="619"/>
                  <a:pt x="480" y="619"/>
                  <a:pt x="480" y="619"/>
                </a:cubicBezTo>
                <a:cubicBezTo>
                  <a:pt x="479" y="618"/>
                  <a:pt x="479" y="617"/>
                  <a:pt x="478" y="616"/>
                </a:cubicBezTo>
                <a:cubicBezTo>
                  <a:pt x="478" y="609"/>
                  <a:pt x="478" y="609"/>
                  <a:pt x="478" y="609"/>
                </a:cubicBezTo>
                <a:cubicBezTo>
                  <a:pt x="480" y="611"/>
                  <a:pt x="482" y="612"/>
                  <a:pt x="484" y="613"/>
                </a:cubicBezTo>
                <a:close/>
                <a:moveTo>
                  <a:pt x="484" y="673"/>
                </a:moveTo>
                <a:cubicBezTo>
                  <a:pt x="484" y="684"/>
                  <a:pt x="484" y="684"/>
                  <a:pt x="484" y="684"/>
                </a:cubicBezTo>
                <a:cubicBezTo>
                  <a:pt x="483" y="681"/>
                  <a:pt x="482" y="678"/>
                  <a:pt x="481" y="675"/>
                </a:cubicBezTo>
                <a:cubicBezTo>
                  <a:pt x="484" y="673"/>
                  <a:pt x="484" y="673"/>
                  <a:pt x="484" y="673"/>
                </a:cubicBezTo>
                <a:close/>
                <a:moveTo>
                  <a:pt x="484" y="739"/>
                </a:moveTo>
                <a:cubicBezTo>
                  <a:pt x="484" y="751"/>
                  <a:pt x="484" y="751"/>
                  <a:pt x="484" y="751"/>
                </a:cubicBezTo>
                <a:cubicBezTo>
                  <a:pt x="482" y="750"/>
                  <a:pt x="480" y="749"/>
                  <a:pt x="478" y="749"/>
                </a:cubicBezTo>
                <a:cubicBezTo>
                  <a:pt x="478" y="740"/>
                  <a:pt x="478" y="740"/>
                  <a:pt x="478" y="740"/>
                </a:cubicBezTo>
                <a:cubicBezTo>
                  <a:pt x="480" y="739"/>
                  <a:pt x="482" y="739"/>
                  <a:pt x="484" y="739"/>
                </a:cubicBezTo>
                <a:close/>
                <a:moveTo>
                  <a:pt x="476" y="9"/>
                </a:moveTo>
                <a:cubicBezTo>
                  <a:pt x="476" y="9"/>
                  <a:pt x="477" y="9"/>
                  <a:pt x="478" y="10"/>
                </a:cubicBezTo>
                <a:cubicBezTo>
                  <a:pt x="478" y="22"/>
                  <a:pt x="478" y="22"/>
                  <a:pt x="478" y="22"/>
                </a:cubicBezTo>
                <a:cubicBezTo>
                  <a:pt x="477" y="21"/>
                  <a:pt x="476" y="20"/>
                  <a:pt x="476" y="19"/>
                </a:cubicBezTo>
                <a:cubicBezTo>
                  <a:pt x="476" y="9"/>
                  <a:pt x="476" y="9"/>
                  <a:pt x="476" y="9"/>
                </a:cubicBezTo>
                <a:close/>
                <a:moveTo>
                  <a:pt x="478" y="785"/>
                </a:moveTo>
                <a:cubicBezTo>
                  <a:pt x="476" y="786"/>
                  <a:pt x="476" y="786"/>
                  <a:pt x="476" y="786"/>
                </a:cubicBezTo>
                <a:cubicBezTo>
                  <a:pt x="476" y="768"/>
                  <a:pt x="476" y="768"/>
                  <a:pt x="476" y="768"/>
                </a:cubicBezTo>
                <a:cubicBezTo>
                  <a:pt x="476" y="769"/>
                  <a:pt x="477" y="770"/>
                  <a:pt x="478" y="770"/>
                </a:cubicBezTo>
                <a:cubicBezTo>
                  <a:pt x="478" y="785"/>
                  <a:pt x="478" y="785"/>
                  <a:pt x="478" y="785"/>
                </a:cubicBezTo>
                <a:close/>
                <a:moveTo>
                  <a:pt x="478" y="48"/>
                </a:moveTo>
                <a:cubicBezTo>
                  <a:pt x="478" y="56"/>
                  <a:pt x="478" y="56"/>
                  <a:pt x="478" y="56"/>
                </a:cubicBezTo>
                <a:cubicBezTo>
                  <a:pt x="477" y="56"/>
                  <a:pt x="476" y="55"/>
                  <a:pt x="476" y="55"/>
                </a:cubicBezTo>
                <a:cubicBezTo>
                  <a:pt x="476" y="47"/>
                  <a:pt x="476" y="47"/>
                  <a:pt x="476" y="47"/>
                </a:cubicBezTo>
                <a:cubicBezTo>
                  <a:pt x="478" y="48"/>
                  <a:pt x="478" y="48"/>
                  <a:pt x="478" y="48"/>
                </a:cubicBezTo>
                <a:close/>
                <a:moveTo>
                  <a:pt x="478" y="80"/>
                </a:moveTo>
                <a:cubicBezTo>
                  <a:pt x="478" y="101"/>
                  <a:pt x="478" y="101"/>
                  <a:pt x="478" y="101"/>
                </a:cubicBezTo>
                <a:cubicBezTo>
                  <a:pt x="477" y="101"/>
                  <a:pt x="477" y="101"/>
                  <a:pt x="476" y="101"/>
                </a:cubicBezTo>
                <a:cubicBezTo>
                  <a:pt x="476" y="79"/>
                  <a:pt x="476" y="79"/>
                  <a:pt x="476" y="79"/>
                </a:cubicBezTo>
                <a:cubicBezTo>
                  <a:pt x="476" y="80"/>
                  <a:pt x="477" y="80"/>
                  <a:pt x="478" y="80"/>
                </a:cubicBezTo>
                <a:close/>
                <a:moveTo>
                  <a:pt x="478" y="106"/>
                </a:moveTo>
                <a:cubicBezTo>
                  <a:pt x="478" y="136"/>
                  <a:pt x="478" y="136"/>
                  <a:pt x="478" y="136"/>
                </a:cubicBezTo>
                <a:cubicBezTo>
                  <a:pt x="476" y="135"/>
                  <a:pt x="476" y="135"/>
                  <a:pt x="476" y="135"/>
                </a:cubicBezTo>
                <a:cubicBezTo>
                  <a:pt x="476" y="117"/>
                  <a:pt x="476" y="117"/>
                  <a:pt x="476" y="117"/>
                </a:cubicBezTo>
                <a:cubicBezTo>
                  <a:pt x="476" y="117"/>
                  <a:pt x="476" y="117"/>
                  <a:pt x="476" y="117"/>
                </a:cubicBezTo>
                <a:cubicBezTo>
                  <a:pt x="477" y="115"/>
                  <a:pt x="476" y="114"/>
                  <a:pt x="476" y="111"/>
                </a:cubicBezTo>
                <a:cubicBezTo>
                  <a:pt x="476" y="107"/>
                  <a:pt x="476" y="107"/>
                  <a:pt x="476" y="107"/>
                </a:cubicBezTo>
                <a:cubicBezTo>
                  <a:pt x="478" y="106"/>
                  <a:pt x="478" y="106"/>
                  <a:pt x="478" y="106"/>
                </a:cubicBezTo>
                <a:close/>
                <a:moveTo>
                  <a:pt x="478" y="138"/>
                </a:moveTo>
                <a:cubicBezTo>
                  <a:pt x="478" y="148"/>
                  <a:pt x="478" y="148"/>
                  <a:pt x="478" y="148"/>
                </a:cubicBezTo>
                <a:cubicBezTo>
                  <a:pt x="477" y="148"/>
                  <a:pt x="476" y="147"/>
                  <a:pt x="476" y="147"/>
                </a:cubicBezTo>
                <a:cubicBezTo>
                  <a:pt x="476" y="137"/>
                  <a:pt x="476" y="137"/>
                  <a:pt x="476" y="137"/>
                </a:cubicBezTo>
                <a:cubicBezTo>
                  <a:pt x="476" y="137"/>
                  <a:pt x="477" y="138"/>
                  <a:pt x="478" y="138"/>
                </a:cubicBezTo>
                <a:close/>
                <a:moveTo>
                  <a:pt x="478" y="179"/>
                </a:moveTo>
                <a:cubicBezTo>
                  <a:pt x="478" y="185"/>
                  <a:pt x="478" y="185"/>
                  <a:pt x="478" y="185"/>
                </a:cubicBezTo>
                <a:cubicBezTo>
                  <a:pt x="477" y="184"/>
                  <a:pt x="476" y="184"/>
                  <a:pt x="476" y="183"/>
                </a:cubicBezTo>
                <a:cubicBezTo>
                  <a:pt x="476" y="178"/>
                  <a:pt x="476" y="178"/>
                  <a:pt x="476" y="178"/>
                </a:cubicBezTo>
                <a:cubicBezTo>
                  <a:pt x="476" y="179"/>
                  <a:pt x="477" y="179"/>
                  <a:pt x="478" y="179"/>
                </a:cubicBezTo>
                <a:close/>
                <a:moveTo>
                  <a:pt x="478" y="202"/>
                </a:moveTo>
                <a:cubicBezTo>
                  <a:pt x="478" y="209"/>
                  <a:pt x="478" y="209"/>
                  <a:pt x="478" y="209"/>
                </a:cubicBezTo>
                <a:cubicBezTo>
                  <a:pt x="477" y="209"/>
                  <a:pt x="476" y="208"/>
                  <a:pt x="476" y="207"/>
                </a:cubicBezTo>
                <a:cubicBezTo>
                  <a:pt x="476" y="198"/>
                  <a:pt x="476" y="198"/>
                  <a:pt x="476" y="198"/>
                </a:cubicBezTo>
                <a:cubicBezTo>
                  <a:pt x="476" y="199"/>
                  <a:pt x="477" y="201"/>
                  <a:pt x="478" y="202"/>
                </a:cubicBezTo>
                <a:close/>
                <a:moveTo>
                  <a:pt x="478" y="232"/>
                </a:moveTo>
                <a:cubicBezTo>
                  <a:pt x="478" y="243"/>
                  <a:pt x="478" y="243"/>
                  <a:pt x="478" y="243"/>
                </a:cubicBezTo>
                <a:cubicBezTo>
                  <a:pt x="478" y="243"/>
                  <a:pt x="476" y="243"/>
                  <a:pt x="476" y="243"/>
                </a:cubicBezTo>
                <a:cubicBezTo>
                  <a:pt x="476" y="231"/>
                  <a:pt x="476" y="231"/>
                  <a:pt x="476" y="231"/>
                </a:cubicBezTo>
                <a:cubicBezTo>
                  <a:pt x="476" y="231"/>
                  <a:pt x="477" y="232"/>
                  <a:pt x="478" y="232"/>
                </a:cubicBezTo>
                <a:close/>
                <a:moveTo>
                  <a:pt x="478" y="251"/>
                </a:moveTo>
                <a:cubicBezTo>
                  <a:pt x="478" y="279"/>
                  <a:pt x="478" y="279"/>
                  <a:pt x="478" y="279"/>
                </a:cubicBezTo>
                <a:cubicBezTo>
                  <a:pt x="478" y="281"/>
                  <a:pt x="477" y="284"/>
                  <a:pt x="477" y="286"/>
                </a:cubicBezTo>
                <a:cubicBezTo>
                  <a:pt x="476" y="287"/>
                  <a:pt x="476" y="287"/>
                  <a:pt x="476" y="287"/>
                </a:cubicBezTo>
                <a:cubicBezTo>
                  <a:pt x="476" y="267"/>
                  <a:pt x="476" y="267"/>
                  <a:pt x="476" y="267"/>
                </a:cubicBezTo>
                <a:cubicBezTo>
                  <a:pt x="476" y="266"/>
                  <a:pt x="477" y="266"/>
                  <a:pt x="477" y="266"/>
                </a:cubicBezTo>
                <a:cubicBezTo>
                  <a:pt x="477" y="264"/>
                  <a:pt x="478" y="262"/>
                  <a:pt x="478" y="260"/>
                </a:cubicBezTo>
                <a:cubicBezTo>
                  <a:pt x="477" y="260"/>
                  <a:pt x="476" y="260"/>
                  <a:pt x="476" y="260"/>
                </a:cubicBezTo>
                <a:cubicBezTo>
                  <a:pt x="476" y="250"/>
                  <a:pt x="476" y="250"/>
                  <a:pt x="476" y="250"/>
                </a:cubicBezTo>
                <a:cubicBezTo>
                  <a:pt x="478" y="251"/>
                  <a:pt x="478" y="251"/>
                  <a:pt x="478" y="251"/>
                </a:cubicBezTo>
                <a:close/>
                <a:moveTo>
                  <a:pt x="478" y="302"/>
                </a:moveTo>
                <a:cubicBezTo>
                  <a:pt x="478" y="309"/>
                  <a:pt x="478" y="309"/>
                  <a:pt x="478" y="309"/>
                </a:cubicBezTo>
                <a:cubicBezTo>
                  <a:pt x="478" y="309"/>
                  <a:pt x="478" y="309"/>
                  <a:pt x="477" y="309"/>
                </a:cubicBezTo>
                <a:cubicBezTo>
                  <a:pt x="477" y="310"/>
                  <a:pt x="476" y="310"/>
                  <a:pt x="476" y="311"/>
                </a:cubicBezTo>
                <a:cubicBezTo>
                  <a:pt x="476" y="307"/>
                  <a:pt x="476" y="307"/>
                  <a:pt x="476" y="307"/>
                </a:cubicBezTo>
                <a:cubicBezTo>
                  <a:pt x="476" y="307"/>
                  <a:pt x="476" y="307"/>
                  <a:pt x="476" y="306"/>
                </a:cubicBezTo>
                <a:cubicBezTo>
                  <a:pt x="476" y="305"/>
                  <a:pt x="477" y="304"/>
                  <a:pt x="478" y="302"/>
                </a:cubicBezTo>
                <a:close/>
                <a:moveTo>
                  <a:pt x="478" y="318"/>
                </a:moveTo>
                <a:cubicBezTo>
                  <a:pt x="478" y="322"/>
                  <a:pt x="478" y="322"/>
                  <a:pt x="478" y="322"/>
                </a:cubicBezTo>
                <a:cubicBezTo>
                  <a:pt x="477" y="322"/>
                  <a:pt x="476" y="321"/>
                  <a:pt x="476" y="321"/>
                </a:cubicBezTo>
                <a:cubicBezTo>
                  <a:pt x="476" y="316"/>
                  <a:pt x="476" y="316"/>
                  <a:pt x="476" y="316"/>
                </a:cubicBezTo>
                <a:cubicBezTo>
                  <a:pt x="478" y="318"/>
                  <a:pt x="478" y="318"/>
                  <a:pt x="478" y="318"/>
                </a:cubicBezTo>
                <a:close/>
                <a:moveTo>
                  <a:pt x="478" y="331"/>
                </a:moveTo>
                <a:cubicBezTo>
                  <a:pt x="478" y="349"/>
                  <a:pt x="478" y="349"/>
                  <a:pt x="478" y="349"/>
                </a:cubicBezTo>
                <a:cubicBezTo>
                  <a:pt x="478" y="351"/>
                  <a:pt x="478" y="352"/>
                  <a:pt x="478" y="354"/>
                </a:cubicBezTo>
                <a:cubicBezTo>
                  <a:pt x="478" y="362"/>
                  <a:pt x="478" y="362"/>
                  <a:pt x="478" y="362"/>
                </a:cubicBezTo>
                <a:cubicBezTo>
                  <a:pt x="477" y="360"/>
                  <a:pt x="476" y="358"/>
                  <a:pt x="476" y="357"/>
                </a:cubicBezTo>
                <a:cubicBezTo>
                  <a:pt x="476" y="345"/>
                  <a:pt x="476" y="345"/>
                  <a:pt x="476" y="345"/>
                </a:cubicBezTo>
                <a:cubicBezTo>
                  <a:pt x="478" y="341"/>
                  <a:pt x="477" y="337"/>
                  <a:pt x="476" y="333"/>
                </a:cubicBezTo>
                <a:cubicBezTo>
                  <a:pt x="476" y="328"/>
                  <a:pt x="476" y="328"/>
                  <a:pt x="476" y="328"/>
                </a:cubicBezTo>
                <a:cubicBezTo>
                  <a:pt x="478" y="331"/>
                  <a:pt x="478" y="331"/>
                  <a:pt x="478" y="331"/>
                </a:cubicBezTo>
                <a:close/>
                <a:moveTo>
                  <a:pt x="478" y="441"/>
                </a:moveTo>
                <a:cubicBezTo>
                  <a:pt x="478" y="453"/>
                  <a:pt x="478" y="453"/>
                  <a:pt x="478" y="453"/>
                </a:cubicBezTo>
                <a:cubicBezTo>
                  <a:pt x="477" y="453"/>
                  <a:pt x="476" y="454"/>
                  <a:pt x="476" y="455"/>
                </a:cubicBezTo>
                <a:cubicBezTo>
                  <a:pt x="476" y="447"/>
                  <a:pt x="476" y="447"/>
                  <a:pt x="476" y="447"/>
                </a:cubicBezTo>
                <a:cubicBezTo>
                  <a:pt x="476" y="445"/>
                  <a:pt x="477" y="443"/>
                  <a:pt x="478" y="441"/>
                </a:cubicBezTo>
                <a:close/>
                <a:moveTo>
                  <a:pt x="478" y="459"/>
                </a:moveTo>
                <a:cubicBezTo>
                  <a:pt x="478" y="463"/>
                  <a:pt x="478" y="463"/>
                  <a:pt x="478" y="463"/>
                </a:cubicBezTo>
                <a:cubicBezTo>
                  <a:pt x="477" y="463"/>
                  <a:pt x="476" y="463"/>
                  <a:pt x="476" y="463"/>
                </a:cubicBezTo>
                <a:cubicBezTo>
                  <a:pt x="476" y="459"/>
                  <a:pt x="476" y="459"/>
                  <a:pt x="476" y="459"/>
                </a:cubicBezTo>
                <a:cubicBezTo>
                  <a:pt x="478" y="459"/>
                  <a:pt x="478" y="459"/>
                  <a:pt x="478" y="459"/>
                </a:cubicBezTo>
                <a:close/>
                <a:moveTo>
                  <a:pt x="478" y="468"/>
                </a:moveTo>
                <a:cubicBezTo>
                  <a:pt x="478" y="473"/>
                  <a:pt x="478" y="473"/>
                  <a:pt x="478" y="473"/>
                </a:cubicBezTo>
                <a:cubicBezTo>
                  <a:pt x="477" y="474"/>
                  <a:pt x="476" y="475"/>
                  <a:pt x="476" y="476"/>
                </a:cubicBezTo>
                <a:cubicBezTo>
                  <a:pt x="476" y="469"/>
                  <a:pt x="476" y="469"/>
                  <a:pt x="476" y="469"/>
                </a:cubicBezTo>
                <a:cubicBezTo>
                  <a:pt x="476" y="469"/>
                  <a:pt x="477" y="468"/>
                  <a:pt x="478" y="468"/>
                </a:cubicBezTo>
                <a:close/>
                <a:moveTo>
                  <a:pt x="478" y="481"/>
                </a:moveTo>
                <a:cubicBezTo>
                  <a:pt x="478" y="487"/>
                  <a:pt x="478" y="487"/>
                  <a:pt x="478" y="487"/>
                </a:cubicBezTo>
                <a:cubicBezTo>
                  <a:pt x="477" y="490"/>
                  <a:pt x="476" y="493"/>
                  <a:pt x="478" y="496"/>
                </a:cubicBezTo>
                <a:cubicBezTo>
                  <a:pt x="478" y="501"/>
                  <a:pt x="478" y="501"/>
                  <a:pt x="478" y="501"/>
                </a:cubicBezTo>
                <a:cubicBezTo>
                  <a:pt x="476" y="498"/>
                  <a:pt x="476" y="498"/>
                  <a:pt x="476" y="498"/>
                </a:cubicBezTo>
                <a:cubicBezTo>
                  <a:pt x="476" y="485"/>
                  <a:pt x="476" y="485"/>
                  <a:pt x="476" y="485"/>
                </a:cubicBezTo>
                <a:cubicBezTo>
                  <a:pt x="477" y="483"/>
                  <a:pt x="478" y="482"/>
                  <a:pt x="478" y="481"/>
                </a:cubicBezTo>
                <a:close/>
                <a:moveTo>
                  <a:pt x="478" y="528"/>
                </a:moveTo>
                <a:cubicBezTo>
                  <a:pt x="478" y="545"/>
                  <a:pt x="478" y="545"/>
                  <a:pt x="478" y="545"/>
                </a:cubicBezTo>
                <a:cubicBezTo>
                  <a:pt x="477" y="545"/>
                  <a:pt x="476" y="545"/>
                  <a:pt x="476" y="545"/>
                </a:cubicBezTo>
                <a:cubicBezTo>
                  <a:pt x="476" y="527"/>
                  <a:pt x="476" y="527"/>
                  <a:pt x="476" y="527"/>
                </a:cubicBezTo>
                <a:cubicBezTo>
                  <a:pt x="476" y="527"/>
                  <a:pt x="477" y="527"/>
                  <a:pt x="478" y="527"/>
                </a:cubicBezTo>
                <a:cubicBezTo>
                  <a:pt x="478" y="528"/>
                  <a:pt x="478" y="528"/>
                  <a:pt x="478" y="528"/>
                </a:cubicBezTo>
                <a:close/>
                <a:moveTo>
                  <a:pt x="478" y="551"/>
                </a:moveTo>
                <a:cubicBezTo>
                  <a:pt x="478" y="561"/>
                  <a:pt x="478" y="561"/>
                  <a:pt x="478" y="561"/>
                </a:cubicBezTo>
                <a:cubicBezTo>
                  <a:pt x="477" y="562"/>
                  <a:pt x="476" y="562"/>
                  <a:pt x="476" y="563"/>
                </a:cubicBezTo>
                <a:cubicBezTo>
                  <a:pt x="476" y="552"/>
                  <a:pt x="476" y="552"/>
                  <a:pt x="476" y="552"/>
                </a:cubicBezTo>
                <a:cubicBezTo>
                  <a:pt x="476" y="552"/>
                  <a:pt x="477" y="552"/>
                  <a:pt x="478" y="551"/>
                </a:cubicBezTo>
                <a:close/>
                <a:moveTo>
                  <a:pt x="478" y="567"/>
                </a:moveTo>
                <a:cubicBezTo>
                  <a:pt x="478" y="585"/>
                  <a:pt x="478" y="585"/>
                  <a:pt x="478" y="585"/>
                </a:cubicBezTo>
                <a:cubicBezTo>
                  <a:pt x="476" y="584"/>
                  <a:pt x="476" y="584"/>
                  <a:pt x="476" y="584"/>
                </a:cubicBezTo>
                <a:cubicBezTo>
                  <a:pt x="476" y="569"/>
                  <a:pt x="476" y="569"/>
                  <a:pt x="476" y="569"/>
                </a:cubicBezTo>
                <a:cubicBezTo>
                  <a:pt x="478" y="567"/>
                  <a:pt x="478" y="567"/>
                  <a:pt x="478" y="567"/>
                </a:cubicBezTo>
                <a:close/>
                <a:moveTo>
                  <a:pt x="478" y="595"/>
                </a:moveTo>
                <a:cubicBezTo>
                  <a:pt x="478" y="601"/>
                  <a:pt x="478" y="601"/>
                  <a:pt x="478" y="601"/>
                </a:cubicBezTo>
                <a:cubicBezTo>
                  <a:pt x="477" y="601"/>
                  <a:pt x="476" y="601"/>
                  <a:pt x="476" y="602"/>
                </a:cubicBezTo>
                <a:cubicBezTo>
                  <a:pt x="476" y="596"/>
                  <a:pt x="476" y="596"/>
                  <a:pt x="476" y="596"/>
                </a:cubicBezTo>
                <a:cubicBezTo>
                  <a:pt x="476" y="596"/>
                  <a:pt x="477" y="596"/>
                  <a:pt x="478" y="595"/>
                </a:cubicBezTo>
                <a:close/>
                <a:moveTo>
                  <a:pt x="478" y="609"/>
                </a:moveTo>
                <a:cubicBezTo>
                  <a:pt x="478" y="616"/>
                  <a:pt x="478" y="616"/>
                  <a:pt x="478" y="616"/>
                </a:cubicBezTo>
                <a:cubicBezTo>
                  <a:pt x="477" y="615"/>
                  <a:pt x="476" y="614"/>
                  <a:pt x="476" y="613"/>
                </a:cubicBezTo>
                <a:cubicBezTo>
                  <a:pt x="476" y="607"/>
                  <a:pt x="476" y="607"/>
                  <a:pt x="476" y="607"/>
                </a:cubicBezTo>
                <a:cubicBezTo>
                  <a:pt x="477" y="608"/>
                  <a:pt x="477" y="609"/>
                  <a:pt x="478" y="609"/>
                </a:cubicBezTo>
                <a:close/>
                <a:moveTo>
                  <a:pt x="478" y="620"/>
                </a:moveTo>
                <a:cubicBezTo>
                  <a:pt x="478" y="626"/>
                  <a:pt x="478" y="626"/>
                  <a:pt x="478" y="626"/>
                </a:cubicBezTo>
                <a:cubicBezTo>
                  <a:pt x="477" y="626"/>
                  <a:pt x="476" y="626"/>
                  <a:pt x="476" y="626"/>
                </a:cubicBezTo>
                <a:cubicBezTo>
                  <a:pt x="476" y="620"/>
                  <a:pt x="476" y="620"/>
                  <a:pt x="476" y="620"/>
                </a:cubicBezTo>
                <a:cubicBezTo>
                  <a:pt x="478" y="620"/>
                  <a:pt x="478" y="620"/>
                  <a:pt x="478" y="620"/>
                </a:cubicBezTo>
                <a:close/>
                <a:moveTo>
                  <a:pt x="478" y="740"/>
                </a:moveTo>
                <a:cubicBezTo>
                  <a:pt x="478" y="749"/>
                  <a:pt x="478" y="749"/>
                  <a:pt x="478" y="749"/>
                </a:cubicBezTo>
                <a:cubicBezTo>
                  <a:pt x="477" y="749"/>
                  <a:pt x="476" y="749"/>
                  <a:pt x="476" y="749"/>
                </a:cubicBezTo>
                <a:cubicBezTo>
                  <a:pt x="476" y="741"/>
                  <a:pt x="476" y="741"/>
                  <a:pt x="476" y="741"/>
                </a:cubicBezTo>
                <a:cubicBezTo>
                  <a:pt x="476" y="740"/>
                  <a:pt x="477" y="740"/>
                  <a:pt x="478" y="740"/>
                </a:cubicBezTo>
                <a:close/>
                <a:moveTo>
                  <a:pt x="476" y="522"/>
                </a:moveTo>
                <a:cubicBezTo>
                  <a:pt x="476" y="514"/>
                  <a:pt x="476" y="514"/>
                  <a:pt x="476" y="514"/>
                </a:cubicBezTo>
                <a:cubicBezTo>
                  <a:pt x="476" y="516"/>
                  <a:pt x="477" y="519"/>
                  <a:pt x="477" y="522"/>
                </a:cubicBezTo>
                <a:cubicBezTo>
                  <a:pt x="477" y="522"/>
                  <a:pt x="476" y="522"/>
                  <a:pt x="476" y="522"/>
                </a:cubicBezTo>
                <a:close/>
                <a:moveTo>
                  <a:pt x="471" y="7"/>
                </a:moveTo>
                <a:cubicBezTo>
                  <a:pt x="473" y="8"/>
                  <a:pt x="474" y="8"/>
                  <a:pt x="476" y="9"/>
                </a:cubicBezTo>
                <a:cubicBezTo>
                  <a:pt x="476" y="19"/>
                  <a:pt x="476" y="19"/>
                  <a:pt x="476" y="19"/>
                </a:cubicBezTo>
                <a:cubicBezTo>
                  <a:pt x="474" y="18"/>
                  <a:pt x="473" y="17"/>
                  <a:pt x="471" y="17"/>
                </a:cubicBezTo>
                <a:cubicBezTo>
                  <a:pt x="471" y="7"/>
                  <a:pt x="471" y="7"/>
                  <a:pt x="471" y="7"/>
                </a:cubicBezTo>
                <a:close/>
                <a:moveTo>
                  <a:pt x="476" y="786"/>
                </a:moveTo>
                <a:cubicBezTo>
                  <a:pt x="474" y="786"/>
                  <a:pt x="473" y="786"/>
                  <a:pt x="471" y="787"/>
                </a:cubicBezTo>
                <a:cubicBezTo>
                  <a:pt x="471" y="779"/>
                  <a:pt x="471" y="779"/>
                  <a:pt x="471" y="779"/>
                </a:cubicBezTo>
                <a:cubicBezTo>
                  <a:pt x="472" y="779"/>
                  <a:pt x="473" y="778"/>
                  <a:pt x="474" y="778"/>
                </a:cubicBezTo>
                <a:cubicBezTo>
                  <a:pt x="471" y="776"/>
                  <a:pt x="471" y="776"/>
                  <a:pt x="471" y="776"/>
                </a:cubicBezTo>
                <a:cubicBezTo>
                  <a:pt x="471" y="764"/>
                  <a:pt x="471" y="764"/>
                  <a:pt x="471" y="764"/>
                </a:cubicBezTo>
                <a:cubicBezTo>
                  <a:pt x="473" y="765"/>
                  <a:pt x="474" y="767"/>
                  <a:pt x="476" y="768"/>
                </a:cubicBezTo>
                <a:cubicBezTo>
                  <a:pt x="476" y="786"/>
                  <a:pt x="476" y="786"/>
                  <a:pt x="476" y="786"/>
                </a:cubicBezTo>
                <a:close/>
                <a:moveTo>
                  <a:pt x="476" y="47"/>
                </a:moveTo>
                <a:cubicBezTo>
                  <a:pt x="476" y="55"/>
                  <a:pt x="476" y="55"/>
                  <a:pt x="476" y="55"/>
                </a:cubicBezTo>
                <a:cubicBezTo>
                  <a:pt x="474" y="55"/>
                  <a:pt x="473" y="54"/>
                  <a:pt x="471" y="54"/>
                </a:cubicBezTo>
                <a:cubicBezTo>
                  <a:pt x="471" y="46"/>
                  <a:pt x="471" y="46"/>
                  <a:pt x="471" y="46"/>
                </a:cubicBezTo>
                <a:cubicBezTo>
                  <a:pt x="476" y="47"/>
                  <a:pt x="476" y="47"/>
                  <a:pt x="476" y="47"/>
                </a:cubicBezTo>
                <a:close/>
                <a:moveTo>
                  <a:pt x="476" y="79"/>
                </a:moveTo>
                <a:cubicBezTo>
                  <a:pt x="476" y="101"/>
                  <a:pt x="476" y="101"/>
                  <a:pt x="476" y="101"/>
                </a:cubicBezTo>
                <a:cubicBezTo>
                  <a:pt x="475" y="101"/>
                  <a:pt x="474" y="101"/>
                  <a:pt x="473" y="101"/>
                </a:cubicBezTo>
                <a:cubicBezTo>
                  <a:pt x="472" y="103"/>
                  <a:pt x="472" y="104"/>
                  <a:pt x="471" y="105"/>
                </a:cubicBezTo>
                <a:cubicBezTo>
                  <a:pt x="471" y="78"/>
                  <a:pt x="471" y="78"/>
                  <a:pt x="471" y="78"/>
                </a:cubicBezTo>
                <a:cubicBezTo>
                  <a:pt x="473" y="79"/>
                  <a:pt x="474" y="79"/>
                  <a:pt x="476" y="79"/>
                </a:cubicBezTo>
                <a:close/>
                <a:moveTo>
                  <a:pt x="476" y="107"/>
                </a:moveTo>
                <a:cubicBezTo>
                  <a:pt x="476" y="111"/>
                  <a:pt x="476" y="111"/>
                  <a:pt x="476" y="111"/>
                </a:cubicBezTo>
                <a:cubicBezTo>
                  <a:pt x="475" y="110"/>
                  <a:pt x="475" y="109"/>
                  <a:pt x="475" y="108"/>
                </a:cubicBezTo>
                <a:cubicBezTo>
                  <a:pt x="476" y="107"/>
                  <a:pt x="476" y="107"/>
                  <a:pt x="476" y="107"/>
                </a:cubicBezTo>
                <a:close/>
                <a:moveTo>
                  <a:pt x="476" y="117"/>
                </a:moveTo>
                <a:cubicBezTo>
                  <a:pt x="476" y="135"/>
                  <a:pt x="476" y="135"/>
                  <a:pt x="476" y="135"/>
                </a:cubicBezTo>
                <a:cubicBezTo>
                  <a:pt x="474" y="134"/>
                  <a:pt x="473" y="133"/>
                  <a:pt x="471" y="133"/>
                </a:cubicBezTo>
                <a:cubicBezTo>
                  <a:pt x="471" y="118"/>
                  <a:pt x="471" y="118"/>
                  <a:pt x="471" y="118"/>
                </a:cubicBezTo>
                <a:cubicBezTo>
                  <a:pt x="473" y="118"/>
                  <a:pt x="474" y="117"/>
                  <a:pt x="476" y="117"/>
                </a:cubicBezTo>
                <a:close/>
                <a:moveTo>
                  <a:pt x="476" y="137"/>
                </a:moveTo>
                <a:cubicBezTo>
                  <a:pt x="476" y="147"/>
                  <a:pt x="476" y="147"/>
                  <a:pt x="476" y="147"/>
                </a:cubicBezTo>
                <a:cubicBezTo>
                  <a:pt x="474" y="147"/>
                  <a:pt x="473" y="147"/>
                  <a:pt x="471" y="147"/>
                </a:cubicBezTo>
                <a:cubicBezTo>
                  <a:pt x="471" y="136"/>
                  <a:pt x="471" y="136"/>
                  <a:pt x="471" y="136"/>
                </a:cubicBezTo>
                <a:cubicBezTo>
                  <a:pt x="473" y="136"/>
                  <a:pt x="474" y="137"/>
                  <a:pt x="476" y="137"/>
                </a:cubicBezTo>
                <a:close/>
                <a:moveTo>
                  <a:pt x="476" y="178"/>
                </a:moveTo>
                <a:cubicBezTo>
                  <a:pt x="476" y="183"/>
                  <a:pt x="476" y="183"/>
                  <a:pt x="476" y="183"/>
                </a:cubicBezTo>
                <a:cubicBezTo>
                  <a:pt x="475" y="183"/>
                  <a:pt x="474" y="182"/>
                  <a:pt x="472" y="182"/>
                </a:cubicBezTo>
                <a:cubicBezTo>
                  <a:pt x="474" y="189"/>
                  <a:pt x="474" y="194"/>
                  <a:pt x="476" y="198"/>
                </a:cubicBezTo>
                <a:cubicBezTo>
                  <a:pt x="476" y="207"/>
                  <a:pt x="476" y="207"/>
                  <a:pt x="476" y="207"/>
                </a:cubicBezTo>
                <a:cubicBezTo>
                  <a:pt x="474" y="207"/>
                  <a:pt x="473" y="206"/>
                  <a:pt x="471" y="205"/>
                </a:cubicBezTo>
                <a:cubicBezTo>
                  <a:pt x="471" y="177"/>
                  <a:pt x="471" y="177"/>
                  <a:pt x="471" y="177"/>
                </a:cubicBezTo>
                <a:cubicBezTo>
                  <a:pt x="473" y="177"/>
                  <a:pt x="474" y="178"/>
                  <a:pt x="476" y="178"/>
                </a:cubicBezTo>
                <a:close/>
                <a:moveTo>
                  <a:pt x="476" y="231"/>
                </a:moveTo>
                <a:cubicBezTo>
                  <a:pt x="476" y="243"/>
                  <a:pt x="476" y="243"/>
                  <a:pt x="476" y="243"/>
                </a:cubicBezTo>
                <a:cubicBezTo>
                  <a:pt x="475" y="243"/>
                  <a:pt x="475" y="243"/>
                  <a:pt x="475" y="243"/>
                </a:cubicBezTo>
                <a:cubicBezTo>
                  <a:pt x="475" y="242"/>
                  <a:pt x="475" y="241"/>
                  <a:pt x="475" y="241"/>
                </a:cubicBezTo>
                <a:cubicBezTo>
                  <a:pt x="474" y="240"/>
                  <a:pt x="473" y="239"/>
                  <a:pt x="471" y="239"/>
                </a:cubicBezTo>
                <a:cubicBezTo>
                  <a:pt x="471" y="229"/>
                  <a:pt x="471" y="229"/>
                  <a:pt x="471" y="229"/>
                </a:cubicBezTo>
                <a:cubicBezTo>
                  <a:pt x="471" y="229"/>
                  <a:pt x="472" y="230"/>
                  <a:pt x="472" y="230"/>
                </a:cubicBezTo>
                <a:cubicBezTo>
                  <a:pt x="474" y="230"/>
                  <a:pt x="474" y="231"/>
                  <a:pt x="476" y="231"/>
                </a:cubicBezTo>
                <a:close/>
                <a:moveTo>
                  <a:pt x="476" y="250"/>
                </a:moveTo>
                <a:cubicBezTo>
                  <a:pt x="476" y="260"/>
                  <a:pt x="476" y="260"/>
                  <a:pt x="476" y="260"/>
                </a:cubicBezTo>
                <a:cubicBezTo>
                  <a:pt x="474" y="260"/>
                  <a:pt x="473" y="259"/>
                  <a:pt x="471" y="259"/>
                </a:cubicBezTo>
                <a:cubicBezTo>
                  <a:pt x="471" y="249"/>
                  <a:pt x="471" y="249"/>
                  <a:pt x="471" y="249"/>
                </a:cubicBezTo>
                <a:cubicBezTo>
                  <a:pt x="476" y="250"/>
                  <a:pt x="476" y="250"/>
                  <a:pt x="476" y="250"/>
                </a:cubicBezTo>
                <a:close/>
                <a:moveTo>
                  <a:pt x="476" y="267"/>
                </a:moveTo>
                <a:cubicBezTo>
                  <a:pt x="476" y="287"/>
                  <a:pt x="476" y="287"/>
                  <a:pt x="476" y="287"/>
                </a:cubicBezTo>
                <a:cubicBezTo>
                  <a:pt x="474" y="289"/>
                  <a:pt x="472" y="290"/>
                  <a:pt x="471" y="291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67"/>
                  <a:pt x="471" y="267"/>
                  <a:pt x="471" y="267"/>
                </a:cubicBezTo>
                <a:cubicBezTo>
                  <a:pt x="472" y="267"/>
                  <a:pt x="472" y="267"/>
                  <a:pt x="473" y="267"/>
                </a:cubicBezTo>
                <a:cubicBezTo>
                  <a:pt x="474" y="267"/>
                  <a:pt x="475" y="267"/>
                  <a:pt x="476" y="267"/>
                </a:cubicBezTo>
                <a:close/>
                <a:moveTo>
                  <a:pt x="476" y="307"/>
                </a:moveTo>
                <a:cubicBezTo>
                  <a:pt x="476" y="311"/>
                  <a:pt x="476" y="311"/>
                  <a:pt x="476" y="311"/>
                </a:cubicBezTo>
                <a:cubicBezTo>
                  <a:pt x="475" y="311"/>
                  <a:pt x="474" y="312"/>
                  <a:pt x="473" y="312"/>
                </a:cubicBezTo>
                <a:cubicBezTo>
                  <a:pt x="473" y="313"/>
                  <a:pt x="473" y="314"/>
                  <a:pt x="474" y="315"/>
                </a:cubicBezTo>
                <a:cubicBezTo>
                  <a:pt x="476" y="316"/>
                  <a:pt x="476" y="316"/>
                  <a:pt x="476" y="316"/>
                </a:cubicBezTo>
                <a:cubicBezTo>
                  <a:pt x="476" y="321"/>
                  <a:pt x="476" y="321"/>
                  <a:pt x="476" y="321"/>
                </a:cubicBezTo>
                <a:cubicBezTo>
                  <a:pt x="474" y="320"/>
                  <a:pt x="473" y="319"/>
                  <a:pt x="471" y="319"/>
                </a:cubicBezTo>
                <a:cubicBezTo>
                  <a:pt x="471" y="310"/>
                  <a:pt x="471" y="310"/>
                  <a:pt x="471" y="310"/>
                </a:cubicBezTo>
                <a:cubicBezTo>
                  <a:pt x="472" y="309"/>
                  <a:pt x="474" y="308"/>
                  <a:pt x="476" y="307"/>
                </a:cubicBezTo>
                <a:close/>
                <a:moveTo>
                  <a:pt x="476" y="328"/>
                </a:moveTo>
                <a:cubicBezTo>
                  <a:pt x="476" y="333"/>
                  <a:pt x="476" y="333"/>
                  <a:pt x="476" y="333"/>
                </a:cubicBezTo>
                <a:cubicBezTo>
                  <a:pt x="475" y="332"/>
                  <a:pt x="474" y="331"/>
                  <a:pt x="473" y="330"/>
                </a:cubicBezTo>
                <a:cubicBezTo>
                  <a:pt x="472" y="332"/>
                  <a:pt x="472" y="335"/>
                  <a:pt x="471" y="337"/>
                </a:cubicBezTo>
                <a:cubicBezTo>
                  <a:pt x="471" y="324"/>
                  <a:pt x="471" y="324"/>
                  <a:pt x="471" y="324"/>
                </a:cubicBezTo>
                <a:cubicBezTo>
                  <a:pt x="472" y="325"/>
                  <a:pt x="474" y="326"/>
                  <a:pt x="476" y="328"/>
                </a:cubicBezTo>
                <a:close/>
                <a:moveTo>
                  <a:pt x="476" y="345"/>
                </a:moveTo>
                <a:cubicBezTo>
                  <a:pt x="476" y="357"/>
                  <a:pt x="476" y="357"/>
                  <a:pt x="476" y="357"/>
                </a:cubicBezTo>
                <a:cubicBezTo>
                  <a:pt x="474" y="355"/>
                  <a:pt x="473" y="353"/>
                  <a:pt x="471" y="351"/>
                </a:cubicBezTo>
                <a:cubicBezTo>
                  <a:pt x="471" y="344"/>
                  <a:pt x="471" y="344"/>
                  <a:pt x="471" y="344"/>
                </a:cubicBezTo>
                <a:cubicBezTo>
                  <a:pt x="471" y="345"/>
                  <a:pt x="472" y="346"/>
                  <a:pt x="473" y="347"/>
                </a:cubicBezTo>
                <a:cubicBezTo>
                  <a:pt x="474" y="347"/>
                  <a:pt x="475" y="346"/>
                  <a:pt x="476" y="345"/>
                </a:cubicBezTo>
                <a:close/>
                <a:moveTo>
                  <a:pt x="476" y="447"/>
                </a:moveTo>
                <a:cubicBezTo>
                  <a:pt x="476" y="455"/>
                  <a:pt x="476" y="455"/>
                  <a:pt x="476" y="455"/>
                </a:cubicBezTo>
                <a:cubicBezTo>
                  <a:pt x="474" y="455"/>
                  <a:pt x="474" y="456"/>
                  <a:pt x="473" y="458"/>
                </a:cubicBezTo>
                <a:cubicBezTo>
                  <a:pt x="473" y="459"/>
                  <a:pt x="474" y="459"/>
                  <a:pt x="475" y="459"/>
                </a:cubicBezTo>
                <a:cubicBezTo>
                  <a:pt x="476" y="459"/>
                  <a:pt x="476" y="459"/>
                  <a:pt x="476" y="459"/>
                </a:cubicBezTo>
                <a:cubicBezTo>
                  <a:pt x="476" y="463"/>
                  <a:pt x="476" y="463"/>
                  <a:pt x="476" y="463"/>
                </a:cubicBezTo>
                <a:cubicBezTo>
                  <a:pt x="474" y="463"/>
                  <a:pt x="473" y="463"/>
                  <a:pt x="471" y="463"/>
                </a:cubicBezTo>
                <a:cubicBezTo>
                  <a:pt x="471" y="453"/>
                  <a:pt x="471" y="453"/>
                  <a:pt x="471" y="453"/>
                </a:cubicBezTo>
                <a:cubicBezTo>
                  <a:pt x="472" y="452"/>
                  <a:pt x="473" y="451"/>
                  <a:pt x="474" y="450"/>
                </a:cubicBezTo>
                <a:cubicBezTo>
                  <a:pt x="475" y="449"/>
                  <a:pt x="475" y="448"/>
                  <a:pt x="476" y="447"/>
                </a:cubicBezTo>
                <a:close/>
                <a:moveTo>
                  <a:pt x="476" y="469"/>
                </a:moveTo>
                <a:cubicBezTo>
                  <a:pt x="476" y="476"/>
                  <a:pt x="476" y="476"/>
                  <a:pt x="476" y="476"/>
                </a:cubicBezTo>
                <a:cubicBezTo>
                  <a:pt x="474" y="477"/>
                  <a:pt x="472" y="478"/>
                  <a:pt x="471" y="480"/>
                </a:cubicBezTo>
                <a:cubicBezTo>
                  <a:pt x="471" y="476"/>
                  <a:pt x="471" y="476"/>
                  <a:pt x="471" y="476"/>
                </a:cubicBezTo>
                <a:cubicBezTo>
                  <a:pt x="472" y="476"/>
                  <a:pt x="473" y="475"/>
                  <a:pt x="474" y="474"/>
                </a:cubicBezTo>
                <a:cubicBezTo>
                  <a:pt x="473" y="474"/>
                  <a:pt x="472" y="474"/>
                  <a:pt x="471" y="474"/>
                </a:cubicBezTo>
                <a:cubicBezTo>
                  <a:pt x="471" y="470"/>
                  <a:pt x="471" y="470"/>
                  <a:pt x="471" y="470"/>
                </a:cubicBezTo>
                <a:cubicBezTo>
                  <a:pt x="471" y="470"/>
                  <a:pt x="471" y="470"/>
                  <a:pt x="471" y="470"/>
                </a:cubicBezTo>
                <a:cubicBezTo>
                  <a:pt x="473" y="470"/>
                  <a:pt x="474" y="469"/>
                  <a:pt x="476" y="469"/>
                </a:cubicBezTo>
                <a:close/>
                <a:moveTo>
                  <a:pt x="476" y="485"/>
                </a:moveTo>
                <a:cubicBezTo>
                  <a:pt x="476" y="498"/>
                  <a:pt x="476" y="498"/>
                  <a:pt x="476" y="498"/>
                </a:cubicBezTo>
                <a:cubicBezTo>
                  <a:pt x="471" y="494"/>
                  <a:pt x="471" y="494"/>
                  <a:pt x="471" y="494"/>
                </a:cubicBezTo>
                <a:cubicBezTo>
                  <a:pt x="471" y="490"/>
                  <a:pt x="471" y="490"/>
                  <a:pt x="471" y="490"/>
                </a:cubicBezTo>
                <a:cubicBezTo>
                  <a:pt x="471" y="490"/>
                  <a:pt x="471" y="490"/>
                  <a:pt x="471" y="490"/>
                </a:cubicBezTo>
                <a:cubicBezTo>
                  <a:pt x="473" y="488"/>
                  <a:pt x="474" y="487"/>
                  <a:pt x="476" y="485"/>
                </a:cubicBezTo>
                <a:close/>
                <a:moveTo>
                  <a:pt x="476" y="514"/>
                </a:moveTo>
                <a:cubicBezTo>
                  <a:pt x="476" y="522"/>
                  <a:pt x="476" y="522"/>
                  <a:pt x="476" y="522"/>
                </a:cubicBezTo>
                <a:cubicBezTo>
                  <a:pt x="475" y="523"/>
                  <a:pt x="474" y="523"/>
                  <a:pt x="474" y="523"/>
                </a:cubicBezTo>
                <a:cubicBezTo>
                  <a:pt x="473" y="522"/>
                  <a:pt x="472" y="521"/>
                  <a:pt x="471" y="520"/>
                </a:cubicBezTo>
                <a:cubicBezTo>
                  <a:pt x="471" y="507"/>
                  <a:pt x="471" y="507"/>
                  <a:pt x="471" y="507"/>
                </a:cubicBezTo>
                <a:cubicBezTo>
                  <a:pt x="474" y="507"/>
                  <a:pt x="474" y="507"/>
                  <a:pt x="474" y="507"/>
                </a:cubicBezTo>
                <a:cubicBezTo>
                  <a:pt x="474" y="510"/>
                  <a:pt x="475" y="512"/>
                  <a:pt x="476" y="514"/>
                </a:cubicBezTo>
                <a:close/>
                <a:moveTo>
                  <a:pt x="476" y="527"/>
                </a:moveTo>
                <a:cubicBezTo>
                  <a:pt x="476" y="545"/>
                  <a:pt x="476" y="545"/>
                  <a:pt x="476" y="545"/>
                </a:cubicBezTo>
                <a:cubicBezTo>
                  <a:pt x="474" y="546"/>
                  <a:pt x="473" y="546"/>
                  <a:pt x="471" y="547"/>
                </a:cubicBezTo>
                <a:cubicBezTo>
                  <a:pt x="471" y="540"/>
                  <a:pt x="471" y="540"/>
                  <a:pt x="471" y="540"/>
                </a:cubicBezTo>
                <a:cubicBezTo>
                  <a:pt x="475" y="538"/>
                  <a:pt x="475" y="538"/>
                  <a:pt x="475" y="538"/>
                </a:cubicBezTo>
                <a:cubicBezTo>
                  <a:pt x="475" y="537"/>
                  <a:pt x="474" y="536"/>
                  <a:pt x="474" y="535"/>
                </a:cubicBezTo>
                <a:cubicBezTo>
                  <a:pt x="473" y="535"/>
                  <a:pt x="472" y="535"/>
                  <a:pt x="471" y="535"/>
                </a:cubicBezTo>
                <a:cubicBezTo>
                  <a:pt x="471" y="527"/>
                  <a:pt x="471" y="527"/>
                  <a:pt x="471" y="527"/>
                </a:cubicBezTo>
                <a:cubicBezTo>
                  <a:pt x="473" y="526"/>
                  <a:pt x="474" y="526"/>
                  <a:pt x="476" y="527"/>
                </a:cubicBezTo>
                <a:close/>
                <a:moveTo>
                  <a:pt x="476" y="552"/>
                </a:moveTo>
                <a:cubicBezTo>
                  <a:pt x="476" y="563"/>
                  <a:pt x="476" y="563"/>
                  <a:pt x="476" y="563"/>
                </a:cubicBezTo>
                <a:cubicBezTo>
                  <a:pt x="474" y="563"/>
                  <a:pt x="473" y="564"/>
                  <a:pt x="471" y="565"/>
                </a:cubicBezTo>
                <a:cubicBezTo>
                  <a:pt x="471" y="554"/>
                  <a:pt x="471" y="554"/>
                  <a:pt x="471" y="554"/>
                </a:cubicBezTo>
                <a:cubicBezTo>
                  <a:pt x="473" y="554"/>
                  <a:pt x="474" y="553"/>
                  <a:pt x="476" y="552"/>
                </a:cubicBezTo>
                <a:close/>
                <a:moveTo>
                  <a:pt x="476" y="569"/>
                </a:moveTo>
                <a:cubicBezTo>
                  <a:pt x="476" y="584"/>
                  <a:pt x="476" y="584"/>
                  <a:pt x="476" y="584"/>
                </a:cubicBezTo>
                <a:cubicBezTo>
                  <a:pt x="474" y="584"/>
                  <a:pt x="473" y="584"/>
                  <a:pt x="472" y="583"/>
                </a:cubicBezTo>
                <a:cubicBezTo>
                  <a:pt x="471" y="584"/>
                  <a:pt x="471" y="584"/>
                  <a:pt x="471" y="584"/>
                </a:cubicBezTo>
                <a:cubicBezTo>
                  <a:pt x="471" y="571"/>
                  <a:pt x="471" y="571"/>
                  <a:pt x="471" y="571"/>
                </a:cubicBezTo>
                <a:cubicBezTo>
                  <a:pt x="473" y="570"/>
                  <a:pt x="474" y="570"/>
                  <a:pt x="476" y="569"/>
                </a:cubicBezTo>
                <a:close/>
                <a:moveTo>
                  <a:pt x="476" y="596"/>
                </a:moveTo>
                <a:cubicBezTo>
                  <a:pt x="476" y="602"/>
                  <a:pt x="476" y="602"/>
                  <a:pt x="476" y="602"/>
                </a:cubicBezTo>
                <a:cubicBezTo>
                  <a:pt x="474" y="602"/>
                  <a:pt x="473" y="603"/>
                  <a:pt x="471" y="603"/>
                </a:cubicBezTo>
                <a:cubicBezTo>
                  <a:pt x="473" y="605"/>
                  <a:pt x="474" y="606"/>
                  <a:pt x="476" y="607"/>
                </a:cubicBezTo>
                <a:cubicBezTo>
                  <a:pt x="476" y="613"/>
                  <a:pt x="476" y="613"/>
                  <a:pt x="476" y="613"/>
                </a:cubicBezTo>
                <a:cubicBezTo>
                  <a:pt x="474" y="611"/>
                  <a:pt x="473" y="610"/>
                  <a:pt x="471" y="609"/>
                </a:cubicBezTo>
                <a:cubicBezTo>
                  <a:pt x="471" y="598"/>
                  <a:pt x="471" y="598"/>
                  <a:pt x="471" y="598"/>
                </a:cubicBezTo>
                <a:cubicBezTo>
                  <a:pt x="472" y="597"/>
                  <a:pt x="473" y="597"/>
                  <a:pt x="474" y="596"/>
                </a:cubicBezTo>
                <a:cubicBezTo>
                  <a:pt x="474" y="596"/>
                  <a:pt x="475" y="596"/>
                  <a:pt x="476" y="596"/>
                </a:cubicBezTo>
                <a:close/>
                <a:moveTo>
                  <a:pt x="476" y="620"/>
                </a:moveTo>
                <a:cubicBezTo>
                  <a:pt x="476" y="626"/>
                  <a:pt x="476" y="626"/>
                  <a:pt x="476" y="626"/>
                </a:cubicBezTo>
                <a:cubicBezTo>
                  <a:pt x="474" y="627"/>
                  <a:pt x="473" y="627"/>
                  <a:pt x="471" y="628"/>
                </a:cubicBezTo>
                <a:cubicBezTo>
                  <a:pt x="471" y="621"/>
                  <a:pt x="471" y="621"/>
                  <a:pt x="471" y="621"/>
                </a:cubicBezTo>
                <a:cubicBezTo>
                  <a:pt x="473" y="621"/>
                  <a:pt x="474" y="620"/>
                  <a:pt x="476" y="620"/>
                </a:cubicBezTo>
                <a:close/>
                <a:moveTo>
                  <a:pt x="476" y="741"/>
                </a:moveTo>
                <a:cubicBezTo>
                  <a:pt x="476" y="749"/>
                  <a:pt x="476" y="749"/>
                  <a:pt x="476" y="749"/>
                </a:cubicBezTo>
                <a:cubicBezTo>
                  <a:pt x="474" y="749"/>
                  <a:pt x="473" y="749"/>
                  <a:pt x="471" y="749"/>
                </a:cubicBezTo>
                <a:cubicBezTo>
                  <a:pt x="471" y="741"/>
                  <a:pt x="471" y="741"/>
                  <a:pt x="471" y="741"/>
                </a:cubicBezTo>
                <a:cubicBezTo>
                  <a:pt x="473" y="741"/>
                  <a:pt x="474" y="741"/>
                  <a:pt x="476" y="741"/>
                </a:cubicBezTo>
                <a:close/>
                <a:moveTo>
                  <a:pt x="468" y="7"/>
                </a:moveTo>
                <a:cubicBezTo>
                  <a:pt x="469" y="7"/>
                  <a:pt x="470" y="7"/>
                  <a:pt x="471" y="7"/>
                </a:cubicBezTo>
                <a:cubicBezTo>
                  <a:pt x="471" y="17"/>
                  <a:pt x="471" y="17"/>
                  <a:pt x="471" y="17"/>
                </a:cubicBezTo>
                <a:cubicBezTo>
                  <a:pt x="470" y="16"/>
                  <a:pt x="469" y="16"/>
                  <a:pt x="468" y="15"/>
                </a:cubicBezTo>
                <a:cubicBezTo>
                  <a:pt x="468" y="7"/>
                  <a:pt x="468" y="7"/>
                  <a:pt x="468" y="7"/>
                </a:cubicBezTo>
                <a:close/>
                <a:moveTo>
                  <a:pt x="471" y="787"/>
                </a:moveTo>
                <a:cubicBezTo>
                  <a:pt x="470" y="787"/>
                  <a:pt x="469" y="787"/>
                  <a:pt x="468" y="787"/>
                </a:cubicBezTo>
                <a:cubicBezTo>
                  <a:pt x="468" y="780"/>
                  <a:pt x="468" y="780"/>
                  <a:pt x="468" y="780"/>
                </a:cubicBezTo>
                <a:cubicBezTo>
                  <a:pt x="469" y="779"/>
                  <a:pt x="470" y="779"/>
                  <a:pt x="471" y="779"/>
                </a:cubicBezTo>
                <a:cubicBezTo>
                  <a:pt x="471" y="787"/>
                  <a:pt x="471" y="787"/>
                  <a:pt x="471" y="787"/>
                </a:cubicBezTo>
                <a:close/>
                <a:moveTo>
                  <a:pt x="471" y="46"/>
                </a:moveTo>
                <a:cubicBezTo>
                  <a:pt x="471" y="54"/>
                  <a:pt x="471" y="54"/>
                  <a:pt x="471" y="54"/>
                </a:cubicBezTo>
                <a:cubicBezTo>
                  <a:pt x="470" y="53"/>
                  <a:pt x="469" y="53"/>
                  <a:pt x="468" y="53"/>
                </a:cubicBezTo>
                <a:cubicBezTo>
                  <a:pt x="468" y="43"/>
                  <a:pt x="468" y="43"/>
                  <a:pt x="468" y="43"/>
                </a:cubicBezTo>
                <a:cubicBezTo>
                  <a:pt x="469" y="45"/>
                  <a:pt x="469" y="45"/>
                  <a:pt x="469" y="45"/>
                </a:cubicBezTo>
                <a:cubicBezTo>
                  <a:pt x="471" y="46"/>
                  <a:pt x="471" y="46"/>
                  <a:pt x="471" y="46"/>
                </a:cubicBezTo>
                <a:close/>
                <a:moveTo>
                  <a:pt x="471" y="78"/>
                </a:moveTo>
                <a:cubicBezTo>
                  <a:pt x="471" y="105"/>
                  <a:pt x="471" y="105"/>
                  <a:pt x="471" y="105"/>
                </a:cubicBezTo>
                <a:cubicBezTo>
                  <a:pt x="470" y="110"/>
                  <a:pt x="469" y="113"/>
                  <a:pt x="469" y="118"/>
                </a:cubicBezTo>
                <a:cubicBezTo>
                  <a:pt x="471" y="118"/>
                  <a:pt x="471" y="118"/>
                  <a:pt x="471" y="118"/>
                </a:cubicBezTo>
                <a:cubicBezTo>
                  <a:pt x="471" y="133"/>
                  <a:pt x="471" y="133"/>
                  <a:pt x="471" y="133"/>
                </a:cubicBezTo>
                <a:cubicBezTo>
                  <a:pt x="470" y="132"/>
                  <a:pt x="469" y="132"/>
                  <a:pt x="468" y="131"/>
                </a:cubicBezTo>
                <a:cubicBezTo>
                  <a:pt x="468" y="77"/>
                  <a:pt x="468" y="77"/>
                  <a:pt x="468" y="77"/>
                </a:cubicBezTo>
                <a:cubicBezTo>
                  <a:pt x="469" y="78"/>
                  <a:pt x="470" y="78"/>
                  <a:pt x="471" y="78"/>
                </a:cubicBezTo>
                <a:close/>
                <a:moveTo>
                  <a:pt x="471" y="136"/>
                </a:moveTo>
                <a:cubicBezTo>
                  <a:pt x="471" y="147"/>
                  <a:pt x="471" y="147"/>
                  <a:pt x="471" y="147"/>
                </a:cubicBezTo>
                <a:cubicBezTo>
                  <a:pt x="470" y="146"/>
                  <a:pt x="469" y="146"/>
                  <a:pt x="468" y="146"/>
                </a:cubicBezTo>
                <a:cubicBezTo>
                  <a:pt x="468" y="134"/>
                  <a:pt x="468" y="134"/>
                  <a:pt x="468" y="134"/>
                </a:cubicBezTo>
                <a:cubicBezTo>
                  <a:pt x="469" y="135"/>
                  <a:pt x="470" y="135"/>
                  <a:pt x="471" y="136"/>
                </a:cubicBezTo>
                <a:close/>
                <a:moveTo>
                  <a:pt x="471" y="177"/>
                </a:moveTo>
                <a:cubicBezTo>
                  <a:pt x="471" y="205"/>
                  <a:pt x="471" y="205"/>
                  <a:pt x="471" y="205"/>
                </a:cubicBezTo>
                <a:cubicBezTo>
                  <a:pt x="470" y="205"/>
                  <a:pt x="469" y="204"/>
                  <a:pt x="468" y="204"/>
                </a:cubicBezTo>
                <a:cubicBezTo>
                  <a:pt x="468" y="199"/>
                  <a:pt x="468" y="199"/>
                  <a:pt x="468" y="199"/>
                </a:cubicBezTo>
                <a:cubicBezTo>
                  <a:pt x="469" y="199"/>
                  <a:pt x="469" y="199"/>
                  <a:pt x="469" y="199"/>
                </a:cubicBezTo>
                <a:cubicBezTo>
                  <a:pt x="469" y="198"/>
                  <a:pt x="468" y="196"/>
                  <a:pt x="468" y="195"/>
                </a:cubicBezTo>
                <a:cubicBezTo>
                  <a:pt x="468" y="176"/>
                  <a:pt x="468" y="176"/>
                  <a:pt x="468" y="176"/>
                </a:cubicBezTo>
                <a:cubicBezTo>
                  <a:pt x="469" y="176"/>
                  <a:pt x="470" y="177"/>
                  <a:pt x="471" y="177"/>
                </a:cubicBezTo>
                <a:close/>
                <a:moveTo>
                  <a:pt x="471" y="229"/>
                </a:moveTo>
                <a:cubicBezTo>
                  <a:pt x="471" y="239"/>
                  <a:pt x="471" y="239"/>
                  <a:pt x="471" y="239"/>
                </a:cubicBezTo>
                <a:cubicBezTo>
                  <a:pt x="470" y="238"/>
                  <a:pt x="469" y="238"/>
                  <a:pt x="468" y="237"/>
                </a:cubicBezTo>
                <a:cubicBezTo>
                  <a:pt x="468" y="218"/>
                  <a:pt x="468" y="218"/>
                  <a:pt x="468" y="218"/>
                </a:cubicBezTo>
                <a:cubicBezTo>
                  <a:pt x="469" y="218"/>
                  <a:pt x="469" y="217"/>
                  <a:pt x="470" y="217"/>
                </a:cubicBezTo>
                <a:cubicBezTo>
                  <a:pt x="471" y="222"/>
                  <a:pt x="469" y="225"/>
                  <a:pt x="471" y="229"/>
                </a:cubicBezTo>
                <a:close/>
                <a:moveTo>
                  <a:pt x="471" y="249"/>
                </a:moveTo>
                <a:cubicBezTo>
                  <a:pt x="471" y="259"/>
                  <a:pt x="471" y="259"/>
                  <a:pt x="471" y="259"/>
                </a:cubicBezTo>
                <a:cubicBezTo>
                  <a:pt x="470" y="259"/>
                  <a:pt x="469" y="258"/>
                  <a:pt x="468" y="258"/>
                </a:cubicBezTo>
                <a:cubicBezTo>
                  <a:pt x="468" y="248"/>
                  <a:pt x="468" y="248"/>
                  <a:pt x="468" y="248"/>
                </a:cubicBezTo>
                <a:cubicBezTo>
                  <a:pt x="469" y="248"/>
                  <a:pt x="469" y="249"/>
                  <a:pt x="470" y="249"/>
                </a:cubicBezTo>
                <a:cubicBezTo>
                  <a:pt x="471" y="249"/>
                  <a:pt x="471" y="249"/>
                  <a:pt x="471" y="249"/>
                </a:cubicBezTo>
                <a:close/>
                <a:moveTo>
                  <a:pt x="471" y="267"/>
                </a:moveTo>
                <a:cubicBezTo>
                  <a:pt x="471" y="280"/>
                  <a:pt x="471" y="280"/>
                  <a:pt x="471" y="280"/>
                </a:cubicBezTo>
                <a:cubicBezTo>
                  <a:pt x="471" y="278"/>
                  <a:pt x="471" y="275"/>
                  <a:pt x="470" y="273"/>
                </a:cubicBezTo>
                <a:cubicBezTo>
                  <a:pt x="469" y="273"/>
                  <a:pt x="469" y="273"/>
                  <a:pt x="468" y="273"/>
                </a:cubicBezTo>
                <a:cubicBezTo>
                  <a:pt x="468" y="266"/>
                  <a:pt x="468" y="266"/>
                  <a:pt x="468" y="266"/>
                </a:cubicBezTo>
                <a:cubicBezTo>
                  <a:pt x="469" y="266"/>
                  <a:pt x="470" y="266"/>
                  <a:pt x="471" y="267"/>
                </a:cubicBezTo>
                <a:close/>
                <a:moveTo>
                  <a:pt x="471" y="280"/>
                </a:moveTo>
                <a:cubicBezTo>
                  <a:pt x="471" y="291"/>
                  <a:pt x="471" y="291"/>
                  <a:pt x="471" y="291"/>
                </a:cubicBezTo>
                <a:cubicBezTo>
                  <a:pt x="470" y="291"/>
                  <a:pt x="469" y="292"/>
                  <a:pt x="468" y="293"/>
                </a:cubicBezTo>
                <a:cubicBezTo>
                  <a:pt x="468" y="283"/>
                  <a:pt x="468" y="283"/>
                  <a:pt x="468" y="283"/>
                </a:cubicBezTo>
                <a:cubicBezTo>
                  <a:pt x="469" y="282"/>
                  <a:pt x="469" y="281"/>
                  <a:pt x="469" y="280"/>
                </a:cubicBezTo>
                <a:cubicBezTo>
                  <a:pt x="471" y="280"/>
                  <a:pt x="471" y="280"/>
                  <a:pt x="471" y="280"/>
                </a:cubicBezTo>
                <a:close/>
                <a:moveTo>
                  <a:pt x="471" y="310"/>
                </a:moveTo>
                <a:cubicBezTo>
                  <a:pt x="471" y="319"/>
                  <a:pt x="471" y="319"/>
                  <a:pt x="471" y="319"/>
                </a:cubicBezTo>
                <a:cubicBezTo>
                  <a:pt x="470" y="319"/>
                  <a:pt x="469" y="318"/>
                  <a:pt x="468" y="318"/>
                </a:cubicBezTo>
                <a:cubicBezTo>
                  <a:pt x="468" y="313"/>
                  <a:pt x="468" y="313"/>
                  <a:pt x="468" y="313"/>
                </a:cubicBezTo>
                <a:cubicBezTo>
                  <a:pt x="469" y="312"/>
                  <a:pt x="470" y="311"/>
                  <a:pt x="471" y="310"/>
                </a:cubicBezTo>
                <a:close/>
                <a:moveTo>
                  <a:pt x="471" y="324"/>
                </a:moveTo>
                <a:cubicBezTo>
                  <a:pt x="471" y="337"/>
                  <a:pt x="471" y="337"/>
                  <a:pt x="471" y="337"/>
                </a:cubicBezTo>
                <a:cubicBezTo>
                  <a:pt x="471" y="339"/>
                  <a:pt x="471" y="342"/>
                  <a:pt x="471" y="344"/>
                </a:cubicBezTo>
                <a:cubicBezTo>
                  <a:pt x="471" y="351"/>
                  <a:pt x="471" y="351"/>
                  <a:pt x="471" y="351"/>
                </a:cubicBezTo>
                <a:cubicBezTo>
                  <a:pt x="470" y="350"/>
                  <a:pt x="469" y="349"/>
                  <a:pt x="468" y="347"/>
                </a:cubicBezTo>
                <a:cubicBezTo>
                  <a:pt x="468" y="332"/>
                  <a:pt x="468" y="332"/>
                  <a:pt x="468" y="332"/>
                </a:cubicBezTo>
                <a:cubicBezTo>
                  <a:pt x="469" y="330"/>
                  <a:pt x="469" y="329"/>
                  <a:pt x="468" y="327"/>
                </a:cubicBezTo>
                <a:cubicBezTo>
                  <a:pt x="468" y="319"/>
                  <a:pt x="468" y="319"/>
                  <a:pt x="468" y="319"/>
                </a:cubicBezTo>
                <a:cubicBezTo>
                  <a:pt x="469" y="320"/>
                  <a:pt x="469" y="321"/>
                  <a:pt x="471" y="324"/>
                </a:cubicBezTo>
                <a:close/>
                <a:moveTo>
                  <a:pt x="471" y="453"/>
                </a:moveTo>
                <a:cubicBezTo>
                  <a:pt x="471" y="463"/>
                  <a:pt x="471" y="463"/>
                  <a:pt x="471" y="463"/>
                </a:cubicBezTo>
                <a:cubicBezTo>
                  <a:pt x="470" y="463"/>
                  <a:pt x="469" y="464"/>
                  <a:pt x="468" y="464"/>
                </a:cubicBezTo>
                <a:cubicBezTo>
                  <a:pt x="468" y="457"/>
                  <a:pt x="468" y="457"/>
                  <a:pt x="468" y="457"/>
                </a:cubicBezTo>
                <a:cubicBezTo>
                  <a:pt x="469" y="456"/>
                  <a:pt x="470" y="455"/>
                  <a:pt x="471" y="453"/>
                </a:cubicBezTo>
                <a:close/>
                <a:moveTo>
                  <a:pt x="471" y="470"/>
                </a:moveTo>
                <a:cubicBezTo>
                  <a:pt x="471" y="474"/>
                  <a:pt x="471" y="474"/>
                  <a:pt x="471" y="474"/>
                </a:cubicBezTo>
                <a:cubicBezTo>
                  <a:pt x="470" y="473"/>
                  <a:pt x="469" y="473"/>
                  <a:pt x="468" y="473"/>
                </a:cubicBezTo>
                <a:cubicBezTo>
                  <a:pt x="468" y="468"/>
                  <a:pt x="468" y="468"/>
                  <a:pt x="468" y="468"/>
                </a:cubicBezTo>
                <a:cubicBezTo>
                  <a:pt x="471" y="470"/>
                  <a:pt x="471" y="470"/>
                  <a:pt x="471" y="470"/>
                </a:cubicBezTo>
                <a:close/>
                <a:moveTo>
                  <a:pt x="471" y="476"/>
                </a:moveTo>
                <a:cubicBezTo>
                  <a:pt x="471" y="480"/>
                  <a:pt x="471" y="480"/>
                  <a:pt x="471" y="480"/>
                </a:cubicBezTo>
                <a:cubicBezTo>
                  <a:pt x="469" y="482"/>
                  <a:pt x="467" y="485"/>
                  <a:pt x="471" y="490"/>
                </a:cubicBezTo>
                <a:cubicBezTo>
                  <a:pt x="471" y="494"/>
                  <a:pt x="471" y="494"/>
                  <a:pt x="471" y="494"/>
                </a:cubicBezTo>
                <a:cubicBezTo>
                  <a:pt x="468" y="491"/>
                  <a:pt x="468" y="491"/>
                  <a:pt x="468" y="491"/>
                </a:cubicBezTo>
                <a:cubicBezTo>
                  <a:pt x="468" y="478"/>
                  <a:pt x="468" y="478"/>
                  <a:pt x="468" y="478"/>
                </a:cubicBezTo>
                <a:cubicBezTo>
                  <a:pt x="470" y="477"/>
                  <a:pt x="471" y="477"/>
                  <a:pt x="471" y="476"/>
                </a:cubicBezTo>
                <a:close/>
                <a:moveTo>
                  <a:pt x="471" y="507"/>
                </a:moveTo>
                <a:cubicBezTo>
                  <a:pt x="471" y="520"/>
                  <a:pt x="471" y="520"/>
                  <a:pt x="471" y="520"/>
                </a:cubicBezTo>
                <a:cubicBezTo>
                  <a:pt x="469" y="517"/>
                  <a:pt x="469" y="512"/>
                  <a:pt x="469" y="507"/>
                </a:cubicBezTo>
                <a:cubicBezTo>
                  <a:pt x="471" y="507"/>
                  <a:pt x="471" y="507"/>
                  <a:pt x="471" y="507"/>
                </a:cubicBezTo>
                <a:close/>
                <a:moveTo>
                  <a:pt x="471" y="527"/>
                </a:moveTo>
                <a:cubicBezTo>
                  <a:pt x="471" y="535"/>
                  <a:pt x="471" y="535"/>
                  <a:pt x="471" y="535"/>
                </a:cubicBezTo>
                <a:cubicBezTo>
                  <a:pt x="470" y="536"/>
                  <a:pt x="469" y="536"/>
                  <a:pt x="468" y="536"/>
                </a:cubicBezTo>
                <a:cubicBezTo>
                  <a:pt x="468" y="527"/>
                  <a:pt x="468" y="527"/>
                  <a:pt x="468" y="527"/>
                </a:cubicBezTo>
                <a:cubicBezTo>
                  <a:pt x="469" y="527"/>
                  <a:pt x="470" y="527"/>
                  <a:pt x="471" y="527"/>
                </a:cubicBezTo>
                <a:close/>
                <a:moveTo>
                  <a:pt x="471" y="540"/>
                </a:moveTo>
                <a:cubicBezTo>
                  <a:pt x="471" y="547"/>
                  <a:pt x="471" y="547"/>
                  <a:pt x="471" y="547"/>
                </a:cubicBezTo>
                <a:cubicBezTo>
                  <a:pt x="470" y="548"/>
                  <a:pt x="470" y="548"/>
                  <a:pt x="470" y="548"/>
                </a:cubicBezTo>
                <a:cubicBezTo>
                  <a:pt x="470" y="548"/>
                  <a:pt x="470" y="549"/>
                  <a:pt x="470" y="550"/>
                </a:cubicBezTo>
                <a:cubicBezTo>
                  <a:pt x="469" y="550"/>
                  <a:pt x="469" y="550"/>
                  <a:pt x="468" y="551"/>
                </a:cubicBezTo>
                <a:cubicBezTo>
                  <a:pt x="468" y="542"/>
                  <a:pt x="468" y="542"/>
                  <a:pt x="468" y="542"/>
                </a:cubicBezTo>
                <a:cubicBezTo>
                  <a:pt x="471" y="540"/>
                  <a:pt x="471" y="540"/>
                  <a:pt x="471" y="540"/>
                </a:cubicBezTo>
                <a:close/>
                <a:moveTo>
                  <a:pt x="471" y="554"/>
                </a:moveTo>
                <a:cubicBezTo>
                  <a:pt x="471" y="565"/>
                  <a:pt x="471" y="565"/>
                  <a:pt x="471" y="565"/>
                </a:cubicBezTo>
                <a:cubicBezTo>
                  <a:pt x="470" y="565"/>
                  <a:pt x="469" y="565"/>
                  <a:pt x="468" y="566"/>
                </a:cubicBezTo>
                <a:cubicBezTo>
                  <a:pt x="468" y="556"/>
                  <a:pt x="468" y="556"/>
                  <a:pt x="468" y="556"/>
                </a:cubicBezTo>
                <a:cubicBezTo>
                  <a:pt x="469" y="555"/>
                  <a:pt x="470" y="555"/>
                  <a:pt x="471" y="554"/>
                </a:cubicBezTo>
                <a:close/>
                <a:moveTo>
                  <a:pt x="471" y="571"/>
                </a:moveTo>
                <a:cubicBezTo>
                  <a:pt x="471" y="584"/>
                  <a:pt x="471" y="584"/>
                  <a:pt x="471" y="584"/>
                </a:cubicBezTo>
                <a:cubicBezTo>
                  <a:pt x="468" y="585"/>
                  <a:pt x="468" y="585"/>
                  <a:pt x="468" y="585"/>
                </a:cubicBezTo>
                <a:cubicBezTo>
                  <a:pt x="468" y="573"/>
                  <a:pt x="468" y="573"/>
                  <a:pt x="468" y="573"/>
                </a:cubicBezTo>
                <a:cubicBezTo>
                  <a:pt x="469" y="572"/>
                  <a:pt x="470" y="572"/>
                  <a:pt x="471" y="571"/>
                </a:cubicBezTo>
                <a:close/>
                <a:moveTo>
                  <a:pt x="471" y="598"/>
                </a:moveTo>
                <a:cubicBezTo>
                  <a:pt x="471" y="609"/>
                  <a:pt x="471" y="609"/>
                  <a:pt x="471" y="609"/>
                </a:cubicBezTo>
                <a:cubicBezTo>
                  <a:pt x="470" y="609"/>
                  <a:pt x="469" y="609"/>
                  <a:pt x="468" y="608"/>
                </a:cubicBezTo>
                <a:cubicBezTo>
                  <a:pt x="468" y="599"/>
                  <a:pt x="468" y="599"/>
                  <a:pt x="468" y="599"/>
                </a:cubicBezTo>
                <a:cubicBezTo>
                  <a:pt x="469" y="599"/>
                  <a:pt x="470" y="599"/>
                  <a:pt x="471" y="598"/>
                </a:cubicBezTo>
                <a:close/>
                <a:moveTo>
                  <a:pt x="471" y="621"/>
                </a:moveTo>
                <a:cubicBezTo>
                  <a:pt x="471" y="628"/>
                  <a:pt x="471" y="628"/>
                  <a:pt x="471" y="628"/>
                </a:cubicBezTo>
                <a:cubicBezTo>
                  <a:pt x="470" y="628"/>
                  <a:pt x="469" y="628"/>
                  <a:pt x="468" y="629"/>
                </a:cubicBezTo>
                <a:cubicBezTo>
                  <a:pt x="468" y="622"/>
                  <a:pt x="468" y="622"/>
                  <a:pt x="468" y="622"/>
                </a:cubicBezTo>
                <a:cubicBezTo>
                  <a:pt x="469" y="621"/>
                  <a:pt x="470" y="621"/>
                  <a:pt x="471" y="621"/>
                </a:cubicBezTo>
                <a:close/>
                <a:moveTo>
                  <a:pt x="471" y="741"/>
                </a:moveTo>
                <a:cubicBezTo>
                  <a:pt x="471" y="749"/>
                  <a:pt x="471" y="749"/>
                  <a:pt x="471" y="749"/>
                </a:cubicBezTo>
                <a:cubicBezTo>
                  <a:pt x="470" y="749"/>
                  <a:pt x="469" y="749"/>
                  <a:pt x="468" y="750"/>
                </a:cubicBezTo>
                <a:cubicBezTo>
                  <a:pt x="468" y="742"/>
                  <a:pt x="468" y="742"/>
                  <a:pt x="468" y="742"/>
                </a:cubicBezTo>
                <a:cubicBezTo>
                  <a:pt x="469" y="742"/>
                  <a:pt x="470" y="742"/>
                  <a:pt x="471" y="741"/>
                </a:cubicBezTo>
                <a:close/>
                <a:moveTo>
                  <a:pt x="471" y="764"/>
                </a:moveTo>
                <a:cubicBezTo>
                  <a:pt x="471" y="776"/>
                  <a:pt x="471" y="776"/>
                  <a:pt x="471" y="776"/>
                </a:cubicBezTo>
                <a:cubicBezTo>
                  <a:pt x="468" y="773"/>
                  <a:pt x="468" y="773"/>
                  <a:pt x="468" y="773"/>
                </a:cubicBezTo>
                <a:cubicBezTo>
                  <a:pt x="468" y="760"/>
                  <a:pt x="468" y="760"/>
                  <a:pt x="468" y="760"/>
                </a:cubicBezTo>
                <a:cubicBezTo>
                  <a:pt x="469" y="762"/>
                  <a:pt x="470" y="763"/>
                  <a:pt x="471" y="764"/>
                </a:cubicBezTo>
                <a:close/>
                <a:moveTo>
                  <a:pt x="467" y="6"/>
                </a:moveTo>
                <a:cubicBezTo>
                  <a:pt x="468" y="7"/>
                  <a:pt x="468" y="7"/>
                  <a:pt x="468" y="7"/>
                </a:cubicBezTo>
                <a:cubicBezTo>
                  <a:pt x="468" y="15"/>
                  <a:pt x="468" y="15"/>
                  <a:pt x="468" y="15"/>
                </a:cubicBezTo>
                <a:cubicBezTo>
                  <a:pt x="468" y="15"/>
                  <a:pt x="467" y="15"/>
                  <a:pt x="467" y="15"/>
                </a:cubicBezTo>
                <a:cubicBezTo>
                  <a:pt x="467" y="6"/>
                  <a:pt x="467" y="6"/>
                  <a:pt x="467" y="6"/>
                </a:cubicBezTo>
                <a:close/>
                <a:moveTo>
                  <a:pt x="468" y="787"/>
                </a:moveTo>
                <a:cubicBezTo>
                  <a:pt x="467" y="787"/>
                  <a:pt x="467" y="787"/>
                  <a:pt x="467" y="787"/>
                </a:cubicBezTo>
                <a:cubicBezTo>
                  <a:pt x="467" y="780"/>
                  <a:pt x="467" y="780"/>
                  <a:pt x="467" y="780"/>
                </a:cubicBezTo>
                <a:cubicBezTo>
                  <a:pt x="468" y="780"/>
                  <a:pt x="468" y="780"/>
                  <a:pt x="468" y="780"/>
                </a:cubicBezTo>
                <a:cubicBezTo>
                  <a:pt x="468" y="787"/>
                  <a:pt x="468" y="787"/>
                  <a:pt x="468" y="787"/>
                </a:cubicBezTo>
                <a:close/>
                <a:moveTo>
                  <a:pt x="468" y="43"/>
                </a:moveTo>
                <a:cubicBezTo>
                  <a:pt x="468" y="53"/>
                  <a:pt x="468" y="53"/>
                  <a:pt x="468" y="53"/>
                </a:cubicBezTo>
                <a:cubicBezTo>
                  <a:pt x="468" y="52"/>
                  <a:pt x="467" y="52"/>
                  <a:pt x="467" y="52"/>
                </a:cubicBezTo>
                <a:cubicBezTo>
                  <a:pt x="467" y="41"/>
                  <a:pt x="467" y="41"/>
                  <a:pt x="467" y="41"/>
                </a:cubicBezTo>
                <a:cubicBezTo>
                  <a:pt x="468" y="43"/>
                  <a:pt x="468" y="43"/>
                  <a:pt x="468" y="43"/>
                </a:cubicBezTo>
                <a:close/>
                <a:moveTo>
                  <a:pt x="468" y="77"/>
                </a:moveTo>
                <a:cubicBezTo>
                  <a:pt x="468" y="131"/>
                  <a:pt x="468" y="131"/>
                  <a:pt x="468" y="131"/>
                </a:cubicBezTo>
                <a:cubicBezTo>
                  <a:pt x="467" y="131"/>
                  <a:pt x="467" y="131"/>
                  <a:pt x="467" y="131"/>
                </a:cubicBezTo>
                <a:cubicBezTo>
                  <a:pt x="467" y="77"/>
                  <a:pt x="467" y="77"/>
                  <a:pt x="467" y="77"/>
                </a:cubicBezTo>
                <a:cubicBezTo>
                  <a:pt x="468" y="77"/>
                  <a:pt x="468" y="77"/>
                  <a:pt x="468" y="77"/>
                </a:cubicBezTo>
                <a:close/>
                <a:moveTo>
                  <a:pt x="468" y="134"/>
                </a:moveTo>
                <a:cubicBezTo>
                  <a:pt x="468" y="146"/>
                  <a:pt x="468" y="146"/>
                  <a:pt x="468" y="146"/>
                </a:cubicBezTo>
                <a:cubicBezTo>
                  <a:pt x="468" y="146"/>
                  <a:pt x="467" y="146"/>
                  <a:pt x="467" y="146"/>
                </a:cubicBezTo>
                <a:cubicBezTo>
                  <a:pt x="467" y="133"/>
                  <a:pt x="467" y="133"/>
                  <a:pt x="467" y="133"/>
                </a:cubicBezTo>
                <a:cubicBezTo>
                  <a:pt x="467" y="134"/>
                  <a:pt x="468" y="134"/>
                  <a:pt x="468" y="134"/>
                </a:cubicBezTo>
                <a:close/>
                <a:moveTo>
                  <a:pt x="468" y="176"/>
                </a:moveTo>
                <a:cubicBezTo>
                  <a:pt x="468" y="195"/>
                  <a:pt x="468" y="195"/>
                  <a:pt x="468" y="195"/>
                </a:cubicBezTo>
                <a:cubicBezTo>
                  <a:pt x="468" y="193"/>
                  <a:pt x="467" y="191"/>
                  <a:pt x="467" y="190"/>
                </a:cubicBezTo>
                <a:cubicBezTo>
                  <a:pt x="467" y="176"/>
                  <a:pt x="467" y="176"/>
                  <a:pt x="467" y="176"/>
                </a:cubicBezTo>
                <a:cubicBezTo>
                  <a:pt x="468" y="176"/>
                  <a:pt x="468" y="176"/>
                  <a:pt x="468" y="176"/>
                </a:cubicBezTo>
                <a:close/>
                <a:moveTo>
                  <a:pt x="468" y="199"/>
                </a:moveTo>
                <a:cubicBezTo>
                  <a:pt x="468" y="204"/>
                  <a:pt x="468" y="204"/>
                  <a:pt x="468" y="204"/>
                </a:cubicBezTo>
                <a:cubicBezTo>
                  <a:pt x="467" y="203"/>
                  <a:pt x="467" y="203"/>
                  <a:pt x="467" y="203"/>
                </a:cubicBezTo>
                <a:cubicBezTo>
                  <a:pt x="467" y="199"/>
                  <a:pt x="467" y="199"/>
                  <a:pt x="467" y="199"/>
                </a:cubicBezTo>
                <a:cubicBezTo>
                  <a:pt x="468" y="199"/>
                  <a:pt x="468" y="199"/>
                  <a:pt x="468" y="199"/>
                </a:cubicBezTo>
                <a:close/>
                <a:moveTo>
                  <a:pt x="468" y="218"/>
                </a:moveTo>
                <a:cubicBezTo>
                  <a:pt x="468" y="237"/>
                  <a:pt x="468" y="237"/>
                  <a:pt x="468" y="237"/>
                </a:cubicBezTo>
                <a:cubicBezTo>
                  <a:pt x="467" y="237"/>
                  <a:pt x="467" y="237"/>
                  <a:pt x="467" y="237"/>
                </a:cubicBezTo>
                <a:cubicBezTo>
                  <a:pt x="467" y="218"/>
                  <a:pt x="467" y="218"/>
                  <a:pt x="467" y="218"/>
                </a:cubicBezTo>
                <a:cubicBezTo>
                  <a:pt x="468" y="218"/>
                  <a:pt x="468" y="218"/>
                  <a:pt x="468" y="218"/>
                </a:cubicBezTo>
                <a:close/>
                <a:moveTo>
                  <a:pt x="468" y="248"/>
                </a:moveTo>
                <a:cubicBezTo>
                  <a:pt x="468" y="258"/>
                  <a:pt x="468" y="258"/>
                  <a:pt x="468" y="258"/>
                </a:cubicBezTo>
                <a:cubicBezTo>
                  <a:pt x="467" y="258"/>
                  <a:pt x="467" y="258"/>
                  <a:pt x="467" y="258"/>
                </a:cubicBezTo>
                <a:cubicBezTo>
                  <a:pt x="467" y="247"/>
                  <a:pt x="467" y="247"/>
                  <a:pt x="467" y="247"/>
                </a:cubicBezTo>
                <a:cubicBezTo>
                  <a:pt x="467" y="248"/>
                  <a:pt x="468" y="248"/>
                  <a:pt x="468" y="248"/>
                </a:cubicBezTo>
                <a:close/>
                <a:moveTo>
                  <a:pt x="468" y="266"/>
                </a:moveTo>
                <a:cubicBezTo>
                  <a:pt x="468" y="273"/>
                  <a:pt x="468" y="273"/>
                  <a:pt x="468" y="273"/>
                </a:cubicBezTo>
                <a:cubicBezTo>
                  <a:pt x="467" y="273"/>
                  <a:pt x="467" y="273"/>
                  <a:pt x="467" y="273"/>
                </a:cubicBezTo>
                <a:cubicBezTo>
                  <a:pt x="467" y="265"/>
                  <a:pt x="467" y="265"/>
                  <a:pt x="467" y="265"/>
                </a:cubicBezTo>
                <a:cubicBezTo>
                  <a:pt x="468" y="266"/>
                  <a:pt x="468" y="266"/>
                  <a:pt x="468" y="266"/>
                </a:cubicBezTo>
                <a:close/>
                <a:moveTo>
                  <a:pt x="468" y="283"/>
                </a:moveTo>
                <a:cubicBezTo>
                  <a:pt x="468" y="293"/>
                  <a:pt x="468" y="293"/>
                  <a:pt x="468" y="293"/>
                </a:cubicBezTo>
                <a:cubicBezTo>
                  <a:pt x="467" y="293"/>
                  <a:pt x="467" y="293"/>
                  <a:pt x="467" y="293"/>
                </a:cubicBezTo>
                <a:cubicBezTo>
                  <a:pt x="467" y="283"/>
                  <a:pt x="467" y="283"/>
                  <a:pt x="467" y="283"/>
                </a:cubicBezTo>
                <a:cubicBezTo>
                  <a:pt x="467" y="283"/>
                  <a:pt x="468" y="283"/>
                  <a:pt x="468" y="283"/>
                </a:cubicBezTo>
                <a:close/>
                <a:moveTo>
                  <a:pt x="468" y="313"/>
                </a:moveTo>
                <a:cubicBezTo>
                  <a:pt x="468" y="318"/>
                  <a:pt x="468" y="318"/>
                  <a:pt x="468" y="318"/>
                </a:cubicBezTo>
                <a:cubicBezTo>
                  <a:pt x="468" y="318"/>
                  <a:pt x="468" y="318"/>
                  <a:pt x="468" y="318"/>
                </a:cubicBezTo>
                <a:cubicBezTo>
                  <a:pt x="468" y="318"/>
                  <a:pt x="468" y="319"/>
                  <a:pt x="468" y="319"/>
                </a:cubicBezTo>
                <a:cubicBezTo>
                  <a:pt x="468" y="327"/>
                  <a:pt x="468" y="327"/>
                  <a:pt x="468" y="327"/>
                </a:cubicBezTo>
                <a:cubicBezTo>
                  <a:pt x="468" y="326"/>
                  <a:pt x="468" y="326"/>
                  <a:pt x="467" y="325"/>
                </a:cubicBezTo>
                <a:cubicBezTo>
                  <a:pt x="467" y="314"/>
                  <a:pt x="467" y="314"/>
                  <a:pt x="467" y="314"/>
                </a:cubicBezTo>
                <a:cubicBezTo>
                  <a:pt x="467" y="314"/>
                  <a:pt x="468" y="313"/>
                  <a:pt x="468" y="313"/>
                </a:cubicBezTo>
                <a:close/>
                <a:moveTo>
                  <a:pt x="468" y="332"/>
                </a:moveTo>
                <a:cubicBezTo>
                  <a:pt x="468" y="347"/>
                  <a:pt x="468" y="347"/>
                  <a:pt x="468" y="347"/>
                </a:cubicBezTo>
                <a:cubicBezTo>
                  <a:pt x="468" y="347"/>
                  <a:pt x="467" y="347"/>
                  <a:pt x="467" y="346"/>
                </a:cubicBezTo>
                <a:cubicBezTo>
                  <a:pt x="467" y="346"/>
                  <a:pt x="467" y="346"/>
                  <a:pt x="467" y="346"/>
                </a:cubicBezTo>
                <a:cubicBezTo>
                  <a:pt x="467" y="335"/>
                  <a:pt x="467" y="335"/>
                  <a:pt x="467" y="335"/>
                </a:cubicBezTo>
                <a:cubicBezTo>
                  <a:pt x="468" y="334"/>
                  <a:pt x="468" y="333"/>
                  <a:pt x="468" y="332"/>
                </a:cubicBezTo>
                <a:close/>
                <a:moveTo>
                  <a:pt x="468" y="457"/>
                </a:moveTo>
                <a:cubicBezTo>
                  <a:pt x="468" y="464"/>
                  <a:pt x="468" y="464"/>
                  <a:pt x="468" y="464"/>
                </a:cubicBezTo>
                <a:cubicBezTo>
                  <a:pt x="468" y="464"/>
                  <a:pt x="467" y="465"/>
                  <a:pt x="467" y="465"/>
                </a:cubicBezTo>
                <a:cubicBezTo>
                  <a:pt x="467" y="458"/>
                  <a:pt x="467" y="458"/>
                  <a:pt x="467" y="458"/>
                </a:cubicBezTo>
                <a:cubicBezTo>
                  <a:pt x="468" y="457"/>
                  <a:pt x="468" y="457"/>
                  <a:pt x="468" y="457"/>
                </a:cubicBezTo>
                <a:close/>
                <a:moveTo>
                  <a:pt x="468" y="468"/>
                </a:moveTo>
                <a:cubicBezTo>
                  <a:pt x="468" y="473"/>
                  <a:pt x="468" y="473"/>
                  <a:pt x="468" y="473"/>
                </a:cubicBezTo>
                <a:cubicBezTo>
                  <a:pt x="467" y="473"/>
                  <a:pt x="467" y="473"/>
                  <a:pt x="467" y="473"/>
                </a:cubicBezTo>
                <a:cubicBezTo>
                  <a:pt x="467" y="468"/>
                  <a:pt x="467" y="468"/>
                  <a:pt x="467" y="468"/>
                </a:cubicBezTo>
                <a:cubicBezTo>
                  <a:pt x="468" y="468"/>
                  <a:pt x="468" y="468"/>
                  <a:pt x="468" y="468"/>
                </a:cubicBezTo>
                <a:close/>
                <a:moveTo>
                  <a:pt x="468" y="478"/>
                </a:moveTo>
                <a:cubicBezTo>
                  <a:pt x="468" y="491"/>
                  <a:pt x="468" y="491"/>
                  <a:pt x="468" y="491"/>
                </a:cubicBezTo>
                <a:cubicBezTo>
                  <a:pt x="467" y="490"/>
                  <a:pt x="467" y="490"/>
                  <a:pt x="467" y="490"/>
                </a:cubicBezTo>
                <a:cubicBezTo>
                  <a:pt x="467" y="478"/>
                  <a:pt x="467" y="478"/>
                  <a:pt x="467" y="478"/>
                </a:cubicBezTo>
                <a:cubicBezTo>
                  <a:pt x="468" y="478"/>
                  <a:pt x="468" y="478"/>
                  <a:pt x="468" y="478"/>
                </a:cubicBezTo>
                <a:close/>
                <a:moveTo>
                  <a:pt x="468" y="527"/>
                </a:moveTo>
                <a:cubicBezTo>
                  <a:pt x="468" y="536"/>
                  <a:pt x="468" y="536"/>
                  <a:pt x="468" y="536"/>
                </a:cubicBezTo>
                <a:cubicBezTo>
                  <a:pt x="468" y="536"/>
                  <a:pt x="467" y="536"/>
                  <a:pt x="467" y="537"/>
                </a:cubicBezTo>
                <a:cubicBezTo>
                  <a:pt x="467" y="528"/>
                  <a:pt x="467" y="528"/>
                  <a:pt x="467" y="528"/>
                </a:cubicBezTo>
                <a:cubicBezTo>
                  <a:pt x="467" y="528"/>
                  <a:pt x="468" y="527"/>
                  <a:pt x="468" y="527"/>
                </a:cubicBezTo>
                <a:close/>
                <a:moveTo>
                  <a:pt x="468" y="542"/>
                </a:moveTo>
                <a:cubicBezTo>
                  <a:pt x="468" y="551"/>
                  <a:pt x="468" y="551"/>
                  <a:pt x="468" y="551"/>
                </a:cubicBezTo>
                <a:cubicBezTo>
                  <a:pt x="467" y="551"/>
                  <a:pt x="467" y="551"/>
                  <a:pt x="467" y="551"/>
                </a:cubicBezTo>
                <a:cubicBezTo>
                  <a:pt x="467" y="542"/>
                  <a:pt x="467" y="542"/>
                  <a:pt x="467" y="542"/>
                </a:cubicBezTo>
                <a:cubicBezTo>
                  <a:pt x="468" y="542"/>
                  <a:pt x="468" y="542"/>
                  <a:pt x="468" y="542"/>
                </a:cubicBezTo>
                <a:close/>
                <a:moveTo>
                  <a:pt x="468" y="556"/>
                </a:moveTo>
                <a:cubicBezTo>
                  <a:pt x="468" y="566"/>
                  <a:pt x="468" y="566"/>
                  <a:pt x="468" y="566"/>
                </a:cubicBezTo>
                <a:cubicBezTo>
                  <a:pt x="467" y="567"/>
                  <a:pt x="467" y="567"/>
                  <a:pt x="467" y="567"/>
                </a:cubicBezTo>
                <a:cubicBezTo>
                  <a:pt x="467" y="556"/>
                  <a:pt x="467" y="556"/>
                  <a:pt x="467" y="556"/>
                </a:cubicBezTo>
                <a:cubicBezTo>
                  <a:pt x="468" y="556"/>
                  <a:pt x="468" y="556"/>
                  <a:pt x="468" y="556"/>
                </a:cubicBezTo>
                <a:close/>
                <a:moveTo>
                  <a:pt x="468" y="573"/>
                </a:moveTo>
                <a:cubicBezTo>
                  <a:pt x="468" y="585"/>
                  <a:pt x="468" y="585"/>
                  <a:pt x="468" y="585"/>
                </a:cubicBezTo>
                <a:cubicBezTo>
                  <a:pt x="467" y="585"/>
                  <a:pt x="467" y="585"/>
                  <a:pt x="467" y="585"/>
                </a:cubicBezTo>
                <a:cubicBezTo>
                  <a:pt x="467" y="573"/>
                  <a:pt x="467" y="573"/>
                  <a:pt x="467" y="573"/>
                </a:cubicBezTo>
                <a:cubicBezTo>
                  <a:pt x="468" y="573"/>
                  <a:pt x="468" y="573"/>
                  <a:pt x="468" y="573"/>
                </a:cubicBezTo>
                <a:close/>
                <a:moveTo>
                  <a:pt x="468" y="599"/>
                </a:moveTo>
                <a:cubicBezTo>
                  <a:pt x="468" y="608"/>
                  <a:pt x="468" y="608"/>
                  <a:pt x="468" y="608"/>
                </a:cubicBezTo>
                <a:cubicBezTo>
                  <a:pt x="468" y="608"/>
                  <a:pt x="467" y="608"/>
                  <a:pt x="467" y="608"/>
                </a:cubicBezTo>
                <a:cubicBezTo>
                  <a:pt x="467" y="600"/>
                  <a:pt x="467" y="600"/>
                  <a:pt x="467" y="600"/>
                </a:cubicBezTo>
                <a:cubicBezTo>
                  <a:pt x="468" y="599"/>
                  <a:pt x="468" y="599"/>
                  <a:pt x="468" y="599"/>
                </a:cubicBezTo>
                <a:close/>
                <a:moveTo>
                  <a:pt x="468" y="622"/>
                </a:moveTo>
                <a:cubicBezTo>
                  <a:pt x="468" y="629"/>
                  <a:pt x="468" y="629"/>
                  <a:pt x="468" y="629"/>
                </a:cubicBezTo>
                <a:cubicBezTo>
                  <a:pt x="467" y="629"/>
                  <a:pt x="467" y="629"/>
                  <a:pt x="467" y="629"/>
                </a:cubicBezTo>
                <a:cubicBezTo>
                  <a:pt x="467" y="621"/>
                  <a:pt x="467" y="621"/>
                  <a:pt x="467" y="621"/>
                </a:cubicBezTo>
                <a:cubicBezTo>
                  <a:pt x="468" y="622"/>
                  <a:pt x="468" y="622"/>
                  <a:pt x="468" y="622"/>
                </a:cubicBezTo>
                <a:cubicBezTo>
                  <a:pt x="468" y="622"/>
                  <a:pt x="468" y="622"/>
                  <a:pt x="468" y="622"/>
                </a:cubicBezTo>
                <a:close/>
                <a:moveTo>
                  <a:pt x="468" y="742"/>
                </a:moveTo>
                <a:cubicBezTo>
                  <a:pt x="468" y="750"/>
                  <a:pt x="468" y="750"/>
                  <a:pt x="468" y="750"/>
                </a:cubicBezTo>
                <a:cubicBezTo>
                  <a:pt x="467" y="750"/>
                  <a:pt x="467" y="750"/>
                  <a:pt x="467" y="750"/>
                </a:cubicBezTo>
                <a:cubicBezTo>
                  <a:pt x="467" y="743"/>
                  <a:pt x="467" y="743"/>
                  <a:pt x="467" y="743"/>
                </a:cubicBezTo>
                <a:cubicBezTo>
                  <a:pt x="468" y="742"/>
                  <a:pt x="468" y="742"/>
                  <a:pt x="468" y="742"/>
                </a:cubicBezTo>
                <a:close/>
                <a:moveTo>
                  <a:pt x="468" y="760"/>
                </a:moveTo>
                <a:cubicBezTo>
                  <a:pt x="468" y="773"/>
                  <a:pt x="468" y="773"/>
                  <a:pt x="468" y="773"/>
                </a:cubicBezTo>
                <a:cubicBezTo>
                  <a:pt x="467" y="771"/>
                  <a:pt x="467" y="771"/>
                  <a:pt x="467" y="771"/>
                </a:cubicBezTo>
                <a:cubicBezTo>
                  <a:pt x="467" y="759"/>
                  <a:pt x="467" y="759"/>
                  <a:pt x="467" y="759"/>
                </a:cubicBezTo>
                <a:cubicBezTo>
                  <a:pt x="468" y="760"/>
                  <a:pt x="468" y="760"/>
                  <a:pt x="468" y="760"/>
                </a:cubicBezTo>
                <a:close/>
                <a:moveTo>
                  <a:pt x="467" y="379"/>
                </a:moveTo>
                <a:cubicBezTo>
                  <a:pt x="467" y="379"/>
                  <a:pt x="467" y="379"/>
                  <a:pt x="467" y="379"/>
                </a:cubicBezTo>
                <a:cubicBezTo>
                  <a:pt x="468" y="379"/>
                  <a:pt x="468" y="379"/>
                  <a:pt x="468" y="379"/>
                </a:cubicBezTo>
                <a:lnTo>
                  <a:pt x="467" y="379"/>
                </a:lnTo>
                <a:close/>
                <a:moveTo>
                  <a:pt x="458" y="5"/>
                </a:moveTo>
                <a:cubicBezTo>
                  <a:pt x="461" y="6"/>
                  <a:pt x="464" y="6"/>
                  <a:pt x="467" y="6"/>
                </a:cubicBezTo>
                <a:cubicBezTo>
                  <a:pt x="467" y="15"/>
                  <a:pt x="467" y="15"/>
                  <a:pt x="467" y="15"/>
                </a:cubicBezTo>
                <a:cubicBezTo>
                  <a:pt x="465" y="14"/>
                  <a:pt x="461" y="14"/>
                  <a:pt x="458" y="14"/>
                </a:cubicBezTo>
                <a:cubicBezTo>
                  <a:pt x="458" y="5"/>
                  <a:pt x="458" y="5"/>
                  <a:pt x="458" y="5"/>
                </a:cubicBezTo>
                <a:close/>
                <a:moveTo>
                  <a:pt x="467" y="787"/>
                </a:moveTo>
                <a:cubicBezTo>
                  <a:pt x="464" y="788"/>
                  <a:pt x="461" y="788"/>
                  <a:pt x="458" y="789"/>
                </a:cubicBezTo>
                <a:cubicBezTo>
                  <a:pt x="458" y="781"/>
                  <a:pt x="458" y="781"/>
                  <a:pt x="458" y="781"/>
                </a:cubicBezTo>
                <a:cubicBezTo>
                  <a:pt x="461" y="781"/>
                  <a:pt x="464" y="781"/>
                  <a:pt x="467" y="780"/>
                </a:cubicBezTo>
                <a:cubicBezTo>
                  <a:pt x="467" y="787"/>
                  <a:pt x="467" y="787"/>
                  <a:pt x="467" y="787"/>
                </a:cubicBezTo>
                <a:close/>
                <a:moveTo>
                  <a:pt x="467" y="41"/>
                </a:moveTo>
                <a:cubicBezTo>
                  <a:pt x="467" y="52"/>
                  <a:pt x="467" y="52"/>
                  <a:pt x="467" y="52"/>
                </a:cubicBezTo>
                <a:cubicBezTo>
                  <a:pt x="466" y="51"/>
                  <a:pt x="465" y="51"/>
                  <a:pt x="464" y="50"/>
                </a:cubicBezTo>
                <a:cubicBezTo>
                  <a:pt x="462" y="50"/>
                  <a:pt x="460" y="50"/>
                  <a:pt x="458" y="50"/>
                </a:cubicBezTo>
                <a:cubicBezTo>
                  <a:pt x="458" y="20"/>
                  <a:pt x="458" y="20"/>
                  <a:pt x="458" y="20"/>
                </a:cubicBezTo>
                <a:cubicBezTo>
                  <a:pt x="461" y="27"/>
                  <a:pt x="464" y="34"/>
                  <a:pt x="467" y="41"/>
                </a:cubicBezTo>
                <a:close/>
                <a:moveTo>
                  <a:pt x="467" y="77"/>
                </a:moveTo>
                <a:cubicBezTo>
                  <a:pt x="467" y="131"/>
                  <a:pt x="467" y="131"/>
                  <a:pt x="467" y="131"/>
                </a:cubicBezTo>
                <a:cubicBezTo>
                  <a:pt x="466" y="131"/>
                  <a:pt x="465" y="130"/>
                  <a:pt x="464" y="130"/>
                </a:cubicBezTo>
                <a:cubicBezTo>
                  <a:pt x="465" y="131"/>
                  <a:pt x="466" y="133"/>
                  <a:pt x="467" y="133"/>
                </a:cubicBezTo>
                <a:cubicBezTo>
                  <a:pt x="467" y="146"/>
                  <a:pt x="467" y="146"/>
                  <a:pt x="467" y="146"/>
                </a:cubicBezTo>
                <a:cubicBezTo>
                  <a:pt x="465" y="145"/>
                  <a:pt x="463" y="144"/>
                  <a:pt x="461" y="143"/>
                </a:cubicBezTo>
                <a:cubicBezTo>
                  <a:pt x="460" y="146"/>
                  <a:pt x="459" y="148"/>
                  <a:pt x="458" y="149"/>
                </a:cubicBezTo>
                <a:cubicBezTo>
                  <a:pt x="458" y="113"/>
                  <a:pt x="458" y="113"/>
                  <a:pt x="458" y="113"/>
                </a:cubicBezTo>
                <a:cubicBezTo>
                  <a:pt x="459" y="111"/>
                  <a:pt x="459" y="110"/>
                  <a:pt x="462" y="99"/>
                </a:cubicBezTo>
                <a:cubicBezTo>
                  <a:pt x="460" y="99"/>
                  <a:pt x="459" y="99"/>
                  <a:pt x="458" y="99"/>
                </a:cubicBezTo>
                <a:cubicBezTo>
                  <a:pt x="458" y="70"/>
                  <a:pt x="458" y="70"/>
                  <a:pt x="458" y="70"/>
                </a:cubicBezTo>
                <a:cubicBezTo>
                  <a:pt x="459" y="70"/>
                  <a:pt x="460" y="71"/>
                  <a:pt x="462" y="72"/>
                </a:cubicBezTo>
                <a:cubicBezTo>
                  <a:pt x="462" y="73"/>
                  <a:pt x="462" y="74"/>
                  <a:pt x="462" y="75"/>
                </a:cubicBezTo>
                <a:cubicBezTo>
                  <a:pt x="464" y="76"/>
                  <a:pt x="465" y="76"/>
                  <a:pt x="467" y="77"/>
                </a:cubicBezTo>
                <a:close/>
                <a:moveTo>
                  <a:pt x="467" y="176"/>
                </a:moveTo>
                <a:cubicBezTo>
                  <a:pt x="467" y="190"/>
                  <a:pt x="467" y="190"/>
                  <a:pt x="467" y="190"/>
                </a:cubicBezTo>
                <a:cubicBezTo>
                  <a:pt x="466" y="184"/>
                  <a:pt x="464" y="180"/>
                  <a:pt x="458" y="178"/>
                </a:cubicBezTo>
                <a:cubicBezTo>
                  <a:pt x="458" y="172"/>
                  <a:pt x="458" y="172"/>
                  <a:pt x="458" y="172"/>
                </a:cubicBezTo>
                <a:cubicBezTo>
                  <a:pt x="461" y="173"/>
                  <a:pt x="463" y="174"/>
                  <a:pt x="465" y="175"/>
                </a:cubicBezTo>
                <a:cubicBezTo>
                  <a:pt x="466" y="175"/>
                  <a:pt x="467" y="175"/>
                  <a:pt x="467" y="176"/>
                </a:cubicBezTo>
                <a:close/>
                <a:moveTo>
                  <a:pt x="467" y="199"/>
                </a:moveTo>
                <a:cubicBezTo>
                  <a:pt x="467" y="203"/>
                  <a:pt x="467" y="203"/>
                  <a:pt x="467" y="203"/>
                </a:cubicBezTo>
                <a:cubicBezTo>
                  <a:pt x="464" y="202"/>
                  <a:pt x="461" y="201"/>
                  <a:pt x="458" y="200"/>
                </a:cubicBezTo>
                <a:cubicBezTo>
                  <a:pt x="458" y="193"/>
                  <a:pt x="458" y="193"/>
                  <a:pt x="458" y="193"/>
                </a:cubicBezTo>
                <a:cubicBezTo>
                  <a:pt x="459" y="195"/>
                  <a:pt x="462" y="197"/>
                  <a:pt x="465" y="199"/>
                </a:cubicBezTo>
                <a:cubicBezTo>
                  <a:pt x="467" y="199"/>
                  <a:pt x="467" y="199"/>
                  <a:pt x="467" y="199"/>
                </a:cubicBezTo>
                <a:close/>
                <a:moveTo>
                  <a:pt x="467" y="218"/>
                </a:moveTo>
                <a:cubicBezTo>
                  <a:pt x="467" y="237"/>
                  <a:pt x="467" y="237"/>
                  <a:pt x="467" y="237"/>
                </a:cubicBezTo>
                <a:cubicBezTo>
                  <a:pt x="464" y="236"/>
                  <a:pt x="461" y="235"/>
                  <a:pt x="458" y="234"/>
                </a:cubicBezTo>
                <a:cubicBezTo>
                  <a:pt x="458" y="224"/>
                  <a:pt x="458" y="224"/>
                  <a:pt x="458" y="224"/>
                </a:cubicBezTo>
                <a:cubicBezTo>
                  <a:pt x="459" y="224"/>
                  <a:pt x="459" y="224"/>
                  <a:pt x="460" y="224"/>
                </a:cubicBezTo>
                <a:cubicBezTo>
                  <a:pt x="463" y="221"/>
                  <a:pt x="464" y="220"/>
                  <a:pt x="467" y="218"/>
                </a:cubicBezTo>
                <a:close/>
                <a:moveTo>
                  <a:pt x="467" y="247"/>
                </a:moveTo>
                <a:cubicBezTo>
                  <a:pt x="467" y="258"/>
                  <a:pt x="467" y="258"/>
                  <a:pt x="467" y="258"/>
                </a:cubicBezTo>
                <a:cubicBezTo>
                  <a:pt x="464" y="257"/>
                  <a:pt x="461" y="256"/>
                  <a:pt x="458" y="256"/>
                </a:cubicBezTo>
                <a:cubicBezTo>
                  <a:pt x="458" y="245"/>
                  <a:pt x="458" y="245"/>
                  <a:pt x="458" y="245"/>
                </a:cubicBezTo>
                <a:cubicBezTo>
                  <a:pt x="461" y="246"/>
                  <a:pt x="465" y="246"/>
                  <a:pt x="467" y="247"/>
                </a:cubicBezTo>
                <a:close/>
                <a:moveTo>
                  <a:pt x="467" y="265"/>
                </a:moveTo>
                <a:cubicBezTo>
                  <a:pt x="467" y="273"/>
                  <a:pt x="467" y="273"/>
                  <a:pt x="467" y="273"/>
                </a:cubicBezTo>
                <a:cubicBezTo>
                  <a:pt x="464" y="273"/>
                  <a:pt x="461" y="272"/>
                  <a:pt x="458" y="271"/>
                </a:cubicBezTo>
                <a:cubicBezTo>
                  <a:pt x="458" y="263"/>
                  <a:pt x="458" y="263"/>
                  <a:pt x="458" y="263"/>
                </a:cubicBezTo>
                <a:cubicBezTo>
                  <a:pt x="461" y="264"/>
                  <a:pt x="464" y="264"/>
                  <a:pt x="467" y="265"/>
                </a:cubicBezTo>
                <a:close/>
                <a:moveTo>
                  <a:pt x="467" y="283"/>
                </a:moveTo>
                <a:cubicBezTo>
                  <a:pt x="467" y="293"/>
                  <a:pt x="467" y="293"/>
                  <a:pt x="467" y="293"/>
                </a:cubicBezTo>
                <a:cubicBezTo>
                  <a:pt x="466" y="294"/>
                  <a:pt x="464" y="295"/>
                  <a:pt x="462" y="296"/>
                </a:cubicBezTo>
                <a:cubicBezTo>
                  <a:pt x="461" y="295"/>
                  <a:pt x="459" y="295"/>
                  <a:pt x="458" y="294"/>
                </a:cubicBezTo>
                <a:cubicBezTo>
                  <a:pt x="458" y="285"/>
                  <a:pt x="458" y="285"/>
                  <a:pt x="458" y="285"/>
                </a:cubicBezTo>
                <a:cubicBezTo>
                  <a:pt x="461" y="285"/>
                  <a:pt x="465" y="285"/>
                  <a:pt x="467" y="283"/>
                </a:cubicBezTo>
                <a:close/>
                <a:moveTo>
                  <a:pt x="467" y="314"/>
                </a:moveTo>
                <a:cubicBezTo>
                  <a:pt x="467" y="325"/>
                  <a:pt x="467" y="325"/>
                  <a:pt x="467" y="325"/>
                </a:cubicBezTo>
                <a:cubicBezTo>
                  <a:pt x="467" y="324"/>
                  <a:pt x="465" y="322"/>
                  <a:pt x="464" y="320"/>
                </a:cubicBezTo>
                <a:cubicBezTo>
                  <a:pt x="463" y="328"/>
                  <a:pt x="461" y="333"/>
                  <a:pt x="465" y="339"/>
                </a:cubicBezTo>
                <a:cubicBezTo>
                  <a:pt x="466" y="338"/>
                  <a:pt x="467" y="336"/>
                  <a:pt x="467" y="335"/>
                </a:cubicBezTo>
                <a:cubicBezTo>
                  <a:pt x="467" y="346"/>
                  <a:pt x="467" y="346"/>
                  <a:pt x="467" y="346"/>
                </a:cubicBezTo>
                <a:cubicBezTo>
                  <a:pt x="466" y="341"/>
                  <a:pt x="461" y="340"/>
                  <a:pt x="459" y="334"/>
                </a:cubicBezTo>
                <a:cubicBezTo>
                  <a:pt x="458" y="334"/>
                  <a:pt x="458" y="334"/>
                  <a:pt x="458" y="334"/>
                </a:cubicBezTo>
                <a:cubicBezTo>
                  <a:pt x="458" y="329"/>
                  <a:pt x="458" y="329"/>
                  <a:pt x="458" y="329"/>
                </a:cubicBezTo>
                <a:cubicBezTo>
                  <a:pt x="459" y="324"/>
                  <a:pt x="460" y="321"/>
                  <a:pt x="458" y="318"/>
                </a:cubicBezTo>
                <a:cubicBezTo>
                  <a:pt x="458" y="312"/>
                  <a:pt x="458" y="312"/>
                  <a:pt x="458" y="312"/>
                </a:cubicBezTo>
                <a:cubicBezTo>
                  <a:pt x="460" y="313"/>
                  <a:pt x="462" y="315"/>
                  <a:pt x="463" y="317"/>
                </a:cubicBezTo>
                <a:cubicBezTo>
                  <a:pt x="465" y="316"/>
                  <a:pt x="466" y="315"/>
                  <a:pt x="467" y="314"/>
                </a:cubicBezTo>
                <a:close/>
                <a:moveTo>
                  <a:pt x="467" y="379"/>
                </a:moveTo>
                <a:cubicBezTo>
                  <a:pt x="467" y="379"/>
                  <a:pt x="467" y="379"/>
                  <a:pt x="467" y="379"/>
                </a:cubicBezTo>
                <a:cubicBezTo>
                  <a:pt x="458" y="386"/>
                  <a:pt x="458" y="386"/>
                  <a:pt x="458" y="386"/>
                </a:cubicBezTo>
                <a:cubicBezTo>
                  <a:pt x="458" y="379"/>
                  <a:pt x="458" y="379"/>
                  <a:pt x="458" y="379"/>
                </a:cubicBezTo>
                <a:cubicBezTo>
                  <a:pt x="467" y="379"/>
                  <a:pt x="467" y="379"/>
                  <a:pt x="467" y="379"/>
                </a:cubicBezTo>
                <a:close/>
                <a:moveTo>
                  <a:pt x="467" y="458"/>
                </a:moveTo>
                <a:cubicBezTo>
                  <a:pt x="467" y="465"/>
                  <a:pt x="467" y="465"/>
                  <a:pt x="467" y="465"/>
                </a:cubicBezTo>
                <a:cubicBezTo>
                  <a:pt x="466" y="465"/>
                  <a:pt x="465" y="466"/>
                  <a:pt x="464" y="467"/>
                </a:cubicBezTo>
                <a:cubicBezTo>
                  <a:pt x="465" y="467"/>
                  <a:pt x="466" y="468"/>
                  <a:pt x="467" y="468"/>
                </a:cubicBezTo>
                <a:cubicBezTo>
                  <a:pt x="467" y="473"/>
                  <a:pt x="467" y="473"/>
                  <a:pt x="467" y="473"/>
                </a:cubicBezTo>
                <a:cubicBezTo>
                  <a:pt x="464" y="472"/>
                  <a:pt x="461" y="472"/>
                  <a:pt x="458" y="473"/>
                </a:cubicBezTo>
                <a:cubicBezTo>
                  <a:pt x="458" y="469"/>
                  <a:pt x="458" y="469"/>
                  <a:pt x="458" y="469"/>
                </a:cubicBezTo>
                <a:cubicBezTo>
                  <a:pt x="462" y="465"/>
                  <a:pt x="464" y="462"/>
                  <a:pt x="467" y="458"/>
                </a:cubicBezTo>
                <a:close/>
                <a:moveTo>
                  <a:pt x="467" y="478"/>
                </a:moveTo>
                <a:cubicBezTo>
                  <a:pt x="467" y="490"/>
                  <a:pt x="467" y="490"/>
                  <a:pt x="467" y="490"/>
                </a:cubicBezTo>
                <a:cubicBezTo>
                  <a:pt x="465" y="488"/>
                  <a:pt x="465" y="488"/>
                  <a:pt x="465" y="488"/>
                </a:cubicBezTo>
                <a:cubicBezTo>
                  <a:pt x="465" y="488"/>
                  <a:pt x="464" y="488"/>
                  <a:pt x="463" y="488"/>
                </a:cubicBezTo>
                <a:cubicBezTo>
                  <a:pt x="461" y="489"/>
                  <a:pt x="460" y="491"/>
                  <a:pt x="458" y="492"/>
                </a:cubicBezTo>
                <a:cubicBezTo>
                  <a:pt x="458" y="486"/>
                  <a:pt x="458" y="486"/>
                  <a:pt x="458" y="486"/>
                </a:cubicBezTo>
                <a:cubicBezTo>
                  <a:pt x="460" y="486"/>
                  <a:pt x="461" y="485"/>
                  <a:pt x="463" y="483"/>
                </a:cubicBezTo>
                <a:cubicBezTo>
                  <a:pt x="461" y="482"/>
                  <a:pt x="459" y="482"/>
                  <a:pt x="458" y="481"/>
                </a:cubicBezTo>
                <a:cubicBezTo>
                  <a:pt x="458" y="476"/>
                  <a:pt x="458" y="476"/>
                  <a:pt x="458" y="476"/>
                </a:cubicBezTo>
                <a:cubicBezTo>
                  <a:pt x="461" y="477"/>
                  <a:pt x="463" y="478"/>
                  <a:pt x="465" y="479"/>
                </a:cubicBezTo>
                <a:cubicBezTo>
                  <a:pt x="467" y="478"/>
                  <a:pt x="467" y="478"/>
                  <a:pt x="467" y="478"/>
                </a:cubicBezTo>
                <a:close/>
                <a:moveTo>
                  <a:pt x="467" y="528"/>
                </a:moveTo>
                <a:cubicBezTo>
                  <a:pt x="467" y="537"/>
                  <a:pt x="467" y="537"/>
                  <a:pt x="467" y="537"/>
                </a:cubicBezTo>
                <a:cubicBezTo>
                  <a:pt x="464" y="537"/>
                  <a:pt x="461" y="539"/>
                  <a:pt x="458" y="541"/>
                </a:cubicBezTo>
                <a:cubicBezTo>
                  <a:pt x="458" y="533"/>
                  <a:pt x="458" y="533"/>
                  <a:pt x="458" y="533"/>
                </a:cubicBezTo>
                <a:cubicBezTo>
                  <a:pt x="461" y="531"/>
                  <a:pt x="464" y="529"/>
                  <a:pt x="467" y="528"/>
                </a:cubicBezTo>
                <a:close/>
                <a:moveTo>
                  <a:pt x="467" y="542"/>
                </a:moveTo>
                <a:cubicBezTo>
                  <a:pt x="467" y="551"/>
                  <a:pt x="467" y="551"/>
                  <a:pt x="467" y="551"/>
                </a:cubicBezTo>
                <a:cubicBezTo>
                  <a:pt x="464" y="553"/>
                  <a:pt x="461" y="555"/>
                  <a:pt x="458" y="557"/>
                </a:cubicBezTo>
                <a:cubicBezTo>
                  <a:pt x="458" y="547"/>
                  <a:pt x="458" y="547"/>
                  <a:pt x="458" y="547"/>
                </a:cubicBezTo>
                <a:cubicBezTo>
                  <a:pt x="460" y="546"/>
                  <a:pt x="463" y="544"/>
                  <a:pt x="467" y="542"/>
                </a:cubicBezTo>
                <a:close/>
                <a:moveTo>
                  <a:pt x="467" y="556"/>
                </a:moveTo>
                <a:cubicBezTo>
                  <a:pt x="464" y="558"/>
                  <a:pt x="461" y="559"/>
                  <a:pt x="458" y="561"/>
                </a:cubicBezTo>
                <a:cubicBezTo>
                  <a:pt x="458" y="571"/>
                  <a:pt x="458" y="571"/>
                  <a:pt x="458" y="571"/>
                </a:cubicBezTo>
                <a:cubicBezTo>
                  <a:pt x="461" y="570"/>
                  <a:pt x="464" y="568"/>
                  <a:pt x="467" y="567"/>
                </a:cubicBezTo>
                <a:cubicBezTo>
                  <a:pt x="467" y="556"/>
                  <a:pt x="467" y="556"/>
                  <a:pt x="467" y="556"/>
                </a:cubicBezTo>
                <a:close/>
                <a:moveTo>
                  <a:pt x="467" y="573"/>
                </a:moveTo>
                <a:cubicBezTo>
                  <a:pt x="467" y="585"/>
                  <a:pt x="467" y="585"/>
                  <a:pt x="467" y="585"/>
                </a:cubicBezTo>
                <a:cubicBezTo>
                  <a:pt x="463" y="586"/>
                  <a:pt x="460" y="587"/>
                  <a:pt x="458" y="588"/>
                </a:cubicBezTo>
                <a:cubicBezTo>
                  <a:pt x="458" y="578"/>
                  <a:pt x="458" y="578"/>
                  <a:pt x="458" y="578"/>
                </a:cubicBezTo>
                <a:cubicBezTo>
                  <a:pt x="461" y="576"/>
                  <a:pt x="464" y="575"/>
                  <a:pt x="467" y="573"/>
                </a:cubicBezTo>
                <a:close/>
                <a:moveTo>
                  <a:pt x="467" y="600"/>
                </a:moveTo>
                <a:cubicBezTo>
                  <a:pt x="467" y="608"/>
                  <a:pt x="467" y="608"/>
                  <a:pt x="467" y="608"/>
                </a:cubicBezTo>
                <a:cubicBezTo>
                  <a:pt x="464" y="607"/>
                  <a:pt x="461" y="607"/>
                  <a:pt x="458" y="608"/>
                </a:cubicBezTo>
                <a:cubicBezTo>
                  <a:pt x="458" y="603"/>
                  <a:pt x="458" y="603"/>
                  <a:pt x="458" y="603"/>
                </a:cubicBezTo>
                <a:cubicBezTo>
                  <a:pt x="461" y="602"/>
                  <a:pt x="464" y="601"/>
                  <a:pt x="467" y="600"/>
                </a:cubicBezTo>
                <a:close/>
                <a:moveTo>
                  <a:pt x="467" y="621"/>
                </a:moveTo>
                <a:cubicBezTo>
                  <a:pt x="467" y="629"/>
                  <a:pt x="467" y="629"/>
                  <a:pt x="467" y="629"/>
                </a:cubicBezTo>
                <a:cubicBezTo>
                  <a:pt x="464" y="630"/>
                  <a:pt x="461" y="630"/>
                  <a:pt x="458" y="631"/>
                </a:cubicBezTo>
                <a:cubicBezTo>
                  <a:pt x="458" y="626"/>
                  <a:pt x="458" y="626"/>
                  <a:pt x="458" y="626"/>
                </a:cubicBezTo>
                <a:cubicBezTo>
                  <a:pt x="459" y="625"/>
                  <a:pt x="461" y="625"/>
                  <a:pt x="462" y="624"/>
                </a:cubicBezTo>
                <a:cubicBezTo>
                  <a:pt x="461" y="623"/>
                  <a:pt x="459" y="622"/>
                  <a:pt x="458" y="621"/>
                </a:cubicBezTo>
                <a:cubicBezTo>
                  <a:pt x="458" y="613"/>
                  <a:pt x="458" y="613"/>
                  <a:pt x="458" y="613"/>
                </a:cubicBezTo>
                <a:cubicBezTo>
                  <a:pt x="461" y="616"/>
                  <a:pt x="464" y="618"/>
                  <a:pt x="467" y="621"/>
                </a:cubicBezTo>
                <a:close/>
                <a:moveTo>
                  <a:pt x="467" y="743"/>
                </a:moveTo>
                <a:cubicBezTo>
                  <a:pt x="467" y="750"/>
                  <a:pt x="467" y="750"/>
                  <a:pt x="467" y="750"/>
                </a:cubicBezTo>
                <a:cubicBezTo>
                  <a:pt x="465" y="750"/>
                  <a:pt x="463" y="751"/>
                  <a:pt x="461" y="752"/>
                </a:cubicBezTo>
                <a:cubicBezTo>
                  <a:pt x="463" y="754"/>
                  <a:pt x="465" y="757"/>
                  <a:pt x="467" y="759"/>
                </a:cubicBezTo>
                <a:cubicBezTo>
                  <a:pt x="467" y="771"/>
                  <a:pt x="467" y="771"/>
                  <a:pt x="467" y="771"/>
                </a:cubicBezTo>
                <a:cubicBezTo>
                  <a:pt x="463" y="767"/>
                  <a:pt x="461" y="764"/>
                  <a:pt x="458" y="762"/>
                </a:cubicBezTo>
                <a:cubicBezTo>
                  <a:pt x="458" y="745"/>
                  <a:pt x="458" y="745"/>
                  <a:pt x="458" y="745"/>
                </a:cubicBezTo>
                <a:cubicBezTo>
                  <a:pt x="461" y="744"/>
                  <a:pt x="464" y="743"/>
                  <a:pt x="467" y="743"/>
                </a:cubicBezTo>
                <a:close/>
                <a:moveTo>
                  <a:pt x="458" y="706"/>
                </a:moveTo>
                <a:cubicBezTo>
                  <a:pt x="458" y="666"/>
                  <a:pt x="458" y="666"/>
                  <a:pt x="458" y="666"/>
                </a:cubicBezTo>
                <a:cubicBezTo>
                  <a:pt x="459" y="666"/>
                  <a:pt x="459" y="666"/>
                  <a:pt x="459" y="666"/>
                </a:cubicBezTo>
                <a:cubicBezTo>
                  <a:pt x="461" y="679"/>
                  <a:pt x="464" y="692"/>
                  <a:pt x="467" y="705"/>
                </a:cubicBezTo>
                <a:cubicBezTo>
                  <a:pt x="464" y="705"/>
                  <a:pt x="461" y="706"/>
                  <a:pt x="458" y="706"/>
                </a:cubicBezTo>
                <a:close/>
                <a:moveTo>
                  <a:pt x="458" y="526"/>
                </a:moveTo>
                <a:cubicBezTo>
                  <a:pt x="458" y="511"/>
                  <a:pt x="458" y="511"/>
                  <a:pt x="458" y="511"/>
                </a:cubicBezTo>
                <a:cubicBezTo>
                  <a:pt x="459" y="510"/>
                  <a:pt x="459" y="510"/>
                  <a:pt x="460" y="509"/>
                </a:cubicBezTo>
                <a:cubicBezTo>
                  <a:pt x="461" y="509"/>
                  <a:pt x="461" y="510"/>
                  <a:pt x="462" y="510"/>
                </a:cubicBezTo>
                <a:cubicBezTo>
                  <a:pt x="463" y="515"/>
                  <a:pt x="464" y="524"/>
                  <a:pt x="458" y="526"/>
                </a:cubicBezTo>
                <a:close/>
                <a:moveTo>
                  <a:pt x="456" y="5"/>
                </a:moveTo>
                <a:cubicBezTo>
                  <a:pt x="458" y="5"/>
                  <a:pt x="458" y="5"/>
                  <a:pt x="458" y="5"/>
                </a:cubicBezTo>
                <a:cubicBezTo>
                  <a:pt x="458" y="14"/>
                  <a:pt x="458" y="14"/>
                  <a:pt x="458" y="14"/>
                </a:cubicBezTo>
                <a:cubicBezTo>
                  <a:pt x="457" y="14"/>
                  <a:pt x="457" y="14"/>
                  <a:pt x="456" y="14"/>
                </a:cubicBezTo>
                <a:cubicBezTo>
                  <a:pt x="456" y="5"/>
                  <a:pt x="456" y="5"/>
                  <a:pt x="456" y="5"/>
                </a:cubicBezTo>
                <a:close/>
                <a:moveTo>
                  <a:pt x="458" y="789"/>
                </a:moveTo>
                <a:cubicBezTo>
                  <a:pt x="457" y="789"/>
                  <a:pt x="457" y="789"/>
                  <a:pt x="456" y="789"/>
                </a:cubicBezTo>
                <a:cubicBezTo>
                  <a:pt x="456" y="781"/>
                  <a:pt x="456" y="781"/>
                  <a:pt x="456" y="781"/>
                </a:cubicBezTo>
                <a:cubicBezTo>
                  <a:pt x="457" y="781"/>
                  <a:pt x="457" y="781"/>
                  <a:pt x="458" y="781"/>
                </a:cubicBezTo>
                <a:cubicBezTo>
                  <a:pt x="458" y="789"/>
                  <a:pt x="458" y="789"/>
                  <a:pt x="458" y="789"/>
                </a:cubicBezTo>
                <a:close/>
                <a:moveTo>
                  <a:pt x="458" y="20"/>
                </a:moveTo>
                <a:cubicBezTo>
                  <a:pt x="458" y="50"/>
                  <a:pt x="458" y="50"/>
                  <a:pt x="458" y="50"/>
                </a:cubicBezTo>
                <a:cubicBezTo>
                  <a:pt x="456" y="50"/>
                  <a:pt x="456" y="50"/>
                  <a:pt x="456" y="50"/>
                </a:cubicBezTo>
                <a:cubicBezTo>
                  <a:pt x="456" y="42"/>
                  <a:pt x="456" y="42"/>
                  <a:pt x="456" y="42"/>
                </a:cubicBezTo>
                <a:cubicBezTo>
                  <a:pt x="457" y="42"/>
                  <a:pt x="457" y="42"/>
                  <a:pt x="457" y="42"/>
                </a:cubicBezTo>
                <a:cubicBezTo>
                  <a:pt x="457" y="41"/>
                  <a:pt x="456" y="40"/>
                  <a:pt x="456" y="40"/>
                </a:cubicBezTo>
                <a:cubicBezTo>
                  <a:pt x="456" y="16"/>
                  <a:pt x="456" y="16"/>
                  <a:pt x="456" y="16"/>
                </a:cubicBezTo>
                <a:cubicBezTo>
                  <a:pt x="458" y="20"/>
                  <a:pt x="458" y="20"/>
                  <a:pt x="458" y="20"/>
                </a:cubicBezTo>
                <a:close/>
                <a:moveTo>
                  <a:pt x="458" y="70"/>
                </a:moveTo>
                <a:cubicBezTo>
                  <a:pt x="458" y="99"/>
                  <a:pt x="458" y="99"/>
                  <a:pt x="458" y="99"/>
                </a:cubicBezTo>
                <a:cubicBezTo>
                  <a:pt x="456" y="98"/>
                  <a:pt x="456" y="98"/>
                  <a:pt x="456" y="98"/>
                </a:cubicBezTo>
                <a:cubicBezTo>
                  <a:pt x="456" y="70"/>
                  <a:pt x="456" y="70"/>
                  <a:pt x="456" y="70"/>
                </a:cubicBezTo>
                <a:cubicBezTo>
                  <a:pt x="457" y="70"/>
                  <a:pt x="457" y="70"/>
                  <a:pt x="458" y="70"/>
                </a:cubicBezTo>
                <a:close/>
                <a:moveTo>
                  <a:pt x="458" y="113"/>
                </a:moveTo>
                <a:cubicBezTo>
                  <a:pt x="458" y="149"/>
                  <a:pt x="458" y="149"/>
                  <a:pt x="458" y="149"/>
                </a:cubicBezTo>
                <a:cubicBezTo>
                  <a:pt x="457" y="150"/>
                  <a:pt x="457" y="151"/>
                  <a:pt x="456" y="152"/>
                </a:cubicBezTo>
                <a:cubicBezTo>
                  <a:pt x="456" y="129"/>
                  <a:pt x="456" y="129"/>
                  <a:pt x="456" y="129"/>
                </a:cubicBezTo>
                <a:cubicBezTo>
                  <a:pt x="456" y="129"/>
                  <a:pt x="456" y="129"/>
                  <a:pt x="456" y="129"/>
                </a:cubicBezTo>
                <a:cubicBezTo>
                  <a:pt x="456" y="128"/>
                  <a:pt x="456" y="127"/>
                  <a:pt x="456" y="126"/>
                </a:cubicBezTo>
                <a:cubicBezTo>
                  <a:pt x="456" y="126"/>
                  <a:pt x="456" y="126"/>
                  <a:pt x="456" y="126"/>
                </a:cubicBezTo>
                <a:cubicBezTo>
                  <a:pt x="456" y="114"/>
                  <a:pt x="456" y="114"/>
                  <a:pt x="456" y="114"/>
                </a:cubicBezTo>
                <a:cubicBezTo>
                  <a:pt x="457" y="114"/>
                  <a:pt x="457" y="114"/>
                  <a:pt x="457" y="114"/>
                </a:cubicBezTo>
                <a:cubicBezTo>
                  <a:pt x="458" y="113"/>
                  <a:pt x="458" y="113"/>
                  <a:pt x="458" y="113"/>
                </a:cubicBezTo>
                <a:close/>
                <a:moveTo>
                  <a:pt x="458" y="172"/>
                </a:moveTo>
                <a:cubicBezTo>
                  <a:pt x="458" y="178"/>
                  <a:pt x="458" y="178"/>
                  <a:pt x="458" y="178"/>
                </a:cubicBezTo>
                <a:cubicBezTo>
                  <a:pt x="457" y="178"/>
                  <a:pt x="457" y="177"/>
                  <a:pt x="456" y="177"/>
                </a:cubicBezTo>
                <a:cubicBezTo>
                  <a:pt x="456" y="171"/>
                  <a:pt x="456" y="171"/>
                  <a:pt x="456" y="171"/>
                </a:cubicBezTo>
                <a:cubicBezTo>
                  <a:pt x="457" y="171"/>
                  <a:pt x="457" y="172"/>
                  <a:pt x="458" y="172"/>
                </a:cubicBezTo>
                <a:close/>
                <a:moveTo>
                  <a:pt x="458" y="193"/>
                </a:moveTo>
                <a:cubicBezTo>
                  <a:pt x="458" y="200"/>
                  <a:pt x="458" y="200"/>
                  <a:pt x="458" y="200"/>
                </a:cubicBezTo>
                <a:cubicBezTo>
                  <a:pt x="457" y="200"/>
                  <a:pt x="457" y="200"/>
                  <a:pt x="456" y="200"/>
                </a:cubicBezTo>
                <a:cubicBezTo>
                  <a:pt x="456" y="190"/>
                  <a:pt x="456" y="190"/>
                  <a:pt x="456" y="190"/>
                </a:cubicBezTo>
                <a:cubicBezTo>
                  <a:pt x="457" y="191"/>
                  <a:pt x="457" y="192"/>
                  <a:pt x="458" y="193"/>
                </a:cubicBezTo>
                <a:close/>
                <a:moveTo>
                  <a:pt x="458" y="224"/>
                </a:moveTo>
                <a:cubicBezTo>
                  <a:pt x="458" y="234"/>
                  <a:pt x="458" y="234"/>
                  <a:pt x="458" y="234"/>
                </a:cubicBezTo>
                <a:cubicBezTo>
                  <a:pt x="457" y="234"/>
                  <a:pt x="457" y="234"/>
                  <a:pt x="456" y="234"/>
                </a:cubicBezTo>
                <a:cubicBezTo>
                  <a:pt x="456" y="224"/>
                  <a:pt x="456" y="224"/>
                  <a:pt x="456" y="224"/>
                </a:cubicBezTo>
                <a:cubicBezTo>
                  <a:pt x="457" y="224"/>
                  <a:pt x="457" y="224"/>
                  <a:pt x="458" y="224"/>
                </a:cubicBezTo>
                <a:close/>
                <a:moveTo>
                  <a:pt x="458" y="245"/>
                </a:moveTo>
                <a:cubicBezTo>
                  <a:pt x="458" y="256"/>
                  <a:pt x="458" y="256"/>
                  <a:pt x="458" y="256"/>
                </a:cubicBezTo>
                <a:cubicBezTo>
                  <a:pt x="457" y="256"/>
                  <a:pt x="457" y="255"/>
                  <a:pt x="456" y="255"/>
                </a:cubicBezTo>
                <a:cubicBezTo>
                  <a:pt x="456" y="245"/>
                  <a:pt x="456" y="245"/>
                  <a:pt x="456" y="245"/>
                </a:cubicBezTo>
                <a:cubicBezTo>
                  <a:pt x="458" y="245"/>
                  <a:pt x="458" y="245"/>
                  <a:pt x="458" y="245"/>
                </a:cubicBezTo>
                <a:close/>
                <a:moveTo>
                  <a:pt x="458" y="263"/>
                </a:moveTo>
                <a:cubicBezTo>
                  <a:pt x="458" y="271"/>
                  <a:pt x="458" y="271"/>
                  <a:pt x="458" y="271"/>
                </a:cubicBezTo>
                <a:cubicBezTo>
                  <a:pt x="456" y="271"/>
                  <a:pt x="456" y="271"/>
                  <a:pt x="456" y="271"/>
                </a:cubicBezTo>
                <a:cubicBezTo>
                  <a:pt x="456" y="262"/>
                  <a:pt x="456" y="262"/>
                  <a:pt x="456" y="262"/>
                </a:cubicBezTo>
                <a:cubicBezTo>
                  <a:pt x="458" y="263"/>
                  <a:pt x="458" y="263"/>
                  <a:pt x="458" y="263"/>
                </a:cubicBezTo>
                <a:close/>
                <a:moveTo>
                  <a:pt x="458" y="285"/>
                </a:moveTo>
                <a:cubicBezTo>
                  <a:pt x="458" y="294"/>
                  <a:pt x="458" y="294"/>
                  <a:pt x="458" y="294"/>
                </a:cubicBezTo>
                <a:cubicBezTo>
                  <a:pt x="456" y="294"/>
                  <a:pt x="456" y="294"/>
                  <a:pt x="456" y="294"/>
                </a:cubicBezTo>
                <a:cubicBezTo>
                  <a:pt x="456" y="285"/>
                  <a:pt x="456" y="285"/>
                  <a:pt x="456" y="285"/>
                </a:cubicBezTo>
                <a:cubicBezTo>
                  <a:pt x="456" y="285"/>
                  <a:pt x="456" y="285"/>
                  <a:pt x="456" y="285"/>
                </a:cubicBezTo>
                <a:cubicBezTo>
                  <a:pt x="457" y="285"/>
                  <a:pt x="457" y="285"/>
                  <a:pt x="458" y="285"/>
                </a:cubicBezTo>
                <a:close/>
                <a:moveTo>
                  <a:pt x="458" y="312"/>
                </a:moveTo>
                <a:cubicBezTo>
                  <a:pt x="458" y="318"/>
                  <a:pt x="458" y="318"/>
                  <a:pt x="458" y="318"/>
                </a:cubicBezTo>
                <a:cubicBezTo>
                  <a:pt x="457" y="317"/>
                  <a:pt x="457" y="317"/>
                  <a:pt x="456" y="316"/>
                </a:cubicBezTo>
                <a:cubicBezTo>
                  <a:pt x="456" y="310"/>
                  <a:pt x="456" y="310"/>
                  <a:pt x="456" y="310"/>
                </a:cubicBezTo>
                <a:cubicBezTo>
                  <a:pt x="457" y="311"/>
                  <a:pt x="457" y="311"/>
                  <a:pt x="458" y="312"/>
                </a:cubicBezTo>
                <a:close/>
                <a:moveTo>
                  <a:pt x="458" y="329"/>
                </a:moveTo>
                <a:cubicBezTo>
                  <a:pt x="458" y="334"/>
                  <a:pt x="458" y="334"/>
                  <a:pt x="458" y="334"/>
                </a:cubicBezTo>
                <a:cubicBezTo>
                  <a:pt x="457" y="334"/>
                  <a:pt x="457" y="334"/>
                  <a:pt x="456" y="334"/>
                </a:cubicBezTo>
                <a:cubicBezTo>
                  <a:pt x="456" y="330"/>
                  <a:pt x="456" y="330"/>
                  <a:pt x="456" y="330"/>
                </a:cubicBezTo>
                <a:cubicBezTo>
                  <a:pt x="457" y="330"/>
                  <a:pt x="457" y="330"/>
                  <a:pt x="457" y="331"/>
                </a:cubicBezTo>
                <a:cubicBezTo>
                  <a:pt x="457" y="330"/>
                  <a:pt x="458" y="330"/>
                  <a:pt x="458" y="329"/>
                </a:cubicBezTo>
                <a:close/>
                <a:moveTo>
                  <a:pt x="458" y="379"/>
                </a:moveTo>
                <a:cubicBezTo>
                  <a:pt x="458" y="386"/>
                  <a:pt x="458" y="386"/>
                  <a:pt x="458" y="386"/>
                </a:cubicBezTo>
                <a:cubicBezTo>
                  <a:pt x="456" y="387"/>
                  <a:pt x="456" y="387"/>
                  <a:pt x="456" y="387"/>
                </a:cubicBezTo>
                <a:cubicBezTo>
                  <a:pt x="456" y="379"/>
                  <a:pt x="456" y="379"/>
                  <a:pt x="456" y="379"/>
                </a:cubicBezTo>
                <a:cubicBezTo>
                  <a:pt x="458" y="379"/>
                  <a:pt x="458" y="379"/>
                  <a:pt x="458" y="379"/>
                </a:cubicBezTo>
                <a:close/>
                <a:moveTo>
                  <a:pt x="458" y="469"/>
                </a:moveTo>
                <a:cubicBezTo>
                  <a:pt x="458" y="473"/>
                  <a:pt x="458" y="473"/>
                  <a:pt x="458" y="473"/>
                </a:cubicBezTo>
                <a:cubicBezTo>
                  <a:pt x="457" y="473"/>
                  <a:pt x="457" y="473"/>
                  <a:pt x="456" y="474"/>
                </a:cubicBezTo>
                <a:cubicBezTo>
                  <a:pt x="456" y="474"/>
                  <a:pt x="456" y="475"/>
                  <a:pt x="456" y="476"/>
                </a:cubicBezTo>
                <a:cubicBezTo>
                  <a:pt x="457" y="476"/>
                  <a:pt x="457" y="476"/>
                  <a:pt x="458" y="476"/>
                </a:cubicBezTo>
                <a:cubicBezTo>
                  <a:pt x="458" y="481"/>
                  <a:pt x="458" y="481"/>
                  <a:pt x="458" y="481"/>
                </a:cubicBezTo>
                <a:cubicBezTo>
                  <a:pt x="457" y="481"/>
                  <a:pt x="457" y="481"/>
                  <a:pt x="456" y="481"/>
                </a:cubicBezTo>
                <a:cubicBezTo>
                  <a:pt x="456" y="470"/>
                  <a:pt x="456" y="470"/>
                  <a:pt x="456" y="470"/>
                </a:cubicBezTo>
                <a:cubicBezTo>
                  <a:pt x="457" y="470"/>
                  <a:pt x="457" y="469"/>
                  <a:pt x="458" y="469"/>
                </a:cubicBezTo>
                <a:close/>
                <a:moveTo>
                  <a:pt x="458" y="486"/>
                </a:moveTo>
                <a:cubicBezTo>
                  <a:pt x="458" y="492"/>
                  <a:pt x="458" y="492"/>
                  <a:pt x="458" y="492"/>
                </a:cubicBezTo>
                <a:cubicBezTo>
                  <a:pt x="457" y="492"/>
                  <a:pt x="457" y="492"/>
                  <a:pt x="456" y="493"/>
                </a:cubicBezTo>
                <a:cubicBezTo>
                  <a:pt x="456" y="486"/>
                  <a:pt x="456" y="486"/>
                  <a:pt x="456" y="486"/>
                </a:cubicBezTo>
                <a:cubicBezTo>
                  <a:pt x="457" y="486"/>
                  <a:pt x="457" y="486"/>
                  <a:pt x="458" y="486"/>
                </a:cubicBezTo>
                <a:close/>
                <a:moveTo>
                  <a:pt x="458" y="511"/>
                </a:moveTo>
                <a:cubicBezTo>
                  <a:pt x="458" y="526"/>
                  <a:pt x="458" y="526"/>
                  <a:pt x="458" y="526"/>
                </a:cubicBezTo>
                <a:cubicBezTo>
                  <a:pt x="458" y="526"/>
                  <a:pt x="457" y="526"/>
                  <a:pt x="457" y="526"/>
                </a:cubicBezTo>
                <a:cubicBezTo>
                  <a:pt x="457" y="525"/>
                  <a:pt x="457" y="525"/>
                  <a:pt x="456" y="525"/>
                </a:cubicBezTo>
                <a:cubicBezTo>
                  <a:pt x="456" y="512"/>
                  <a:pt x="456" y="512"/>
                  <a:pt x="456" y="512"/>
                </a:cubicBezTo>
                <a:cubicBezTo>
                  <a:pt x="457" y="512"/>
                  <a:pt x="457" y="512"/>
                  <a:pt x="457" y="512"/>
                </a:cubicBezTo>
                <a:cubicBezTo>
                  <a:pt x="457" y="511"/>
                  <a:pt x="458" y="511"/>
                  <a:pt x="458" y="511"/>
                </a:cubicBezTo>
                <a:close/>
                <a:moveTo>
                  <a:pt x="458" y="533"/>
                </a:moveTo>
                <a:cubicBezTo>
                  <a:pt x="458" y="541"/>
                  <a:pt x="458" y="541"/>
                  <a:pt x="458" y="541"/>
                </a:cubicBezTo>
                <a:cubicBezTo>
                  <a:pt x="457" y="541"/>
                  <a:pt x="457" y="542"/>
                  <a:pt x="456" y="542"/>
                </a:cubicBezTo>
                <a:cubicBezTo>
                  <a:pt x="456" y="534"/>
                  <a:pt x="456" y="534"/>
                  <a:pt x="456" y="534"/>
                </a:cubicBezTo>
                <a:cubicBezTo>
                  <a:pt x="457" y="533"/>
                  <a:pt x="457" y="533"/>
                  <a:pt x="458" y="533"/>
                </a:cubicBezTo>
                <a:close/>
                <a:moveTo>
                  <a:pt x="458" y="547"/>
                </a:moveTo>
                <a:cubicBezTo>
                  <a:pt x="458" y="557"/>
                  <a:pt x="458" y="557"/>
                  <a:pt x="458" y="557"/>
                </a:cubicBezTo>
                <a:cubicBezTo>
                  <a:pt x="457" y="557"/>
                  <a:pt x="457" y="557"/>
                  <a:pt x="456" y="557"/>
                </a:cubicBezTo>
                <a:cubicBezTo>
                  <a:pt x="456" y="548"/>
                  <a:pt x="456" y="548"/>
                  <a:pt x="456" y="548"/>
                </a:cubicBezTo>
                <a:cubicBezTo>
                  <a:pt x="458" y="547"/>
                  <a:pt x="458" y="547"/>
                  <a:pt x="458" y="547"/>
                </a:cubicBezTo>
                <a:close/>
                <a:moveTo>
                  <a:pt x="458" y="561"/>
                </a:moveTo>
                <a:cubicBezTo>
                  <a:pt x="458" y="571"/>
                  <a:pt x="458" y="571"/>
                  <a:pt x="458" y="571"/>
                </a:cubicBezTo>
                <a:cubicBezTo>
                  <a:pt x="457" y="571"/>
                  <a:pt x="457" y="572"/>
                  <a:pt x="456" y="572"/>
                </a:cubicBezTo>
                <a:cubicBezTo>
                  <a:pt x="456" y="561"/>
                  <a:pt x="456" y="561"/>
                  <a:pt x="456" y="561"/>
                </a:cubicBezTo>
                <a:cubicBezTo>
                  <a:pt x="457" y="561"/>
                  <a:pt x="457" y="561"/>
                  <a:pt x="458" y="561"/>
                </a:cubicBezTo>
                <a:close/>
                <a:moveTo>
                  <a:pt x="458" y="578"/>
                </a:moveTo>
                <a:cubicBezTo>
                  <a:pt x="458" y="588"/>
                  <a:pt x="458" y="588"/>
                  <a:pt x="458" y="588"/>
                </a:cubicBezTo>
                <a:cubicBezTo>
                  <a:pt x="457" y="588"/>
                  <a:pt x="457" y="588"/>
                  <a:pt x="456" y="588"/>
                </a:cubicBezTo>
                <a:cubicBezTo>
                  <a:pt x="456" y="578"/>
                  <a:pt x="456" y="578"/>
                  <a:pt x="456" y="578"/>
                </a:cubicBezTo>
                <a:cubicBezTo>
                  <a:pt x="457" y="578"/>
                  <a:pt x="457" y="578"/>
                  <a:pt x="458" y="578"/>
                </a:cubicBezTo>
                <a:close/>
                <a:moveTo>
                  <a:pt x="458" y="603"/>
                </a:moveTo>
                <a:cubicBezTo>
                  <a:pt x="458" y="608"/>
                  <a:pt x="458" y="608"/>
                  <a:pt x="458" y="608"/>
                </a:cubicBezTo>
                <a:cubicBezTo>
                  <a:pt x="457" y="608"/>
                  <a:pt x="457" y="608"/>
                  <a:pt x="456" y="609"/>
                </a:cubicBezTo>
                <a:cubicBezTo>
                  <a:pt x="456" y="604"/>
                  <a:pt x="456" y="604"/>
                  <a:pt x="456" y="604"/>
                </a:cubicBezTo>
                <a:cubicBezTo>
                  <a:pt x="457" y="604"/>
                  <a:pt x="457" y="603"/>
                  <a:pt x="458" y="603"/>
                </a:cubicBezTo>
                <a:close/>
                <a:moveTo>
                  <a:pt x="458" y="613"/>
                </a:moveTo>
                <a:cubicBezTo>
                  <a:pt x="458" y="621"/>
                  <a:pt x="458" y="621"/>
                  <a:pt x="458" y="621"/>
                </a:cubicBezTo>
                <a:cubicBezTo>
                  <a:pt x="456" y="619"/>
                  <a:pt x="456" y="619"/>
                  <a:pt x="456" y="619"/>
                </a:cubicBezTo>
                <a:cubicBezTo>
                  <a:pt x="456" y="611"/>
                  <a:pt x="456" y="611"/>
                  <a:pt x="456" y="611"/>
                </a:cubicBezTo>
                <a:cubicBezTo>
                  <a:pt x="458" y="613"/>
                  <a:pt x="458" y="613"/>
                  <a:pt x="458" y="613"/>
                </a:cubicBezTo>
                <a:close/>
                <a:moveTo>
                  <a:pt x="458" y="626"/>
                </a:moveTo>
                <a:cubicBezTo>
                  <a:pt x="458" y="631"/>
                  <a:pt x="458" y="631"/>
                  <a:pt x="458" y="631"/>
                </a:cubicBezTo>
                <a:cubicBezTo>
                  <a:pt x="456" y="631"/>
                  <a:pt x="456" y="631"/>
                  <a:pt x="456" y="631"/>
                </a:cubicBezTo>
                <a:cubicBezTo>
                  <a:pt x="456" y="626"/>
                  <a:pt x="456" y="626"/>
                  <a:pt x="456" y="626"/>
                </a:cubicBezTo>
                <a:cubicBezTo>
                  <a:pt x="458" y="626"/>
                  <a:pt x="458" y="626"/>
                  <a:pt x="458" y="626"/>
                </a:cubicBezTo>
                <a:close/>
                <a:moveTo>
                  <a:pt x="458" y="666"/>
                </a:moveTo>
                <a:cubicBezTo>
                  <a:pt x="458" y="706"/>
                  <a:pt x="458" y="706"/>
                  <a:pt x="458" y="706"/>
                </a:cubicBezTo>
                <a:cubicBezTo>
                  <a:pt x="456" y="707"/>
                  <a:pt x="456" y="707"/>
                  <a:pt x="456" y="707"/>
                </a:cubicBezTo>
                <a:cubicBezTo>
                  <a:pt x="456" y="707"/>
                  <a:pt x="456" y="707"/>
                  <a:pt x="456" y="707"/>
                </a:cubicBezTo>
                <a:cubicBezTo>
                  <a:pt x="456" y="666"/>
                  <a:pt x="456" y="666"/>
                  <a:pt x="456" y="666"/>
                </a:cubicBezTo>
                <a:cubicBezTo>
                  <a:pt x="458" y="666"/>
                  <a:pt x="458" y="666"/>
                  <a:pt x="458" y="666"/>
                </a:cubicBezTo>
                <a:close/>
                <a:moveTo>
                  <a:pt x="458" y="745"/>
                </a:moveTo>
                <a:cubicBezTo>
                  <a:pt x="458" y="762"/>
                  <a:pt x="458" y="762"/>
                  <a:pt x="458" y="762"/>
                </a:cubicBezTo>
                <a:cubicBezTo>
                  <a:pt x="457" y="761"/>
                  <a:pt x="457" y="761"/>
                  <a:pt x="456" y="760"/>
                </a:cubicBezTo>
                <a:cubicBezTo>
                  <a:pt x="456" y="745"/>
                  <a:pt x="456" y="745"/>
                  <a:pt x="456" y="745"/>
                </a:cubicBezTo>
                <a:cubicBezTo>
                  <a:pt x="457" y="745"/>
                  <a:pt x="457" y="745"/>
                  <a:pt x="458" y="745"/>
                </a:cubicBezTo>
                <a:close/>
                <a:moveTo>
                  <a:pt x="452" y="5"/>
                </a:moveTo>
                <a:cubicBezTo>
                  <a:pt x="454" y="5"/>
                  <a:pt x="455" y="5"/>
                  <a:pt x="456" y="5"/>
                </a:cubicBezTo>
                <a:cubicBezTo>
                  <a:pt x="456" y="14"/>
                  <a:pt x="456" y="14"/>
                  <a:pt x="456" y="14"/>
                </a:cubicBezTo>
                <a:cubicBezTo>
                  <a:pt x="455" y="14"/>
                  <a:pt x="455" y="14"/>
                  <a:pt x="455" y="14"/>
                </a:cubicBezTo>
                <a:cubicBezTo>
                  <a:pt x="456" y="16"/>
                  <a:pt x="456" y="16"/>
                  <a:pt x="456" y="16"/>
                </a:cubicBezTo>
                <a:cubicBezTo>
                  <a:pt x="456" y="40"/>
                  <a:pt x="456" y="40"/>
                  <a:pt x="456" y="40"/>
                </a:cubicBezTo>
                <a:cubicBezTo>
                  <a:pt x="455" y="36"/>
                  <a:pt x="453" y="32"/>
                  <a:pt x="452" y="29"/>
                </a:cubicBezTo>
                <a:cubicBezTo>
                  <a:pt x="452" y="5"/>
                  <a:pt x="452" y="5"/>
                  <a:pt x="452" y="5"/>
                </a:cubicBezTo>
                <a:close/>
                <a:moveTo>
                  <a:pt x="456" y="789"/>
                </a:moveTo>
                <a:cubicBezTo>
                  <a:pt x="455" y="789"/>
                  <a:pt x="454" y="789"/>
                  <a:pt x="452" y="789"/>
                </a:cubicBezTo>
                <a:cubicBezTo>
                  <a:pt x="452" y="781"/>
                  <a:pt x="452" y="781"/>
                  <a:pt x="452" y="781"/>
                </a:cubicBezTo>
                <a:cubicBezTo>
                  <a:pt x="453" y="781"/>
                  <a:pt x="453" y="781"/>
                  <a:pt x="454" y="781"/>
                </a:cubicBezTo>
                <a:cubicBezTo>
                  <a:pt x="454" y="781"/>
                  <a:pt x="455" y="781"/>
                  <a:pt x="456" y="781"/>
                </a:cubicBezTo>
                <a:cubicBezTo>
                  <a:pt x="456" y="789"/>
                  <a:pt x="456" y="789"/>
                  <a:pt x="456" y="789"/>
                </a:cubicBezTo>
                <a:close/>
                <a:moveTo>
                  <a:pt x="456" y="42"/>
                </a:moveTo>
                <a:cubicBezTo>
                  <a:pt x="456" y="50"/>
                  <a:pt x="456" y="50"/>
                  <a:pt x="456" y="50"/>
                </a:cubicBezTo>
                <a:cubicBezTo>
                  <a:pt x="455" y="50"/>
                  <a:pt x="454" y="50"/>
                  <a:pt x="452" y="50"/>
                </a:cubicBezTo>
                <a:cubicBezTo>
                  <a:pt x="452" y="42"/>
                  <a:pt x="452" y="42"/>
                  <a:pt x="452" y="42"/>
                </a:cubicBezTo>
                <a:cubicBezTo>
                  <a:pt x="456" y="42"/>
                  <a:pt x="456" y="42"/>
                  <a:pt x="456" y="42"/>
                </a:cubicBezTo>
                <a:close/>
                <a:moveTo>
                  <a:pt x="456" y="70"/>
                </a:moveTo>
                <a:cubicBezTo>
                  <a:pt x="456" y="98"/>
                  <a:pt x="456" y="98"/>
                  <a:pt x="456" y="98"/>
                </a:cubicBezTo>
                <a:cubicBezTo>
                  <a:pt x="452" y="98"/>
                  <a:pt x="452" y="98"/>
                  <a:pt x="452" y="98"/>
                </a:cubicBezTo>
                <a:cubicBezTo>
                  <a:pt x="454" y="105"/>
                  <a:pt x="457" y="108"/>
                  <a:pt x="452" y="110"/>
                </a:cubicBezTo>
                <a:cubicBezTo>
                  <a:pt x="452" y="72"/>
                  <a:pt x="452" y="72"/>
                  <a:pt x="452" y="72"/>
                </a:cubicBezTo>
                <a:cubicBezTo>
                  <a:pt x="453" y="71"/>
                  <a:pt x="455" y="70"/>
                  <a:pt x="456" y="70"/>
                </a:cubicBezTo>
                <a:close/>
                <a:moveTo>
                  <a:pt x="456" y="114"/>
                </a:moveTo>
                <a:cubicBezTo>
                  <a:pt x="456" y="126"/>
                  <a:pt x="456" y="126"/>
                  <a:pt x="456" y="126"/>
                </a:cubicBezTo>
                <a:cubicBezTo>
                  <a:pt x="455" y="126"/>
                  <a:pt x="454" y="126"/>
                  <a:pt x="452" y="125"/>
                </a:cubicBezTo>
                <a:cubicBezTo>
                  <a:pt x="452" y="114"/>
                  <a:pt x="452" y="114"/>
                  <a:pt x="452" y="114"/>
                </a:cubicBezTo>
                <a:cubicBezTo>
                  <a:pt x="454" y="114"/>
                  <a:pt x="455" y="114"/>
                  <a:pt x="456" y="114"/>
                </a:cubicBezTo>
                <a:close/>
                <a:moveTo>
                  <a:pt x="456" y="129"/>
                </a:moveTo>
                <a:cubicBezTo>
                  <a:pt x="456" y="152"/>
                  <a:pt x="456" y="152"/>
                  <a:pt x="456" y="152"/>
                </a:cubicBezTo>
                <a:cubicBezTo>
                  <a:pt x="455" y="153"/>
                  <a:pt x="454" y="154"/>
                  <a:pt x="452" y="155"/>
                </a:cubicBezTo>
                <a:cubicBezTo>
                  <a:pt x="452" y="128"/>
                  <a:pt x="452" y="128"/>
                  <a:pt x="452" y="128"/>
                </a:cubicBezTo>
                <a:cubicBezTo>
                  <a:pt x="454" y="129"/>
                  <a:pt x="455" y="129"/>
                  <a:pt x="456" y="129"/>
                </a:cubicBezTo>
                <a:close/>
                <a:moveTo>
                  <a:pt x="456" y="171"/>
                </a:moveTo>
                <a:cubicBezTo>
                  <a:pt x="456" y="177"/>
                  <a:pt x="456" y="177"/>
                  <a:pt x="456" y="177"/>
                </a:cubicBezTo>
                <a:cubicBezTo>
                  <a:pt x="455" y="177"/>
                  <a:pt x="454" y="177"/>
                  <a:pt x="452" y="177"/>
                </a:cubicBezTo>
                <a:cubicBezTo>
                  <a:pt x="454" y="182"/>
                  <a:pt x="454" y="186"/>
                  <a:pt x="456" y="190"/>
                </a:cubicBezTo>
                <a:cubicBezTo>
                  <a:pt x="456" y="200"/>
                  <a:pt x="456" y="200"/>
                  <a:pt x="456" y="200"/>
                </a:cubicBezTo>
                <a:cubicBezTo>
                  <a:pt x="455" y="199"/>
                  <a:pt x="454" y="199"/>
                  <a:pt x="452" y="199"/>
                </a:cubicBezTo>
                <a:cubicBezTo>
                  <a:pt x="452" y="170"/>
                  <a:pt x="452" y="170"/>
                  <a:pt x="452" y="170"/>
                </a:cubicBezTo>
                <a:cubicBezTo>
                  <a:pt x="454" y="170"/>
                  <a:pt x="455" y="171"/>
                  <a:pt x="456" y="171"/>
                </a:cubicBezTo>
                <a:close/>
                <a:moveTo>
                  <a:pt x="456" y="224"/>
                </a:moveTo>
                <a:cubicBezTo>
                  <a:pt x="456" y="234"/>
                  <a:pt x="456" y="234"/>
                  <a:pt x="456" y="234"/>
                </a:cubicBezTo>
                <a:cubicBezTo>
                  <a:pt x="455" y="234"/>
                  <a:pt x="453" y="234"/>
                  <a:pt x="452" y="234"/>
                </a:cubicBezTo>
                <a:cubicBezTo>
                  <a:pt x="452" y="224"/>
                  <a:pt x="452" y="224"/>
                  <a:pt x="452" y="224"/>
                </a:cubicBezTo>
                <a:cubicBezTo>
                  <a:pt x="454" y="224"/>
                  <a:pt x="455" y="224"/>
                  <a:pt x="456" y="224"/>
                </a:cubicBezTo>
                <a:close/>
                <a:moveTo>
                  <a:pt x="456" y="245"/>
                </a:moveTo>
                <a:cubicBezTo>
                  <a:pt x="456" y="255"/>
                  <a:pt x="456" y="255"/>
                  <a:pt x="456" y="255"/>
                </a:cubicBezTo>
                <a:cubicBezTo>
                  <a:pt x="455" y="255"/>
                  <a:pt x="454" y="255"/>
                  <a:pt x="452" y="254"/>
                </a:cubicBezTo>
                <a:cubicBezTo>
                  <a:pt x="452" y="244"/>
                  <a:pt x="452" y="244"/>
                  <a:pt x="452" y="244"/>
                </a:cubicBezTo>
                <a:cubicBezTo>
                  <a:pt x="453" y="244"/>
                  <a:pt x="455" y="244"/>
                  <a:pt x="456" y="245"/>
                </a:cubicBezTo>
                <a:close/>
                <a:moveTo>
                  <a:pt x="456" y="262"/>
                </a:moveTo>
                <a:cubicBezTo>
                  <a:pt x="456" y="271"/>
                  <a:pt x="456" y="271"/>
                  <a:pt x="456" y="271"/>
                </a:cubicBezTo>
                <a:cubicBezTo>
                  <a:pt x="455" y="271"/>
                  <a:pt x="454" y="271"/>
                  <a:pt x="452" y="270"/>
                </a:cubicBezTo>
                <a:cubicBezTo>
                  <a:pt x="452" y="262"/>
                  <a:pt x="452" y="262"/>
                  <a:pt x="452" y="262"/>
                </a:cubicBezTo>
                <a:cubicBezTo>
                  <a:pt x="454" y="262"/>
                  <a:pt x="455" y="262"/>
                  <a:pt x="456" y="262"/>
                </a:cubicBezTo>
                <a:close/>
                <a:moveTo>
                  <a:pt x="456" y="285"/>
                </a:moveTo>
                <a:cubicBezTo>
                  <a:pt x="456" y="294"/>
                  <a:pt x="456" y="294"/>
                  <a:pt x="456" y="294"/>
                </a:cubicBezTo>
                <a:cubicBezTo>
                  <a:pt x="454" y="294"/>
                  <a:pt x="453" y="293"/>
                  <a:pt x="452" y="293"/>
                </a:cubicBezTo>
                <a:cubicBezTo>
                  <a:pt x="452" y="283"/>
                  <a:pt x="452" y="283"/>
                  <a:pt x="452" y="283"/>
                </a:cubicBezTo>
                <a:cubicBezTo>
                  <a:pt x="454" y="284"/>
                  <a:pt x="455" y="285"/>
                  <a:pt x="456" y="285"/>
                </a:cubicBezTo>
                <a:close/>
                <a:moveTo>
                  <a:pt x="456" y="310"/>
                </a:moveTo>
                <a:cubicBezTo>
                  <a:pt x="456" y="316"/>
                  <a:pt x="456" y="316"/>
                  <a:pt x="456" y="316"/>
                </a:cubicBezTo>
                <a:cubicBezTo>
                  <a:pt x="455" y="315"/>
                  <a:pt x="454" y="314"/>
                  <a:pt x="453" y="314"/>
                </a:cubicBezTo>
                <a:cubicBezTo>
                  <a:pt x="454" y="319"/>
                  <a:pt x="454" y="324"/>
                  <a:pt x="454" y="329"/>
                </a:cubicBezTo>
                <a:cubicBezTo>
                  <a:pt x="455" y="329"/>
                  <a:pt x="456" y="329"/>
                  <a:pt x="456" y="330"/>
                </a:cubicBezTo>
                <a:cubicBezTo>
                  <a:pt x="456" y="334"/>
                  <a:pt x="456" y="334"/>
                  <a:pt x="456" y="334"/>
                </a:cubicBezTo>
                <a:cubicBezTo>
                  <a:pt x="454" y="333"/>
                  <a:pt x="453" y="332"/>
                  <a:pt x="452" y="331"/>
                </a:cubicBezTo>
                <a:cubicBezTo>
                  <a:pt x="452" y="308"/>
                  <a:pt x="452" y="308"/>
                  <a:pt x="452" y="308"/>
                </a:cubicBezTo>
                <a:cubicBezTo>
                  <a:pt x="454" y="309"/>
                  <a:pt x="455" y="309"/>
                  <a:pt x="456" y="310"/>
                </a:cubicBezTo>
                <a:close/>
                <a:moveTo>
                  <a:pt x="456" y="379"/>
                </a:moveTo>
                <a:cubicBezTo>
                  <a:pt x="456" y="387"/>
                  <a:pt x="456" y="387"/>
                  <a:pt x="456" y="387"/>
                </a:cubicBezTo>
                <a:cubicBezTo>
                  <a:pt x="452" y="390"/>
                  <a:pt x="452" y="390"/>
                  <a:pt x="452" y="390"/>
                </a:cubicBezTo>
                <a:cubicBezTo>
                  <a:pt x="452" y="379"/>
                  <a:pt x="452" y="379"/>
                  <a:pt x="452" y="379"/>
                </a:cubicBezTo>
                <a:cubicBezTo>
                  <a:pt x="456" y="379"/>
                  <a:pt x="456" y="379"/>
                  <a:pt x="456" y="379"/>
                </a:cubicBezTo>
                <a:close/>
                <a:moveTo>
                  <a:pt x="456" y="470"/>
                </a:moveTo>
                <a:cubicBezTo>
                  <a:pt x="456" y="481"/>
                  <a:pt x="456" y="481"/>
                  <a:pt x="456" y="481"/>
                </a:cubicBezTo>
                <a:cubicBezTo>
                  <a:pt x="455" y="480"/>
                  <a:pt x="454" y="480"/>
                  <a:pt x="452" y="480"/>
                </a:cubicBezTo>
                <a:cubicBezTo>
                  <a:pt x="452" y="474"/>
                  <a:pt x="452" y="474"/>
                  <a:pt x="452" y="474"/>
                </a:cubicBezTo>
                <a:cubicBezTo>
                  <a:pt x="453" y="473"/>
                  <a:pt x="453" y="473"/>
                  <a:pt x="453" y="472"/>
                </a:cubicBezTo>
                <a:cubicBezTo>
                  <a:pt x="454" y="471"/>
                  <a:pt x="455" y="471"/>
                  <a:pt x="456" y="470"/>
                </a:cubicBezTo>
                <a:close/>
                <a:moveTo>
                  <a:pt x="456" y="486"/>
                </a:moveTo>
                <a:cubicBezTo>
                  <a:pt x="456" y="493"/>
                  <a:pt x="456" y="493"/>
                  <a:pt x="456" y="493"/>
                </a:cubicBezTo>
                <a:cubicBezTo>
                  <a:pt x="455" y="493"/>
                  <a:pt x="454" y="494"/>
                  <a:pt x="452" y="495"/>
                </a:cubicBezTo>
                <a:cubicBezTo>
                  <a:pt x="452" y="491"/>
                  <a:pt x="452" y="491"/>
                  <a:pt x="452" y="491"/>
                </a:cubicBezTo>
                <a:cubicBezTo>
                  <a:pt x="453" y="491"/>
                  <a:pt x="453" y="491"/>
                  <a:pt x="454" y="491"/>
                </a:cubicBezTo>
                <a:cubicBezTo>
                  <a:pt x="453" y="490"/>
                  <a:pt x="453" y="490"/>
                  <a:pt x="452" y="490"/>
                </a:cubicBezTo>
                <a:cubicBezTo>
                  <a:pt x="452" y="486"/>
                  <a:pt x="452" y="486"/>
                  <a:pt x="452" y="486"/>
                </a:cubicBezTo>
                <a:cubicBezTo>
                  <a:pt x="452" y="487"/>
                  <a:pt x="452" y="487"/>
                  <a:pt x="452" y="487"/>
                </a:cubicBezTo>
                <a:cubicBezTo>
                  <a:pt x="454" y="486"/>
                  <a:pt x="455" y="486"/>
                  <a:pt x="456" y="486"/>
                </a:cubicBezTo>
                <a:close/>
                <a:moveTo>
                  <a:pt x="456" y="512"/>
                </a:moveTo>
                <a:cubicBezTo>
                  <a:pt x="456" y="525"/>
                  <a:pt x="456" y="525"/>
                  <a:pt x="456" y="525"/>
                </a:cubicBezTo>
                <a:cubicBezTo>
                  <a:pt x="455" y="524"/>
                  <a:pt x="453" y="523"/>
                  <a:pt x="452" y="523"/>
                </a:cubicBezTo>
                <a:cubicBezTo>
                  <a:pt x="452" y="511"/>
                  <a:pt x="452" y="511"/>
                  <a:pt x="452" y="511"/>
                </a:cubicBezTo>
                <a:cubicBezTo>
                  <a:pt x="454" y="511"/>
                  <a:pt x="455" y="512"/>
                  <a:pt x="456" y="512"/>
                </a:cubicBezTo>
                <a:close/>
                <a:moveTo>
                  <a:pt x="456" y="534"/>
                </a:moveTo>
                <a:cubicBezTo>
                  <a:pt x="456" y="542"/>
                  <a:pt x="456" y="542"/>
                  <a:pt x="456" y="542"/>
                </a:cubicBezTo>
                <a:cubicBezTo>
                  <a:pt x="455" y="542"/>
                  <a:pt x="453" y="543"/>
                  <a:pt x="452" y="544"/>
                </a:cubicBezTo>
                <a:cubicBezTo>
                  <a:pt x="452" y="535"/>
                  <a:pt x="452" y="535"/>
                  <a:pt x="452" y="535"/>
                </a:cubicBezTo>
                <a:cubicBezTo>
                  <a:pt x="454" y="535"/>
                  <a:pt x="455" y="534"/>
                  <a:pt x="456" y="534"/>
                </a:cubicBezTo>
                <a:close/>
                <a:moveTo>
                  <a:pt x="456" y="548"/>
                </a:moveTo>
                <a:cubicBezTo>
                  <a:pt x="456" y="557"/>
                  <a:pt x="456" y="557"/>
                  <a:pt x="456" y="557"/>
                </a:cubicBezTo>
                <a:cubicBezTo>
                  <a:pt x="455" y="558"/>
                  <a:pt x="454" y="559"/>
                  <a:pt x="452" y="559"/>
                </a:cubicBezTo>
                <a:cubicBezTo>
                  <a:pt x="452" y="550"/>
                  <a:pt x="452" y="550"/>
                  <a:pt x="452" y="550"/>
                </a:cubicBezTo>
                <a:cubicBezTo>
                  <a:pt x="453" y="550"/>
                  <a:pt x="454" y="549"/>
                  <a:pt x="456" y="548"/>
                </a:cubicBezTo>
                <a:close/>
                <a:moveTo>
                  <a:pt x="456" y="561"/>
                </a:moveTo>
                <a:cubicBezTo>
                  <a:pt x="456" y="572"/>
                  <a:pt x="456" y="572"/>
                  <a:pt x="456" y="572"/>
                </a:cubicBezTo>
                <a:cubicBezTo>
                  <a:pt x="455" y="572"/>
                  <a:pt x="454" y="573"/>
                  <a:pt x="452" y="573"/>
                </a:cubicBezTo>
                <a:cubicBezTo>
                  <a:pt x="452" y="563"/>
                  <a:pt x="452" y="563"/>
                  <a:pt x="452" y="563"/>
                </a:cubicBezTo>
                <a:cubicBezTo>
                  <a:pt x="453" y="563"/>
                  <a:pt x="455" y="562"/>
                  <a:pt x="456" y="561"/>
                </a:cubicBezTo>
                <a:close/>
                <a:moveTo>
                  <a:pt x="456" y="578"/>
                </a:moveTo>
                <a:cubicBezTo>
                  <a:pt x="456" y="588"/>
                  <a:pt x="456" y="588"/>
                  <a:pt x="456" y="588"/>
                </a:cubicBezTo>
                <a:cubicBezTo>
                  <a:pt x="455" y="588"/>
                  <a:pt x="454" y="589"/>
                  <a:pt x="452" y="589"/>
                </a:cubicBezTo>
                <a:cubicBezTo>
                  <a:pt x="452" y="579"/>
                  <a:pt x="452" y="579"/>
                  <a:pt x="452" y="579"/>
                </a:cubicBezTo>
                <a:cubicBezTo>
                  <a:pt x="454" y="579"/>
                  <a:pt x="455" y="578"/>
                  <a:pt x="456" y="578"/>
                </a:cubicBezTo>
                <a:close/>
                <a:moveTo>
                  <a:pt x="456" y="604"/>
                </a:moveTo>
                <a:cubicBezTo>
                  <a:pt x="456" y="609"/>
                  <a:pt x="456" y="609"/>
                  <a:pt x="456" y="609"/>
                </a:cubicBezTo>
                <a:cubicBezTo>
                  <a:pt x="455" y="609"/>
                  <a:pt x="454" y="609"/>
                  <a:pt x="454" y="609"/>
                </a:cubicBezTo>
                <a:cubicBezTo>
                  <a:pt x="454" y="610"/>
                  <a:pt x="455" y="611"/>
                  <a:pt x="456" y="611"/>
                </a:cubicBezTo>
                <a:cubicBezTo>
                  <a:pt x="456" y="619"/>
                  <a:pt x="456" y="619"/>
                  <a:pt x="456" y="619"/>
                </a:cubicBezTo>
                <a:cubicBezTo>
                  <a:pt x="455" y="618"/>
                  <a:pt x="453" y="617"/>
                  <a:pt x="452" y="616"/>
                </a:cubicBezTo>
                <a:cubicBezTo>
                  <a:pt x="452" y="605"/>
                  <a:pt x="452" y="605"/>
                  <a:pt x="452" y="605"/>
                </a:cubicBezTo>
                <a:cubicBezTo>
                  <a:pt x="454" y="605"/>
                  <a:pt x="455" y="604"/>
                  <a:pt x="456" y="604"/>
                </a:cubicBezTo>
                <a:close/>
                <a:moveTo>
                  <a:pt x="456" y="626"/>
                </a:moveTo>
                <a:cubicBezTo>
                  <a:pt x="456" y="631"/>
                  <a:pt x="456" y="631"/>
                  <a:pt x="456" y="631"/>
                </a:cubicBezTo>
                <a:cubicBezTo>
                  <a:pt x="455" y="632"/>
                  <a:pt x="453" y="632"/>
                  <a:pt x="452" y="632"/>
                </a:cubicBezTo>
                <a:cubicBezTo>
                  <a:pt x="452" y="627"/>
                  <a:pt x="452" y="627"/>
                  <a:pt x="452" y="627"/>
                </a:cubicBezTo>
                <a:cubicBezTo>
                  <a:pt x="454" y="627"/>
                  <a:pt x="455" y="626"/>
                  <a:pt x="456" y="626"/>
                </a:cubicBezTo>
                <a:close/>
                <a:moveTo>
                  <a:pt x="456" y="666"/>
                </a:moveTo>
                <a:cubicBezTo>
                  <a:pt x="456" y="707"/>
                  <a:pt x="456" y="707"/>
                  <a:pt x="456" y="707"/>
                </a:cubicBezTo>
                <a:cubicBezTo>
                  <a:pt x="454" y="698"/>
                  <a:pt x="453" y="692"/>
                  <a:pt x="452" y="688"/>
                </a:cubicBezTo>
                <a:cubicBezTo>
                  <a:pt x="452" y="666"/>
                  <a:pt x="452" y="666"/>
                  <a:pt x="452" y="666"/>
                </a:cubicBezTo>
                <a:cubicBezTo>
                  <a:pt x="454" y="666"/>
                  <a:pt x="455" y="666"/>
                  <a:pt x="456" y="666"/>
                </a:cubicBezTo>
                <a:close/>
                <a:moveTo>
                  <a:pt x="456" y="745"/>
                </a:moveTo>
                <a:cubicBezTo>
                  <a:pt x="456" y="760"/>
                  <a:pt x="456" y="760"/>
                  <a:pt x="456" y="760"/>
                </a:cubicBezTo>
                <a:cubicBezTo>
                  <a:pt x="455" y="759"/>
                  <a:pt x="454" y="758"/>
                  <a:pt x="452" y="757"/>
                </a:cubicBezTo>
                <a:cubicBezTo>
                  <a:pt x="452" y="745"/>
                  <a:pt x="452" y="745"/>
                  <a:pt x="452" y="745"/>
                </a:cubicBezTo>
                <a:cubicBezTo>
                  <a:pt x="455" y="745"/>
                  <a:pt x="455" y="745"/>
                  <a:pt x="455" y="745"/>
                </a:cubicBezTo>
                <a:lnTo>
                  <a:pt x="456" y="745"/>
                </a:lnTo>
                <a:close/>
                <a:moveTo>
                  <a:pt x="446" y="4"/>
                </a:moveTo>
                <a:cubicBezTo>
                  <a:pt x="448" y="4"/>
                  <a:pt x="450" y="4"/>
                  <a:pt x="452" y="5"/>
                </a:cubicBezTo>
                <a:cubicBezTo>
                  <a:pt x="452" y="29"/>
                  <a:pt x="452" y="29"/>
                  <a:pt x="452" y="29"/>
                </a:cubicBezTo>
                <a:cubicBezTo>
                  <a:pt x="450" y="24"/>
                  <a:pt x="448" y="20"/>
                  <a:pt x="446" y="17"/>
                </a:cubicBezTo>
                <a:cubicBezTo>
                  <a:pt x="446" y="4"/>
                  <a:pt x="446" y="4"/>
                  <a:pt x="446" y="4"/>
                </a:cubicBezTo>
                <a:close/>
                <a:moveTo>
                  <a:pt x="452" y="789"/>
                </a:moveTo>
                <a:cubicBezTo>
                  <a:pt x="451" y="789"/>
                  <a:pt x="450" y="789"/>
                  <a:pt x="450" y="789"/>
                </a:cubicBezTo>
                <a:cubicBezTo>
                  <a:pt x="448" y="789"/>
                  <a:pt x="447" y="790"/>
                  <a:pt x="446" y="790"/>
                </a:cubicBezTo>
                <a:cubicBezTo>
                  <a:pt x="446" y="776"/>
                  <a:pt x="446" y="776"/>
                  <a:pt x="446" y="776"/>
                </a:cubicBezTo>
                <a:cubicBezTo>
                  <a:pt x="448" y="777"/>
                  <a:pt x="450" y="779"/>
                  <a:pt x="452" y="781"/>
                </a:cubicBezTo>
                <a:cubicBezTo>
                  <a:pt x="452" y="789"/>
                  <a:pt x="452" y="789"/>
                  <a:pt x="452" y="789"/>
                </a:cubicBezTo>
                <a:close/>
                <a:moveTo>
                  <a:pt x="452" y="42"/>
                </a:moveTo>
                <a:cubicBezTo>
                  <a:pt x="452" y="50"/>
                  <a:pt x="452" y="50"/>
                  <a:pt x="452" y="50"/>
                </a:cubicBezTo>
                <a:cubicBezTo>
                  <a:pt x="450" y="50"/>
                  <a:pt x="448" y="50"/>
                  <a:pt x="446" y="50"/>
                </a:cubicBezTo>
                <a:cubicBezTo>
                  <a:pt x="446" y="43"/>
                  <a:pt x="446" y="43"/>
                  <a:pt x="446" y="43"/>
                </a:cubicBezTo>
                <a:cubicBezTo>
                  <a:pt x="448" y="42"/>
                  <a:pt x="450" y="42"/>
                  <a:pt x="452" y="42"/>
                </a:cubicBezTo>
                <a:close/>
                <a:moveTo>
                  <a:pt x="452" y="72"/>
                </a:moveTo>
                <a:cubicBezTo>
                  <a:pt x="452" y="110"/>
                  <a:pt x="452" y="110"/>
                  <a:pt x="452" y="110"/>
                </a:cubicBezTo>
                <a:cubicBezTo>
                  <a:pt x="451" y="111"/>
                  <a:pt x="449" y="112"/>
                  <a:pt x="447" y="113"/>
                </a:cubicBezTo>
                <a:cubicBezTo>
                  <a:pt x="447" y="114"/>
                  <a:pt x="448" y="114"/>
                  <a:pt x="448" y="114"/>
                </a:cubicBezTo>
                <a:cubicBezTo>
                  <a:pt x="449" y="114"/>
                  <a:pt x="451" y="114"/>
                  <a:pt x="452" y="114"/>
                </a:cubicBezTo>
                <a:cubicBezTo>
                  <a:pt x="452" y="125"/>
                  <a:pt x="452" y="125"/>
                  <a:pt x="452" y="125"/>
                </a:cubicBezTo>
                <a:cubicBezTo>
                  <a:pt x="450" y="125"/>
                  <a:pt x="448" y="125"/>
                  <a:pt x="446" y="125"/>
                </a:cubicBezTo>
                <a:cubicBezTo>
                  <a:pt x="446" y="73"/>
                  <a:pt x="446" y="73"/>
                  <a:pt x="446" y="73"/>
                </a:cubicBezTo>
                <a:cubicBezTo>
                  <a:pt x="448" y="73"/>
                  <a:pt x="450" y="73"/>
                  <a:pt x="451" y="73"/>
                </a:cubicBezTo>
                <a:cubicBezTo>
                  <a:pt x="452" y="72"/>
                  <a:pt x="452" y="72"/>
                  <a:pt x="452" y="72"/>
                </a:cubicBezTo>
                <a:close/>
                <a:moveTo>
                  <a:pt x="452" y="128"/>
                </a:moveTo>
                <a:cubicBezTo>
                  <a:pt x="452" y="155"/>
                  <a:pt x="452" y="155"/>
                  <a:pt x="452" y="155"/>
                </a:cubicBezTo>
                <a:cubicBezTo>
                  <a:pt x="452" y="156"/>
                  <a:pt x="452" y="156"/>
                  <a:pt x="451" y="156"/>
                </a:cubicBezTo>
                <a:cubicBezTo>
                  <a:pt x="450" y="155"/>
                  <a:pt x="450" y="155"/>
                  <a:pt x="449" y="154"/>
                </a:cubicBezTo>
                <a:cubicBezTo>
                  <a:pt x="449" y="150"/>
                  <a:pt x="449" y="145"/>
                  <a:pt x="449" y="140"/>
                </a:cubicBezTo>
                <a:cubicBezTo>
                  <a:pt x="448" y="139"/>
                  <a:pt x="447" y="139"/>
                  <a:pt x="446" y="139"/>
                </a:cubicBezTo>
                <a:cubicBezTo>
                  <a:pt x="446" y="127"/>
                  <a:pt x="446" y="127"/>
                  <a:pt x="446" y="127"/>
                </a:cubicBezTo>
                <a:cubicBezTo>
                  <a:pt x="448" y="127"/>
                  <a:pt x="450" y="128"/>
                  <a:pt x="452" y="128"/>
                </a:cubicBezTo>
                <a:close/>
                <a:moveTo>
                  <a:pt x="452" y="170"/>
                </a:moveTo>
                <a:cubicBezTo>
                  <a:pt x="452" y="199"/>
                  <a:pt x="452" y="199"/>
                  <a:pt x="452" y="199"/>
                </a:cubicBezTo>
                <a:cubicBezTo>
                  <a:pt x="450" y="198"/>
                  <a:pt x="448" y="198"/>
                  <a:pt x="446" y="197"/>
                </a:cubicBezTo>
                <a:cubicBezTo>
                  <a:pt x="446" y="193"/>
                  <a:pt x="446" y="193"/>
                  <a:pt x="446" y="193"/>
                </a:cubicBezTo>
                <a:cubicBezTo>
                  <a:pt x="450" y="193"/>
                  <a:pt x="450" y="193"/>
                  <a:pt x="450" y="193"/>
                </a:cubicBezTo>
                <a:cubicBezTo>
                  <a:pt x="448" y="186"/>
                  <a:pt x="448" y="182"/>
                  <a:pt x="446" y="178"/>
                </a:cubicBezTo>
                <a:cubicBezTo>
                  <a:pt x="446" y="168"/>
                  <a:pt x="446" y="168"/>
                  <a:pt x="446" y="168"/>
                </a:cubicBezTo>
                <a:cubicBezTo>
                  <a:pt x="448" y="169"/>
                  <a:pt x="450" y="169"/>
                  <a:pt x="452" y="170"/>
                </a:cubicBezTo>
                <a:close/>
                <a:moveTo>
                  <a:pt x="452" y="224"/>
                </a:moveTo>
                <a:cubicBezTo>
                  <a:pt x="452" y="234"/>
                  <a:pt x="452" y="234"/>
                  <a:pt x="452" y="234"/>
                </a:cubicBezTo>
                <a:cubicBezTo>
                  <a:pt x="450" y="234"/>
                  <a:pt x="448" y="234"/>
                  <a:pt x="446" y="235"/>
                </a:cubicBezTo>
                <a:cubicBezTo>
                  <a:pt x="446" y="224"/>
                  <a:pt x="446" y="224"/>
                  <a:pt x="446" y="224"/>
                </a:cubicBezTo>
                <a:cubicBezTo>
                  <a:pt x="448" y="224"/>
                  <a:pt x="450" y="224"/>
                  <a:pt x="452" y="224"/>
                </a:cubicBezTo>
                <a:close/>
                <a:moveTo>
                  <a:pt x="452" y="244"/>
                </a:moveTo>
                <a:cubicBezTo>
                  <a:pt x="452" y="254"/>
                  <a:pt x="452" y="254"/>
                  <a:pt x="452" y="254"/>
                </a:cubicBezTo>
                <a:cubicBezTo>
                  <a:pt x="450" y="254"/>
                  <a:pt x="448" y="254"/>
                  <a:pt x="446" y="254"/>
                </a:cubicBezTo>
                <a:cubicBezTo>
                  <a:pt x="446" y="241"/>
                  <a:pt x="446" y="241"/>
                  <a:pt x="446" y="241"/>
                </a:cubicBezTo>
                <a:cubicBezTo>
                  <a:pt x="447" y="243"/>
                  <a:pt x="450" y="243"/>
                  <a:pt x="452" y="244"/>
                </a:cubicBezTo>
                <a:close/>
                <a:moveTo>
                  <a:pt x="452" y="262"/>
                </a:moveTo>
                <a:cubicBezTo>
                  <a:pt x="452" y="270"/>
                  <a:pt x="452" y="270"/>
                  <a:pt x="452" y="270"/>
                </a:cubicBezTo>
                <a:cubicBezTo>
                  <a:pt x="450" y="270"/>
                  <a:pt x="448" y="269"/>
                  <a:pt x="446" y="269"/>
                </a:cubicBezTo>
                <a:cubicBezTo>
                  <a:pt x="446" y="259"/>
                  <a:pt x="446" y="259"/>
                  <a:pt x="446" y="259"/>
                </a:cubicBezTo>
                <a:cubicBezTo>
                  <a:pt x="448" y="260"/>
                  <a:pt x="450" y="261"/>
                  <a:pt x="452" y="262"/>
                </a:cubicBezTo>
                <a:close/>
                <a:moveTo>
                  <a:pt x="452" y="283"/>
                </a:moveTo>
                <a:cubicBezTo>
                  <a:pt x="452" y="293"/>
                  <a:pt x="452" y="293"/>
                  <a:pt x="452" y="293"/>
                </a:cubicBezTo>
                <a:cubicBezTo>
                  <a:pt x="450" y="292"/>
                  <a:pt x="448" y="291"/>
                  <a:pt x="446" y="291"/>
                </a:cubicBezTo>
                <a:cubicBezTo>
                  <a:pt x="446" y="281"/>
                  <a:pt x="446" y="281"/>
                  <a:pt x="446" y="281"/>
                </a:cubicBezTo>
                <a:cubicBezTo>
                  <a:pt x="448" y="282"/>
                  <a:pt x="450" y="283"/>
                  <a:pt x="452" y="283"/>
                </a:cubicBezTo>
                <a:close/>
                <a:moveTo>
                  <a:pt x="452" y="308"/>
                </a:moveTo>
                <a:cubicBezTo>
                  <a:pt x="452" y="331"/>
                  <a:pt x="452" y="331"/>
                  <a:pt x="452" y="331"/>
                </a:cubicBezTo>
                <a:cubicBezTo>
                  <a:pt x="452" y="330"/>
                  <a:pt x="451" y="329"/>
                  <a:pt x="450" y="328"/>
                </a:cubicBezTo>
                <a:cubicBezTo>
                  <a:pt x="446" y="326"/>
                  <a:pt x="446" y="326"/>
                  <a:pt x="446" y="326"/>
                </a:cubicBezTo>
                <a:cubicBezTo>
                  <a:pt x="446" y="323"/>
                  <a:pt x="446" y="323"/>
                  <a:pt x="446" y="323"/>
                </a:cubicBezTo>
                <a:cubicBezTo>
                  <a:pt x="446" y="322"/>
                  <a:pt x="447" y="322"/>
                  <a:pt x="448" y="322"/>
                </a:cubicBezTo>
                <a:cubicBezTo>
                  <a:pt x="448" y="318"/>
                  <a:pt x="448" y="314"/>
                  <a:pt x="448" y="310"/>
                </a:cubicBezTo>
                <a:cubicBezTo>
                  <a:pt x="447" y="309"/>
                  <a:pt x="446" y="309"/>
                  <a:pt x="446" y="309"/>
                </a:cubicBezTo>
                <a:cubicBezTo>
                  <a:pt x="446" y="304"/>
                  <a:pt x="446" y="304"/>
                  <a:pt x="446" y="304"/>
                </a:cubicBezTo>
                <a:cubicBezTo>
                  <a:pt x="448" y="305"/>
                  <a:pt x="450" y="307"/>
                  <a:pt x="452" y="308"/>
                </a:cubicBezTo>
                <a:close/>
                <a:moveTo>
                  <a:pt x="452" y="379"/>
                </a:moveTo>
                <a:cubicBezTo>
                  <a:pt x="452" y="390"/>
                  <a:pt x="452" y="390"/>
                  <a:pt x="452" y="390"/>
                </a:cubicBezTo>
                <a:cubicBezTo>
                  <a:pt x="446" y="396"/>
                  <a:pt x="446" y="396"/>
                  <a:pt x="446" y="396"/>
                </a:cubicBezTo>
                <a:cubicBezTo>
                  <a:pt x="446" y="379"/>
                  <a:pt x="446" y="379"/>
                  <a:pt x="446" y="379"/>
                </a:cubicBezTo>
                <a:cubicBezTo>
                  <a:pt x="452" y="379"/>
                  <a:pt x="452" y="379"/>
                  <a:pt x="452" y="379"/>
                </a:cubicBezTo>
                <a:close/>
                <a:moveTo>
                  <a:pt x="452" y="474"/>
                </a:moveTo>
                <a:cubicBezTo>
                  <a:pt x="452" y="480"/>
                  <a:pt x="452" y="480"/>
                  <a:pt x="452" y="480"/>
                </a:cubicBezTo>
                <a:cubicBezTo>
                  <a:pt x="451" y="480"/>
                  <a:pt x="449" y="480"/>
                  <a:pt x="447" y="480"/>
                </a:cubicBezTo>
                <a:cubicBezTo>
                  <a:pt x="447" y="481"/>
                  <a:pt x="447" y="482"/>
                  <a:pt x="447" y="483"/>
                </a:cubicBezTo>
                <a:cubicBezTo>
                  <a:pt x="448" y="484"/>
                  <a:pt x="450" y="485"/>
                  <a:pt x="452" y="486"/>
                </a:cubicBezTo>
                <a:cubicBezTo>
                  <a:pt x="452" y="490"/>
                  <a:pt x="452" y="490"/>
                  <a:pt x="452" y="490"/>
                </a:cubicBezTo>
                <a:cubicBezTo>
                  <a:pt x="450" y="488"/>
                  <a:pt x="448" y="487"/>
                  <a:pt x="446" y="487"/>
                </a:cubicBezTo>
                <a:cubicBezTo>
                  <a:pt x="446" y="479"/>
                  <a:pt x="446" y="479"/>
                  <a:pt x="446" y="479"/>
                </a:cubicBezTo>
                <a:cubicBezTo>
                  <a:pt x="448" y="478"/>
                  <a:pt x="451" y="476"/>
                  <a:pt x="452" y="474"/>
                </a:cubicBezTo>
                <a:close/>
                <a:moveTo>
                  <a:pt x="452" y="491"/>
                </a:moveTo>
                <a:cubicBezTo>
                  <a:pt x="452" y="495"/>
                  <a:pt x="452" y="495"/>
                  <a:pt x="452" y="495"/>
                </a:cubicBezTo>
                <a:cubicBezTo>
                  <a:pt x="450" y="496"/>
                  <a:pt x="448" y="497"/>
                  <a:pt x="446" y="499"/>
                </a:cubicBezTo>
                <a:cubicBezTo>
                  <a:pt x="446" y="493"/>
                  <a:pt x="446" y="493"/>
                  <a:pt x="446" y="493"/>
                </a:cubicBezTo>
                <a:cubicBezTo>
                  <a:pt x="448" y="493"/>
                  <a:pt x="450" y="493"/>
                  <a:pt x="452" y="491"/>
                </a:cubicBezTo>
                <a:close/>
                <a:moveTo>
                  <a:pt x="452" y="511"/>
                </a:moveTo>
                <a:cubicBezTo>
                  <a:pt x="452" y="523"/>
                  <a:pt x="452" y="523"/>
                  <a:pt x="452" y="523"/>
                </a:cubicBezTo>
                <a:cubicBezTo>
                  <a:pt x="450" y="522"/>
                  <a:pt x="448" y="521"/>
                  <a:pt x="446" y="521"/>
                </a:cubicBezTo>
                <a:cubicBezTo>
                  <a:pt x="446" y="511"/>
                  <a:pt x="446" y="511"/>
                  <a:pt x="446" y="511"/>
                </a:cubicBezTo>
                <a:cubicBezTo>
                  <a:pt x="448" y="511"/>
                  <a:pt x="450" y="511"/>
                  <a:pt x="452" y="511"/>
                </a:cubicBezTo>
                <a:close/>
                <a:moveTo>
                  <a:pt x="452" y="535"/>
                </a:moveTo>
                <a:cubicBezTo>
                  <a:pt x="452" y="544"/>
                  <a:pt x="452" y="544"/>
                  <a:pt x="452" y="544"/>
                </a:cubicBezTo>
                <a:cubicBezTo>
                  <a:pt x="450" y="546"/>
                  <a:pt x="448" y="547"/>
                  <a:pt x="446" y="548"/>
                </a:cubicBezTo>
                <a:cubicBezTo>
                  <a:pt x="446" y="539"/>
                  <a:pt x="446" y="539"/>
                  <a:pt x="446" y="539"/>
                </a:cubicBezTo>
                <a:cubicBezTo>
                  <a:pt x="446" y="539"/>
                  <a:pt x="446" y="538"/>
                  <a:pt x="447" y="537"/>
                </a:cubicBezTo>
                <a:cubicBezTo>
                  <a:pt x="448" y="537"/>
                  <a:pt x="450" y="536"/>
                  <a:pt x="452" y="535"/>
                </a:cubicBezTo>
                <a:close/>
                <a:moveTo>
                  <a:pt x="452" y="550"/>
                </a:moveTo>
                <a:cubicBezTo>
                  <a:pt x="452" y="559"/>
                  <a:pt x="452" y="559"/>
                  <a:pt x="452" y="559"/>
                </a:cubicBezTo>
                <a:cubicBezTo>
                  <a:pt x="450" y="560"/>
                  <a:pt x="448" y="560"/>
                  <a:pt x="447" y="561"/>
                </a:cubicBezTo>
                <a:cubicBezTo>
                  <a:pt x="446" y="563"/>
                  <a:pt x="446" y="565"/>
                  <a:pt x="446" y="567"/>
                </a:cubicBezTo>
                <a:cubicBezTo>
                  <a:pt x="446" y="553"/>
                  <a:pt x="446" y="553"/>
                  <a:pt x="446" y="553"/>
                </a:cubicBezTo>
                <a:cubicBezTo>
                  <a:pt x="448" y="552"/>
                  <a:pt x="450" y="552"/>
                  <a:pt x="452" y="550"/>
                </a:cubicBezTo>
                <a:close/>
                <a:moveTo>
                  <a:pt x="452" y="563"/>
                </a:moveTo>
                <a:cubicBezTo>
                  <a:pt x="450" y="565"/>
                  <a:pt x="448" y="566"/>
                  <a:pt x="446" y="567"/>
                </a:cubicBezTo>
                <a:cubicBezTo>
                  <a:pt x="446" y="588"/>
                  <a:pt x="446" y="588"/>
                  <a:pt x="446" y="588"/>
                </a:cubicBezTo>
                <a:cubicBezTo>
                  <a:pt x="446" y="589"/>
                  <a:pt x="447" y="590"/>
                  <a:pt x="448" y="590"/>
                </a:cubicBezTo>
                <a:cubicBezTo>
                  <a:pt x="450" y="590"/>
                  <a:pt x="451" y="589"/>
                  <a:pt x="452" y="589"/>
                </a:cubicBezTo>
                <a:cubicBezTo>
                  <a:pt x="452" y="579"/>
                  <a:pt x="452" y="579"/>
                  <a:pt x="452" y="579"/>
                </a:cubicBezTo>
                <a:cubicBezTo>
                  <a:pt x="452" y="579"/>
                  <a:pt x="451" y="579"/>
                  <a:pt x="450" y="579"/>
                </a:cubicBezTo>
                <a:cubicBezTo>
                  <a:pt x="450" y="578"/>
                  <a:pt x="450" y="576"/>
                  <a:pt x="450" y="574"/>
                </a:cubicBezTo>
                <a:cubicBezTo>
                  <a:pt x="451" y="574"/>
                  <a:pt x="451" y="574"/>
                  <a:pt x="452" y="573"/>
                </a:cubicBezTo>
                <a:cubicBezTo>
                  <a:pt x="452" y="563"/>
                  <a:pt x="452" y="563"/>
                  <a:pt x="452" y="563"/>
                </a:cubicBezTo>
                <a:close/>
                <a:moveTo>
                  <a:pt x="452" y="605"/>
                </a:moveTo>
                <a:cubicBezTo>
                  <a:pt x="452" y="616"/>
                  <a:pt x="452" y="616"/>
                  <a:pt x="452" y="616"/>
                </a:cubicBezTo>
                <a:cubicBezTo>
                  <a:pt x="450" y="614"/>
                  <a:pt x="448" y="613"/>
                  <a:pt x="446" y="613"/>
                </a:cubicBezTo>
                <a:cubicBezTo>
                  <a:pt x="446" y="606"/>
                  <a:pt x="446" y="606"/>
                  <a:pt x="446" y="606"/>
                </a:cubicBezTo>
                <a:cubicBezTo>
                  <a:pt x="448" y="606"/>
                  <a:pt x="450" y="605"/>
                  <a:pt x="452" y="605"/>
                </a:cubicBezTo>
                <a:close/>
                <a:moveTo>
                  <a:pt x="452" y="627"/>
                </a:moveTo>
                <a:cubicBezTo>
                  <a:pt x="452" y="632"/>
                  <a:pt x="452" y="632"/>
                  <a:pt x="452" y="632"/>
                </a:cubicBezTo>
                <a:cubicBezTo>
                  <a:pt x="451" y="633"/>
                  <a:pt x="449" y="633"/>
                  <a:pt x="448" y="633"/>
                </a:cubicBezTo>
                <a:cubicBezTo>
                  <a:pt x="447" y="633"/>
                  <a:pt x="446" y="633"/>
                  <a:pt x="446" y="634"/>
                </a:cubicBezTo>
                <a:cubicBezTo>
                  <a:pt x="446" y="624"/>
                  <a:pt x="446" y="624"/>
                  <a:pt x="446" y="624"/>
                </a:cubicBezTo>
                <a:cubicBezTo>
                  <a:pt x="447" y="626"/>
                  <a:pt x="448" y="627"/>
                  <a:pt x="450" y="628"/>
                </a:cubicBezTo>
                <a:cubicBezTo>
                  <a:pt x="452" y="627"/>
                  <a:pt x="452" y="627"/>
                  <a:pt x="452" y="627"/>
                </a:cubicBezTo>
                <a:close/>
                <a:moveTo>
                  <a:pt x="452" y="666"/>
                </a:moveTo>
                <a:cubicBezTo>
                  <a:pt x="452" y="688"/>
                  <a:pt x="452" y="688"/>
                  <a:pt x="452" y="688"/>
                </a:cubicBezTo>
                <a:cubicBezTo>
                  <a:pt x="451" y="680"/>
                  <a:pt x="450" y="680"/>
                  <a:pt x="450" y="679"/>
                </a:cubicBezTo>
                <a:cubicBezTo>
                  <a:pt x="448" y="681"/>
                  <a:pt x="447" y="683"/>
                  <a:pt x="446" y="684"/>
                </a:cubicBezTo>
                <a:cubicBezTo>
                  <a:pt x="446" y="672"/>
                  <a:pt x="446" y="672"/>
                  <a:pt x="446" y="672"/>
                </a:cubicBezTo>
                <a:cubicBezTo>
                  <a:pt x="448" y="669"/>
                  <a:pt x="449" y="668"/>
                  <a:pt x="449" y="667"/>
                </a:cubicBezTo>
                <a:cubicBezTo>
                  <a:pt x="450" y="667"/>
                  <a:pt x="451" y="666"/>
                  <a:pt x="452" y="666"/>
                </a:cubicBezTo>
                <a:close/>
                <a:moveTo>
                  <a:pt x="452" y="745"/>
                </a:moveTo>
                <a:cubicBezTo>
                  <a:pt x="452" y="757"/>
                  <a:pt x="452" y="757"/>
                  <a:pt x="452" y="757"/>
                </a:cubicBezTo>
                <a:cubicBezTo>
                  <a:pt x="449" y="754"/>
                  <a:pt x="449" y="754"/>
                  <a:pt x="449" y="754"/>
                </a:cubicBezTo>
                <a:cubicBezTo>
                  <a:pt x="446" y="754"/>
                  <a:pt x="446" y="754"/>
                  <a:pt x="446" y="754"/>
                </a:cubicBezTo>
                <a:cubicBezTo>
                  <a:pt x="446" y="745"/>
                  <a:pt x="446" y="745"/>
                  <a:pt x="446" y="745"/>
                </a:cubicBezTo>
                <a:cubicBezTo>
                  <a:pt x="452" y="745"/>
                  <a:pt x="452" y="745"/>
                  <a:pt x="452" y="745"/>
                </a:cubicBezTo>
                <a:close/>
                <a:moveTo>
                  <a:pt x="446" y="535"/>
                </a:moveTo>
                <a:cubicBezTo>
                  <a:pt x="446" y="526"/>
                  <a:pt x="446" y="526"/>
                  <a:pt x="446" y="526"/>
                </a:cubicBezTo>
                <a:cubicBezTo>
                  <a:pt x="447" y="526"/>
                  <a:pt x="447" y="526"/>
                  <a:pt x="447" y="526"/>
                </a:cubicBezTo>
                <a:cubicBezTo>
                  <a:pt x="450" y="529"/>
                  <a:pt x="449" y="529"/>
                  <a:pt x="450" y="533"/>
                </a:cubicBezTo>
                <a:cubicBezTo>
                  <a:pt x="448" y="535"/>
                  <a:pt x="448" y="535"/>
                  <a:pt x="446" y="535"/>
                </a:cubicBezTo>
                <a:close/>
                <a:moveTo>
                  <a:pt x="439" y="3"/>
                </a:moveTo>
                <a:cubicBezTo>
                  <a:pt x="441" y="3"/>
                  <a:pt x="443" y="4"/>
                  <a:pt x="446" y="4"/>
                </a:cubicBezTo>
                <a:cubicBezTo>
                  <a:pt x="446" y="17"/>
                  <a:pt x="446" y="17"/>
                  <a:pt x="446" y="17"/>
                </a:cubicBezTo>
                <a:cubicBezTo>
                  <a:pt x="444" y="14"/>
                  <a:pt x="442" y="13"/>
                  <a:pt x="439" y="12"/>
                </a:cubicBezTo>
                <a:cubicBezTo>
                  <a:pt x="439" y="3"/>
                  <a:pt x="439" y="3"/>
                  <a:pt x="439" y="3"/>
                </a:cubicBezTo>
                <a:close/>
                <a:moveTo>
                  <a:pt x="446" y="790"/>
                </a:moveTo>
                <a:cubicBezTo>
                  <a:pt x="443" y="790"/>
                  <a:pt x="441" y="791"/>
                  <a:pt x="439" y="791"/>
                </a:cubicBezTo>
                <a:cubicBezTo>
                  <a:pt x="439" y="783"/>
                  <a:pt x="439" y="783"/>
                  <a:pt x="439" y="783"/>
                </a:cubicBezTo>
                <a:cubicBezTo>
                  <a:pt x="439" y="769"/>
                  <a:pt x="439" y="769"/>
                  <a:pt x="439" y="769"/>
                </a:cubicBezTo>
                <a:cubicBezTo>
                  <a:pt x="441" y="772"/>
                  <a:pt x="443" y="774"/>
                  <a:pt x="446" y="776"/>
                </a:cubicBezTo>
                <a:cubicBezTo>
                  <a:pt x="446" y="790"/>
                  <a:pt x="446" y="790"/>
                  <a:pt x="446" y="790"/>
                </a:cubicBezTo>
                <a:close/>
                <a:moveTo>
                  <a:pt x="446" y="43"/>
                </a:moveTo>
                <a:cubicBezTo>
                  <a:pt x="446" y="50"/>
                  <a:pt x="446" y="50"/>
                  <a:pt x="446" y="50"/>
                </a:cubicBezTo>
                <a:cubicBezTo>
                  <a:pt x="443" y="50"/>
                  <a:pt x="441" y="49"/>
                  <a:pt x="439" y="48"/>
                </a:cubicBezTo>
                <a:cubicBezTo>
                  <a:pt x="439" y="39"/>
                  <a:pt x="439" y="39"/>
                  <a:pt x="439" y="39"/>
                </a:cubicBezTo>
                <a:cubicBezTo>
                  <a:pt x="441" y="40"/>
                  <a:pt x="443" y="42"/>
                  <a:pt x="446" y="43"/>
                </a:cubicBezTo>
                <a:cubicBezTo>
                  <a:pt x="446" y="43"/>
                  <a:pt x="446" y="43"/>
                  <a:pt x="446" y="43"/>
                </a:cubicBezTo>
                <a:close/>
                <a:moveTo>
                  <a:pt x="446" y="73"/>
                </a:moveTo>
                <a:cubicBezTo>
                  <a:pt x="446" y="125"/>
                  <a:pt x="446" y="125"/>
                  <a:pt x="446" y="125"/>
                </a:cubicBezTo>
                <a:cubicBezTo>
                  <a:pt x="444" y="125"/>
                  <a:pt x="441" y="124"/>
                  <a:pt x="439" y="124"/>
                </a:cubicBezTo>
                <a:cubicBezTo>
                  <a:pt x="439" y="99"/>
                  <a:pt x="439" y="99"/>
                  <a:pt x="439" y="99"/>
                </a:cubicBezTo>
                <a:cubicBezTo>
                  <a:pt x="440" y="98"/>
                  <a:pt x="441" y="98"/>
                  <a:pt x="442" y="98"/>
                </a:cubicBezTo>
                <a:cubicBezTo>
                  <a:pt x="442" y="97"/>
                  <a:pt x="443" y="97"/>
                  <a:pt x="443" y="96"/>
                </a:cubicBezTo>
                <a:cubicBezTo>
                  <a:pt x="439" y="96"/>
                  <a:pt x="439" y="96"/>
                  <a:pt x="439" y="96"/>
                </a:cubicBezTo>
                <a:cubicBezTo>
                  <a:pt x="439" y="87"/>
                  <a:pt x="439" y="87"/>
                  <a:pt x="439" y="87"/>
                </a:cubicBezTo>
                <a:cubicBezTo>
                  <a:pt x="440" y="86"/>
                  <a:pt x="441" y="86"/>
                  <a:pt x="442" y="86"/>
                </a:cubicBezTo>
                <a:cubicBezTo>
                  <a:pt x="439" y="85"/>
                  <a:pt x="439" y="85"/>
                  <a:pt x="439" y="85"/>
                </a:cubicBezTo>
                <a:cubicBezTo>
                  <a:pt x="439" y="73"/>
                  <a:pt x="439" y="73"/>
                  <a:pt x="439" y="73"/>
                </a:cubicBezTo>
                <a:cubicBezTo>
                  <a:pt x="441" y="73"/>
                  <a:pt x="443" y="73"/>
                  <a:pt x="446" y="73"/>
                </a:cubicBezTo>
                <a:close/>
                <a:moveTo>
                  <a:pt x="446" y="127"/>
                </a:moveTo>
                <a:cubicBezTo>
                  <a:pt x="446" y="139"/>
                  <a:pt x="446" y="139"/>
                  <a:pt x="446" y="139"/>
                </a:cubicBezTo>
                <a:cubicBezTo>
                  <a:pt x="444" y="139"/>
                  <a:pt x="441" y="138"/>
                  <a:pt x="439" y="138"/>
                </a:cubicBezTo>
                <a:cubicBezTo>
                  <a:pt x="439" y="126"/>
                  <a:pt x="439" y="126"/>
                  <a:pt x="439" y="126"/>
                </a:cubicBezTo>
                <a:cubicBezTo>
                  <a:pt x="441" y="126"/>
                  <a:pt x="444" y="127"/>
                  <a:pt x="446" y="127"/>
                </a:cubicBezTo>
                <a:close/>
                <a:moveTo>
                  <a:pt x="446" y="168"/>
                </a:moveTo>
                <a:cubicBezTo>
                  <a:pt x="446" y="178"/>
                  <a:pt x="446" y="178"/>
                  <a:pt x="446" y="178"/>
                </a:cubicBezTo>
                <a:cubicBezTo>
                  <a:pt x="444" y="177"/>
                  <a:pt x="442" y="175"/>
                  <a:pt x="439" y="174"/>
                </a:cubicBezTo>
                <a:cubicBezTo>
                  <a:pt x="439" y="167"/>
                  <a:pt x="439" y="167"/>
                  <a:pt x="439" y="167"/>
                </a:cubicBezTo>
                <a:cubicBezTo>
                  <a:pt x="441" y="167"/>
                  <a:pt x="444" y="168"/>
                  <a:pt x="446" y="168"/>
                </a:cubicBezTo>
                <a:close/>
                <a:moveTo>
                  <a:pt x="446" y="193"/>
                </a:moveTo>
                <a:cubicBezTo>
                  <a:pt x="446" y="197"/>
                  <a:pt x="446" y="197"/>
                  <a:pt x="446" y="197"/>
                </a:cubicBezTo>
                <a:cubicBezTo>
                  <a:pt x="443" y="197"/>
                  <a:pt x="441" y="196"/>
                  <a:pt x="439" y="196"/>
                </a:cubicBezTo>
                <a:cubicBezTo>
                  <a:pt x="439" y="189"/>
                  <a:pt x="439" y="189"/>
                  <a:pt x="439" y="189"/>
                </a:cubicBezTo>
                <a:cubicBezTo>
                  <a:pt x="441" y="191"/>
                  <a:pt x="442" y="192"/>
                  <a:pt x="444" y="193"/>
                </a:cubicBezTo>
                <a:cubicBezTo>
                  <a:pt x="446" y="193"/>
                  <a:pt x="446" y="193"/>
                  <a:pt x="446" y="193"/>
                </a:cubicBezTo>
                <a:close/>
                <a:moveTo>
                  <a:pt x="446" y="224"/>
                </a:moveTo>
                <a:cubicBezTo>
                  <a:pt x="446" y="235"/>
                  <a:pt x="446" y="235"/>
                  <a:pt x="446" y="235"/>
                </a:cubicBezTo>
                <a:cubicBezTo>
                  <a:pt x="444" y="235"/>
                  <a:pt x="443" y="236"/>
                  <a:pt x="442" y="237"/>
                </a:cubicBezTo>
                <a:cubicBezTo>
                  <a:pt x="442" y="239"/>
                  <a:pt x="443" y="240"/>
                  <a:pt x="446" y="241"/>
                </a:cubicBezTo>
                <a:cubicBezTo>
                  <a:pt x="446" y="254"/>
                  <a:pt x="446" y="254"/>
                  <a:pt x="446" y="254"/>
                </a:cubicBezTo>
                <a:cubicBezTo>
                  <a:pt x="444" y="253"/>
                  <a:pt x="442" y="253"/>
                  <a:pt x="439" y="253"/>
                </a:cubicBezTo>
                <a:cubicBezTo>
                  <a:pt x="439" y="224"/>
                  <a:pt x="439" y="224"/>
                  <a:pt x="439" y="224"/>
                </a:cubicBezTo>
                <a:cubicBezTo>
                  <a:pt x="441" y="224"/>
                  <a:pt x="443" y="224"/>
                  <a:pt x="446" y="224"/>
                </a:cubicBezTo>
                <a:close/>
                <a:moveTo>
                  <a:pt x="446" y="259"/>
                </a:moveTo>
                <a:cubicBezTo>
                  <a:pt x="446" y="269"/>
                  <a:pt x="446" y="269"/>
                  <a:pt x="446" y="269"/>
                </a:cubicBezTo>
                <a:cubicBezTo>
                  <a:pt x="444" y="269"/>
                  <a:pt x="441" y="269"/>
                  <a:pt x="439" y="268"/>
                </a:cubicBezTo>
                <a:cubicBezTo>
                  <a:pt x="439" y="257"/>
                  <a:pt x="439" y="257"/>
                  <a:pt x="439" y="257"/>
                </a:cubicBezTo>
                <a:cubicBezTo>
                  <a:pt x="441" y="258"/>
                  <a:pt x="443" y="259"/>
                  <a:pt x="446" y="259"/>
                </a:cubicBezTo>
                <a:close/>
                <a:moveTo>
                  <a:pt x="446" y="281"/>
                </a:moveTo>
                <a:cubicBezTo>
                  <a:pt x="446" y="291"/>
                  <a:pt x="446" y="291"/>
                  <a:pt x="446" y="291"/>
                </a:cubicBezTo>
                <a:cubicBezTo>
                  <a:pt x="444" y="290"/>
                  <a:pt x="442" y="290"/>
                  <a:pt x="439" y="289"/>
                </a:cubicBezTo>
                <a:cubicBezTo>
                  <a:pt x="439" y="277"/>
                  <a:pt x="439" y="277"/>
                  <a:pt x="439" y="277"/>
                </a:cubicBezTo>
                <a:cubicBezTo>
                  <a:pt x="441" y="279"/>
                  <a:pt x="443" y="280"/>
                  <a:pt x="446" y="281"/>
                </a:cubicBezTo>
                <a:close/>
                <a:moveTo>
                  <a:pt x="446" y="304"/>
                </a:moveTo>
                <a:cubicBezTo>
                  <a:pt x="446" y="309"/>
                  <a:pt x="446" y="309"/>
                  <a:pt x="446" y="309"/>
                </a:cubicBezTo>
                <a:cubicBezTo>
                  <a:pt x="444" y="308"/>
                  <a:pt x="443" y="308"/>
                  <a:pt x="442" y="307"/>
                </a:cubicBezTo>
                <a:cubicBezTo>
                  <a:pt x="442" y="314"/>
                  <a:pt x="442" y="317"/>
                  <a:pt x="446" y="323"/>
                </a:cubicBezTo>
                <a:cubicBezTo>
                  <a:pt x="446" y="323"/>
                  <a:pt x="446" y="323"/>
                  <a:pt x="446" y="323"/>
                </a:cubicBezTo>
                <a:cubicBezTo>
                  <a:pt x="446" y="326"/>
                  <a:pt x="446" y="326"/>
                  <a:pt x="446" y="326"/>
                </a:cubicBezTo>
                <a:cubicBezTo>
                  <a:pt x="441" y="324"/>
                  <a:pt x="441" y="324"/>
                  <a:pt x="441" y="324"/>
                </a:cubicBezTo>
                <a:cubicBezTo>
                  <a:pt x="441" y="323"/>
                  <a:pt x="441" y="322"/>
                  <a:pt x="441" y="321"/>
                </a:cubicBezTo>
                <a:cubicBezTo>
                  <a:pt x="440" y="321"/>
                  <a:pt x="440" y="321"/>
                  <a:pt x="439" y="321"/>
                </a:cubicBezTo>
                <a:cubicBezTo>
                  <a:pt x="439" y="302"/>
                  <a:pt x="439" y="302"/>
                  <a:pt x="439" y="302"/>
                </a:cubicBezTo>
                <a:cubicBezTo>
                  <a:pt x="441" y="302"/>
                  <a:pt x="444" y="303"/>
                  <a:pt x="446" y="304"/>
                </a:cubicBezTo>
                <a:close/>
                <a:moveTo>
                  <a:pt x="446" y="379"/>
                </a:moveTo>
                <a:cubicBezTo>
                  <a:pt x="446" y="396"/>
                  <a:pt x="446" y="396"/>
                  <a:pt x="446" y="396"/>
                </a:cubicBezTo>
                <a:cubicBezTo>
                  <a:pt x="439" y="400"/>
                  <a:pt x="439" y="400"/>
                  <a:pt x="439" y="400"/>
                </a:cubicBezTo>
                <a:cubicBezTo>
                  <a:pt x="439" y="379"/>
                  <a:pt x="439" y="379"/>
                  <a:pt x="439" y="379"/>
                </a:cubicBezTo>
                <a:cubicBezTo>
                  <a:pt x="446" y="379"/>
                  <a:pt x="446" y="379"/>
                  <a:pt x="446" y="379"/>
                </a:cubicBezTo>
                <a:close/>
                <a:moveTo>
                  <a:pt x="446" y="479"/>
                </a:moveTo>
                <a:cubicBezTo>
                  <a:pt x="446" y="487"/>
                  <a:pt x="446" y="487"/>
                  <a:pt x="446" y="487"/>
                </a:cubicBezTo>
                <a:cubicBezTo>
                  <a:pt x="444" y="487"/>
                  <a:pt x="442" y="486"/>
                  <a:pt x="439" y="486"/>
                </a:cubicBezTo>
                <a:cubicBezTo>
                  <a:pt x="439" y="482"/>
                  <a:pt x="439" y="482"/>
                  <a:pt x="439" y="482"/>
                </a:cubicBezTo>
                <a:cubicBezTo>
                  <a:pt x="442" y="482"/>
                  <a:pt x="444" y="480"/>
                  <a:pt x="446" y="479"/>
                </a:cubicBezTo>
                <a:close/>
                <a:moveTo>
                  <a:pt x="446" y="493"/>
                </a:moveTo>
                <a:cubicBezTo>
                  <a:pt x="446" y="499"/>
                  <a:pt x="446" y="499"/>
                  <a:pt x="446" y="499"/>
                </a:cubicBezTo>
                <a:cubicBezTo>
                  <a:pt x="444" y="499"/>
                  <a:pt x="441" y="501"/>
                  <a:pt x="439" y="501"/>
                </a:cubicBezTo>
                <a:cubicBezTo>
                  <a:pt x="439" y="498"/>
                  <a:pt x="439" y="498"/>
                  <a:pt x="439" y="498"/>
                </a:cubicBezTo>
                <a:cubicBezTo>
                  <a:pt x="441" y="498"/>
                  <a:pt x="441" y="498"/>
                  <a:pt x="441" y="498"/>
                </a:cubicBezTo>
                <a:cubicBezTo>
                  <a:pt x="440" y="497"/>
                  <a:pt x="440" y="496"/>
                  <a:pt x="439" y="495"/>
                </a:cubicBezTo>
                <a:cubicBezTo>
                  <a:pt x="439" y="490"/>
                  <a:pt x="439" y="490"/>
                  <a:pt x="439" y="490"/>
                </a:cubicBezTo>
                <a:cubicBezTo>
                  <a:pt x="440" y="491"/>
                  <a:pt x="441" y="492"/>
                  <a:pt x="443" y="493"/>
                </a:cubicBezTo>
                <a:cubicBezTo>
                  <a:pt x="444" y="493"/>
                  <a:pt x="445" y="493"/>
                  <a:pt x="446" y="493"/>
                </a:cubicBezTo>
                <a:close/>
                <a:moveTo>
                  <a:pt x="446" y="511"/>
                </a:moveTo>
                <a:cubicBezTo>
                  <a:pt x="446" y="521"/>
                  <a:pt x="446" y="521"/>
                  <a:pt x="446" y="521"/>
                </a:cubicBezTo>
                <a:cubicBezTo>
                  <a:pt x="443" y="521"/>
                  <a:pt x="441" y="521"/>
                  <a:pt x="439" y="522"/>
                </a:cubicBezTo>
                <a:cubicBezTo>
                  <a:pt x="439" y="511"/>
                  <a:pt x="439" y="511"/>
                  <a:pt x="439" y="511"/>
                </a:cubicBezTo>
                <a:cubicBezTo>
                  <a:pt x="441" y="511"/>
                  <a:pt x="443" y="511"/>
                  <a:pt x="446" y="511"/>
                </a:cubicBezTo>
                <a:close/>
                <a:moveTo>
                  <a:pt x="446" y="526"/>
                </a:moveTo>
                <a:cubicBezTo>
                  <a:pt x="446" y="535"/>
                  <a:pt x="446" y="535"/>
                  <a:pt x="446" y="535"/>
                </a:cubicBezTo>
                <a:cubicBezTo>
                  <a:pt x="445" y="535"/>
                  <a:pt x="444" y="536"/>
                  <a:pt x="443" y="536"/>
                </a:cubicBezTo>
                <a:cubicBezTo>
                  <a:pt x="441" y="533"/>
                  <a:pt x="441" y="531"/>
                  <a:pt x="441" y="528"/>
                </a:cubicBezTo>
                <a:cubicBezTo>
                  <a:pt x="443" y="526"/>
                  <a:pt x="443" y="526"/>
                  <a:pt x="446" y="526"/>
                </a:cubicBezTo>
                <a:close/>
                <a:moveTo>
                  <a:pt x="446" y="539"/>
                </a:moveTo>
                <a:cubicBezTo>
                  <a:pt x="446" y="548"/>
                  <a:pt x="446" y="548"/>
                  <a:pt x="446" y="548"/>
                </a:cubicBezTo>
                <a:cubicBezTo>
                  <a:pt x="444" y="549"/>
                  <a:pt x="444" y="549"/>
                  <a:pt x="443" y="550"/>
                </a:cubicBezTo>
                <a:cubicBezTo>
                  <a:pt x="442" y="551"/>
                  <a:pt x="442" y="553"/>
                  <a:pt x="442" y="554"/>
                </a:cubicBezTo>
                <a:cubicBezTo>
                  <a:pt x="443" y="554"/>
                  <a:pt x="444" y="554"/>
                  <a:pt x="446" y="553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88"/>
                  <a:pt x="446" y="588"/>
                  <a:pt x="446" y="588"/>
                </a:cubicBezTo>
                <a:cubicBezTo>
                  <a:pt x="443" y="586"/>
                  <a:pt x="441" y="582"/>
                  <a:pt x="439" y="577"/>
                </a:cubicBezTo>
                <a:cubicBezTo>
                  <a:pt x="439" y="546"/>
                  <a:pt x="439" y="546"/>
                  <a:pt x="439" y="546"/>
                </a:cubicBezTo>
                <a:cubicBezTo>
                  <a:pt x="442" y="544"/>
                  <a:pt x="444" y="542"/>
                  <a:pt x="446" y="539"/>
                </a:cubicBezTo>
                <a:close/>
                <a:moveTo>
                  <a:pt x="446" y="606"/>
                </a:moveTo>
                <a:cubicBezTo>
                  <a:pt x="446" y="613"/>
                  <a:pt x="446" y="613"/>
                  <a:pt x="446" y="613"/>
                </a:cubicBezTo>
                <a:cubicBezTo>
                  <a:pt x="444" y="613"/>
                  <a:pt x="442" y="613"/>
                  <a:pt x="439" y="613"/>
                </a:cubicBezTo>
                <a:cubicBezTo>
                  <a:pt x="439" y="607"/>
                  <a:pt x="439" y="607"/>
                  <a:pt x="439" y="607"/>
                </a:cubicBezTo>
                <a:cubicBezTo>
                  <a:pt x="441" y="607"/>
                  <a:pt x="443" y="606"/>
                  <a:pt x="446" y="606"/>
                </a:cubicBezTo>
                <a:close/>
                <a:moveTo>
                  <a:pt x="446" y="624"/>
                </a:moveTo>
                <a:cubicBezTo>
                  <a:pt x="446" y="634"/>
                  <a:pt x="446" y="634"/>
                  <a:pt x="446" y="634"/>
                </a:cubicBezTo>
                <a:cubicBezTo>
                  <a:pt x="444" y="634"/>
                  <a:pt x="441" y="635"/>
                  <a:pt x="439" y="635"/>
                </a:cubicBezTo>
                <a:cubicBezTo>
                  <a:pt x="439" y="630"/>
                  <a:pt x="439" y="630"/>
                  <a:pt x="439" y="630"/>
                </a:cubicBezTo>
                <a:cubicBezTo>
                  <a:pt x="440" y="630"/>
                  <a:pt x="441" y="629"/>
                  <a:pt x="442" y="629"/>
                </a:cubicBezTo>
                <a:cubicBezTo>
                  <a:pt x="441" y="628"/>
                  <a:pt x="440" y="627"/>
                  <a:pt x="439" y="626"/>
                </a:cubicBezTo>
                <a:cubicBezTo>
                  <a:pt x="439" y="617"/>
                  <a:pt x="439" y="617"/>
                  <a:pt x="439" y="617"/>
                </a:cubicBezTo>
                <a:cubicBezTo>
                  <a:pt x="441" y="620"/>
                  <a:pt x="443" y="622"/>
                  <a:pt x="446" y="624"/>
                </a:cubicBezTo>
                <a:close/>
                <a:moveTo>
                  <a:pt x="446" y="672"/>
                </a:moveTo>
                <a:cubicBezTo>
                  <a:pt x="446" y="684"/>
                  <a:pt x="446" y="684"/>
                  <a:pt x="446" y="684"/>
                </a:cubicBezTo>
                <a:cubicBezTo>
                  <a:pt x="445" y="685"/>
                  <a:pt x="445" y="685"/>
                  <a:pt x="445" y="685"/>
                </a:cubicBezTo>
                <a:cubicBezTo>
                  <a:pt x="443" y="683"/>
                  <a:pt x="441" y="681"/>
                  <a:pt x="439" y="679"/>
                </a:cubicBezTo>
                <a:cubicBezTo>
                  <a:pt x="439" y="678"/>
                  <a:pt x="439" y="678"/>
                  <a:pt x="439" y="678"/>
                </a:cubicBezTo>
                <a:cubicBezTo>
                  <a:pt x="442" y="675"/>
                  <a:pt x="444" y="673"/>
                  <a:pt x="446" y="672"/>
                </a:cubicBezTo>
                <a:close/>
                <a:moveTo>
                  <a:pt x="446" y="745"/>
                </a:moveTo>
                <a:cubicBezTo>
                  <a:pt x="446" y="754"/>
                  <a:pt x="446" y="754"/>
                  <a:pt x="446" y="754"/>
                </a:cubicBezTo>
                <a:cubicBezTo>
                  <a:pt x="443" y="754"/>
                  <a:pt x="441" y="754"/>
                  <a:pt x="439" y="754"/>
                </a:cubicBezTo>
                <a:cubicBezTo>
                  <a:pt x="439" y="745"/>
                  <a:pt x="439" y="745"/>
                  <a:pt x="439" y="745"/>
                </a:cubicBezTo>
                <a:cubicBezTo>
                  <a:pt x="446" y="745"/>
                  <a:pt x="446" y="745"/>
                  <a:pt x="446" y="745"/>
                </a:cubicBezTo>
                <a:close/>
                <a:moveTo>
                  <a:pt x="439" y="462"/>
                </a:moveTo>
                <a:cubicBezTo>
                  <a:pt x="439" y="459"/>
                  <a:pt x="439" y="459"/>
                  <a:pt x="439" y="459"/>
                </a:cubicBezTo>
                <a:cubicBezTo>
                  <a:pt x="440" y="461"/>
                  <a:pt x="440" y="462"/>
                  <a:pt x="440" y="463"/>
                </a:cubicBezTo>
                <a:lnTo>
                  <a:pt x="439" y="462"/>
                </a:lnTo>
                <a:close/>
                <a:moveTo>
                  <a:pt x="435" y="2"/>
                </a:moveTo>
                <a:cubicBezTo>
                  <a:pt x="436" y="2"/>
                  <a:pt x="437" y="2"/>
                  <a:pt x="437" y="2"/>
                </a:cubicBezTo>
                <a:cubicBezTo>
                  <a:pt x="438" y="2"/>
                  <a:pt x="439" y="2"/>
                  <a:pt x="439" y="3"/>
                </a:cubicBezTo>
                <a:cubicBezTo>
                  <a:pt x="439" y="12"/>
                  <a:pt x="439" y="12"/>
                  <a:pt x="439" y="12"/>
                </a:cubicBezTo>
                <a:cubicBezTo>
                  <a:pt x="438" y="11"/>
                  <a:pt x="437" y="11"/>
                  <a:pt x="435" y="10"/>
                </a:cubicBezTo>
                <a:cubicBezTo>
                  <a:pt x="435" y="2"/>
                  <a:pt x="435" y="2"/>
                  <a:pt x="435" y="2"/>
                </a:cubicBezTo>
                <a:close/>
                <a:moveTo>
                  <a:pt x="439" y="791"/>
                </a:moveTo>
                <a:cubicBezTo>
                  <a:pt x="438" y="791"/>
                  <a:pt x="437" y="792"/>
                  <a:pt x="435" y="792"/>
                </a:cubicBezTo>
                <a:cubicBezTo>
                  <a:pt x="435" y="785"/>
                  <a:pt x="435" y="785"/>
                  <a:pt x="435" y="785"/>
                </a:cubicBezTo>
                <a:cubicBezTo>
                  <a:pt x="438" y="784"/>
                  <a:pt x="438" y="784"/>
                  <a:pt x="439" y="783"/>
                </a:cubicBezTo>
                <a:cubicBezTo>
                  <a:pt x="439" y="791"/>
                  <a:pt x="439" y="791"/>
                  <a:pt x="439" y="791"/>
                </a:cubicBezTo>
                <a:close/>
                <a:moveTo>
                  <a:pt x="439" y="39"/>
                </a:moveTo>
                <a:cubicBezTo>
                  <a:pt x="439" y="48"/>
                  <a:pt x="439" y="48"/>
                  <a:pt x="439" y="48"/>
                </a:cubicBezTo>
                <a:cubicBezTo>
                  <a:pt x="438" y="48"/>
                  <a:pt x="437" y="47"/>
                  <a:pt x="435" y="47"/>
                </a:cubicBezTo>
                <a:cubicBezTo>
                  <a:pt x="435" y="35"/>
                  <a:pt x="435" y="35"/>
                  <a:pt x="435" y="35"/>
                </a:cubicBezTo>
                <a:cubicBezTo>
                  <a:pt x="436" y="36"/>
                  <a:pt x="438" y="38"/>
                  <a:pt x="439" y="39"/>
                </a:cubicBezTo>
                <a:close/>
                <a:moveTo>
                  <a:pt x="439" y="73"/>
                </a:moveTo>
                <a:cubicBezTo>
                  <a:pt x="439" y="85"/>
                  <a:pt x="439" y="85"/>
                  <a:pt x="439" y="85"/>
                </a:cubicBezTo>
                <a:cubicBezTo>
                  <a:pt x="438" y="85"/>
                  <a:pt x="437" y="84"/>
                  <a:pt x="435" y="84"/>
                </a:cubicBezTo>
                <a:cubicBezTo>
                  <a:pt x="435" y="75"/>
                  <a:pt x="435" y="75"/>
                  <a:pt x="435" y="75"/>
                </a:cubicBezTo>
                <a:cubicBezTo>
                  <a:pt x="436" y="74"/>
                  <a:pt x="438" y="73"/>
                  <a:pt x="439" y="73"/>
                </a:cubicBezTo>
                <a:close/>
                <a:moveTo>
                  <a:pt x="439" y="87"/>
                </a:moveTo>
                <a:cubicBezTo>
                  <a:pt x="439" y="96"/>
                  <a:pt x="439" y="96"/>
                  <a:pt x="439" y="96"/>
                </a:cubicBezTo>
                <a:cubicBezTo>
                  <a:pt x="438" y="96"/>
                  <a:pt x="438" y="96"/>
                  <a:pt x="438" y="96"/>
                </a:cubicBezTo>
                <a:cubicBezTo>
                  <a:pt x="438" y="93"/>
                  <a:pt x="438" y="90"/>
                  <a:pt x="438" y="87"/>
                </a:cubicBezTo>
                <a:cubicBezTo>
                  <a:pt x="439" y="87"/>
                  <a:pt x="439" y="87"/>
                  <a:pt x="439" y="87"/>
                </a:cubicBezTo>
                <a:close/>
                <a:moveTo>
                  <a:pt x="439" y="99"/>
                </a:moveTo>
                <a:cubicBezTo>
                  <a:pt x="439" y="124"/>
                  <a:pt x="439" y="124"/>
                  <a:pt x="439" y="124"/>
                </a:cubicBezTo>
                <a:cubicBezTo>
                  <a:pt x="438" y="124"/>
                  <a:pt x="437" y="124"/>
                  <a:pt x="435" y="124"/>
                </a:cubicBezTo>
                <a:cubicBezTo>
                  <a:pt x="435" y="99"/>
                  <a:pt x="435" y="99"/>
                  <a:pt x="435" y="99"/>
                </a:cubicBezTo>
                <a:cubicBezTo>
                  <a:pt x="437" y="99"/>
                  <a:pt x="438" y="99"/>
                  <a:pt x="439" y="99"/>
                </a:cubicBezTo>
                <a:close/>
                <a:moveTo>
                  <a:pt x="439" y="126"/>
                </a:moveTo>
                <a:cubicBezTo>
                  <a:pt x="439" y="138"/>
                  <a:pt x="439" y="138"/>
                  <a:pt x="439" y="138"/>
                </a:cubicBezTo>
                <a:cubicBezTo>
                  <a:pt x="438" y="138"/>
                  <a:pt x="437" y="138"/>
                  <a:pt x="435" y="137"/>
                </a:cubicBezTo>
                <a:cubicBezTo>
                  <a:pt x="435" y="126"/>
                  <a:pt x="435" y="126"/>
                  <a:pt x="435" y="126"/>
                </a:cubicBezTo>
                <a:cubicBezTo>
                  <a:pt x="437" y="126"/>
                  <a:pt x="438" y="126"/>
                  <a:pt x="439" y="126"/>
                </a:cubicBezTo>
                <a:close/>
                <a:moveTo>
                  <a:pt x="439" y="167"/>
                </a:moveTo>
                <a:cubicBezTo>
                  <a:pt x="439" y="174"/>
                  <a:pt x="439" y="174"/>
                  <a:pt x="439" y="174"/>
                </a:cubicBezTo>
                <a:cubicBezTo>
                  <a:pt x="438" y="173"/>
                  <a:pt x="437" y="173"/>
                  <a:pt x="435" y="173"/>
                </a:cubicBezTo>
                <a:cubicBezTo>
                  <a:pt x="435" y="167"/>
                  <a:pt x="435" y="167"/>
                  <a:pt x="435" y="167"/>
                </a:cubicBezTo>
                <a:cubicBezTo>
                  <a:pt x="437" y="167"/>
                  <a:pt x="438" y="167"/>
                  <a:pt x="439" y="167"/>
                </a:cubicBezTo>
                <a:close/>
                <a:moveTo>
                  <a:pt x="439" y="189"/>
                </a:moveTo>
                <a:cubicBezTo>
                  <a:pt x="439" y="196"/>
                  <a:pt x="439" y="196"/>
                  <a:pt x="439" y="196"/>
                </a:cubicBezTo>
                <a:cubicBezTo>
                  <a:pt x="438" y="196"/>
                  <a:pt x="437" y="195"/>
                  <a:pt x="435" y="195"/>
                </a:cubicBezTo>
                <a:cubicBezTo>
                  <a:pt x="435" y="180"/>
                  <a:pt x="435" y="180"/>
                  <a:pt x="435" y="180"/>
                </a:cubicBezTo>
                <a:cubicBezTo>
                  <a:pt x="436" y="184"/>
                  <a:pt x="437" y="187"/>
                  <a:pt x="439" y="189"/>
                </a:cubicBezTo>
                <a:close/>
                <a:moveTo>
                  <a:pt x="439" y="224"/>
                </a:moveTo>
                <a:cubicBezTo>
                  <a:pt x="439" y="253"/>
                  <a:pt x="439" y="253"/>
                  <a:pt x="439" y="253"/>
                </a:cubicBezTo>
                <a:cubicBezTo>
                  <a:pt x="439" y="253"/>
                  <a:pt x="438" y="253"/>
                  <a:pt x="438" y="253"/>
                </a:cubicBezTo>
                <a:cubicBezTo>
                  <a:pt x="438" y="254"/>
                  <a:pt x="438" y="255"/>
                  <a:pt x="438" y="256"/>
                </a:cubicBezTo>
                <a:cubicBezTo>
                  <a:pt x="438" y="256"/>
                  <a:pt x="439" y="256"/>
                  <a:pt x="439" y="257"/>
                </a:cubicBezTo>
                <a:cubicBezTo>
                  <a:pt x="439" y="268"/>
                  <a:pt x="439" y="268"/>
                  <a:pt x="439" y="268"/>
                </a:cubicBezTo>
                <a:cubicBezTo>
                  <a:pt x="438" y="268"/>
                  <a:pt x="437" y="268"/>
                  <a:pt x="436" y="268"/>
                </a:cubicBezTo>
                <a:cubicBezTo>
                  <a:pt x="435" y="273"/>
                  <a:pt x="437" y="275"/>
                  <a:pt x="439" y="277"/>
                </a:cubicBezTo>
                <a:cubicBezTo>
                  <a:pt x="439" y="289"/>
                  <a:pt x="439" y="289"/>
                  <a:pt x="439" y="289"/>
                </a:cubicBezTo>
                <a:cubicBezTo>
                  <a:pt x="438" y="289"/>
                  <a:pt x="437" y="288"/>
                  <a:pt x="435" y="288"/>
                </a:cubicBezTo>
                <a:cubicBezTo>
                  <a:pt x="435" y="226"/>
                  <a:pt x="435" y="226"/>
                  <a:pt x="435" y="226"/>
                </a:cubicBezTo>
                <a:cubicBezTo>
                  <a:pt x="436" y="225"/>
                  <a:pt x="438" y="225"/>
                  <a:pt x="439" y="224"/>
                </a:cubicBezTo>
                <a:close/>
                <a:moveTo>
                  <a:pt x="439" y="302"/>
                </a:moveTo>
                <a:cubicBezTo>
                  <a:pt x="439" y="321"/>
                  <a:pt x="439" y="321"/>
                  <a:pt x="439" y="321"/>
                </a:cubicBezTo>
                <a:cubicBezTo>
                  <a:pt x="438" y="321"/>
                  <a:pt x="436" y="320"/>
                  <a:pt x="435" y="320"/>
                </a:cubicBezTo>
                <a:cubicBezTo>
                  <a:pt x="435" y="317"/>
                  <a:pt x="435" y="317"/>
                  <a:pt x="435" y="317"/>
                </a:cubicBezTo>
                <a:cubicBezTo>
                  <a:pt x="436" y="317"/>
                  <a:pt x="437" y="318"/>
                  <a:pt x="437" y="318"/>
                </a:cubicBezTo>
                <a:cubicBezTo>
                  <a:pt x="438" y="313"/>
                  <a:pt x="438" y="308"/>
                  <a:pt x="435" y="305"/>
                </a:cubicBezTo>
                <a:cubicBezTo>
                  <a:pt x="435" y="300"/>
                  <a:pt x="435" y="300"/>
                  <a:pt x="435" y="300"/>
                </a:cubicBezTo>
                <a:cubicBezTo>
                  <a:pt x="437" y="301"/>
                  <a:pt x="438" y="301"/>
                  <a:pt x="439" y="302"/>
                </a:cubicBezTo>
                <a:close/>
                <a:moveTo>
                  <a:pt x="439" y="379"/>
                </a:moveTo>
                <a:cubicBezTo>
                  <a:pt x="439" y="400"/>
                  <a:pt x="439" y="400"/>
                  <a:pt x="439" y="400"/>
                </a:cubicBezTo>
                <a:cubicBezTo>
                  <a:pt x="435" y="403"/>
                  <a:pt x="435" y="403"/>
                  <a:pt x="435" y="403"/>
                </a:cubicBezTo>
                <a:cubicBezTo>
                  <a:pt x="435" y="378"/>
                  <a:pt x="435" y="378"/>
                  <a:pt x="435" y="378"/>
                </a:cubicBezTo>
                <a:cubicBezTo>
                  <a:pt x="439" y="379"/>
                  <a:pt x="439" y="379"/>
                  <a:pt x="439" y="379"/>
                </a:cubicBezTo>
                <a:close/>
                <a:moveTo>
                  <a:pt x="439" y="459"/>
                </a:moveTo>
                <a:cubicBezTo>
                  <a:pt x="439" y="462"/>
                  <a:pt x="439" y="462"/>
                  <a:pt x="439" y="462"/>
                </a:cubicBezTo>
                <a:cubicBezTo>
                  <a:pt x="435" y="459"/>
                  <a:pt x="435" y="459"/>
                  <a:pt x="435" y="459"/>
                </a:cubicBezTo>
                <a:cubicBezTo>
                  <a:pt x="435" y="445"/>
                  <a:pt x="435" y="445"/>
                  <a:pt x="435" y="445"/>
                </a:cubicBezTo>
                <a:cubicBezTo>
                  <a:pt x="437" y="451"/>
                  <a:pt x="438" y="455"/>
                  <a:pt x="439" y="459"/>
                </a:cubicBezTo>
                <a:close/>
                <a:moveTo>
                  <a:pt x="439" y="482"/>
                </a:moveTo>
                <a:cubicBezTo>
                  <a:pt x="439" y="486"/>
                  <a:pt x="439" y="486"/>
                  <a:pt x="439" y="486"/>
                </a:cubicBezTo>
                <a:cubicBezTo>
                  <a:pt x="438" y="486"/>
                  <a:pt x="437" y="486"/>
                  <a:pt x="436" y="487"/>
                </a:cubicBezTo>
                <a:cubicBezTo>
                  <a:pt x="436" y="487"/>
                  <a:pt x="436" y="488"/>
                  <a:pt x="436" y="489"/>
                </a:cubicBezTo>
                <a:cubicBezTo>
                  <a:pt x="438" y="489"/>
                  <a:pt x="438" y="489"/>
                  <a:pt x="439" y="490"/>
                </a:cubicBezTo>
                <a:cubicBezTo>
                  <a:pt x="439" y="495"/>
                  <a:pt x="439" y="495"/>
                  <a:pt x="439" y="495"/>
                </a:cubicBezTo>
                <a:cubicBezTo>
                  <a:pt x="438" y="494"/>
                  <a:pt x="437" y="493"/>
                  <a:pt x="435" y="492"/>
                </a:cubicBezTo>
                <a:cubicBezTo>
                  <a:pt x="435" y="484"/>
                  <a:pt x="435" y="484"/>
                  <a:pt x="435" y="484"/>
                </a:cubicBezTo>
                <a:cubicBezTo>
                  <a:pt x="437" y="484"/>
                  <a:pt x="438" y="483"/>
                  <a:pt x="439" y="482"/>
                </a:cubicBezTo>
                <a:close/>
                <a:moveTo>
                  <a:pt x="439" y="498"/>
                </a:moveTo>
                <a:cubicBezTo>
                  <a:pt x="439" y="501"/>
                  <a:pt x="439" y="501"/>
                  <a:pt x="439" y="501"/>
                </a:cubicBezTo>
                <a:cubicBezTo>
                  <a:pt x="438" y="502"/>
                  <a:pt x="437" y="503"/>
                  <a:pt x="435" y="503"/>
                </a:cubicBezTo>
                <a:cubicBezTo>
                  <a:pt x="435" y="499"/>
                  <a:pt x="435" y="499"/>
                  <a:pt x="435" y="499"/>
                </a:cubicBezTo>
                <a:cubicBezTo>
                  <a:pt x="437" y="499"/>
                  <a:pt x="438" y="499"/>
                  <a:pt x="439" y="498"/>
                </a:cubicBezTo>
                <a:close/>
                <a:moveTo>
                  <a:pt x="439" y="511"/>
                </a:moveTo>
                <a:cubicBezTo>
                  <a:pt x="439" y="522"/>
                  <a:pt x="439" y="522"/>
                  <a:pt x="439" y="522"/>
                </a:cubicBezTo>
                <a:cubicBezTo>
                  <a:pt x="438" y="523"/>
                  <a:pt x="437" y="523"/>
                  <a:pt x="435" y="524"/>
                </a:cubicBezTo>
                <a:cubicBezTo>
                  <a:pt x="435" y="512"/>
                  <a:pt x="435" y="512"/>
                  <a:pt x="435" y="512"/>
                </a:cubicBezTo>
                <a:cubicBezTo>
                  <a:pt x="436" y="511"/>
                  <a:pt x="438" y="511"/>
                  <a:pt x="439" y="511"/>
                </a:cubicBezTo>
                <a:close/>
                <a:moveTo>
                  <a:pt x="439" y="546"/>
                </a:moveTo>
                <a:cubicBezTo>
                  <a:pt x="439" y="577"/>
                  <a:pt x="439" y="577"/>
                  <a:pt x="439" y="577"/>
                </a:cubicBezTo>
                <a:cubicBezTo>
                  <a:pt x="437" y="571"/>
                  <a:pt x="436" y="565"/>
                  <a:pt x="435" y="559"/>
                </a:cubicBezTo>
                <a:cubicBezTo>
                  <a:pt x="435" y="549"/>
                  <a:pt x="435" y="549"/>
                  <a:pt x="435" y="549"/>
                </a:cubicBezTo>
                <a:cubicBezTo>
                  <a:pt x="436" y="548"/>
                  <a:pt x="438" y="547"/>
                  <a:pt x="439" y="546"/>
                </a:cubicBezTo>
                <a:close/>
                <a:moveTo>
                  <a:pt x="439" y="607"/>
                </a:moveTo>
                <a:cubicBezTo>
                  <a:pt x="439" y="613"/>
                  <a:pt x="439" y="613"/>
                  <a:pt x="439" y="613"/>
                </a:cubicBezTo>
                <a:cubicBezTo>
                  <a:pt x="439" y="613"/>
                  <a:pt x="438" y="613"/>
                  <a:pt x="437" y="613"/>
                </a:cubicBezTo>
                <a:cubicBezTo>
                  <a:pt x="438" y="615"/>
                  <a:pt x="438" y="616"/>
                  <a:pt x="439" y="617"/>
                </a:cubicBezTo>
                <a:cubicBezTo>
                  <a:pt x="439" y="626"/>
                  <a:pt x="439" y="626"/>
                  <a:pt x="439" y="626"/>
                </a:cubicBezTo>
                <a:cubicBezTo>
                  <a:pt x="438" y="625"/>
                  <a:pt x="437" y="623"/>
                  <a:pt x="435" y="622"/>
                </a:cubicBezTo>
                <a:cubicBezTo>
                  <a:pt x="435" y="608"/>
                  <a:pt x="435" y="608"/>
                  <a:pt x="435" y="608"/>
                </a:cubicBezTo>
                <a:cubicBezTo>
                  <a:pt x="436" y="608"/>
                  <a:pt x="437" y="607"/>
                  <a:pt x="438" y="607"/>
                </a:cubicBezTo>
                <a:cubicBezTo>
                  <a:pt x="439" y="607"/>
                  <a:pt x="439" y="607"/>
                  <a:pt x="439" y="607"/>
                </a:cubicBezTo>
                <a:close/>
                <a:moveTo>
                  <a:pt x="439" y="630"/>
                </a:moveTo>
                <a:cubicBezTo>
                  <a:pt x="439" y="635"/>
                  <a:pt x="439" y="635"/>
                  <a:pt x="439" y="635"/>
                </a:cubicBezTo>
                <a:cubicBezTo>
                  <a:pt x="438" y="635"/>
                  <a:pt x="437" y="636"/>
                  <a:pt x="435" y="636"/>
                </a:cubicBezTo>
                <a:cubicBezTo>
                  <a:pt x="435" y="631"/>
                  <a:pt x="435" y="631"/>
                  <a:pt x="435" y="631"/>
                </a:cubicBezTo>
                <a:cubicBezTo>
                  <a:pt x="437" y="631"/>
                  <a:pt x="438" y="631"/>
                  <a:pt x="439" y="630"/>
                </a:cubicBezTo>
                <a:close/>
                <a:moveTo>
                  <a:pt x="439" y="678"/>
                </a:moveTo>
                <a:cubicBezTo>
                  <a:pt x="439" y="679"/>
                  <a:pt x="439" y="679"/>
                  <a:pt x="439" y="679"/>
                </a:cubicBezTo>
                <a:cubicBezTo>
                  <a:pt x="439" y="679"/>
                  <a:pt x="439" y="679"/>
                  <a:pt x="439" y="679"/>
                </a:cubicBezTo>
                <a:cubicBezTo>
                  <a:pt x="439" y="678"/>
                  <a:pt x="439" y="678"/>
                  <a:pt x="439" y="678"/>
                </a:cubicBezTo>
                <a:close/>
                <a:moveTo>
                  <a:pt x="439" y="745"/>
                </a:moveTo>
                <a:cubicBezTo>
                  <a:pt x="439" y="754"/>
                  <a:pt x="439" y="754"/>
                  <a:pt x="439" y="754"/>
                </a:cubicBezTo>
                <a:cubicBezTo>
                  <a:pt x="438" y="754"/>
                  <a:pt x="436" y="754"/>
                  <a:pt x="435" y="754"/>
                </a:cubicBezTo>
                <a:cubicBezTo>
                  <a:pt x="435" y="746"/>
                  <a:pt x="435" y="746"/>
                  <a:pt x="435" y="746"/>
                </a:cubicBezTo>
                <a:cubicBezTo>
                  <a:pt x="436" y="746"/>
                  <a:pt x="437" y="746"/>
                  <a:pt x="437" y="745"/>
                </a:cubicBezTo>
                <a:cubicBezTo>
                  <a:pt x="439" y="745"/>
                  <a:pt x="439" y="745"/>
                  <a:pt x="439" y="745"/>
                </a:cubicBezTo>
                <a:close/>
                <a:moveTo>
                  <a:pt x="439" y="769"/>
                </a:moveTo>
                <a:cubicBezTo>
                  <a:pt x="438" y="768"/>
                  <a:pt x="436" y="766"/>
                  <a:pt x="435" y="764"/>
                </a:cubicBezTo>
                <a:cubicBezTo>
                  <a:pt x="435" y="777"/>
                  <a:pt x="435" y="777"/>
                  <a:pt x="435" y="777"/>
                </a:cubicBezTo>
                <a:cubicBezTo>
                  <a:pt x="436" y="779"/>
                  <a:pt x="438" y="781"/>
                  <a:pt x="439" y="783"/>
                </a:cubicBezTo>
                <a:lnTo>
                  <a:pt x="439" y="769"/>
                </a:lnTo>
                <a:close/>
                <a:moveTo>
                  <a:pt x="427" y="2"/>
                </a:moveTo>
                <a:cubicBezTo>
                  <a:pt x="430" y="2"/>
                  <a:pt x="433" y="2"/>
                  <a:pt x="435" y="2"/>
                </a:cubicBezTo>
                <a:cubicBezTo>
                  <a:pt x="435" y="10"/>
                  <a:pt x="435" y="10"/>
                  <a:pt x="435" y="10"/>
                </a:cubicBezTo>
                <a:cubicBezTo>
                  <a:pt x="433" y="10"/>
                  <a:pt x="430" y="10"/>
                  <a:pt x="427" y="10"/>
                </a:cubicBezTo>
                <a:cubicBezTo>
                  <a:pt x="427" y="2"/>
                  <a:pt x="427" y="2"/>
                  <a:pt x="427" y="2"/>
                </a:cubicBezTo>
                <a:close/>
                <a:moveTo>
                  <a:pt x="435" y="792"/>
                </a:moveTo>
                <a:cubicBezTo>
                  <a:pt x="433" y="792"/>
                  <a:pt x="430" y="792"/>
                  <a:pt x="427" y="792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31" y="785"/>
                  <a:pt x="433" y="785"/>
                  <a:pt x="435" y="785"/>
                </a:cubicBezTo>
                <a:cubicBezTo>
                  <a:pt x="435" y="792"/>
                  <a:pt x="435" y="792"/>
                  <a:pt x="435" y="792"/>
                </a:cubicBezTo>
                <a:close/>
                <a:moveTo>
                  <a:pt x="435" y="35"/>
                </a:moveTo>
                <a:cubicBezTo>
                  <a:pt x="435" y="47"/>
                  <a:pt x="435" y="47"/>
                  <a:pt x="435" y="47"/>
                </a:cubicBezTo>
                <a:cubicBezTo>
                  <a:pt x="435" y="46"/>
                  <a:pt x="434" y="46"/>
                  <a:pt x="433" y="46"/>
                </a:cubicBezTo>
                <a:cubicBezTo>
                  <a:pt x="431" y="46"/>
                  <a:pt x="429" y="46"/>
                  <a:pt x="427" y="46"/>
                </a:cubicBezTo>
                <a:cubicBezTo>
                  <a:pt x="427" y="22"/>
                  <a:pt x="427" y="22"/>
                  <a:pt x="427" y="22"/>
                </a:cubicBezTo>
                <a:cubicBezTo>
                  <a:pt x="430" y="27"/>
                  <a:pt x="432" y="31"/>
                  <a:pt x="435" y="35"/>
                </a:cubicBezTo>
                <a:close/>
                <a:moveTo>
                  <a:pt x="435" y="75"/>
                </a:moveTo>
                <a:cubicBezTo>
                  <a:pt x="435" y="84"/>
                  <a:pt x="435" y="84"/>
                  <a:pt x="435" y="84"/>
                </a:cubicBezTo>
                <a:cubicBezTo>
                  <a:pt x="435" y="84"/>
                  <a:pt x="435" y="84"/>
                  <a:pt x="435" y="84"/>
                </a:cubicBezTo>
                <a:cubicBezTo>
                  <a:pt x="434" y="81"/>
                  <a:pt x="434" y="78"/>
                  <a:pt x="434" y="76"/>
                </a:cubicBezTo>
                <a:cubicBezTo>
                  <a:pt x="435" y="75"/>
                  <a:pt x="435" y="75"/>
                  <a:pt x="435" y="75"/>
                </a:cubicBezTo>
                <a:close/>
                <a:moveTo>
                  <a:pt x="435" y="99"/>
                </a:moveTo>
                <a:cubicBezTo>
                  <a:pt x="435" y="124"/>
                  <a:pt x="435" y="124"/>
                  <a:pt x="435" y="124"/>
                </a:cubicBezTo>
                <a:cubicBezTo>
                  <a:pt x="433" y="124"/>
                  <a:pt x="430" y="123"/>
                  <a:pt x="427" y="123"/>
                </a:cubicBezTo>
                <a:cubicBezTo>
                  <a:pt x="427" y="110"/>
                  <a:pt x="427" y="110"/>
                  <a:pt x="427" y="110"/>
                </a:cubicBezTo>
                <a:cubicBezTo>
                  <a:pt x="429" y="110"/>
                  <a:pt x="430" y="110"/>
                  <a:pt x="431" y="110"/>
                </a:cubicBezTo>
                <a:cubicBezTo>
                  <a:pt x="428" y="106"/>
                  <a:pt x="426" y="105"/>
                  <a:pt x="429" y="99"/>
                </a:cubicBezTo>
                <a:cubicBezTo>
                  <a:pt x="431" y="99"/>
                  <a:pt x="433" y="99"/>
                  <a:pt x="435" y="99"/>
                </a:cubicBezTo>
                <a:close/>
                <a:moveTo>
                  <a:pt x="435" y="126"/>
                </a:moveTo>
                <a:cubicBezTo>
                  <a:pt x="435" y="137"/>
                  <a:pt x="435" y="137"/>
                  <a:pt x="435" y="137"/>
                </a:cubicBezTo>
                <a:cubicBezTo>
                  <a:pt x="433" y="137"/>
                  <a:pt x="430" y="137"/>
                  <a:pt x="427" y="136"/>
                </a:cubicBezTo>
                <a:cubicBezTo>
                  <a:pt x="427" y="126"/>
                  <a:pt x="427" y="126"/>
                  <a:pt x="427" y="126"/>
                </a:cubicBezTo>
                <a:cubicBezTo>
                  <a:pt x="430" y="125"/>
                  <a:pt x="432" y="125"/>
                  <a:pt x="435" y="126"/>
                </a:cubicBezTo>
                <a:close/>
                <a:moveTo>
                  <a:pt x="435" y="167"/>
                </a:moveTo>
                <a:cubicBezTo>
                  <a:pt x="435" y="173"/>
                  <a:pt x="435" y="173"/>
                  <a:pt x="435" y="173"/>
                </a:cubicBezTo>
                <a:cubicBezTo>
                  <a:pt x="434" y="173"/>
                  <a:pt x="433" y="172"/>
                  <a:pt x="433" y="172"/>
                </a:cubicBezTo>
                <a:cubicBezTo>
                  <a:pt x="433" y="175"/>
                  <a:pt x="434" y="177"/>
                  <a:pt x="435" y="180"/>
                </a:cubicBezTo>
                <a:cubicBezTo>
                  <a:pt x="435" y="195"/>
                  <a:pt x="435" y="195"/>
                  <a:pt x="435" y="195"/>
                </a:cubicBezTo>
                <a:cubicBezTo>
                  <a:pt x="433" y="195"/>
                  <a:pt x="430" y="194"/>
                  <a:pt x="427" y="194"/>
                </a:cubicBezTo>
                <a:cubicBezTo>
                  <a:pt x="427" y="190"/>
                  <a:pt x="427" y="190"/>
                  <a:pt x="427" y="190"/>
                </a:cubicBezTo>
                <a:cubicBezTo>
                  <a:pt x="429" y="189"/>
                  <a:pt x="431" y="189"/>
                  <a:pt x="432" y="189"/>
                </a:cubicBezTo>
                <a:cubicBezTo>
                  <a:pt x="430" y="184"/>
                  <a:pt x="429" y="180"/>
                  <a:pt x="427" y="177"/>
                </a:cubicBezTo>
                <a:cubicBezTo>
                  <a:pt x="427" y="166"/>
                  <a:pt x="427" y="166"/>
                  <a:pt x="427" y="166"/>
                </a:cubicBezTo>
                <a:cubicBezTo>
                  <a:pt x="430" y="166"/>
                  <a:pt x="433" y="166"/>
                  <a:pt x="435" y="167"/>
                </a:cubicBezTo>
                <a:close/>
                <a:moveTo>
                  <a:pt x="435" y="226"/>
                </a:moveTo>
                <a:cubicBezTo>
                  <a:pt x="435" y="288"/>
                  <a:pt x="435" y="288"/>
                  <a:pt x="435" y="288"/>
                </a:cubicBezTo>
                <a:cubicBezTo>
                  <a:pt x="433" y="288"/>
                  <a:pt x="433" y="288"/>
                  <a:pt x="433" y="288"/>
                </a:cubicBezTo>
                <a:cubicBezTo>
                  <a:pt x="429" y="283"/>
                  <a:pt x="429" y="282"/>
                  <a:pt x="427" y="279"/>
                </a:cubicBezTo>
                <a:cubicBezTo>
                  <a:pt x="427" y="263"/>
                  <a:pt x="427" y="263"/>
                  <a:pt x="427" y="263"/>
                </a:cubicBezTo>
                <a:cubicBezTo>
                  <a:pt x="428" y="257"/>
                  <a:pt x="430" y="247"/>
                  <a:pt x="432" y="230"/>
                </a:cubicBezTo>
                <a:cubicBezTo>
                  <a:pt x="433" y="228"/>
                  <a:pt x="434" y="227"/>
                  <a:pt x="435" y="226"/>
                </a:cubicBezTo>
                <a:close/>
                <a:moveTo>
                  <a:pt x="435" y="300"/>
                </a:moveTo>
                <a:cubicBezTo>
                  <a:pt x="435" y="305"/>
                  <a:pt x="435" y="305"/>
                  <a:pt x="435" y="305"/>
                </a:cubicBezTo>
                <a:cubicBezTo>
                  <a:pt x="434" y="304"/>
                  <a:pt x="432" y="303"/>
                  <a:pt x="429" y="304"/>
                </a:cubicBezTo>
                <a:cubicBezTo>
                  <a:pt x="430" y="308"/>
                  <a:pt x="431" y="312"/>
                  <a:pt x="433" y="316"/>
                </a:cubicBezTo>
                <a:cubicBezTo>
                  <a:pt x="433" y="316"/>
                  <a:pt x="434" y="317"/>
                  <a:pt x="435" y="317"/>
                </a:cubicBezTo>
                <a:cubicBezTo>
                  <a:pt x="435" y="320"/>
                  <a:pt x="435" y="320"/>
                  <a:pt x="435" y="320"/>
                </a:cubicBezTo>
                <a:cubicBezTo>
                  <a:pt x="433" y="319"/>
                  <a:pt x="430" y="318"/>
                  <a:pt x="427" y="317"/>
                </a:cubicBezTo>
                <a:cubicBezTo>
                  <a:pt x="427" y="298"/>
                  <a:pt x="427" y="298"/>
                  <a:pt x="427" y="298"/>
                </a:cubicBezTo>
                <a:cubicBezTo>
                  <a:pt x="430" y="298"/>
                  <a:pt x="433" y="299"/>
                  <a:pt x="435" y="300"/>
                </a:cubicBezTo>
                <a:close/>
                <a:moveTo>
                  <a:pt x="435" y="378"/>
                </a:moveTo>
                <a:cubicBezTo>
                  <a:pt x="435" y="403"/>
                  <a:pt x="435" y="403"/>
                  <a:pt x="435" y="403"/>
                </a:cubicBezTo>
                <a:cubicBezTo>
                  <a:pt x="427" y="409"/>
                  <a:pt x="427" y="409"/>
                  <a:pt x="427" y="409"/>
                </a:cubicBezTo>
                <a:cubicBezTo>
                  <a:pt x="427" y="378"/>
                  <a:pt x="427" y="378"/>
                  <a:pt x="427" y="378"/>
                </a:cubicBezTo>
                <a:cubicBezTo>
                  <a:pt x="435" y="378"/>
                  <a:pt x="435" y="378"/>
                  <a:pt x="435" y="378"/>
                </a:cubicBezTo>
                <a:close/>
                <a:moveTo>
                  <a:pt x="435" y="445"/>
                </a:moveTo>
                <a:cubicBezTo>
                  <a:pt x="435" y="459"/>
                  <a:pt x="435" y="459"/>
                  <a:pt x="435" y="459"/>
                </a:cubicBezTo>
                <a:cubicBezTo>
                  <a:pt x="427" y="454"/>
                  <a:pt x="427" y="454"/>
                  <a:pt x="427" y="454"/>
                </a:cubicBezTo>
                <a:cubicBezTo>
                  <a:pt x="427" y="420"/>
                  <a:pt x="427" y="420"/>
                  <a:pt x="427" y="420"/>
                </a:cubicBezTo>
                <a:cubicBezTo>
                  <a:pt x="429" y="427"/>
                  <a:pt x="433" y="436"/>
                  <a:pt x="435" y="445"/>
                </a:cubicBezTo>
                <a:close/>
                <a:moveTo>
                  <a:pt x="435" y="484"/>
                </a:moveTo>
                <a:cubicBezTo>
                  <a:pt x="435" y="492"/>
                  <a:pt x="435" y="492"/>
                  <a:pt x="435" y="492"/>
                </a:cubicBezTo>
                <a:cubicBezTo>
                  <a:pt x="433" y="491"/>
                  <a:pt x="430" y="491"/>
                  <a:pt x="427" y="491"/>
                </a:cubicBezTo>
                <a:cubicBezTo>
                  <a:pt x="427" y="487"/>
                  <a:pt x="427" y="487"/>
                  <a:pt x="427" y="487"/>
                </a:cubicBezTo>
                <a:cubicBezTo>
                  <a:pt x="430" y="486"/>
                  <a:pt x="433" y="485"/>
                  <a:pt x="435" y="484"/>
                </a:cubicBezTo>
                <a:close/>
                <a:moveTo>
                  <a:pt x="435" y="499"/>
                </a:moveTo>
                <a:cubicBezTo>
                  <a:pt x="435" y="503"/>
                  <a:pt x="435" y="503"/>
                  <a:pt x="435" y="503"/>
                </a:cubicBezTo>
                <a:cubicBezTo>
                  <a:pt x="433" y="504"/>
                  <a:pt x="430" y="505"/>
                  <a:pt x="427" y="506"/>
                </a:cubicBezTo>
                <a:cubicBezTo>
                  <a:pt x="427" y="503"/>
                  <a:pt x="427" y="503"/>
                  <a:pt x="427" y="503"/>
                </a:cubicBezTo>
                <a:cubicBezTo>
                  <a:pt x="429" y="503"/>
                  <a:pt x="429" y="503"/>
                  <a:pt x="429" y="503"/>
                </a:cubicBezTo>
                <a:cubicBezTo>
                  <a:pt x="429" y="502"/>
                  <a:pt x="428" y="501"/>
                  <a:pt x="427" y="500"/>
                </a:cubicBezTo>
                <a:cubicBezTo>
                  <a:pt x="427" y="495"/>
                  <a:pt x="427" y="495"/>
                  <a:pt x="427" y="495"/>
                </a:cubicBezTo>
                <a:cubicBezTo>
                  <a:pt x="429" y="496"/>
                  <a:pt x="431" y="498"/>
                  <a:pt x="433" y="499"/>
                </a:cubicBezTo>
                <a:cubicBezTo>
                  <a:pt x="435" y="499"/>
                  <a:pt x="435" y="499"/>
                  <a:pt x="435" y="499"/>
                </a:cubicBezTo>
                <a:close/>
                <a:moveTo>
                  <a:pt x="435" y="512"/>
                </a:moveTo>
                <a:cubicBezTo>
                  <a:pt x="435" y="524"/>
                  <a:pt x="435" y="524"/>
                  <a:pt x="435" y="524"/>
                </a:cubicBezTo>
                <a:cubicBezTo>
                  <a:pt x="433" y="526"/>
                  <a:pt x="430" y="528"/>
                  <a:pt x="427" y="530"/>
                </a:cubicBezTo>
                <a:cubicBezTo>
                  <a:pt x="427" y="518"/>
                  <a:pt x="427" y="518"/>
                  <a:pt x="427" y="518"/>
                </a:cubicBezTo>
                <a:cubicBezTo>
                  <a:pt x="428" y="518"/>
                  <a:pt x="428" y="518"/>
                  <a:pt x="428" y="518"/>
                </a:cubicBezTo>
                <a:cubicBezTo>
                  <a:pt x="429" y="515"/>
                  <a:pt x="432" y="513"/>
                  <a:pt x="435" y="512"/>
                </a:cubicBezTo>
                <a:close/>
                <a:moveTo>
                  <a:pt x="435" y="549"/>
                </a:moveTo>
                <a:cubicBezTo>
                  <a:pt x="435" y="559"/>
                  <a:pt x="435" y="559"/>
                  <a:pt x="435" y="559"/>
                </a:cubicBezTo>
                <a:cubicBezTo>
                  <a:pt x="435" y="555"/>
                  <a:pt x="434" y="552"/>
                  <a:pt x="435" y="550"/>
                </a:cubicBezTo>
                <a:cubicBezTo>
                  <a:pt x="435" y="549"/>
                  <a:pt x="435" y="549"/>
                  <a:pt x="435" y="549"/>
                </a:cubicBezTo>
                <a:close/>
                <a:moveTo>
                  <a:pt x="435" y="608"/>
                </a:moveTo>
                <a:cubicBezTo>
                  <a:pt x="435" y="622"/>
                  <a:pt x="435" y="622"/>
                  <a:pt x="435" y="622"/>
                </a:cubicBezTo>
                <a:cubicBezTo>
                  <a:pt x="433" y="619"/>
                  <a:pt x="430" y="617"/>
                  <a:pt x="427" y="616"/>
                </a:cubicBezTo>
                <a:cubicBezTo>
                  <a:pt x="427" y="610"/>
                  <a:pt x="427" y="610"/>
                  <a:pt x="427" y="610"/>
                </a:cubicBezTo>
                <a:cubicBezTo>
                  <a:pt x="430" y="609"/>
                  <a:pt x="433" y="609"/>
                  <a:pt x="435" y="608"/>
                </a:cubicBezTo>
                <a:close/>
                <a:moveTo>
                  <a:pt x="435" y="631"/>
                </a:moveTo>
                <a:cubicBezTo>
                  <a:pt x="435" y="636"/>
                  <a:pt x="435" y="636"/>
                  <a:pt x="435" y="636"/>
                </a:cubicBezTo>
                <a:cubicBezTo>
                  <a:pt x="433" y="637"/>
                  <a:pt x="430" y="637"/>
                  <a:pt x="427" y="637"/>
                </a:cubicBezTo>
                <a:cubicBezTo>
                  <a:pt x="427" y="629"/>
                  <a:pt x="427" y="629"/>
                  <a:pt x="427" y="629"/>
                </a:cubicBezTo>
                <a:cubicBezTo>
                  <a:pt x="428" y="630"/>
                  <a:pt x="429" y="631"/>
                  <a:pt x="430" y="631"/>
                </a:cubicBezTo>
                <a:cubicBezTo>
                  <a:pt x="432" y="631"/>
                  <a:pt x="434" y="631"/>
                  <a:pt x="435" y="631"/>
                </a:cubicBezTo>
                <a:close/>
                <a:moveTo>
                  <a:pt x="435" y="746"/>
                </a:moveTo>
                <a:cubicBezTo>
                  <a:pt x="435" y="754"/>
                  <a:pt x="435" y="754"/>
                  <a:pt x="435" y="754"/>
                </a:cubicBezTo>
                <a:cubicBezTo>
                  <a:pt x="434" y="754"/>
                  <a:pt x="433" y="755"/>
                  <a:pt x="431" y="755"/>
                </a:cubicBezTo>
                <a:cubicBezTo>
                  <a:pt x="432" y="758"/>
                  <a:pt x="433" y="761"/>
                  <a:pt x="435" y="764"/>
                </a:cubicBezTo>
                <a:cubicBezTo>
                  <a:pt x="435" y="777"/>
                  <a:pt x="435" y="777"/>
                  <a:pt x="435" y="777"/>
                </a:cubicBezTo>
                <a:cubicBezTo>
                  <a:pt x="433" y="773"/>
                  <a:pt x="430" y="770"/>
                  <a:pt x="427" y="766"/>
                </a:cubicBezTo>
                <a:cubicBezTo>
                  <a:pt x="427" y="747"/>
                  <a:pt x="427" y="747"/>
                  <a:pt x="427" y="747"/>
                </a:cubicBezTo>
                <a:cubicBezTo>
                  <a:pt x="430" y="747"/>
                  <a:pt x="433" y="747"/>
                  <a:pt x="435" y="746"/>
                </a:cubicBezTo>
                <a:close/>
                <a:moveTo>
                  <a:pt x="427" y="711"/>
                </a:moveTo>
                <a:cubicBezTo>
                  <a:pt x="427" y="704"/>
                  <a:pt x="427" y="704"/>
                  <a:pt x="427" y="704"/>
                </a:cubicBezTo>
                <a:cubicBezTo>
                  <a:pt x="428" y="711"/>
                  <a:pt x="428" y="711"/>
                  <a:pt x="428" y="711"/>
                </a:cubicBezTo>
                <a:cubicBezTo>
                  <a:pt x="427" y="711"/>
                  <a:pt x="427" y="711"/>
                  <a:pt x="427" y="711"/>
                </a:cubicBezTo>
                <a:close/>
                <a:moveTo>
                  <a:pt x="427" y="548"/>
                </a:moveTo>
                <a:cubicBezTo>
                  <a:pt x="427" y="535"/>
                  <a:pt x="427" y="535"/>
                  <a:pt x="427" y="535"/>
                </a:cubicBezTo>
                <a:cubicBezTo>
                  <a:pt x="429" y="533"/>
                  <a:pt x="431" y="533"/>
                  <a:pt x="434" y="533"/>
                </a:cubicBezTo>
                <a:cubicBezTo>
                  <a:pt x="434" y="539"/>
                  <a:pt x="432" y="545"/>
                  <a:pt x="427" y="548"/>
                </a:cubicBezTo>
                <a:close/>
                <a:moveTo>
                  <a:pt x="424" y="3"/>
                </a:moveTo>
                <a:cubicBezTo>
                  <a:pt x="425" y="3"/>
                  <a:pt x="426" y="3"/>
                  <a:pt x="427" y="2"/>
                </a:cubicBezTo>
                <a:cubicBezTo>
                  <a:pt x="427" y="10"/>
                  <a:pt x="427" y="10"/>
                  <a:pt x="427" y="10"/>
                </a:cubicBezTo>
                <a:cubicBezTo>
                  <a:pt x="426" y="10"/>
                  <a:pt x="425" y="10"/>
                  <a:pt x="424" y="10"/>
                </a:cubicBezTo>
                <a:cubicBezTo>
                  <a:pt x="424" y="3"/>
                  <a:pt x="424" y="3"/>
                  <a:pt x="424" y="3"/>
                </a:cubicBezTo>
                <a:close/>
                <a:moveTo>
                  <a:pt x="427" y="792"/>
                </a:moveTo>
                <a:cubicBezTo>
                  <a:pt x="426" y="792"/>
                  <a:pt x="425" y="792"/>
                  <a:pt x="424" y="792"/>
                </a:cubicBezTo>
                <a:cubicBezTo>
                  <a:pt x="424" y="785"/>
                  <a:pt x="424" y="785"/>
                  <a:pt x="424" y="785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27" y="792"/>
                  <a:pt x="427" y="792"/>
                  <a:pt x="427" y="792"/>
                </a:cubicBezTo>
                <a:close/>
                <a:moveTo>
                  <a:pt x="427" y="22"/>
                </a:moveTo>
                <a:cubicBezTo>
                  <a:pt x="427" y="46"/>
                  <a:pt x="427" y="46"/>
                  <a:pt x="427" y="46"/>
                </a:cubicBezTo>
                <a:cubicBezTo>
                  <a:pt x="426" y="46"/>
                  <a:pt x="425" y="46"/>
                  <a:pt x="424" y="46"/>
                </a:cubicBezTo>
                <a:cubicBezTo>
                  <a:pt x="424" y="38"/>
                  <a:pt x="424" y="38"/>
                  <a:pt x="424" y="38"/>
                </a:cubicBezTo>
                <a:cubicBezTo>
                  <a:pt x="426" y="38"/>
                  <a:pt x="426" y="38"/>
                  <a:pt x="426" y="38"/>
                </a:cubicBezTo>
                <a:cubicBezTo>
                  <a:pt x="425" y="37"/>
                  <a:pt x="425" y="36"/>
                  <a:pt x="424" y="34"/>
                </a:cubicBezTo>
                <a:cubicBezTo>
                  <a:pt x="424" y="14"/>
                  <a:pt x="424" y="14"/>
                  <a:pt x="424" y="14"/>
                </a:cubicBezTo>
                <a:cubicBezTo>
                  <a:pt x="425" y="17"/>
                  <a:pt x="426" y="20"/>
                  <a:pt x="427" y="22"/>
                </a:cubicBezTo>
                <a:close/>
                <a:moveTo>
                  <a:pt x="427" y="110"/>
                </a:moveTo>
                <a:cubicBezTo>
                  <a:pt x="427" y="123"/>
                  <a:pt x="427" y="123"/>
                  <a:pt x="427" y="123"/>
                </a:cubicBezTo>
                <a:cubicBezTo>
                  <a:pt x="426" y="123"/>
                  <a:pt x="425" y="123"/>
                  <a:pt x="424" y="122"/>
                </a:cubicBezTo>
                <a:cubicBezTo>
                  <a:pt x="424" y="109"/>
                  <a:pt x="424" y="109"/>
                  <a:pt x="424" y="109"/>
                </a:cubicBezTo>
                <a:cubicBezTo>
                  <a:pt x="425" y="109"/>
                  <a:pt x="426" y="110"/>
                  <a:pt x="427" y="110"/>
                </a:cubicBezTo>
                <a:close/>
                <a:moveTo>
                  <a:pt x="427" y="126"/>
                </a:moveTo>
                <a:cubicBezTo>
                  <a:pt x="427" y="136"/>
                  <a:pt x="427" y="136"/>
                  <a:pt x="427" y="136"/>
                </a:cubicBezTo>
                <a:cubicBezTo>
                  <a:pt x="426" y="136"/>
                  <a:pt x="425" y="135"/>
                  <a:pt x="424" y="135"/>
                </a:cubicBezTo>
                <a:cubicBezTo>
                  <a:pt x="424" y="126"/>
                  <a:pt x="424" y="126"/>
                  <a:pt x="424" y="126"/>
                </a:cubicBezTo>
                <a:cubicBezTo>
                  <a:pt x="425" y="126"/>
                  <a:pt x="426" y="126"/>
                  <a:pt x="427" y="126"/>
                </a:cubicBezTo>
                <a:close/>
                <a:moveTo>
                  <a:pt x="427" y="166"/>
                </a:moveTo>
                <a:cubicBezTo>
                  <a:pt x="427" y="177"/>
                  <a:pt x="427" y="177"/>
                  <a:pt x="427" y="177"/>
                </a:cubicBezTo>
                <a:cubicBezTo>
                  <a:pt x="427" y="176"/>
                  <a:pt x="425" y="174"/>
                  <a:pt x="424" y="173"/>
                </a:cubicBezTo>
                <a:cubicBezTo>
                  <a:pt x="424" y="165"/>
                  <a:pt x="424" y="165"/>
                  <a:pt x="424" y="165"/>
                </a:cubicBezTo>
                <a:cubicBezTo>
                  <a:pt x="425" y="165"/>
                  <a:pt x="426" y="166"/>
                  <a:pt x="427" y="166"/>
                </a:cubicBezTo>
                <a:close/>
                <a:moveTo>
                  <a:pt x="427" y="190"/>
                </a:moveTo>
                <a:cubicBezTo>
                  <a:pt x="427" y="194"/>
                  <a:pt x="427" y="194"/>
                  <a:pt x="427" y="194"/>
                </a:cubicBezTo>
                <a:cubicBezTo>
                  <a:pt x="426" y="194"/>
                  <a:pt x="425" y="194"/>
                  <a:pt x="424" y="194"/>
                </a:cubicBezTo>
                <a:cubicBezTo>
                  <a:pt x="424" y="189"/>
                  <a:pt x="424" y="189"/>
                  <a:pt x="424" y="189"/>
                </a:cubicBezTo>
                <a:cubicBezTo>
                  <a:pt x="425" y="189"/>
                  <a:pt x="425" y="190"/>
                  <a:pt x="425" y="190"/>
                </a:cubicBezTo>
                <a:cubicBezTo>
                  <a:pt x="427" y="190"/>
                  <a:pt x="427" y="190"/>
                  <a:pt x="427" y="190"/>
                </a:cubicBezTo>
                <a:close/>
                <a:moveTo>
                  <a:pt x="427" y="263"/>
                </a:moveTo>
                <a:cubicBezTo>
                  <a:pt x="427" y="279"/>
                  <a:pt x="427" y="279"/>
                  <a:pt x="427" y="279"/>
                </a:cubicBezTo>
                <a:cubicBezTo>
                  <a:pt x="427" y="279"/>
                  <a:pt x="427" y="278"/>
                  <a:pt x="426" y="277"/>
                </a:cubicBezTo>
                <a:cubicBezTo>
                  <a:pt x="426" y="273"/>
                  <a:pt x="426" y="270"/>
                  <a:pt x="427" y="263"/>
                </a:cubicBezTo>
                <a:close/>
                <a:moveTo>
                  <a:pt x="427" y="298"/>
                </a:moveTo>
                <a:cubicBezTo>
                  <a:pt x="427" y="317"/>
                  <a:pt x="427" y="317"/>
                  <a:pt x="427" y="317"/>
                </a:cubicBezTo>
                <a:cubicBezTo>
                  <a:pt x="426" y="317"/>
                  <a:pt x="425" y="317"/>
                  <a:pt x="424" y="317"/>
                </a:cubicBezTo>
                <a:cubicBezTo>
                  <a:pt x="424" y="313"/>
                  <a:pt x="424" y="313"/>
                  <a:pt x="424" y="313"/>
                </a:cubicBezTo>
                <a:cubicBezTo>
                  <a:pt x="424" y="313"/>
                  <a:pt x="424" y="313"/>
                  <a:pt x="424" y="313"/>
                </a:cubicBezTo>
                <a:cubicBezTo>
                  <a:pt x="425" y="313"/>
                  <a:pt x="426" y="313"/>
                  <a:pt x="427" y="313"/>
                </a:cubicBezTo>
                <a:cubicBezTo>
                  <a:pt x="426" y="309"/>
                  <a:pt x="426" y="305"/>
                  <a:pt x="424" y="303"/>
                </a:cubicBezTo>
                <a:cubicBezTo>
                  <a:pt x="424" y="297"/>
                  <a:pt x="424" y="297"/>
                  <a:pt x="424" y="297"/>
                </a:cubicBezTo>
                <a:cubicBezTo>
                  <a:pt x="425" y="297"/>
                  <a:pt x="426" y="298"/>
                  <a:pt x="427" y="298"/>
                </a:cubicBezTo>
                <a:close/>
                <a:moveTo>
                  <a:pt x="427" y="378"/>
                </a:moveTo>
                <a:cubicBezTo>
                  <a:pt x="427" y="409"/>
                  <a:pt x="427" y="409"/>
                  <a:pt x="427" y="409"/>
                </a:cubicBezTo>
                <a:cubicBezTo>
                  <a:pt x="425" y="411"/>
                  <a:pt x="425" y="411"/>
                  <a:pt x="425" y="411"/>
                </a:cubicBezTo>
                <a:cubicBezTo>
                  <a:pt x="425" y="411"/>
                  <a:pt x="426" y="415"/>
                  <a:pt x="427" y="420"/>
                </a:cubicBezTo>
                <a:cubicBezTo>
                  <a:pt x="427" y="454"/>
                  <a:pt x="427" y="454"/>
                  <a:pt x="427" y="454"/>
                </a:cubicBezTo>
                <a:cubicBezTo>
                  <a:pt x="424" y="451"/>
                  <a:pt x="424" y="451"/>
                  <a:pt x="424" y="451"/>
                </a:cubicBezTo>
                <a:cubicBezTo>
                  <a:pt x="424" y="378"/>
                  <a:pt x="424" y="378"/>
                  <a:pt x="424" y="378"/>
                </a:cubicBezTo>
                <a:cubicBezTo>
                  <a:pt x="427" y="378"/>
                  <a:pt x="427" y="378"/>
                  <a:pt x="427" y="378"/>
                </a:cubicBezTo>
                <a:close/>
                <a:moveTo>
                  <a:pt x="427" y="487"/>
                </a:moveTo>
                <a:cubicBezTo>
                  <a:pt x="427" y="491"/>
                  <a:pt x="427" y="491"/>
                  <a:pt x="427" y="491"/>
                </a:cubicBezTo>
                <a:cubicBezTo>
                  <a:pt x="426" y="491"/>
                  <a:pt x="425" y="491"/>
                  <a:pt x="424" y="492"/>
                </a:cubicBezTo>
                <a:cubicBezTo>
                  <a:pt x="425" y="493"/>
                  <a:pt x="426" y="494"/>
                  <a:pt x="427" y="495"/>
                </a:cubicBezTo>
                <a:cubicBezTo>
                  <a:pt x="427" y="500"/>
                  <a:pt x="427" y="500"/>
                  <a:pt x="427" y="500"/>
                </a:cubicBezTo>
                <a:cubicBezTo>
                  <a:pt x="426" y="499"/>
                  <a:pt x="425" y="497"/>
                  <a:pt x="424" y="497"/>
                </a:cubicBezTo>
                <a:cubicBezTo>
                  <a:pt x="424" y="488"/>
                  <a:pt x="424" y="488"/>
                  <a:pt x="424" y="488"/>
                </a:cubicBezTo>
                <a:cubicBezTo>
                  <a:pt x="425" y="488"/>
                  <a:pt x="426" y="487"/>
                  <a:pt x="427" y="487"/>
                </a:cubicBezTo>
                <a:close/>
                <a:moveTo>
                  <a:pt x="427" y="503"/>
                </a:moveTo>
                <a:cubicBezTo>
                  <a:pt x="427" y="506"/>
                  <a:pt x="427" y="506"/>
                  <a:pt x="427" y="506"/>
                </a:cubicBezTo>
                <a:cubicBezTo>
                  <a:pt x="426" y="506"/>
                  <a:pt x="425" y="507"/>
                  <a:pt x="424" y="507"/>
                </a:cubicBezTo>
                <a:cubicBezTo>
                  <a:pt x="424" y="503"/>
                  <a:pt x="424" y="503"/>
                  <a:pt x="424" y="503"/>
                </a:cubicBezTo>
                <a:cubicBezTo>
                  <a:pt x="427" y="503"/>
                  <a:pt x="427" y="503"/>
                  <a:pt x="427" y="503"/>
                </a:cubicBezTo>
                <a:close/>
                <a:moveTo>
                  <a:pt x="427" y="518"/>
                </a:moveTo>
                <a:cubicBezTo>
                  <a:pt x="427" y="530"/>
                  <a:pt x="427" y="530"/>
                  <a:pt x="427" y="530"/>
                </a:cubicBezTo>
                <a:cubicBezTo>
                  <a:pt x="427" y="531"/>
                  <a:pt x="427" y="531"/>
                  <a:pt x="427" y="531"/>
                </a:cubicBezTo>
                <a:cubicBezTo>
                  <a:pt x="426" y="531"/>
                  <a:pt x="425" y="531"/>
                  <a:pt x="424" y="531"/>
                </a:cubicBezTo>
                <a:cubicBezTo>
                  <a:pt x="424" y="520"/>
                  <a:pt x="424" y="520"/>
                  <a:pt x="424" y="520"/>
                </a:cubicBezTo>
                <a:cubicBezTo>
                  <a:pt x="425" y="519"/>
                  <a:pt x="426" y="519"/>
                  <a:pt x="427" y="518"/>
                </a:cubicBezTo>
                <a:close/>
                <a:moveTo>
                  <a:pt x="427" y="535"/>
                </a:moveTo>
                <a:cubicBezTo>
                  <a:pt x="427" y="548"/>
                  <a:pt x="427" y="548"/>
                  <a:pt x="427" y="548"/>
                </a:cubicBezTo>
                <a:cubicBezTo>
                  <a:pt x="426" y="549"/>
                  <a:pt x="425" y="550"/>
                  <a:pt x="424" y="550"/>
                </a:cubicBezTo>
                <a:cubicBezTo>
                  <a:pt x="424" y="538"/>
                  <a:pt x="424" y="538"/>
                  <a:pt x="424" y="538"/>
                </a:cubicBezTo>
                <a:cubicBezTo>
                  <a:pt x="425" y="537"/>
                  <a:pt x="426" y="535"/>
                  <a:pt x="427" y="535"/>
                </a:cubicBezTo>
                <a:close/>
                <a:moveTo>
                  <a:pt x="427" y="610"/>
                </a:moveTo>
                <a:cubicBezTo>
                  <a:pt x="427" y="616"/>
                  <a:pt x="427" y="616"/>
                  <a:pt x="427" y="616"/>
                </a:cubicBezTo>
                <a:cubicBezTo>
                  <a:pt x="426" y="615"/>
                  <a:pt x="425" y="615"/>
                  <a:pt x="424" y="615"/>
                </a:cubicBezTo>
                <a:cubicBezTo>
                  <a:pt x="424" y="610"/>
                  <a:pt x="424" y="610"/>
                  <a:pt x="424" y="610"/>
                </a:cubicBezTo>
                <a:cubicBezTo>
                  <a:pt x="425" y="610"/>
                  <a:pt x="426" y="610"/>
                  <a:pt x="427" y="610"/>
                </a:cubicBezTo>
                <a:close/>
                <a:moveTo>
                  <a:pt x="427" y="629"/>
                </a:moveTo>
                <a:cubicBezTo>
                  <a:pt x="427" y="637"/>
                  <a:pt x="427" y="637"/>
                  <a:pt x="427" y="637"/>
                </a:cubicBezTo>
                <a:cubicBezTo>
                  <a:pt x="426" y="637"/>
                  <a:pt x="425" y="638"/>
                  <a:pt x="424" y="638"/>
                </a:cubicBezTo>
                <a:cubicBezTo>
                  <a:pt x="424" y="626"/>
                  <a:pt x="424" y="626"/>
                  <a:pt x="424" y="626"/>
                </a:cubicBezTo>
                <a:cubicBezTo>
                  <a:pt x="425" y="627"/>
                  <a:pt x="426" y="628"/>
                  <a:pt x="427" y="629"/>
                </a:cubicBezTo>
                <a:close/>
                <a:moveTo>
                  <a:pt x="427" y="704"/>
                </a:moveTo>
                <a:cubicBezTo>
                  <a:pt x="427" y="711"/>
                  <a:pt x="427" y="711"/>
                  <a:pt x="427" y="711"/>
                </a:cubicBezTo>
                <a:cubicBezTo>
                  <a:pt x="426" y="711"/>
                  <a:pt x="425" y="711"/>
                  <a:pt x="424" y="711"/>
                </a:cubicBezTo>
                <a:cubicBezTo>
                  <a:pt x="424" y="670"/>
                  <a:pt x="424" y="670"/>
                  <a:pt x="424" y="670"/>
                </a:cubicBezTo>
                <a:cubicBezTo>
                  <a:pt x="425" y="670"/>
                  <a:pt x="425" y="670"/>
                  <a:pt x="425" y="670"/>
                </a:cubicBezTo>
                <a:cubicBezTo>
                  <a:pt x="426" y="681"/>
                  <a:pt x="427" y="693"/>
                  <a:pt x="427" y="704"/>
                </a:cubicBezTo>
                <a:close/>
                <a:moveTo>
                  <a:pt x="427" y="747"/>
                </a:moveTo>
                <a:cubicBezTo>
                  <a:pt x="427" y="766"/>
                  <a:pt x="427" y="766"/>
                  <a:pt x="427" y="766"/>
                </a:cubicBezTo>
                <a:cubicBezTo>
                  <a:pt x="426" y="765"/>
                  <a:pt x="425" y="764"/>
                  <a:pt x="424" y="763"/>
                </a:cubicBezTo>
                <a:cubicBezTo>
                  <a:pt x="424" y="748"/>
                  <a:pt x="424" y="748"/>
                  <a:pt x="424" y="748"/>
                </a:cubicBezTo>
                <a:cubicBezTo>
                  <a:pt x="425" y="748"/>
                  <a:pt x="426" y="748"/>
                  <a:pt x="427" y="747"/>
                </a:cubicBezTo>
                <a:close/>
                <a:moveTo>
                  <a:pt x="419" y="3"/>
                </a:moveTo>
                <a:cubicBezTo>
                  <a:pt x="421" y="3"/>
                  <a:pt x="423" y="3"/>
                  <a:pt x="424" y="3"/>
                </a:cubicBezTo>
                <a:cubicBezTo>
                  <a:pt x="424" y="10"/>
                  <a:pt x="424" y="10"/>
                  <a:pt x="424" y="10"/>
                </a:cubicBezTo>
                <a:cubicBezTo>
                  <a:pt x="423" y="10"/>
                  <a:pt x="423" y="10"/>
                  <a:pt x="422" y="10"/>
                </a:cubicBezTo>
                <a:cubicBezTo>
                  <a:pt x="423" y="12"/>
                  <a:pt x="423" y="13"/>
                  <a:pt x="424" y="14"/>
                </a:cubicBezTo>
                <a:cubicBezTo>
                  <a:pt x="424" y="34"/>
                  <a:pt x="424" y="34"/>
                  <a:pt x="424" y="34"/>
                </a:cubicBezTo>
                <a:cubicBezTo>
                  <a:pt x="422" y="30"/>
                  <a:pt x="421" y="27"/>
                  <a:pt x="419" y="24"/>
                </a:cubicBezTo>
                <a:cubicBezTo>
                  <a:pt x="419" y="3"/>
                  <a:pt x="419" y="3"/>
                  <a:pt x="419" y="3"/>
                </a:cubicBezTo>
                <a:close/>
                <a:moveTo>
                  <a:pt x="424" y="792"/>
                </a:moveTo>
                <a:cubicBezTo>
                  <a:pt x="423" y="793"/>
                  <a:pt x="421" y="793"/>
                  <a:pt x="419" y="793"/>
                </a:cubicBezTo>
                <a:cubicBezTo>
                  <a:pt x="419" y="783"/>
                  <a:pt x="419" y="783"/>
                  <a:pt x="419" y="783"/>
                </a:cubicBezTo>
                <a:cubicBezTo>
                  <a:pt x="421" y="784"/>
                  <a:pt x="423" y="785"/>
                  <a:pt x="424" y="785"/>
                </a:cubicBezTo>
                <a:cubicBezTo>
                  <a:pt x="424" y="792"/>
                  <a:pt x="424" y="792"/>
                  <a:pt x="424" y="792"/>
                </a:cubicBezTo>
                <a:close/>
                <a:moveTo>
                  <a:pt x="424" y="38"/>
                </a:moveTo>
                <a:cubicBezTo>
                  <a:pt x="424" y="46"/>
                  <a:pt x="424" y="46"/>
                  <a:pt x="424" y="46"/>
                </a:cubicBezTo>
                <a:cubicBezTo>
                  <a:pt x="423" y="47"/>
                  <a:pt x="421" y="46"/>
                  <a:pt x="419" y="46"/>
                </a:cubicBezTo>
                <a:cubicBezTo>
                  <a:pt x="419" y="39"/>
                  <a:pt x="419" y="39"/>
                  <a:pt x="419" y="39"/>
                </a:cubicBezTo>
                <a:cubicBezTo>
                  <a:pt x="421" y="39"/>
                  <a:pt x="423" y="38"/>
                  <a:pt x="424" y="38"/>
                </a:cubicBezTo>
                <a:close/>
                <a:moveTo>
                  <a:pt x="424" y="109"/>
                </a:moveTo>
                <a:cubicBezTo>
                  <a:pt x="424" y="122"/>
                  <a:pt x="424" y="122"/>
                  <a:pt x="424" y="122"/>
                </a:cubicBezTo>
                <a:cubicBezTo>
                  <a:pt x="422" y="122"/>
                  <a:pt x="421" y="122"/>
                  <a:pt x="419" y="121"/>
                </a:cubicBezTo>
                <a:cubicBezTo>
                  <a:pt x="419" y="109"/>
                  <a:pt x="419" y="109"/>
                  <a:pt x="419" y="109"/>
                </a:cubicBezTo>
                <a:cubicBezTo>
                  <a:pt x="421" y="109"/>
                  <a:pt x="422" y="109"/>
                  <a:pt x="424" y="109"/>
                </a:cubicBezTo>
                <a:close/>
                <a:moveTo>
                  <a:pt x="424" y="126"/>
                </a:moveTo>
                <a:cubicBezTo>
                  <a:pt x="424" y="135"/>
                  <a:pt x="424" y="135"/>
                  <a:pt x="424" y="135"/>
                </a:cubicBezTo>
                <a:cubicBezTo>
                  <a:pt x="423" y="134"/>
                  <a:pt x="422" y="133"/>
                  <a:pt x="421" y="133"/>
                </a:cubicBezTo>
                <a:cubicBezTo>
                  <a:pt x="420" y="131"/>
                  <a:pt x="420" y="130"/>
                  <a:pt x="420" y="129"/>
                </a:cubicBezTo>
                <a:cubicBezTo>
                  <a:pt x="421" y="128"/>
                  <a:pt x="423" y="127"/>
                  <a:pt x="424" y="126"/>
                </a:cubicBezTo>
                <a:close/>
                <a:moveTo>
                  <a:pt x="424" y="165"/>
                </a:moveTo>
                <a:cubicBezTo>
                  <a:pt x="424" y="173"/>
                  <a:pt x="424" y="173"/>
                  <a:pt x="424" y="173"/>
                </a:cubicBezTo>
                <a:cubicBezTo>
                  <a:pt x="423" y="172"/>
                  <a:pt x="421" y="171"/>
                  <a:pt x="419" y="171"/>
                </a:cubicBezTo>
                <a:cubicBezTo>
                  <a:pt x="419" y="165"/>
                  <a:pt x="419" y="165"/>
                  <a:pt x="419" y="165"/>
                </a:cubicBezTo>
                <a:cubicBezTo>
                  <a:pt x="421" y="165"/>
                  <a:pt x="423" y="165"/>
                  <a:pt x="424" y="165"/>
                </a:cubicBezTo>
                <a:close/>
                <a:moveTo>
                  <a:pt x="424" y="189"/>
                </a:moveTo>
                <a:cubicBezTo>
                  <a:pt x="424" y="194"/>
                  <a:pt x="424" y="194"/>
                  <a:pt x="424" y="194"/>
                </a:cubicBezTo>
                <a:cubicBezTo>
                  <a:pt x="423" y="194"/>
                  <a:pt x="423" y="194"/>
                  <a:pt x="423" y="194"/>
                </a:cubicBezTo>
                <a:cubicBezTo>
                  <a:pt x="421" y="193"/>
                  <a:pt x="421" y="193"/>
                  <a:pt x="419" y="193"/>
                </a:cubicBezTo>
                <a:cubicBezTo>
                  <a:pt x="419" y="184"/>
                  <a:pt x="419" y="184"/>
                  <a:pt x="419" y="184"/>
                </a:cubicBezTo>
                <a:cubicBezTo>
                  <a:pt x="421" y="186"/>
                  <a:pt x="422" y="188"/>
                  <a:pt x="424" y="189"/>
                </a:cubicBezTo>
                <a:close/>
                <a:moveTo>
                  <a:pt x="424" y="297"/>
                </a:moveTo>
                <a:cubicBezTo>
                  <a:pt x="424" y="303"/>
                  <a:pt x="424" y="303"/>
                  <a:pt x="424" y="303"/>
                </a:cubicBezTo>
                <a:cubicBezTo>
                  <a:pt x="423" y="301"/>
                  <a:pt x="421" y="300"/>
                  <a:pt x="419" y="300"/>
                </a:cubicBezTo>
                <a:cubicBezTo>
                  <a:pt x="419" y="296"/>
                  <a:pt x="419" y="296"/>
                  <a:pt x="419" y="296"/>
                </a:cubicBezTo>
                <a:cubicBezTo>
                  <a:pt x="421" y="296"/>
                  <a:pt x="422" y="297"/>
                  <a:pt x="424" y="297"/>
                </a:cubicBezTo>
                <a:close/>
                <a:moveTo>
                  <a:pt x="424" y="313"/>
                </a:moveTo>
                <a:cubicBezTo>
                  <a:pt x="424" y="317"/>
                  <a:pt x="424" y="317"/>
                  <a:pt x="424" y="317"/>
                </a:cubicBezTo>
                <a:cubicBezTo>
                  <a:pt x="424" y="317"/>
                  <a:pt x="423" y="316"/>
                  <a:pt x="423" y="316"/>
                </a:cubicBezTo>
                <a:cubicBezTo>
                  <a:pt x="422" y="315"/>
                  <a:pt x="421" y="315"/>
                  <a:pt x="419" y="314"/>
                </a:cubicBezTo>
                <a:cubicBezTo>
                  <a:pt x="419" y="305"/>
                  <a:pt x="419" y="305"/>
                  <a:pt x="419" y="305"/>
                </a:cubicBezTo>
                <a:cubicBezTo>
                  <a:pt x="422" y="311"/>
                  <a:pt x="423" y="312"/>
                  <a:pt x="424" y="313"/>
                </a:cubicBezTo>
                <a:close/>
                <a:moveTo>
                  <a:pt x="424" y="378"/>
                </a:moveTo>
                <a:cubicBezTo>
                  <a:pt x="424" y="451"/>
                  <a:pt x="424" y="451"/>
                  <a:pt x="424" y="451"/>
                </a:cubicBezTo>
                <a:cubicBezTo>
                  <a:pt x="419" y="448"/>
                  <a:pt x="419" y="448"/>
                  <a:pt x="419" y="448"/>
                </a:cubicBezTo>
                <a:cubicBezTo>
                  <a:pt x="419" y="378"/>
                  <a:pt x="419" y="378"/>
                  <a:pt x="419" y="378"/>
                </a:cubicBezTo>
                <a:cubicBezTo>
                  <a:pt x="424" y="378"/>
                  <a:pt x="424" y="378"/>
                  <a:pt x="424" y="378"/>
                </a:cubicBezTo>
                <a:close/>
                <a:moveTo>
                  <a:pt x="424" y="488"/>
                </a:moveTo>
                <a:cubicBezTo>
                  <a:pt x="424" y="497"/>
                  <a:pt x="424" y="497"/>
                  <a:pt x="424" y="497"/>
                </a:cubicBezTo>
                <a:cubicBezTo>
                  <a:pt x="423" y="495"/>
                  <a:pt x="421" y="495"/>
                  <a:pt x="419" y="495"/>
                </a:cubicBezTo>
                <a:cubicBezTo>
                  <a:pt x="419" y="489"/>
                  <a:pt x="419" y="489"/>
                  <a:pt x="419" y="489"/>
                </a:cubicBezTo>
                <a:cubicBezTo>
                  <a:pt x="421" y="489"/>
                  <a:pt x="422" y="489"/>
                  <a:pt x="424" y="488"/>
                </a:cubicBezTo>
                <a:close/>
                <a:moveTo>
                  <a:pt x="424" y="503"/>
                </a:moveTo>
                <a:cubicBezTo>
                  <a:pt x="424" y="507"/>
                  <a:pt x="424" y="507"/>
                  <a:pt x="424" y="507"/>
                </a:cubicBezTo>
                <a:cubicBezTo>
                  <a:pt x="423" y="508"/>
                  <a:pt x="421" y="508"/>
                  <a:pt x="419" y="508"/>
                </a:cubicBezTo>
                <a:cubicBezTo>
                  <a:pt x="419" y="502"/>
                  <a:pt x="419" y="502"/>
                  <a:pt x="419" y="502"/>
                </a:cubicBezTo>
                <a:cubicBezTo>
                  <a:pt x="420" y="503"/>
                  <a:pt x="420" y="503"/>
                  <a:pt x="420" y="503"/>
                </a:cubicBezTo>
                <a:cubicBezTo>
                  <a:pt x="424" y="503"/>
                  <a:pt x="424" y="503"/>
                  <a:pt x="424" y="503"/>
                </a:cubicBezTo>
                <a:close/>
                <a:moveTo>
                  <a:pt x="424" y="520"/>
                </a:moveTo>
                <a:cubicBezTo>
                  <a:pt x="424" y="531"/>
                  <a:pt x="424" y="531"/>
                  <a:pt x="424" y="531"/>
                </a:cubicBezTo>
                <a:cubicBezTo>
                  <a:pt x="423" y="531"/>
                  <a:pt x="423" y="531"/>
                  <a:pt x="422" y="531"/>
                </a:cubicBezTo>
                <a:cubicBezTo>
                  <a:pt x="422" y="527"/>
                  <a:pt x="422" y="523"/>
                  <a:pt x="424" y="520"/>
                </a:cubicBezTo>
                <a:close/>
                <a:moveTo>
                  <a:pt x="424" y="538"/>
                </a:moveTo>
                <a:cubicBezTo>
                  <a:pt x="424" y="550"/>
                  <a:pt x="424" y="550"/>
                  <a:pt x="424" y="550"/>
                </a:cubicBezTo>
                <a:cubicBezTo>
                  <a:pt x="423" y="550"/>
                  <a:pt x="422" y="551"/>
                  <a:pt x="421" y="551"/>
                </a:cubicBezTo>
                <a:cubicBezTo>
                  <a:pt x="421" y="547"/>
                  <a:pt x="421" y="542"/>
                  <a:pt x="424" y="538"/>
                </a:cubicBezTo>
                <a:close/>
                <a:moveTo>
                  <a:pt x="424" y="610"/>
                </a:moveTo>
                <a:cubicBezTo>
                  <a:pt x="424" y="615"/>
                  <a:pt x="424" y="615"/>
                  <a:pt x="424" y="615"/>
                </a:cubicBezTo>
                <a:cubicBezTo>
                  <a:pt x="423" y="615"/>
                  <a:pt x="421" y="615"/>
                  <a:pt x="419" y="616"/>
                </a:cubicBezTo>
                <a:cubicBezTo>
                  <a:pt x="419" y="611"/>
                  <a:pt x="419" y="611"/>
                  <a:pt x="419" y="611"/>
                </a:cubicBezTo>
                <a:cubicBezTo>
                  <a:pt x="421" y="611"/>
                  <a:pt x="423" y="610"/>
                  <a:pt x="424" y="610"/>
                </a:cubicBezTo>
                <a:close/>
                <a:moveTo>
                  <a:pt x="424" y="626"/>
                </a:moveTo>
                <a:cubicBezTo>
                  <a:pt x="424" y="638"/>
                  <a:pt x="424" y="638"/>
                  <a:pt x="424" y="638"/>
                </a:cubicBezTo>
                <a:cubicBezTo>
                  <a:pt x="423" y="638"/>
                  <a:pt x="421" y="638"/>
                  <a:pt x="419" y="638"/>
                </a:cubicBezTo>
                <a:cubicBezTo>
                  <a:pt x="419" y="633"/>
                  <a:pt x="419" y="633"/>
                  <a:pt x="419" y="633"/>
                </a:cubicBezTo>
                <a:cubicBezTo>
                  <a:pt x="420" y="633"/>
                  <a:pt x="420" y="633"/>
                  <a:pt x="421" y="633"/>
                </a:cubicBezTo>
                <a:cubicBezTo>
                  <a:pt x="421" y="631"/>
                  <a:pt x="420" y="629"/>
                  <a:pt x="419" y="628"/>
                </a:cubicBezTo>
                <a:cubicBezTo>
                  <a:pt x="419" y="619"/>
                  <a:pt x="419" y="619"/>
                  <a:pt x="419" y="619"/>
                </a:cubicBezTo>
                <a:cubicBezTo>
                  <a:pt x="421" y="622"/>
                  <a:pt x="422" y="624"/>
                  <a:pt x="424" y="626"/>
                </a:cubicBezTo>
                <a:close/>
                <a:moveTo>
                  <a:pt x="424" y="670"/>
                </a:moveTo>
                <a:cubicBezTo>
                  <a:pt x="424" y="711"/>
                  <a:pt x="424" y="711"/>
                  <a:pt x="424" y="711"/>
                </a:cubicBezTo>
                <a:cubicBezTo>
                  <a:pt x="423" y="712"/>
                  <a:pt x="421" y="712"/>
                  <a:pt x="419" y="712"/>
                </a:cubicBezTo>
                <a:cubicBezTo>
                  <a:pt x="419" y="671"/>
                  <a:pt x="419" y="671"/>
                  <a:pt x="419" y="671"/>
                </a:cubicBezTo>
                <a:cubicBezTo>
                  <a:pt x="421" y="671"/>
                  <a:pt x="422" y="671"/>
                  <a:pt x="424" y="670"/>
                </a:cubicBezTo>
                <a:close/>
                <a:moveTo>
                  <a:pt x="424" y="748"/>
                </a:moveTo>
                <a:cubicBezTo>
                  <a:pt x="424" y="763"/>
                  <a:pt x="424" y="763"/>
                  <a:pt x="424" y="763"/>
                </a:cubicBezTo>
                <a:cubicBezTo>
                  <a:pt x="423" y="761"/>
                  <a:pt x="421" y="760"/>
                  <a:pt x="419" y="759"/>
                </a:cubicBezTo>
                <a:cubicBezTo>
                  <a:pt x="419" y="748"/>
                  <a:pt x="419" y="748"/>
                  <a:pt x="419" y="748"/>
                </a:cubicBezTo>
                <a:cubicBezTo>
                  <a:pt x="421" y="748"/>
                  <a:pt x="423" y="748"/>
                  <a:pt x="424" y="748"/>
                </a:cubicBezTo>
                <a:close/>
                <a:moveTo>
                  <a:pt x="415" y="2"/>
                </a:moveTo>
                <a:cubicBezTo>
                  <a:pt x="416" y="2"/>
                  <a:pt x="418" y="3"/>
                  <a:pt x="419" y="3"/>
                </a:cubicBezTo>
                <a:cubicBezTo>
                  <a:pt x="419" y="24"/>
                  <a:pt x="419" y="24"/>
                  <a:pt x="419" y="24"/>
                </a:cubicBezTo>
                <a:cubicBezTo>
                  <a:pt x="418" y="21"/>
                  <a:pt x="416" y="19"/>
                  <a:pt x="415" y="17"/>
                </a:cubicBezTo>
                <a:cubicBezTo>
                  <a:pt x="415" y="2"/>
                  <a:pt x="415" y="2"/>
                  <a:pt x="415" y="2"/>
                </a:cubicBezTo>
                <a:close/>
                <a:moveTo>
                  <a:pt x="419" y="793"/>
                </a:moveTo>
                <a:cubicBezTo>
                  <a:pt x="418" y="793"/>
                  <a:pt x="416" y="793"/>
                  <a:pt x="415" y="793"/>
                </a:cubicBezTo>
                <a:cubicBezTo>
                  <a:pt x="415" y="782"/>
                  <a:pt x="415" y="782"/>
                  <a:pt x="415" y="782"/>
                </a:cubicBezTo>
                <a:cubicBezTo>
                  <a:pt x="419" y="783"/>
                  <a:pt x="419" y="783"/>
                  <a:pt x="419" y="783"/>
                </a:cubicBezTo>
                <a:cubicBezTo>
                  <a:pt x="419" y="793"/>
                  <a:pt x="419" y="793"/>
                  <a:pt x="419" y="793"/>
                </a:cubicBezTo>
                <a:close/>
                <a:moveTo>
                  <a:pt x="419" y="39"/>
                </a:moveTo>
                <a:cubicBezTo>
                  <a:pt x="419" y="46"/>
                  <a:pt x="419" y="46"/>
                  <a:pt x="419" y="46"/>
                </a:cubicBezTo>
                <a:cubicBezTo>
                  <a:pt x="418" y="46"/>
                  <a:pt x="416" y="46"/>
                  <a:pt x="415" y="46"/>
                </a:cubicBezTo>
                <a:cubicBezTo>
                  <a:pt x="415" y="39"/>
                  <a:pt x="415" y="39"/>
                  <a:pt x="415" y="39"/>
                </a:cubicBezTo>
                <a:cubicBezTo>
                  <a:pt x="419" y="39"/>
                  <a:pt x="419" y="39"/>
                  <a:pt x="419" y="39"/>
                </a:cubicBezTo>
                <a:close/>
                <a:moveTo>
                  <a:pt x="419" y="109"/>
                </a:moveTo>
                <a:cubicBezTo>
                  <a:pt x="419" y="121"/>
                  <a:pt x="419" y="121"/>
                  <a:pt x="419" y="121"/>
                </a:cubicBezTo>
                <a:cubicBezTo>
                  <a:pt x="418" y="120"/>
                  <a:pt x="416" y="120"/>
                  <a:pt x="415" y="119"/>
                </a:cubicBezTo>
                <a:cubicBezTo>
                  <a:pt x="415" y="110"/>
                  <a:pt x="415" y="110"/>
                  <a:pt x="415" y="110"/>
                </a:cubicBezTo>
                <a:cubicBezTo>
                  <a:pt x="416" y="109"/>
                  <a:pt x="418" y="109"/>
                  <a:pt x="419" y="109"/>
                </a:cubicBezTo>
                <a:close/>
                <a:moveTo>
                  <a:pt x="419" y="165"/>
                </a:moveTo>
                <a:cubicBezTo>
                  <a:pt x="419" y="171"/>
                  <a:pt x="419" y="171"/>
                  <a:pt x="419" y="171"/>
                </a:cubicBezTo>
                <a:cubicBezTo>
                  <a:pt x="418" y="171"/>
                  <a:pt x="416" y="171"/>
                  <a:pt x="415" y="171"/>
                </a:cubicBezTo>
                <a:cubicBezTo>
                  <a:pt x="415" y="165"/>
                  <a:pt x="415" y="165"/>
                  <a:pt x="415" y="165"/>
                </a:cubicBezTo>
                <a:cubicBezTo>
                  <a:pt x="416" y="165"/>
                  <a:pt x="418" y="165"/>
                  <a:pt x="419" y="165"/>
                </a:cubicBezTo>
                <a:close/>
                <a:moveTo>
                  <a:pt x="419" y="184"/>
                </a:moveTo>
                <a:cubicBezTo>
                  <a:pt x="419" y="193"/>
                  <a:pt x="419" y="193"/>
                  <a:pt x="419" y="193"/>
                </a:cubicBezTo>
                <a:cubicBezTo>
                  <a:pt x="418" y="193"/>
                  <a:pt x="417" y="193"/>
                  <a:pt x="415" y="193"/>
                </a:cubicBezTo>
                <a:cubicBezTo>
                  <a:pt x="415" y="177"/>
                  <a:pt x="415" y="177"/>
                  <a:pt x="415" y="177"/>
                </a:cubicBezTo>
                <a:cubicBezTo>
                  <a:pt x="416" y="179"/>
                  <a:pt x="418" y="182"/>
                  <a:pt x="419" y="184"/>
                </a:cubicBezTo>
                <a:close/>
                <a:moveTo>
                  <a:pt x="419" y="296"/>
                </a:moveTo>
                <a:cubicBezTo>
                  <a:pt x="419" y="300"/>
                  <a:pt x="419" y="300"/>
                  <a:pt x="419" y="300"/>
                </a:cubicBezTo>
                <a:cubicBezTo>
                  <a:pt x="418" y="300"/>
                  <a:pt x="417" y="300"/>
                  <a:pt x="416" y="300"/>
                </a:cubicBezTo>
                <a:cubicBezTo>
                  <a:pt x="417" y="302"/>
                  <a:pt x="418" y="304"/>
                  <a:pt x="419" y="305"/>
                </a:cubicBezTo>
                <a:cubicBezTo>
                  <a:pt x="419" y="314"/>
                  <a:pt x="419" y="314"/>
                  <a:pt x="419" y="314"/>
                </a:cubicBezTo>
                <a:cubicBezTo>
                  <a:pt x="418" y="314"/>
                  <a:pt x="416" y="313"/>
                  <a:pt x="415" y="313"/>
                </a:cubicBezTo>
                <a:cubicBezTo>
                  <a:pt x="415" y="309"/>
                  <a:pt x="415" y="309"/>
                  <a:pt x="415" y="309"/>
                </a:cubicBezTo>
                <a:cubicBezTo>
                  <a:pt x="416" y="309"/>
                  <a:pt x="416" y="309"/>
                  <a:pt x="416" y="309"/>
                </a:cubicBezTo>
                <a:cubicBezTo>
                  <a:pt x="415" y="307"/>
                  <a:pt x="415" y="307"/>
                  <a:pt x="415" y="307"/>
                </a:cubicBezTo>
                <a:cubicBezTo>
                  <a:pt x="415" y="295"/>
                  <a:pt x="415" y="295"/>
                  <a:pt x="415" y="295"/>
                </a:cubicBezTo>
                <a:cubicBezTo>
                  <a:pt x="416" y="296"/>
                  <a:pt x="418" y="296"/>
                  <a:pt x="419" y="296"/>
                </a:cubicBezTo>
                <a:close/>
                <a:moveTo>
                  <a:pt x="419" y="378"/>
                </a:moveTo>
                <a:cubicBezTo>
                  <a:pt x="419" y="448"/>
                  <a:pt x="419" y="448"/>
                  <a:pt x="419" y="448"/>
                </a:cubicBezTo>
                <a:cubicBezTo>
                  <a:pt x="415" y="445"/>
                  <a:pt x="415" y="445"/>
                  <a:pt x="415" y="445"/>
                </a:cubicBezTo>
                <a:cubicBezTo>
                  <a:pt x="415" y="378"/>
                  <a:pt x="415" y="378"/>
                  <a:pt x="415" y="378"/>
                </a:cubicBezTo>
                <a:cubicBezTo>
                  <a:pt x="419" y="378"/>
                  <a:pt x="419" y="378"/>
                  <a:pt x="419" y="378"/>
                </a:cubicBezTo>
                <a:close/>
                <a:moveTo>
                  <a:pt x="419" y="489"/>
                </a:moveTo>
                <a:cubicBezTo>
                  <a:pt x="419" y="495"/>
                  <a:pt x="419" y="495"/>
                  <a:pt x="419" y="495"/>
                </a:cubicBezTo>
                <a:cubicBezTo>
                  <a:pt x="418" y="494"/>
                  <a:pt x="416" y="494"/>
                  <a:pt x="415" y="494"/>
                </a:cubicBezTo>
                <a:cubicBezTo>
                  <a:pt x="415" y="491"/>
                  <a:pt x="415" y="491"/>
                  <a:pt x="415" y="491"/>
                </a:cubicBezTo>
                <a:cubicBezTo>
                  <a:pt x="416" y="490"/>
                  <a:pt x="418" y="490"/>
                  <a:pt x="419" y="489"/>
                </a:cubicBezTo>
                <a:close/>
                <a:moveTo>
                  <a:pt x="419" y="502"/>
                </a:moveTo>
                <a:cubicBezTo>
                  <a:pt x="419" y="508"/>
                  <a:pt x="419" y="508"/>
                  <a:pt x="419" y="508"/>
                </a:cubicBezTo>
                <a:cubicBezTo>
                  <a:pt x="418" y="509"/>
                  <a:pt x="416" y="509"/>
                  <a:pt x="415" y="510"/>
                </a:cubicBezTo>
                <a:cubicBezTo>
                  <a:pt x="415" y="505"/>
                  <a:pt x="415" y="505"/>
                  <a:pt x="415" y="505"/>
                </a:cubicBezTo>
                <a:cubicBezTo>
                  <a:pt x="416" y="504"/>
                  <a:pt x="416" y="504"/>
                  <a:pt x="416" y="504"/>
                </a:cubicBezTo>
                <a:cubicBezTo>
                  <a:pt x="415" y="504"/>
                  <a:pt x="415" y="504"/>
                  <a:pt x="415" y="504"/>
                </a:cubicBezTo>
                <a:cubicBezTo>
                  <a:pt x="415" y="495"/>
                  <a:pt x="415" y="495"/>
                  <a:pt x="415" y="495"/>
                </a:cubicBezTo>
                <a:cubicBezTo>
                  <a:pt x="416" y="497"/>
                  <a:pt x="418" y="499"/>
                  <a:pt x="419" y="502"/>
                </a:cubicBezTo>
                <a:close/>
                <a:moveTo>
                  <a:pt x="419" y="611"/>
                </a:moveTo>
                <a:cubicBezTo>
                  <a:pt x="419" y="616"/>
                  <a:pt x="419" y="616"/>
                  <a:pt x="419" y="616"/>
                </a:cubicBezTo>
                <a:cubicBezTo>
                  <a:pt x="418" y="616"/>
                  <a:pt x="418" y="616"/>
                  <a:pt x="417" y="617"/>
                </a:cubicBezTo>
                <a:cubicBezTo>
                  <a:pt x="418" y="617"/>
                  <a:pt x="418" y="618"/>
                  <a:pt x="419" y="619"/>
                </a:cubicBezTo>
                <a:cubicBezTo>
                  <a:pt x="419" y="628"/>
                  <a:pt x="419" y="628"/>
                  <a:pt x="419" y="628"/>
                </a:cubicBezTo>
                <a:cubicBezTo>
                  <a:pt x="418" y="626"/>
                  <a:pt x="416" y="624"/>
                  <a:pt x="415" y="622"/>
                </a:cubicBezTo>
                <a:cubicBezTo>
                  <a:pt x="415" y="611"/>
                  <a:pt x="415" y="611"/>
                  <a:pt x="415" y="611"/>
                </a:cubicBezTo>
                <a:cubicBezTo>
                  <a:pt x="416" y="611"/>
                  <a:pt x="418" y="611"/>
                  <a:pt x="419" y="611"/>
                </a:cubicBezTo>
                <a:close/>
                <a:moveTo>
                  <a:pt x="419" y="633"/>
                </a:moveTo>
                <a:cubicBezTo>
                  <a:pt x="419" y="638"/>
                  <a:pt x="419" y="638"/>
                  <a:pt x="419" y="638"/>
                </a:cubicBezTo>
                <a:cubicBezTo>
                  <a:pt x="418" y="638"/>
                  <a:pt x="416" y="638"/>
                  <a:pt x="415" y="639"/>
                </a:cubicBezTo>
                <a:cubicBezTo>
                  <a:pt x="415" y="633"/>
                  <a:pt x="415" y="633"/>
                  <a:pt x="415" y="633"/>
                </a:cubicBezTo>
                <a:cubicBezTo>
                  <a:pt x="416" y="633"/>
                  <a:pt x="418" y="633"/>
                  <a:pt x="419" y="633"/>
                </a:cubicBezTo>
                <a:close/>
                <a:moveTo>
                  <a:pt x="419" y="671"/>
                </a:moveTo>
                <a:cubicBezTo>
                  <a:pt x="419" y="712"/>
                  <a:pt x="419" y="712"/>
                  <a:pt x="419" y="712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16" y="704"/>
                  <a:pt x="416" y="696"/>
                  <a:pt x="415" y="687"/>
                </a:cubicBezTo>
                <a:cubicBezTo>
                  <a:pt x="415" y="673"/>
                  <a:pt x="415" y="673"/>
                  <a:pt x="415" y="673"/>
                </a:cubicBezTo>
                <a:cubicBezTo>
                  <a:pt x="416" y="672"/>
                  <a:pt x="418" y="672"/>
                  <a:pt x="419" y="671"/>
                </a:cubicBezTo>
                <a:close/>
                <a:moveTo>
                  <a:pt x="419" y="748"/>
                </a:moveTo>
                <a:cubicBezTo>
                  <a:pt x="419" y="759"/>
                  <a:pt x="419" y="759"/>
                  <a:pt x="419" y="759"/>
                </a:cubicBezTo>
                <a:cubicBezTo>
                  <a:pt x="418" y="758"/>
                  <a:pt x="416" y="757"/>
                  <a:pt x="415" y="757"/>
                </a:cubicBezTo>
                <a:cubicBezTo>
                  <a:pt x="415" y="749"/>
                  <a:pt x="415" y="749"/>
                  <a:pt x="415" y="749"/>
                </a:cubicBezTo>
                <a:cubicBezTo>
                  <a:pt x="416" y="748"/>
                  <a:pt x="418" y="748"/>
                  <a:pt x="419" y="748"/>
                </a:cubicBezTo>
                <a:close/>
                <a:moveTo>
                  <a:pt x="413" y="2"/>
                </a:moveTo>
                <a:cubicBezTo>
                  <a:pt x="414" y="2"/>
                  <a:pt x="414" y="2"/>
                  <a:pt x="415" y="2"/>
                </a:cubicBezTo>
                <a:cubicBezTo>
                  <a:pt x="415" y="17"/>
                  <a:pt x="415" y="17"/>
                  <a:pt x="415" y="17"/>
                </a:cubicBezTo>
                <a:cubicBezTo>
                  <a:pt x="414" y="16"/>
                  <a:pt x="414" y="15"/>
                  <a:pt x="413" y="14"/>
                </a:cubicBezTo>
                <a:cubicBezTo>
                  <a:pt x="413" y="2"/>
                  <a:pt x="413" y="2"/>
                  <a:pt x="413" y="2"/>
                </a:cubicBezTo>
                <a:close/>
                <a:moveTo>
                  <a:pt x="415" y="793"/>
                </a:moveTo>
                <a:cubicBezTo>
                  <a:pt x="414" y="793"/>
                  <a:pt x="414" y="793"/>
                  <a:pt x="413" y="793"/>
                </a:cubicBezTo>
                <a:cubicBezTo>
                  <a:pt x="413" y="779"/>
                  <a:pt x="413" y="779"/>
                  <a:pt x="413" y="779"/>
                </a:cubicBezTo>
                <a:cubicBezTo>
                  <a:pt x="413" y="780"/>
                  <a:pt x="414" y="781"/>
                  <a:pt x="415" y="782"/>
                </a:cubicBezTo>
                <a:cubicBezTo>
                  <a:pt x="415" y="782"/>
                  <a:pt x="415" y="782"/>
                  <a:pt x="415" y="782"/>
                </a:cubicBezTo>
                <a:cubicBezTo>
                  <a:pt x="415" y="793"/>
                  <a:pt x="415" y="793"/>
                  <a:pt x="415" y="793"/>
                </a:cubicBezTo>
                <a:close/>
                <a:moveTo>
                  <a:pt x="415" y="39"/>
                </a:moveTo>
                <a:cubicBezTo>
                  <a:pt x="415" y="46"/>
                  <a:pt x="415" y="46"/>
                  <a:pt x="415" y="46"/>
                </a:cubicBezTo>
                <a:cubicBezTo>
                  <a:pt x="413" y="46"/>
                  <a:pt x="413" y="46"/>
                  <a:pt x="413" y="46"/>
                </a:cubicBezTo>
                <a:cubicBezTo>
                  <a:pt x="413" y="39"/>
                  <a:pt x="413" y="39"/>
                  <a:pt x="413" y="39"/>
                </a:cubicBezTo>
                <a:cubicBezTo>
                  <a:pt x="415" y="39"/>
                  <a:pt x="415" y="39"/>
                  <a:pt x="415" y="39"/>
                </a:cubicBezTo>
                <a:close/>
                <a:moveTo>
                  <a:pt x="415" y="110"/>
                </a:moveTo>
                <a:cubicBezTo>
                  <a:pt x="415" y="119"/>
                  <a:pt x="415" y="119"/>
                  <a:pt x="415" y="119"/>
                </a:cubicBezTo>
                <a:cubicBezTo>
                  <a:pt x="414" y="118"/>
                  <a:pt x="414" y="118"/>
                  <a:pt x="413" y="117"/>
                </a:cubicBezTo>
                <a:cubicBezTo>
                  <a:pt x="413" y="113"/>
                  <a:pt x="413" y="113"/>
                  <a:pt x="413" y="113"/>
                </a:cubicBezTo>
                <a:cubicBezTo>
                  <a:pt x="413" y="112"/>
                  <a:pt x="414" y="111"/>
                  <a:pt x="415" y="110"/>
                </a:cubicBezTo>
                <a:close/>
                <a:moveTo>
                  <a:pt x="415" y="165"/>
                </a:moveTo>
                <a:cubicBezTo>
                  <a:pt x="415" y="171"/>
                  <a:pt x="415" y="171"/>
                  <a:pt x="415" y="171"/>
                </a:cubicBezTo>
                <a:cubicBezTo>
                  <a:pt x="414" y="171"/>
                  <a:pt x="414" y="171"/>
                  <a:pt x="413" y="171"/>
                </a:cubicBezTo>
                <a:cubicBezTo>
                  <a:pt x="413" y="165"/>
                  <a:pt x="413" y="165"/>
                  <a:pt x="413" y="165"/>
                </a:cubicBezTo>
                <a:cubicBezTo>
                  <a:pt x="414" y="165"/>
                  <a:pt x="414" y="165"/>
                  <a:pt x="415" y="165"/>
                </a:cubicBezTo>
                <a:close/>
                <a:moveTo>
                  <a:pt x="415" y="177"/>
                </a:moveTo>
                <a:cubicBezTo>
                  <a:pt x="415" y="193"/>
                  <a:pt x="415" y="193"/>
                  <a:pt x="415" y="193"/>
                </a:cubicBezTo>
                <a:cubicBezTo>
                  <a:pt x="414" y="193"/>
                  <a:pt x="414" y="193"/>
                  <a:pt x="413" y="193"/>
                </a:cubicBezTo>
                <a:cubicBezTo>
                  <a:pt x="413" y="187"/>
                  <a:pt x="413" y="187"/>
                  <a:pt x="413" y="187"/>
                </a:cubicBezTo>
                <a:cubicBezTo>
                  <a:pt x="413" y="187"/>
                  <a:pt x="413" y="187"/>
                  <a:pt x="413" y="187"/>
                </a:cubicBezTo>
                <a:cubicBezTo>
                  <a:pt x="413" y="185"/>
                  <a:pt x="413" y="185"/>
                  <a:pt x="413" y="185"/>
                </a:cubicBezTo>
                <a:cubicBezTo>
                  <a:pt x="413" y="173"/>
                  <a:pt x="413" y="173"/>
                  <a:pt x="413" y="173"/>
                </a:cubicBezTo>
                <a:cubicBezTo>
                  <a:pt x="414" y="174"/>
                  <a:pt x="414" y="175"/>
                  <a:pt x="415" y="177"/>
                </a:cubicBezTo>
                <a:close/>
                <a:moveTo>
                  <a:pt x="415" y="295"/>
                </a:moveTo>
                <a:cubicBezTo>
                  <a:pt x="415" y="307"/>
                  <a:pt x="415" y="307"/>
                  <a:pt x="415" y="307"/>
                </a:cubicBezTo>
                <a:cubicBezTo>
                  <a:pt x="414" y="305"/>
                  <a:pt x="414" y="302"/>
                  <a:pt x="413" y="300"/>
                </a:cubicBezTo>
                <a:cubicBezTo>
                  <a:pt x="413" y="295"/>
                  <a:pt x="413" y="295"/>
                  <a:pt x="413" y="295"/>
                </a:cubicBezTo>
                <a:cubicBezTo>
                  <a:pt x="414" y="295"/>
                  <a:pt x="414" y="295"/>
                  <a:pt x="415" y="295"/>
                </a:cubicBezTo>
                <a:close/>
                <a:moveTo>
                  <a:pt x="415" y="309"/>
                </a:moveTo>
                <a:cubicBezTo>
                  <a:pt x="415" y="313"/>
                  <a:pt x="415" y="313"/>
                  <a:pt x="415" y="313"/>
                </a:cubicBezTo>
                <a:cubicBezTo>
                  <a:pt x="414" y="313"/>
                  <a:pt x="414" y="313"/>
                  <a:pt x="413" y="312"/>
                </a:cubicBezTo>
                <a:cubicBezTo>
                  <a:pt x="413" y="309"/>
                  <a:pt x="413" y="309"/>
                  <a:pt x="413" y="309"/>
                </a:cubicBezTo>
                <a:cubicBezTo>
                  <a:pt x="414" y="309"/>
                  <a:pt x="414" y="309"/>
                  <a:pt x="415" y="309"/>
                </a:cubicBezTo>
                <a:close/>
                <a:moveTo>
                  <a:pt x="415" y="378"/>
                </a:moveTo>
                <a:cubicBezTo>
                  <a:pt x="415" y="445"/>
                  <a:pt x="415" y="445"/>
                  <a:pt x="415" y="445"/>
                </a:cubicBezTo>
                <a:cubicBezTo>
                  <a:pt x="413" y="443"/>
                  <a:pt x="413" y="443"/>
                  <a:pt x="413" y="443"/>
                </a:cubicBezTo>
                <a:cubicBezTo>
                  <a:pt x="413" y="375"/>
                  <a:pt x="413" y="375"/>
                  <a:pt x="413" y="375"/>
                </a:cubicBezTo>
                <a:cubicBezTo>
                  <a:pt x="414" y="378"/>
                  <a:pt x="414" y="378"/>
                  <a:pt x="414" y="378"/>
                </a:cubicBezTo>
                <a:cubicBezTo>
                  <a:pt x="415" y="378"/>
                  <a:pt x="415" y="378"/>
                  <a:pt x="415" y="378"/>
                </a:cubicBezTo>
                <a:close/>
                <a:moveTo>
                  <a:pt x="415" y="491"/>
                </a:moveTo>
                <a:cubicBezTo>
                  <a:pt x="415" y="494"/>
                  <a:pt x="415" y="494"/>
                  <a:pt x="415" y="494"/>
                </a:cubicBezTo>
                <a:cubicBezTo>
                  <a:pt x="414" y="494"/>
                  <a:pt x="414" y="494"/>
                  <a:pt x="414" y="494"/>
                </a:cubicBezTo>
                <a:cubicBezTo>
                  <a:pt x="415" y="495"/>
                  <a:pt x="415" y="495"/>
                  <a:pt x="415" y="495"/>
                </a:cubicBezTo>
                <a:cubicBezTo>
                  <a:pt x="415" y="504"/>
                  <a:pt x="415" y="504"/>
                  <a:pt x="415" y="504"/>
                </a:cubicBezTo>
                <a:cubicBezTo>
                  <a:pt x="414" y="503"/>
                  <a:pt x="413" y="502"/>
                  <a:pt x="413" y="501"/>
                </a:cubicBezTo>
                <a:cubicBezTo>
                  <a:pt x="413" y="491"/>
                  <a:pt x="413" y="491"/>
                  <a:pt x="413" y="491"/>
                </a:cubicBezTo>
                <a:cubicBezTo>
                  <a:pt x="414" y="491"/>
                  <a:pt x="414" y="491"/>
                  <a:pt x="415" y="491"/>
                </a:cubicBezTo>
                <a:close/>
                <a:moveTo>
                  <a:pt x="415" y="505"/>
                </a:moveTo>
                <a:cubicBezTo>
                  <a:pt x="415" y="510"/>
                  <a:pt x="415" y="510"/>
                  <a:pt x="415" y="510"/>
                </a:cubicBezTo>
                <a:cubicBezTo>
                  <a:pt x="414" y="510"/>
                  <a:pt x="414" y="510"/>
                  <a:pt x="413" y="510"/>
                </a:cubicBezTo>
                <a:cubicBezTo>
                  <a:pt x="413" y="506"/>
                  <a:pt x="413" y="506"/>
                  <a:pt x="413" y="506"/>
                </a:cubicBezTo>
                <a:cubicBezTo>
                  <a:pt x="414" y="506"/>
                  <a:pt x="414" y="506"/>
                  <a:pt x="415" y="505"/>
                </a:cubicBezTo>
                <a:close/>
                <a:moveTo>
                  <a:pt x="415" y="611"/>
                </a:moveTo>
                <a:cubicBezTo>
                  <a:pt x="415" y="622"/>
                  <a:pt x="415" y="622"/>
                  <a:pt x="415" y="622"/>
                </a:cubicBezTo>
                <a:cubicBezTo>
                  <a:pt x="414" y="621"/>
                  <a:pt x="414" y="620"/>
                  <a:pt x="413" y="620"/>
                </a:cubicBezTo>
                <a:cubicBezTo>
                  <a:pt x="413" y="612"/>
                  <a:pt x="413" y="612"/>
                  <a:pt x="413" y="612"/>
                </a:cubicBezTo>
                <a:cubicBezTo>
                  <a:pt x="414" y="612"/>
                  <a:pt x="414" y="612"/>
                  <a:pt x="415" y="611"/>
                </a:cubicBezTo>
                <a:close/>
                <a:moveTo>
                  <a:pt x="415" y="633"/>
                </a:moveTo>
                <a:cubicBezTo>
                  <a:pt x="415" y="639"/>
                  <a:pt x="415" y="639"/>
                  <a:pt x="415" y="639"/>
                </a:cubicBezTo>
                <a:cubicBezTo>
                  <a:pt x="414" y="639"/>
                  <a:pt x="414" y="639"/>
                  <a:pt x="413" y="639"/>
                </a:cubicBezTo>
                <a:cubicBezTo>
                  <a:pt x="413" y="633"/>
                  <a:pt x="413" y="633"/>
                  <a:pt x="413" y="633"/>
                </a:cubicBezTo>
                <a:cubicBezTo>
                  <a:pt x="415" y="633"/>
                  <a:pt x="415" y="633"/>
                  <a:pt x="415" y="633"/>
                </a:cubicBezTo>
                <a:close/>
                <a:moveTo>
                  <a:pt x="415" y="673"/>
                </a:moveTo>
                <a:cubicBezTo>
                  <a:pt x="415" y="687"/>
                  <a:pt x="415" y="687"/>
                  <a:pt x="415" y="687"/>
                </a:cubicBezTo>
                <a:cubicBezTo>
                  <a:pt x="415" y="684"/>
                  <a:pt x="415" y="684"/>
                  <a:pt x="415" y="684"/>
                </a:cubicBezTo>
                <a:cubicBezTo>
                  <a:pt x="414" y="685"/>
                  <a:pt x="414" y="685"/>
                  <a:pt x="413" y="686"/>
                </a:cubicBezTo>
                <a:cubicBezTo>
                  <a:pt x="413" y="674"/>
                  <a:pt x="413" y="674"/>
                  <a:pt x="413" y="674"/>
                </a:cubicBezTo>
                <a:cubicBezTo>
                  <a:pt x="414" y="673"/>
                  <a:pt x="414" y="673"/>
                  <a:pt x="415" y="673"/>
                </a:cubicBezTo>
                <a:close/>
                <a:moveTo>
                  <a:pt x="415" y="749"/>
                </a:moveTo>
                <a:cubicBezTo>
                  <a:pt x="415" y="757"/>
                  <a:pt x="415" y="757"/>
                  <a:pt x="415" y="757"/>
                </a:cubicBezTo>
                <a:cubicBezTo>
                  <a:pt x="414" y="757"/>
                  <a:pt x="414" y="756"/>
                  <a:pt x="413" y="756"/>
                </a:cubicBezTo>
                <a:cubicBezTo>
                  <a:pt x="413" y="749"/>
                  <a:pt x="413" y="749"/>
                  <a:pt x="413" y="749"/>
                </a:cubicBezTo>
                <a:lnTo>
                  <a:pt x="415" y="749"/>
                </a:lnTo>
                <a:close/>
                <a:moveTo>
                  <a:pt x="404" y="0"/>
                </a:moveTo>
                <a:cubicBezTo>
                  <a:pt x="408" y="0"/>
                  <a:pt x="408" y="0"/>
                  <a:pt x="408" y="0"/>
                </a:cubicBezTo>
                <a:cubicBezTo>
                  <a:pt x="409" y="1"/>
                  <a:pt x="411" y="2"/>
                  <a:pt x="413" y="2"/>
                </a:cubicBezTo>
                <a:cubicBezTo>
                  <a:pt x="413" y="14"/>
                  <a:pt x="413" y="14"/>
                  <a:pt x="413" y="14"/>
                </a:cubicBezTo>
                <a:cubicBezTo>
                  <a:pt x="410" y="12"/>
                  <a:pt x="408" y="10"/>
                  <a:pt x="404" y="9"/>
                </a:cubicBezTo>
                <a:cubicBezTo>
                  <a:pt x="404" y="0"/>
                  <a:pt x="404" y="0"/>
                  <a:pt x="404" y="0"/>
                </a:cubicBezTo>
                <a:close/>
                <a:moveTo>
                  <a:pt x="413" y="793"/>
                </a:moveTo>
                <a:cubicBezTo>
                  <a:pt x="411" y="794"/>
                  <a:pt x="410" y="794"/>
                  <a:pt x="408" y="794"/>
                </a:cubicBezTo>
                <a:cubicBezTo>
                  <a:pt x="406" y="794"/>
                  <a:pt x="405" y="794"/>
                  <a:pt x="404" y="794"/>
                </a:cubicBezTo>
                <a:cubicBezTo>
                  <a:pt x="404" y="786"/>
                  <a:pt x="404" y="786"/>
                  <a:pt x="404" y="786"/>
                </a:cubicBezTo>
                <a:cubicBezTo>
                  <a:pt x="406" y="785"/>
                  <a:pt x="406" y="785"/>
                  <a:pt x="406" y="785"/>
                </a:cubicBezTo>
                <a:cubicBezTo>
                  <a:pt x="405" y="784"/>
                  <a:pt x="404" y="782"/>
                  <a:pt x="404" y="781"/>
                </a:cubicBezTo>
                <a:cubicBezTo>
                  <a:pt x="404" y="766"/>
                  <a:pt x="404" y="766"/>
                  <a:pt x="404" y="766"/>
                </a:cubicBezTo>
                <a:cubicBezTo>
                  <a:pt x="409" y="774"/>
                  <a:pt x="410" y="776"/>
                  <a:pt x="413" y="779"/>
                </a:cubicBezTo>
                <a:cubicBezTo>
                  <a:pt x="413" y="793"/>
                  <a:pt x="413" y="793"/>
                  <a:pt x="413" y="793"/>
                </a:cubicBezTo>
                <a:close/>
                <a:moveTo>
                  <a:pt x="413" y="39"/>
                </a:moveTo>
                <a:cubicBezTo>
                  <a:pt x="413" y="46"/>
                  <a:pt x="413" y="46"/>
                  <a:pt x="413" y="46"/>
                </a:cubicBezTo>
                <a:cubicBezTo>
                  <a:pt x="410" y="46"/>
                  <a:pt x="407" y="46"/>
                  <a:pt x="404" y="46"/>
                </a:cubicBezTo>
                <a:cubicBezTo>
                  <a:pt x="404" y="34"/>
                  <a:pt x="404" y="34"/>
                  <a:pt x="404" y="34"/>
                </a:cubicBezTo>
                <a:cubicBezTo>
                  <a:pt x="404" y="35"/>
                  <a:pt x="404" y="35"/>
                  <a:pt x="404" y="35"/>
                </a:cubicBezTo>
                <a:cubicBezTo>
                  <a:pt x="406" y="36"/>
                  <a:pt x="409" y="38"/>
                  <a:pt x="411" y="39"/>
                </a:cubicBezTo>
                <a:cubicBezTo>
                  <a:pt x="413" y="39"/>
                  <a:pt x="413" y="39"/>
                  <a:pt x="413" y="39"/>
                </a:cubicBezTo>
                <a:close/>
                <a:moveTo>
                  <a:pt x="413" y="113"/>
                </a:moveTo>
                <a:cubicBezTo>
                  <a:pt x="413" y="117"/>
                  <a:pt x="413" y="117"/>
                  <a:pt x="413" y="117"/>
                </a:cubicBezTo>
                <a:cubicBezTo>
                  <a:pt x="412" y="116"/>
                  <a:pt x="412" y="116"/>
                  <a:pt x="412" y="116"/>
                </a:cubicBezTo>
                <a:cubicBezTo>
                  <a:pt x="412" y="115"/>
                  <a:pt x="412" y="114"/>
                  <a:pt x="413" y="113"/>
                </a:cubicBezTo>
                <a:close/>
                <a:moveTo>
                  <a:pt x="413" y="165"/>
                </a:moveTo>
                <a:cubicBezTo>
                  <a:pt x="413" y="171"/>
                  <a:pt x="413" y="171"/>
                  <a:pt x="413" y="171"/>
                </a:cubicBezTo>
                <a:cubicBezTo>
                  <a:pt x="412" y="171"/>
                  <a:pt x="412" y="171"/>
                  <a:pt x="412" y="171"/>
                </a:cubicBezTo>
                <a:cubicBezTo>
                  <a:pt x="412" y="171"/>
                  <a:pt x="412" y="172"/>
                  <a:pt x="413" y="173"/>
                </a:cubicBezTo>
                <a:cubicBezTo>
                  <a:pt x="413" y="185"/>
                  <a:pt x="413" y="185"/>
                  <a:pt x="413" y="185"/>
                </a:cubicBezTo>
                <a:cubicBezTo>
                  <a:pt x="410" y="178"/>
                  <a:pt x="408" y="173"/>
                  <a:pt x="404" y="171"/>
                </a:cubicBezTo>
                <a:cubicBezTo>
                  <a:pt x="404" y="165"/>
                  <a:pt x="404" y="165"/>
                  <a:pt x="404" y="165"/>
                </a:cubicBezTo>
                <a:cubicBezTo>
                  <a:pt x="407" y="165"/>
                  <a:pt x="410" y="165"/>
                  <a:pt x="413" y="165"/>
                </a:cubicBezTo>
                <a:close/>
                <a:moveTo>
                  <a:pt x="413" y="187"/>
                </a:moveTo>
                <a:cubicBezTo>
                  <a:pt x="413" y="193"/>
                  <a:pt x="413" y="193"/>
                  <a:pt x="413" y="193"/>
                </a:cubicBezTo>
                <a:cubicBezTo>
                  <a:pt x="409" y="193"/>
                  <a:pt x="409" y="193"/>
                  <a:pt x="409" y="193"/>
                </a:cubicBezTo>
                <a:cubicBezTo>
                  <a:pt x="409" y="227"/>
                  <a:pt x="409" y="261"/>
                  <a:pt x="409" y="295"/>
                </a:cubicBezTo>
                <a:cubicBezTo>
                  <a:pt x="410" y="295"/>
                  <a:pt x="412" y="295"/>
                  <a:pt x="413" y="295"/>
                </a:cubicBezTo>
                <a:cubicBezTo>
                  <a:pt x="413" y="300"/>
                  <a:pt x="413" y="300"/>
                  <a:pt x="413" y="300"/>
                </a:cubicBezTo>
                <a:cubicBezTo>
                  <a:pt x="412" y="299"/>
                  <a:pt x="412" y="299"/>
                  <a:pt x="412" y="299"/>
                </a:cubicBezTo>
                <a:cubicBezTo>
                  <a:pt x="407" y="298"/>
                  <a:pt x="407" y="298"/>
                  <a:pt x="404" y="298"/>
                </a:cubicBezTo>
                <a:cubicBezTo>
                  <a:pt x="404" y="293"/>
                  <a:pt x="404" y="293"/>
                  <a:pt x="404" y="293"/>
                </a:cubicBezTo>
                <a:cubicBezTo>
                  <a:pt x="406" y="293"/>
                  <a:pt x="406" y="293"/>
                  <a:pt x="406" y="293"/>
                </a:cubicBezTo>
                <a:cubicBezTo>
                  <a:pt x="405" y="291"/>
                  <a:pt x="405" y="289"/>
                  <a:pt x="404" y="287"/>
                </a:cubicBezTo>
                <a:cubicBezTo>
                  <a:pt x="404" y="287"/>
                  <a:pt x="404" y="287"/>
                  <a:pt x="404" y="287"/>
                </a:cubicBezTo>
                <a:cubicBezTo>
                  <a:pt x="404" y="282"/>
                  <a:pt x="404" y="282"/>
                  <a:pt x="404" y="282"/>
                </a:cubicBezTo>
                <a:cubicBezTo>
                  <a:pt x="404" y="282"/>
                  <a:pt x="404" y="282"/>
                  <a:pt x="404" y="282"/>
                </a:cubicBezTo>
                <a:cubicBezTo>
                  <a:pt x="405" y="279"/>
                  <a:pt x="405" y="277"/>
                  <a:pt x="406" y="275"/>
                </a:cubicBezTo>
                <a:cubicBezTo>
                  <a:pt x="405" y="275"/>
                  <a:pt x="404" y="275"/>
                  <a:pt x="404" y="275"/>
                </a:cubicBezTo>
                <a:cubicBezTo>
                  <a:pt x="404" y="269"/>
                  <a:pt x="404" y="269"/>
                  <a:pt x="404" y="269"/>
                </a:cubicBezTo>
                <a:cubicBezTo>
                  <a:pt x="405" y="267"/>
                  <a:pt x="405" y="265"/>
                  <a:pt x="406" y="262"/>
                </a:cubicBezTo>
                <a:cubicBezTo>
                  <a:pt x="405" y="262"/>
                  <a:pt x="404" y="262"/>
                  <a:pt x="404" y="262"/>
                </a:cubicBezTo>
                <a:cubicBezTo>
                  <a:pt x="404" y="257"/>
                  <a:pt x="404" y="257"/>
                  <a:pt x="404" y="257"/>
                </a:cubicBezTo>
                <a:cubicBezTo>
                  <a:pt x="404" y="257"/>
                  <a:pt x="404" y="257"/>
                  <a:pt x="404" y="257"/>
                </a:cubicBezTo>
                <a:cubicBezTo>
                  <a:pt x="404" y="254"/>
                  <a:pt x="404" y="252"/>
                  <a:pt x="404" y="249"/>
                </a:cubicBezTo>
                <a:cubicBezTo>
                  <a:pt x="404" y="249"/>
                  <a:pt x="404" y="249"/>
                  <a:pt x="404" y="249"/>
                </a:cubicBezTo>
                <a:cubicBezTo>
                  <a:pt x="404" y="244"/>
                  <a:pt x="404" y="244"/>
                  <a:pt x="404" y="244"/>
                </a:cubicBezTo>
                <a:cubicBezTo>
                  <a:pt x="405" y="243"/>
                  <a:pt x="405" y="240"/>
                  <a:pt x="406" y="237"/>
                </a:cubicBezTo>
                <a:cubicBezTo>
                  <a:pt x="404" y="237"/>
                  <a:pt x="404" y="237"/>
                  <a:pt x="404" y="237"/>
                </a:cubicBezTo>
                <a:cubicBezTo>
                  <a:pt x="404" y="233"/>
                  <a:pt x="404" y="233"/>
                  <a:pt x="404" y="233"/>
                </a:cubicBezTo>
                <a:cubicBezTo>
                  <a:pt x="404" y="233"/>
                  <a:pt x="404" y="233"/>
                  <a:pt x="404" y="233"/>
                </a:cubicBezTo>
                <a:cubicBezTo>
                  <a:pt x="404" y="230"/>
                  <a:pt x="404" y="227"/>
                  <a:pt x="404" y="224"/>
                </a:cubicBezTo>
                <a:cubicBezTo>
                  <a:pt x="404" y="224"/>
                  <a:pt x="404" y="224"/>
                  <a:pt x="404" y="224"/>
                </a:cubicBezTo>
                <a:cubicBezTo>
                  <a:pt x="404" y="220"/>
                  <a:pt x="404" y="220"/>
                  <a:pt x="404" y="220"/>
                </a:cubicBezTo>
                <a:cubicBezTo>
                  <a:pt x="404" y="220"/>
                  <a:pt x="404" y="220"/>
                  <a:pt x="404" y="220"/>
                </a:cubicBezTo>
                <a:cubicBezTo>
                  <a:pt x="405" y="217"/>
                  <a:pt x="405" y="215"/>
                  <a:pt x="406" y="212"/>
                </a:cubicBezTo>
                <a:cubicBezTo>
                  <a:pt x="404" y="213"/>
                  <a:pt x="404" y="213"/>
                  <a:pt x="404" y="213"/>
                </a:cubicBezTo>
                <a:cubicBezTo>
                  <a:pt x="404" y="208"/>
                  <a:pt x="404" y="208"/>
                  <a:pt x="404" y="208"/>
                </a:cubicBezTo>
                <a:cubicBezTo>
                  <a:pt x="406" y="207"/>
                  <a:pt x="406" y="207"/>
                  <a:pt x="406" y="207"/>
                </a:cubicBezTo>
                <a:cubicBezTo>
                  <a:pt x="405" y="205"/>
                  <a:pt x="405" y="202"/>
                  <a:pt x="404" y="200"/>
                </a:cubicBezTo>
                <a:cubicBezTo>
                  <a:pt x="404" y="200"/>
                  <a:pt x="404" y="200"/>
                  <a:pt x="404" y="200"/>
                </a:cubicBezTo>
                <a:cubicBezTo>
                  <a:pt x="404" y="195"/>
                  <a:pt x="404" y="195"/>
                  <a:pt x="404" y="195"/>
                </a:cubicBezTo>
                <a:cubicBezTo>
                  <a:pt x="404" y="194"/>
                  <a:pt x="405" y="193"/>
                  <a:pt x="406" y="192"/>
                </a:cubicBezTo>
                <a:cubicBezTo>
                  <a:pt x="405" y="192"/>
                  <a:pt x="404" y="192"/>
                  <a:pt x="404" y="192"/>
                </a:cubicBezTo>
                <a:cubicBezTo>
                  <a:pt x="404" y="187"/>
                  <a:pt x="404" y="187"/>
                  <a:pt x="404" y="187"/>
                </a:cubicBezTo>
                <a:cubicBezTo>
                  <a:pt x="404" y="188"/>
                  <a:pt x="404" y="188"/>
                  <a:pt x="404" y="188"/>
                </a:cubicBezTo>
                <a:cubicBezTo>
                  <a:pt x="407" y="187"/>
                  <a:pt x="410" y="187"/>
                  <a:pt x="413" y="187"/>
                </a:cubicBezTo>
                <a:close/>
                <a:moveTo>
                  <a:pt x="413" y="309"/>
                </a:moveTo>
                <a:cubicBezTo>
                  <a:pt x="412" y="309"/>
                  <a:pt x="411" y="310"/>
                  <a:pt x="410" y="310"/>
                </a:cubicBezTo>
                <a:cubicBezTo>
                  <a:pt x="408" y="306"/>
                  <a:pt x="406" y="302"/>
                  <a:pt x="404" y="298"/>
                </a:cubicBezTo>
                <a:cubicBezTo>
                  <a:pt x="404" y="307"/>
                  <a:pt x="404" y="307"/>
                  <a:pt x="404" y="307"/>
                </a:cubicBezTo>
                <a:cubicBezTo>
                  <a:pt x="404" y="308"/>
                  <a:pt x="404" y="308"/>
                  <a:pt x="404" y="308"/>
                </a:cubicBezTo>
                <a:cubicBezTo>
                  <a:pt x="404" y="308"/>
                  <a:pt x="404" y="308"/>
                  <a:pt x="404" y="308"/>
                </a:cubicBezTo>
                <a:cubicBezTo>
                  <a:pt x="404" y="311"/>
                  <a:pt x="404" y="311"/>
                  <a:pt x="404" y="311"/>
                </a:cubicBezTo>
                <a:cubicBezTo>
                  <a:pt x="407" y="311"/>
                  <a:pt x="410" y="312"/>
                  <a:pt x="413" y="312"/>
                </a:cubicBezTo>
                <a:cubicBezTo>
                  <a:pt x="413" y="309"/>
                  <a:pt x="413" y="309"/>
                  <a:pt x="413" y="309"/>
                </a:cubicBezTo>
                <a:close/>
                <a:moveTo>
                  <a:pt x="413" y="375"/>
                </a:moveTo>
                <a:cubicBezTo>
                  <a:pt x="413" y="443"/>
                  <a:pt x="413" y="443"/>
                  <a:pt x="413" y="443"/>
                </a:cubicBezTo>
                <a:cubicBezTo>
                  <a:pt x="404" y="437"/>
                  <a:pt x="404" y="437"/>
                  <a:pt x="404" y="437"/>
                </a:cubicBezTo>
                <a:cubicBezTo>
                  <a:pt x="404" y="347"/>
                  <a:pt x="404" y="347"/>
                  <a:pt x="404" y="347"/>
                </a:cubicBezTo>
                <a:cubicBezTo>
                  <a:pt x="406" y="353"/>
                  <a:pt x="409" y="362"/>
                  <a:pt x="413" y="375"/>
                </a:cubicBezTo>
                <a:close/>
                <a:moveTo>
                  <a:pt x="413" y="491"/>
                </a:moveTo>
                <a:cubicBezTo>
                  <a:pt x="413" y="501"/>
                  <a:pt x="413" y="501"/>
                  <a:pt x="413" y="501"/>
                </a:cubicBezTo>
                <a:cubicBezTo>
                  <a:pt x="410" y="498"/>
                  <a:pt x="409" y="497"/>
                  <a:pt x="404" y="496"/>
                </a:cubicBezTo>
                <a:cubicBezTo>
                  <a:pt x="404" y="492"/>
                  <a:pt x="404" y="492"/>
                  <a:pt x="404" y="492"/>
                </a:cubicBezTo>
                <a:cubicBezTo>
                  <a:pt x="405" y="492"/>
                  <a:pt x="407" y="492"/>
                  <a:pt x="410" y="492"/>
                </a:cubicBezTo>
                <a:cubicBezTo>
                  <a:pt x="411" y="491"/>
                  <a:pt x="412" y="491"/>
                  <a:pt x="413" y="491"/>
                </a:cubicBezTo>
                <a:close/>
                <a:moveTo>
                  <a:pt x="413" y="506"/>
                </a:moveTo>
                <a:cubicBezTo>
                  <a:pt x="412" y="506"/>
                  <a:pt x="411" y="506"/>
                  <a:pt x="410" y="506"/>
                </a:cubicBezTo>
                <a:cubicBezTo>
                  <a:pt x="408" y="504"/>
                  <a:pt x="405" y="502"/>
                  <a:pt x="404" y="500"/>
                </a:cubicBezTo>
                <a:cubicBezTo>
                  <a:pt x="404" y="510"/>
                  <a:pt x="404" y="510"/>
                  <a:pt x="404" y="510"/>
                </a:cubicBezTo>
                <a:cubicBezTo>
                  <a:pt x="404" y="510"/>
                  <a:pt x="404" y="510"/>
                  <a:pt x="404" y="510"/>
                </a:cubicBezTo>
                <a:cubicBezTo>
                  <a:pt x="405" y="511"/>
                  <a:pt x="404" y="512"/>
                  <a:pt x="404" y="513"/>
                </a:cubicBezTo>
                <a:cubicBezTo>
                  <a:pt x="404" y="518"/>
                  <a:pt x="404" y="518"/>
                  <a:pt x="404" y="518"/>
                </a:cubicBezTo>
                <a:cubicBezTo>
                  <a:pt x="404" y="517"/>
                  <a:pt x="404" y="517"/>
                  <a:pt x="404" y="517"/>
                </a:cubicBezTo>
                <a:cubicBezTo>
                  <a:pt x="404" y="520"/>
                  <a:pt x="404" y="523"/>
                  <a:pt x="404" y="525"/>
                </a:cubicBezTo>
                <a:cubicBezTo>
                  <a:pt x="404" y="526"/>
                  <a:pt x="404" y="526"/>
                  <a:pt x="404" y="526"/>
                </a:cubicBezTo>
                <a:cubicBezTo>
                  <a:pt x="404" y="530"/>
                  <a:pt x="404" y="530"/>
                  <a:pt x="404" y="530"/>
                </a:cubicBezTo>
                <a:cubicBezTo>
                  <a:pt x="406" y="530"/>
                  <a:pt x="406" y="530"/>
                  <a:pt x="406" y="530"/>
                </a:cubicBezTo>
                <a:cubicBezTo>
                  <a:pt x="405" y="533"/>
                  <a:pt x="405" y="535"/>
                  <a:pt x="404" y="537"/>
                </a:cubicBezTo>
                <a:cubicBezTo>
                  <a:pt x="404" y="543"/>
                  <a:pt x="404" y="543"/>
                  <a:pt x="404" y="543"/>
                </a:cubicBezTo>
                <a:cubicBezTo>
                  <a:pt x="406" y="543"/>
                  <a:pt x="406" y="543"/>
                  <a:pt x="406" y="543"/>
                </a:cubicBezTo>
                <a:cubicBezTo>
                  <a:pt x="405" y="545"/>
                  <a:pt x="405" y="548"/>
                  <a:pt x="404" y="550"/>
                </a:cubicBezTo>
                <a:cubicBezTo>
                  <a:pt x="404" y="550"/>
                  <a:pt x="404" y="550"/>
                  <a:pt x="404" y="550"/>
                </a:cubicBezTo>
                <a:cubicBezTo>
                  <a:pt x="404" y="555"/>
                  <a:pt x="404" y="555"/>
                  <a:pt x="404" y="555"/>
                </a:cubicBezTo>
                <a:cubicBezTo>
                  <a:pt x="404" y="555"/>
                  <a:pt x="405" y="555"/>
                  <a:pt x="406" y="554"/>
                </a:cubicBezTo>
                <a:cubicBezTo>
                  <a:pt x="406" y="557"/>
                  <a:pt x="406" y="560"/>
                  <a:pt x="406" y="563"/>
                </a:cubicBezTo>
                <a:cubicBezTo>
                  <a:pt x="404" y="563"/>
                  <a:pt x="404" y="563"/>
                  <a:pt x="404" y="563"/>
                </a:cubicBezTo>
                <a:cubicBezTo>
                  <a:pt x="404" y="568"/>
                  <a:pt x="404" y="568"/>
                  <a:pt x="404" y="568"/>
                </a:cubicBezTo>
                <a:cubicBezTo>
                  <a:pt x="404" y="568"/>
                  <a:pt x="405" y="568"/>
                  <a:pt x="406" y="567"/>
                </a:cubicBezTo>
                <a:cubicBezTo>
                  <a:pt x="405" y="570"/>
                  <a:pt x="405" y="572"/>
                  <a:pt x="404" y="575"/>
                </a:cubicBezTo>
                <a:cubicBezTo>
                  <a:pt x="404" y="575"/>
                  <a:pt x="404" y="575"/>
                  <a:pt x="404" y="576"/>
                </a:cubicBezTo>
                <a:cubicBezTo>
                  <a:pt x="404" y="580"/>
                  <a:pt x="404" y="580"/>
                  <a:pt x="404" y="580"/>
                </a:cubicBezTo>
                <a:cubicBezTo>
                  <a:pt x="404" y="580"/>
                  <a:pt x="404" y="580"/>
                  <a:pt x="404" y="580"/>
                </a:cubicBezTo>
                <a:cubicBezTo>
                  <a:pt x="404" y="582"/>
                  <a:pt x="404" y="585"/>
                  <a:pt x="404" y="588"/>
                </a:cubicBezTo>
                <a:cubicBezTo>
                  <a:pt x="404" y="588"/>
                  <a:pt x="404" y="588"/>
                  <a:pt x="404" y="588"/>
                </a:cubicBezTo>
                <a:cubicBezTo>
                  <a:pt x="404" y="593"/>
                  <a:pt x="404" y="593"/>
                  <a:pt x="404" y="593"/>
                </a:cubicBezTo>
                <a:cubicBezTo>
                  <a:pt x="406" y="592"/>
                  <a:pt x="406" y="592"/>
                  <a:pt x="406" y="592"/>
                </a:cubicBezTo>
                <a:cubicBezTo>
                  <a:pt x="405" y="596"/>
                  <a:pt x="405" y="598"/>
                  <a:pt x="404" y="599"/>
                </a:cubicBezTo>
                <a:cubicBezTo>
                  <a:pt x="404" y="605"/>
                  <a:pt x="404" y="605"/>
                  <a:pt x="404" y="605"/>
                </a:cubicBezTo>
                <a:cubicBezTo>
                  <a:pt x="404" y="605"/>
                  <a:pt x="404" y="604"/>
                  <a:pt x="404" y="604"/>
                </a:cubicBezTo>
                <a:cubicBezTo>
                  <a:pt x="405" y="607"/>
                  <a:pt x="405" y="609"/>
                  <a:pt x="406" y="611"/>
                </a:cubicBezTo>
                <a:cubicBezTo>
                  <a:pt x="404" y="611"/>
                  <a:pt x="404" y="611"/>
                  <a:pt x="404" y="611"/>
                </a:cubicBezTo>
                <a:cubicBezTo>
                  <a:pt x="404" y="617"/>
                  <a:pt x="404" y="617"/>
                  <a:pt x="404" y="617"/>
                </a:cubicBezTo>
                <a:cubicBezTo>
                  <a:pt x="407" y="617"/>
                  <a:pt x="410" y="618"/>
                  <a:pt x="413" y="620"/>
                </a:cubicBezTo>
                <a:cubicBezTo>
                  <a:pt x="413" y="612"/>
                  <a:pt x="413" y="612"/>
                  <a:pt x="413" y="612"/>
                </a:cubicBezTo>
                <a:cubicBezTo>
                  <a:pt x="412" y="612"/>
                  <a:pt x="411" y="612"/>
                  <a:pt x="410" y="612"/>
                </a:cubicBezTo>
                <a:cubicBezTo>
                  <a:pt x="410" y="578"/>
                  <a:pt x="410" y="544"/>
                  <a:pt x="410" y="511"/>
                </a:cubicBezTo>
                <a:cubicBezTo>
                  <a:pt x="411" y="510"/>
                  <a:pt x="412" y="510"/>
                  <a:pt x="413" y="510"/>
                </a:cubicBezTo>
                <a:cubicBezTo>
                  <a:pt x="413" y="506"/>
                  <a:pt x="413" y="506"/>
                  <a:pt x="413" y="506"/>
                </a:cubicBezTo>
                <a:close/>
                <a:moveTo>
                  <a:pt x="413" y="633"/>
                </a:moveTo>
                <a:cubicBezTo>
                  <a:pt x="413" y="639"/>
                  <a:pt x="413" y="639"/>
                  <a:pt x="413" y="639"/>
                </a:cubicBezTo>
                <a:cubicBezTo>
                  <a:pt x="410" y="639"/>
                  <a:pt x="407" y="639"/>
                  <a:pt x="404" y="639"/>
                </a:cubicBezTo>
                <a:cubicBezTo>
                  <a:pt x="404" y="626"/>
                  <a:pt x="404" y="626"/>
                  <a:pt x="404" y="626"/>
                </a:cubicBezTo>
                <a:cubicBezTo>
                  <a:pt x="406" y="629"/>
                  <a:pt x="407" y="631"/>
                  <a:pt x="410" y="633"/>
                </a:cubicBezTo>
                <a:cubicBezTo>
                  <a:pt x="413" y="633"/>
                  <a:pt x="413" y="633"/>
                  <a:pt x="413" y="633"/>
                </a:cubicBezTo>
                <a:close/>
                <a:moveTo>
                  <a:pt x="413" y="674"/>
                </a:moveTo>
                <a:cubicBezTo>
                  <a:pt x="413" y="686"/>
                  <a:pt x="413" y="686"/>
                  <a:pt x="413" y="686"/>
                </a:cubicBezTo>
                <a:cubicBezTo>
                  <a:pt x="411" y="686"/>
                  <a:pt x="410" y="688"/>
                  <a:pt x="409" y="688"/>
                </a:cubicBezTo>
                <a:cubicBezTo>
                  <a:pt x="406" y="686"/>
                  <a:pt x="404" y="684"/>
                  <a:pt x="404" y="681"/>
                </a:cubicBezTo>
                <a:cubicBezTo>
                  <a:pt x="407" y="678"/>
                  <a:pt x="410" y="675"/>
                  <a:pt x="413" y="674"/>
                </a:cubicBezTo>
                <a:close/>
                <a:moveTo>
                  <a:pt x="413" y="749"/>
                </a:moveTo>
                <a:cubicBezTo>
                  <a:pt x="413" y="756"/>
                  <a:pt x="413" y="756"/>
                  <a:pt x="413" y="756"/>
                </a:cubicBezTo>
                <a:cubicBezTo>
                  <a:pt x="410" y="756"/>
                  <a:pt x="407" y="756"/>
                  <a:pt x="404" y="756"/>
                </a:cubicBezTo>
                <a:cubicBezTo>
                  <a:pt x="404" y="749"/>
                  <a:pt x="404" y="749"/>
                  <a:pt x="404" y="749"/>
                </a:cubicBezTo>
                <a:cubicBezTo>
                  <a:pt x="407" y="749"/>
                  <a:pt x="410" y="749"/>
                  <a:pt x="413" y="749"/>
                </a:cubicBezTo>
                <a:close/>
                <a:moveTo>
                  <a:pt x="402" y="0"/>
                </a:moveTo>
                <a:cubicBezTo>
                  <a:pt x="404" y="0"/>
                  <a:pt x="404" y="0"/>
                  <a:pt x="404" y="0"/>
                </a:cubicBezTo>
                <a:cubicBezTo>
                  <a:pt x="404" y="9"/>
                  <a:pt x="404" y="9"/>
                  <a:pt x="404" y="9"/>
                </a:cubicBezTo>
                <a:cubicBezTo>
                  <a:pt x="403" y="9"/>
                  <a:pt x="403" y="9"/>
                  <a:pt x="402" y="9"/>
                </a:cubicBezTo>
                <a:cubicBezTo>
                  <a:pt x="402" y="0"/>
                  <a:pt x="402" y="0"/>
                  <a:pt x="402" y="0"/>
                </a:cubicBezTo>
                <a:close/>
                <a:moveTo>
                  <a:pt x="404" y="794"/>
                </a:moveTo>
                <a:cubicBezTo>
                  <a:pt x="402" y="794"/>
                  <a:pt x="402" y="794"/>
                  <a:pt x="402" y="794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4" y="786"/>
                  <a:pt x="404" y="786"/>
                  <a:pt x="404" y="786"/>
                </a:cubicBezTo>
                <a:cubicBezTo>
                  <a:pt x="404" y="794"/>
                  <a:pt x="404" y="794"/>
                  <a:pt x="404" y="794"/>
                </a:cubicBezTo>
                <a:close/>
                <a:moveTo>
                  <a:pt x="404" y="34"/>
                </a:moveTo>
                <a:cubicBezTo>
                  <a:pt x="404" y="46"/>
                  <a:pt x="404" y="46"/>
                  <a:pt x="404" y="46"/>
                </a:cubicBezTo>
                <a:cubicBezTo>
                  <a:pt x="402" y="46"/>
                  <a:pt x="402" y="46"/>
                  <a:pt x="402" y="46"/>
                </a:cubicBezTo>
                <a:cubicBezTo>
                  <a:pt x="402" y="32"/>
                  <a:pt x="402" y="32"/>
                  <a:pt x="402" y="32"/>
                </a:cubicBezTo>
                <a:cubicBezTo>
                  <a:pt x="404" y="34"/>
                  <a:pt x="404" y="34"/>
                  <a:pt x="404" y="34"/>
                </a:cubicBezTo>
                <a:close/>
                <a:moveTo>
                  <a:pt x="404" y="165"/>
                </a:moveTo>
                <a:cubicBezTo>
                  <a:pt x="404" y="171"/>
                  <a:pt x="404" y="171"/>
                  <a:pt x="404" y="171"/>
                </a:cubicBezTo>
                <a:cubicBezTo>
                  <a:pt x="403" y="171"/>
                  <a:pt x="403" y="171"/>
                  <a:pt x="402" y="171"/>
                </a:cubicBezTo>
                <a:cubicBezTo>
                  <a:pt x="402" y="165"/>
                  <a:pt x="402" y="165"/>
                  <a:pt x="402" y="165"/>
                </a:cubicBezTo>
                <a:cubicBezTo>
                  <a:pt x="404" y="165"/>
                  <a:pt x="404" y="165"/>
                  <a:pt x="404" y="165"/>
                </a:cubicBezTo>
                <a:close/>
                <a:moveTo>
                  <a:pt x="404" y="187"/>
                </a:moveTo>
                <a:cubicBezTo>
                  <a:pt x="404" y="192"/>
                  <a:pt x="404" y="192"/>
                  <a:pt x="404" y="192"/>
                </a:cubicBezTo>
                <a:cubicBezTo>
                  <a:pt x="403" y="192"/>
                  <a:pt x="403" y="192"/>
                  <a:pt x="402" y="192"/>
                </a:cubicBezTo>
                <a:cubicBezTo>
                  <a:pt x="402" y="185"/>
                  <a:pt x="402" y="185"/>
                  <a:pt x="402" y="185"/>
                </a:cubicBezTo>
                <a:cubicBezTo>
                  <a:pt x="403" y="186"/>
                  <a:pt x="403" y="186"/>
                  <a:pt x="404" y="187"/>
                </a:cubicBezTo>
                <a:close/>
                <a:moveTo>
                  <a:pt x="404" y="195"/>
                </a:moveTo>
                <a:cubicBezTo>
                  <a:pt x="404" y="200"/>
                  <a:pt x="404" y="200"/>
                  <a:pt x="404" y="200"/>
                </a:cubicBezTo>
                <a:cubicBezTo>
                  <a:pt x="402" y="200"/>
                  <a:pt x="402" y="200"/>
                  <a:pt x="402" y="200"/>
                </a:cubicBezTo>
                <a:cubicBezTo>
                  <a:pt x="402" y="196"/>
                  <a:pt x="402" y="196"/>
                  <a:pt x="402" y="196"/>
                </a:cubicBezTo>
                <a:cubicBezTo>
                  <a:pt x="403" y="195"/>
                  <a:pt x="403" y="195"/>
                  <a:pt x="404" y="195"/>
                </a:cubicBezTo>
                <a:close/>
                <a:moveTo>
                  <a:pt x="404" y="208"/>
                </a:moveTo>
                <a:cubicBezTo>
                  <a:pt x="404" y="213"/>
                  <a:pt x="404" y="213"/>
                  <a:pt x="404" y="213"/>
                </a:cubicBezTo>
                <a:cubicBezTo>
                  <a:pt x="402" y="213"/>
                  <a:pt x="402" y="213"/>
                  <a:pt x="402" y="213"/>
                </a:cubicBezTo>
                <a:cubicBezTo>
                  <a:pt x="402" y="208"/>
                  <a:pt x="402" y="208"/>
                  <a:pt x="402" y="208"/>
                </a:cubicBezTo>
                <a:cubicBezTo>
                  <a:pt x="404" y="208"/>
                  <a:pt x="404" y="208"/>
                  <a:pt x="404" y="208"/>
                </a:cubicBezTo>
                <a:close/>
                <a:moveTo>
                  <a:pt x="404" y="220"/>
                </a:moveTo>
                <a:cubicBezTo>
                  <a:pt x="404" y="224"/>
                  <a:pt x="404" y="224"/>
                  <a:pt x="404" y="224"/>
                </a:cubicBezTo>
                <a:cubicBezTo>
                  <a:pt x="402" y="225"/>
                  <a:pt x="402" y="225"/>
                  <a:pt x="402" y="225"/>
                </a:cubicBezTo>
                <a:cubicBezTo>
                  <a:pt x="402" y="221"/>
                  <a:pt x="402" y="221"/>
                  <a:pt x="402" y="221"/>
                </a:cubicBezTo>
                <a:cubicBezTo>
                  <a:pt x="403" y="220"/>
                  <a:pt x="403" y="220"/>
                  <a:pt x="404" y="220"/>
                </a:cubicBezTo>
                <a:close/>
                <a:moveTo>
                  <a:pt x="404" y="233"/>
                </a:moveTo>
                <a:cubicBezTo>
                  <a:pt x="404" y="237"/>
                  <a:pt x="404" y="237"/>
                  <a:pt x="404" y="237"/>
                </a:cubicBezTo>
                <a:cubicBezTo>
                  <a:pt x="402" y="237"/>
                  <a:pt x="402" y="237"/>
                  <a:pt x="402" y="237"/>
                </a:cubicBezTo>
                <a:cubicBezTo>
                  <a:pt x="402" y="233"/>
                  <a:pt x="402" y="233"/>
                  <a:pt x="402" y="233"/>
                </a:cubicBezTo>
                <a:cubicBezTo>
                  <a:pt x="404" y="233"/>
                  <a:pt x="404" y="233"/>
                  <a:pt x="404" y="233"/>
                </a:cubicBezTo>
                <a:close/>
                <a:moveTo>
                  <a:pt x="404" y="244"/>
                </a:moveTo>
                <a:cubicBezTo>
                  <a:pt x="404" y="249"/>
                  <a:pt x="404" y="249"/>
                  <a:pt x="404" y="249"/>
                </a:cubicBezTo>
                <a:cubicBezTo>
                  <a:pt x="403" y="249"/>
                  <a:pt x="403" y="249"/>
                  <a:pt x="402" y="250"/>
                </a:cubicBezTo>
                <a:cubicBezTo>
                  <a:pt x="402" y="245"/>
                  <a:pt x="402" y="245"/>
                  <a:pt x="402" y="245"/>
                </a:cubicBezTo>
                <a:cubicBezTo>
                  <a:pt x="403" y="245"/>
                  <a:pt x="403" y="244"/>
                  <a:pt x="404" y="244"/>
                </a:cubicBezTo>
                <a:close/>
                <a:moveTo>
                  <a:pt x="404" y="257"/>
                </a:moveTo>
                <a:cubicBezTo>
                  <a:pt x="404" y="262"/>
                  <a:pt x="404" y="262"/>
                  <a:pt x="404" y="262"/>
                </a:cubicBezTo>
                <a:cubicBezTo>
                  <a:pt x="402" y="262"/>
                  <a:pt x="402" y="262"/>
                  <a:pt x="402" y="262"/>
                </a:cubicBezTo>
                <a:cubicBezTo>
                  <a:pt x="402" y="258"/>
                  <a:pt x="402" y="258"/>
                  <a:pt x="402" y="258"/>
                </a:cubicBezTo>
                <a:cubicBezTo>
                  <a:pt x="404" y="257"/>
                  <a:pt x="404" y="257"/>
                  <a:pt x="404" y="257"/>
                </a:cubicBezTo>
                <a:close/>
                <a:moveTo>
                  <a:pt x="404" y="269"/>
                </a:moveTo>
                <a:cubicBezTo>
                  <a:pt x="404" y="275"/>
                  <a:pt x="404" y="275"/>
                  <a:pt x="404" y="275"/>
                </a:cubicBezTo>
                <a:cubicBezTo>
                  <a:pt x="402" y="275"/>
                  <a:pt x="402" y="275"/>
                  <a:pt x="402" y="275"/>
                </a:cubicBezTo>
                <a:cubicBezTo>
                  <a:pt x="402" y="270"/>
                  <a:pt x="402" y="270"/>
                  <a:pt x="402" y="270"/>
                </a:cubicBezTo>
                <a:cubicBezTo>
                  <a:pt x="403" y="270"/>
                  <a:pt x="403" y="269"/>
                  <a:pt x="404" y="269"/>
                </a:cubicBezTo>
                <a:close/>
                <a:moveTo>
                  <a:pt x="404" y="282"/>
                </a:moveTo>
                <a:cubicBezTo>
                  <a:pt x="404" y="287"/>
                  <a:pt x="404" y="287"/>
                  <a:pt x="404" y="287"/>
                </a:cubicBezTo>
                <a:cubicBezTo>
                  <a:pt x="403" y="287"/>
                  <a:pt x="403" y="287"/>
                  <a:pt x="402" y="287"/>
                </a:cubicBezTo>
                <a:cubicBezTo>
                  <a:pt x="402" y="283"/>
                  <a:pt x="402" y="283"/>
                  <a:pt x="402" y="283"/>
                </a:cubicBezTo>
                <a:cubicBezTo>
                  <a:pt x="403" y="283"/>
                  <a:pt x="403" y="283"/>
                  <a:pt x="404" y="282"/>
                </a:cubicBezTo>
                <a:close/>
                <a:moveTo>
                  <a:pt x="404" y="293"/>
                </a:moveTo>
                <a:cubicBezTo>
                  <a:pt x="404" y="298"/>
                  <a:pt x="404" y="298"/>
                  <a:pt x="404" y="298"/>
                </a:cubicBezTo>
                <a:cubicBezTo>
                  <a:pt x="403" y="298"/>
                  <a:pt x="403" y="298"/>
                  <a:pt x="403" y="298"/>
                </a:cubicBezTo>
                <a:cubicBezTo>
                  <a:pt x="404" y="298"/>
                  <a:pt x="404" y="298"/>
                  <a:pt x="404" y="298"/>
                </a:cubicBezTo>
                <a:cubicBezTo>
                  <a:pt x="404" y="307"/>
                  <a:pt x="404" y="307"/>
                  <a:pt x="404" y="307"/>
                </a:cubicBezTo>
                <a:cubicBezTo>
                  <a:pt x="403" y="307"/>
                  <a:pt x="403" y="306"/>
                  <a:pt x="402" y="305"/>
                </a:cubicBezTo>
                <a:cubicBezTo>
                  <a:pt x="402" y="293"/>
                  <a:pt x="402" y="293"/>
                  <a:pt x="402" y="293"/>
                </a:cubicBezTo>
                <a:cubicBezTo>
                  <a:pt x="404" y="293"/>
                  <a:pt x="404" y="293"/>
                  <a:pt x="404" y="293"/>
                </a:cubicBezTo>
                <a:close/>
                <a:moveTo>
                  <a:pt x="404" y="308"/>
                </a:moveTo>
                <a:cubicBezTo>
                  <a:pt x="404" y="311"/>
                  <a:pt x="404" y="311"/>
                  <a:pt x="404" y="311"/>
                </a:cubicBezTo>
                <a:cubicBezTo>
                  <a:pt x="402" y="311"/>
                  <a:pt x="402" y="311"/>
                  <a:pt x="402" y="311"/>
                </a:cubicBezTo>
                <a:cubicBezTo>
                  <a:pt x="402" y="308"/>
                  <a:pt x="402" y="308"/>
                  <a:pt x="402" y="308"/>
                </a:cubicBezTo>
                <a:cubicBezTo>
                  <a:pt x="404" y="308"/>
                  <a:pt x="404" y="308"/>
                  <a:pt x="404" y="308"/>
                </a:cubicBezTo>
                <a:close/>
                <a:moveTo>
                  <a:pt x="404" y="347"/>
                </a:moveTo>
                <a:cubicBezTo>
                  <a:pt x="404" y="437"/>
                  <a:pt x="404" y="437"/>
                  <a:pt x="404" y="437"/>
                </a:cubicBezTo>
                <a:cubicBezTo>
                  <a:pt x="402" y="436"/>
                  <a:pt x="402" y="436"/>
                  <a:pt x="402" y="436"/>
                </a:cubicBezTo>
                <a:cubicBezTo>
                  <a:pt x="402" y="343"/>
                  <a:pt x="402" y="343"/>
                  <a:pt x="402" y="343"/>
                </a:cubicBezTo>
                <a:cubicBezTo>
                  <a:pt x="404" y="347"/>
                  <a:pt x="404" y="347"/>
                  <a:pt x="404" y="347"/>
                </a:cubicBezTo>
                <a:close/>
                <a:moveTo>
                  <a:pt x="404" y="492"/>
                </a:moveTo>
                <a:cubicBezTo>
                  <a:pt x="404" y="496"/>
                  <a:pt x="404" y="496"/>
                  <a:pt x="404" y="496"/>
                </a:cubicBezTo>
                <a:cubicBezTo>
                  <a:pt x="403" y="496"/>
                  <a:pt x="403" y="496"/>
                  <a:pt x="402" y="496"/>
                </a:cubicBezTo>
                <a:cubicBezTo>
                  <a:pt x="402" y="492"/>
                  <a:pt x="402" y="492"/>
                  <a:pt x="402" y="492"/>
                </a:cubicBezTo>
                <a:cubicBezTo>
                  <a:pt x="403" y="492"/>
                  <a:pt x="403" y="492"/>
                  <a:pt x="404" y="492"/>
                </a:cubicBezTo>
                <a:close/>
                <a:moveTo>
                  <a:pt x="404" y="500"/>
                </a:moveTo>
                <a:cubicBezTo>
                  <a:pt x="404" y="510"/>
                  <a:pt x="404" y="510"/>
                  <a:pt x="404" y="510"/>
                </a:cubicBezTo>
                <a:cubicBezTo>
                  <a:pt x="402" y="510"/>
                  <a:pt x="402" y="510"/>
                  <a:pt x="402" y="510"/>
                </a:cubicBezTo>
                <a:cubicBezTo>
                  <a:pt x="402" y="497"/>
                  <a:pt x="402" y="497"/>
                  <a:pt x="402" y="497"/>
                </a:cubicBezTo>
                <a:cubicBezTo>
                  <a:pt x="403" y="498"/>
                  <a:pt x="403" y="499"/>
                  <a:pt x="404" y="500"/>
                </a:cubicBezTo>
                <a:close/>
                <a:moveTo>
                  <a:pt x="404" y="513"/>
                </a:moveTo>
                <a:cubicBezTo>
                  <a:pt x="404" y="518"/>
                  <a:pt x="404" y="518"/>
                  <a:pt x="404" y="518"/>
                </a:cubicBezTo>
                <a:cubicBezTo>
                  <a:pt x="403" y="518"/>
                  <a:pt x="403" y="518"/>
                  <a:pt x="402" y="518"/>
                </a:cubicBezTo>
                <a:cubicBezTo>
                  <a:pt x="402" y="514"/>
                  <a:pt x="402" y="514"/>
                  <a:pt x="402" y="514"/>
                </a:cubicBezTo>
                <a:cubicBezTo>
                  <a:pt x="403" y="514"/>
                  <a:pt x="403" y="513"/>
                  <a:pt x="404" y="513"/>
                </a:cubicBezTo>
                <a:close/>
                <a:moveTo>
                  <a:pt x="404" y="526"/>
                </a:moveTo>
                <a:cubicBezTo>
                  <a:pt x="404" y="530"/>
                  <a:pt x="404" y="530"/>
                  <a:pt x="404" y="530"/>
                </a:cubicBezTo>
                <a:cubicBezTo>
                  <a:pt x="402" y="531"/>
                  <a:pt x="402" y="531"/>
                  <a:pt x="402" y="531"/>
                </a:cubicBezTo>
                <a:cubicBezTo>
                  <a:pt x="402" y="526"/>
                  <a:pt x="402" y="526"/>
                  <a:pt x="402" y="526"/>
                </a:cubicBezTo>
                <a:cubicBezTo>
                  <a:pt x="404" y="526"/>
                  <a:pt x="404" y="526"/>
                  <a:pt x="404" y="526"/>
                </a:cubicBezTo>
                <a:close/>
                <a:moveTo>
                  <a:pt x="404" y="537"/>
                </a:moveTo>
                <a:cubicBezTo>
                  <a:pt x="404" y="543"/>
                  <a:pt x="404" y="543"/>
                  <a:pt x="404" y="543"/>
                </a:cubicBezTo>
                <a:cubicBezTo>
                  <a:pt x="402" y="544"/>
                  <a:pt x="402" y="544"/>
                  <a:pt x="402" y="544"/>
                </a:cubicBezTo>
                <a:cubicBezTo>
                  <a:pt x="402" y="538"/>
                  <a:pt x="402" y="538"/>
                  <a:pt x="402" y="538"/>
                </a:cubicBezTo>
                <a:cubicBezTo>
                  <a:pt x="403" y="538"/>
                  <a:pt x="403" y="537"/>
                  <a:pt x="404" y="537"/>
                </a:cubicBezTo>
                <a:close/>
                <a:moveTo>
                  <a:pt x="404" y="550"/>
                </a:moveTo>
                <a:cubicBezTo>
                  <a:pt x="404" y="555"/>
                  <a:pt x="404" y="555"/>
                  <a:pt x="404" y="555"/>
                </a:cubicBezTo>
                <a:cubicBezTo>
                  <a:pt x="403" y="555"/>
                  <a:pt x="403" y="555"/>
                  <a:pt x="402" y="555"/>
                </a:cubicBezTo>
                <a:cubicBezTo>
                  <a:pt x="402" y="551"/>
                  <a:pt x="402" y="551"/>
                  <a:pt x="402" y="551"/>
                </a:cubicBezTo>
                <a:cubicBezTo>
                  <a:pt x="404" y="550"/>
                  <a:pt x="404" y="550"/>
                  <a:pt x="404" y="550"/>
                </a:cubicBezTo>
                <a:close/>
                <a:moveTo>
                  <a:pt x="404" y="563"/>
                </a:moveTo>
                <a:cubicBezTo>
                  <a:pt x="404" y="568"/>
                  <a:pt x="404" y="568"/>
                  <a:pt x="404" y="568"/>
                </a:cubicBezTo>
                <a:cubicBezTo>
                  <a:pt x="402" y="568"/>
                  <a:pt x="402" y="568"/>
                  <a:pt x="402" y="568"/>
                </a:cubicBezTo>
                <a:cubicBezTo>
                  <a:pt x="402" y="563"/>
                  <a:pt x="402" y="563"/>
                  <a:pt x="402" y="563"/>
                </a:cubicBezTo>
                <a:cubicBezTo>
                  <a:pt x="404" y="563"/>
                  <a:pt x="404" y="563"/>
                  <a:pt x="404" y="563"/>
                </a:cubicBezTo>
                <a:close/>
                <a:moveTo>
                  <a:pt x="404" y="576"/>
                </a:moveTo>
                <a:cubicBezTo>
                  <a:pt x="404" y="580"/>
                  <a:pt x="404" y="580"/>
                  <a:pt x="404" y="580"/>
                </a:cubicBezTo>
                <a:cubicBezTo>
                  <a:pt x="402" y="580"/>
                  <a:pt x="402" y="580"/>
                  <a:pt x="402" y="580"/>
                </a:cubicBezTo>
                <a:cubicBezTo>
                  <a:pt x="402" y="576"/>
                  <a:pt x="402" y="576"/>
                  <a:pt x="402" y="576"/>
                </a:cubicBezTo>
                <a:cubicBezTo>
                  <a:pt x="403" y="576"/>
                  <a:pt x="403" y="576"/>
                  <a:pt x="404" y="576"/>
                </a:cubicBezTo>
                <a:close/>
                <a:moveTo>
                  <a:pt x="404" y="588"/>
                </a:moveTo>
                <a:cubicBezTo>
                  <a:pt x="404" y="593"/>
                  <a:pt x="404" y="593"/>
                  <a:pt x="404" y="593"/>
                </a:cubicBezTo>
                <a:cubicBezTo>
                  <a:pt x="402" y="593"/>
                  <a:pt x="402" y="593"/>
                  <a:pt x="402" y="593"/>
                </a:cubicBezTo>
                <a:cubicBezTo>
                  <a:pt x="402" y="588"/>
                  <a:pt x="402" y="588"/>
                  <a:pt x="402" y="588"/>
                </a:cubicBezTo>
                <a:cubicBezTo>
                  <a:pt x="404" y="588"/>
                  <a:pt x="404" y="588"/>
                  <a:pt x="404" y="588"/>
                </a:cubicBezTo>
                <a:close/>
                <a:moveTo>
                  <a:pt x="404" y="599"/>
                </a:moveTo>
                <a:cubicBezTo>
                  <a:pt x="404" y="605"/>
                  <a:pt x="404" y="605"/>
                  <a:pt x="404" y="605"/>
                </a:cubicBezTo>
                <a:cubicBezTo>
                  <a:pt x="403" y="605"/>
                  <a:pt x="403" y="605"/>
                  <a:pt x="402" y="605"/>
                </a:cubicBezTo>
                <a:cubicBezTo>
                  <a:pt x="402" y="601"/>
                  <a:pt x="402" y="601"/>
                  <a:pt x="402" y="601"/>
                </a:cubicBezTo>
                <a:cubicBezTo>
                  <a:pt x="403" y="600"/>
                  <a:pt x="403" y="600"/>
                  <a:pt x="404" y="599"/>
                </a:cubicBezTo>
                <a:close/>
                <a:moveTo>
                  <a:pt x="404" y="611"/>
                </a:moveTo>
                <a:cubicBezTo>
                  <a:pt x="404" y="617"/>
                  <a:pt x="404" y="617"/>
                  <a:pt x="404" y="617"/>
                </a:cubicBezTo>
                <a:cubicBezTo>
                  <a:pt x="403" y="617"/>
                  <a:pt x="403" y="617"/>
                  <a:pt x="402" y="617"/>
                </a:cubicBezTo>
                <a:cubicBezTo>
                  <a:pt x="402" y="611"/>
                  <a:pt x="402" y="611"/>
                  <a:pt x="402" y="611"/>
                </a:cubicBezTo>
                <a:cubicBezTo>
                  <a:pt x="404" y="611"/>
                  <a:pt x="404" y="611"/>
                  <a:pt x="404" y="611"/>
                </a:cubicBezTo>
                <a:close/>
                <a:moveTo>
                  <a:pt x="404" y="626"/>
                </a:moveTo>
                <a:cubicBezTo>
                  <a:pt x="404" y="639"/>
                  <a:pt x="404" y="639"/>
                  <a:pt x="404" y="639"/>
                </a:cubicBezTo>
                <a:cubicBezTo>
                  <a:pt x="402" y="639"/>
                  <a:pt x="402" y="639"/>
                  <a:pt x="402" y="639"/>
                </a:cubicBezTo>
                <a:cubicBezTo>
                  <a:pt x="402" y="624"/>
                  <a:pt x="402" y="624"/>
                  <a:pt x="402" y="624"/>
                </a:cubicBezTo>
                <a:cubicBezTo>
                  <a:pt x="403" y="625"/>
                  <a:pt x="403" y="625"/>
                  <a:pt x="404" y="626"/>
                </a:cubicBezTo>
                <a:close/>
                <a:moveTo>
                  <a:pt x="404" y="749"/>
                </a:moveTo>
                <a:cubicBezTo>
                  <a:pt x="404" y="756"/>
                  <a:pt x="404" y="756"/>
                  <a:pt x="404" y="756"/>
                </a:cubicBezTo>
                <a:cubicBezTo>
                  <a:pt x="403" y="756"/>
                  <a:pt x="403" y="756"/>
                  <a:pt x="402" y="757"/>
                </a:cubicBezTo>
                <a:cubicBezTo>
                  <a:pt x="402" y="749"/>
                  <a:pt x="402" y="749"/>
                  <a:pt x="402" y="749"/>
                </a:cubicBezTo>
                <a:cubicBezTo>
                  <a:pt x="404" y="749"/>
                  <a:pt x="404" y="749"/>
                  <a:pt x="404" y="749"/>
                </a:cubicBezTo>
                <a:close/>
                <a:moveTo>
                  <a:pt x="404" y="766"/>
                </a:moveTo>
                <a:cubicBezTo>
                  <a:pt x="404" y="781"/>
                  <a:pt x="404" y="781"/>
                  <a:pt x="404" y="781"/>
                </a:cubicBezTo>
                <a:cubicBezTo>
                  <a:pt x="402" y="779"/>
                  <a:pt x="402" y="779"/>
                  <a:pt x="402" y="779"/>
                </a:cubicBezTo>
                <a:cubicBezTo>
                  <a:pt x="402" y="764"/>
                  <a:pt x="402" y="764"/>
                  <a:pt x="402" y="764"/>
                </a:cubicBezTo>
                <a:lnTo>
                  <a:pt x="404" y="766"/>
                </a:lnTo>
                <a:close/>
                <a:moveTo>
                  <a:pt x="402" y="0"/>
                </a:moveTo>
                <a:cubicBezTo>
                  <a:pt x="402" y="0"/>
                  <a:pt x="402" y="0"/>
                  <a:pt x="402" y="0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0"/>
                  <a:pt x="402" y="0"/>
                  <a:pt x="402" y="0"/>
                </a:cubicBezTo>
                <a:close/>
                <a:moveTo>
                  <a:pt x="402" y="794"/>
                </a:moveTo>
                <a:cubicBezTo>
                  <a:pt x="402" y="794"/>
                  <a:pt x="402" y="794"/>
                  <a:pt x="402" y="794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94"/>
                  <a:pt x="402" y="794"/>
                  <a:pt x="402" y="794"/>
                </a:cubicBezTo>
                <a:close/>
                <a:moveTo>
                  <a:pt x="402" y="32"/>
                </a:moveTo>
                <a:cubicBezTo>
                  <a:pt x="402" y="46"/>
                  <a:pt x="402" y="46"/>
                  <a:pt x="402" y="46"/>
                </a:cubicBezTo>
                <a:cubicBezTo>
                  <a:pt x="402" y="46"/>
                  <a:pt x="402" y="46"/>
                  <a:pt x="402" y="46"/>
                </a:cubicBezTo>
                <a:cubicBezTo>
                  <a:pt x="402" y="32"/>
                  <a:pt x="402" y="32"/>
                  <a:pt x="402" y="32"/>
                </a:cubicBezTo>
                <a:cubicBezTo>
                  <a:pt x="402" y="32"/>
                  <a:pt x="402" y="32"/>
                  <a:pt x="402" y="32"/>
                </a:cubicBezTo>
                <a:close/>
                <a:moveTo>
                  <a:pt x="402" y="165"/>
                </a:moveTo>
                <a:cubicBezTo>
                  <a:pt x="402" y="171"/>
                  <a:pt x="402" y="171"/>
                  <a:pt x="402" y="171"/>
                </a:cubicBezTo>
                <a:cubicBezTo>
                  <a:pt x="402" y="171"/>
                  <a:pt x="402" y="171"/>
                  <a:pt x="402" y="171"/>
                </a:cubicBezTo>
                <a:cubicBezTo>
                  <a:pt x="402" y="165"/>
                  <a:pt x="402" y="165"/>
                  <a:pt x="402" y="165"/>
                </a:cubicBezTo>
                <a:cubicBezTo>
                  <a:pt x="402" y="165"/>
                  <a:pt x="402" y="165"/>
                  <a:pt x="402" y="165"/>
                </a:cubicBezTo>
                <a:close/>
                <a:moveTo>
                  <a:pt x="402" y="185"/>
                </a:moveTo>
                <a:cubicBezTo>
                  <a:pt x="402" y="192"/>
                  <a:pt x="402" y="192"/>
                  <a:pt x="402" y="192"/>
                </a:cubicBezTo>
                <a:cubicBezTo>
                  <a:pt x="402" y="192"/>
                  <a:pt x="402" y="192"/>
                  <a:pt x="402" y="192"/>
                </a:cubicBezTo>
                <a:cubicBezTo>
                  <a:pt x="402" y="185"/>
                  <a:pt x="402" y="185"/>
                  <a:pt x="402" y="185"/>
                </a:cubicBezTo>
                <a:cubicBezTo>
                  <a:pt x="402" y="185"/>
                  <a:pt x="402" y="185"/>
                  <a:pt x="402" y="185"/>
                </a:cubicBezTo>
                <a:close/>
                <a:moveTo>
                  <a:pt x="402" y="196"/>
                </a:moveTo>
                <a:cubicBezTo>
                  <a:pt x="402" y="200"/>
                  <a:pt x="402" y="200"/>
                  <a:pt x="402" y="200"/>
                </a:cubicBezTo>
                <a:cubicBezTo>
                  <a:pt x="402" y="200"/>
                  <a:pt x="402" y="200"/>
                  <a:pt x="402" y="200"/>
                </a:cubicBezTo>
                <a:cubicBezTo>
                  <a:pt x="402" y="196"/>
                  <a:pt x="402" y="196"/>
                  <a:pt x="402" y="196"/>
                </a:cubicBezTo>
                <a:cubicBezTo>
                  <a:pt x="402" y="196"/>
                  <a:pt x="402" y="196"/>
                  <a:pt x="402" y="196"/>
                </a:cubicBezTo>
                <a:close/>
                <a:moveTo>
                  <a:pt x="402" y="208"/>
                </a:moveTo>
                <a:cubicBezTo>
                  <a:pt x="402" y="213"/>
                  <a:pt x="402" y="213"/>
                  <a:pt x="402" y="213"/>
                </a:cubicBezTo>
                <a:cubicBezTo>
                  <a:pt x="402" y="213"/>
                  <a:pt x="402" y="213"/>
                  <a:pt x="402" y="213"/>
                </a:cubicBezTo>
                <a:cubicBezTo>
                  <a:pt x="402" y="208"/>
                  <a:pt x="402" y="208"/>
                  <a:pt x="402" y="208"/>
                </a:cubicBezTo>
                <a:cubicBezTo>
                  <a:pt x="402" y="208"/>
                  <a:pt x="402" y="208"/>
                  <a:pt x="402" y="208"/>
                </a:cubicBezTo>
                <a:close/>
                <a:moveTo>
                  <a:pt x="402" y="221"/>
                </a:moveTo>
                <a:cubicBezTo>
                  <a:pt x="402" y="225"/>
                  <a:pt x="402" y="225"/>
                  <a:pt x="402" y="225"/>
                </a:cubicBezTo>
                <a:cubicBezTo>
                  <a:pt x="402" y="225"/>
                  <a:pt x="402" y="225"/>
                  <a:pt x="402" y="225"/>
                </a:cubicBezTo>
                <a:cubicBezTo>
                  <a:pt x="402" y="221"/>
                  <a:pt x="402" y="221"/>
                  <a:pt x="402" y="221"/>
                </a:cubicBezTo>
                <a:cubicBezTo>
                  <a:pt x="402" y="221"/>
                  <a:pt x="402" y="221"/>
                  <a:pt x="402" y="221"/>
                </a:cubicBezTo>
                <a:close/>
                <a:moveTo>
                  <a:pt x="402" y="233"/>
                </a:moveTo>
                <a:cubicBezTo>
                  <a:pt x="402" y="237"/>
                  <a:pt x="402" y="237"/>
                  <a:pt x="402" y="237"/>
                </a:cubicBezTo>
                <a:cubicBezTo>
                  <a:pt x="402" y="238"/>
                  <a:pt x="402" y="238"/>
                  <a:pt x="402" y="238"/>
                </a:cubicBezTo>
                <a:cubicBezTo>
                  <a:pt x="402" y="233"/>
                  <a:pt x="402" y="233"/>
                  <a:pt x="402" y="233"/>
                </a:cubicBezTo>
                <a:cubicBezTo>
                  <a:pt x="402" y="233"/>
                  <a:pt x="402" y="233"/>
                  <a:pt x="402" y="233"/>
                </a:cubicBezTo>
                <a:close/>
                <a:moveTo>
                  <a:pt x="402" y="245"/>
                </a:moveTo>
                <a:cubicBezTo>
                  <a:pt x="402" y="250"/>
                  <a:pt x="402" y="250"/>
                  <a:pt x="402" y="250"/>
                </a:cubicBezTo>
                <a:cubicBezTo>
                  <a:pt x="402" y="250"/>
                  <a:pt x="402" y="250"/>
                  <a:pt x="402" y="250"/>
                </a:cubicBezTo>
                <a:cubicBezTo>
                  <a:pt x="402" y="245"/>
                  <a:pt x="402" y="245"/>
                  <a:pt x="402" y="245"/>
                </a:cubicBezTo>
                <a:cubicBezTo>
                  <a:pt x="402" y="245"/>
                  <a:pt x="402" y="245"/>
                  <a:pt x="402" y="245"/>
                </a:cubicBezTo>
                <a:close/>
                <a:moveTo>
                  <a:pt x="402" y="258"/>
                </a:moveTo>
                <a:cubicBezTo>
                  <a:pt x="402" y="262"/>
                  <a:pt x="402" y="262"/>
                  <a:pt x="402" y="262"/>
                </a:cubicBezTo>
                <a:cubicBezTo>
                  <a:pt x="402" y="262"/>
                  <a:pt x="402" y="262"/>
                  <a:pt x="402" y="262"/>
                </a:cubicBezTo>
                <a:cubicBezTo>
                  <a:pt x="402" y="258"/>
                  <a:pt x="402" y="258"/>
                  <a:pt x="402" y="258"/>
                </a:cubicBezTo>
                <a:cubicBezTo>
                  <a:pt x="402" y="258"/>
                  <a:pt x="402" y="258"/>
                  <a:pt x="402" y="258"/>
                </a:cubicBezTo>
                <a:close/>
                <a:moveTo>
                  <a:pt x="402" y="270"/>
                </a:moveTo>
                <a:cubicBezTo>
                  <a:pt x="402" y="275"/>
                  <a:pt x="402" y="275"/>
                  <a:pt x="402" y="275"/>
                </a:cubicBezTo>
                <a:cubicBezTo>
                  <a:pt x="402" y="275"/>
                  <a:pt x="402" y="275"/>
                  <a:pt x="402" y="275"/>
                </a:cubicBezTo>
                <a:cubicBezTo>
                  <a:pt x="402" y="270"/>
                  <a:pt x="402" y="270"/>
                  <a:pt x="402" y="270"/>
                </a:cubicBezTo>
                <a:cubicBezTo>
                  <a:pt x="402" y="270"/>
                  <a:pt x="402" y="270"/>
                  <a:pt x="402" y="270"/>
                </a:cubicBezTo>
                <a:close/>
                <a:moveTo>
                  <a:pt x="402" y="283"/>
                </a:moveTo>
                <a:cubicBezTo>
                  <a:pt x="402" y="287"/>
                  <a:pt x="402" y="287"/>
                  <a:pt x="402" y="287"/>
                </a:cubicBezTo>
                <a:cubicBezTo>
                  <a:pt x="402" y="287"/>
                  <a:pt x="402" y="287"/>
                  <a:pt x="402" y="287"/>
                </a:cubicBezTo>
                <a:cubicBezTo>
                  <a:pt x="402" y="283"/>
                  <a:pt x="402" y="283"/>
                  <a:pt x="402" y="283"/>
                </a:cubicBezTo>
                <a:cubicBezTo>
                  <a:pt x="402" y="283"/>
                  <a:pt x="402" y="283"/>
                  <a:pt x="402" y="283"/>
                </a:cubicBezTo>
                <a:close/>
                <a:moveTo>
                  <a:pt x="402" y="293"/>
                </a:moveTo>
                <a:cubicBezTo>
                  <a:pt x="402" y="305"/>
                  <a:pt x="402" y="305"/>
                  <a:pt x="402" y="305"/>
                </a:cubicBezTo>
                <a:cubicBezTo>
                  <a:pt x="402" y="304"/>
                  <a:pt x="402" y="304"/>
                  <a:pt x="402" y="304"/>
                </a:cubicBezTo>
                <a:cubicBezTo>
                  <a:pt x="402" y="293"/>
                  <a:pt x="402" y="293"/>
                  <a:pt x="402" y="293"/>
                </a:cubicBezTo>
                <a:cubicBezTo>
                  <a:pt x="402" y="293"/>
                  <a:pt x="402" y="293"/>
                  <a:pt x="402" y="293"/>
                </a:cubicBezTo>
                <a:close/>
                <a:moveTo>
                  <a:pt x="402" y="308"/>
                </a:moveTo>
                <a:cubicBezTo>
                  <a:pt x="402" y="311"/>
                  <a:pt x="402" y="311"/>
                  <a:pt x="402" y="311"/>
                </a:cubicBezTo>
                <a:cubicBezTo>
                  <a:pt x="402" y="311"/>
                  <a:pt x="402" y="311"/>
                  <a:pt x="402" y="311"/>
                </a:cubicBezTo>
                <a:cubicBezTo>
                  <a:pt x="402" y="308"/>
                  <a:pt x="402" y="308"/>
                  <a:pt x="402" y="308"/>
                </a:cubicBezTo>
                <a:cubicBezTo>
                  <a:pt x="402" y="308"/>
                  <a:pt x="402" y="308"/>
                  <a:pt x="402" y="308"/>
                </a:cubicBezTo>
                <a:close/>
                <a:moveTo>
                  <a:pt x="402" y="343"/>
                </a:moveTo>
                <a:cubicBezTo>
                  <a:pt x="402" y="436"/>
                  <a:pt x="402" y="436"/>
                  <a:pt x="402" y="436"/>
                </a:cubicBezTo>
                <a:cubicBezTo>
                  <a:pt x="402" y="436"/>
                  <a:pt x="402" y="436"/>
                  <a:pt x="402" y="436"/>
                </a:cubicBezTo>
                <a:cubicBezTo>
                  <a:pt x="402" y="342"/>
                  <a:pt x="402" y="342"/>
                  <a:pt x="402" y="342"/>
                </a:cubicBezTo>
                <a:cubicBezTo>
                  <a:pt x="402" y="343"/>
                  <a:pt x="402" y="343"/>
                  <a:pt x="402" y="343"/>
                </a:cubicBezTo>
                <a:close/>
                <a:moveTo>
                  <a:pt x="402" y="492"/>
                </a:move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2"/>
                  <a:pt x="402" y="492"/>
                  <a:pt x="402" y="492"/>
                </a:cubicBezTo>
                <a:cubicBezTo>
                  <a:pt x="402" y="492"/>
                  <a:pt x="402" y="492"/>
                  <a:pt x="402" y="492"/>
                </a:cubicBezTo>
                <a:close/>
                <a:moveTo>
                  <a:pt x="402" y="497"/>
                </a:moveTo>
                <a:cubicBezTo>
                  <a:pt x="402" y="510"/>
                  <a:pt x="402" y="510"/>
                  <a:pt x="402" y="510"/>
                </a:cubicBezTo>
                <a:cubicBezTo>
                  <a:pt x="402" y="510"/>
                  <a:pt x="402" y="510"/>
                  <a:pt x="402" y="510"/>
                </a:cubicBezTo>
                <a:cubicBezTo>
                  <a:pt x="402" y="507"/>
                  <a:pt x="402" y="507"/>
                  <a:pt x="402" y="507"/>
                </a:cubicBezTo>
                <a:cubicBezTo>
                  <a:pt x="402" y="507"/>
                  <a:pt x="402" y="507"/>
                  <a:pt x="402" y="507"/>
                </a:cubicBezTo>
                <a:cubicBezTo>
                  <a:pt x="402" y="506"/>
                  <a:pt x="402" y="506"/>
                  <a:pt x="402" y="50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7"/>
                  <a:pt x="402" y="497"/>
                  <a:pt x="402" y="497"/>
                </a:cubicBezTo>
                <a:close/>
                <a:moveTo>
                  <a:pt x="402" y="514"/>
                </a:moveTo>
                <a:cubicBezTo>
                  <a:pt x="402" y="518"/>
                  <a:pt x="402" y="518"/>
                  <a:pt x="402" y="518"/>
                </a:cubicBezTo>
                <a:cubicBezTo>
                  <a:pt x="402" y="518"/>
                  <a:pt x="402" y="518"/>
                  <a:pt x="402" y="518"/>
                </a:cubicBezTo>
                <a:cubicBezTo>
                  <a:pt x="402" y="514"/>
                  <a:pt x="402" y="514"/>
                  <a:pt x="402" y="514"/>
                </a:cubicBezTo>
                <a:cubicBezTo>
                  <a:pt x="402" y="514"/>
                  <a:pt x="402" y="514"/>
                  <a:pt x="402" y="514"/>
                </a:cubicBezTo>
                <a:close/>
                <a:moveTo>
                  <a:pt x="402" y="526"/>
                </a:moveTo>
                <a:cubicBezTo>
                  <a:pt x="402" y="531"/>
                  <a:pt x="402" y="531"/>
                  <a:pt x="402" y="531"/>
                </a:cubicBezTo>
                <a:cubicBezTo>
                  <a:pt x="402" y="531"/>
                  <a:pt x="402" y="531"/>
                  <a:pt x="402" y="531"/>
                </a:cubicBezTo>
                <a:cubicBezTo>
                  <a:pt x="402" y="526"/>
                  <a:pt x="402" y="526"/>
                  <a:pt x="402" y="526"/>
                </a:cubicBezTo>
                <a:cubicBezTo>
                  <a:pt x="402" y="526"/>
                  <a:pt x="402" y="526"/>
                  <a:pt x="402" y="526"/>
                </a:cubicBezTo>
                <a:close/>
                <a:moveTo>
                  <a:pt x="402" y="538"/>
                </a:moveTo>
                <a:cubicBezTo>
                  <a:pt x="402" y="544"/>
                  <a:pt x="402" y="544"/>
                  <a:pt x="402" y="544"/>
                </a:cubicBezTo>
                <a:cubicBezTo>
                  <a:pt x="402" y="544"/>
                  <a:pt x="402" y="544"/>
                  <a:pt x="402" y="544"/>
                </a:cubicBezTo>
                <a:cubicBezTo>
                  <a:pt x="402" y="539"/>
                  <a:pt x="402" y="539"/>
                  <a:pt x="402" y="539"/>
                </a:cubicBezTo>
                <a:cubicBezTo>
                  <a:pt x="402" y="538"/>
                  <a:pt x="402" y="538"/>
                  <a:pt x="402" y="538"/>
                </a:cubicBezTo>
                <a:close/>
                <a:moveTo>
                  <a:pt x="402" y="551"/>
                </a:moveTo>
                <a:cubicBezTo>
                  <a:pt x="402" y="555"/>
                  <a:pt x="402" y="555"/>
                  <a:pt x="402" y="555"/>
                </a:cubicBezTo>
                <a:cubicBezTo>
                  <a:pt x="402" y="555"/>
                  <a:pt x="402" y="555"/>
                  <a:pt x="402" y="555"/>
                </a:cubicBezTo>
                <a:cubicBezTo>
                  <a:pt x="402" y="551"/>
                  <a:pt x="402" y="551"/>
                  <a:pt x="402" y="551"/>
                </a:cubicBezTo>
                <a:cubicBezTo>
                  <a:pt x="402" y="551"/>
                  <a:pt x="402" y="551"/>
                  <a:pt x="402" y="551"/>
                </a:cubicBezTo>
                <a:close/>
                <a:moveTo>
                  <a:pt x="402" y="563"/>
                </a:moveTo>
                <a:cubicBezTo>
                  <a:pt x="402" y="568"/>
                  <a:pt x="402" y="568"/>
                  <a:pt x="402" y="568"/>
                </a:cubicBezTo>
                <a:cubicBezTo>
                  <a:pt x="402" y="568"/>
                  <a:pt x="402" y="568"/>
                  <a:pt x="402" y="568"/>
                </a:cubicBezTo>
                <a:cubicBezTo>
                  <a:pt x="402" y="563"/>
                  <a:pt x="402" y="563"/>
                  <a:pt x="402" y="563"/>
                </a:cubicBezTo>
                <a:cubicBezTo>
                  <a:pt x="402" y="563"/>
                  <a:pt x="402" y="563"/>
                  <a:pt x="402" y="563"/>
                </a:cubicBezTo>
                <a:close/>
                <a:moveTo>
                  <a:pt x="402" y="576"/>
                </a:moveTo>
                <a:cubicBezTo>
                  <a:pt x="402" y="580"/>
                  <a:pt x="402" y="580"/>
                  <a:pt x="402" y="580"/>
                </a:cubicBezTo>
                <a:cubicBezTo>
                  <a:pt x="402" y="580"/>
                  <a:pt x="402" y="580"/>
                  <a:pt x="402" y="580"/>
                </a:cubicBezTo>
                <a:cubicBezTo>
                  <a:pt x="402" y="576"/>
                  <a:pt x="402" y="576"/>
                  <a:pt x="402" y="576"/>
                </a:cubicBezTo>
                <a:cubicBezTo>
                  <a:pt x="402" y="576"/>
                  <a:pt x="402" y="576"/>
                  <a:pt x="402" y="576"/>
                </a:cubicBezTo>
                <a:close/>
                <a:moveTo>
                  <a:pt x="402" y="588"/>
                </a:moveTo>
                <a:cubicBezTo>
                  <a:pt x="402" y="593"/>
                  <a:pt x="402" y="593"/>
                  <a:pt x="402" y="593"/>
                </a:cubicBezTo>
                <a:cubicBezTo>
                  <a:pt x="402" y="593"/>
                  <a:pt x="402" y="593"/>
                  <a:pt x="402" y="593"/>
                </a:cubicBezTo>
                <a:cubicBezTo>
                  <a:pt x="402" y="588"/>
                  <a:pt x="402" y="588"/>
                  <a:pt x="402" y="588"/>
                </a:cubicBezTo>
                <a:cubicBezTo>
                  <a:pt x="402" y="588"/>
                  <a:pt x="402" y="588"/>
                  <a:pt x="402" y="588"/>
                </a:cubicBezTo>
                <a:close/>
                <a:moveTo>
                  <a:pt x="402" y="601"/>
                </a:moveTo>
                <a:cubicBezTo>
                  <a:pt x="402" y="605"/>
                  <a:pt x="402" y="605"/>
                  <a:pt x="402" y="605"/>
                </a:cubicBezTo>
                <a:cubicBezTo>
                  <a:pt x="402" y="605"/>
                  <a:pt x="402" y="605"/>
                  <a:pt x="402" y="605"/>
                </a:cubicBezTo>
                <a:cubicBezTo>
                  <a:pt x="402" y="601"/>
                  <a:pt x="402" y="601"/>
                  <a:pt x="402" y="601"/>
                </a:cubicBezTo>
                <a:cubicBezTo>
                  <a:pt x="402" y="601"/>
                  <a:pt x="402" y="601"/>
                  <a:pt x="402" y="601"/>
                </a:cubicBezTo>
                <a:close/>
                <a:moveTo>
                  <a:pt x="402" y="611"/>
                </a:moveTo>
                <a:cubicBezTo>
                  <a:pt x="402" y="617"/>
                  <a:pt x="402" y="617"/>
                  <a:pt x="402" y="617"/>
                </a:cubicBezTo>
                <a:cubicBezTo>
                  <a:pt x="402" y="617"/>
                  <a:pt x="402" y="617"/>
                  <a:pt x="402" y="617"/>
                </a:cubicBezTo>
                <a:cubicBezTo>
                  <a:pt x="402" y="611"/>
                  <a:pt x="402" y="611"/>
                  <a:pt x="402" y="611"/>
                </a:cubicBezTo>
                <a:cubicBezTo>
                  <a:pt x="402" y="611"/>
                  <a:pt x="402" y="611"/>
                  <a:pt x="402" y="611"/>
                </a:cubicBezTo>
                <a:close/>
                <a:moveTo>
                  <a:pt x="402" y="624"/>
                </a:moveTo>
                <a:cubicBezTo>
                  <a:pt x="402" y="639"/>
                  <a:pt x="402" y="639"/>
                  <a:pt x="402" y="639"/>
                </a:cubicBezTo>
                <a:cubicBezTo>
                  <a:pt x="402" y="639"/>
                  <a:pt x="402" y="639"/>
                  <a:pt x="402" y="639"/>
                </a:cubicBezTo>
                <a:cubicBezTo>
                  <a:pt x="402" y="624"/>
                  <a:pt x="402" y="624"/>
                  <a:pt x="402" y="624"/>
                </a:cubicBezTo>
                <a:cubicBezTo>
                  <a:pt x="402" y="624"/>
                  <a:pt x="402" y="624"/>
                  <a:pt x="402" y="624"/>
                </a:cubicBezTo>
                <a:close/>
                <a:moveTo>
                  <a:pt x="402" y="749"/>
                </a:moveTo>
                <a:cubicBezTo>
                  <a:pt x="402" y="757"/>
                  <a:pt x="402" y="757"/>
                  <a:pt x="402" y="757"/>
                </a:cubicBezTo>
                <a:cubicBezTo>
                  <a:pt x="402" y="757"/>
                  <a:pt x="402" y="757"/>
                  <a:pt x="402" y="757"/>
                </a:cubicBezTo>
                <a:cubicBezTo>
                  <a:pt x="402" y="749"/>
                  <a:pt x="402" y="749"/>
                  <a:pt x="402" y="749"/>
                </a:cubicBezTo>
                <a:cubicBezTo>
                  <a:pt x="402" y="749"/>
                  <a:pt x="402" y="749"/>
                  <a:pt x="402" y="749"/>
                </a:cubicBezTo>
                <a:close/>
                <a:moveTo>
                  <a:pt x="402" y="764"/>
                </a:moveTo>
                <a:cubicBezTo>
                  <a:pt x="402" y="779"/>
                  <a:pt x="402" y="779"/>
                  <a:pt x="402" y="779"/>
                </a:cubicBezTo>
                <a:cubicBezTo>
                  <a:pt x="402" y="779"/>
                  <a:pt x="402" y="779"/>
                  <a:pt x="402" y="779"/>
                </a:cubicBezTo>
                <a:cubicBezTo>
                  <a:pt x="402" y="763"/>
                  <a:pt x="402" y="763"/>
                  <a:pt x="402" y="763"/>
                </a:cubicBezTo>
                <a:lnTo>
                  <a:pt x="402" y="764"/>
                </a:lnTo>
                <a:close/>
                <a:moveTo>
                  <a:pt x="400" y="0"/>
                </a:moveTo>
                <a:cubicBezTo>
                  <a:pt x="402" y="0"/>
                  <a:pt x="402" y="0"/>
                  <a:pt x="402" y="0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9"/>
                  <a:pt x="401" y="9"/>
                  <a:pt x="400" y="9"/>
                </a:cubicBezTo>
                <a:cubicBezTo>
                  <a:pt x="400" y="0"/>
                  <a:pt x="400" y="0"/>
                  <a:pt x="400" y="0"/>
                </a:cubicBezTo>
                <a:close/>
                <a:moveTo>
                  <a:pt x="402" y="794"/>
                </a:moveTo>
                <a:cubicBezTo>
                  <a:pt x="400" y="794"/>
                  <a:pt x="400" y="794"/>
                  <a:pt x="400" y="794"/>
                </a:cubicBezTo>
                <a:cubicBezTo>
                  <a:pt x="400" y="786"/>
                  <a:pt x="400" y="786"/>
                  <a:pt x="400" y="786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94"/>
                  <a:pt x="402" y="794"/>
                  <a:pt x="402" y="794"/>
                </a:cubicBezTo>
                <a:close/>
                <a:moveTo>
                  <a:pt x="402" y="32"/>
                </a:moveTo>
                <a:cubicBezTo>
                  <a:pt x="402" y="46"/>
                  <a:pt x="402" y="46"/>
                  <a:pt x="402" y="46"/>
                </a:cubicBezTo>
                <a:cubicBezTo>
                  <a:pt x="402" y="46"/>
                  <a:pt x="401" y="46"/>
                  <a:pt x="400" y="46"/>
                </a:cubicBezTo>
                <a:cubicBezTo>
                  <a:pt x="400" y="29"/>
                  <a:pt x="400" y="29"/>
                  <a:pt x="400" y="29"/>
                </a:cubicBezTo>
                <a:cubicBezTo>
                  <a:pt x="401" y="30"/>
                  <a:pt x="402" y="31"/>
                  <a:pt x="402" y="32"/>
                </a:cubicBezTo>
                <a:close/>
                <a:moveTo>
                  <a:pt x="402" y="165"/>
                </a:moveTo>
                <a:cubicBezTo>
                  <a:pt x="402" y="171"/>
                  <a:pt x="402" y="171"/>
                  <a:pt x="402" y="171"/>
                </a:cubicBezTo>
                <a:cubicBezTo>
                  <a:pt x="402" y="171"/>
                  <a:pt x="401" y="170"/>
                  <a:pt x="400" y="170"/>
                </a:cubicBezTo>
                <a:cubicBezTo>
                  <a:pt x="400" y="165"/>
                  <a:pt x="400" y="165"/>
                  <a:pt x="400" y="165"/>
                </a:cubicBezTo>
                <a:cubicBezTo>
                  <a:pt x="402" y="165"/>
                  <a:pt x="402" y="165"/>
                  <a:pt x="402" y="165"/>
                </a:cubicBezTo>
                <a:close/>
                <a:moveTo>
                  <a:pt x="402" y="185"/>
                </a:moveTo>
                <a:cubicBezTo>
                  <a:pt x="402" y="192"/>
                  <a:pt x="402" y="192"/>
                  <a:pt x="402" y="192"/>
                </a:cubicBezTo>
                <a:cubicBezTo>
                  <a:pt x="402" y="192"/>
                  <a:pt x="401" y="192"/>
                  <a:pt x="400" y="192"/>
                </a:cubicBezTo>
                <a:cubicBezTo>
                  <a:pt x="400" y="182"/>
                  <a:pt x="400" y="182"/>
                  <a:pt x="400" y="182"/>
                </a:cubicBezTo>
                <a:cubicBezTo>
                  <a:pt x="401" y="183"/>
                  <a:pt x="402" y="184"/>
                  <a:pt x="402" y="185"/>
                </a:cubicBezTo>
                <a:close/>
                <a:moveTo>
                  <a:pt x="402" y="196"/>
                </a:moveTo>
                <a:cubicBezTo>
                  <a:pt x="402" y="200"/>
                  <a:pt x="402" y="200"/>
                  <a:pt x="402" y="200"/>
                </a:cubicBezTo>
                <a:cubicBezTo>
                  <a:pt x="402" y="200"/>
                  <a:pt x="401" y="200"/>
                  <a:pt x="400" y="201"/>
                </a:cubicBezTo>
                <a:cubicBezTo>
                  <a:pt x="400" y="197"/>
                  <a:pt x="400" y="197"/>
                  <a:pt x="400" y="197"/>
                </a:cubicBezTo>
                <a:cubicBezTo>
                  <a:pt x="401" y="197"/>
                  <a:pt x="402" y="196"/>
                  <a:pt x="402" y="196"/>
                </a:cubicBezTo>
                <a:close/>
                <a:moveTo>
                  <a:pt x="402" y="208"/>
                </a:moveTo>
                <a:cubicBezTo>
                  <a:pt x="402" y="213"/>
                  <a:pt x="402" y="213"/>
                  <a:pt x="402" y="213"/>
                </a:cubicBezTo>
                <a:cubicBezTo>
                  <a:pt x="400" y="213"/>
                  <a:pt x="400" y="213"/>
                  <a:pt x="400" y="213"/>
                </a:cubicBezTo>
                <a:cubicBezTo>
                  <a:pt x="400" y="209"/>
                  <a:pt x="400" y="209"/>
                  <a:pt x="400" y="209"/>
                </a:cubicBezTo>
                <a:cubicBezTo>
                  <a:pt x="402" y="208"/>
                  <a:pt x="402" y="208"/>
                  <a:pt x="402" y="208"/>
                </a:cubicBezTo>
                <a:close/>
                <a:moveTo>
                  <a:pt x="402" y="221"/>
                </a:moveTo>
                <a:cubicBezTo>
                  <a:pt x="402" y="225"/>
                  <a:pt x="402" y="225"/>
                  <a:pt x="402" y="225"/>
                </a:cubicBezTo>
                <a:cubicBezTo>
                  <a:pt x="402" y="225"/>
                  <a:pt x="401" y="225"/>
                  <a:pt x="400" y="225"/>
                </a:cubicBezTo>
                <a:cubicBezTo>
                  <a:pt x="400" y="221"/>
                  <a:pt x="400" y="221"/>
                  <a:pt x="400" y="221"/>
                </a:cubicBezTo>
                <a:cubicBezTo>
                  <a:pt x="401" y="221"/>
                  <a:pt x="402" y="221"/>
                  <a:pt x="402" y="221"/>
                </a:cubicBezTo>
                <a:close/>
                <a:moveTo>
                  <a:pt x="402" y="233"/>
                </a:moveTo>
                <a:cubicBezTo>
                  <a:pt x="402" y="238"/>
                  <a:pt x="402" y="238"/>
                  <a:pt x="402" y="238"/>
                </a:cubicBezTo>
                <a:cubicBezTo>
                  <a:pt x="400" y="238"/>
                  <a:pt x="400" y="238"/>
                  <a:pt x="400" y="238"/>
                </a:cubicBezTo>
                <a:cubicBezTo>
                  <a:pt x="400" y="234"/>
                  <a:pt x="400" y="234"/>
                  <a:pt x="400" y="234"/>
                </a:cubicBezTo>
                <a:cubicBezTo>
                  <a:pt x="402" y="233"/>
                  <a:pt x="402" y="233"/>
                  <a:pt x="402" y="233"/>
                </a:cubicBezTo>
                <a:close/>
                <a:moveTo>
                  <a:pt x="402" y="245"/>
                </a:moveTo>
                <a:cubicBezTo>
                  <a:pt x="402" y="250"/>
                  <a:pt x="402" y="250"/>
                  <a:pt x="402" y="250"/>
                </a:cubicBezTo>
                <a:cubicBezTo>
                  <a:pt x="402" y="250"/>
                  <a:pt x="401" y="250"/>
                  <a:pt x="400" y="250"/>
                </a:cubicBezTo>
                <a:cubicBezTo>
                  <a:pt x="400" y="246"/>
                  <a:pt x="400" y="246"/>
                  <a:pt x="400" y="246"/>
                </a:cubicBezTo>
                <a:cubicBezTo>
                  <a:pt x="401" y="246"/>
                  <a:pt x="402" y="246"/>
                  <a:pt x="402" y="245"/>
                </a:cubicBezTo>
                <a:close/>
                <a:moveTo>
                  <a:pt x="402" y="258"/>
                </a:moveTo>
                <a:cubicBezTo>
                  <a:pt x="402" y="262"/>
                  <a:pt x="402" y="262"/>
                  <a:pt x="402" y="262"/>
                </a:cubicBezTo>
                <a:cubicBezTo>
                  <a:pt x="402" y="262"/>
                  <a:pt x="401" y="262"/>
                  <a:pt x="400" y="262"/>
                </a:cubicBezTo>
                <a:cubicBezTo>
                  <a:pt x="400" y="258"/>
                  <a:pt x="400" y="258"/>
                  <a:pt x="400" y="258"/>
                </a:cubicBezTo>
                <a:cubicBezTo>
                  <a:pt x="402" y="258"/>
                  <a:pt x="402" y="258"/>
                  <a:pt x="402" y="258"/>
                </a:cubicBezTo>
                <a:close/>
                <a:moveTo>
                  <a:pt x="402" y="270"/>
                </a:moveTo>
                <a:cubicBezTo>
                  <a:pt x="402" y="275"/>
                  <a:pt x="402" y="275"/>
                  <a:pt x="402" y="275"/>
                </a:cubicBezTo>
                <a:cubicBezTo>
                  <a:pt x="400" y="275"/>
                  <a:pt x="400" y="275"/>
                  <a:pt x="400" y="275"/>
                </a:cubicBezTo>
                <a:cubicBezTo>
                  <a:pt x="400" y="271"/>
                  <a:pt x="400" y="271"/>
                  <a:pt x="400" y="271"/>
                </a:cubicBezTo>
                <a:cubicBezTo>
                  <a:pt x="401" y="271"/>
                  <a:pt x="402" y="271"/>
                  <a:pt x="402" y="270"/>
                </a:cubicBezTo>
                <a:close/>
                <a:moveTo>
                  <a:pt x="402" y="283"/>
                </a:moveTo>
                <a:cubicBezTo>
                  <a:pt x="402" y="287"/>
                  <a:pt x="402" y="287"/>
                  <a:pt x="402" y="287"/>
                </a:cubicBezTo>
                <a:cubicBezTo>
                  <a:pt x="402" y="287"/>
                  <a:pt x="401" y="287"/>
                  <a:pt x="400" y="287"/>
                </a:cubicBezTo>
                <a:cubicBezTo>
                  <a:pt x="400" y="284"/>
                  <a:pt x="400" y="284"/>
                  <a:pt x="400" y="284"/>
                </a:cubicBezTo>
                <a:cubicBezTo>
                  <a:pt x="401" y="283"/>
                  <a:pt x="402" y="283"/>
                  <a:pt x="402" y="283"/>
                </a:cubicBezTo>
                <a:close/>
                <a:moveTo>
                  <a:pt x="402" y="293"/>
                </a:moveTo>
                <a:cubicBezTo>
                  <a:pt x="402" y="304"/>
                  <a:pt x="402" y="304"/>
                  <a:pt x="402" y="304"/>
                </a:cubicBezTo>
                <a:cubicBezTo>
                  <a:pt x="402" y="303"/>
                  <a:pt x="401" y="302"/>
                  <a:pt x="400" y="301"/>
                </a:cubicBezTo>
                <a:cubicBezTo>
                  <a:pt x="400" y="293"/>
                  <a:pt x="400" y="293"/>
                  <a:pt x="400" y="293"/>
                </a:cubicBezTo>
                <a:cubicBezTo>
                  <a:pt x="402" y="293"/>
                  <a:pt x="402" y="293"/>
                  <a:pt x="402" y="293"/>
                </a:cubicBezTo>
                <a:close/>
                <a:moveTo>
                  <a:pt x="402" y="308"/>
                </a:moveTo>
                <a:cubicBezTo>
                  <a:pt x="402" y="311"/>
                  <a:pt x="402" y="311"/>
                  <a:pt x="402" y="311"/>
                </a:cubicBezTo>
                <a:cubicBezTo>
                  <a:pt x="402" y="311"/>
                  <a:pt x="401" y="311"/>
                  <a:pt x="400" y="311"/>
                </a:cubicBezTo>
                <a:cubicBezTo>
                  <a:pt x="400" y="308"/>
                  <a:pt x="400" y="308"/>
                  <a:pt x="400" y="308"/>
                </a:cubicBezTo>
                <a:cubicBezTo>
                  <a:pt x="401" y="308"/>
                  <a:pt x="402" y="308"/>
                  <a:pt x="402" y="308"/>
                </a:cubicBezTo>
                <a:close/>
                <a:moveTo>
                  <a:pt x="402" y="342"/>
                </a:moveTo>
                <a:cubicBezTo>
                  <a:pt x="402" y="436"/>
                  <a:pt x="402" y="436"/>
                  <a:pt x="402" y="436"/>
                </a:cubicBezTo>
                <a:cubicBezTo>
                  <a:pt x="400" y="434"/>
                  <a:pt x="400" y="434"/>
                  <a:pt x="400" y="434"/>
                </a:cubicBezTo>
                <a:cubicBezTo>
                  <a:pt x="400" y="336"/>
                  <a:pt x="400" y="336"/>
                  <a:pt x="400" y="336"/>
                </a:cubicBezTo>
                <a:cubicBezTo>
                  <a:pt x="401" y="338"/>
                  <a:pt x="401" y="340"/>
                  <a:pt x="402" y="342"/>
                </a:cubicBezTo>
                <a:close/>
                <a:moveTo>
                  <a:pt x="402" y="492"/>
                </a:move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506"/>
                  <a:pt x="402" y="506"/>
                  <a:pt x="402" y="506"/>
                </a:cubicBezTo>
                <a:cubicBezTo>
                  <a:pt x="402" y="504"/>
                  <a:pt x="401" y="503"/>
                  <a:pt x="400" y="501"/>
                </a:cubicBezTo>
                <a:cubicBezTo>
                  <a:pt x="400" y="493"/>
                  <a:pt x="400" y="493"/>
                  <a:pt x="400" y="493"/>
                </a:cubicBezTo>
                <a:cubicBezTo>
                  <a:pt x="401" y="492"/>
                  <a:pt x="402" y="492"/>
                  <a:pt x="402" y="492"/>
                </a:cubicBezTo>
                <a:close/>
                <a:moveTo>
                  <a:pt x="402" y="507"/>
                </a:moveTo>
                <a:cubicBezTo>
                  <a:pt x="402" y="510"/>
                  <a:pt x="402" y="510"/>
                  <a:pt x="402" y="510"/>
                </a:cubicBezTo>
                <a:cubicBezTo>
                  <a:pt x="400" y="510"/>
                  <a:pt x="400" y="510"/>
                  <a:pt x="400" y="510"/>
                </a:cubicBezTo>
                <a:cubicBezTo>
                  <a:pt x="400" y="507"/>
                  <a:pt x="400" y="507"/>
                  <a:pt x="400" y="507"/>
                </a:cubicBezTo>
                <a:cubicBezTo>
                  <a:pt x="401" y="507"/>
                  <a:pt x="402" y="507"/>
                  <a:pt x="402" y="507"/>
                </a:cubicBezTo>
                <a:close/>
                <a:moveTo>
                  <a:pt x="402" y="514"/>
                </a:moveTo>
                <a:cubicBezTo>
                  <a:pt x="402" y="518"/>
                  <a:pt x="402" y="518"/>
                  <a:pt x="402" y="518"/>
                </a:cubicBezTo>
                <a:cubicBezTo>
                  <a:pt x="402" y="518"/>
                  <a:pt x="401" y="518"/>
                  <a:pt x="400" y="518"/>
                </a:cubicBezTo>
                <a:cubicBezTo>
                  <a:pt x="400" y="515"/>
                  <a:pt x="400" y="515"/>
                  <a:pt x="400" y="515"/>
                </a:cubicBezTo>
                <a:cubicBezTo>
                  <a:pt x="401" y="515"/>
                  <a:pt x="402" y="514"/>
                  <a:pt x="402" y="514"/>
                </a:cubicBezTo>
                <a:close/>
                <a:moveTo>
                  <a:pt x="402" y="526"/>
                </a:moveTo>
                <a:cubicBezTo>
                  <a:pt x="402" y="531"/>
                  <a:pt x="402" y="531"/>
                  <a:pt x="402" y="531"/>
                </a:cubicBezTo>
                <a:cubicBezTo>
                  <a:pt x="400" y="531"/>
                  <a:pt x="400" y="531"/>
                  <a:pt x="400" y="531"/>
                </a:cubicBezTo>
                <a:cubicBezTo>
                  <a:pt x="400" y="527"/>
                  <a:pt x="400" y="527"/>
                  <a:pt x="400" y="527"/>
                </a:cubicBezTo>
                <a:cubicBezTo>
                  <a:pt x="402" y="526"/>
                  <a:pt x="402" y="526"/>
                  <a:pt x="402" y="526"/>
                </a:cubicBezTo>
                <a:close/>
                <a:moveTo>
                  <a:pt x="402" y="539"/>
                </a:moveTo>
                <a:cubicBezTo>
                  <a:pt x="402" y="544"/>
                  <a:pt x="402" y="544"/>
                  <a:pt x="402" y="544"/>
                </a:cubicBezTo>
                <a:cubicBezTo>
                  <a:pt x="400" y="544"/>
                  <a:pt x="400" y="544"/>
                  <a:pt x="400" y="544"/>
                </a:cubicBezTo>
                <a:cubicBezTo>
                  <a:pt x="400" y="540"/>
                  <a:pt x="400" y="540"/>
                  <a:pt x="400" y="540"/>
                </a:cubicBezTo>
                <a:cubicBezTo>
                  <a:pt x="401" y="539"/>
                  <a:pt x="402" y="539"/>
                  <a:pt x="402" y="539"/>
                </a:cubicBezTo>
                <a:close/>
                <a:moveTo>
                  <a:pt x="402" y="551"/>
                </a:moveTo>
                <a:cubicBezTo>
                  <a:pt x="402" y="555"/>
                  <a:pt x="402" y="555"/>
                  <a:pt x="402" y="555"/>
                </a:cubicBezTo>
                <a:cubicBezTo>
                  <a:pt x="402" y="555"/>
                  <a:pt x="401" y="555"/>
                  <a:pt x="400" y="556"/>
                </a:cubicBezTo>
                <a:cubicBezTo>
                  <a:pt x="400" y="551"/>
                  <a:pt x="400" y="551"/>
                  <a:pt x="400" y="551"/>
                </a:cubicBezTo>
                <a:cubicBezTo>
                  <a:pt x="402" y="551"/>
                  <a:pt x="402" y="551"/>
                  <a:pt x="402" y="551"/>
                </a:cubicBezTo>
                <a:close/>
                <a:moveTo>
                  <a:pt x="402" y="563"/>
                </a:moveTo>
                <a:cubicBezTo>
                  <a:pt x="402" y="568"/>
                  <a:pt x="402" y="568"/>
                  <a:pt x="402" y="568"/>
                </a:cubicBezTo>
                <a:cubicBezTo>
                  <a:pt x="400" y="568"/>
                  <a:pt x="400" y="568"/>
                  <a:pt x="400" y="568"/>
                </a:cubicBezTo>
                <a:cubicBezTo>
                  <a:pt x="400" y="564"/>
                  <a:pt x="400" y="564"/>
                  <a:pt x="400" y="564"/>
                </a:cubicBezTo>
                <a:cubicBezTo>
                  <a:pt x="402" y="563"/>
                  <a:pt x="402" y="563"/>
                  <a:pt x="402" y="563"/>
                </a:cubicBezTo>
                <a:close/>
                <a:moveTo>
                  <a:pt x="402" y="576"/>
                </a:moveTo>
                <a:cubicBezTo>
                  <a:pt x="402" y="580"/>
                  <a:pt x="402" y="580"/>
                  <a:pt x="402" y="580"/>
                </a:cubicBezTo>
                <a:cubicBezTo>
                  <a:pt x="402" y="580"/>
                  <a:pt x="401" y="580"/>
                  <a:pt x="400" y="580"/>
                </a:cubicBezTo>
                <a:cubicBezTo>
                  <a:pt x="400" y="577"/>
                  <a:pt x="400" y="577"/>
                  <a:pt x="400" y="577"/>
                </a:cubicBezTo>
                <a:cubicBezTo>
                  <a:pt x="401" y="576"/>
                  <a:pt x="402" y="576"/>
                  <a:pt x="402" y="576"/>
                </a:cubicBezTo>
                <a:close/>
                <a:moveTo>
                  <a:pt x="402" y="588"/>
                </a:moveTo>
                <a:cubicBezTo>
                  <a:pt x="402" y="593"/>
                  <a:pt x="402" y="593"/>
                  <a:pt x="402" y="593"/>
                </a:cubicBezTo>
                <a:cubicBezTo>
                  <a:pt x="400" y="593"/>
                  <a:pt x="400" y="593"/>
                  <a:pt x="400" y="593"/>
                </a:cubicBezTo>
                <a:cubicBezTo>
                  <a:pt x="400" y="589"/>
                  <a:pt x="400" y="589"/>
                  <a:pt x="400" y="589"/>
                </a:cubicBezTo>
                <a:cubicBezTo>
                  <a:pt x="402" y="588"/>
                  <a:pt x="402" y="588"/>
                  <a:pt x="402" y="588"/>
                </a:cubicBezTo>
                <a:close/>
                <a:moveTo>
                  <a:pt x="402" y="601"/>
                </a:moveTo>
                <a:cubicBezTo>
                  <a:pt x="402" y="605"/>
                  <a:pt x="402" y="605"/>
                  <a:pt x="402" y="605"/>
                </a:cubicBezTo>
                <a:cubicBezTo>
                  <a:pt x="402" y="605"/>
                  <a:pt x="401" y="605"/>
                  <a:pt x="400" y="605"/>
                </a:cubicBezTo>
                <a:cubicBezTo>
                  <a:pt x="400" y="602"/>
                  <a:pt x="400" y="602"/>
                  <a:pt x="400" y="602"/>
                </a:cubicBezTo>
                <a:cubicBezTo>
                  <a:pt x="401" y="601"/>
                  <a:pt x="402" y="601"/>
                  <a:pt x="402" y="601"/>
                </a:cubicBezTo>
                <a:close/>
                <a:moveTo>
                  <a:pt x="402" y="611"/>
                </a:moveTo>
                <a:cubicBezTo>
                  <a:pt x="402" y="617"/>
                  <a:pt x="402" y="617"/>
                  <a:pt x="402" y="617"/>
                </a:cubicBezTo>
                <a:cubicBezTo>
                  <a:pt x="402" y="617"/>
                  <a:pt x="401" y="617"/>
                  <a:pt x="400" y="617"/>
                </a:cubicBezTo>
                <a:cubicBezTo>
                  <a:pt x="400" y="612"/>
                  <a:pt x="400" y="612"/>
                  <a:pt x="400" y="612"/>
                </a:cubicBezTo>
                <a:cubicBezTo>
                  <a:pt x="402" y="611"/>
                  <a:pt x="402" y="611"/>
                  <a:pt x="402" y="611"/>
                </a:cubicBezTo>
                <a:close/>
                <a:moveTo>
                  <a:pt x="402" y="624"/>
                </a:moveTo>
                <a:cubicBezTo>
                  <a:pt x="402" y="639"/>
                  <a:pt x="402" y="639"/>
                  <a:pt x="402" y="639"/>
                </a:cubicBezTo>
                <a:cubicBezTo>
                  <a:pt x="400" y="639"/>
                  <a:pt x="400" y="639"/>
                  <a:pt x="400" y="639"/>
                </a:cubicBezTo>
                <a:cubicBezTo>
                  <a:pt x="400" y="634"/>
                  <a:pt x="400" y="634"/>
                  <a:pt x="400" y="634"/>
                </a:cubicBezTo>
                <a:cubicBezTo>
                  <a:pt x="401" y="634"/>
                  <a:pt x="401" y="634"/>
                  <a:pt x="402" y="634"/>
                </a:cubicBezTo>
                <a:cubicBezTo>
                  <a:pt x="401" y="633"/>
                  <a:pt x="401" y="632"/>
                  <a:pt x="400" y="631"/>
                </a:cubicBezTo>
                <a:cubicBezTo>
                  <a:pt x="400" y="620"/>
                  <a:pt x="400" y="620"/>
                  <a:pt x="400" y="620"/>
                </a:cubicBezTo>
                <a:cubicBezTo>
                  <a:pt x="401" y="622"/>
                  <a:pt x="402" y="622"/>
                  <a:pt x="402" y="624"/>
                </a:cubicBezTo>
                <a:close/>
                <a:moveTo>
                  <a:pt x="402" y="749"/>
                </a:moveTo>
                <a:cubicBezTo>
                  <a:pt x="402" y="757"/>
                  <a:pt x="402" y="757"/>
                  <a:pt x="402" y="757"/>
                </a:cubicBezTo>
                <a:cubicBezTo>
                  <a:pt x="402" y="757"/>
                  <a:pt x="401" y="757"/>
                  <a:pt x="400" y="757"/>
                </a:cubicBezTo>
                <a:cubicBezTo>
                  <a:pt x="400" y="749"/>
                  <a:pt x="400" y="749"/>
                  <a:pt x="400" y="749"/>
                </a:cubicBezTo>
                <a:cubicBezTo>
                  <a:pt x="401" y="749"/>
                  <a:pt x="402" y="749"/>
                  <a:pt x="402" y="749"/>
                </a:cubicBezTo>
                <a:close/>
                <a:moveTo>
                  <a:pt x="402" y="763"/>
                </a:moveTo>
                <a:cubicBezTo>
                  <a:pt x="402" y="779"/>
                  <a:pt x="402" y="779"/>
                  <a:pt x="402" y="779"/>
                </a:cubicBezTo>
                <a:cubicBezTo>
                  <a:pt x="402" y="777"/>
                  <a:pt x="401" y="777"/>
                  <a:pt x="400" y="775"/>
                </a:cubicBezTo>
                <a:cubicBezTo>
                  <a:pt x="400" y="760"/>
                  <a:pt x="400" y="760"/>
                  <a:pt x="400" y="760"/>
                </a:cubicBezTo>
                <a:lnTo>
                  <a:pt x="402" y="763"/>
                </a:lnTo>
                <a:close/>
                <a:moveTo>
                  <a:pt x="393" y="0"/>
                </a:moveTo>
                <a:cubicBezTo>
                  <a:pt x="400" y="0"/>
                  <a:pt x="400" y="0"/>
                  <a:pt x="400" y="0"/>
                </a:cubicBezTo>
                <a:cubicBezTo>
                  <a:pt x="400" y="9"/>
                  <a:pt x="400" y="9"/>
                  <a:pt x="400" y="9"/>
                </a:cubicBezTo>
                <a:cubicBezTo>
                  <a:pt x="398" y="9"/>
                  <a:pt x="396" y="8"/>
                  <a:pt x="393" y="8"/>
                </a:cubicBezTo>
                <a:cubicBezTo>
                  <a:pt x="393" y="0"/>
                  <a:pt x="393" y="0"/>
                  <a:pt x="393" y="0"/>
                </a:cubicBezTo>
                <a:close/>
                <a:moveTo>
                  <a:pt x="400" y="794"/>
                </a:moveTo>
                <a:cubicBezTo>
                  <a:pt x="398" y="794"/>
                  <a:pt x="395" y="794"/>
                  <a:pt x="393" y="794"/>
                </a:cubicBezTo>
                <a:cubicBezTo>
                  <a:pt x="393" y="787"/>
                  <a:pt x="393" y="787"/>
                  <a:pt x="393" y="787"/>
                </a:cubicBezTo>
                <a:cubicBezTo>
                  <a:pt x="394" y="787"/>
                  <a:pt x="394" y="787"/>
                  <a:pt x="394" y="787"/>
                </a:cubicBezTo>
                <a:cubicBezTo>
                  <a:pt x="396" y="787"/>
                  <a:pt x="398" y="787"/>
                  <a:pt x="400" y="786"/>
                </a:cubicBezTo>
                <a:cubicBezTo>
                  <a:pt x="400" y="794"/>
                  <a:pt x="400" y="794"/>
                  <a:pt x="400" y="794"/>
                </a:cubicBezTo>
                <a:close/>
                <a:moveTo>
                  <a:pt x="400" y="29"/>
                </a:moveTo>
                <a:cubicBezTo>
                  <a:pt x="400" y="46"/>
                  <a:pt x="400" y="46"/>
                  <a:pt x="400" y="46"/>
                </a:cubicBezTo>
                <a:cubicBezTo>
                  <a:pt x="398" y="46"/>
                  <a:pt x="395" y="46"/>
                  <a:pt x="393" y="46"/>
                </a:cubicBezTo>
                <a:cubicBezTo>
                  <a:pt x="393" y="38"/>
                  <a:pt x="393" y="38"/>
                  <a:pt x="393" y="38"/>
                </a:cubicBezTo>
                <a:cubicBezTo>
                  <a:pt x="394" y="38"/>
                  <a:pt x="394" y="37"/>
                  <a:pt x="395" y="37"/>
                </a:cubicBezTo>
                <a:cubicBezTo>
                  <a:pt x="394" y="36"/>
                  <a:pt x="394" y="36"/>
                  <a:pt x="393" y="35"/>
                </a:cubicBezTo>
                <a:cubicBezTo>
                  <a:pt x="393" y="18"/>
                  <a:pt x="393" y="18"/>
                  <a:pt x="393" y="18"/>
                </a:cubicBezTo>
                <a:cubicBezTo>
                  <a:pt x="395" y="21"/>
                  <a:pt x="397" y="24"/>
                  <a:pt x="400" y="29"/>
                </a:cubicBezTo>
                <a:close/>
                <a:moveTo>
                  <a:pt x="400" y="165"/>
                </a:moveTo>
                <a:cubicBezTo>
                  <a:pt x="400" y="170"/>
                  <a:pt x="400" y="170"/>
                  <a:pt x="400" y="170"/>
                </a:cubicBezTo>
                <a:cubicBezTo>
                  <a:pt x="398" y="170"/>
                  <a:pt x="396" y="170"/>
                  <a:pt x="393" y="170"/>
                </a:cubicBezTo>
                <a:cubicBezTo>
                  <a:pt x="393" y="165"/>
                  <a:pt x="393" y="165"/>
                  <a:pt x="393" y="165"/>
                </a:cubicBezTo>
                <a:cubicBezTo>
                  <a:pt x="395" y="165"/>
                  <a:pt x="398" y="165"/>
                  <a:pt x="400" y="165"/>
                </a:cubicBezTo>
                <a:close/>
                <a:moveTo>
                  <a:pt x="400" y="182"/>
                </a:moveTo>
                <a:cubicBezTo>
                  <a:pt x="400" y="192"/>
                  <a:pt x="400" y="192"/>
                  <a:pt x="400" y="192"/>
                </a:cubicBezTo>
                <a:cubicBezTo>
                  <a:pt x="399" y="192"/>
                  <a:pt x="397" y="192"/>
                  <a:pt x="393" y="192"/>
                </a:cubicBezTo>
                <a:cubicBezTo>
                  <a:pt x="393" y="188"/>
                  <a:pt x="393" y="188"/>
                  <a:pt x="393" y="188"/>
                </a:cubicBezTo>
                <a:cubicBezTo>
                  <a:pt x="395" y="188"/>
                  <a:pt x="395" y="188"/>
                  <a:pt x="395" y="188"/>
                </a:cubicBezTo>
                <a:cubicBezTo>
                  <a:pt x="394" y="186"/>
                  <a:pt x="394" y="186"/>
                  <a:pt x="393" y="184"/>
                </a:cubicBezTo>
                <a:cubicBezTo>
                  <a:pt x="393" y="173"/>
                  <a:pt x="393" y="173"/>
                  <a:pt x="393" y="173"/>
                </a:cubicBezTo>
                <a:cubicBezTo>
                  <a:pt x="395" y="175"/>
                  <a:pt x="397" y="179"/>
                  <a:pt x="400" y="182"/>
                </a:cubicBezTo>
                <a:close/>
                <a:moveTo>
                  <a:pt x="400" y="197"/>
                </a:moveTo>
                <a:cubicBezTo>
                  <a:pt x="400" y="201"/>
                  <a:pt x="400" y="201"/>
                  <a:pt x="400" y="201"/>
                </a:cubicBezTo>
                <a:cubicBezTo>
                  <a:pt x="397" y="201"/>
                  <a:pt x="395" y="201"/>
                  <a:pt x="393" y="202"/>
                </a:cubicBezTo>
                <a:cubicBezTo>
                  <a:pt x="393" y="199"/>
                  <a:pt x="393" y="199"/>
                  <a:pt x="393" y="199"/>
                </a:cubicBezTo>
                <a:cubicBezTo>
                  <a:pt x="395" y="198"/>
                  <a:pt x="398" y="198"/>
                  <a:pt x="400" y="197"/>
                </a:cubicBezTo>
                <a:close/>
                <a:moveTo>
                  <a:pt x="400" y="209"/>
                </a:moveTo>
                <a:cubicBezTo>
                  <a:pt x="400" y="213"/>
                  <a:pt x="400" y="213"/>
                  <a:pt x="400" y="213"/>
                </a:cubicBezTo>
                <a:cubicBezTo>
                  <a:pt x="393" y="215"/>
                  <a:pt x="393" y="215"/>
                  <a:pt x="393" y="215"/>
                </a:cubicBezTo>
                <a:cubicBezTo>
                  <a:pt x="393" y="211"/>
                  <a:pt x="393" y="211"/>
                  <a:pt x="393" y="211"/>
                </a:cubicBezTo>
                <a:cubicBezTo>
                  <a:pt x="395" y="210"/>
                  <a:pt x="398" y="209"/>
                  <a:pt x="400" y="209"/>
                </a:cubicBezTo>
                <a:close/>
                <a:moveTo>
                  <a:pt x="400" y="221"/>
                </a:moveTo>
                <a:cubicBezTo>
                  <a:pt x="400" y="225"/>
                  <a:pt x="400" y="225"/>
                  <a:pt x="400" y="225"/>
                </a:cubicBezTo>
                <a:cubicBezTo>
                  <a:pt x="397" y="226"/>
                  <a:pt x="395" y="226"/>
                  <a:pt x="393" y="227"/>
                </a:cubicBezTo>
                <a:cubicBezTo>
                  <a:pt x="393" y="223"/>
                  <a:pt x="393" y="223"/>
                  <a:pt x="393" y="223"/>
                </a:cubicBezTo>
                <a:cubicBezTo>
                  <a:pt x="397" y="222"/>
                  <a:pt x="399" y="222"/>
                  <a:pt x="400" y="221"/>
                </a:cubicBezTo>
                <a:close/>
                <a:moveTo>
                  <a:pt x="400" y="234"/>
                </a:moveTo>
                <a:cubicBezTo>
                  <a:pt x="400" y="238"/>
                  <a:pt x="400" y="238"/>
                  <a:pt x="400" y="238"/>
                </a:cubicBezTo>
                <a:cubicBezTo>
                  <a:pt x="393" y="239"/>
                  <a:pt x="393" y="239"/>
                  <a:pt x="393" y="239"/>
                </a:cubicBezTo>
                <a:cubicBezTo>
                  <a:pt x="393" y="235"/>
                  <a:pt x="393" y="235"/>
                  <a:pt x="393" y="235"/>
                </a:cubicBezTo>
                <a:cubicBezTo>
                  <a:pt x="395" y="235"/>
                  <a:pt x="398" y="234"/>
                  <a:pt x="400" y="234"/>
                </a:cubicBezTo>
                <a:close/>
                <a:moveTo>
                  <a:pt x="400" y="246"/>
                </a:moveTo>
                <a:cubicBezTo>
                  <a:pt x="400" y="250"/>
                  <a:pt x="400" y="250"/>
                  <a:pt x="400" y="250"/>
                </a:cubicBezTo>
                <a:cubicBezTo>
                  <a:pt x="397" y="251"/>
                  <a:pt x="395" y="252"/>
                  <a:pt x="393" y="252"/>
                </a:cubicBezTo>
                <a:cubicBezTo>
                  <a:pt x="393" y="248"/>
                  <a:pt x="393" y="248"/>
                  <a:pt x="393" y="248"/>
                </a:cubicBezTo>
                <a:cubicBezTo>
                  <a:pt x="396" y="247"/>
                  <a:pt x="398" y="247"/>
                  <a:pt x="400" y="246"/>
                </a:cubicBezTo>
                <a:close/>
                <a:moveTo>
                  <a:pt x="400" y="258"/>
                </a:moveTo>
                <a:cubicBezTo>
                  <a:pt x="400" y="262"/>
                  <a:pt x="400" y="262"/>
                  <a:pt x="400" y="262"/>
                </a:cubicBezTo>
                <a:cubicBezTo>
                  <a:pt x="397" y="263"/>
                  <a:pt x="395" y="263"/>
                  <a:pt x="393" y="264"/>
                </a:cubicBezTo>
                <a:cubicBezTo>
                  <a:pt x="393" y="260"/>
                  <a:pt x="393" y="260"/>
                  <a:pt x="393" y="260"/>
                </a:cubicBezTo>
                <a:cubicBezTo>
                  <a:pt x="395" y="260"/>
                  <a:pt x="398" y="259"/>
                  <a:pt x="400" y="258"/>
                </a:cubicBezTo>
                <a:close/>
                <a:moveTo>
                  <a:pt x="400" y="271"/>
                </a:moveTo>
                <a:cubicBezTo>
                  <a:pt x="400" y="275"/>
                  <a:pt x="400" y="275"/>
                  <a:pt x="400" y="275"/>
                </a:cubicBezTo>
                <a:cubicBezTo>
                  <a:pt x="397" y="275"/>
                  <a:pt x="395" y="276"/>
                  <a:pt x="393" y="277"/>
                </a:cubicBezTo>
                <a:cubicBezTo>
                  <a:pt x="393" y="273"/>
                  <a:pt x="393" y="273"/>
                  <a:pt x="393" y="273"/>
                </a:cubicBezTo>
                <a:cubicBezTo>
                  <a:pt x="396" y="272"/>
                  <a:pt x="398" y="272"/>
                  <a:pt x="400" y="271"/>
                </a:cubicBezTo>
                <a:close/>
                <a:moveTo>
                  <a:pt x="400" y="284"/>
                </a:moveTo>
                <a:cubicBezTo>
                  <a:pt x="400" y="287"/>
                  <a:pt x="400" y="287"/>
                  <a:pt x="400" y="287"/>
                </a:cubicBezTo>
                <a:cubicBezTo>
                  <a:pt x="398" y="288"/>
                  <a:pt x="395" y="288"/>
                  <a:pt x="393" y="289"/>
                </a:cubicBezTo>
                <a:cubicBezTo>
                  <a:pt x="393" y="285"/>
                  <a:pt x="393" y="285"/>
                  <a:pt x="393" y="285"/>
                </a:cubicBezTo>
                <a:cubicBezTo>
                  <a:pt x="397" y="285"/>
                  <a:pt x="399" y="284"/>
                  <a:pt x="400" y="284"/>
                </a:cubicBezTo>
                <a:close/>
                <a:moveTo>
                  <a:pt x="400" y="293"/>
                </a:moveTo>
                <a:cubicBezTo>
                  <a:pt x="400" y="301"/>
                  <a:pt x="400" y="301"/>
                  <a:pt x="400" y="301"/>
                </a:cubicBezTo>
                <a:cubicBezTo>
                  <a:pt x="399" y="299"/>
                  <a:pt x="397" y="298"/>
                  <a:pt x="393" y="298"/>
                </a:cubicBezTo>
                <a:cubicBezTo>
                  <a:pt x="393" y="293"/>
                  <a:pt x="393" y="293"/>
                  <a:pt x="393" y="293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400" y="308"/>
                </a:moveTo>
                <a:cubicBezTo>
                  <a:pt x="400" y="311"/>
                  <a:pt x="400" y="311"/>
                  <a:pt x="400" y="311"/>
                </a:cubicBezTo>
                <a:cubicBezTo>
                  <a:pt x="398" y="311"/>
                  <a:pt x="395" y="311"/>
                  <a:pt x="393" y="311"/>
                </a:cubicBezTo>
                <a:cubicBezTo>
                  <a:pt x="393" y="303"/>
                  <a:pt x="393" y="303"/>
                  <a:pt x="393" y="303"/>
                </a:cubicBezTo>
                <a:cubicBezTo>
                  <a:pt x="395" y="305"/>
                  <a:pt x="396" y="308"/>
                  <a:pt x="398" y="309"/>
                </a:cubicBezTo>
                <a:cubicBezTo>
                  <a:pt x="400" y="308"/>
                  <a:pt x="400" y="308"/>
                  <a:pt x="400" y="308"/>
                </a:cubicBezTo>
                <a:close/>
                <a:moveTo>
                  <a:pt x="400" y="336"/>
                </a:moveTo>
                <a:cubicBezTo>
                  <a:pt x="400" y="434"/>
                  <a:pt x="400" y="434"/>
                  <a:pt x="400" y="434"/>
                </a:cubicBezTo>
                <a:cubicBezTo>
                  <a:pt x="397" y="432"/>
                  <a:pt x="397" y="432"/>
                  <a:pt x="397" y="432"/>
                </a:cubicBezTo>
                <a:cubicBezTo>
                  <a:pt x="393" y="434"/>
                  <a:pt x="393" y="434"/>
                  <a:pt x="393" y="434"/>
                </a:cubicBezTo>
                <a:cubicBezTo>
                  <a:pt x="393" y="338"/>
                  <a:pt x="393" y="338"/>
                  <a:pt x="393" y="338"/>
                </a:cubicBezTo>
                <a:cubicBezTo>
                  <a:pt x="397" y="328"/>
                  <a:pt x="397" y="328"/>
                  <a:pt x="397" y="328"/>
                </a:cubicBezTo>
                <a:cubicBezTo>
                  <a:pt x="398" y="330"/>
                  <a:pt x="398" y="331"/>
                  <a:pt x="400" y="336"/>
                </a:cubicBezTo>
                <a:close/>
                <a:moveTo>
                  <a:pt x="400" y="493"/>
                </a:moveTo>
                <a:cubicBezTo>
                  <a:pt x="400" y="501"/>
                  <a:pt x="400" y="501"/>
                  <a:pt x="400" y="501"/>
                </a:cubicBezTo>
                <a:cubicBezTo>
                  <a:pt x="399" y="499"/>
                  <a:pt x="397" y="497"/>
                  <a:pt x="393" y="496"/>
                </a:cubicBezTo>
                <a:cubicBezTo>
                  <a:pt x="393" y="493"/>
                  <a:pt x="393" y="493"/>
                  <a:pt x="393" y="493"/>
                </a:cubicBezTo>
                <a:cubicBezTo>
                  <a:pt x="397" y="493"/>
                  <a:pt x="397" y="493"/>
                  <a:pt x="397" y="493"/>
                </a:cubicBezTo>
                <a:cubicBezTo>
                  <a:pt x="398" y="493"/>
                  <a:pt x="399" y="493"/>
                  <a:pt x="400" y="493"/>
                </a:cubicBezTo>
                <a:close/>
                <a:moveTo>
                  <a:pt x="400" y="507"/>
                </a:moveTo>
                <a:cubicBezTo>
                  <a:pt x="400" y="510"/>
                  <a:pt x="400" y="510"/>
                  <a:pt x="400" y="510"/>
                </a:cubicBezTo>
                <a:cubicBezTo>
                  <a:pt x="398" y="510"/>
                  <a:pt x="395" y="511"/>
                  <a:pt x="393" y="511"/>
                </a:cubicBezTo>
                <a:cubicBezTo>
                  <a:pt x="393" y="503"/>
                  <a:pt x="393" y="503"/>
                  <a:pt x="393" y="503"/>
                </a:cubicBezTo>
                <a:cubicBezTo>
                  <a:pt x="394" y="505"/>
                  <a:pt x="396" y="506"/>
                  <a:pt x="398" y="508"/>
                </a:cubicBezTo>
                <a:cubicBezTo>
                  <a:pt x="399" y="508"/>
                  <a:pt x="399" y="507"/>
                  <a:pt x="400" y="507"/>
                </a:cubicBezTo>
                <a:close/>
                <a:moveTo>
                  <a:pt x="400" y="515"/>
                </a:moveTo>
                <a:cubicBezTo>
                  <a:pt x="400" y="518"/>
                  <a:pt x="400" y="518"/>
                  <a:pt x="400" y="518"/>
                </a:cubicBezTo>
                <a:cubicBezTo>
                  <a:pt x="397" y="519"/>
                  <a:pt x="395" y="520"/>
                  <a:pt x="393" y="520"/>
                </a:cubicBezTo>
                <a:cubicBezTo>
                  <a:pt x="393" y="516"/>
                  <a:pt x="393" y="516"/>
                  <a:pt x="393" y="516"/>
                </a:cubicBezTo>
                <a:cubicBezTo>
                  <a:pt x="395" y="516"/>
                  <a:pt x="398" y="516"/>
                  <a:pt x="400" y="515"/>
                </a:cubicBezTo>
                <a:close/>
                <a:moveTo>
                  <a:pt x="400" y="527"/>
                </a:moveTo>
                <a:cubicBezTo>
                  <a:pt x="400" y="531"/>
                  <a:pt x="400" y="531"/>
                  <a:pt x="400" y="531"/>
                </a:cubicBezTo>
                <a:cubicBezTo>
                  <a:pt x="393" y="533"/>
                  <a:pt x="393" y="533"/>
                  <a:pt x="393" y="533"/>
                </a:cubicBezTo>
                <a:cubicBezTo>
                  <a:pt x="393" y="528"/>
                  <a:pt x="393" y="528"/>
                  <a:pt x="393" y="528"/>
                </a:cubicBezTo>
                <a:cubicBezTo>
                  <a:pt x="395" y="528"/>
                  <a:pt x="398" y="527"/>
                  <a:pt x="400" y="527"/>
                </a:cubicBezTo>
                <a:close/>
                <a:moveTo>
                  <a:pt x="400" y="540"/>
                </a:moveTo>
                <a:cubicBezTo>
                  <a:pt x="400" y="544"/>
                  <a:pt x="400" y="544"/>
                  <a:pt x="400" y="544"/>
                </a:cubicBezTo>
                <a:cubicBezTo>
                  <a:pt x="398" y="544"/>
                  <a:pt x="395" y="545"/>
                  <a:pt x="393" y="545"/>
                </a:cubicBezTo>
                <a:cubicBezTo>
                  <a:pt x="393" y="541"/>
                  <a:pt x="393" y="541"/>
                  <a:pt x="393" y="541"/>
                </a:cubicBezTo>
                <a:cubicBezTo>
                  <a:pt x="396" y="540"/>
                  <a:pt x="398" y="540"/>
                  <a:pt x="400" y="540"/>
                </a:cubicBezTo>
                <a:close/>
                <a:moveTo>
                  <a:pt x="400" y="551"/>
                </a:moveTo>
                <a:cubicBezTo>
                  <a:pt x="400" y="556"/>
                  <a:pt x="400" y="556"/>
                  <a:pt x="400" y="556"/>
                </a:cubicBezTo>
                <a:cubicBezTo>
                  <a:pt x="397" y="556"/>
                  <a:pt x="395" y="556"/>
                  <a:pt x="393" y="557"/>
                </a:cubicBezTo>
                <a:cubicBezTo>
                  <a:pt x="393" y="553"/>
                  <a:pt x="393" y="553"/>
                  <a:pt x="393" y="553"/>
                </a:cubicBezTo>
                <a:cubicBezTo>
                  <a:pt x="395" y="552"/>
                  <a:pt x="398" y="552"/>
                  <a:pt x="400" y="551"/>
                </a:cubicBezTo>
                <a:close/>
                <a:moveTo>
                  <a:pt x="400" y="564"/>
                </a:moveTo>
                <a:cubicBezTo>
                  <a:pt x="400" y="568"/>
                  <a:pt x="400" y="568"/>
                  <a:pt x="400" y="568"/>
                </a:cubicBezTo>
                <a:cubicBezTo>
                  <a:pt x="397" y="569"/>
                  <a:pt x="395" y="569"/>
                  <a:pt x="393" y="569"/>
                </a:cubicBezTo>
                <a:cubicBezTo>
                  <a:pt x="393" y="565"/>
                  <a:pt x="393" y="565"/>
                  <a:pt x="393" y="565"/>
                </a:cubicBezTo>
                <a:cubicBezTo>
                  <a:pt x="400" y="564"/>
                  <a:pt x="400" y="564"/>
                  <a:pt x="400" y="564"/>
                </a:cubicBezTo>
                <a:close/>
                <a:moveTo>
                  <a:pt x="400" y="577"/>
                </a:moveTo>
                <a:cubicBezTo>
                  <a:pt x="400" y="580"/>
                  <a:pt x="400" y="580"/>
                  <a:pt x="400" y="580"/>
                </a:cubicBezTo>
                <a:cubicBezTo>
                  <a:pt x="397" y="581"/>
                  <a:pt x="395" y="581"/>
                  <a:pt x="393" y="582"/>
                </a:cubicBezTo>
                <a:cubicBezTo>
                  <a:pt x="393" y="578"/>
                  <a:pt x="393" y="578"/>
                  <a:pt x="393" y="578"/>
                </a:cubicBezTo>
                <a:cubicBezTo>
                  <a:pt x="397" y="578"/>
                  <a:pt x="399" y="577"/>
                  <a:pt x="400" y="577"/>
                </a:cubicBezTo>
                <a:close/>
                <a:moveTo>
                  <a:pt x="400" y="589"/>
                </a:moveTo>
                <a:cubicBezTo>
                  <a:pt x="400" y="593"/>
                  <a:pt x="400" y="593"/>
                  <a:pt x="400" y="593"/>
                </a:cubicBezTo>
                <a:cubicBezTo>
                  <a:pt x="398" y="594"/>
                  <a:pt x="395" y="594"/>
                  <a:pt x="393" y="595"/>
                </a:cubicBezTo>
                <a:cubicBezTo>
                  <a:pt x="393" y="591"/>
                  <a:pt x="393" y="591"/>
                  <a:pt x="393" y="591"/>
                </a:cubicBezTo>
                <a:cubicBezTo>
                  <a:pt x="395" y="590"/>
                  <a:pt x="398" y="590"/>
                  <a:pt x="400" y="589"/>
                </a:cubicBezTo>
                <a:close/>
                <a:moveTo>
                  <a:pt x="400" y="602"/>
                </a:moveTo>
                <a:cubicBezTo>
                  <a:pt x="400" y="605"/>
                  <a:pt x="400" y="605"/>
                  <a:pt x="400" y="605"/>
                </a:cubicBezTo>
                <a:cubicBezTo>
                  <a:pt x="398" y="606"/>
                  <a:pt x="395" y="607"/>
                  <a:pt x="393" y="607"/>
                </a:cubicBezTo>
                <a:cubicBezTo>
                  <a:pt x="393" y="603"/>
                  <a:pt x="393" y="603"/>
                  <a:pt x="393" y="603"/>
                </a:cubicBezTo>
                <a:cubicBezTo>
                  <a:pt x="396" y="603"/>
                  <a:pt x="398" y="602"/>
                  <a:pt x="400" y="602"/>
                </a:cubicBezTo>
                <a:close/>
                <a:moveTo>
                  <a:pt x="400" y="612"/>
                </a:moveTo>
                <a:cubicBezTo>
                  <a:pt x="400" y="617"/>
                  <a:pt x="400" y="617"/>
                  <a:pt x="400" y="617"/>
                </a:cubicBezTo>
                <a:cubicBezTo>
                  <a:pt x="400" y="618"/>
                  <a:pt x="399" y="618"/>
                  <a:pt x="399" y="618"/>
                </a:cubicBezTo>
                <a:cubicBezTo>
                  <a:pt x="399" y="619"/>
                  <a:pt x="400" y="620"/>
                  <a:pt x="400" y="620"/>
                </a:cubicBezTo>
                <a:cubicBezTo>
                  <a:pt x="400" y="631"/>
                  <a:pt x="400" y="631"/>
                  <a:pt x="400" y="631"/>
                </a:cubicBezTo>
                <a:cubicBezTo>
                  <a:pt x="397" y="626"/>
                  <a:pt x="396" y="623"/>
                  <a:pt x="393" y="620"/>
                </a:cubicBezTo>
                <a:cubicBezTo>
                  <a:pt x="393" y="612"/>
                  <a:pt x="393" y="612"/>
                  <a:pt x="393" y="612"/>
                </a:cubicBezTo>
                <a:cubicBezTo>
                  <a:pt x="395" y="612"/>
                  <a:pt x="398" y="612"/>
                  <a:pt x="400" y="612"/>
                </a:cubicBezTo>
                <a:close/>
                <a:moveTo>
                  <a:pt x="400" y="634"/>
                </a:moveTo>
                <a:cubicBezTo>
                  <a:pt x="400" y="639"/>
                  <a:pt x="400" y="639"/>
                  <a:pt x="400" y="639"/>
                </a:cubicBezTo>
                <a:cubicBezTo>
                  <a:pt x="398" y="639"/>
                  <a:pt x="395" y="639"/>
                  <a:pt x="393" y="639"/>
                </a:cubicBezTo>
                <a:cubicBezTo>
                  <a:pt x="393" y="635"/>
                  <a:pt x="393" y="635"/>
                  <a:pt x="393" y="635"/>
                </a:cubicBezTo>
                <a:cubicBezTo>
                  <a:pt x="395" y="634"/>
                  <a:pt x="398" y="634"/>
                  <a:pt x="400" y="634"/>
                </a:cubicBezTo>
                <a:close/>
                <a:moveTo>
                  <a:pt x="400" y="749"/>
                </a:moveTo>
                <a:cubicBezTo>
                  <a:pt x="400" y="757"/>
                  <a:pt x="400" y="757"/>
                  <a:pt x="400" y="757"/>
                </a:cubicBezTo>
                <a:cubicBezTo>
                  <a:pt x="400" y="757"/>
                  <a:pt x="399" y="758"/>
                  <a:pt x="399" y="758"/>
                </a:cubicBezTo>
                <a:cubicBezTo>
                  <a:pt x="400" y="760"/>
                  <a:pt x="400" y="760"/>
                  <a:pt x="400" y="760"/>
                </a:cubicBezTo>
                <a:cubicBezTo>
                  <a:pt x="400" y="775"/>
                  <a:pt x="400" y="775"/>
                  <a:pt x="400" y="775"/>
                </a:cubicBezTo>
                <a:cubicBezTo>
                  <a:pt x="397" y="771"/>
                  <a:pt x="395" y="768"/>
                  <a:pt x="393" y="765"/>
                </a:cubicBezTo>
                <a:cubicBezTo>
                  <a:pt x="393" y="750"/>
                  <a:pt x="393" y="750"/>
                  <a:pt x="393" y="750"/>
                </a:cubicBezTo>
                <a:cubicBezTo>
                  <a:pt x="395" y="750"/>
                  <a:pt x="398" y="749"/>
                  <a:pt x="400" y="749"/>
                </a:cubicBezTo>
                <a:close/>
                <a:moveTo>
                  <a:pt x="391" y="0"/>
                </a:moveTo>
                <a:cubicBezTo>
                  <a:pt x="393" y="0"/>
                  <a:pt x="393" y="0"/>
                  <a:pt x="393" y="0"/>
                </a:cubicBezTo>
                <a:cubicBezTo>
                  <a:pt x="393" y="8"/>
                  <a:pt x="393" y="8"/>
                  <a:pt x="393" y="8"/>
                </a:cubicBezTo>
                <a:cubicBezTo>
                  <a:pt x="393" y="8"/>
                  <a:pt x="392" y="8"/>
                  <a:pt x="391" y="8"/>
                </a:cubicBezTo>
                <a:cubicBezTo>
                  <a:pt x="391" y="0"/>
                  <a:pt x="391" y="0"/>
                  <a:pt x="391" y="0"/>
                </a:cubicBezTo>
                <a:close/>
                <a:moveTo>
                  <a:pt x="393" y="794"/>
                </a:moveTo>
                <a:cubicBezTo>
                  <a:pt x="391" y="794"/>
                  <a:pt x="391" y="794"/>
                  <a:pt x="391" y="794"/>
                </a:cubicBezTo>
                <a:cubicBezTo>
                  <a:pt x="391" y="786"/>
                  <a:pt x="391" y="786"/>
                  <a:pt x="391" y="786"/>
                </a:cubicBezTo>
                <a:cubicBezTo>
                  <a:pt x="392" y="787"/>
                  <a:pt x="393" y="787"/>
                  <a:pt x="393" y="787"/>
                </a:cubicBezTo>
                <a:cubicBezTo>
                  <a:pt x="393" y="794"/>
                  <a:pt x="393" y="794"/>
                  <a:pt x="393" y="794"/>
                </a:cubicBezTo>
                <a:close/>
                <a:moveTo>
                  <a:pt x="393" y="18"/>
                </a:moveTo>
                <a:cubicBezTo>
                  <a:pt x="393" y="35"/>
                  <a:pt x="393" y="35"/>
                  <a:pt x="393" y="35"/>
                </a:cubicBezTo>
                <a:cubicBezTo>
                  <a:pt x="393" y="34"/>
                  <a:pt x="392" y="33"/>
                  <a:pt x="391" y="32"/>
                </a:cubicBezTo>
                <a:cubicBezTo>
                  <a:pt x="391" y="15"/>
                  <a:pt x="391" y="15"/>
                  <a:pt x="391" y="15"/>
                </a:cubicBezTo>
                <a:cubicBezTo>
                  <a:pt x="393" y="18"/>
                  <a:pt x="393" y="18"/>
                  <a:pt x="393" y="18"/>
                </a:cubicBezTo>
                <a:close/>
                <a:moveTo>
                  <a:pt x="393" y="38"/>
                </a:moveTo>
                <a:cubicBezTo>
                  <a:pt x="393" y="46"/>
                  <a:pt x="393" y="46"/>
                  <a:pt x="393" y="46"/>
                </a:cubicBezTo>
                <a:cubicBezTo>
                  <a:pt x="393" y="46"/>
                  <a:pt x="392" y="46"/>
                  <a:pt x="391" y="46"/>
                </a:cubicBezTo>
                <a:cubicBezTo>
                  <a:pt x="391" y="38"/>
                  <a:pt x="391" y="38"/>
                  <a:pt x="391" y="38"/>
                </a:cubicBezTo>
                <a:cubicBezTo>
                  <a:pt x="392" y="38"/>
                  <a:pt x="393" y="38"/>
                  <a:pt x="393" y="38"/>
                </a:cubicBezTo>
                <a:close/>
                <a:moveTo>
                  <a:pt x="393" y="165"/>
                </a:moveTo>
                <a:cubicBezTo>
                  <a:pt x="393" y="170"/>
                  <a:pt x="393" y="170"/>
                  <a:pt x="393" y="170"/>
                </a:cubicBezTo>
                <a:cubicBezTo>
                  <a:pt x="393" y="171"/>
                  <a:pt x="392" y="171"/>
                  <a:pt x="392" y="171"/>
                </a:cubicBezTo>
                <a:cubicBezTo>
                  <a:pt x="392" y="171"/>
                  <a:pt x="393" y="172"/>
                  <a:pt x="393" y="173"/>
                </a:cubicBezTo>
                <a:cubicBezTo>
                  <a:pt x="393" y="184"/>
                  <a:pt x="393" y="184"/>
                  <a:pt x="393" y="184"/>
                </a:cubicBezTo>
                <a:cubicBezTo>
                  <a:pt x="393" y="183"/>
                  <a:pt x="392" y="182"/>
                  <a:pt x="391" y="181"/>
                </a:cubicBezTo>
                <a:cubicBezTo>
                  <a:pt x="391" y="165"/>
                  <a:pt x="391" y="165"/>
                  <a:pt x="391" y="165"/>
                </a:cubicBezTo>
                <a:cubicBezTo>
                  <a:pt x="393" y="165"/>
                  <a:pt x="393" y="165"/>
                  <a:pt x="393" y="165"/>
                </a:cubicBezTo>
                <a:close/>
                <a:moveTo>
                  <a:pt x="393" y="188"/>
                </a:moveTo>
                <a:cubicBezTo>
                  <a:pt x="393" y="192"/>
                  <a:pt x="393" y="192"/>
                  <a:pt x="393" y="192"/>
                </a:cubicBezTo>
                <a:cubicBezTo>
                  <a:pt x="391" y="193"/>
                  <a:pt x="391" y="193"/>
                  <a:pt x="391" y="193"/>
                </a:cubicBezTo>
                <a:cubicBezTo>
                  <a:pt x="391" y="188"/>
                  <a:pt x="391" y="188"/>
                  <a:pt x="391" y="188"/>
                </a:cubicBezTo>
                <a:cubicBezTo>
                  <a:pt x="393" y="188"/>
                  <a:pt x="393" y="188"/>
                  <a:pt x="393" y="188"/>
                </a:cubicBezTo>
                <a:close/>
                <a:moveTo>
                  <a:pt x="393" y="199"/>
                </a:moveTo>
                <a:cubicBezTo>
                  <a:pt x="393" y="202"/>
                  <a:pt x="393" y="202"/>
                  <a:pt x="393" y="202"/>
                </a:cubicBezTo>
                <a:cubicBezTo>
                  <a:pt x="393" y="202"/>
                  <a:pt x="392" y="203"/>
                  <a:pt x="391" y="203"/>
                </a:cubicBezTo>
                <a:cubicBezTo>
                  <a:pt x="391" y="199"/>
                  <a:pt x="391" y="199"/>
                  <a:pt x="391" y="199"/>
                </a:cubicBezTo>
                <a:cubicBezTo>
                  <a:pt x="393" y="199"/>
                  <a:pt x="393" y="199"/>
                  <a:pt x="393" y="199"/>
                </a:cubicBezTo>
                <a:close/>
                <a:moveTo>
                  <a:pt x="393" y="211"/>
                </a:moveTo>
                <a:cubicBezTo>
                  <a:pt x="393" y="215"/>
                  <a:pt x="393" y="215"/>
                  <a:pt x="393" y="215"/>
                </a:cubicBezTo>
                <a:cubicBezTo>
                  <a:pt x="391" y="215"/>
                  <a:pt x="391" y="215"/>
                  <a:pt x="391" y="215"/>
                </a:cubicBezTo>
                <a:cubicBezTo>
                  <a:pt x="391" y="211"/>
                  <a:pt x="391" y="211"/>
                  <a:pt x="391" y="211"/>
                </a:cubicBezTo>
                <a:cubicBezTo>
                  <a:pt x="393" y="211"/>
                  <a:pt x="393" y="211"/>
                  <a:pt x="393" y="211"/>
                </a:cubicBezTo>
                <a:close/>
                <a:moveTo>
                  <a:pt x="393" y="223"/>
                </a:moveTo>
                <a:cubicBezTo>
                  <a:pt x="393" y="227"/>
                  <a:pt x="393" y="227"/>
                  <a:pt x="393" y="227"/>
                </a:cubicBezTo>
                <a:cubicBezTo>
                  <a:pt x="393" y="227"/>
                  <a:pt x="392" y="227"/>
                  <a:pt x="391" y="228"/>
                </a:cubicBezTo>
                <a:cubicBezTo>
                  <a:pt x="391" y="223"/>
                  <a:pt x="391" y="223"/>
                  <a:pt x="391" y="223"/>
                </a:cubicBezTo>
                <a:cubicBezTo>
                  <a:pt x="393" y="223"/>
                  <a:pt x="393" y="223"/>
                  <a:pt x="393" y="223"/>
                </a:cubicBezTo>
                <a:close/>
                <a:moveTo>
                  <a:pt x="393" y="235"/>
                </a:moveTo>
                <a:cubicBezTo>
                  <a:pt x="393" y="239"/>
                  <a:pt x="393" y="239"/>
                  <a:pt x="393" y="239"/>
                </a:cubicBezTo>
                <a:cubicBezTo>
                  <a:pt x="391" y="240"/>
                  <a:pt x="391" y="240"/>
                  <a:pt x="391" y="240"/>
                </a:cubicBezTo>
                <a:cubicBezTo>
                  <a:pt x="391" y="236"/>
                  <a:pt x="391" y="236"/>
                  <a:pt x="391" y="236"/>
                </a:cubicBezTo>
                <a:cubicBezTo>
                  <a:pt x="393" y="235"/>
                  <a:pt x="393" y="235"/>
                  <a:pt x="393" y="235"/>
                </a:cubicBezTo>
                <a:close/>
                <a:moveTo>
                  <a:pt x="393" y="248"/>
                </a:moveTo>
                <a:cubicBezTo>
                  <a:pt x="393" y="252"/>
                  <a:pt x="393" y="252"/>
                  <a:pt x="393" y="252"/>
                </a:cubicBezTo>
                <a:cubicBezTo>
                  <a:pt x="393" y="252"/>
                  <a:pt x="392" y="253"/>
                  <a:pt x="391" y="253"/>
                </a:cubicBezTo>
                <a:cubicBezTo>
                  <a:pt x="391" y="248"/>
                  <a:pt x="391" y="248"/>
                  <a:pt x="391" y="248"/>
                </a:cubicBezTo>
                <a:cubicBezTo>
                  <a:pt x="392" y="248"/>
                  <a:pt x="393" y="248"/>
                  <a:pt x="393" y="248"/>
                </a:cubicBezTo>
                <a:close/>
                <a:moveTo>
                  <a:pt x="393" y="260"/>
                </a:moveTo>
                <a:cubicBezTo>
                  <a:pt x="393" y="264"/>
                  <a:pt x="393" y="264"/>
                  <a:pt x="393" y="264"/>
                </a:cubicBezTo>
                <a:cubicBezTo>
                  <a:pt x="393" y="264"/>
                  <a:pt x="392" y="265"/>
                  <a:pt x="391" y="265"/>
                </a:cubicBezTo>
                <a:cubicBezTo>
                  <a:pt x="391" y="261"/>
                  <a:pt x="391" y="261"/>
                  <a:pt x="391" y="261"/>
                </a:cubicBezTo>
                <a:cubicBezTo>
                  <a:pt x="393" y="260"/>
                  <a:pt x="393" y="260"/>
                  <a:pt x="393" y="260"/>
                </a:cubicBezTo>
                <a:close/>
                <a:moveTo>
                  <a:pt x="393" y="273"/>
                </a:moveTo>
                <a:cubicBezTo>
                  <a:pt x="393" y="277"/>
                  <a:pt x="393" y="277"/>
                  <a:pt x="393" y="277"/>
                </a:cubicBezTo>
                <a:cubicBezTo>
                  <a:pt x="393" y="277"/>
                  <a:pt x="392" y="277"/>
                  <a:pt x="391" y="277"/>
                </a:cubicBezTo>
                <a:cubicBezTo>
                  <a:pt x="391" y="273"/>
                  <a:pt x="391" y="273"/>
                  <a:pt x="391" y="273"/>
                </a:cubicBezTo>
                <a:cubicBezTo>
                  <a:pt x="392" y="273"/>
                  <a:pt x="393" y="273"/>
                  <a:pt x="393" y="273"/>
                </a:cubicBezTo>
                <a:close/>
                <a:moveTo>
                  <a:pt x="393" y="285"/>
                </a:moveTo>
                <a:cubicBezTo>
                  <a:pt x="393" y="289"/>
                  <a:pt x="393" y="289"/>
                  <a:pt x="393" y="289"/>
                </a:cubicBezTo>
                <a:cubicBezTo>
                  <a:pt x="393" y="289"/>
                  <a:pt x="392" y="290"/>
                  <a:pt x="391" y="290"/>
                </a:cubicBezTo>
                <a:cubicBezTo>
                  <a:pt x="391" y="285"/>
                  <a:pt x="391" y="285"/>
                  <a:pt x="391" y="285"/>
                </a:cubicBezTo>
                <a:cubicBezTo>
                  <a:pt x="393" y="285"/>
                  <a:pt x="393" y="285"/>
                  <a:pt x="393" y="285"/>
                </a:cubicBezTo>
                <a:close/>
                <a:moveTo>
                  <a:pt x="393" y="293"/>
                </a:moveTo>
                <a:cubicBezTo>
                  <a:pt x="393" y="298"/>
                  <a:pt x="393" y="298"/>
                  <a:pt x="393" y="298"/>
                </a:cubicBezTo>
                <a:cubicBezTo>
                  <a:pt x="393" y="298"/>
                  <a:pt x="392" y="298"/>
                  <a:pt x="391" y="298"/>
                </a:cubicBezTo>
                <a:cubicBezTo>
                  <a:pt x="391" y="293"/>
                  <a:pt x="391" y="293"/>
                  <a:pt x="391" y="293"/>
                </a:cubicBezTo>
                <a:cubicBezTo>
                  <a:pt x="393" y="293"/>
                  <a:pt x="393" y="293"/>
                  <a:pt x="393" y="293"/>
                </a:cubicBezTo>
                <a:close/>
                <a:moveTo>
                  <a:pt x="393" y="303"/>
                </a:moveTo>
                <a:cubicBezTo>
                  <a:pt x="393" y="311"/>
                  <a:pt x="393" y="311"/>
                  <a:pt x="393" y="311"/>
                </a:cubicBezTo>
                <a:cubicBezTo>
                  <a:pt x="393" y="312"/>
                  <a:pt x="392" y="312"/>
                  <a:pt x="391" y="312"/>
                </a:cubicBezTo>
                <a:cubicBezTo>
                  <a:pt x="391" y="308"/>
                  <a:pt x="391" y="308"/>
                  <a:pt x="391" y="308"/>
                </a:cubicBezTo>
                <a:cubicBezTo>
                  <a:pt x="392" y="308"/>
                  <a:pt x="392" y="308"/>
                  <a:pt x="392" y="308"/>
                </a:cubicBezTo>
                <a:cubicBezTo>
                  <a:pt x="391" y="306"/>
                  <a:pt x="391" y="306"/>
                  <a:pt x="391" y="306"/>
                </a:cubicBezTo>
                <a:cubicBezTo>
                  <a:pt x="391" y="299"/>
                  <a:pt x="391" y="299"/>
                  <a:pt x="391" y="299"/>
                </a:cubicBezTo>
                <a:cubicBezTo>
                  <a:pt x="392" y="300"/>
                  <a:pt x="393" y="302"/>
                  <a:pt x="393" y="303"/>
                </a:cubicBezTo>
                <a:close/>
                <a:moveTo>
                  <a:pt x="393" y="338"/>
                </a:moveTo>
                <a:cubicBezTo>
                  <a:pt x="393" y="434"/>
                  <a:pt x="393" y="434"/>
                  <a:pt x="393" y="434"/>
                </a:cubicBezTo>
                <a:cubicBezTo>
                  <a:pt x="391" y="436"/>
                  <a:pt x="391" y="436"/>
                  <a:pt x="391" y="436"/>
                </a:cubicBezTo>
                <a:cubicBezTo>
                  <a:pt x="391" y="343"/>
                  <a:pt x="391" y="343"/>
                  <a:pt x="391" y="343"/>
                </a:cubicBezTo>
                <a:cubicBezTo>
                  <a:pt x="393" y="338"/>
                  <a:pt x="393" y="338"/>
                  <a:pt x="393" y="338"/>
                </a:cubicBezTo>
                <a:close/>
                <a:moveTo>
                  <a:pt x="393" y="493"/>
                </a:moveTo>
                <a:cubicBezTo>
                  <a:pt x="393" y="496"/>
                  <a:pt x="393" y="496"/>
                  <a:pt x="393" y="496"/>
                </a:cubicBezTo>
                <a:cubicBezTo>
                  <a:pt x="393" y="496"/>
                  <a:pt x="392" y="496"/>
                  <a:pt x="391" y="496"/>
                </a:cubicBezTo>
                <a:cubicBezTo>
                  <a:pt x="391" y="492"/>
                  <a:pt x="391" y="492"/>
                  <a:pt x="391" y="492"/>
                </a:cubicBezTo>
                <a:cubicBezTo>
                  <a:pt x="393" y="493"/>
                  <a:pt x="393" y="493"/>
                  <a:pt x="393" y="493"/>
                </a:cubicBezTo>
                <a:close/>
                <a:moveTo>
                  <a:pt x="393" y="503"/>
                </a:moveTo>
                <a:cubicBezTo>
                  <a:pt x="393" y="511"/>
                  <a:pt x="393" y="511"/>
                  <a:pt x="393" y="511"/>
                </a:cubicBezTo>
                <a:cubicBezTo>
                  <a:pt x="391" y="511"/>
                  <a:pt x="391" y="511"/>
                  <a:pt x="391" y="511"/>
                </a:cubicBezTo>
                <a:cubicBezTo>
                  <a:pt x="391" y="498"/>
                  <a:pt x="391" y="498"/>
                  <a:pt x="391" y="498"/>
                </a:cubicBezTo>
                <a:cubicBezTo>
                  <a:pt x="392" y="500"/>
                  <a:pt x="393" y="501"/>
                  <a:pt x="393" y="503"/>
                </a:cubicBezTo>
                <a:close/>
                <a:moveTo>
                  <a:pt x="393" y="516"/>
                </a:moveTo>
                <a:cubicBezTo>
                  <a:pt x="393" y="520"/>
                  <a:pt x="393" y="520"/>
                  <a:pt x="393" y="520"/>
                </a:cubicBezTo>
                <a:cubicBezTo>
                  <a:pt x="393" y="521"/>
                  <a:pt x="392" y="521"/>
                  <a:pt x="391" y="521"/>
                </a:cubicBezTo>
                <a:cubicBezTo>
                  <a:pt x="391" y="516"/>
                  <a:pt x="391" y="516"/>
                  <a:pt x="391" y="516"/>
                </a:cubicBezTo>
                <a:cubicBezTo>
                  <a:pt x="392" y="516"/>
                  <a:pt x="393" y="516"/>
                  <a:pt x="393" y="516"/>
                </a:cubicBezTo>
                <a:close/>
                <a:moveTo>
                  <a:pt x="393" y="528"/>
                </a:moveTo>
                <a:cubicBezTo>
                  <a:pt x="393" y="533"/>
                  <a:pt x="393" y="533"/>
                  <a:pt x="393" y="533"/>
                </a:cubicBezTo>
                <a:cubicBezTo>
                  <a:pt x="391" y="533"/>
                  <a:pt x="391" y="533"/>
                  <a:pt x="391" y="533"/>
                </a:cubicBezTo>
                <a:cubicBezTo>
                  <a:pt x="391" y="529"/>
                  <a:pt x="391" y="529"/>
                  <a:pt x="391" y="529"/>
                </a:cubicBezTo>
                <a:cubicBezTo>
                  <a:pt x="393" y="528"/>
                  <a:pt x="393" y="528"/>
                  <a:pt x="393" y="528"/>
                </a:cubicBezTo>
                <a:close/>
                <a:moveTo>
                  <a:pt x="393" y="541"/>
                </a:moveTo>
                <a:cubicBezTo>
                  <a:pt x="393" y="545"/>
                  <a:pt x="393" y="545"/>
                  <a:pt x="393" y="545"/>
                </a:cubicBezTo>
                <a:cubicBezTo>
                  <a:pt x="391" y="546"/>
                  <a:pt x="391" y="546"/>
                  <a:pt x="391" y="546"/>
                </a:cubicBezTo>
                <a:cubicBezTo>
                  <a:pt x="391" y="541"/>
                  <a:pt x="391" y="541"/>
                  <a:pt x="391" y="541"/>
                </a:cubicBezTo>
                <a:cubicBezTo>
                  <a:pt x="392" y="541"/>
                  <a:pt x="393" y="541"/>
                  <a:pt x="393" y="541"/>
                </a:cubicBezTo>
                <a:close/>
                <a:moveTo>
                  <a:pt x="393" y="553"/>
                </a:moveTo>
                <a:cubicBezTo>
                  <a:pt x="393" y="557"/>
                  <a:pt x="393" y="557"/>
                  <a:pt x="393" y="557"/>
                </a:cubicBezTo>
                <a:cubicBezTo>
                  <a:pt x="393" y="557"/>
                  <a:pt x="392" y="558"/>
                  <a:pt x="391" y="558"/>
                </a:cubicBezTo>
                <a:cubicBezTo>
                  <a:pt x="391" y="554"/>
                  <a:pt x="391" y="554"/>
                  <a:pt x="391" y="554"/>
                </a:cubicBezTo>
                <a:cubicBezTo>
                  <a:pt x="393" y="553"/>
                  <a:pt x="393" y="553"/>
                  <a:pt x="393" y="553"/>
                </a:cubicBezTo>
                <a:close/>
                <a:moveTo>
                  <a:pt x="393" y="565"/>
                </a:moveTo>
                <a:cubicBezTo>
                  <a:pt x="393" y="569"/>
                  <a:pt x="393" y="569"/>
                  <a:pt x="393" y="569"/>
                </a:cubicBezTo>
                <a:cubicBezTo>
                  <a:pt x="393" y="570"/>
                  <a:pt x="392" y="570"/>
                  <a:pt x="391" y="571"/>
                </a:cubicBezTo>
                <a:cubicBezTo>
                  <a:pt x="391" y="566"/>
                  <a:pt x="391" y="566"/>
                  <a:pt x="391" y="566"/>
                </a:cubicBezTo>
                <a:cubicBezTo>
                  <a:pt x="393" y="565"/>
                  <a:pt x="393" y="565"/>
                  <a:pt x="393" y="565"/>
                </a:cubicBezTo>
                <a:close/>
                <a:moveTo>
                  <a:pt x="393" y="578"/>
                </a:moveTo>
                <a:cubicBezTo>
                  <a:pt x="393" y="582"/>
                  <a:pt x="393" y="582"/>
                  <a:pt x="393" y="582"/>
                </a:cubicBezTo>
                <a:cubicBezTo>
                  <a:pt x="393" y="582"/>
                  <a:pt x="392" y="583"/>
                  <a:pt x="391" y="583"/>
                </a:cubicBezTo>
                <a:cubicBezTo>
                  <a:pt x="391" y="579"/>
                  <a:pt x="391" y="579"/>
                  <a:pt x="391" y="579"/>
                </a:cubicBezTo>
                <a:cubicBezTo>
                  <a:pt x="393" y="578"/>
                  <a:pt x="393" y="578"/>
                  <a:pt x="393" y="578"/>
                </a:cubicBezTo>
                <a:close/>
                <a:moveTo>
                  <a:pt x="393" y="591"/>
                </a:moveTo>
                <a:cubicBezTo>
                  <a:pt x="393" y="595"/>
                  <a:pt x="393" y="595"/>
                  <a:pt x="393" y="595"/>
                </a:cubicBezTo>
                <a:cubicBezTo>
                  <a:pt x="391" y="595"/>
                  <a:pt x="391" y="595"/>
                  <a:pt x="391" y="595"/>
                </a:cubicBezTo>
                <a:cubicBezTo>
                  <a:pt x="391" y="591"/>
                  <a:pt x="391" y="591"/>
                  <a:pt x="391" y="591"/>
                </a:cubicBezTo>
                <a:cubicBezTo>
                  <a:pt x="393" y="591"/>
                  <a:pt x="393" y="591"/>
                  <a:pt x="393" y="591"/>
                </a:cubicBezTo>
                <a:close/>
                <a:moveTo>
                  <a:pt x="393" y="603"/>
                </a:moveTo>
                <a:cubicBezTo>
                  <a:pt x="393" y="607"/>
                  <a:pt x="393" y="607"/>
                  <a:pt x="393" y="607"/>
                </a:cubicBezTo>
                <a:cubicBezTo>
                  <a:pt x="393" y="607"/>
                  <a:pt x="392" y="607"/>
                  <a:pt x="391" y="608"/>
                </a:cubicBezTo>
                <a:cubicBezTo>
                  <a:pt x="391" y="603"/>
                  <a:pt x="391" y="603"/>
                  <a:pt x="391" y="603"/>
                </a:cubicBezTo>
                <a:cubicBezTo>
                  <a:pt x="392" y="603"/>
                  <a:pt x="393" y="603"/>
                  <a:pt x="393" y="603"/>
                </a:cubicBezTo>
                <a:close/>
                <a:moveTo>
                  <a:pt x="393" y="612"/>
                </a:moveTo>
                <a:cubicBezTo>
                  <a:pt x="393" y="620"/>
                  <a:pt x="393" y="620"/>
                  <a:pt x="393" y="620"/>
                </a:cubicBezTo>
                <a:cubicBezTo>
                  <a:pt x="393" y="620"/>
                  <a:pt x="392" y="619"/>
                  <a:pt x="391" y="619"/>
                </a:cubicBezTo>
                <a:cubicBezTo>
                  <a:pt x="391" y="612"/>
                  <a:pt x="391" y="612"/>
                  <a:pt x="391" y="612"/>
                </a:cubicBezTo>
                <a:cubicBezTo>
                  <a:pt x="393" y="612"/>
                  <a:pt x="393" y="612"/>
                  <a:pt x="393" y="612"/>
                </a:cubicBezTo>
                <a:close/>
                <a:moveTo>
                  <a:pt x="393" y="635"/>
                </a:moveTo>
                <a:cubicBezTo>
                  <a:pt x="393" y="639"/>
                  <a:pt x="393" y="639"/>
                  <a:pt x="393" y="639"/>
                </a:cubicBezTo>
                <a:cubicBezTo>
                  <a:pt x="391" y="639"/>
                  <a:pt x="391" y="639"/>
                  <a:pt x="391" y="639"/>
                </a:cubicBezTo>
                <a:cubicBezTo>
                  <a:pt x="391" y="634"/>
                  <a:pt x="391" y="634"/>
                  <a:pt x="391" y="634"/>
                </a:cubicBezTo>
                <a:cubicBezTo>
                  <a:pt x="392" y="634"/>
                  <a:pt x="392" y="634"/>
                  <a:pt x="393" y="635"/>
                </a:cubicBezTo>
                <a:cubicBezTo>
                  <a:pt x="393" y="635"/>
                  <a:pt x="393" y="635"/>
                  <a:pt x="393" y="635"/>
                </a:cubicBezTo>
                <a:close/>
                <a:moveTo>
                  <a:pt x="393" y="750"/>
                </a:moveTo>
                <a:cubicBezTo>
                  <a:pt x="393" y="765"/>
                  <a:pt x="393" y="765"/>
                  <a:pt x="393" y="765"/>
                </a:cubicBezTo>
                <a:cubicBezTo>
                  <a:pt x="393" y="764"/>
                  <a:pt x="392" y="763"/>
                  <a:pt x="391" y="763"/>
                </a:cubicBezTo>
                <a:cubicBezTo>
                  <a:pt x="391" y="751"/>
                  <a:pt x="391" y="751"/>
                  <a:pt x="391" y="751"/>
                </a:cubicBezTo>
                <a:cubicBezTo>
                  <a:pt x="392" y="751"/>
                  <a:pt x="393" y="750"/>
                  <a:pt x="393" y="750"/>
                </a:cubicBezTo>
                <a:close/>
                <a:moveTo>
                  <a:pt x="391" y="694"/>
                </a:moveTo>
                <a:cubicBezTo>
                  <a:pt x="391" y="685"/>
                  <a:pt x="391" y="685"/>
                  <a:pt x="391" y="685"/>
                </a:cubicBezTo>
                <a:cubicBezTo>
                  <a:pt x="392" y="688"/>
                  <a:pt x="392" y="691"/>
                  <a:pt x="391" y="694"/>
                </a:cubicBezTo>
                <a:close/>
                <a:moveTo>
                  <a:pt x="387" y="0"/>
                </a:moveTo>
                <a:cubicBezTo>
                  <a:pt x="391" y="0"/>
                  <a:pt x="391" y="0"/>
                  <a:pt x="391" y="0"/>
                </a:cubicBezTo>
                <a:cubicBezTo>
                  <a:pt x="391" y="8"/>
                  <a:pt x="391" y="8"/>
                  <a:pt x="391" y="8"/>
                </a:cubicBezTo>
                <a:cubicBezTo>
                  <a:pt x="390" y="8"/>
                  <a:pt x="389" y="9"/>
                  <a:pt x="388" y="9"/>
                </a:cubicBezTo>
                <a:cubicBezTo>
                  <a:pt x="388" y="10"/>
                  <a:pt x="389" y="11"/>
                  <a:pt x="391" y="15"/>
                </a:cubicBezTo>
                <a:cubicBezTo>
                  <a:pt x="391" y="32"/>
                  <a:pt x="391" y="32"/>
                  <a:pt x="391" y="32"/>
                </a:cubicBezTo>
                <a:cubicBezTo>
                  <a:pt x="390" y="29"/>
                  <a:pt x="389" y="27"/>
                  <a:pt x="387" y="25"/>
                </a:cubicBezTo>
                <a:cubicBezTo>
                  <a:pt x="387" y="0"/>
                  <a:pt x="387" y="0"/>
                  <a:pt x="387" y="0"/>
                </a:cubicBezTo>
                <a:close/>
                <a:moveTo>
                  <a:pt x="391" y="794"/>
                </a:moveTo>
                <a:cubicBezTo>
                  <a:pt x="390" y="794"/>
                  <a:pt x="389" y="794"/>
                  <a:pt x="387" y="794"/>
                </a:cubicBezTo>
                <a:cubicBezTo>
                  <a:pt x="387" y="784"/>
                  <a:pt x="387" y="784"/>
                  <a:pt x="387" y="784"/>
                </a:cubicBezTo>
                <a:cubicBezTo>
                  <a:pt x="388" y="785"/>
                  <a:pt x="390" y="786"/>
                  <a:pt x="391" y="786"/>
                </a:cubicBezTo>
                <a:cubicBezTo>
                  <a:pt x="391" y="794"/>
                  <a:pt x="391" y="794"/>
                  <a:pt x="391" y="794"/>
                </a:cubicBezTo>
                <a:close/>
                <a:moveTo>
                  <a:pt x="391" y="38"/>
                </a:moveTo>
                <a:cubicBezTo>
                  <a:pt x="391" y="46"/>
                  <a:pt x="391" y="46"/>
                  <a:pt x="391" y="46"/>
                </a:cubicBezTo>
                <a:cubicBezTo>
                  <a:pt x="391" y="46"/>
                  <a:pt x="390" y="47"/>
                  <a:pt x="389" y="47"/>
                </a:cubicBezTo>
                <a:cubicBezTo>
                  <a:pt x="387" y="47"/>
                  <a:pt x="387" y="47"/>
                  <a:pt x="387" y="47"/>
                </a:cubicBezTo>
                <a:cubicBezTo>
                  <a:pt x="387" y="39"/>
                  <a:pt x="387" y="39"/>
                  <a:pt x="387" y="39"/>
                </a:cubicBezTo>
                <a:cubicBezTo>
                  <a:pt x="389" y="39"/>
                  <a:pt x="390" y="39"/>
                  <a:pt x="391" y="38"/>
                </a:cubicBezTo>
                <a:close/>
                <a:moveTo>
                  <a:pt x="391" y="165"/>
                </a:moveTo>
                <a:cubicBezTo>
                  <a:pt x="391" y="181"/>
                  <a:pt x="391" y="181"/>
                  <a:pt x="391" y="181"/>
                </a:cubicBezTo>
                <a:cubicBezTo>
                  <a:pt x="390" y="178"/>
                  <a:pt x="389" y="176"/>
                  <a:pt x="387" y="174"/>
                </a:cubicBezTo>
                <a:cubicBezTo>
                  <a:pt x="387" y="165"/>
                  <a:pt x="387" y="165"/>
                  <a:pt x="387" y="165"/>
                </a:cubicBezTo>
                <a:cubicBezTo>
                  <a:pt x="389" y="165"/>
                  <a:pt x="390" y="165"/>
                  <a:pt x="391" y="165"/>
                </a:cubicBezTo>
                <a:close/>
                <a:moveTo>
                  <a:pt x="391" y="188"/>
                </a:moveTo>
                <a:cubicBezTo>
                  <a:pt x="391" y="193"/>
                  <a:pt x="391" y="193"/>
                  <a:pt x="391" y="193"/>
                </a:cubicBezTo>
                <a:cubicBezTo>
                  <a:pt x="389" y="193"/>
                  <a:pt x="389" y="193"/>
                  <a:pt x="389" y="193"/>
                </a:cubicBezTo>
                <a:cubicBezTo>
                  <a:pt x="388" y="195"/>
                  <a:pt x="388" y="197"/>
                  <a:pt x="388" y="199"/>
                </a:cubicBezTo>
                <a:cubicBezTo>
                  <a:pt x="389" y="199"/>
                  <a:pt x="390" y="199"/>
                  <a:pt x="391" y="199"/>
                </a:cubicBezTo>
                <a:cubicBezTo>
                  <a:pt x="391" y="203"/>
                  <a:pt x="391" y="203"/>
                  <a:pt x="391" y="203"/>
                </a:cubicBezTo>
                <a:cubicBezTo>
                  <a:pt x="389" y="205"/>
                  <a:pt x="388" y="207"/>
                  <a:pt x="388" y="212"/>
                </a:cubicBezTo>
                <a:cubicBezTo>
                  <a:pt x="389" y="212"/>
                  <a:pt x="390" y="211"/>
                  <a:pt x="391" y="211"/>
                </a:cubicBezTo>
                <a:cubicBezTo>
                  <a:pt x="391" y="215"/>
                  <a:pt x="391" y="215"/>
                  <a:pt x="391" y="215"/>
                </a:cubicBezTo>
                <a:cubicBezTo>
                  <a:pt x="389" y="216"/>
                  <a:pt x="389" y="216"/>
                  <a:pt x="389" y="216"/>
                </a:cubicBezTo>
                <a:cubicBezTo>
                  <a:pt x="389" y="218"/>
                  <a:pt x="388" y="221"/>
                  <a:pt x="388" y="224"/>
                </a:cubicBezTo>
                <a:cubicBezTo>
                  <a:pt x="391" y="223"/>
                  <a:pt x="391" y="223"/>
                  <a:pt x="391" y="223"/>
                </a:cubicBezTo>
                <a:cubicBezTo>
                  <a:pt x="391" y="228"/>
                  <a:pt x="391" y="228"/>
                  <a:pt x="391" y="228"/>
                </a:cubicBezTo>
                <a:cubicBezTo>
                  <a:pt x="389" y="229"/>
                  <a:pt x="388" y="232"/>
                  <a:pt x="388" y="237"/>
                </a:cubicBezTo>
                <a:cubicBezTo>
                  <a:pt x="389" y="237"/>
                  <a:pt x="390" y="236"/>
                  <a:pt x="391" y="236"/>
                </a:cubicBezTo>
                <a:cubicBezTo>
                  <a:pt x="391" y="240"/>
                  <a:pt x="391" y="240"/>
                  <a:pt x="391" y="240"/>
                </a:cubicBezTo>
                <a:cubicBezTo>
                  <a:pt x="389" y="241"/>
                  <a:pt x="389" y="241"/>
                  <a:pt x="389" y="241"/>
                </a:cubicBezTo>
                <a:cubicBezTo>
                  <a:pt x="389" y="243"/>
                  <a:pt x="388" y="246"/>
                  <a:pt x="388" y="249"/>
                </a:cubicBezTo>
                <a:cubicBezTo>
                  <a:pt x="389" y="248"/>
                  <a:pt x="390" y="248"/>
                  <a:pt x="391" y="248"/>
                </a:cubicBezTo>
                <a:cubicBezTo>
                  <a:pt x="391" y="253"/>
                  <a:pt x="391" y="253"/>
                  <a:pt x="391" y="253"/>
                </a:cubicBezTo>
                <a:cubicBezTo>
                  <a:pt x="389" y="254"/>
                  <a:pt x="388" y="257"/>
                  <a:pt x="388" y="262"/>
                </a:cubicBezTo>
                <a:cubicBezTo>
                  <a:pt x="391" y="261"/>
                  <a:pt x="391" y="261"/>
                  <a:pt x="391" y="261"/>
                </a:cubicBezTo>
                <a:cubicBezTo>
                  <a:pt x="391" y="265"/>
                  <a:pt x="391" y="265"/>
                  <a:pt x="391" y="265"/>
                </a:cubicBezTo>
                <a:cubicBezTo>
                  <a:pt x="389" y="266"/>
                  <a:pt x="388" y="269"/>
                  <a:pt x="388" y="273"/>
                </a:cubicBezTo>
                <a:cubicBezTo>
                  <a:pt x="389" y="273"/>
                  <a:pt x="390" y="273"/>
                  <a:pt x="391" y="273"/>
                </a:cubicBezTo>
                <a:cubicBezTo>
                  <a:pt x="391" y="277"/>
                  <a:pt x="391" y="277"/>
                  <a:pt x="391" y="277"/>
                </a:cubicBezTo>
                <a:cubicBezTo>
                  <a:pt x="389" y="279"/>
                  <a:pt x="388" y="281"/>
                  <a:pt x="388" y="286"/>
                </a:cubicBezTo>
                <a:cubicBezTo>
                  <a:pt x="391" y="285"/>
                  <a:pt x="391" y="285"/>
                  <a:pt x="391" y="285"/>
                </a:cubicBezTo>
                <a:cubicBezTo>
                  <a:pt x="391" y="290"/>
                  <a:pt x="391" y="290"/>
                  <a:pt x="391" y="290"/>
                </a:cubicBezTo>
                <a:cubicBezTo>
                  <a:pt x="390" y="291"/>
                  <a:pt x="389" y="292"/>
                  <a:pt x="389" y="293"/>
                </a:cubicBezTo>
                <a:cubicBezTo>
                  <a:pt x="391" y="293"/>
                  <a:pt x="391" y="293"/>
                  <a:pt x="391" y="293"/>
                </a:cubicBezTo>
                <a:cubicBezTo>
                  <a:pt x="391" y="298"/>
                  <a:pt x="391" y="298"/>
                  <a:pt x="391" y="298"/>
                </a:cubicBezTo>
                <a:cubicBezTo>
                  <a:pt x="391" y="298"/>
                  <a:pt x="391" y="298"/>
                  <a:pt x="391" y="298"/>
                </a:cubicBezTo>
                <a:cubicBezTo>
                  <a:pt x="391" y="298"/>
                  <a:pt x="391" y="299"/>
                  <a:pt x="391" y="299"/>
                </a:cubicBezTo>
                <a:cubicBezTo>
                  <a:pt x="391" y="306"/>
                  <a:pt x="391" y="306"/>
                  <a:pt x="391" y="306"/>
                </a:cubicBezTo>
                <a:cubicBezTo>
                  <a:pt x="390" y="304"/>
                  <a:pt x="389" y="302"/>
                  <a:pt x="387" y="301"/>
                </a:cubicBezTo>
                <a:cubicBezTo>
                  <a:pt x="387" y="188"/>
                  <a:pt x="387" y="188"/>
                  <a:pt x="387" y="188"/>
                </a:cubicBezTo>
                <a:cubicBezTo>
                  <a:pt x="391" y="188"/>
                  <a:pt x="391" y="188"/>
                  <a:pt x="391" y="188"/>
                </a:cubicBezTo>
                <a:close/>
                <a:moveTo>
                  <a:pt x="391" y="308"/>
                </a:moveTo>
                <a:cubicBezTo>
                  <a:pt x="391" y="312"/>
                  <a:pt x="391" y="312"/>
                  <a:pt x="391" y="312"/>
                </a:cubicBezTo>
                <a:cubicBezTo>
                  <a:pt x="390" y="312"/>
                  <a:pt x="389" y="312"/>
                  <a:pt x="387" y="312"/>
                </a:cubicBezTo>
                <a:cubicBezTo>
                  <a:pt x="387" y="309"/>
                  <a:pt x="387" y="309"/>
                  <a:pt x="387" y="309"/>
                </a:cubicBezTo>
                <a:cubicBezTo>
                  <a:pt x="389" y="308"/>
                  <a:pt x="390" y="308"/>
                  <a:pt x="391" y="308"/>
                </a:cubicBezTo>
                <a:close/>
                <a:moveTo>
                  <a:pt x="391" y="343"/>
                </a:moveTo>
                <a:cubicBezTo>
                  <a:pt x="391" y="436"/>
                  <a:pt x="391" y="436"/>
                  <a:pt x="391" y="436"/>
                </a:cubicBezTo>
                <a:cubicBezTo>
                  <a:pt x="387" y="438"/>
                  <a:pt x="387" y="438"/>
                  <a:pt x="387" y="438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91" y="343"/>
                  <a:pt x="391" y="343"/>
                  <a:pt x="391" y="343"/>
                </a:cubicBezTo>
                <a:close/>
                <a:moveTo>
                  <a:pt x="391" y="492"/>
                </a:moveTo>
                <a:cubicBezTo>
                  <a:pt x="391" y="496"/>
                  <a:pt x="391" y="496"/>
                  <a:pt x="391" y="496"/>
                </a:cubicBezTo>
                <a:cubicBezTo>
                  <a:pt x="391" y="496"/>
                  <a:pt x="391" y="496"/>
                  <a:pt x="390" y="496"/>
                </a:cubicBezTo>
                <a:cubicBezTo>
                  <a:pt x="391" y="497"/>
                  <a:pt x="391" y="498"/>
                  <a:pt x="391" y="498"/>
                </a:cubicBezTo>
                <a:cubicBezTo>
                  <a:pt x="391" y="511"/>
                  <a:pt x="391" y="511"/>
                  <a:pt x="391" y="511"/>
                </a:cubicBezTo>
                <a:cubicBezTo>
                  <a:pt x="388" y="511"/>
                  <a:pt x="388" y="511"/>
                  <a:pt x="388" y="511"/>
                </a:cubicBezTo>
                <a:cubicBezTo>
                  <a:pt x="388" y="513"/>
                  <a:pt x="388" y="515"/>
                  <a:pt x="388" y="517"/>
                </a:cubicBezTo>
                <a:cubicBezTo>
                  <a:pt x="389" y="517"/>
                  <a:pt x="390" y="517"/>
                  <a:pt x="391" y="516"/>
                </a:cubicBezTo>
                <a:cubicBezTo>
                  <a:pt x="391" y="521"/>
                  <a:pt x="391" y="521"/>
                  <a:pt x="391" y="521"/>
                </a:cubicBezTo>
                <a:cubicBezTo>
                  <a:pt x="389" y="523"/>
                  <a:pt x="388" y="525"/>
                  <a:pt x="388" y="530"/>
                </a:cubicBezTo>
                <a:cubicBezTo>
                  <a:pt x="389" y="529"/>
                  <a:pt x="390" y="529"/>
                  <a:pt x="391" y="529"/>
                </a:cubicBezTo>
                <a:cubicBezTo>
                  <a:pt x="391" y="533"/>
                  <a:pt x="391" y="533"/>
                  <a:pt x="391" y="533"/>
                </a:cubicBezTo>
                <a:cubicBezTo>
                  <a:pt x="389" y="533"/>
                  <a:pt x="389" y="533"/>
                  <a:pt x="389" y="533"/>
                </a:cubicBezTo>
                <a:cubicBezTo>
                  <a:pt x="389" y="536"/>
                  <a:pt x="388" y="539"/>
                  <a:pt x="388" y="542"/>
                </a:cubicBezTo>
                <a:cubicBezTo>
                  <a:pt x="389" y="542"/>
                  <a:pt x="390" y="541"/>
                  <a:pt x="391" y="541"/>
                </a:cubicBezTo>
                <a:cubicBezTo>
                  <a:pt x="391" y="546"/>
                  <a:pt x="391" y="546"/>
                  <a:pt x="391" y="546"/>
                </a:cubicBezTo>
                <a:cubicBezTo>
                  <a:pt x="390" y="546"/>
                  <a:pt x="390" y="546"/>
                  <a:pt x="390" y="546"/>
                </a:cubicBezTo>
                <a:cubicBezTo>
                  <a:pt x="389" y="549"/>
                  <a:pt x="389" y="549"/>
                  <a:pt x="388" y="554"/>
                </a:cubicBezTo>
                <a:cubicBezTo>
                  <a:pt x="389" y="554"/>
                  <a:pt x="390" y="554"/>
                  <a:pt x="391" y="554"/>
                </a:cubicBezTo>
                <a:cubicBezTo>
                  <a:pt x="391" y="558"/>
                  <a:pt x="391" y="558"/>
                  <a:pt x="391" y="558"/>
                </a:cubicBezTo>
                <a:cubicBezTo>
                  <a:pt x="389" y="560"/>
                  <a:pt x="388" y="562"/>
                  <a:pt x="388" y="566"/>
                </a:cubicBezTo>
                <a:cubicBezTo>
                  <a:pt x="391" y="566"/>
                  <a:pt x="391" y="566"/>
                  <a:pt x="391" y="566"/>
                </a:cubicBezTo>
                <a:cubicBezTo>
                  <a:pt x="391" y="571"/>
                  <a:pt x="391" y="571"/>
                  <a:pt x="391" y="571"/>
                </a:cubicBezTo>
                <a:cubicBezTo>
                  <a:pt x="389" y="572"/>
                  <a:pt x="388" y="575"/>
                  <a:pt x="388" y="579"/>
                </a:cubicBezTo>
                <a:cubicBezTo>
                  <a:pt x="391" y="579"/>
                  <a:pt x="391" y="579"/>
                  <a:pt x="391" y="579"/>
                </a:cubicBezTo>
                <a:cubicBezTo>
                  <a:pt x="391" y="583"/>
                  <a:pt x="391" y="583"/>
                  <a:pt x="391" y="583"/>
                </a:cubicBezTo>
                <a:cubicBezTo>
                  <a:pt x="389" y="585"/>
                  <a:pt x="388" y="587"/>
                  <a:pt x="388" y="592"/>
                </a:cubicBezTo>
                <a:cubicBezTo>
                  <a:pt x="391" y="591"/>
                  <a:pt x="391" y="591"/>
                  <a:pt x="391" y="591"/>
                </a:cubicBezTo>
                <a:cubicBezTo>
                  <a:pt x="391" y="595"/>
                  <a:pt x="391" y="595"/>
                  <a:pt x="391" y="595"/>
                </a:cubicBezTo>
                <a:cubicBezTo>
                  <a:pt x="389" y="596"/>
                  <a:pt x="389" y="596"/>
                  <a:pt x="389" y="596"/>
                </a:cubicBezTo>
                <a:cubicBezTo>
                  <a:pt x="389" y="599"/>
                  <a:pt x="388" y="601"/>
                  <a:pt x="388" y="604"/>
                </a:cubicBezTo>
                <a:cubicBezTo>
                  <a:pt x="389" y="604"/>
                  <a:pt x="390" y="603"/>
                  <a:pt x="391" y="603"/>
                </a:cubicBezTo>
                <a:cubicBezTo>
                  <a:pt x="391" y="608"/>
                  <a:pt x="391" y="608"/>
                  <a:pt x="391" y="608"/>
                </a:cubicBezTo>
                <a:cubicBezTo>
                  <a:pt x="391" y="608"/>
                  <a:pt x="390" y="608"/>
                  <a:pt x="390" y="608"/>
                </a:cubicBezTo>
                <a:cubicBezTo>
                  <a:pt x="390" y="610"/>
                  <a:pt x="390" y="611"/>
                  <a:pt x="390" y="612"/>
                </a:cubicBezTo>
                <a:cubicBezTo>
                  <a:pt x="391" y="612"/>
                  <a:pt x="391" y="612"/>
                  <a:pt x="391" y="612"/>
                </a:cubicBezTo>
                <a:cubicBezTo>
                  <a:pt x="391" y="619"/>
                  <a:pt x="391" y="619"/>
                  <a:pt x="391" y="619"/>
                </a:cubicBezTo>
                <a:cubicBezTo>
                  <a:pt x="390" y="618"/>
                  <a:pt x="389" y="617"/>
                  <a:pt x="387" y="617"/>
                </a:cubicBezTo>
                <a:cubicBezTo>
                  <a:pt x="387" y="506"/>
                  <a:pt x="387" y="506"/>
                  <a:pt x="387" y="506"/>
                </a:cubicBezTo>
                <a:cubicBezTo>
                  <a:pt x="388" y="506"/>
                  <a:pt x="389" y="506"/>
                  <a:pt x="390" y="506"/>
                </a:cubicBezTo>
                <a:cubicBezTo>
                  <a:pt x="389" y="504"/>
                  <a:pt x="388" y="502"/>
                  <a:pt x="387" y="500"/>
                </a:cubicBezTo>
                <a:cubicBezTo>
                  <a:pt x="387" y="491"/>
                  <a:pt x="387" y="491"/>
                  <a:pt x="387" y="491"/>
                </a:cubicBezTo>
                <a:cubicBezTo>
                  <a:pt x="391" y="492"/>
                  <a:pt x="391" y="492"/>
                  <a:pt x="391" y="492"/>
                </a:cubicBezTo>
                <a:close/>
                <a:moveTo>
                  <a:pt x="391" y="634"/>
                </a:moveTo>
                <a:cubicBezTo>
                  <a:pt x="391" y="639"/>
                  <a:pt x="391" y="639"/>
                  <a:pt x="391" y="639"/>
                </a:cubicBezTo>
                <a:cubicBezTo>
                  <a:pt x="387" y="639"/>
                  <a:pt x="387" y="639"/>
                  <a:pt x="387" y="639"/>
                </a:cubicBezTo>
                <a:cubicBezTo>
                  <a:pt x="387" y="630"/>
                  <a:pt x="387" y="630"/>
                  <a:pt x="387" y="630"/>
                </a:cubicBezTo>
                <a:cubicBezTo>
                  <a:pt x="388" y="631"/>
                  <a:pt x="390" y="633"/>
                  <a:pt x="391" y="634"/>
                </a:cubicBezTo>
                <a:close/>
                <a:moveTo>
                  <a:pt x="391" y="685"/>
                </a:moveTo>
                <a:cubicBezTo>
                  <a:pt x="391" y="694"/>
                  <a:pt x="391" y="694"/>
                  <a:pt x="391" y="694"/>
                </a:cubicBezTo>
                <a:cubicBezTo>
                  <a:pt x="391" y="698"/>
                  <a:pt x="389" y="701"/>
                  <a:pt x="387" y="705"/>
                </a:cubicBezTo>
                <a:cubicBezTo>
                  <a:pt x="387" y="675"/>
                  <a:pt x="387" y="675"/>
                  <a:pt x="387" y="675"/>
                </a:cubicBezTo>
                <a:cubicBezTo>
                  <a:pt x="389" y="678"/>
                  <a:pt x="391" y="681"/>
                  <a:pt x="391" y="685"/>
                </a:cubicBezTo>
                <a:close/>
                <a:moveTo>
                  <a:pt x="391" y="751"/>
                </a:moveTo>
                <a:cubicBezTo>
                  <a:pt x="391" y="763"/>
                  <a:pt x="391" y="763"/>
                  <a:pt x="391" y="763"/>
                </a:cubicBezTo>
                <a:cubicBezTo>
                  <a:pt x="390" y="761"/>
                  <a:pt x="389" y="760"/>
                  <a:pt x="387" y="759"/>
                </a:cubicBezTo>
                <a:cubicBezTo>
                  <a:pt x="387" y="749"/>
                  <a:pt x="387" y="749"/>
                  <a:pt x="387" y="749"/>
                </a:cubicBezTo>
                <a:cubicBezTo>
                  <a:pt x="388" y="749"/>
                  <a:pt x="389" y="750"/>
                  <a:pt x="390" y="751"/>
                </a:cubicBezTo>
                <a:lnTo>
                  <a:pt x="391" y="751"/>
                </a:lnTo>
                <a:close/>
                <a:moveTo>
                  <a:pt x="380" y="2"/>
                </a:moveTo>
                <a:cubicBezTo>
                  <a:pt x="382" y="1"/>
                  <a:pt x="385" y="1"/>
                  <a:pt x="387" y="0"/>
                </a:cubicBezTo>
                <a:cubicBezTo>
                  <a:pt x="387" y="0"/>
                  <a:pt x="387" y="0"/>
                  <a:pt x="387" y="0"/>
                </a:cubicBezTo>
                <a:cubicBezTo>
                  <a:pt x="387" y="25"/>
                  <a:pt x="387" y="25"/>
                  <a:pt x="387" y="25"/>
                </a:cubicBezTo>
                <a:cubicBezTo>
                  <a:pt x="385" y="22"/>
                  <a:pt x="383" y="19"/>
                  <a:pt x="380" y="16"/>
                </a:cubicBezTo>
                <a:cubicBezTo>
                  <a:pt x="380" y="2"/>
                  <a:pt x="380" y="2"/>
                  <a:pt x="380" y="2"/>
                </a:cubicBezTo>
                <a:close/>
                <a:moveTo>
                  <a:pt x="387" y="794"/>
                </a:moveTo>
                <a:cubicBezTo>
                  <a:pt x="385" y="793"/>
                  <a:pt x="383" y="793"/>
                  <a:pt x="380" y="793"/>
                </a:cubicBezTo>
                <a:cubicBezTo>
                  <a:pt x="380" y="780"/>
                  <a:pt x="380" y="780"/>
                  <a:pt x="380" y="780"/>
                </a:cubicBezTo>
                <a:cubicBezTo>
                  <a:pt x="382" y="781"/>
                  <a:pt x="385" y="783"/>
                  <a:pt x="387" y="784"/>
                </a:cubicBezTo>
                <a:cubicBezTo>
                  <a:pt x="387" y="794"/>
                  <a:pt x="387" y="794"/>
                  <a:pt x="387" y="794"/>
                </a:cubicBezTo>
                <a:close/>
                <a:moveTo>
                  <a:pt x="387" y="39"/>
                </a:moveTo>
                <a:cubicBezTo>
                  <a:pt x="387" y="47"/>
                  <a:pt x="387" y="47"/>
                  <a:pt x="387" y="47"/>
                </a:cubicBezTo>
                <a:cubicBezTo>
                  <a:pt x="380" y="46"/>
                  <a:pt x="380" y="46"/>
                  <a:pt x="380" y="46"/>
                </a:cubicBezTo>
                <a:cubicBezTo>
                  <a:pt x="380" y="39"/>
                  <a:pt x="380" y="39"/>
                  <a:pt x="380" y="39"/>
                </a:cubicBezTo>
                <a:cubicBezTo>
                  <a:pt x="383" y="39"/>
                  <a:pt x="385" y="39"/>
                  <a:pt x="387" y="39"/>
                </a:cubicBezTo>
                <a:close/>
                <a:moveTo>
                  <a:pt x="387" y="165"/>
                </a:moveTo>
                <a:cubicBezTo>
                  <a:pt x="387" y="174"/>
                  <a:pt x="387" y="174"/>
                  <a:pt x="387" y="174"/>
                </a:cubicBezTo>
                <a:cubicBezTo>
                  <a:pt x="385" y="172"/>
                  <a:pt x="383" y="171"/>
                  <a:pt x="380" y="170"/>
                </a:cubicBezTo>
                <a:cubicBezTo>
                  <a:pt x="380" y="165"/>
                  <a:pt x="380" y="165"/>
                  <a:pt x="380" y="165"/>
                </a:cubicBezTo>
                <a:cubicBezTo>
                  <a:pt x="383" y="165"/>
                  <a:pt x="385" y="165"/>
                  <a:pt x="387" y="165"/>
                </a:cubicBezTo>
                <a:close/>
                <a:moveTo>
                  <a:pt x="387" y="188"/>
                </a:moveTo>
                <a:cubicBezTo>
                  <a:pt x="387" y="301"/>
                  <a:pt x="387" y="301"/>
                  <a:pt x="387" y="301"/>
                </a:cubicBezTo>
                <a:cubicBezTo>
                  <a:pt x="385" y="300"/>
                  <a:pt x="384" y="299"/>
                  <a:pt x="380" y="299"/>
                </a:cubicBezTo>
                <a:cubicBezTo>
                  <a:pt x="380" y="295"/>
                  <a:pt x="380" y="295"/>
                  <a:pt x="380" y="295"/>
                </a:cubicBezTo>
                <a:cubicBezTo>
                  <a:pt x="382" y="295"/>
                  <a:pt x="383" y="295"/>
                  <a:pt x="384" y="295"/>
                </a:cubicBezTo>
                <a:cubicBezTo>
                  <a:pt x="384" y="260"/>
                  <a:pt x="384" y="226"/>
                  <a:pt x="384" y="192"/>
                </a:cubicBezTo>
                <a:cubicBezTo>
                  <a:pt x="383" y="192"/>
                  <a:pt x="382" y="192"/>
                  <a:pt x="380" y="192"/>
                </a:cubicBezTo>
                <a:cubicBezTo>
                  <a:pt x="380" y="182"/>
                  <a:pt x="380" y="182"/>
                  <a:pt x="380" y="182"/>
                </a:cubicBezTo>
                <a:cubicBezTo>
                  <a:pt x="385" y="188"/>
                  <a:pt x="385" y="188"/>
                  <a:pt x="385" y="188"/>
                </a:cubicBezTo>
                <a:cubicBezTo>
                  <a:pt x="387" y="188"/>
                  <a:pt x="387" y="188"/>
                  <a:pt x="387" y="188"/>
                </a:cubicBezTo>
                <a:close/>
                <a:moveTo>
                  <a:pt x="387" y="309"/>
                </a:moveTo>
                <a:cubicBezTo>
                  <a:pt x="387" y="312"/>
                  <a:pt x="387" y="312"/>
                  <a:pt x="387" y="312"/>
                </a:cubicBezTo>
                <a:cubicBezTo>
                  <a:pt x="385" y="312"/>
                  <a:pt x="383" y="313"/>
                  <a:pt x="380" y="313"/>
                </a:cubicBezTo>
                <a:cubicBezTo>
                  <a:pt x="380" y="303"/>
                  <a:pt x="380" y="303"/>
                  <a:pt x="380" y="303"/>
                </a:cubicBezTo>
                <a:cubicBezTo>
                  <a:pt x="382" y="305"/>
                  <a:pt x="383" y="306"/>
                  <a:pt x="385" y="309"/>
                </a:cubicBezTo>
                <a:cubicBezTo>
                  <a:pt x="387" y="309"/>
                  <a:pt x="387" y="309"/>
                  <a:pt x="387" y="309"/>
                </a:cubicBezTo>
                <a:close/>
                <a:moveTo>
                  <a:pt x="387" y="356"/>
                </a:moveTo>
                <a:cubicBezTo>
                  <a:pt x="387" y="438"/>
                  <a:pt x="387" y="438"/>
                  <a:pt x="387" y="438"/>
                </a:cubicBezTo>
                <a:cubicBezTo>
                  <a:pt x="380" y="443"/>
                  <a:pt x="380" y="443"/>
                  <a:pt x="380" y="443"/>
                </a:cubicBezTo>
                <a:cubicBezTo>
                  <a:pt x="380" y="375"/>
                  <a:pt x="380" y="375"/>
                  <a:pt x="380" y="375"/>
                </a:cubicBezTo>
                <a:cubicBezTo>
                  <a:pt x="387" y="356"/>
                  <a:pt x="387" y="356"/>
                  <a:pt x="387" y="356"/>
                </a:cubicBezTo>
                <a:close/>
                <a:moveTo>
                  <a:pt x="387" y="491"/>
                </a:moveTo>
                <a:cubicBezTo>
                  <a:pt x="387" y="500"/>
                  <a:pt x="387" y="500"/>
                  <a:pt x="387" y="500"/>
                </a:cubicBezTo>
                <a:cubicBezTo>
                  <a:pt x="385" y="495"/>
                  <a:pt x="385" y="495"/>
                  <a:pt x="385" y="495"/>
                </a:cubicBezTo>
                <a:cubicBezTo>
                  <a:pt x="383" y="495"/>
                  <a:pt x="382" y="495"/>
                  <a:pt x="380" y="495"/>
                </a:cubicBezTo>
                <a:cubicBezTo>
                  <a:pt x="380" y="490"/>
                  <a:pt x="380" y="490"/>
                  <a:pt x="380" y="490"/>
                </a:cubicBezTo>
                <a:cubicBezTo>
                  <a:pt x="387" y="491"/>
                  <a:pt x="387" y="491"/>
                  <a:pt x="387" y="491"/>
                </a:cubicBezTo>
                <a:close/>
                <a:moveTo>
                  <a:pt x="387" y="506"/>
                </a:moveTo>
                <a:cubicBezTo>
                  <a:pt x="387" y="617"/>
                  <a:pt x="387" y="617"/>
                  <a:pt x="387" y="617"/>
                </a:cubicBezTo>
                <a:cubicBezTo>
                  <a:pt x="385" y="616"/>
                  <a:pt x="383" y="616"/>
                  <a:pt x="380" y="616"/>
                </a:cubicBezTo>
                <a:cubicBezTo>
                  <a:pt x="380" y="612"/>
                  <a:pt x="380" y="612"/>
                  <a:pt x="380" y="612"/>
                </a:cubicBezTo>
                <a:cubicBezTo>
                  <a:pt x="382" y="612"/>
                  <a:pt x="383" y="611"/>
                  <a:pt x="384" y="611"/>
                </a:cubicBezTo>
                <a:cubicBezTo>
                  <a:pt x="384" y="577"/>
                  <a:pt x="384" y="544"/>
                  <a:pt x="384" y="510"/>
                </a:cubicBezTo>
                <a:cubicBezTo>
                  <a:pt x="380" y="509"/>
                  <a:pt x="380" y="509"/>
                  <a:pt x="380" y="509"/>
                </a:cubicBezTo>
                <a:cubicBezTo>
                  <a:pt x="380" y="501"/>
                  <a:pt x="380" y="501"/>
                  <a:pt x="380" y="501"/>
                </a:cubicBezTo>
                <a:cubicBezTo>
                  <a:pt x="381" y="503"/>
                  <a:pt x="382" y="505"/>
                  <a:pt x="384" y="506"/>
                </a:cubicBezTo>
                <a:cubicBezTo>
                  <a:pt x="385" y="506"/>
                  <a:pt x="386" y="506"/>
                  <a:pt x="387" y="506"/>
                </a:cubicBezTo>
                <a:close/>
                <a:moveTo>
                  <a:pt x="387" y="630"/>
                </a:moveTo>
                <a:cubicBezTo>
                  <a:pt x="387" y="639"/>
                  <a:pt x="387" y="639"/>
                  <a:pt x="387" y="639"/>
                </a:cubicBezTo>
                <a:cubicBezTo>
                  <a:pt x="380" y="639"/>
                  <a:pt x="380" y="639"/>
                  <a:pt x="380" y="639"/>
                </a:cubicBezTo>
                <a:cubicBezTo>
                  <a:pt x="380" y="633"/>
                  <a:pt x="380" y="633"/>
                  <a:pt x="380" y="633"/>
                </a:cubicBezTo>
                <a:cubicBezTo>
                  <a:pt x="382" y="633"/>
                  <a:pt x="382" y="633"/>
                  <a:pt x="382" y="633"/>
                </a:cubicBezTo>
                <a:cubicBezTo>
                  <a:pt x="381" y="632"/>
                  <a:pt x="381" y="631"/>
                  <a:pt x="380" y="631"/>
                </a:cubicBezTo>
                <a:cubicBezTo>
                  <a:pt x="380" y="618"/>
                  <a:pt x="380" y="618"/>
                  <a:pt x="380" y="618"/>
                </a:cubicBezTo>
                <a:cubicBezTo>
                  <a:pt x="383" y="623"/>
                  <a:pt x="384" y="626"/>
                  <a:pt x="387" y="630"/>
                </a:cubicBezTo>
                <a:close/>
                <a:moveTo>
                  <a:pt x="387" y="675"/>
                </a:moveTo>
                <a:cubicBezTo>
                  <a:pt x="387" y="705"/>
                  <a:pt x="387" y="705"/>
                  <a:pt x="387" y="705"/>
                </a:cubicBezTo>
                <a:cubicBezTo>
                  <a:pt x="385" y="707"/>
                  <a:pt x="383" y="709"/>
                  <a:pt x="380" y="711"/>
                </a:cubicBezTo>
                <a:cubicBezTo>
                  <a:pt x="380" y="672"/>
                  <a:pt x="380" y="672"/>
                  <a:pt x="380" y="672"/>
                </a:cubicBezTo>
                <a:cubicBezTo>
                  <a:pt x="382" y="673"/>
                  <a:pt x="385" y="673"/>
                  <a:pt x="387" y="674"/>
                </a:cubicBezTo>
                <a:cubicBezTo>
                  <a:pt x="387" y="675"/>
                  <a:pt x="387" y="675"/>
                  <a:pt x="387" y="675"/>
                </a:cubicBezTo>
                <a:close/>
                <a:moveTo>
                  <a:pt x="387" y="749"/>
                </a:moveTo>
                <a:cubicBezTo>
                  <a:pt x="387" y="759"/>
                  <a:pt x="387" y="759"/>
                  <a:pt x="387" y="759"/>
                </a:cubicBezTo>
                <a:cubicBezTo>
                  <a:pt x="385" y="758"/>
                  <a:pt x="383" y="758"/>
                  <a:pt x="380" y="757"/>
                </a:cubicBezTo>
                <a:cubicBezTo>
                  <a:pt x="380" y="747"/>
                  <a:pt x="380" y="747"/>
                  <a:pt x="380" y="747"/>
                </a:cubicBezTo>
                <a:cubicBezTo>
                  <a:pt x="383" y="748"/>
                  <a:pt x="385" y="748"/>
                  <a:pt x="387" y="749"/>
                </a:cubicBezTo>
                <a:close/>
                <a:moveTo>
                  <a:pt x="379" y="2"/>
                </a:moveTo>
                <a:cubicBezTo>
                  <a:pt x="380" y="2"/>
                  <a:pt x="380" y="2"/>
                  <a:pt x="380" y="2"/>
                </a:cubicBezTo>
                <a:cubicBezTo>
                  <a:pt x="380" y="16"/>
                  <a:pt x="380" y="16"/>
                  <a:pt x="380" y="16"/>
                </a:cubicBezTo>
                <a:cubicBezTo>
                  <a:pt x="380" y="16"/>
                  <a:pt x="380" y="15"/>
                  <a:pt x="379" y="15"/>
                </a:cubicBezTo>
                <a:cubicBezTo>
                  <a:pt x="379" y="2"/>
                  <a:pt x="379" y="2"/>
                  <a:pt x="379" y="2"/>
                </a:cubicBezTo>
                <a:close/>
                <a:moveTo>
                  <a:pt x="380" y="793"/>
                </a:moveTo>
                <a:cubicBezTo>
                  <a:pt x="379" y="793"/>
                  <a:pt x="379" y="793"/>
                  <a:pt x="379" y="793"/>
                </a:cubicBezTo>
                <a:cubicBezTo>
                  <a:pt x="379" y="778"/>
                  <a:pt x="379" y="778"/>
                  <a:pt x="379" y="778"/>
                </a:cubicBezTo>
                <a:cubicBezTo>
                  <a:pt x="380" y="779"/>
                  <a:pt x="380" y="779"/>
                  <a:pt x="380" y="780"/>
                </a:cubicBezTo>
                <a:cubicBezTo>
                  <a:pt x="380" y="793"/>
                  <a:pt x="380" y="793"/>
                  <a:pt x="380" y="793"/>
                </a:cubicBezTo>
                <a:close/>
                <a:moveTo>
                  <a:pt x="380" y="39"/>
                </a:moveTo>
                <a:cubicBezTo>
                  <a:pt x="380" y="46"/>
                  <a:pt x="380" y="46"/>
                  <a:pt x="380" y="46"/>
                </a:cubicBezTo>
                <a:cubicBezTo>
                  <a:pt x="379" y="46"/>
                  <a:pt x="379" y="46"/>
                  <a:pt x="379" y="46"/>
                </a:cubicBezTo>
                <a:cubicBezTo>
                  <a:pt x="379" y="39"/>
                  <a:pt x="379" y="39"/>
                  <a:pt x="379" y="39"/>
                </a:cubicBezTo>
                <a:cubicBezTo>
                  <a:pt x="380" y="39"/>
                  <a:pt x="380" y="39"/>
                  <a:pt x="380" y="39"/>
                </a:cubicBezTo>
                <a:cubicBezTo>
                  <a:pt x="380" y="39"/>
                  <a:pt x="380" y="39"/>
                  <a:pt x="380" y="39"/>
                </a:cubicBezTo>
                <a:close/>
                <a:moveTo>
                  <a:pt x="380" y="165"/>
                </a:moveTo>
                <a:cubicBezTo>
                  <a:pt x="380" y="170"/>
                  <a:pt x="380" y="170"/>
                  <a:pt x="380" y="170"/>
                </a:cubicBezTo>
                <a:cubicBezTo>
                  <a:pt x="380" y="170"/>
                  <a:pt x="380" y="170"/>
                  <a:pt x="379" y="170"/>
                </a:cubicBezTo>
                <a:cubicBezTo>
                  <a:pt x="379" y="165"/>
                  <a:pt x="379" y="165"/>
                  <a:pt x="379" y="165"/>
                </a:cubicBezTo>
                <a:cubicBezTo>
                  <a:pt x="380" y="165"/>
                  <a:pt x="380" y="165"/>
                  <a:pt x="380" y="165"/>
                </a:cubicBezTo>
                <a:close/>
                <a:moveTo>
                  <a:pt x="380" y="182"/>
                </a:moveTo>
                <a:cubicBezTo>
                  <a:pt x="380" y="192"/>
                  <a:pt x="380" y="192"/>
                  <a:pt x="380" y="192"/>
                </a:cubicBezTo>
                <a:cubicBezTo>
                  <a:pt x="380" y="192"/>
                  <a:pt x="380" y="192"/>
                  <a:pt x="379" y="192"/>
                </a:cubicBezTo>
                <a:cubicBezTo>
                  <a:pt x="379" y="181"/>
                  <a:pt x="379" y="181"/>
                  <a:pt x="379" y="181"/>
                </a:cubicBezTo>
                <a:cubicBezTo>
                  <a:pt x="380" y="182"/>
                  <a:pt x="380" y="182"/>
                  <a:pt x="380" y="182"/>
                </a:cubicBezTo>
                <a:close/>
                <a:moveTo>
                  <a:pt x="380" y="295"/>
                </a:moveTo>
                <a:cubicBezTo>
                  <a:pt x="380" y="299"/>
                  <a:pt x="380" y="299"/>
                  <a:pt x="380" y="299"/>
                </a:cubicBezTo>
                <a:cubicBezTo>
                  <a:pt x="380" y="299"/>
                  <a:pt x="380" y="299"/>
                  <a:pt x="379" y="299"/>
                </a:cubicBezTo>
                <a:cubicBezTo>
                  <a:pt x="379" y="296"/>
                  <a:pt x="379" y="296"/>
                  <a:pt x="379" y="296"/>
                </a:cubicBezTo>
                <a:cubicBezTo>
                  <a:pt x="380" y="295"/>
                  <a:pt x="380" y="295"/>
                  <a:pt x="380" y="295"/>
                </a:cubicBezTo>
                <a:close/>
                <a:moveTo>
                  <a:pt x="380" y="303"/>
                </a:moveTo>
                <a:cubicBezTo>
                  <a:pt x="380" y="313"/>
                  <a:pt x="380" y="313"/>
                  <a:pt x="380" y="313"/>
                </a:cubicBezTo>
                <a:cubicBezTo>
                  <a:pt x="379" y="313"/>
                  <a:pt x="379" y="313"/>
                  <a:pt x="379" y="313"/>
                </a:cubicBezTo>
                <a:cubicBezTo>
                  <a:pt x="379" y="310"/>
                  <a:pt x="379" y="310"/>
                  <a:pt x="379" y="310"/>
                </a:cubicBezTo>
                <a:cubicBezTo>
                  <a:pt x="380" y="310"/>
                  <a:pt x="380" y="309"/>
                  <a:pt x="380" y="309"/>
                </a:cubicBezTo>
                <a:cubicBezTo>
                  <a:pt x="379" y="307"/>
                  <a:pt x="379" y="307"/>
                  <a:pt x="379" y="307"/>
                </a:cubicBezTo>
                <a:cubicBezTo>
                  <a:pt x="379" y="302"/>
                  <a:pt x="379" y="302"/>
                  <a:pt x="379" y="302"/>
                </a:cubicBezTo>
                <a:cubicBezTo>
                  <a:pt x="380" y="302"/>
                  <a:pt x="380" y="302"/>
                  <a:pt x="380" y="303"/>
                </a:cubicBezTo>
                <a:close/>
                <a:moveTo>
                  <a:pt x="380" y="375"/>
                </a:moveTo>
                <a:cubicBezTo>
                  <a:pt x="380" y="443"/>
                  <a:pt x="380" y="443"/>
                  <a:pt x="380" y="443"/>
                </a:cubicBezTo>
                <a:cubicBezTo>
                  <a:pt x="379" y="444"/>
                  <a:pt x="379" y="444"/>
                  <a:pt x="379" y="444"/>
                </a:cubicBezTo>
                <a:cubicBezTo>
                  <a:pt x="379" y="377"/>
                  <a:pt x="379" y="377"/>
                  <a:pt x="379" y="377"/>
                </a:cubicBezTo>
                <a:cubicBezTo>
                  <a:pt x="380" y="377"/>
                  <a:pt x="380" y="377"/>
                  <a:pt x="380" y="377"/>
                </a:cubicBezTo>
                <a:cubicBezTo>
                  <a:pt x="380" y="375"/>
                  <a:pt x="380" y="375"/>
                  <a:pt x="380" y="375"/>
                </a:cubicBezTo>
                <a:close/>
                <a:moveTo>
                  <a:pt x="380" y="490"/>
                </a:moveTo>
                <a:cubicBezTo>
                  <a:pt x="380" y="495"/>
                  <a:pt x="380" y="495"/>
                  <a:pt x="380" y="495"/>
                </a:cubicBezTo>
                <a:cubicBezTo>
                  <a:pt x="379" y="495"/>
                  <a:pt x="379" y="495"/>
                  <a:pt x="379" y="495"/>
                </a:cubicBezTo>
                <a:cubicBezTo>
                  <a:pt x="379" y="490"/>
                  <a:pt x="379" y="490"/>
                  <a:pt x="379" y="490"/>
                </a:cubicBezTo>
                <a:cubicBezTo>
                  <a:pt x="380" y="490"/>
                  <a:pt x="380" y="490"/>
                  <a:pt x="380" y="490"/>
                </a:cubicBezTo>
                <a:close/>
                <a:moveTo>
                  <a:pt x="380" y="501"/>
                </a:moveTo>
                <a:cubicBezTo>
                  <a:pt x="380" y="509"/>
                  <a:pt x="380" y="509"/>
                  <a:pt x="380" y="509"/>
                </a:cubicBezTo>
                <a:cubicBezTo>
                  <a:pt x="379" y="509"/>
                  <a:pt x="379" y="509"/>
                  <a:pt x="379" y="509"/>
                </a:cubicBezTo>
                <a:cubicBezTo>
                  <a:pt x="379" y="497"/>
                  <a:pt x="379" y="497"/>
                  <a:pt x="379" y="497"/>
                </a:cubicBezTo>
                <a:cubicBezTo>
                  <a:pt x="380" y="499"/>
                  <a:pt x="380" y="500"/>
                  <a:pt x="380" y="501"/>
                </a:cubicBezTo>
                <a:close/>
                <a:moveTo>
                  <a:pt x="380" y="612"/>
                </a:moveTo>
                <a:cubicBezTo>
                  <a:pt x="380" y="616"/>
                  <a:pt x="380" y="616"/>
                  <a:pt x="380" y="616"/>
                </a:cubicBezTo>
                <a:cubicBezTo>
                  <a:pt x="380" y="616"/>
                  <a:pt x="380" y="616"/>
                  <a:pt x="380" y="616"/>
                </a:cubicBezTo>
                <a:cubicBezTo>
                  <a:pt x="380" y="616"/>
                  <a:pt x="380" y="617"/>
                  <a:pt x="380" y="618"/>
                </a:cubicBezTo>
                <a:cubicBezTo>
                  <a:pt x="380" y="631"/>
                  <a:pt x="380" y="631"/>
                  <a:pt x="380" y="631"/>
                </a:cubicBezTo>
                <a:cubicBezTo>
                  <a:pt x="380" y="630"/>
                  <a:pt x="380" y="629"/>
                  <a:pt x="379" y="628"/>
                </a:cubicBezTo>
                <a:cubicBezTo>
                  <a:pt x="379" y="612"/>
                  <a:pt x="379" y="612"/>
                  <a:pt x="379" y="612"/>
                </a:cubicBezTo>
                <a:cubicBezTo>
                  <a:pt x="380" y="612"/>
                  <a:pt x="380" y="612"/>
                  <a:pt x="380" y="612"/>
                </a:cubicBezTo>
                <a:close/>
                <a:moveTo>
                  <a:pt x="380" y="633"/>
                </a:moveTo>
                <a:cubicBezTo>
                  <a:pt x="380" y="639"/>
                  <a:pt x="380" y="639"/>
                  <a:pt x="380" y="639"/>
                </a:cubicBezTo>
                <a:cubicBezTo>
                  <a:pt x="379" y="639"/>
                  <a:pt x="379" y="639"/>
                  <a:pt x="379" y="639"/>
                </a:cubicBezTo>
                <a:cubicBezTo>
                  <a:pt x="379" y="633"/>
                  <a:pt x="379" y="633"/>
                  <a:pt x="379" y="633"/>
                </a:cubicBezTo>
                <a:cubicBezTo>
                  <a:pt x="380" y="633"/>
                  <a:pt x="380" y="633"/>
                  <a:pt x="380" y="633"/>
                </a:cubicBezTo>
                <a:close/>
                <a:moveTo>
                  <a:pt x="380" y="672"/>
                </a:moveTo>
                <a:cubicBezTo>
                  <a:pt x="380" y="711"/>
                  <a:pt x="380" y="711"/>
                  <a:pt x="380" y="711"/>
                </a:cubicBezTo>
                <a:cubicBezTo>
                  <a:pt x="380" y="711"/>
                  <a:pt x="380" y="711"/>
                  <a:pt x="380" y="712"/>
                </a:cubicBezTo>
                <a:cubicBezTo>
                  <a:pt x="379" y="712"/>
                  <a:pt x="379" y="712"/>
                  <a:pt x="379" y="712"/>
                </a:cubicBezTo>
                <a:cubicBezTo>
                  <a:pt x="379" y="699"/>
                  <a:pt x="379" y="699"/>
                  <a:pt x="379" y="699"/>
                </a:cubicBezTo>
                <a:cubicBezTo>
                  <a:pt x="380" y="699"/>
                  <a:pt x="380" y="698"/>
                  <a:pt x="380" y="698"/>
                </a:cubicBezTo>
                <a:cubicBezTo>
                  <a:pt x="380" y="697"/>
                  <a:pt x="380" y="697"/>
                  <a:pt x="380" y="696"/>
                </a:cubicBezTo>
                <a:cubicBezTo>
                  <a:pt x="380" y="696"/>
                  <a:pt x="379" y="696"/>
                  <a:pt x="379" y="696"/>
                </a:cubicBezTo>
                <a:cubicBezTo>
                  <a:pt x="379" y="688"/>
                  <a:pt x="379" y="688"/>
                  <a:pt x="379" y="688"/>
                </a:cubicBezTo>
                <a:cubicBezTo>
                  <a:pt x="380" y="688"/>
                  <a:pt x="380" y="688"/>
                  <a:pt x="380" y="688"/>
                </a:cubicBezTo>
                <a:cubicBezTo>
                  <a:pt x="380" y="685"/>
                  <a:pt x="380" y="682"/>
                  <a:pt x="379" y="680"/>
                </a:cubicBezTo>
                <a:cubicBezTo>
                  <a:pt x="379" y="672"/>
                  <a:pt x="379" y="672"/>
                  <a:pt x="379" y="672"/>
                </a:cubicBezTo>
                <a:cubicBezTo>
                  <a:pt x="380" y="672"/>
                  <a:pt x="380" y="672"/>
                  <a:pt x="380" y="672"/>
                </a:cubicBezTo>
                <a:close/>
                <a:moveTo>
                  <a:pt x="380" y="747"/>
                </a:moveTo>
                <a:cubicBezTo>
                  <a:pt x="380" y="757"/>
                  <a:pt x="380" y="757"/>
                  <a:pt x="380" y="757"/>
                </a:cubicBezTo>
                <a:cubicBezTo>
                  <a:pt x="380" y="757"/>
                  <a:pt x="380" y="757"/>
                  <a:pt x="379" y="757"/>
                </a:cubicBezTo>
                <a:cubicBezTo>
                  <a:pt x="379" y="747"/>
                  <a:pt x="379" y="747"/>
                  <a:pt x="379" y="747"/>
                </a:cubicBezTo>
                <a:cubicBezTo>
                  <a:pt x="380" y="747"/>
                  <a:pt x="380" y="747"/>
                  <a:pt x="380" y="747"/>
                </a:cubicBezTo>
                <a:close/>
                <a:moveTo>
                  <a:pt x="377" y="2"/>
                </a:moveTo>
                <a:cubicBezTo>
                  <a:pt x="378" y="2"/>
                  <a:pt x="378" y="2"/>
                  <a:pt x="379" y="2"/>
                </a:cubicBezTo>
                <a:cubicBezTo>
                  <a:pt x="379" y="15"/>
                  <a:pt x="379" y="15"/>
                  <a:pt x="379" y="15"/>
                </a:cubicBezTo>
                <a:cubicBezTo>
                  <a:pt x="378" y="14"/>
                  <a:pt x="378" y="13"/>
                  <a:pt x="377" y="13"/>
                </a:cubicBezTo>
                <a:cubicBezTo>
                  <a:pt x="377" y="2"/>
                  <a:pt x="377" y="2"/>
                  <a:pt x="377" y="2"/>
                </a:cubicBezTo>
                <a:close/>
                <a:moveTo>
                  <a:pt x="379" y="793"/>
                </a:moveTo>
                <a:cubicBezTo>
                  <a:pt x="377" y="793"/>
                  <a:pt x="377" y="793"/>
                  <a:pt x="377" y="793"/>
                </a:cubicBezTo>
                <a:cubicBezTo>
                  <a:pt x="377" y="775"/>
                  <a:pt x="377" y="775"/>
                  <a:pt x="377" y="775"/>
                </a:cubicBezTo>
                <a:cubicBezTo>
                  <a:pt x="377" y="776"/>
                  <a:pt x="378" y="777"/>
                  <a:pt x="379" y="778"/>
                </a:cubicBezTo>
                <a:cubicBezTo>
                  <a:pt x="379" y="793"/>
                  <a:pt x="379" y="793"/>
                  <a:pt x="379" y="793"/>
                </a:cubicBezTo>
                <a:close/>
                <a:moveTo>
                  <a:pt x="379" y="39"/>
                </a:moveTo>
                <a:cubicBezTo>
                  <a:pt x="379" y="46"/>
                  <a:pt x="379" y="46"/>
                  <a:pt x="379" y="46"/>
                </a:cubicBezTo>
                <a:cubicBezTo>
                  <a:pt x="377" y="46"/>
                  <a:pt x="377" y="46"/>
                  <a:pt x="377" y="46"/>
                </a:cubicBezTo>
                <a:cubicBezTo>
                  <a:pt x="377" y="38"/>
                  <a:pt x="377" y="38"/>
                  <a:pt x="377" y="38"/>
                </a:cubicBezTo>
                <a:cubicBezTo>
                  <a:pt x="378" y="38"/>
                  <a:pt x="378" y="38"/>
                  <a:pt x="379" y="39"/>
                </a:cubicBezTo>
                <a:close/>
                <a:moveTo>
                  <a:pt x="379" y="165"/>
                </a:moveTo>
                <a:cubicBezTo>
                  <a:pt x="379" y="170"/>
                  <a:pt x="379" y="170"/>
                  <a:pt x="379" y="170"/>
                </a:cubicBezTo>
                <a:cubicBezTo>
                  <a:pt x="378" y="170"/>
                  <a:pt x="378" y="170"/>
                  <a:pt x="377" y="170"/>
                </a:cubicBezTo>
                <a:cubicBezTo>
                  <a:pt x="377" y="166"/>
                  <a:pt x="377" y="166"/>
                  <a:pt x="377" y="166"/>
                </a:cubicBezTo>
                <a:cubicBezTo>
                  <a:pt x="379" y="165"/>
                  <a:pt x="379" y="165"/>
                  <a:pt x="379" y="165"/>
                </a:cubicBezTo>
                <a:close/>
                <a:moveTo>
                  <a:pt x="379" y="181"/>
                </a:moveTo>
                <a:cubicBezTo>
                  <a:pt x="379" y="192"/>
                  <a:pt x="379" y="192"/>
                  <a:pt x="379" y="192"/>
                </a:cubicBezTo>
                <a:cubicBezTo>
                  <a:pt x="378" y="192"/>
                  <a:pt x="378" y="192"/>
                  <a:pt x="377" y="193"/>
                </a:cubicBezTo>
                <a:cubicBezTo>
                  <a:pt x="377" y="177"/>
                  <a:pt x="377" y="177"/>
                  <a:pt x="377" y="177"/>
                </a:cubicBezTo>
                <a:cubicBezTo>
                  <a:pt x="379" y="181"/>
                  <a:pt x="379" y="181"/>
                  <a:pt x="379" y="181"/>
                </a:cubicBezTo>
                <a:close/>
                <a:moveTo>
                  <a:pt x="379" y="296"/>
                </a:moveTo>
                <a:cubicBezTo>
                  <a:pt x="379" y="299"/>
                  <a:pt x="379" y="299"/>
                  <a:pt x="379" y="299"/>
                </a:cubicBezTo>
                <a:cubicBezTo>
                  <a:pt x="379" y="299"/>
                  <a:pt x="378" y="299"/>
                  <a:pt x="378" y="299"/>
                </a:cubicBezTo>
                <a:cubicBezTo>
                  <a:pt x="378" y="300"/>
                  <a:pt x="379" y="301"/>
                  <a:pt x="379" y="302"/>
                </a:cubicBezTo>
                <a:cubicBezTo>
                  <a:pt x="379" y="307"/>
                  <a:pt x="379" y="307"/>
                  <a:pt x="379" y="307"/>
                </a:cubicBezTo>
                <a:cubicBezTo>
                  <a:pt x="378" y="306"/>
                  <a:pt x="377" y="305"/>
                  <a:pt x="377" y="305"/>
                </a:cubicBezTo>
                <a:cubicBezTo>
                  <a:pt x="377" y="296"/>
                  <a:pt x="377" y="296"/>
                  <a:pt x="377" y="296"/>
                </a:cubicBezTo>
                <a:cubicBezTo>
                  <a:pt x="378" y="296"/>
                  <a:pt x="378" y="296"/>
                  <a:pt x="379" y="296"/>
                </a:cubicBezTo>
                <a:close/>
                <a:moveTo>
                  <a:pt x="379" y="310"/>
                </a:moveTo>
                <a:cubicBezTo>
                  <a:pt x="379" y="313"/>
                  <a:pt x="379" y="313"/>
                  <a:pt x="379" y="313"/>
                </a:cubicBezTo>
                <a:cubicBezTo>
                  <a:pt x="378" y="313"/>
                  <a:pt x="378" y="314"/>
                  <a:pt x="377" y="314"/>
                </a:cubicBezTo>
                <a:cubicBezTo>
                  <a:pt x="377" y="311"/>
                  <a:pt x="377" y="311"/>
                  <a:pt x="377" y="311"/>
                </a:cubicBezTo>
                <a:cubicBezTo>
                  <a:pt x="378" y="311"/>
                  <a:pt x="378" y="310"/>
                  <a:pt x="379" y="310"/>
                </a:cubicBezTo>
                <a:close/>
                <a:moveTo>
                  <a:pt x="379" y="377"/>
                </a:moveTo>
                <a:cubicBezTo>
                  <a:pt x="379" y="444"/>
                  <a:pt x="379" y="444"/>
                  <a:pt x="379" y="444"/>
                </a:cubicBezTo>
                <a:cubicBezTo>
                  <a:pt x="377" y="446"/>
                  <a:pt x="377" y="446"/>
                  <a:pt x="377" y="446"/>
                </a:cubicBezTo>
                <a:cubicBezTo>
                  <a:pt x="377" y="377"/>
                  <a:pt x="377" y="377"/>
                  <a:pt x="377" y="377"/>
                </a:cubicBezTo>
                <a:cubicBezTo>
                  <a:pt x="379" y="377"/>
                  <a:pt x="379" y="377"/>
                  <a:pt x="379" y="377"/>
                </a:cubicBezTo>
                <a:close/>
                <a:moveTo>
                  <a:pt x="379" y="490"/>
                </a:moveTo>
                <a:cubicBezTo>
                  <a:pt x="379" y="495"/>
                  <a:pt x="379" y="495"/>
                  <a:pt x="379" y="495"/>
                </a:cubicBezTo>
                <a:cubicBezTo>
                  <a:pt x="378" y="495"/>
                  <a:pt x="378" y="495"/>
                  <a:pt x="378" y="495"/>
                </a:cubicBezTo>
                <a:cubicBezTo>
                  <a:pt x="379" y="496"/>
                  <a:pt x="379" y="497"/>
                  <a:pt x="379" y="497"/>
                </a:cubicBezTo>
                <a:cubicBezTo>
                  <a:pt x="379" y="509"/>
                  <a:pt x="379" y="509"/>
                  <a:pt x="379" y="509"/>
                </a:cubicBezTo>
                <a:cubicBezTo>
                  <a:pt x="377" y="508"/>
                  <a:pt x="377" y="508"/>
                  <a:pt x="377" y="508"/>
                </a:cubicBezTo>
                <a:cubicBezTo>
                  <a:pt x="377" y="505"/>
                  <a:pt x="377" y="505"/>
                  <a:pt x="377" y="505"/>
                </a:cubicBezTo>
                <a:cubicBezTo>
                  <a:pt x="377" y="505"/>
                  <a:pt x="377" y="505"/>
                  <a:pt x="377" y="505"/>
                </a:cubicBezTo>
                <a:cubicBezTo>
                  <a:pt x="377" y="504"/>
                  <a:pt x="377" y="504"/>
                  <a:pt x="377" y="504"/>
                </a:cubicBezTo>
                <a:cubicBezTo>
                  <a:pt x="377" y="489"/>
                  <a:pt x="377" y="489"/>
                  <a:pt x="377" y="489"/>
                </a:cubicBezTo>
                <a:cubicBezTo>
                  <a:pt x="379" y="490"/>
                  <a:pt x="379" y="490"/>
                  <a:pt x="379" y="490"/>
                </a:cubicBezTo>
                <a:close/>
                <a:moveTo>
                  <a:pt x="379" y="612"/>
                </a:moveTo>
                <a:cubicBezTo>
                  <a:pt x="379" y="628"/>
                  <a:pt x="379" y="628"/>
                  <a:pt x="379" y="628"/>
                </a:cubicBezTo>
                <a:cubicBezTo>
                  <a:pt x="378" y="626"/>
                  <a:pt x="377" y="624"/>
                  <a:pt x="377" y="623"/>
                </a:cubicBezTo>
                <a:cubicBezTo>
                  <a:pt x="377" y="612"/>
                  <a:pt x="377" y="612"/>
                  <a:pt x="377" y="612"/>
                </a:cubicBezTo>
                <a:cubicBezTo>
                  <a:pt x="379" y="612"/>
                  <a:pt x="379" y="612"/>
                  <a:pt x="379" y="612"/>
                </a:cubicBezTo>
                <a:close/>
                <a:moveTo>
                  <a:pt x="379" y="633"/>
                </a:moveTo>
                <a:cubicBezTo>
                  <a:pt x="379" y="639"/>
                  <a:pt x="379" y="639"/>
                  <a:pt x="379" y="639"/>
                </a:cubicBezTo>
                <a:cubicBezTo>
                  <a:pt x="377" y="639"/>
                  <a:pt x="377" y="639"/>
                  <a:pt x="377" y="639"/>
                </a:cubicBezTo>
                <a:cubicBezTo>
                  <a:pt x="377" y="633"/>
                  <a:pt x="377" y="633"/>
                  <a:pt x="377" y="633"/>
                </a:cubicBezTo>
                <a:cubicBezTo>
                  <a:pt x="378" y="633"/>
                  <a:pt x="378" y="633"/>
                  <a:pt x="379" y="633"/>
                </a:cubicBezTo>
                <a:close/>
                <a:moveTo>
                  <a:pt x="379" y="672"/>
                </a:moveTo>
                <a:cubicBezTo>
                  <a:pt x="379" y="680"/>
                  <a:pt x="379" y="680"/>
                  <a:pt x="379" y="680"/>
                </a:cubicBezTo>
                <a:cubicBezTo>
                  <a:pt x="379" y="679"/>
                  <a:pt x="379" y="679"/>
                  <a:pt x="378" y="679"/>
                </a:cubicBezTo>
                <a:cubicBezTo>
                  <a:pt x="378" y="679"/>
                  <a:pt x="377" y="679"/>
                  <a:pt x="377" y="679"/>
                </a:cubicBezTo>
                <a:cubicBezTo>
                  <a:pt x="377" y="672"/>
                  <a:pt x="377" y="672"/>
                  <a:pt x="377" y="672"/>
                </a:cubicBezTo>
                <a:cubicBezTo>
                  <a:pt x="378" y="672"/>
                  <a:pt x="378" y="672"/>
                  <a:pt x="379" y="672"/>
                </a:cubicBezTo>
                <a:close/>
                <a:moveTo>
                  <a:pt x="379" y="688"/>
                </a:moveTo>
                <a:cubicBezTo>
                  <a:pt x="379" y="696"/>
                  <a:pt x="379" y="696"/>
                  <a:pt x="379" y="696"/>
                </a:cubicBezTo>
                <a:cubicBezTo>
                  <a:pt x="378" y="697"/>
                  <a:pt x="378" y="697"/>
                  <a:pt x="377" y="697"/>
                </a:cubicBezTo>
                <a:cubicBezTo>
                  <a:pt x="377" y="690"/>
                  <a:pt x="377" y="690"/>
                  <a:pt x="377" y="690"/>
                </a:cubicBezTo>
                <a:cubicBezTo>
                  <a:pt x="378" y="689"/>
                  <a:pt x="379" y="689"/>
                  <a:pt x="379" y="688"/>
                </a:cubicBezTo>
                <a:close/>
                <a:moveTo>
                  <a:pt x="379" y="699"/>
                </a:moveTo>
                <a:cubicBezTo>
                  <a:pt x="379" y="712"/>
                  <a:pt x="379" y="712"/>
                  <a:pt x="379" y="712"/>
                </a:cubicBezTo>
                <a:cubicBezTo>
                  <a:pt x="377" y="712"/>
                  <a:pt x="377" y="712"/>
                  <a:pt x="377" y="712"/>
                </a:cubicBezTo>
                <a:cubicBezTo>
                  <a:pt x="377" y="703"/>
                  <a:pt x="377" y="703"/>
                  <a:pt x="377" y="703"/>
                </a:cubicBezTo>
                <a:cubicBezTo>
                  <a:pt x="378" y="702"/>
                  <a:pt x="378" y="701"/>
                  <a:pt x="379" y="699"/>
                </a:cubicBezTo>
                <a:close/>
                <a:moveTo>
                  <a:pt x="379" y="747"/>
                </a:moveTo>
                <a:cubicBezTo>
                  <a:pt x="379" y="757"/>
                  <a:pt x="379" y="757"/>
                  <a:pt x="379" y="757"/>
                </a:cubicBezTo>
                <a:cubicBezTo>
                  <a:pt x="378" y="756"/>
                  <a:pt x="378" y="756"/>
                  <a:pt x="377" y="756"/>
                </a:cubicBezTo>
                <a:cubicBezTo>
                  <a:pt x="377" y="747"/>
                  <a:pt x="377" y="747"/>
                  <a:pt x="377" y="747"/>
                </a:cubicBezTo>
                <a:cubicBezTo>
                  <a:pt x="378" y="747"/>
                  <a:pt x="378" y="747"/>
                  <a:pt x="379" y="747"/>
                </a:cubicBezTo>
                <a:close/>
                <a:moveTo>
                  <a:pt x="373" y="2"/>
                </a:moveTo>
                <a:cubicBezTo>
                  <a:pt x="374" y="2"/>
                  <a:pt x="376" y="2"/>
                  <a:pt x="377" y="2"/>
                </a:cubicBezTo>
                <a:cubicBezTo>
                  <a:pt x="377" y="13"/>
                  <a:pt x="377" y="13"/>
                  <a:pt x="377" y="13"/>
                </a:cubicBezTo>
                <a:cubicBezTo>
                  <a:pt x="376" y="12"/>
                  <a:pt x="374" y="11"/>
                  <a:pt x="373" y="10"/>
                </a:cubicBezTo>
                <a:cubicBezTo>
                  <a:pt x="373" y="2"/>
                  <a:pt x="373" y="2"/>
                  <a:pt x="373" y="2"/>
                </a:cubicBezTo>
                <a:close/>
                <a:moveTo>
                  <a:pt x="377" y="793"/>
                </a:moveTo>
                <a:cubicBezTo>
                  <a:pt x="376" y="793"/>
                  <a:pt x="374" y="793"/>
                  <a:pt x="373" y="793"/>
                </a:cubicBezTo>
                <a:cubicBezTo>
                  <a:pt x="373" y="768"/>
                  <a:pt x="373" y="768"/>
                  <a:pt x="373" y="768"/>
                </a:cubicBezTo>
                <a:cubicBezTo>
                  <a:pt x="374" y="771"/>
                  <a:pt x="376" y="773"/>
                  <a:pt x="377" y="775"/>
                </a:cubicBezTo>
                <a:cubicBezTo>
                  <a:pt x="377" y="793"/>
                  <a:pt x="377" y="793"/>
                  <a:pt x="377" y="793"/>
                </a:cubicBezTo>
                <a:close/>
                <a:moveTo>
                  <a:pt x="377" y="38"/>
                </a:moveTo>
                <a:cubicBezTo>
                  <a:pt x="377" y="46"/>
                  <a:pt x="377" y="46"/>
                  <a:pt x="377" y="46"/>
                </a:cubicBezTo>
                <a:cubicBezTo>
                  <a:pt x="373" y="46"/>
                  <a:pt x="373" y="46"/>
                  <a:pt x="373" y="46"/>
                </a:cubicBezTo>
                <a:cubicBezTo>
                  <a:pt x="373" y="35"/>
                  <a:pt x="373" y="35"/>
                  <a:pt x="373" y="35"/>
                </a:cubicBezTo>
                <a:cubicBezTo>
                  <a:pt x="374" y="36"/>
                  <a:pt x="376" y="37"/>
                  <a:pt x="377" y="38"/>
                </a:cubicBezTo>
                <a:close/>
                <a:moveTo>
                  <a:pt x="377" y="166"/>
                </a:moveTo>
                <a:cubicBezTo>
                  <a:pt x="377" y="170"/>
                  <a:pt x="377" y="170"/>
                  <a:pt x="377" y="170"/>
                </a:cubicBezTo>
                <a:cubicBezTo>
                  <a:pt x="376" y="170"/>
                  <a:pt x="374" y="171"/>
                  <a:pt x="373" y="171"/>
                </a:cubicBezTo>
                <a:cubicBezTo>
                  <a:pt x="373" y="166"/>
                  <a:pt x="373" y="166"/>
                  <a:pt x="373" y="166"/>
                </a:cubicBezTo>
                <a:cubicBezTo>
                  <a:pt x="377" y="166"/>
                  <a:pt x="377" y="166"/>
                  <a:pt x="377" y="166"/>
                </a:cubicBezTo>
                <a:close/>
                <a:moveTo>
                  <a:pt x="377" y="177"/>
                </a:moveTo>
                <a:cubicBezTo>
                  <a:pt x="377" y="193"/>
                  <a:pt x="377" y="193"/>
                  <a:pt x="377" y="193"/>
                </a:cubicBezTo>
                <a:cubicBezTo>
                  <a:pt x="376" y="193"/>
                  <a:pt x="375" y="193"/>
                  <a:pt x="373" y="194"/>
                </a:cubicBezTo>
                <a:cubicBezTo>
                  <a:pt x="373" y="188"/>
                  <a:pt x="373" y="188"/>
                  <a:pt x="373" y="188"/>
                </a:cubicBezTo>
                <a:cubicBezTo>
                  <a:pt x="375" y="188"/>
                  <a:pt x="375" y="188"/>
                  <a:pt x="375" y="188"/>
                </a:cubicBezTo>
                <a:cubicBezTo>
                  <a:pt x="375" y="187"/>
                  <a:pt x="375" y="187"/>
                  <a:pt x="373" y="183"/>
                </a:cubicBezTo>
                <a:cubicBezTo>
                  <a:pt x="373" y="174"/>
                  <a:pt x="373" y="174"/>
                  <a:pt x="373" y="174"/>
                </a:cubicBezTo>
                <a:cubicBezTo>
                  <a:pt x="377" y="177"/>
                  <a:pt x="377" y="177"/>
                  <a:pt x="377" y="177"/>
                </a:cubicBezTo>
                <a:close/>
                <a:moveTo>
                  <a:pt x="377" y="296"/>
                </a:moveTo>
                <a:cubicBezTo>
                  <a:pt x="377" y="305"/>
                  <a:pt x="377" y="305"/>
                  <a:pt x="377" y="305"/>
                </a:cubicBezTo>
                <a:cubicBezTo>
                  <a:pt x="376" y="303"/>
                  <a:pt x="374" y="302"/>
                  <a:pt x="373" y="302"/>
                </a:cubicBezTo>
                <a:cubicBezTo>
                  <a:pt x="373" y="297"/>
                  <a:pt x="373" y="297"/>
                  <a:pt x="373" y="297"/>
                </a:cubicBezTo>
                <a:cubicBezTo>
                  <a:pt x="374" y="297"/>
                  <a:pt x="376" y="296"/>
                  <a:pt x="377" y="296"/>
                </a:cubicBezTo>
                <a:close/>
                <a:moveTo>
                  <a:pt x="377" y="311"/>
                </a:moveTo>
                <a:cubicBezTo>
                  <a:pt x="377" y="314"/>
                  <a:pt x="377" y="314"/>
                  <a:pt x="377" y="314"/>
                </a:cubicBezTo>
                <a:cubicBezTo>
                  <a:pt x="376" y="314"/>
                  <a:pt x="374" y="315"/>
                  <a:pt x="373" y="315"/>
                </a:cubicBezTo>
                <a:cubicBezTo>
                  <a:pt x="373" y="311"/>
                  <a:pt x="373" y="311"/>
                  <a:pt x="373" y="311"/>
                </a:cubicBezTo>
                <a:cubicBezTo>
                  <a:pt x="374" y="311"/>
                  <a:pt x="374" y="311"/>
                  <a:pt x="374" y="311"/>
                </a:cubicBezTo>
                <a:cubicBezTo>
                  <a:pt x="375" y="311"/>
                  <a:pt x="376" y="311"/>
                  <a:pt x="377" y="311"/>
                </a:cubicBezTo>
                <a:close/>
                <a:moveTo>
                  <a:pt x="377" y="377"/>
                </a:moveTo>
                <a:cubicBezTo>
                  <a:pt x="377" y="446"/>
                  <a:pt x="377" y="446"/>
                  <a:pt x="377" y="446"/>
                </a:cubicBezTo>
                <a:cubicBezTo>
                  <a:pt x="373" y="448"/>
                  <a:pt x="373" y="448"/>
                  <a:pt x="373" y="448"/>
                </a:cubicBezTo>
                <a:cubicBezTo>
                  <a:pt x="373" y="377"/>
                  <a:pt x="373" y="377"/>
                  <a:pt x="373" y="377"/>
                </a:cubicBezTo>
                <a:cubicBezTo>
                  <a:pt x="377" y="377"/>
                  <a:pt x="377" y="377"/>
                  <a:pt x="377" y="377"/>
                </a:cubicBezTo>
                <a:close/>
                <a:moveTo>
                  <a:pt x="377" y="489"/>
                </a:moveTo>
                <a:cubicBezTo>
                  <a:pt x="377" y="504"/>
                  <a:pt x="377" y="504"/>
                  <a:pt x="377" y="504"/>
                </a:cubicBezTo>
                <a:cubicBezTo>
                  <a:pt x="376" y="501"/>
                  <a:pt x="374" y="498"/>
                  <a:pt x="373" y="495"/>
                </a:cubicBezTo>
                <a:cubicBezTo>
                  <a:pt x="373" y="489"/>
                  <a:pt x="373" y="489"/>
                  <a:pt x="373" y="489"/>
                </a:cubicBezTo>
                <a:cubicBezTo>
                  <a:pt x="377" y="489"/>
                  <a:pt x="377" y="489"/>
                  <a:pt x="377" y="489"/>
                </a:cubicBezTo>
                <a:close/>
                <a:moveTo>
                  <a:pt x="377" y="505"/>
                </a:moveTo>
                <a:cubicBezTo>
                  <a:pt x="377" y="508"/>
                  <a:pt x="377" y="508"/>
                  <a:pt x="377" y="508"/>
                </a:cubicBezTo>
                <a:cubicBezTo>
                  <a:pt x="376" y="508"/>
                  <a:pt x="374" y="508"/>
                  <a:pt x="373" y="507"/>
                </a:cubicBezTo>
                <a:cubicBezTo>
                  <a:pt x="373" y="505"/>
                  <a:pt x="373" y="505"/>
                  <a:pt x="373" y="505"/>
                </a:cubicBezTo>
                <a:cubicBezTo>
                  <a:pt x="374" y="505"/>
                  <a:pt x="374" y="505"/>
                  <a:pt x="374" y="505"/>
                </a:cubicBezTo>
                <a:cubicBezTo>
                  <a:pt x="377" y="505"/>
                  <a:pt x="377" y="505"/>
                  <a:pt x="377" y="505"/>
                </a:cubicBezTo>
                <a:close/>
                <a:moveTo>
                  <a:pt x="377" y="612"/>
                </a:moveTo>
                <a:cubicBezTo>
                  <a:pt x="377" y="623"/>
                  <a:pt x="377" y="623"/>
                  <a:pt x="377" y="623"/>
                </a:cubicBezTo>
                <a:cubicBezTo>
                  <a:pt x="376" y="621"/>
                  <a:pt x="375" y="620"/>
                  <a:pt x="373" y="618"/>
                </a:cubicBezTo>
                <a:cubicBezTo>
                  <a:pt x="373" y="612"/>
                  <a:pt x="373" y="612"/>
                  <a:pt x="373" y="612"/>
                </a:cubicBezTo>
                <a:cubicBezTo>
                  <a:pt x="374" y="612"/>
                  <a:pt x="374" y="612"/>
                  <a:pt x="375" y="612"/>
                </a:cubicBezTo>
                <a:cubicBezTo>
                  <a:pt x="377" y="612"/>
                  <a:pt x="377" y="612"/>
                  <a:pt x="377" y="612"/>
                </a:cubicBezTo>
                <a:close/>
                <a:moveTo>
                  <a:pt x="377" y="633"/>
                </a:moveTo>
                <a:cubicBezTo>
                  <a:pt x="377" y="639"/>
                  <a:pt x="377" y="639"/>
                  <a:pt x="377" y="639"/>
                </a:cubicBezTo>
                <a:cubicBezTo>
                  <a:pt x="375" y="639"/>
                  <a:pt x="375" y="639"/>
                  <a:pt x="375" y="639"/>
                </a:cubicBezTo>
                <a:cubicBezTo>
                  <a:pt x="374" y="639"/>
                  <a:pt x="374" y="639"/>
                  <a:pt x="373" y="639"/>
                </a:cubicBezTo>
                <a:cubicBezTo>
                  <a:pt x="373" y="633"/>
                  <a:pt x="373" y="633"/>
                  <a:pt x="373" y="633"/>
                </a:cubicBezTo>
                <a:cubicBezTo>
                  <a:pt x="374" y="633"/>
                  <a:pt x="376" y="633"/>
                  <a:pt x="377" y="633"/>
                </a:cubicBezTo>
                <a:close/>
                <a:moveTo>
                  <a:pt x="377" y="672"/>
                </a:moveTo>
                <a:cubicBezTo>
                  <a:pt x="377" y="679"/>
                  <a:pt x="377" y="679"/>
                  <a:pt x="377" y="679"/>
                </a:cubicBezTo>
                <a:cubicBezTo>
                  <a:pt x="376" y="679"/>
                  <a:pt x="375" y="679"/>
                  <a:pt x="373" y="680"/>
                </a:cubicBezTo>
                <a:cubicBezTo>
                  <a:pt x="373" y="672"/>
                  <a:pt x="373" y="672"/>
                  <a:pt x="373" y="672"/>
                </a:cubicBezTo>
                <a:cubicBezTo>
                  <a:pt x="374" y="672"/>
                  <a:pt x="376" y="672"/>
                  <a:pt x="377" y="672"/>
                </a:cubicBezTo>
                <a:close/>
                <a:moveTo>
                  <a:pt x="377" y="690"/>
                </a:moveTo>
                <a:cubicBezTo>
                  <a:pt x="377" y="697"/>
                  <a:pt x="377" y="697"/>
                  <a:pt x="377" y="697"/>
                </a:cubicBezTo>
                <a:cubicBezTo>
                  <a:pt x="376" y="697"/>
                  <a:pt x="374" y="697"/>
                  <a:pt x="373" y="697"/>
                </a:cubicBezTo>
                <a:cubicBezTo>
                  <a:pt x="373" y="687"/>
                  <a:pt x="373" y="687"/>
                  <a:pt x="373" y="687"/>
                </a:cubicBezTo>
                <a:cubicBezTo>
                  <a:pt x="374" y="688"/>
                  <a:pt x="374" y="689"/>
                  <a:pt x="375" y="690"/>
                </a:cubicBezTo>
                <a:cubicBezTo>
                  <a:pt x="376" y="690"/>
                  <a:pt x="376" y="690"/>
                  <a:pt x="377" y="690"/>
                </a:cubicBezTo>
                <a:close/>
                <a:moveTo>
                  <a:pt x="377" y="703"/>
                </a:moveTo>
                <a:cubicBezTo>
                  <a:pt x="377" y="712"/>
                  <a:pt x="377" y="712"/>
                  <a:pt x="377" y="712"/>
                </a:cubicBezTo>
                <a:cubicBezTo>
                  <a:pt x="373" y="712"/>
                  <a:pt x="373" y="712"/>
                  <a:pt x="373" y="712"/>
                </a:cubicBezTo>
                <a:cubicBezTo>
                  <a:pt x="373" y="703"/>
                  <a:pt x="373" y="703"/>
                  <a:pt x="373" y="703"/>
                </a:cubicBezTo>
                <a:cubicBezTo>
                  <a:pt x="374" y="703"/>
                  <a:pt x="375" y="703"/>
                  <a:pt x="376" y="703"/>
                </a:cubicBezTo>
                <a:cubicBezTo>
                  <a:pt x="377" y="703"/>
                  <a:pt x="377" y="703"/>
                  <a:pt x="377" y="703"/>
                </a:cubicBezTo>
                <a:close/>
                <a:moveTo>
                  <a:pt x="377" y="747"/>
                </a:moveTo>
                <a:cubicBezTo>
                  <a:pt x="377" y="756"/>
                  <a:pt x="377" y="756"/>
                  <a:pt x="377" y="756"/>
                </a:cubicBezTo>
                <a:cubicBezTo>
                  <a:pt x="376" y="756"/>
                  <a:pt x="374" y="756"/>
                  <a:pt x="373" y="756"/>
                </a:cubicBezTo>
                <a:cubicBezTo>
                  <a:pt x="373" y="747"/>
                  <a:pt x="373" y="747"/>
                  <a:pt x="373" y="747"/>
                </a:cubicBezTo>
                <a:cubicBezTo>
                  <a:pt x="374" y="747"/>
                  <a:pt x="376" y="747"/>
                  <a:pt x="377" y="747"/>
                </a:cubicBezTo>
                <a:close/>
                <a:moveTo>
                  <a:pt x="373" y="551"/>
                </a:moveTo>
                <a:cubicBezTo>
                  <a:pt x="373" y="544"/>
                  <a:pt x="373" y="544"/>
                  <a:pt x="373" y="544"/>
                </a:cubicBezTo>
                <a:cubicBezTo>
                  <a:pt x="375" y="545"/>
                  <a:pt x="376" y="546"/>
                  <a:pt x="377" y="548"/>
                </a:cubicBezTo>
                <a:cubicBezTo>
                  <a:pt x="375" y="549"/>
                  <a:pt x="374" y="550"/>
                  <a:pt x="373" y="551"/>
                </a:cubicBezTo>
                <a:close/>
                <a:moveTo>
                  <a:pt x="373" y="264"/>
                </a:moveTo>
                <a:cubicBezTo>
                  <a:pt x="373" y="258"/>
                  <a:pt x="373" y="258"/>
                  <a:pt x="373" y="258"/>
                </a:cubicBezTo>
                <a:cubicBezTo>
                  <a:pt x="375" y="258"/>
                  <a:pt x="375" y="258"/>
                  <a:pt x="375" y="258"/>
                </a:cubicBezTo>
                <a:cubicBezTo>
                  <a:pt x="375" y="260"/>
                  <a:pt x="375" y="261"/>
                  <a:pt x="375" y="263"/>
                </a:cubicBezTo>
                <a:cubicBezTo>
                  <a:pt x="375" y="264"/>
                  <a:pt x="374" y="264"/>
                  <a:pt x="373" y="264"/>
                </a:cubicBezTo>
                <a:close/>
                <a:moveTo>
                  <a:pt x="370" y="2"/>
                </a:moveTo>
                <a:cubicBezTo>
                  <a:pt x="371" y="2"/>
                  <a:pt x="372" y="2"/>
                  <a:pt x="373" y="2"/>
                </a:cubicBezTo>
                <a:cubicBezTo>
                  <a:pt x="373" y="10"/>
                  <a:pt x="373" y="10"/>
                  <a:pt x="373" y="10"/>
                </a:cubicBezTo>
                <a:cubicBezTo>
                  <a:pt x="372" y="10"/>
                  <a:pt x="371" y="9"/>
                  <a:pt x="370" y="9"/>
                </a:cubicBezTo>
                <a:cubicBezTo>
                  <a:pt x="370" y="2"/>
                  <a:pt x="370" y="2"/>
                  <a:pt x="370" y="2"/>
                </a:cubicBezTo>
                <a:close/>
                <a:moveTo>
                  <a:pt x="373" y="793"/>
                </a:moveTo>
                <a:cubicBezTo>
                  <a:pt x="372" y="793"/>
                  <a:pt x="371" y="793"/>
                  <a:pt x="370" y="793"/>
                </a:cubicBezTo>
                <a:cubicBezTo>
                  <a:pt x="370" y="785"/>
                  <a:pt x="370" y="785"/>
                  <a:pt x="370" y="785"/>
                </a:cubicBezTo>
                <a:cubicBezTo>
                  <a:pt x="371" y="785"/>
                  <a:pt x="371" y="785"/>
                  <a:pt x="372" y="784"/>
                </a:cubicBezTo>
                <a:cubicBezTo>
                  <a:pt x="371" y="783"/>
                  <a:pt x="371" y="781"/>
                  <a:pt x="370" y="780"/>
                </a:cubicBezTo>
                <a:cubicBezTo>
                  <a:pt x="370" y="760"/>
                  <a:pt x="370" y="760"/>
                  <a:pt x="370" y="760"/>
                </a:cubicBezTo>
                <a:cubicBezTo>
                  <a:pt x="371" y="763"/>
                  <a:pt x="372" y="766"/>
                  <a:pt x="373" y="768"/>
                </a:cubicBezTo>
                <a:cubicBezTo>
                  <a:pt x="373" y="793"/>
                  <a:pt x="373" y="793"/>
                  <a:pt x="373" y="793"/>
                </a:cubicBezTo>
                <a:close/>
                <a:moveTo>
                  <a:pt x="373" y="35"/>
                </a:moveTo>
                <a:cubicBezTo>
                  <a:pt x="373" y="46"/>
                  <a:pt x="373" y="46"/>
                  <a:pt x="373" y="46"/>
                </a:cubicBezTo>
                <a:cubicBezTo>
                  <a:pt x="370" y="46"/>
                  <a:pt x="370" y="46"/>
                  <a:pt x="370" y="46"/>
                </a:cubicBezTo>
                <a:cubicBezTo>
                  <a:pt x="370" y="32"/>
                  <a:pt x="370" y="32"/>
                  <a:pt x="370" y="32"/>
                </a:cubicBezTo>
                <a:cubicBezTo>
                  <a:pt x="371" y="33"/>
                  <a:pt x="372" y="34"/>
                  <a:pt x="373" y="35"/>
                </a:cubicBezTo>
                <a:close/>
                <a:moveTo>
                  <a:pt x="373" y="166"/>
                </a:moveTo>
                <a:cubicBezTo>
                  <a:pt x="373" y="171"/>
                  <a:pt x="373" y="171"/>
                  <a:pt x="373" y="171"/>
                </a:cubicBezTo>
                <a:cubicBezTo>
                  <a:pt x="373" y="171"/>
                  <a:pt x="372" y="171"/>
                  <a:pt x="372" y="172"/>
                </a:cubicBezTo>
                <a:cubicBezTo>
                  <a:pt x="373" y="174"/>
                  <a:pt x="373" y="174"/>
                  <a:pt x="373" y="174"/>
                </a:cubicBezTo>
                <a:cubicBezTo>
                  <a:pt x="373" y="183"/>
                  <a:pt x="373" y="183"/>
                  <a:pt x="373" y="183"/>
                </a:cubicBezTo>
                <a:cubicBezTo>
                  <a:pt x="373" y="182"/>
                  <a:pt x="372" y="180"/>
                  <a:pt x="370" y="177"/>
                </a:cubicBezTo>
                <a:cubicBezTo>
                  <a:pt x="370" y="166"/>
                  <a:pt x="370" y="166"/>
                  <a:pt x="370" y="166"/>
                </a:cubicBezTo>
                <a:cubicBezTo>
                  <a:pt x="371" y="166"/>
                  <a:pt x="371" y="166"/>
                  <a:pt x="371" y="166"/>
                </a:cubicBezTo>
                <a:cubicBezTo>
                  <a:pt x="373" y="166"/>
                  <a:pt x="373" y="166"/>
                  <a:pt x="373" y="166"/>
                </a:cubicBezTo>
                <a:close/>
                <a:moveTo>
                  <a:pt x="373" y="188"/>
                </a:moveTo>
                <a:cubicBezTo>
                  <a:pt x="373" y="194"/>
                  <a:pt x="373" y="194"/>
                  <a:pt x="373" y="194"/>
                </a:cubicBezTo>
                <a:cubicBezTo>
                  <a:pt x="372" y="194"/>
                  <a:pt x="372" y="194"/>
                  <a:pt x="372" y="194"/>
                </a:cubicBezTo>
                <a:cubicBezTo>
                  <a:pt x="372" y="194"/>
                  <a:pt x="371" y="194"/>
                  <a:pt x="370" y="194"/>
                </a:cubicBezTo>
                <a:cubicBezTo>
                  <a:pt x="370" y="188"/>
                  <a:pt x="370" y="188"/>
                  <a:pt x="370" y="188"/>
                </a:cubicBezTo>
                <a:cubicBezTo>
                  <a:pt x="371" y="188"/>
                  <a:pt x="372" y="188"/>
                  <a:pt x="373" y="188"/>
                </a:cubicBezTo>
                <a:close/>
                <a:moveTo>
                  <a:pt x="373" y="258"/>
                </a:moveTo>
                <a:cubicBezTo>
                  <a:pt x="373" y="264"/>
                  <a:pt x="373" y="264"/>
                  <a:pt x="373" y="264"/>
                </a:cubicBezTo>
                <a:cubicBezTo>
                  <a:pt x="372" y="265"/>
                  <a:pt x="371" y="266"/>
                  <a:pt x="370" y="266"/>
                </a:cubicBezTo>
                <a:cubicBezTo>
                  <a:pt x="370" y="257"/>
                  <a:pt x="370" y="257"/>
                  <a:pt x="370" y="257"/>
                </a:cubicBezTo>
                <a:cubicBezTo>
                  <a:pt x="371" y="258"/>
                  <a:pt x="372" y="258"/>
                  <a:pt x="373" y="258"/>
                </a:cubicBezTo>
                <a:close/>
                <a:moveTo>
                  <a:pt x="373" y="297"/>
                </a:moveTo>
                <a:cubicBezTo>
                  <a:pt x="373" y="302"/>
                  <a:pt x="373" y="302"/>
                  <a:pt x="373" y="302"/>
                </a:cubicBezTo>
                <a:cubicBezTo>
                  <a:pt x="372" y="302"/>
                  <a:pt x="371" y="302"/>
                  <a:pt x="370" y="302"/>
                </a:cubicBezTo>
                <a:cubicBezTo>
                  <a:pt x="370" y="298"/>
                  <a:pt x="370" y="298"/>
                  <a:pt x="370" y="298"/>
                </a:cubicBezTo>
                <a:cubicBezTo>
                  <a:pt x="371" y="298"/>
                  <a:pt x="372" y="297"/>
                  <a:pt x="373" y="297"/>
                </a:cubicBezTo>
                <a:close/>
                <a:moveTo>
                  <a:pt x="373" y="311"/>
                </a:moveTo>
                <a:cubicBezTo>
                  <a:pt x="373" y="315"/>
                  <a:pt x="373" y="315"/>
                  <a:pt x="373" y="315"/>
                </a:cubicBezTo>
                <a:cubicBezTo>
                  <a:pt x="372" y="315"/>
                  <a:pt x="371" y="315"/>
                  <a:pt x="370" y="316"/>
                </a:cubicBezTo>
                <a:cubicBezTo>
                  <a:pt x="370" y="308"/>
                  <a:pt x="370" y="308"/>
                  <a:pt x="370" y="308"/>
                </a:cubicBezTo>
                <a:cubicBezTo>
                  <a:pt x="373" y="311"/>
                  <a:pt x="373" y="311"/>
                  <a:pt x="373" y="311"/>
                </a:cubicBezTo>
                <a:close/>
                <a:moveTo>
                  <a:pt x="373" y="377"/>
                </a:moveTo>
                <a:cubicBezTo>
                  <a:pt x="373" y="448"/>
                  <a:pt x="373" y="448"/>
                  <a:pt x="373" y="448"/>
                </a:cubicBezTo>
                <a:cubicBezTo>
                  <a:pt x="370" y="451"/>
                  <a:pt x="370" y="451"/>
                  <a:pt x="370" y="451"/>
                </a:cubicBezTo>
                <a:cubicBezTo>
                  <a:pt x="370" y="377"/>
                  <a:pt x="370" y="377"/>
                  <a:pt x="370" y="377"/>
                </a:cubicBezTo>
                <a:cubicBezTo>
                  <a:pt x="373" y="377"/>
                  <a:pt x="373" y="377"/>
                  <a:pt x="373" y="377"/>
                </a:cubicBezTo>
                <a:close/>
                <a:moveTo>
                  <a:pt x="373" y="489"/>
                </a:moveTo>
                <a:cubicBezTo>
                  <a:pt x="373" y="495"/>
                  <a:pt x="373" y="495"/>
                  <a:pt x="373" y="495"/>
                </a:cubicBezTo>
                <a:cubicBezTo>
                  <a:pt x="373" y="493"/>
                  <a:pt x="373" y="493"/>
                  <a:pt x="373" y="493"/>
                </a:cubicBezTo>
                <a:cubicBezTo>
                  <a:pt x="370" y="492"/>
                  <a:pt x="370" y="492"/>
                  <a:pt x="370" y="492"/>
                </a:cubicBezTo>
                <a:cubicBezTo>
                  <a:pt x="370" y="488"/>
                  <a:pt x="370" y="488"/>
                  <a:pt x="370" y="488"/>
                </a:cubicBezTo>
                <a:cubicBezTo>
                  <a:pt x="373" y="489"/>
                  <a:pt x="373" y="489"/>
                  <a:pt x="373" y="489"/>
                </a:cubicBezTo>
                <a:close/>
                <a:moveTo>
                  <a:pt x="373" y="505"/>
                </a:moveTo>
                <a:cubicBezTo>
                  <a:pt x="373" y="507"/>
                  <a:pt x="373" y="507"/>
                  <a:pt x="373" y="507"/>
                </a:cubicBezTo>
                <a:cubicBezTo>
                  <a:pt x="372" y="507"/>
                  <a:pt x="371" y="507"/>
                  <a:pt x="370" y="506"/>
                </a:cubicBezTo>
                <a:cubicBezTo>
                  <a:pt x="370" y="501"/>
                  <a:pt x="370" y="501"/>
                  <a:pt x="370" y="501"/>
                </a:cubicBezTo>
                <a:cubicBezTo>
                  <a:pt x="371" y="502"/>
                  <a:pt x="372" y="504"/>
                  <a:pt x="373" y="505"/>
                </a:cubicBezTo>
                <a:close/>
                <a:moveTo>
                  <a:pt x="373" y="544"/>
                </a:moveTo>
                <a:cubicBezTo>
                  <a:pt x="373" y="551"/>
                  <a:pt x="373" y="551"/>
                  <a:pt x="373" y="551"/>
                </a:cubicBezTo>
                <a:cubicBezTo>
                  <a:pt x="372" y="551"/>
                  <a:pt x="371" y="552"/>
                  <a:pt x="370" y="552"/>
                </a:cubicBezTo>
                <a:cubicBezTo>
                  <a:pt x="370" y="543"/>
                  <a:pt x="370" y="543"/>
                  <a:pt x="370" y="543"/>
                </a:cubicBezTo>
                <a:cubicBezTo>
                  <a:pt x="371" y="543"/>
                  <a:pt x="372" y="544"/>
                  <a:pt x="373" y="544"/>
                </a:cubicBezTo>
                <a:close/>
                <a:moveTo>
                  <a:pt x="373" y="612"/>
                </a:moveTo>
                <a:cubicBezTo>
                  <a:pt x="373" y="618"/>
                  <a:pt x="373" y="618"/>
                  <a:pt x="373" y="618"/>
                </a:cubicBezTo>
                <a:cubicBezTo>
                  <a:pt x="372" y="618"/>
                  <a:pt x="371" y="617"/>
                  <a:pt x="370" y="616"/>
                </a:cubicBezTo>
                <a:cubicBezTo>
                  <a:pt x="370" y="610"/>
                  <a:pt x="370" y="610"/>
                  <a:pt x="370" y="610"/>
                </a:cubicBezTo>
                <a:cubicBezTo>
                  <a:pt x="371" y="611"/>
                  <a:pt x="372" y="611"/>
                  <a:pt x="373" y="612"/>
                </a:cubicBezTo>
                <a:close/>
                <a:moveTo>
                  <a:pt x="373" y="633"/>
                </a:moveTo>
                <a:cubicBezTo>
                  <a:pt x="373" y="639"/>
                  <a:pt x="373" y="639"/>
                  <a:pt x="373" y="639"/>
                </a:cubicBezTo>
                <a:cubicBezTo>
                  <a:pt x="372" y="639"/>
                  <a:pt x="371" y="638"/>
                  <a:pt x="370" y="638"/>
                </a:cubicBezTo>
                <a:cubicBezTo>
                  <a:pt x="370" y="632"/>
                  <a:pt x="370" y="632"/>
                  <a:pt x="370" y="632"/>
                </a:cubicBezTo>
                <a:cubicBezTo>
                  <a:pt x="371" y="633"/>
                  <a:pt x="372" y="633"/>
                  <a:pt x="372" y="633"/>
                </a:cubicBezTo>
                <a:cubicBezTo>
                  <a:pt x="373" y="633"/>
                  <a:pt x="373" y="633"/>
                  <a:pt x="373" y="633"/>
                </a:cubicBezTo>
                <a:close/>
                <a:moveTo>
                  <a:pt x="373" y="672"/>
                </a:moveTo>
                <a:cubicBezTo>
                  <a:pt x="373" y="680"/>
                  <a:pt x="373" y="680"/>
                  <a:pt x="373" y="680"/>
                </a:cubicBezTo>
                <a:cubicBezTo>
                  <a:pt x="373" y="680"/>
                  <a:pt x="373" y="680"/>
                  <a:pt x="373" y="680"/>
                </a:cubicBezTo>
                <a:cubicBezTo>
                  <a:pt x="373" y="683"/>
                  <a:pt x="373" y="685"/>
                  <a:pt x="373" y="687"/>
                </a:cubicBezTo>
                <a:cubicBezTo>
                  <a:pt x="373" y="697"/>
                  <a:pt x="373" y="697"/>
                  <a:pt x="373" y="697"/>
                </a:cubicBezTo>
                <a:cubicBezTo>
                  <a:pt x="372" y="697"/>
                  <a:pt x="371" y="697"/>
                  <a:pt x="370" y="696"/>
                </a:cubicBezTo>
                <a:cubicBezTo>
                  <a:pt x="370" y="672"/>
                  <a:pt x="370" y="672"/>
                  <a:pt x="370" y="672"/>
                </a:cubicBezTo>
                <a:cubicBezTo>
                  <a:pt x="371" y="672"/>
                  <a:pt x="372" y="672"/>
                  <a:pt x="373" y="672"/>
                </a:cubicBezTo>
                <a:close/>
                <a:moveTo>
                  <a:pt x="373" y="703"/>
                </a:moveTo>
                <a:cubicBezTo>
                  <a:pt x="373" y="712"/>
                  <a:pt x="373" y="712"/>
                  <a:pt x="373" y="712"/>
                </a:cubicBezTo>
                <a:cubicBezTo>
                  <a:pt x="372" y="712"/>
                  <a:pt x="371" y="712"/>
                  <a:pt x="370" y="712"/>
                </a:cubicBezTo>
                <a:cubicBezTo>
                  <a:pt x="370" y="703"/>
                  <a:pt x="370" y="703"/>
                  <a:pt x="370" y="703"/>
                </a:cubicBezTo>
                <a:cubicBezTo>
                  <a:pt x="371" y="703"/>
                  <a:pt x="372" y="703"/>
                  <a:pt x="373" y="703"/>
                </a:cubicBezTo>
                <a:close/>
                <a:moveTo>
                  <a:pt x="373" y="747"/>
                </a:moveTo>
                <a:cubicBezTo>
                  <a:pt x="373" y="756"/>
                  <a:pt x="373" y="756"/>
                  <a:pt x="373" y="756"/>
                </a:cubicBezTo>
                <a:cubicBezTo>
                  <a:pt x="372" y="756"/>
                  <a:pt x="371" y="756"/>
                  <a:pt x="370" y="756"/>
                </a:cubicBezTo>
                <a:cubicBezTo>
                  <a:pt x="370" y="747"/>
                  <a:pt x="370" y="747"/>
                  <a:pt x="370" y="747"/>
                </a:cubicBezTo>
                <a:cubicBezTo>
                  <a:pt x="371" y="747"/>
                  <a:pt x="372" y="747"/>
                  <a:pt x="373" y="747"/>
                </a:cubicBezTo>
                <a:close/>
                <a:moveTo>
                  <a:pt x="370" y="529"/>
                </a:moveTo>
                <a:cubicBezTo>
                  <a:pt x="370" y="522"/>
                  <a:pt x="370" y="522"/>
                  <a:pt x="370" y="522"/>
                </a:cubicBezTo>
                <a:cubicBezTo>
                  <a:pt x="371" y="524"/>
                  <a:pt x="371" y="527"/>
                  <a:pt x="370" y="529"/>
                </a:cubicBezTo>
                <a:close/>
                <a:moveTo>
                  <a:pt x="370" y="129"/>
                </a:moveTo>
                <a:cubicBezTo>
                  <a:pt x="370" y="121"/>
                  <a:pt x="370" y="121"/>
                  <a:pt x="370" y="121"/>
                </a:cubicBezTo>
                <a:cubicBezTo>
                  <a:pt x="371" y="122"/>
                  <a:pt x="372" y="122"/>
                  <a:pt x="372" y="122"/>
                </a:cubicBezTo>
                <a:cubicBezTo>
                  <a:pt x="372" y="125"/>
                  <a:pt x="371" y="127"/>
                  <a:pt x="370" y="129"/>
                </a:cubicBezTo>
                <a:close/>
                <a:moveTo>
                  <a:pt x="367" y="2"/>
                </a:moveTo>
                <a:cubicBezTo>
                  <a:pt x="368" y="2"/>
                  <a:pt x="369" y="2"/>
                  <a:pt x="370" y="2"/>
                </a:cubicBezTo>
                <a:cubicBezTo>
                  <a:pt x="370" y="9"/>
                  <a:pt x="370" y="9"/>
                  <a:pt x="370" y="9"/>
                </a:cubicBezTo>
                <a:cubicBezTo>
                  <a:pt x="369" y="9"/>
                  <a:pt x="368" y="8"/>
                  <a:pt x="367" y="8"/>
                </a:cubicBezTo>
                <a:cubicBezTo>
                  <a:pt x="367" y="2"/>
                  <a:pt x="367" y="2"/>
                  <a:pt x="367" y="2"/>
                </a:cubicBezTo>
                <a:close/>
                <a:moveTo>
                  <a:pt x="370" y="793"/>
                </a:moveTo>
                <a:cubicBezTo>
                  <a:pt x="369" y="792"/>
                  <a:pt x="368" y="792"/>
                  <a:pt x="367" y="792"/>
                </a:cubicBezTo>
                <a:cubicBezTo>
                  <a:pt x="367" y="786"/>
                  <a:pt x="367" y="786"/>
                  <a:pt x="367" y="786"/>
                </a:cubicBezTo>
                <a:cubicBezTo>
                  <a:pt x="368" y="785"/>
                  <a:pt x="369" y="785"/>
                  <a:pt x="370" y="785"/>
                </a:cubicBezTo>
                <a:cubicBezTo>
                  <a:pt x="370" y="793"/>
                  <a:pt x="370" y="793"/>
                  <a:pt x="370" y="793"/>
                </a:cubicBezTo>
                <a:close/>
                <a:moveTo>
                  <a:pt x="370" y="32"/>
                </a:moveTo>
                <a:cubicBezTo>
                  <a:pt x="370" y="46"/>
                  <a:pt x="370" y="46"/>
                  <a:pt x="370" y="46"/>
                </a:cubicBezTo>
                <a:cubicBezTo>
                  <a:pt x="369" y="46"/>
                  <a:pt x="369" y="46"/>
                  <a:pt x="369" y="46"/>
                </a:cubicBezTo>
                <a:cubicBezTo>
                  <a:pt x="368" y="46"/>
                  <a:pt x="368" y="46"/>
                  <a:pt x="367" y="46"/>
                </a:cubicBezTo>
                <a:cubicBezTo>
                  <a:pt x="367" y="29"/>
                  <a:pt x="367" y="29"/>
                  <a:pt x="367" y="29"/>
                </a:cubicBezTo>
                <a:cubicBezTo>
                  <a:pt x="368" y="30"/>
                  <a:pt x="369" y="31"/>
                  <a:pt x="370" y="32"/>
                </a:cubicBezTo>
                <a:close/>
                <a:moveTo>
                  <a:pt x="370" y="121"/>
                </a:moveTo>
                <a:cubicBezTo>
                  <a:pt x="370" y="129"/>
                  <a:pt x="370" y="129"/>
                  <a:pt x="370" y="129"/>
                </a:cubicBezTo>
                <a:cubicBezTo>
                  <a:pt x="369" y="131"/>
                  <a:pt x="368" y="133"/>
                  <a:pt x="367" y="134"/>
                </a:cubicBezTo>
                <a:cubicBezTo>
                  <a:pt x="367" y="121"/>
                  <a:pt x="367" y="121"/>
                  <a:pt x="367" y="121"/>
                </a:cubicBezTo>
                <a:cubicBezTo>
                  <a:pt x="368" y="121"/>
                  <a:pt x="369" y="121"/>
                  <a:pt x="370" y="121"/>
                </a:cubicBezTo>
                <a:close/>
                <a:moveTo>
                  <a:pt x="370" y="166"/>
                </a:moveTo>
                <a:cubicBezTo>
                  <a:pt x="370" y="177"/>
                  <a:pt x="370" y="177"/>
                  <a:pt x="370" y="177"/>
                </a:cubicBezTo>
                <a:cubicBezTo>
                  <a:pt x="369" y="176"/>
                  <a:pt x="369" y="176"/>
                  <a:pt x="369" y="176"/>
                </a:cubicBezTo>
                <a:cubicBezTo>
                  <a:pt x="368" y="175"/>
                  <a:pt x="367" y="175"/>
                  <a:pt x="367" y="175"/>
                </a:cubicBezTo>
                <a:cubicBezTo>
                  <a:pt x="367" y="166"/>
                  <a:pt x="367" y="166"/>
                  <a:pt x="367" y="166"/>
                </a:cubicBezTo>
                <a:cubicBezTo>
                  <a:pt x="368" y="166"/>
                  <a:pt x="369" y="166"/>
                  <a:pt x="370" y="166"/>
                </a:cubicBezTo>
                <a:close/>
                <a:moveTo>
                  <a:pt x="370" y="188"/>
                </a:moveTo>
                <a:cubicBezTo>
                  <a:pt x="370" y="194"/>
                  <a:pt x="370" y="194"/>
                  <a:pt x="370" y="194"/>
                </a:cubicBezTo>
                <a:cubicBezTo>
                  <a:pt x="369" y="194"/>
                  <a:pt x="368" y="194"/>
                  <a:pt x="367" y="194"/>
                </a:cubicBezTo>
                <a:cubicBezTo>
                  <a:pt x="367" y="188"/>
                  <a:pt x="367" y="188"/>
                  <a:pt x="367" y="188"/>
                </a:cubicBezTo>
                <a:cubicBezTo>
                  <a:pt x="368" y="188"/>
                  <a:pt x="369" y="188"/>
                  <a:pt x="370" y="188"/>
                </a:cubicBezTo>
                <a:close/>
                <a:moveTo>
                  <a:pt x="370" y="257"/>
                </a:moveTo>
                <a:cubicBezTo>
                  <a:pt x="370" y="266"/>
                  <a:pt x="370" y="266"/>
                  <a:pt x="370" y="266"/>
                </a:cubicBezTo>
                <a:cubicBezTo>
                  <a:pt x="369" y="266"/>
                  <a:pt x="368" y="267"/>
                  <a:pt x="367" y="268"/>
                </a:cubicBezTo>
                <a:cubicBezTo>
                  <a:pt x="367" y="257"/>
                  <a:pt x="367" y="257"/>
                  <a:pt x="367" y="257"/>
                </a:cubicBezTo>
                <a:cubicBezTo>
                  <a:pt x="370" y="257"/>
                  <a:pt x="370" y="257"/>
                  <a:pt x="370" y="257"/>
                </a:cubicBezTo>
                <a:close/>
                <a:moveTo>
                  <a:pt x="370" y="298"/>
                </a:moveTo>
                <a:cubicBezTo>
                  <a:pt x="370" y="302"/>
                  <a:pt x="370" y="302"/>
                  <a:pt x="370" y="302"/>
                </a:cubicBezTo>
                <a:cubicBezTo>
                  <a:pt x="369" y="302"/>
                  <a:pt x="368" y="302"/>
                  <a:pt x="367" y="302"/>
                </a:cubicBezTo>
                <a:cubicBezTo>
                  <a:pt x="367" y="299"/>
                  <a:pt x="367" y="299"/>
                  <a:pt x="367" y="299"/>
                </a:cubicBezTo>
                <a:cubicBezTo>
                  <a:pt x="368" y="298"/>
                  <a:pt x="369" y="298"/>
                  <a:pt x="370" y="298"/>
                </a:cubicBezTo>
                <a:close/>
                <a:moveTo>
                  <a:pt x="370" y="308"/>
                </a:moveTo>
                <a:cubicBezTo>
                  <a:pt x="370" y="316"/>
                  <a:pt x="370" y="316"/>
                  <a:pt x="370" y="316"/>
                </a:cubicBezTo>
                <a:cubicBezTo>
                  <a:pt x="369" y="316"/>
                  <a:pt x="368" y="316"/>
                  <a:pt x="367" y="317"/>
                </a:cubicBezTo>
                <a:cubicBezTo>
                  <a:pt x="367" y="314"/>
                  <a:pt x="367" y="314"/>
                  <a:pt x="367" y="314"/>
                </a:cubicBezTo>
                <a:cubicBezTo>
                  <a:pt x="368" y="314"/>
                  <a:pt x="368" y="313"/>
                  <a:pt x="369" y="313"/>
                </a:cubicBezTo>
                <a:cubicBezTo>
                  <a:pt x="368" y="312"/>
                  <a:pt x="368" y="311"/>
                  <a:pt x="367" y="309"/>
                </a:cubicBezTo>
                <a:cubicBezTo>
                  <a:pt x="367" y="305"/>
                  <a:pt x="367" y="305"/>
                  <a:pt x="367" y="305"/>
                </a:cubicBezTo>
                <a:cubicBezTo>
                  <a:pt x="370" y="308"/>
                  <a:pt x="370" y="308"/>
                  <a:pt x="370" y="308"/>
                </a:cubicBezTo>
                <a:close/>
                <a:moveTo>
                  <a:pt x="370" y="377"/>
                </a:moveTo>
                <a:cubicBezTo>
                  <a:pt x="370" y="451"/>
                  <a:pt x="370" y="451"/>
                  <a:pt x="370" y="451"/>
                </a:cubicBezTo>
                <a:cubicBezTo>
                  <a:pt x="367" y="453"/>
                  <a:pt x="367" y="453"/>
                  <a:pt x="367" y="453"/>
                </a:cubicBezTo>
                <a:cubicBezTo>
                  <a:pt x="367" y="417"/>
                  <a:pt x="367" y="417"/>
                  <a:pt x="367" y="417"/>
                </a:cubicBezTo>
                <a:cubicBezTo>
                  <a:pt x="368" y="411"/>
                  <a:pt x="368" y="411"/>
                  <a:pt x="368" y="411"/>
                </a:cubicBezTo>
                <a:cubicBezTo>
                  <a:pt x="367" y="410"/>
                  <a:pt x="367" y="410"/>
                  <a:pt x="367" y="410"/>
                </a:cubicBezTo>
                <a:cubicBezTo>
                  <a:pt x="367" y="378"/>
                  <a:pt x="367" y="378"/>
                  <a:pt x="367" y="378"/>
                </a:cubicBezTo>
                <a:cubicBezTo>
                  <a:pt x="370" y="377"/>
                  <a:pt x="370" y="377"/>
                  <a:pt x="370" y="377"/>
                </a:cubicBezTo>
                <a:close/>
                <a:moveTo>
                  <a:pt x="370" y="488"/>
                </a:moveTo>
                <a:cubicBezTo>
                  <a:pt x="370" y="492"/>
                  <a:pt x="370" y="492"/>
                  <a:pt x="370" y="492"/>
                </a:cubicBezTo>
                <a:cubicBezTo>
                  <a:pt x="367" y="491"/>
                  <a:pt x="367" y="491"/>
                  <a:pt x="367" y="491"/>
                </a:cubicBezTo>
                <a:cubicBezTo>
                  <a:pt x="367" y="487"/>
                  <a:pt x="367" y="487"/>
                  <a:pt x="367" y="487"/>
                </a:cubicBezTo>
                <a:cubicBezTo>
                  <a:pt x="370" y="488"/>
                  <a:pt x="370" y="488"/>
                  <a:pt x="370" y="488"/>
                </a:cubicBezTo>
                <a:close/>
                <a:moveTo>
                  <a:pt x="370" y="501"/>
                </a:moveTo>
                <a:cubicBezTo>
                  <a:pt x="368" y="499"/>
                  <a:pt x="368" y="496"/>
                  <a:pt x="367" y="491"/>
                </a:cubicBezTo>
                <a:cubicBezTo>
                  <a:pt x="367" y="506"/>
                  <a:pt x="367" y="506"/>
                  <a:pt x="367" y="506"/>
                </a:cubicBezTo>
                <a:cubicBezTo>
                  <a:pt x="368" y="506"/>
                  <a:pt x="369" y="506"/>
                  <a:pt x="370" y="506"/>
                </a:cubicBezTo>
                <a:cubicBezTo>
                  <a:pt x="370" y="501"/>
                  <a:pt x="370" y="501"/>
                  <a:pt x="370" y="501"/>
                </a:cubicBezTo>
                <a:close/>
                <a:moveTo>
                  <a:pt x="370" y="522"/>
                </a:moveTo>
                <a:cubicBezTo>
                  <a:pt x="370" y="529"/>
                  <a:pt x="370" y="529"/>
                  <a:pt x="370" y="529"/>
                </a:cubicBezTo>
                <a:cubicBezTo>
                  <a:pt x="369" y="530"/>
                  <a:pt x="368" y="532"/>
                  <a:pt x="367" y="533"/>
                </a:cubicBezTo>
                <a:cubicBezTo>
                  <a:pt x="367" y="521"/>
                  <a:pt x="367" y="521"/>
                  <a:pt x="367" y="521"/>
                </a:cubicBezTo>
                <a:cubicBezTo>
                  <a:pt x="369" y="521"/>
                  <a:pt x="369" y="521"/>
                  <a:pt x="369" y="521"/>
                </a:cubicBezTo>
                <a:cubicBezTo>
                  <a:pt x="369" y="521"/>
                  <a:pt x="370" y="522"/>
                  <a:pt x="370" y="522"/>
                </a:cubicBezTo>
                <a:close/>
                <a:moveTo>
                  <a:pt x="370" y="543"/>
                </a:moveTo>
                <a:cubicBezTo>
                  <a:pt x="370" y="552"/>
                  <a:pt x="370" y="552"/>
                  <a:pt x="370" y="552"/>
                </a:cubicBezTo>
                <a:cubicBezTo>
                  <a:pt x="369" y="553"/>
                  <a:pt x="368" y="553"/>
                  <a:pt x="367" y="553"/>
                </a:cubicBezTo>
                <a:cubicBezTo>
                  <a:pt x="367" y="542"/>
                  <a:pt x="367" y="542"/>
                  <a:pt x="367" y="542"/>
                </a:cubicBezTo>
                <a:cubicBezTo>
                  <a:pt x="368" y="542"/>
                  <a:pt x="369" y="543"/>
                  <a:pt x="370" y="543"/>
                </a:cubicBezTo>
                <a:close/>
                <a:moveTo>
                  <a:pt x="370" y="610"/>
                </a:moveTo>
                <a:cubicBezTo>
                  <a:pt x="370" y="616"/>
                  <a:pt x="370" y="616"/>
                  <a:pt x="370" y="616"/>
                </a:cubicBezTo>
                <a:cubicBezTo>
                  <a:pt x="369" y="616"/>
                  <a:pt x="368" y="616"/>
                  <a:pt x="367" y="615"/>
                </a:cubicBezTo>
                <a:cubicBezTo>
                  <a:pt x="367" y="609"/>
                  <a:pt x="367" y="609"/>
                  <a:pt x="367" y="609"/>
                </a:cubicBezTo>
                <a:cubicBezTo>
                  <a:pt x="368" y="610"/>
                  <a:pt x="369" y="610"/>
                  <a:pt x="370" y="610"/>
                </a:cubicBezTo>
                <a:close/>
                <a:moveTo>
                  <a:pt x="370" y="632"/>
                </a:moveTo>
                <a:cubicBezTo>
                  <a:pt x="370" y="638"/>
                  <a:pt x="370" y="638"/>
                  <a:pt x="370" y="638"/>
                </a:cubicBezTo>
                <a:cubicBezTo>
                  <a:pt x="369" y="638"/>
                  <a:pt x="368" y="638"/>
                  <a:pt x="367" y="637"/>
                </a:cubicBezTo>
                <a:cubicBezTo>
                  <a:pt x="367" y="628"/>
                  <a:pt x="367" y="628"/>
                  <a:pt x="367" y="628"/>
                </a:cubicBezTo>
                <a:cubicBezTo>
                  <a:pt x="368" y="630"/>
                  <a:pt x="369" y="631"/>
                  <a:pt x="370" y="632"/>
                </a:cubicBezTo>
                <a:close/>
                <a:moveTo>
                  <a:pt x="370" y="672"/>
                </a:moveTo>
                <a:cubicBezTo>
                  <a:pt x="370" y="696"/>
                  <a:pt x="370" y="696"/>
                  <a:pt x="370" y="696"/>
                </a:cubicBezTo>
                <a:cubicBezTo>
                  <a:pt x="369" y="696"/>
                  <a:pt x="368" y="695"/>
                  <a:pt x="367" y="694"/>
                </a:cubicBezTo>
                <a:cubicBezTo>
                  <a:pt x="367" y="674"/>
                  <a:pt x="367" y="674"/>
                  <a:pt x="367" y="674"/>
                </a:cubicBezTo>
                <a:cubicBezTo>
                  <a:pt x="368" y="673"/>
                  <a:pt x="369" y="673"/>
                  <a:pt x="370" y="672"/>
                </a:cubicBezTo>
                <a:close/>
                <a:moveTo>
                  <a:pt x="370" y="703"/>
                </a:moveTo>
                <a:cubicBezTo>
                  <a:pt x="370" y="712"/>
                  <a:pt x="370" y="712"/>
                  <a:pt x="370" y="712"/>
                </a:cubicBezTo>
                <a:cubicBezTo>
                  <a:pt x="369" y="712"/>
                  <a:pt x="368" y="712"/>
                  <a:pt x="367" y="712"/>
                </a:cubicBezTo>
                <a:cubicBezTo>
                  <a:pt x="367" y="702"/>
                  <a:pt x="367" y="702"/>
                  <a:pt x="367" y="702"/>
                </a:cubicBezTo>
                <a:cubicBezTo>
                  <a:pt x="368" y="703"/>
                  <a:pt x="369" y="703"/>
                  <a:pt x="370" y="703"/>
                </a:cubicBezTo>
                <a:close/>
                <a:moveTo>
                  <a:pt x="370" y="747"/>
                </a:moveTo>
                <a:cubicBezTo>
                  <a:pt x="370" y="756"/>
                  <a:pt x="370" y="756"/>
                  <a:pt x="370" y="756"/>
                </a:cubicBezTo>
                <a:cubicBezTo>
                  <a:pt x="369" y="756"/>
                  <a:pt x="369" y="756"/>
                  <a:pt x="368" y="756"/>
                </a:cubicBezTo>
                <a:cubicBezTo>
                  <a:pt x="369" y="757"/>
                  <a:pt x="369" y="759"/>
                  <a:pt x="370" y="760"/>
                </a:cubicBezTo>
                <a:cubicBezTo>
                  <a:pt x="370" y="780"/>
                  <a:pt x="370" y="780"/>
                  <a:pt x="370" y="780"/>
                </a:cubicBezTo>
                <a:cubicBezTo>
                  <a:pt x="369" y="777"/>
                  <a:pt x="368" y="775"/>
                  <a:pt x="367" y="773"/>
                </a:cubicBezTo>
                <a:cubicBezTo>
                  <a:pt x="367" y="747"/>
                  <a:pt x="367" y="747"/>
                  <a:pt x="367" y="747"/>
                </a:cubicBezTo>
                <a:cubicBezTo>
                  <a:pt x="368" y="747"/>
                  <a:pt x="369" y="747"/>
                  <a:pt x="370" y="747"/>
                </a:cubicBezTo>
                <a:close/>
                <a:moveTo>
                  <a:pt x="367" y="580"/>
                </a:moveTo>
                <a:cubicBezTo>
                  <a:pt x="367" y="572"/>
                  <a:pt x="367" y="572"/>
                  <a:pt x="367" y="572"/>
                </a:cubicBezTo>
                <a:cubicBezTo>
                  <a:pt x="369" y="574"/>
                  <a:pt x="368" y="576"/>
                  <a:pt x="367" y="580"/>
                </a:cubicBezTo>
                <a:close/>
                <a:moveTo>
                  <a:pt x="361" y="2"/>
                </a:moveTo>
                <a:cubicBezTo>
                  <a:pt x="363" y="2"/>
                  <a:pt x="365" y="2"/>
                  <a:pt x="367" y="2"/>
                </a:cubicBezTo>
                <a:cubicBezTo>
                  <a:pt x="367" y="8"/>
                  <a:pt x="367" y="8"/>
                  <a:pt x="367" y="8"/>
                </a:cubicBezTo>
                <a:cubicBezTo>
                  <a:pt x="365" y="8"/>
                  <a:pt x="363" y="8"/>
                  <a:pt x="361" y="9"/>
                </a:cubicBezTo>
                <a:cubicBezTo>
                  <a:pt x="361" y="2"/>
                  <a:pt x="361" y="2"/>
                  <a:pt x="361" y="2"/>
                </a:cubicBezTo>
                <a:close/>
                <a:moveTo>
                  <a:pt x="367" y="792"/>
                </a:moveTo>
                <a:cubicBezTo>
                  <a:pt x="365" y="792"/>
                  <a:pt x="363" y="792"/>
                  <a:pt x="361" y="792"/>
                </a:cubicBezTo>
                <a:cubicBezTo>
                  <a:pt x="361" y="785"/>
                  <a:pt x="361" y="785"/>
                  <a:pt x="361" y="785"/>
                </a:cubicBezTo>
                <a:cubicBezTo>
                  <a:pt x="362" y="785"/>
                  <a:pt x="363" y="786"/>
                  <a:pt x="364" y="786"/>
                </a:cubicBezTo>
                <a:cubicBezTo>
                  <a:pt x="365" y="786"/>
                  <a:pt x="366" y="786"/>
                  <a:pt x="367" y="786"/>
                </a:cubicBezTo>
                <a:cubicBezTo>
                  <a:pt x="367" y="792"/>
                  <a:pt x="367" y="792"/>
                  <a:pt x="367" y="792"/>
                </a:cubicBezTo>
                <a:close/>
                <a:moveTo>
                  <a:pt x="367" y="29"/>
                </a:moveTo>
                <a:cubicBezTo>
                  <a:pt x="367" y="46"/>
                  <a:pt x="367" y="46"/>
                  <a:pt x="367" y="46"/>
                </a:cubicBezTo>
                <a:cubicBezTo>
                  <a:pt x="365" y="47"/>
                  <a:pt x="363" y="47"/>
                  <a:pt x="361" y="48"/>
                </a:cubicBezTo>
                <a:cubicBezTo>
                  <a:pt x="361" y="40"/>
                  <a:pt x="361" y="40"/>
                  <a:pt x="361" y="40"/>
                </a:cubicBezTo>
                <a:cubicBezTo>
                  <a:pt x="362" y="40"/>
                  <a:pt x="362" y="40"/>
                  <a:pt x="362" y="40"/>
                </a:cubicBezTo>
                <a:cubicBezTo>
                  <a:pt x="362" y="38"/>
                  <a:pt x="361" y="37"/>
                  <a:pt x="361" y="35"/>
                </a:cubicBezTo>
                <a:cubicBezTo>
                  <a:pt x="361" y="21"/>
                  <a:pt x="361" y="21"/>
                  <a:pt x="361" y="21"/>
                </a:cubicBezTo>
                <a:cubicBezTo>
                  <a:pt x="363" y="23"/>
                  <a:pt x="364" y="26"/>
                  <a:pt x="367" y="29"/>
                </a:cubicBezTo>
                <a:close/>
                <a:moveTo>
                  <a:pt x="367" y="121"/>
                </a:moveTo>
                <a:cubicBezTo>
                  <a:pt x="367" y="134"/>
                  <a:pt x="367" y="134"/>
                  <a:pt x="367" y="134"/>
                </a:cubicBezTo>
                <a:cubicBezTo>
                  <a:pt x="365" y="136"/>
                  <a:pt x="363" y="137"/>
                  <a:pt x="361" y="138"/>
                </a:cubicBezTo>
                <a:cubicBezTo>
                  <a:pt x="361" y="120"/>
                  <a:pt x="361" y="120"/>
                  <a:pt x="361" y="120"/>
                </a:cubicBezTo>
                <a:cubicBezTo>
                  <a:pt x="363" y="121"/>
                  <a:pt x="365" y="121"/>
                  <a:pt x="367" y="121"/>
                </a:cubicBezTo>
                <a:close/>
                <a:moveTo>
                  <a:pt x="367" y="166"/>
                </a:moveTo>
                <a:cubicBezTo>
                  <a:pt x="367" y="175"/>
                  <a:pt x="367" y="175"/>
                  <a:pt x="367" y="175"/>
                </a:cubicBezTo>
                <a:cubicBezTo>
                  <a:pt x="364" y="174"/>
                  <a:pt x="363" y="173"/>
                  <a:pt x="361" y="173"/>
                </a:cubicBezTo>
                <a:cubicBezTo>
                  <a:pt x="361" y="167"/>
                  <a:pt x="361" y="167"/>
                  <a:pt x="361" y="167"/>
                </a:cubicBezTo>
                <a:cubicBezTo>
                  <a:pt x="362" y="167"/>
                  <a:pt x="364" y="167"/>
                  <a:pt x="367" y="166"/>
                </a:cubicBezTo>
                <a:close/>
                <a:moveTo>
                  <a:pt x="367" y="188"/>
                </a:moveTo>
                <a:cubicBezTo>
                  <a:pt x="367" y="194"/>
                  <a:pt x="367" y="194"/>
                  <a:pt x="367" y="194"/>
                </a:cubicBezTo>
                <a:cubicBezTo>
                  <a:pt x="365" y="194"/>
                  <a:pt x="363" y="194"/>
                  <a:pt x="361" y="195"/>
                </a:cubicBezTo>
                <a:cubicBezTo>
                  <a:pt x="361" y="184"/>
                  <a:pt x="361" y="184"/>
                  <a:pt x="361" y="184"/>
                </a:cubicBezTo>
                <a:cubicBezTo>
                  <a:pt x="364" y="189"/>
                  <a:pt x="364" y="189"/>
                  <a:pt x="364" y="189"/>
                </a:cubicBezTo>
                <a:cubicBezTo>
                  <a:pt x="367" y="188"/>
                  <a:pt x="367" y="188"/>
                  <a:pt x="367" y="188"/>
                </a:cubicBezTo>
                <a:close/>
                <a:moveTo>
                  <a:pt x="367" y="257"/>
                </a:moveTo>
                <a:cubicBezTo>
                  <a:pt x="367" y="268"/>
                  <a:pt x="367" y="268"/>
                  <a:pt x="367" y="268"/>
                </a:cubicBezTo>
                <a:cubicBezTo>
                  <a:pt x="365" y="268"/>
                  <a:pt x="364" y="269"/>
                  <a:pt x="363" y="270"/>
                </a:cubicBezTo>
                <a:cubicBezTo>
                  <a:pt x="362" y="274"/>
                  <a:pt x="362" y="278"/>
                  <a:pt x="361" y="283"/>
                </a:cubicBezTo>
                <a:cubicBezTo>
                  <a:pt x="361" y="246"/>
                  <a:pt x="361" y="246"/>
                  <a:pt x="361" y="246"/>
                </a:cubicBezTo>
                <a:cubicBezTo>
                  <a:pt x="362" y="246"/>
                  <a:pt x="362" y="246"/>
                  <a:pt x="362" y="246"/>
                </a:cubicBezTo>
                <a:cubicBezTo>
                  <a:pt x="362" y="250"/>
                  <a:pt x="362" y="253"/>
                  <a:pt x="362" y="257"/>
                </a:cubicBezTo>
                <a:cubicBezTo>
                  <a:pt x="363" y="257"/>
                  <a:pt x="365" y="257"/>
                  <a:pt x="367" y="257"/>
                </a:cubicBezTo>
                <a:close/>
                <a:moveTo>
                  <a:pt x="367" y="299"/>
                </a:moveTo>
                <a:cubicBezTo>
                  <a:pt x="367" y="302"/>
                  <a:pt x="367" y="302"/>
                  <a:pt x="367" y="302"/>
                </a:cubicBezTo>
                <a:cubicBezTo>
                  <a:pt x="366" y="302"/>
                  <a:pt x="365" y="302"/>
                  <a:pt x="364" y="302"/>
                </a:cubicBezTo>
                <a:cubicBezTo>
                  <a:pt x="365" y="303"/>
                  <a:pt x="366" y="304"/>
                  <a:pt x="367" y="305"/>
                </a:cubicBezTo>
                <a:cubicBezTo>
                  <a:pt x="367" y="309"/>
                  <a:pt x="367" y="309"/>
                  <a:pt x="367" y="309"/>
                </a:cubicBezTo>
                <a:cubicBezTo>
                  <a:pt x="365" y="308"/>
                  <a:pt x="363" y="307"/>
                  <a:pt x="361" y="306"/>
                </a:cubicBezTo>
                <a:cubicBezTo>
                  <a:pt x="361" y="301"/>
                  <a:pt x="361" y="301"/>
                  <a:pt x="361" y="301"/>
                </a:cubicBezTo>
                <a:cubicBezTo>
                  <a:pt x="363" y="300"/>
                  <a:pt x="365" y="299"/>
                  <a:pt x="367" y="299"/>
                </a:cubicBezTo>
                <a:close/>
                <a:moveTo>
                  <a:pt x="367" y="314"/>
                </a:moveTo>
                <a:cubicBezTo>
                  <a:pt x="367" y="317"/>
                  <a:pt x="367" y="317"/>
                  <a:pt x="367" y="317"/>
                </a:cubicBezTo>
                <a:cubicBezTo>
                  <a:pt x="365" y="317"/>
                  <a:pt x="362" y="318"/>
                  <a:pt x="361" y="319"/>
                </a:cubicBezTo>
                <a:cubicBezTo>
                  <a:pt x="361" y="313"/>
                  <a:pt x="361" y="313"/>
                  <a:pt x="361" y="313"/>
                </a:cubicBezTo>
                <a:cubicBezTo>
                  <a:pt x="363" y="315"/>
                  <a:pt x="363" y="315"/>
                  <a:pt x="363" y="315"/>
                </a:cubicBezTo>
                <a:cubicBezTo>
                  <a:pt x="364" y="314"/>
                  <a:pt x="366" y="314"/>
                  <a:pt x="367" y="314"/>
                </a:cubicBezTo>
                <a:close/>
                <a:moveTo>
                  <a:pt x="367" y="378"/>
                </a:moveTo>
                <a:cubicBezTo>
                  <a:pt x="367" y="410"/>
                  <a:pt x="367" y="410"/>
                  <a:pt x="367" y="410"/>
                </a:cubicBezTo>
                <a:cubicBezTo>
                  <a:pt x="361" y="405"/>
                  <a:pt x="361" y="405"/>
                  <a:pt x="361" y="405"/>
                </a:cubicBezTo>
                <a:cubicBezTo>
                  <a:pt x="361" y="378"/>
                  <a:pt x="361" y="378"/>
                  <a:pt x="361" y="378"/>
                </a:cubicBezTo>
                <a:cubicBezTo>
                  <a:pt x="367" y="378"/>
                  <a:pt x="367" y="378"/>
                  <a:pt x="367" y="378"/>
                </a:cubicBezTo>
                <a:close/>
                <a:moveTo>
                  <a:pt x="367" y="417"/>
                </a:moveTo>
                <a:cubicBezTo>
                  <a:pt x="367" y="453"/>
                  <a:pt x="367" y="453"/>
                  <a:pt x="367" y="453"/>
                </a:cubicBezTo>
                <a:cubicBezTo>
                  <a:pt x="361" y="457"/>
                  <a:pt x="361" y="457"/>
                  <a:pt x="361" y="457"/>
                </a:cubicBezTo>
                <a:cubicBezTo>
                  <a:pt x="361" y="436"/>
                  <a:pt x="361" y="436"/>
                  <a:pt x="361" y="436"/>
                </a:cubicBezTo>
                <a:cubicBezTo>
                  <a:pt x="363" y="430"/>
                  <a:pt x="365" y="423"/>
                  <a:pt x="367" y="417"/>
                </a:cubicBezTo>
                <a:close/>
                <a:moveTo>
                  <a:pt x="367" y="487"/>
                </a:moveTo>
                <a:cubicBezTo>
                  <a:pt x="367" y="491"/>
                  <a:pt x="367" y="491"/>
                  <a:pt x="367" y="491"/>
                </a:cubicBezTo>
                <a:cubicBezTo>
                  <a:pt x="367" y="506"/>
                  <a:pt x="367" y="506"/>
                  <a:pt x="367" y="506"/>
                </a:cubicBezTo>
                <a:cubicBezTo>
                  <a:pt x="365" y="505"/>
                  <a:pt x="363" y="504"/>
                  <a:pt x="361" y="504"/>
                </a:cubicBezTo>
                <a:cubicBezTo>
                  <a:pt x="361" y="501"/>
                  <a:pt x="361" y="501"/>
                  <a:pt x="361" y="501"/>
                </a:cubicBezTo>
                <a:cubicBezTo>
                  <a:pt x="361" y="501"/>
                  <a:pt x="361" y="501"/>
                  <a:pt x="362" y="502"/>
                </a:cubicBezTo>
                <a:cubicBezTo>
                  <a:pt x="363" y="502"/>
                  <a:pt x="363" y="502"/>
                  <a:pt x="364" y="502"/>
                </a:cubicBezTo>
                <a:cubicBezTo>
                  <a:pt x="364" y="497"/>
                  <a:pt x="363" y="493"/>
                  <a:pt x="361" y="490"/>
                </a:cubicBezTo>
                <a:cubicBezTo>
                  <a:pt x="361" y="485"/>
                  <a:pt x="361" y="485"/>
                  <a:pt x="361" y="485"/>
                </a:cubicBezTo>
                <a:cubicBezTo>
                  <a:pt x="362" y="486"/>
                  <a:pt x="363" y="486"/>
                  <a:pt x="364" y="487"/>
                </a:cubicBezTo>
                <a:cubicBezTo>
                  <a:pt x="367" y="487"/>
                  <a:pt x="367" y="487"/>
                  <a:pt x="367" y="487"/>
                </a:cubicBezTo>
                <a:close/>
                <a:moveTo>
                  <a:pt x="367" y="521"/>
                </a:moveTo>
                <a:cubicBezTo>
                  <a:pt x="367" y="533"/>
                  <a:pt x="367" y="533"/>
                  <a:pt x="367" y="533"/>
                </a:cubicBezTo>
                <a:cubicBezTo>
                  <a:pt x="365" y="536"/>
                  <a:pt x="362" y="539"/>
                  <a:pt x="363" y="542"/>
                </a:cubicBezTo>
                <a:cubicBezTo>
                  <a:pt x="364" y="542"/>
                  <a:pt x="366" y="542"/>
                  <a:pt x="367" y="542"/>
                </a:cubicBezTo>
                <a:cubicBezTo>
                  <a:pt x="367" y="553"/>
                  <a:pt x="367" y="553"/>
                  <a:pt x="367" y="553"/>
                </a:cubicBezTo>
                <a:cubicBezTo>
                  <a:pt x="365" y="554"/>
                  <a:pt x="363" y="554"/>
                  <a:pt x="361" y="554"/>
                </a:cubicBezTo>
                <a:cubicBezTo>
                  <a:pt x="361" y="525"/>
                  <a:pt x="361" y="525"/>
                  <a:pt x="361" y="525"/>
                </a:cubicBezTo>
                <a:cubicBezTo>
                  <a:pt x="361" y="524"/>
                  <a:pt x="362" y="523"/>
                  <a:pt x="363" y="521"/>
                </a:cubicBezTo>
                <a:cubicBezTo>
                  <a:pt x="367" y="521"/>
                  <a:pt x="367" y="521"/>
                  <a:pt x="367" y="521"/>
                </a:cubicBezTo>
                <a:close/>
                <a:moveTo>
                  <a:pt x="367" y="572"/>
                </a:moveTo>
                <a:cubicBezTo>
                  <a:pt x="367" y="580"/>
                  <a:pt x="367" y="580"/>
                  <a:pt x="367" y="580"/>
                </a:cubicBezTo>
                <a:cubicBezTo>
                  <a:pt x="365" y="583"/>
                  <a:pt x="363" y="587"/>
                  <a:pt x="361" y="593"/>
                </a:cubicBezTo>
                <a:cubicBezTo>
                  <a:pt x="361" y="593"/>
                  <a:pt x="361" y="593"/>
                  <a:pt x="361" y="593"/>
                </a:cubicBezTo>
                <a:cubicBezTo>
                  <a:pt x="361" y="569"/>
                  <a:pt x="361" y="569"/>
                  <a:pt x="361" y="569"/>
                </a:cubicBezTo>
                <a:cubicBezTo>
                  <a:pt x="363" y="570"/>
                  <a:pt x="366" y="571"/>
                  <a:pt x="367" y="572"/>
                </a:cubicBezTo>
                <a:close/>
                <a:moveTo>
                  <a:pt x="367" y="609"/>
                </a:moveTo>
                <a:cubicBezTo>
                  <a:pt x="367" y="615"/>
                  <a:pt x="367" y="615"/>
                  <a:pt x="367" y="615"/>
                </a:cubicBezTo>
                <a:cubicBezTo>
                  <a:pt x="365" y="615"/>
                  <a:pt x="363" y="614"/>
                  <a:pt x="361" y="614"/>
                </a:cubicBezTo>
                <a:cubicBezTo>
                  <a:pt x="363" y="619"/>
                  <a:pt x="364" y="624"/>
                  <a:pt x="367" y="628"/>
                </a:cubicBezTo>
                <a:cubicBezTo>
                  <a:pt x="367" y="637"/>
                  <a:pt x="367" y="637"/>
                  <a:pt x="367" y="637"/>
                </a:cubicBezTo>
                <a:cubicBezTo>
                  <a:pt x="365" y="637"/>
                  <a:pt x="363" y="637"/>
                  <a:pt x="361" y="637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08"/>
                  <a:pt x="361" y="608"/>
                  <a:pt x="361" y="608"/>
                </a:cubicBezTo>
                <a:cubicBezTo>
                  <a:pt x="363" y="608"/>
                  <a:pt x="365" y="609"/>
                  <a:pt x="367" y="609"/>
                </a:cubicBezTo>
                <a:close/>
                <a:moveTo>
                  <a:pt x="367" y="674"/>
                </a:moveTo>
                <a:cubicBezTo>
                  <a:pt x="367" y="694"/>
                  <a:pt x="367" y="694"/>
                  <a:pt x="367" y="694"/>
                </a:cubicBezTo>
                <a:cubicBezTo>
                  <a:pt x="361" y="690"/>
                  <a:pt x="360" y="679"/>
                  <a:pt x="367" y="674"/>
                </a:cubicBezTo>
                <a:close/>
                <a:moveTo>
                  <a:pt x="367" y="702"/>
                </a:moveTo>
                <a:cubicBezTo>
                  <a:pt x="367" y="712"/>
                  <a:pt x="367" y="712"/>
                  <a:pt x="367" y="712"/>
                </a:cubicBezTo>
                <a:cubicBezTo>
                  <a:pt x="365" y="711"/>
                  <a:pt x="363" y="711"/>
                  <a:pt x="361" y="710"/>
                </a:cubicBezTo>
                <a:cubicBezTo>
                  <a:pt x="362" y="702"/>
                  <a:pt x="362" y="702"/>
                  <a:pt x="364" y="701"/>
                </a:cubicBezTo>
                <a:cubicBezTo>
                  <a:pt x="365" y="701"/>
                  <a:pt x="366" y="702"/>
                  <a:pt x="367" y="702"/>
                </a:cubicBezTo>
                <a:close/>
                <a:moveTo>
                  <a:pt x="367" y="747"/>
                </a:moveTo>
                <a:cubicBezTo>
                  <a:pt x="367" y="773"/>
                  <a:pt x="367" y="773"/>
                  <a:pt x="367" y="773"/>
                </a:cubicBezTo>
                <a:cubicBezTo>
                  <a:pt x="364" y="769"/>
                  <a:pt x="363" y="765"/>
                  <a:pt x="361" y="762"/>
                </a:cubicBezTo>
                <a:cubicBezTo>
                  <a:pt x="361" y="748"/>
                  <a:pt x="361" y="748"/>
                  <a:pt x="361" y="748"/>
                </a:cubicBezTo>
                <a:cubicBezTo>
                  <a:pt x="362" y="748"/>
                  <a:pt x="364" y="748"/>
                  <a:pt x="367" y="747"/>
                </a:cubicBezTo>
                <a:close/>
                <a:moveTo>
                  <a:pt x="354" y="3"/>
                </a:moveTo>
                <a:cubicBezTo>
                  <a:pt x="355" y="3"/>
                  <a:pt x="356" y="2"/>
                  <a:pt x="357" y="2"/>
                </a:cubicBezTo>
                <a:cubicBezTo>
                  <a:pt x="358" y="2"/>
                  <a:pt x="359" y="2"/>
                  <a:pt x="361" y="2"/>
                </a:cubicBezTo>
                <a:cubicBezTo>
                  <a:pt x="361" y="9"/>
                  <a:pt x="361" y="9"/>
                  <a:pt x="361" y="9"/>
                </a:cubicBezTo>
                <a:cubicBezTo>
                  <a:pt x="359" y="9"/>
                  <a:pt x="356" y="10"/>
                  <a:pt x="354" y="12"/>
                </a:cubicBezTo>
                <a:cubicBezTo>
                  <a:pt x="354" y="3"/>
                  <a:pt x="354" y="3"/>
                  <a:pt x="354" y="3"/>
                </a:cubicBezTo>
                <a:close/>
                <a:moveTo>
                  <a:pt x="361" y="792"/>
                </a:moveTo>
                <a:cubicBezTo>
                  <a:pt x="358" y="792"/>
                  <a:pt x="356" y="792"/>
                  <a:pt x="354" y="791"/>
                </a:cubicBezTo>
                <a:cubicBezTo>
                  <a:pt x="354" y="782"/>
                  <a:pt x="354" y="782"/>
                  <a:pt x="354" y="782"/>
                </a:cubicBezTo>
                <a:cubicBezTo>
                  <a:pt x="356" y="783"/>
                  <a:pt x="358" y="784"/>
                  <a:pt x="361" y="785"/>
                </a:cubicBezTo>
                <a:cubicBezTo>
                  <a:pt x="361" y="792"/>
                  <a:pt x="361" y="792"/>
                  <a:pt x="361" y="792"/>
                </a:cubicBezTo>
                <a:close/>
                <a:moveTo>
                  <a:pt x="361" y="21"/>
                </a:moveTo>
                <a:cubicBezTo>
                  <a:pt x="361" y="35"/>
                  <a:pt x="361" y="35"/>
                  <a:pt x="361" y="35"/>
                </a:cubicBezTo>
                <a:cubicBezTo>
                  <a:pt x="359" y="31"/>
                  <a:pt x="357" y="27"/>
                  <a:pt x="354" y="24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6" y="15"/>
                  <a:pt x="359" y="18"/>
                  <a:pt x="361" y="21"/>
                </a:cubicBezTo>
                <a:close/>
                <a:moveTo>
                  <a:pt x="361" y="40"/>
                </a:moveTo>
                <a:cubicBezTo>
                  <a:pt x="361" y="48"/>
                  <a:pt x="361" y="48"/>
                  <a:pt x="361" y="48"/>
                </a:cubicBezTo>
                <a:cubicBezTo>
                  <a:pt x="358" y="48"/>
                  <a:pt x="356" y="48"/>
                  <a:pt x="354" y="49"/>
                </a:cubicBezTo>
                <a:cubicBezTo>
                  <a:pt x="354" y="41"/>
                  <a:pt x="354" y="41"/>
                  <a:pt x="354" y="41"/>
                </a:cubicBezTo>
                <a:cubicBezTo>
                  <a:pt x="357" y="41"/>
                  <a:pt x="358" y="41"/>
                  <a:pt x="361" y="40"/>
                </a:cubicBezTo>
                <a:close/>
                <a:moveTo>
                  <a:pt x="361" y="120"/>
                </a:moveTo>
                <a:cubicBezTo>
                  <a:pt x="361" y="138"/>
                  <a:pt x="361" y="138"/>
                  <a:pt x="361" y="138"/>
                </a:cubicBezTo>
                <a:cubicBezTo>
                  <a:pt x="359" y="139"/>
                  <a:pt x="357" y="139"/>
                  <a:pt x="354" y="139"/>
                </a:cubicBezTo>
                <a:cubicBezTo>
                  <a:pt x="354" y="120"/>
                  <a:pt x="354" y="120"/>
                  <a:pt x="354" y="120"/>
                </a:cubicBezTo>
                <a:cubicBezTo>
                  <a:pt x="356" y="120"/>
                  <a:pt x="358" y="120"/>
                  <a:pt x="361" y="120"/>
                </a:cubicBezTo>
                <a:close/>
                <a:moveTo>
                  <a:pt x="361" y="167"/>
                </a:moveTo>
                <a:cubicBezTo>
                  <a:pt x="361" y="173"/>
                  <a:pt x="361" y="173"/>
                  <a:pt x="361" y="173"/>
                </a:cubicBezTo>
                <a:cubicBezTo>
                  <a:pt x="359" y="173"/>
                  <a:pt x="357" y="173"/>
                  <a:pt x="354" y="173"/>
                </a:cubicBezTo>
                <a:cubicBezTo>
                  <a:pt x="354" y="169"/>
                  <a:pt x="354" y="169"/>
                  <a:pt x="354" y="169"/>
                </a:cubicBezTo>
                <a:cubicBezTo>
                  <a:pt x="356" y="168"/>
                  <a:pt x="358" y="168"/>
                  <a:pt x="361" y="167"/>
                </a:cubicBezTo>
                <a:close/>
                <a:moveTo>
                  <a:pt x="361" y="184"/>
                </a:moveTo>
                <a:cubicBezTo>
                  <a:pt x="361" y="195"/>
                  <a:pt x="361" y="195"/>
                  <a:pt x="361" y="195"/>
                </a:cubicBezTo>
                <a:cubicBezTo>
                  <a:pt x="358" y="195"/>
                  <a:pt x="356" y="195"/>
                  <a:pt x="354" y="196"/>
                </a:cubicBezTo>
                <a:cubicBezTo>
                  <a:pt x="354" y="191"/>
                  <a:pt x="354" y="191"/>
                  <a:pt x="354" y="191"/>
                </a:cubicBezTo>
                <a:cubicBezTo>
                  <a:pt x="355" y="191"/>
                  <a:pt x="356" y="191"/>
                  <a:pt x="357" y="191"/>
                </a:cubicBezTo>
                <a:cubicBezTo>
                  <a:pt x="356" y="188"/>
                  <a:pt x="355" y="186"/>
                  <a:pt x="354" y="185"/>
                </a:cubicBezTo>
                <a:cubicBezTo>
                  <a:pt x="354" y="177"/>
                  <a:pt x="354" y="177"/>
                  <a:pt x="354" y="177"/>
                </a:cubicBezTo>
                <a:cubicBezTo>
                  <a:pt x="361" y="184"/>
                  <a:pt x="361" y="184"/>
                  <a:pt x="361" y="184"/>
                </a:cubicBezTo>
                <a:close/>
                <a:moveTo>
                  <a:pt x="361" y="246"/>
                </a:moveTo>
                <a:cubicBezTo>
                  <a:pt x="361" y="283"/>
                  <a:pt x="361" y="283"/>
                  <a:pt x="361" y="283"/>
                </a:cubicBezTo>
                <a:cubicBezTo>
                  <a:pt x="359" y="287"/>
                  <a:pt x="357" y="291"/>
                  <a:pt x="354" y="293"/>
                </a:cubicBezTo>
                <a:cubicBezTo>
                  <a:pt x="354" y="220"/>
                  <a:pt x="354" y="220"/>
                  <a:pt x="354" y="220"/>
                </a:cubicBezTo>
                <a:cubicBezTo>
                  <a:pt x="355" y="220"/>
                  <a:pt x="355" y="220"/>
                  <a:pt x="355" y="220"/>
                </a:cubicBezTo>
                <a:cubicBezTo>
                  <a:pt x="356" y="220"/>
                  <a:pt x="357" y="221"/>
                  <a:pt x="357" y="221"/>
                </a:cubicBezTo>
                <a:cubicBezTo>
                  <a:pt x="358" y="230"/>
                  <a:pt x="358" y="238"/>
                  <a:pt x="358" y="246"/>
                </a:cubicBezTo>
                <a:cubicBezTo>
                  <a:pt x="361" y="246"/>
                  <a:pt x="361" y="246"/>
                  <a:pt x="361" y="246"/>
                </a:cubicBezTo>
                <a:close/>
                <a:moveTo>
                  <a:pt x="361" y="301"/>
                </a:moveTo>
                <a:cubicBezTo>
                  <a:pt x="361" y="306"/>
                  <a:pt x="361" y="306"/>
                  <a:pt x="361" y="306"/>
                </a:cubicBezTo>
                <a:cubicBezTo>
                  <a:pt x="359" y="305"/>
                  <a:pt x="356" y="306"/>
                  <a:pt x="354" y="306"/>
                </a:cubicBezTo>
                <a:cubicBezTo>
                  <a:pt x="354" y="303"/>
                  <a:pt x="354" y="303"/>
                  <a:pt x="354" y="303"/>
                </a:cubicBezTo>
                <a:cubicBezTo>
                  <a:pt x="356" y="302"/>
                  <a:pt x="358" y="301"/>
                  <a:pt x="361" y="301"/>
                </a:cubicBezTo>
                <a:close/>
                <a:moveTo>
                  <a:pt x="361" y="313"/>
                </a:moveTo>
                <a:cubicBezTo>
                  <a:pt x="361" y="319"/>
                  <a:pt x="361" y="319"/>
                  <a:pt x="361" y="319"/>
                </a:cubicBezTo>
                <a:cubicBezTo>
                  <a:pt x="358" y="320"/>
                  <a:pt x="356" y="321"/>
                  <a:pt x="354" y="322"/>
                </a:cubicBezTo>
                <a:cubicBezTo>
                  <a:pt x="354" y="318"/>
                  <a:pt x="354" y="318"/>
                  <a:pt x="354" y="318"/>
                </a:cubicBezTo>
                <a:cubicBezTo>
                  <a:pt x="355" y="318"/>
                  <a:pt x="356" y="317"/>
                  <a:pt x="358" y="316"/>
                </a:cubicBezTo>
                <a:cubicBezTo>
                  <a:pt x="357" y="315"/>
                  <a:pt x="356" y="315"/>
                  <a:pt x="354" y="314"/>
                </a:cubicBezTo>
                <a:cubicBezTo>
                  <a:pt x="354" y="309"/>
                  <a:pt x="354" y="309"/>
                  <a:pt x="354" y="309"/>
                </a:cubicBezTo>
                <a:cubicBezTo>
                  <a:pt x="356" y="310"/>
                  <a:pt x="357" y="311"/>
                  <a:pt x="361" y="313"/>
                </a:cubicBezTo>
                <a:close/>
                <a:moveTo>
                  <a:pt x="361" y="378"/>
                </a:moveTo>
                <a:cubicBezTo>
                  <a:pt x="361" y="405"/>
                  <a:pt x="361" y="405"/>
                  <a:pt x="361" y="405"/>
                </a:cubicBezTo>
                <a:cubicBezTo>
                  <a:pt x="354" y="400"/>
                  <a:pt x="354" y="400"/>
                  <a:pt x="354" y="400"/>
                </a:cubicBezTo>
                <a:cubicBezTo>
                  <a:pt x="354" y="378"/>
                  <a:pt x="354" y="378"/>
                  <a:pt x="354" y="378"/>
                </a:cubicBezTo>
                <a:cubicBezTo>
                  <a:pt x="361" y="378"/>
                  <a:pt x="361" y="378"/>
                  <a:pt x="361" y="378"/>
                </a:cubicBezTo>
                <a:close/>
                <a:moveTo>
                  <a:pt x="361" y="436"/>
                </a:moveTo>
                <a:cubicBezTo>
                  <a:pt x="361" y="457"/>
                  <a:pt x="361" y="457"/>
                  <a:pt x="361" y="457"/>
                </a:cubicBezTo>
                <a:cubicBezTo>
                  <a:pt x="354" y="462"/>
                  <a:pt x="354" y="462"/>
                  <a:pt x="354" y="462"/>
                </a:cubicBezTo>
                <a:cubicBezTo>
                  <a:pt x="354" y="457"/>
                  <a:pt x="354" y="457"/>
                  <a:pt x="354" y="457"/>
                </a:cubicBezTo>
                <a:cubicBezTo>
                  <a:pt x="356" y="450"/>
                  <a:pt x="358" y="443"/>
                  <a:pt x="361" y="436"/>
                </a:cubicBezTo>
                <a:close/>
                <a:moveTo>
                  <a:pt x="361" y="485"/>
                </a:moveTo>
                <a:cubicBezTo>
                  <a:pt x="361" y="490"/>
                  <a:pt x="361" y="490"/>
                  <a:pt x="361" y="490"/>
                </a:cubicBezTo>
                <a:cubicBezTo>
                  <a:pt x="360" y="489"/>
                  <a:pt x="358" y="488"/>
                  <a:pt x="357" y="487"/>
                </a:cubicBezTo>
                <a:cubicBezTo>
                  <a:pt x="357" y="490"/>
                  <a:pt x="357" y="494"/>
                  <a:pt x="357" y="497"/>
                </a:cubicBezTo>
                <a:cubicBezTo>
                  <a:pt x="358" y="498"/>
                  <a:pt x="359" y="499"/>
                  <a:pt x="361" y="501"/>
                </a:cubicBezTo>
                <a:cubicBezTo>
                  <a:pt x="361" y="504"/>
                  <a:pt x="361" y="504"/>
                  <a:pt x="361" y="504"/>
                </a:cubicBezTo>
                <a:cubicBezTo>
                  <a:pt x="358" y="503"/>
                  <a:pt x="356" y="502"/>
                  <a:pt x="354" y="501"/>
                </a:cubicBezTo>
                <a:cubicBezTo>
                  <a:pt x="354" y="482"/>
                  <a:pt x="354" y="482"/>
                  <a:pt x="354" y="482"/>
                </a:cubicBezTo>
                <a:cubicBezTo>
                  <a:pt x="356" y="483"/>
                  <a:pt x="359" y="484"/>
                  <a:pt x="361" y="485"/>
                </a:cubicBezTo>
                <a:close/>
                <a:moveTo>
                  <a:pt x="361" y="525"/>
                </a:moveTo>
                <a:cubicBezTo>
                  <a:pt x="361" y="554"/>
                  <a:pt x="361" y="554"/>
                  <a:pt x="361" y="554"/>
                </a:cubicBezTo>
                <a:cubicBezTo>
                  <a:pt x="359" y="554"/>
                  <a:pt x="359" y="554"/>
                  <a:pt x="359" y="554"/>
                </a:cubicBezTo>
                <a:cubicBezTo>
                  <a:pt x="356" y="559"/>
                  <a:pt x="357" y="561"/>
                  <a:pt x="357" y="568"/>
                </a:cubicBezTo>
                <a:cubicBezTo>
                  <a:pt x="358" y="568"/>
                  <a:pt x="359" y="569"/>
                  <a:pt x="361" y="569"/>
                </a:cubicBezTo>
                <a:cubicBezTo>
                  <a:pt x="361" y="593"/>
                  <a:pt x="361" y="593"/>
                  <a:pt x="361" y="593"/>
                </a:cubicBezTo>
                <a:cubicBezTo>
                  <a:pt x="358" y="593"/>
                  <a:pt x="358" y="593"/>
                  <a:pt x="356" y="591"/>
                </a:cubicBezTo>
                <a:cubicBezTo>
                  <a:pt x="355" y="588"/>
                  <a:pt x="355" y="584"/>
                  <a:pt x="354" y="581"/>
                </a:cubicBezTo>
                <a:cubicBezTo>
                  <a:pt x="354" y="540"/>
                  <a:pt x="354" y="540"/>
                  <a:pt x="354" y="540"/>
                </a:cubicBezTo>
                <a:cubicBezTo>
                  <a:pt x="356" y="535"/>
                  <a:pt x="358" y="530"/>
                  <a:pt x="361" y="525"/>
                </a:cubicBezTo>
                <a:close/>
                <a:moveTo>
                  <a:pt x="361" y="608"/>
                </a:moveTo>
                <a:cubicBezTo>
                  <a:pt x="361" y="631"/>
                  <a:pt x="361" y="631"/>
                  <a:pt x="361" y="631"/>
                </a:cubicBezTo>
                <a:cubicBezTo>
                  <a:pt x="359" y="624"/>
                  <a:pt x="357" y="619"/>
                  <a:pt x="354" y="616"/>
                </a:cubicBezTo>
                <a:cubicBezTo>
                  <a:pt x="354" y="607"/>
                  <a:pt x="354" y="607"/>
                  <a:pt x="354" y="607"/>
                </a:cubicBezTo>
                <a:cubicBezTo>
                  <a:pt x="356" y="607"/>
                  <a:pt x="359" y="607"/>
                  <a:pt x="361" y="608"/>
                </a:cubicBezTo>
                <a:close/>
                <a:moveTo>
                  <a:pt x="361" y="631"/>
                </a:moveTo>
                <a:cubicBezTo>
                  <a:pt x="361" y="637"/>
                  <a:pt x="361" y="637"/>
                  <a:pt x="361" y="637"/>
                </a:cubicBezTo>
                <a:cubicBezTo>
                  <a:pt x="359" y="636"/>
                  <a:pt x="356" y="636"/>
                  <a:pt x="354" y="636"/>
                </a:cubicBezTo>
                <a:cubicBezTo>
                  <a:pt x="354" y="631"/>
                  <a:pt x="354" y="631"/>
                  <a:pt x="354" y="631"/>
                </a:cubicBezTo>
                <a:cubicBezTo>
                  <a:pt x="355" y="631"/>
                  <a:pt x="355" y="631"/>
                  <a:pt x="355" y="631"/>
                </a:cubicBezTo>
                <a:cubicBezTo>
                  <a:pt x="361" y="631"/>
                  <a:pt x="361" y="631"/>
                  <a:pt x="361" y="631"/>
                </a:cubicBezTo>
                <a:close/>
                <a:moveTo>
                  <a:pt x="361" y="748"/>
                </a:moveTo>
                <a:cubicBezTo>
                  <a:pt x="361" y="762"/>
                  <a:pt x="361" y="762"/>
                  <a:pt x="361" y="762"/>
                </a:cubicBezTo>
                <a:cubicBezTo>
                  <a:pt x="359" y="760"/>
                  <a:pt x="357" y="758"/>
                  <a:pt x="354" y="756"/>
                </a:cubicBezTo>
                <a:cubicBezTo>
                  <a:pt x="354" y="747"/>
                  <a:pt x="354" y="747"/>
                  <a:pt x="354" y="747"/>
                </a:cubicBezTo>
                <a:cubicBezTo>
                  <a:pt x="355" y="747"/>
                  <a:pt x="357" y="747"/>
                  <a:pt x="358" y="748"/>
                </a:cubicBezTo>
                <a:cubicBezTo>
                  <a:pt x="359" y="748"/>
                  <a:pt x="360" y="748"/>
                  <a:pt x="361" y="748"/>
                </a:cubicBezTo>
                <a:close/>
                <a:moveTo>
                  <a:pt x="354" y="217"/>
                </a:moveTo>
                <a:cubicBezTo>
                  <a:pt x="354" y="209"/>
                  <a:pt x="354" y="209"/>
                  <a:pt x="354" y="209"/>
                </a:cubicBezTo>
                <a:cubicBezTo>
                  <a:pt x="355" y="209"/>
                  <a:pt x="355" y="209"/>
                  <a:pt x="355" y="209"/>
                </a:cubicBezTo>
                <a:cubicBezTo>
                  <a:pt x="356" y="211"/>
                  <a:pt x="356" y="211"/>
                  <a:pt x="357" y="215"/>
                </a:cubicBezTo>
                <a:cubicBezTo>
                  <a:pt x="356" y="215"/>
                  <a:pt x="355" y="216"/>
                  <a:pt x="354" y="217"/>
                </a:cubicBezTo>
                <a:close/>
                <a:moveTo>
                  <a:pt x="349" y="4"/>
                </a:moveTo>
                <a:cubicBezTo>
                  <a:pt x="351" y="4"/>
                  <a:pt x="352" y="3"/>
                  <a:pt x="354" y="3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24"/>
                  <a:pt x="354" y="24"/>
                  <a:pt x="354" y="24"/>
                </a:cubicBezTo>
                <a:cubicBezTo>
                  <a:pt x="353" y="22"/>
                  <a:pt x="351" y="21"/>
                  <a:pt x="349" y="19"/>
                </a:cubicBezTo>
                <a:cubicBezTo>
                  <a:pt x="349" y="4"/>
                  <a:pt x="349" y="4"/>
                  <a:pt x="349" y="4"/>
                </a:cubicBezTo>
                <a:close/>
                <a:moveTo>
                  <a:pt x="354" y="791"/>
                </a:moveTo>
                <a:cubicBezTo>
                  <a:pt x="353" y="791"/>
                  <a:pt x="351" y="791"/>
                  <a:pt x="349" y="791"/>
                </a:cubicBezTo>
                <a:cubicBezTo>
                  <a:pt x="349" y="779"/>
                  <a:pt x="349" y="779"/>
                  <a:pt x="349" y="779"/>
                </a:cubicBezTo>
                <a:cubicBezTo>
                  <a:pt x="350" y="780"/>
                  <a:pt x="352" y="781"/>
                  <a:pt x="354" y="782"/>
                </a:cubicBezTo>
                <a:cubicBezTo>
                  <a:pt x="354" y="791"/>
                  <a:pt x="354" y="791"/>
                  <a:pt x="354" y="791"/>
                </a:cubicBezTo>
                <a:close/>
                <a:moveTo>
                  <a:pt x="354" y="41"/>
                </a:moveTo>
                <a:cubicBezTo>
                  <a:pt x="354" y="49"/>
                  <a:pt x="354" y="49"/>
                  <a:pt x="354" y="49"/>
                </a:cubicBezTo>
                <a:cubicBezTo>
                  <a:pt x="353" y="49"/>
                  <a:pt x="351" y="49"/>
                  <a:pt x="349" y="49"/>
                </a:cubicBezTo>
                <a:cubicBezTo>
                  <a:pt x="349" y="42"/>
                  <a:pt x="349" y="42"/>
                  <a:pt x="349" y="42"/>
                </a:cubicBezTo>
                <a:cubicBezTo>
                  <a:pt x="351" y="41"/>
                  <a:pt x="353" y="41"/>
                  <a:pt x="354" y="41"/>
                </a:cubicBezTo>
                <a:close/>
                <a:moveTo>
                  <a:pt x="354" y="120"/>
                </a:moveTo>
                <a:cubicBezTo>
                  <a:pt x="354" y="139"/>
                  <a:pt x="354" y="139"/>
                  <a:pt x="354" y="139"/>
                </a:cubicBezTo>
                <a:cubicBezTo>
                  <a:pt x="353" y="140"/>
                  <a:pt x="351" y="140"/>
                  <a:pt x="349" y="140"/>
                </a:cubicBezTo>
                <a:cubicBezTo>
                  <a:pt x="349" y="119"/>
                  <a:pt x="349" y="119"/>
                  <a:pt x="349" y="119"/>
                </a:cubicBezTo>
                <a:cubicBezTo>
                  <a:pt x="351" y="119"/>
                  <a:pt x="353" y="119"/>
                  <a:pt x="354" y="120"/>
                </a:cubicBezTo>
                <a:close/>
                <a:moveTo>
                  <a:pt x="354" y="169"/>
                </a:moveTo>
                <a:cubicBezTo>
                  <a:pt x="354" y="173"/>
                  <a:pt x="354" y="173"/>
                  <a:pt x="354" y="173"/>
                </a:cubicBezTo>
                <a:cubicBezTo>
                  <a:pt x="353" y="174"/>
                  <a:pt x="353" y="174"/>
                  <a:pt x="351" y="174"/>
                </a:cubicBezTo>
                <a:cubicBezTo>
                  <a:pt x="354" y="177"/>
                  <a:pt x="354" y="177"/>
                  <a:pt x="354" y="177"/>
                </a:cubicBezTo>
                <a:cubicBezTo>
                  <a:pt x="354" y="185"/>
                  <a:pt x="354" y="185"/>
                  <a:pt x="354" y="185"/>
                </a:cubicBezTo>
                <a:cubicBezTo>
                  <a:pt x="353" y="183"/>
                  <a:pt x="351" y="181"/>
                  <a:pt x="349" y="180"/>
                </a:cubicBezTo>
                <a:cubicBezTo>
                  <a:pt x="349" y="169"/>
                  <a:pt x="349" y="169"/>
                  <a:pt x="349" y="169"/>
                </a:cubicBezTo>
                <a:cubicBezTo>
                  <a:pt x="351" y="169"/>
                  <a:pt x="352" y="169"/>
                  <a:pt x="354" y="169"/>
                </a:cubicBezTo>
                <a:close/>
                <a:moveTo>
                  <a:pt x="354" y="191"/>
                </a:moveTo>
                <a:cubicBezTo>
                  <a:pt x="354" y="196"/>
                  <a:pt x="354" y="196"/>
                  <a:pt x="354" y="196"/>
                </a:cubicBezTo>
                <a:cubicBezTo>
                  <a:pt x="352" y="196"/>
                  <a:pt x="351" y="197"/>
                  <a:pt x="349" y="197"/>
                </a:cubicBezTo>
                <a:cubicBezTo>
                  <a:pt x="349" y="192"/>
                  <a:pt x="349" y="192"/>
                  <a:pt x="349" y="192"/>
                </a:cubicBezTo>
                <a:cubicBezTo>
                  <a:pt x="351" y="192"/>
                  <a:pt x="353" y="192"/>
                  <a:pt x="354" y="191"/>
                </a:cubicBezTo>
                <a:close/>
                <a:moveTo>
                  <a:pt x="354" y="209"/>
                </a:moveTo>
                <a:cubicBezTo>
                  <a:pt x="354" y="217"/>
                  <a:pt x="354" y="217"/>
                  <a:pt x="354" y="217"/>
                </a:cubicBezTo>
                <a:cubicBezTo>
                  <a:pt x="353" y="218"/>
                  <a:pt x="351" y="219"/>
                  <a:pt x="349" y="220"/>
                </a:cubicBezTo>
                <a:cubicBezTo>
                  <a:pt x="349" y="210"/>
                  <a:pt x="349" y="210"/>
                  <a:pt x="349" y="210"/>
                </a:cubicBezTo>
                <a:cubicBezTo>
                  <a:pt x="351" y="209"/>
                  <a:pt x="353" y="209"/>
                  <a:pt x="354" y="209"/>
                </a:cubicBezTo>
                <a:close/>
                <a:moveTo>
                  <a:pt x="354" y="220"/>
                </a:moveTo>
                <a:cubicBezTo>
                  <a:pt x="354" y="293"/>
                  <a:pt x="354" y="293"/>
                  <a:pt x="354" y="293"/>
                </a:cubicBezTo>
                <a:cubicBezTo>
                  <a:pt x="353" y="294"/>
                  <a:pt x="351" y="295"/>
                  <a:pt x="349" y="295"/>
                </a:cubicBezTo>
                <a:cubicBezTo>
                  <a:pt x="349" y="283"/>
                  <a:pt x="349" y="283"/>
                  <a:pt x="349" y="283"/>
                </a:cubicBezTo>
                <a:cubicBezTo>
                  <a:pt x="351" y="281"/>
                  <a:pt x="353" y="278"/>
                  <a:pt x="354" y="273"/>
                </a:cubicBezTo>
                <a:cubicBezTo>
                  <a:pt x="352" y="274"/>
                  <a:pt x="350" y="274"/>
                  <a:pt x="349" y="275"/>
                </a:cubicBezTo>
                <a:cubicBezTo>
                  <a:pt x="349" y="242"/>
                  <a:pt x="349" y="242"/>
                  <a:pt x="349" y="242"/>
                </a:cubicBezTo>
                <a:cubicBezTo>
                  <a:pt x="350" y="241"/>
                  <a:pt x="350" y="241"/>
                  <a:pt x="350" y="241"/>
                </a:cubicBezTo>
                <a:cubicBezTo>
                  <a:pt x="350" y="241"/>
                  <a:pt x="349" y="241"/>
                  <a:pt x="349" y="241"/>
                </a:cubicBezTo>
                <a:cubicBezTo>
                  <a:pt x="349" y="222"/>
                  <a:pt x="349" y="222"/>
                  <a:pt x="349" y="222"/>
                </a:cubicBezTo>
                <a:cubicBezTo>
                  <a:pt x="351" y="222"/>
                  <a:pt x="353" y="221"/>
                  <a:pt x="354" y="220"/>
                </a:cubicBezTo>
                <a:close/>
                <a:moveTo>
                  <a:pt x="354" y="303"/>
                </a:moveTo>
                <a:cubicBezTo>
                  <a:pt x="354" y="306"/>
                  <a:pt x="354" y="306"/>
                  <a:pt x="354" y="306"/>
                </a:cubicBezTo>
                <a:cubicBezTo>
                  <a:pt x="354" y="307"/>
                  <a:pt x="353" y="307"/>
                  <a:pt x="353" y="307"/>
                </a:cubicBezTo>
                <a:cubicBezTo>
                  <a:pt x="353" y="308"/>
                  <a:pt x="354" y="308"/>
                  <a:pt x="354" y="309"/>
                </a:cubicBezTo>
                <a:cubicBezTo>
                  <a:pt x="354" y="314"/>
                  <a:pt x="354" y="314"/>
                  <a:pt x="354" y="314"/>
                </a:cubicBezTo>
                <a:cubicBezTo>
                  <a:pt x="353" y="313"/>
                  <a:pt x="351" y="312"/>
                  <a:pt x="349" y="311"/>
                </a:cubicBezTo>
                <a:cubicBezTo>
                  <a:pt x="349" y="305"/>
                  <a:pt x="349" y="305"/>
                  <a:pt x="349" y="305"/>
                </a:cubicBezTo>
                <a:cubicBezTo>
                  <a:pt x="351" y="304"/>
                  <a:pt x="353" y="304"/>
                  <a:pt x="354" y="303"/>
                </a:cubicBezTo>
                <a:close/>
                <a:moveTo>
                  <a:pt x="354" y="318"/>
                </a:moveTo>
                <a:cubicBezTo>
                  <a:pt x="354" y="322"/>
                  <a:pt x="354" y="322"/>
                  <a:pt x="354" y="322"/>
                </a:cubicBezTo>
                <a:cubicBezTo>
                  <a:pt x="352" y="323"/>
                  <a:pt x="350" y="325"/>
                  <a:pt x="349" y="326"/>
                </a:cubicBezTo>
                <a:cubicBezTo>
                  <a:pt x="349" y="319"/>
                  <a:pt x="349" y="319"/>
                  <a:pt x="349" y="319"/>
                </a:cubicBezTo>
                <a:cubicBezTo>
                  <a:pt x="350" y="319"/>
                  <a:pt x="350" y="319"/>
                  <a:pt x="350" y="319"/>
                </a:cubicBezTo>
                <a:cubicBezTo>
                  <a:pt x="352" y="319"/>
                  <a:pt x="353" y="319"/>
                  <a:pt x="354" y="318"/>
                </a:cubicBezTo>
                <a:close/>
                <a:moveTo>
                  <a:pt x="354" y="378"/>
                </a:moveTo>
                <a:cubicBezTo>
                  <a:pt x="354" y="400"/>
                  <a:pt x="354" y="400"/>
                  <a:pt x="354" y="400"/>
                </a:cubicBezTo>
                <a:cubicBezTo>
                  <a:pt x="349" y="396"/>
                  <a:pt x="349" y="396"/>
                  <a:pt x="349" y="396"/>
                </a:cubicBezTo>
                <a:cubicBezTo>
                  <a:pt x="349" y="378"/>
                  <a:pt x="349" y="378"/>
                  <a:pt x="349" y="378"/>
                </a:cubicBezTo>
                <a:cubicBezTo>
                  <a:pt x="354" y="378"/>
                  <a:pt x="354" y="378"/>
                  <a:pt x="354" y="378"/>
                </a:cubicBezTo>
                <a:close/>
                <a:moveTo>
                  <a:pt x="354" y="457"/>
                </a:moveTo>
                <a:cubicBezTo>
                  <a:pt x="354" y="462"/>
                  <a:pt x="354" y="462"/>
                  <a:pt x="354" y="462"/>
                </a:cubicBezTo>
                <a:cubicBezTo>
                  <a:pt x="353" y="463"/>
                  <a:pt x="353" y="463"/>
                  <a:pt x="353" y="463"/>
                </a:cubicBezTo>
                <a:cubicBezTo>
                  <a:pt x="354" y="457"/>
                  <a:pt x="354" y="457"/>
                  <a:pt x="354" y="457"/>
                </a:cubicBezTo>
                <a:close/>
                <a:moveTo>
                  <a:pt x="354" y="482"/>
                </a:moveTo>
                <a:cubicBezTo>
                  <a:pt x="354" y="501"/>
                  <a:pt x="354" y="501"/>
                  <a:pt x="354" y="501"/>
                </a:cubicBezTo>
                <a:cubicBezTo>
                  <a:pt x="352" y="501"/>
                  <a:pt x="351" y="500"/>
                  <a:pt x="349" y="499"/>
                </a:cubicBezTo>
                <a:cubicBezTo>
                  <a:pt x="349" y="496"/>
                  <a:pt x="349" y="496"/>
                  <a:pt x="349" y="496"/>
                </a:cubicBezTo>
                <a:cubicBezTo>
                  <a:pt x="349" y="496"/>
                  <a:pt x="350" y="497"/>
                  <a:pt x="350" y="497"/>
                </a:cubicBezTo>
                <a:cubicBezTo>
                  <a:pt x="351" y="497"/>
                  <a:pt x="352" y="497"/>
                  <a:pt x="353" y="497"/>
                </a:cubicBezTo>
                <a:cubicBezTo>
                  <a:pt x="351" y="491"/>
                  <a:pt x="352" y="487"/>
                  <a:pt x="349" y="483"/>
                </a:cubicBezTo>
                <a:cubicBezTo>
                  <a:pt x="349" y="479"/>
                  <a:pt x="349" y="479"/>
                  <a:pt x="349" y="479"/>
                </a:cubicBezTo>
                <a:cubicBezTo>
                  <a:pt x="351" y="480"/>
                  <a:pt x="352" y="481"/>
                  <a:pt x="354" y="482"/>
                </a:cubicBezTo>
                <a:close/>
                <a:moveTo>
                  <a:pt x="354" y="540"/>
                </a:moveTo>
                <a:cubicBezTo>
                  <a:pt x="354" y="581"/>
                  <a:pt x="354" y="581"/>
                  <a:pt x="354" y="581"/>
                </a:cubicBezTo>
                <a:cubicBezTo>
                  <a:pt x="354" y="579"/>
                  <a:pt x="354" y="579"/>
                  <a:pt x="354" y="579"/>
                </a:cubicBezTo>
                <a:cubicBezTo>
                  <a:pt x="352" y="579"/>
                  <a:pt x="351" y="578"/>
                  <a:pt x="349" y="578"/>
                </a:cubicBezTo>
                <a:cubicBezTo>
                  <a:pt x="349" y="556"/>
                  <a:pt x="349" y="556"/>
                  <a:pt x="349" y="556"/>
                </a:cubicBezTo>
                <a:cubicBezTo>
                  <a:pt x="351" y="551"/>
                  <a:pt x="352" y="546"/>
                  <a:pt x="354" y="540"/>
                </a:cubicBezTo>
                <a:close/>
                <a:moveTo>
                  <a:pt x="354" y="607"/>
                </a:moveTo>
                <a:cubicBezTo>
                  <a:pt x="354" y="616"/>
                  <a:pt x="354" y="616"/>
                  <a:pt x="354" y="616"/>
                </a:cubicBezTo>
                <a:cubicBezTo>
                  <a:pt x="353" y="614"/>
                  <a:pt x="351" y="613"/>
                  <a:pt x="349" y="612"/>
                </a:cubicBezTo>
                <a:cubicBezTo>
                  <a:pt x="349" y="606"/>
                  <a:pt x="349" y="606"/>
                  <a:pt x="349" y="606"/>
                </a:cubicBezTo>
                <a:cubicBezTo>
                  <a:pt x="351" y="606"/>
                  <a:pt x="353" y="606"/>
                  <a:pt x="354" y="607"/>
                </a:cubicBezTo>
                <a:close/>
                <a:moveTo>
                  <a:pt x="354" y="631"/>
                </a:moveTo>
                <a:cubicBezTo>
                  <a:pt x="354" y="636"/>
                  <a:pt x="354" y="636"/>
                  <a:pt x="354" y="636"/>
                </a:cubicBezTo>
                <a:cubicBezTo>
                  <a:pt x="353" y="636"/>
                  <a:pt x="351" y="635"/>
                  <a:pt x="349" y="635"/>
                </a:cubicBezTo>
                <a:cubicBezTo>
                  <a:pt x="349" y="628"/>
                  <a:pt x="349" y="628"/>
                  <a:pt x="349" y="628"/>
                </a:cubicBezTo>
                <a:cubicBezTo>
                  <a:pt x="351" y="629"/>
                  <a:pt x="352" y="630"/>
                  <a:pt x="354" y="631"/>
                </a:cubicBezTo>
                <a:close/>
                <a:moveTo>
                  <a:pt x="354" y="747"/>
                </a:moveTo>
                <a:cubicBezTo>
                  <a:pt x="354" y="756"/>
                  <a:pt x="354" y="756"/>
                  <a:pt x="354" y="756"/>
                </a:cubicBezTo>
                <a:cubicBezTo>
                  <a:pt x="353" y="755"/>
                  <a:pt x="351" y="755"/>
                  <a:pt x="349" y="754"/>
                </a:cubicBezTo>
                <a:cubicBezTo>
                  <a:pt x="349" y="745"/>
                  <a:pt x="349" y="745"/>
                  <a:pt x="349" y="745"/>
                </a:cubicBezTo>
                <a:cubicBezTo>
                  <a:pt x="351" y="746"/>
                  <a:pt x="352" y="746"/>
                  <a:pt x="354" y="747"/>
                </a:cubicBezTo>
                <a:close/>
                <a:moveTo>
                  <a:pt x="344" y="5"/>
                </a:moveTo>
                <a:cubicBezTo>
                  <a:pt x="346" y="4"/>
                  <a:pt x="347" y="4"/>
                  <a:pt x="349" y="4"/>
                </a:cubicBezTo>
                <a:cubicBezTo>
                  <a:pt x="349" y="19"/>
                  <a:pt x="349" y="19"/>
                  <a:pt x="349" y="19"/>
                </a:cubicBezTo>
                <a:cubicBezTo>
                  <a:pt x="347" y="18"/>
                  <a:pt x="346" y="17"/>
                  <a:pt x="344" y="17"/>
                </a:cubicBezTo>
                <a:cubicBezTo>
                  <a:pt x="344" y="5"/>
                  <a:pt x="344" y="5"/>
                  <a:pt x="344" y="5"/>
                </a:cubicBezTo>
                <a:close/>
                <a:moveTo>
                  <a:pt x="349" y="791"/>
                </a:moveTo>
                <a:cubicBezTo>
                  <a:pt x="347" y="791"/>
                  <a:pt x="346" y="790"/>
                  <a:pt x="344" y="790"/>
                </a:cubicBezTo>
                <a:cubicBezTo>
                  <a:pt x="344" y="772"/>
                  <a:pt x="344" y="772"/>
                  <a:pt x="344" y="772"/>
                </a:cubicBezTo>
                <a:cubicBezTo>
                  <a:pt x="346" y="775"/>
                  <a:pt x="347" y="777"/>
                  <a:pt x="349" y="779"/>
                </a:cubicBezTo>
                <a:cubicBezTo>
                  <a:pt x="349" y="791"/>
                  <a:pt x="349" y="791"/>
                  <a:pt x="349" y="791"/>
                </a:cubicBezTo>
                <a:close/>
                <a:moveTo>
                  <a:pt x="349" y="42"/>
                </a:moveTo>
                <a:cubicBezTo>
                  <a:pt x="349" y="49"/>
                  <a:pt x="349" y="49"/>
                  <a:pt x="349" y="49"/>
                </a:cubicBezTo>
                <a:cubicBezTo>
                  <a:pt x="344" y="50"/>
                  <a:pt x="344" y="50"/>
                  <a:pt x="344" y="50"/>
                </a:cubicBezTo>
                <a:cubicBezTo>
                  <a:pt x="344" y="41"/>
                  <a:pt x="344" y="41"/>
                  <a:pt x="344" y="41"/>
                </a:cubicBezTo>
                <a:cubicBezTo>
                  <a:pt x="345" y="41"/>
                  <a:pt x="345" y="41"/>
                  <a:pt x="345" y="42"/>
                </a:cubicBezTo>
                <a:cubicBezTo>
                  <a:pt x="349" y="42"/>
                  <a:pt x="349" y="42"/>
                  <a:pt x="349" y="42"/>
                </a:cubicBezTo>
                <a:close/>
                <a:moveTo>
                  <a:pt x="349" y="119"/>
                </a:moveTo>
                <a:cubicBezTo>
                  <a:pt x="349" y="140"/>
                  <a:pt x="349" y="140"/>
                  <a:pt x="349" y="140"/>
                </a:cubicBezTo>
                <a:cubicBezTo>
                  <a:pt x="347" y="140"/>
                  <a:pt x="346" y="140"/>
                  <a:pt x="344" y="140"/>
                </a:cubicBezTo>
                <a:cubicBezTo>
                  <a:pt x="344" y="118"/>
                  <a:pt x="344" y="118"/>
                  <a:pt x="344" y="118"/>
                </a:cubicBezTo>
                <a:cubicBezTo>
                  <a:pt x="346" y="118"/>
                  <a:pt x="347" y="118"/>
                  <a:pt x="349" y="119"/>
                </a:cubicBezTo>
                <a:close/>
                <a:moveTo>
                  <a:pt x="349" y="169"/>
                </a:moveTo>
                <a:cubicBezTo>
                  <a:pt x="349" y="180"/>
                  <a:pt x="349" y="180"/>
                  <a:pt x="349" y="180"/>
                </a:cubicBezTo>
                <a:cubicBezTo>
                  <a:pt x="347" y="180"/>
                  <a:pt x="346" y="179"/>
                  <a:pt x="344" y="179"/>
                </a:cubicBezTo>
                <a:cubicBezTo>
                  <a:pt x="344" y="171"/>
                  <a:pt x="344" y="171"/>
                  <a:pt x="344" y="171"/>
                </a:cubicBezTo>
                <a:cubicBezTo>
                  <a:pt x="346" y="170"/>
                  <a:pt x="347" y="170"/>
                  <a:pt x="349" y="169"/>
                </a:cubicBezTo>
                <a:close/>
                <a:moveTo>
                  <a:pt x="349" y="192"/>
                </a:moveTo>
                <a:cubicBezTo>
                  <a:pt x="349" y="197"/>
                  <a:pt x="349" y="197"/>
                  <a:pt x="349" y="197"/>
                </a:cubicBezTo>
                <a:cubicBezTo>
                  <a:pt x="347" y="197"/>
                  <a:pt x="346" y="198"/>
                  <a:pt x="344" y="198"/>
                </a:cubicBezTo>
                <a:cubicBezTo>
                  <a:pt x="344" y="190"/>
                  <a:pt x="344" y="190"/>
                  <a:pt x="344" y="190"/>
                </a:cubicBezTo>
                <a:cubicBezTo>
                  <a:pt x="345" y="191"/>
                  <a:pt x="346" y="192"/>
                  <a:pt x="346" y="192"/>
                </a:cubicBezTo>
                <a:cubicBezTo>
                  <a:pt x="349" y="192"/>
                  <a:pt x="349" y="192"/>
                  <a:pt x="349" y="192"/>
                </a:cubicBezTo>
                <a:close/>
                <a:moveTo>
                  <a:pt x="349" y="210"/>
                </a:moveTo>
                <a:cubicBezTo>
                  <a:pt x="349" y="220"/>
                  <a:pt x="349" y="220"/>
                  <a:pt x="349" y="220"/>
                </a:cubicBezTo>
                <a:cubicBezTo>
                  <a:pt x="347" y="220"/>
                  <a:pt x="346" y="221"/>
                  <a:pt x="344" y="222"/>
                </a:cubicBezTo>
                <a:cubicBezTo>
                  <a:pt x="344" y="211"/>
                  <a:pt x="344" y="211"/>
                  <a:pt x="344" y="211"/>
                </a:cubicBezTo>
                <a:cubicBezTo>
                  <a:pt x="346" y="210"/>
                  <a:pt x="347" y="210"/>
                  <a:pt x="349" y="210"/>
                </a:cubicBezTo>
                <a:close/>
                <a:moveTo>
                  <a:pt x="349" y="222"/>
                </a:moveTo>
                <a:cubicBezTo>
                  <a:pt x="349" y="241"/>
                  <a:pt x="349" y="241"/>
                  <a:pt x="349" y="241"/>
                </a:cubicBezTo>
                <a:cubicBezTo>
                  <a:pt x="347" y="241"/>
                  <a:pt x="346" y="241"/>
                  <a:pt x="344" y="241"/>
                </a:cubicBezTo>
                <a:cubicBezTo>
                  <a:pt x="344" y="234"/>
                  <a:pt x="344" y="234"/>
                  <a:pt x="344" y="234"/>
                </a:cubicBezTo>
                <a:cubicBezTo>
                  <a:pt x="345" y="234"/>
                  <a:pt x="346" y="233"/>
                  <a:pt x="348" y="233"/>
                </a:cubicBezTo>
                <a:cubicBezTo>
                  <a:pt x="348" y="233"/>
                  <a:pt x="348" y="232"/>
                  <a:pt x="348" y="231"/>
                </a:cubicBezTo>
                <a:cubicBezTo>
                  <a:pt x="346" y="231"/>
                  <a:pt x="345" y="232"/>
                  <a:pt x="344" y="232"/>
                </a:cubicBezTo>
                <a:cubicBezTo>
                  <a:pt x="344" y="224"/>
                  <a:pt x="344" y="224"/>
                  <a:pt x="344" y="224"/>
                </a:cubicBezTo>
                <a:cubicBezTo>
                  <a:pt x="349" y="222"/>
                  <a:pt x="349" y="222"/>
                  <a:pt x="349" y="222"/>
                </a:cubicBezTo>
                <a:close/>
                <a:moveTo>
                  <a:pt x="349" y="242"/>
                </a:moveTo>
                <a:cubicBezTo>
                  <a:pt x="349" y="275"/>
                  <a:pt x="349" y="275"/>
                  <a:pt x="349" y="275"/>
                </a:cubicBezTo>
                <a:cubicBezTo>
                  <a:pt x="347" y="275"/>
                  <a:pt x="346" y="276"/>
                  <a:pt x="344" y="27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45"/>
                  <a:pt x="344" y="245"/>
                  <a:pt x="344" y="245"/>
                </a:cubicBezTo>
                <a:cubicBezTo>
                  <a:pt x="346" y="244"/>
                  <a:pt x="347" y="243"/>
                  <a:pt x="349" y="242"/>
                </a:cubicBezTo>
                <a:close/>
                <a:moveTo>
                  <a:pt x="349" y="283"/>
                </a:moveTo>
                <a:cubicBezTo>
                  <a:pt x="349" y="295"/>
                  <a:pt x="349" y="295"/>
                  <a:pt x="349" y="295"/>
                </a:cubicBezTo>
                <a:cubicBezTo>
                  <a:pt x="348" y="295"/>
                  <a:pt x="347" y="295"/>
                  <a:pt x="346" y="295"/>
                </a:cubicBezTo>
                <a:cubicBezTo>
                  <a:pt x="346" y="295"/>
                  <a:pt x="345" y="294"/>
                  <a:pt x="344" y="294"/>
                </a:cubicBezTo>
                <a:cubicBezTo>
                  <a:pt x="344" y="285"/>
                  <a:pt x="344" y="285"/>
                  <a:pt x="344" y="285"/>
                </a:cubicBezTo>
                <a:cubicBezTo>
                  <a:pt x="346" y="284"/>
                  <a:pt x="348" y="283"/>
                  <a:pt x="349" y="283"/>
                </a:cubicBezTo>
                <a:close/>
                <a:moveTo>
                  <a:pt x="349" y="305"/>
                </a:moveTo>
                <a:cubicBezTo>
                  <a:pt x="349" y="311"/>
                  <a:pt x="349" y="311"/>
                  <a:pt x="349" y="311"/>
                </a:cubicBezTo>
                <a:cubicBezTo>
                  <a:pt x="347" y="311"/>
                  <a:pt x="346" y="311"/>
                  <a:pt x="344" y="312"/>
                </a:cubicBezTo>
                <a:cubicBezTo>
                  <a:pt x="344" y="307"/>
                  <a:pt x="344" y="307"/>
                  <a:pt x="344" y="307"/>
                </a:cubicBezTo>
                <a:cubicBezTo>
                  <a:pt x="346" y="306"/>
                  <a:pt x="347" y="306"/>
                  <a:pt x="349" y="305"/>
                </a:cubicBezTo>
                <a:close/>
                <a:moveTo>
                  <a:pt x="349" y="319"/>
                </a:moveTo>
                <a:cubicBezTo>
                  <a:pt x="349" y="326"/>
                  <a:pt x="349" y="326"/>
                  <a:pt x="349" y="326"/>
                </a:cubicBezTo>
                <a:cubicBezTo>
                  <a:pt x="349" y="326"/>
                  <a:pt x="348" y="327"/>
                  <a:pt x="348" y="327"/>
                </a:cubicBezTo>
                <a:cubicBezTo>
                  <a:pt x="346" y="327"/>
                  <a:pt x="345" y="328"/>
                  <a:pt x="344" y="329"/>
                </a:cubicBezTo>
                <a:cubicBezTo>
                  <a:pt x="344" y="324"/>
                  <a:pt x="344" y="324"/>
                  <a:pt x="344" y="324"/>
                </a:cubicBezTo>
                <a:cubicBezTo>
                  <a:pt x="345" y="324"/>
                  <a:pt x="346" y="323"/>
                  <a:pt x="348" y="322"/>
                </a:cubicBezTo>
                <a:cubicBezTo>
                  <a:pt x="346" y="321"/>
                  <a:pt x="345" y="321"/>
                  <a:pt x="344" y="320"/>
                </a:cubicBezTo>
                <a:cubicBezTo>
                  <a:pt x="344" y="316"/>
                  <a:pt x="344" y="316"/>
                  <a:pt x="344" y="316"/>
                </a:cubicBezTo>
                <a:cubicBezTo>
                  <a:pt x="346" y="317"/>
                  <a:pt x="347" y="318"/>
                  <a:pt x="349" y="319"/>
                </a:cubicBezTo>
                <a:close/>
                <a:moveTo>
                  <a:pt x="349" y="378"/>
                </a:moveTo>
                <a:cubicBezTo>
                  <a:pt x="349" y="396"/>
                  <a:pt x="349" y="396"/>
                  <a:pt x="349" y="396"/>
                </a:cubicBezTo>
                <a:cubicBezTo>
                  <a:pt x="344" y="393"/>
                  <a:pt x="344" y="393"/>
                  <a:pt x="344" y="393"/>
                </a:cubicBezTo>
                <a:cubicBezTo>
                  <a:pt x="344" y="378"/>
                  <a:pt x="344" y="378"/>
                  <a:pt x="344" y="378"/>
                </a:cubicBezTo>
                <a:cubicBezTo>
                  <a:pt x="349" y="378"/>
                  <a:pt x="349" y="378"/>
                  <a:pt x="349" y="378"/>
                </a:cubicBezTo>
                <a:close/>
                <a:moveTo>
                  <a:pt x="349" y="479"/>
                </a:moveTo>
                <a:cubicBezTo>
                  <a:pt x="349" y="483"/>
                  <a:pt x="349" y="483"/>
                  <a:pt x="349" y="483"/>
                </a:cubicBezTo>
                <a:cubicBezTo>
                  <a:pt x="348" y="482"/>
                  <a:pt x="347" y="481"/>
                  <a:pt x="346" y="481"/>
                </a:cubicBezTo>
                <a:cubicBezTo>
                  <a:pt x="345" y="488"/>
                  <a:pt x="344" y="491"/>
                  <a:pt x="349" y="496"/>
                </a:cubicBezTo>
                <a:cubicBezTo>
                  <a:pt x="349" y="499"/>
                  <a:pt x="349" y="499"/>
                  <a:pt x="349" y="499"/>
                </a:cubicBezTo>
                <a:cubicBezTo>
                  <a:pt x="347" y="498"/>
                  <a:pt x="346" y="498"/>
                  <a:pt x="344" y="497"/>
                </a:cubicBezTo>
                <a:cubicBezTo>
                  <a:pt x="344" y="476"/>
                  <a:pt x="344" y="476"/>
                  <a:pt x="344" y="476"/>
                </a:cubicBezTo>
                <a:cubicBezTo>
                  <a:pt x="346" y="477"/>
                  <a:pt x="347" y="478"/>
                  <a:pt x="349" y="479"/>
                </a:cubicBezTo>
                <a:close/>
                <a:moveTo>
                  <a:pt x="349" y="556"/>
                </a:moveTo>
                <a:cubicBezTo>
                  <a:pt x="349" y="578"/>
                  <a:pt x="349" y="578"/>
                  <a:pt x="349" y="578"/>
                </a:cubicBezTo>
                <a:cubicBezTo>
                  <a:pt x="348" y="578"/>
                  <a:pt x="348" y="578"/>
                  <a:pt x="348" y="578"/>
                </a:cubicBezTo>
                <a:cubicBezTo>
                  <a:pt x="346" y="582"/>
                  <a:pt x="345" y="585"/>
                  <a:pt x="344" y="588"/>
                </a:cubicBezTo>
                <a:cubicBezTo>
                  <a:pt x="344" y="564"/>
                  <a:pt x="344" y="564"/>
                  <a:pt x="344" y="564"/>
                </a:cubicBezTo>
                <a:cubicBezTo>
                  <a:pt x="345" y="563"/>
                  <a:pt x="346" y="562"/>
                  <a:pt x="347" y="561"/>
                </a:cubicBezTo>
                <a:cubicBezTo>
                  <a:pt x="348" y="559"/>
                  <a:pt x="348" y="558"/>
                  <a:pt x="349" y="556"/>
                </a:cubicBezTo>
                <a:close/>
                <a:moveTo>
                  <a:pt x="349" y="606"/>
                </a:moveTo>
                <a:cubicBezTo>
                  <a:pt x="349" y="612"/>
                  <a:pt x="349" y="612"/>
                  <a:pt x="349" y="612"/>
                </a:cubicBezTo>
                <a:cubicBezTo>
                  <a:pt x="348" y="611"/>
                  <a:pt x="346" y="611"/>
                  <a:pt x="344" y="610"/>
                </a:cubicBezTo>
                <a:cubicBezTo>
                  <a:pt x="344" y="605"/>
                  <a:pt x="344" y="605"/>
                  <a:pt x="344" y="605"/>
                </a:cubicBezTo>
                <a:cubicBezTo>
                  <a:pt x="346" y="605"/>
                  <a:pt x="347" y="606"/>
                  <a:pt x="349" y="606"/>
                </a:cubicBezTo>
                <a:close/>
                <a:moveTo>
                  <a:pt x="349" y="628"/>
                </a:moveTo>
                <a:cubicBezTo>
                  <a:pt x="349" y="635"/>
                  <a:pt x="349" y="635"/>
                  <a:pt x="349" y="635"/>
                </a:cubicBezTo>
                <a:cubicBezTo>
                  <a:pt x="347" y="635"/>
                  <a:pt x="346" y="635"/>
                  <a:pt x="344" y="634"/>
                </a:cubicBezTo>
                <a:cubicBezTo>
                  <a:pt x="344" y="614"/>
                  <a:pt x="344" y="614"/>
                  <a:pt x="344" y="614"/>
                </a:cubicBezTo>
                <a:cubicBezTo>
                  <a:pt x="345" y="619"/>
                  <a:pt x="346" y="623"/>
                  <a:pt x="348" y="628"/>
                </a:cubicBezTo>
                <a:cubicBezTo>
                  <a:pt x="349" y="628"/>
                  <a:pt x="349" y="628"/>
                  <a:pt x="349" y="628"/>
                </a:cubicBezTo>
                <a:close/>
                <a:moveTo>
                  <a:pt x="349" y="745"/>
                </a:moveTo>
                <a:cubicBezTo>
                  <a:pt x="349" y="754"/>
                  <a:pt x="349" y="754"/>
                  <a:pt x="349" y="754"/>
                </a:cubicBezTo>
                <a:cubicBezTo>
                  <a:pt x="347" y="753"/>
                  <a:pt x="346" y="753"/>
                  <a:pt x="344" y="753"/>
                </a:cubicBezTo>
                <a:cubicBezTo>
                  <a:pt x="344" y="745"/>
                  <a:pt x="344" y="745"/>
                  <a:pt x="344" y="745"/>
                </a:cubicBezTo>
                <a:cubicBezTo>
                  <a:pt x="346" y="745"/>
                  <a:pt x="347" y="745"/>
                  <a:pt x="349" y="745"/>
                </a:cubicBezTo>
                <a:close/>
                <a:moveTo>
                  <a:pt x="344" y="686"/>
                </a:moveTo>
                <a:cubicBezTo>
                  <a:pt x="344" y="667"/>
                  <a:pt x="344" y="667"/>
                  <a:pt x="344" y="667"/>
                </a:cubicBezTo>
                <a:cubicBezTo>
                  <a:pt x="345" y="667"/>
                  <a:pt x="345" y="667"/>
                  <a:pt x="346" y="667"/>
                </a:cubicBezTo>
                <a:cubicBezTo>
                  <a:pt x="346" y="671"/>
                  <a:pt x="346" y="678"/>
                  <a:pt x="344" y="686"/>
                </a:cubicBezTo>
                <a:close/>
                <a:moveTo>
                  <a:pt x="344" y="540"/>
                </a:moveTo>
                <a:cubicBezTo>
                  <a:pt x="344" y="534"/>
                  <a:pt x="344" y="534"/>
                  <a:pt x="344" y="534"/>
                </a:cubicBezTo>
                <a:cubicBezTo>
                  <a:pt x="345" y="534"/>
                  <a:pt x="346" y="534"/>
                  <a:pt x="348" y="535"/>
                </a:cubicBezTo>
                <a:cubicBezTo>
                  <a:pt x="348" y="537"/>
                  <a:pt x="346" y="538"/>
                  <a:pt x="344" y="540"/>
                </a:cubicBezTo>
                <a:close/>
                <a:moveTo>
                  <a:pt x="337" y="6"/>
                </a:moveTo>
                <a:cubicBezTo>
                  <a:pt x="340" y="5"/>
                  <a:pt x="342" y="5"/>
                  <a:pt x="344" y="5"/>
                </a:cubicBezTo>
                <a:cubicBezTo>
                  <a:pt x="344" y="17"/>
                  <a:pt x="344" y="17"/>
                  <a:pt x="344" y="17"/>
                </a:cubicBezTo>
                <a:cubicBezTo>
                  <a:pt x="342" y="16"/>
                  <a:pt x="340" y="15"/>
                  <a:pt x="337" y="14"/>
                </a:cubicBezTo>
                <a:cubicBezTo>
                  <a:pt x="337" y="6"/>
                  <a:pt x="337" y="6"/>
                  <a:pt x="337" y="6"/>
                </a:cubicBezTo>
                <a:close/>
                <a:moveTo>
                  <a:pt x="344" y="790"/>
                </a:moveTo>
                <a:cubicBezTo>
                  <a:pt x="342" y="790"/>
                  <a:pt x="340" y="789"/>
                  <a:pt x="337" y="789"/>
                </a:cubicBezTo>
                <a:cubicBezTo>
                  <a:pt x="337" y="781"/>
                  <a:pt x="337" y="781"/>
                  <a:pt x="337" y="781"/>
                </a:cubicBezTo>
                <a:cubicBezTo>
                  <a:pt x="338" y="781"/>
                  <a:pt x="338" y="781"/>
                  <a:pt x="338" y="781"/>
                </a:cubicBezTo>
                <a:cubicBezTo>
                  <a:pt x="338" y="780"/>
                  <a:pt x="338" y="779"/>
                  <a:pt x="337" y="778"/>
                </a:cubicBezTo>
                <a:cubicBezTo>
                  <a:pt x="337" y="755"/>
                  <a:pt x="337" y="755"/>
                  <a:pt x="337" y="755"/>
                </a:cubicBezTo>
                <a:cubicBezTo>
                  <a:pt x="340" y="762"/>
                  <a:pt x="342" y="768"/>
                  <a:pt x="344" y="772"/>
                </a:cubicBezTo>
                <a:cubicBezTo>
                  <a:pt x="344" y="790"/>
                  <a:pt x="344" y="790"/>
                  <a:pt x="344" y="790"/>
                </a:cubicBezTo>
                <a:close/>
                <a:moveTo>
                  <a:pt x="344" y="41"/>
                </a:moveTo>
                <a:cubicBezTo>
                  <a:pt x="344" y="50"/>
                  <a:pt x="344" y="50"/>
                  <a:pt x="344" y="50"/>
                </a:cubicBezTo>
                <a:cubicBezTo>
                  <a:pt x="342" y="50"/>
                  <a:pt x="340" y="51"/>
                  <a:pt x="337" y="51"/>
                </a:cubicBezTo>
                <a:cubicBezTo>
                  <a:pt x="337" y="35"/>
                  <a:pt x="337" y="35"/>
                  <a:pt x="337" y="35"/>
                </a:cubicBezTo>
                <a:cubicBezTo>
                  <a:pt x="340" y="37"/>
                  <a:pt x="342" y="39"/>
                  <a:pt x="344" y="41"/>
                </a:cubicBezTo>
                <a:close/>
                <a:moveTo>
                  <a:pt x="344" y="118"/>
                </a:moveTo>
                <a:cubicBezTo>
                  <a:pt x="344" y="140"/>
                  <a:pt x="344" y="140"/>
                  <a:pt x="344" y="140"/>
                </a:cubicBezTo>
                <a:cubicBezTo>
                  <a:pt x="343" y="140"/>
                  <a:pt x="343" y="140"/>
                  <a:pt x="343" y="140"/>
                </a:cubicBezTo>
                <a:cubicBezTo>
                  <a:pt x="342" y="139"/>
                  <a:pt x="340" y="137"/>
                  <a:pt x="337" y="136"/>
                </a:cubicBezTo>
                <a:cubicBezTo>
                  <a:pt x="337" y="116"/>
                  <a:pt x="337" y="116"/>
                  <a:pt x="337" y="116"/>
                </a:cubicBezTo>
                <a:cubicBezTo>
                  <a:pt x="340" y="117"/>
                  <a:pt x="342" y="117"/>
                  <a:pt x="344" y="118"/>
                </a:cubicBezTo>
                <a:close/>
                <a:moveTo>
                  <a:pt x="344" y="171"/>
                </a:moveTo>
                <a:cubicBezTo>
                  <a:pt x="344" y="179"/>
                  <a:pt x="344" y="179"/>
                  <a:pt x="344" y="179"/>
                </a:cubicBezTo>
                <a:cubicBezTo>
                  <a:pt x="342" y="178"/>
                  <a:pt x="340" y="178"/>
                  <a:pt x="337" y="178"/>
                </a:cubicBezTo>
                <a:cubicBezTo>
                  <a:pt x="337" y="171"/>
                  <a:pt x="337" y="171"/>
                  <a:pt x="337" y="171"/>
                </a:cubicBezTo>
                <a:cubicBezTo>
                  <a:pt x="337" y="171"/>
                  <a:pt x="337" y="171"/>
                  <a:pt x="337" y="171"/>
                </a:cubicBezTo>
                <a:cubicBezTo>
                  <a:pt x="340" y="171"/>
                  <a:pt x="342" y="171"/>
                  <a:pt x="344" y="171"/>
                </a:cubicBezTo>
                <a:close/>
                <a:moveTo>
                  <a:pt x="344" y="190"/>
                </a:moveTo>
                <a:cubicBezTo>
                  <a:pt x="344" y="198"/>
                  <a:pt x="344" y="198"/>
                  <a:pt x="344" y="198"/>
                </a:cubicBezTo>
                <a:cubicBezTo>
                  <a:pt x="342" y="199"/>
                  <a:pt x="339" y="200"/>
                  <a:pt x="337" y="201"/>
                </a:cubicBezTo>
                <a:cubicBezTo>
                  <a:pt x="337" y="201"/>
                  <a:pt x="337" y="201"/>
                  <a:pt x="337" y="201"/>
                </a:cubicBezTo>
                <a:cubicBezTo>
                  <a:pt x="337" y="195"/>
                  <a:pt x="337" y="195"/>
                  <a:pt x="337" y="195"/>
                </a:cubicBezTo>
                <a:cubicBezTo>
                  <a:pt x="338" y="195"/>
                  <a:pt x="339" y="194"/>
                  <a:pt x="340" y="194"/>
                </a:cubicBezTo>
                <a:cubicBezTo>
                  <a:pt x="339" y="193"/>
                  <a:pt x="338" y="193"/>
                  <a:pt x="337" y="192"/>
                </a:cubicBezTo>
                <a:cubicBezTo>
                  <a:pt x="337" y="185"/>
                  <a:pt x="337" y="185"/>
                  <a:pt x="337" y="185"/>
                </a:cubicBezTo>
                <a:cubicBezTo>
                  <a:pt x="339" y="187"/>
                  <a:pt x="342" y="189"/>
                  <a:pt x="344" y="190"/>
                </a:cubicBezTo>
                <a:close/>
                <a:moveTo>
                  <a:pt x="344" y="211"/>
                </a:moveTo>
                <a:cubicBezTo>
                  <a:pt x="344" y="222"/>
                  <a:pt x="344" y="222"/>
                  <a:pt x="344" y="222"/>
                </a:cubicBezTo>
                <a:cubicBezTo>
                  <a:pt x="342" y="222"/>
                  <a:pt x="340" y="223"/>
                  <a:pt x="337" y="224"/>
                </a:cubicBezTo>
                <a:cubicBezTo>
                  <a:pt x="337" y="213"/>
                  <a:pt x="337" y="213"/>
                  <a:pt x="337" y="213"/>
                </a:cubicBezTo>
                <a:cubicBezTo>
                  <a:pt x="340" y="212"/>
                  <a:pt x="342" y="211"/>
                  <a:pt x="344" y="211"/>
                </a:cubicBezTo>
                <a:close/>
                <a:moveTo>
                  <a:pt x="344" y="224"/>
                </a:moveTo>
                <a:cubicBezTo>
                  <a:pt x="337" y="226"/>
                  <a:pt x="337" y="226"/>
                  <a:pt x="337" y="226"/>
                </a:cubicBezTo>
                <a:cubicBezTo>
                  <a:pt x="337" y="234"/>
                  <a:pt x="337" y="234"/>
                  <a:pt x="337" y="234"/>
                </a:cubicBezTo>
                <a:cubicBezTo>
                  <a:pt x="340" y="233"/>
                  <a:pt x="342" y="233"/>
                  <a:pt x="344" y="232"/>
                </a:cubicBezTo>
                <a:cubicBezTo>
                  <a:pt x="344" y="224"/>
                  <a:pt x="344" y="224"/>
                  <a:pt x="344" y="224"/>
                </a:cubicBezTo>
                <a:close/>
                <a:moveTo>
                  <a:pt x="344" y="234"/>
                </a:moveTo>
                <a:cubicBezTo>
                  <a:pt x="344" y="241"/>
                  <a:pt x="344" y="241"/>
                  <a:pt x="344" y="241"/>
                </a:cubicBezTo>
                <a:cubicBezTo>
                  <a:pt x="342" y="242"/>
                  <a:pt x="339" y="243"/>
                  <a:pt x="337" y="244"/>
                </a:cubicBezTo>
                <a:cubicBezTo>
                  <a:pt x="337" y="237"/>
                  <a:pt x="337" y="237"/>
                  <a:pt x="337" y="237"/>
                </a:cubicBezTo>
                <a:cubicBezTo>
                  <a:pt x="340" y="236"/>
                  <a:pt x="342" y="235"/>
                  <a:pt x="344" y="234"/>
                </a:cubicBezTo>
                <a:close/>
                <a:moveTo>
                  <a:pt x="344" y="245"/>
                </a:moveTo>
                <a:cubicBezTo>
                  <a:pt x="344" y="267"/>
                  <a:pt x="344" y="267"/>
                  <a:pt x="344" y="267"/>
                </a:cubicBezTo>
                <a:cubicBezTo>
                  <a:pt x="343" y="266"/>
                  <a:pt x="343" y="266"/>
                  <a:pt x="337" y="264"/>
                </a:cubicBezTo>
                <a:cubicBezTo>
                  <a:pt x="337" y="248"/>
                  <a:pt x="337" y="248"/>
                  <a:pt x="337" y="248"/>
                </a:cubicBezTo>
                <a:cubicBezTo>
                  <a:pt x="340" y="247"/>
                  <a:pt x="342" y="246"/>
                  <a:pt x="344" y="245"/>
                </a:cubicBezTo>
                <a:close/>
                <a:moveTo>
                  <a:pt x="344" y="267"/>
                </a:moveTo>
                <a:cubicBezTo>
                  <a:pt x="344" y="277"/>
                  <a:pt x="344" y="277"/>
                  <a:pt x="344" y="277"/>
                </a:cubicBezTo>
                <a:cubicBezTo>
                  <a:pt x="342" y="278"/>
                  <a:pt x="340" y="279"/>
                  <a:pt x="337" y="278"/>
                </a:cubicBezTo>
                <a:cubicBezTo>
                  <a:pt x="337" y="272"/>
                  <a:pt x="337" y="272"/>
                  <a:pt x="337" y="272"/>
                </a:cubicBezTo>
                <a:cubicBezTo>
                  <a:pt x="339" y="269"/>
                  <a:pt x="340" y="269"/>
                  <a:pt x="344" y="267"/>
                </a:cubicBezTo>
                <a:close/>
                <a:moveTo>
                  <a:pt x="344" y="285"/>
                </a:moveTo>
                <a:cubicBezTo>
                  <a:pt x="344" y="294"/>
                  <a:pt x="344" y="294"/>
                  <a:pt x="344" y="294"/>
                </a:cubicBezTo>
                <a:cubicBezTo>
                  <a:pt x="342" y="292"/>
                  <a:pt x="341" y="290"/>
                  <a:pt x="342" y="286"/>
                </a:cubicBezTo>
                <a:cubicBezTo>
                  <a:pt x="343" y="286"/>
                  <a:pt x="344" y="285"/>
                  <a:pt x="344" y="285"/>
                </a:cubicBezTo>
                <a:close/>
                <a:moveTo>
                  <a:pt x="344" y="307"/>
                </a:moveTo>
                <a:cubicBezTo>
                  <a:pt x="344" y="312"/>
                  <a:pt x="344" y="312"/>
                  <a:pt x="344" y="312"/>
                </a:cubicBezTo>
                <a:cubicBezTo>
                  <a:pt x="343" y="312"/>
                  <a:pt x="342" y="313"/>
                  <a:pt x="341" y="314"/>
                </a:cubicBezTo>
                <a:cubicBezTo>
                  <a:pt x="342" y="315"/>
                  <a:pt x="343" y="315"/>
                  <a:pt x="344" y="316"/>
                </a:cubicBezTo>
                <a:cubicBezTo>
                  <a:pt x="344" y="320"/>
                  <a:pt x="344" y="320"/>
                  <a:pt x="344" y="320"/>
                </a:cubicBezTo>
                <a:cubicBezTo>
                  <a:pt x="342" y="319"/>
                  <a:pt x="340" y="318"/>
                  <a:pt x="337" y="318"/>
                </a:cubicBezTo>
                <a:cubicBezTo>
                  <a:pt x="337" y="312"/>
                  <a:pt x="337" y="312"/>
                  <a:pt x="337" y="312"/>
                </a:cubicBezTo>
                <a:cubicBezTo>
                  <a:pt x="338" y="311"/>
                  <a:pt x="340" y="310"/>
                  <a:pt x="342" y="308"/>
                </a:cubicBezTo>
                <a:cubicBezTo>
                  <a:pt x="343" y="308"/>
                  <a:pt x="343" y="307"/>
                  <a:pt x="344" y="307"/>
                </a:cubicBezTo>
                <a:close/>
                <a:moveTo>
                  <a:pt x="344" y="324"/>
                </a:moveTo>
                <a:cubicBezTo>
                  <a:pt x="344" y="329"/>
                  <a:pt x="344" y="329"/>
                  <a:pt x="344" y="329"/>
                </a:cubicBezTo>
                <a:cubicBezTo>
                  <a:pt x="341" y="330"/>
                  <a:pt x="340" y="333"/>
                  <a:pt x="337" y="334"/>
                </a:cubicBezTo>
                <a:cubicBezTo>
                  <a:pt x="337" y="330"/>
                  <a:pt x="337" y="330"/>
                  <a:pt x="337" y="330"/>
                </a:cubicBezTo>
                <a:cubicBezTo>
                  <a:pt x="338" y="330"/>
                  <a:pt x="338" y="330"/>
                  <a:pt x="338" y="329"/>
                </a:cubicBezTo>
                <a:cubicBezTo>
                  <a:pt x="337" y="329"/>
                  <a:pt x="337" y="329"/>
                  <a:pt x="337" y="329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41" y="325"/>
                  <a:pt x="342" y="325"/>
                  <a:pt x="344" y="324"/>
                </a:cubicBezTo>
                <a:close/>
                <a:moveTo>
                  <a:pt x="344" y="378"/>
                </a:moveTo>
                <a:cubicBezTo>
                  <a:pt x="344" y="393"/>
                  <a:pt x="344" y="393"/>
                  <a:pt x="344" y="393"/>
                </a:cubicBezTo>
                <a:cubicBezTo>
                  <a:pt x="337" y="387"/>
                  <a:pt x="337" y="387"/>
                  <a:pt x="337" y="387"/>
                </a:cubicBezTo>
                <a:cubicBezTo>
                  <a:pt x="337" y="379"/>
                  <a:pt x="337" y="379"/>
                  <a:pt x="337" y="379"/>
                </a:cubicBezTo>
                <a:cubicBezTo>
                  <a:pt x="344" y="378"/>
                  <a:pt x="344" y="378"/>
                  <a:pt x="344" y="378"/>
                </a:cubicBezTo>
                <a:close/>
                <a:moveTo>
                  <a:pt x="344" y="476"/>
                </a:moveTo>
                <a:cubicBezTo>
                  <a:pt x="344" y="497"/>
                  <a:pt x="344" y="497"/>
                  <a:pt x="344" y="497"/>
                </a:cubicBezTo>
                <a:cubicBezTo>
                  <a:pt x="342" y="495"/>
                  <a:pt x="340" y="494"/>
                  <a:pt x="337" y="493"/>
                </a:cubicBezTo>
                <a:cubicBezTo>
                  <a:pt x="337" y="488"/>
                  <a:pt x="337" y="488"/>
                  <a:pt x="337" y="488"/>
                </a:cubicBezTo>
                <a:cubicBezTo>
                  <a:pt x="338" y="489"/>
                  <a:pt x="338" y="490"/>
                  <a:pt x="340" y="491"/>
                </a:cubicBezTo>
                <a:cubicBezTo>
                  <a:pt x="340" y="484"/>
                  <a:pt x="342" y="479"/>
                  <a:pt x="337" y="474"/>
                </a:cubicBezTo>
                <a:cubicBezTo>
                  <a:pt x="337" y="470"/>
                  <a:pt x="337" y="470"/>
                  <a:pt x="337" y="470"/>
                </a:cubicBezTo>
                <a:cubicBezTo>
                  <a:pt x="339" y="471"/>
                  <a:pt x="340" y="472"/>
                  <a:pt x="342" y="473"/>
                </a:cubicBezTo>
                <a:cubicBezTo>
                  <a:pt x="343" y="474"/>
                  <a:pt x="343" y="475"/>
                  <a:pt x="344" y="476"/>
                </a:cubicBezTo>
                <a:close/>
                <a:moveTo>
                  <a:pt x="344" y="534"/>
                </a:moveTo>
                <a:cubicBezTo>
                  <a:pt x="344" y="540"/>
                  <a:pt x="344" y="540"/>
                  <a:pt x="344" y="540"/>
                </a:cubicBezTo>
                <a:cubicBezTo>
                  <a:pt x="342" y="542"/>
                  <a:pt x="340" y="544"/>
                  <a:pt x="337" y="545"/>
                </a:cubicBezTo>
                <a:cubicBezTo>
                  <a:pt x="337" y="536"/>
                  <a:pt x="337" y="536"/>
                  <a:pt x="337" y="536"/>
                </a:cubicBezTo>
                <a:cubicBezTo>
                  <a:pt x="339" y="535"/>
                  <a:pt x="341" y="535"/>
                  <a:pt x="344" y="534"/>
                </a:cubicBezTo>
                <a:close/>
                <a:moveTo>
                  <a:pt x="344" y="564"/>
                </a:moveTo>
                <a:cubicBezTo>
                  <a:pt x="344" y="588"/>
                  <a:pt x="344" y="588"/>
                  <a:pt x="344" y="588"/>
                </a:cubicBezTo>
                <a:cubicBezTo>
                  <a:pt x="344" y="590"/>
                  <a:pt x="344" y="590"/>
                  <a:pt x="343" y="591"/>
                </a:cubicBezTo>
                <a:cubicBezTo>
                  <a:pt x="342" y="592"/>
                  <a:pt x="340" y="593"/>
                  <a:pt x="338" y="593"/>
                </a:cubicBezTo>
                <a:cubicBezTo>
                  <a:pt x="338" y="592"/>
                  <a:pt x="338" y="590"/>
                  <a:pt x="337" y="589"/>
                </a:cubicBezTo>
                <a:cubicBezTo>
                  <a:pt x="337" y="580"/>
                  <a:pt x="337" y="580"/>
                  <a:pt x="337" y="580"/>
                </a:cubicBezTo>
                <a:cubicBezTo>
                  <a:pt x="338" y="580"/>
                  <a:pt x="338" y="580"/>
                  <a:pt x="338" y="580"/>
                </a:cubicBezTo>
                <a:cubicBezTo>
                  <a:pt x="340" y="576"/>
                  <a:pt x="341" y="569"/>
                  <a:pt x="344" y="564"/>
                </a:cubicBezTo>
                <a:close/>
                <a:moveTo>
                  <a:pt x="344" y="605"/>
                </a:moveTo>
                <a:cubicBezTo>
                  <a:pt x="344" y="610"/>
                  <a:pt x="344" y="610"/>
                  <a:pt x="344" y="610"/>
                </a:cubicBezTo>
                <a:cubicBezTo>
                  <a:pt x="344" y="610"/>
                  <a:pt x="343" y="610"/>
                  <a:pt x="343" y="610"/>
                </a:cubicBezTo>
                <a:cubicBezTo>
                  <a:pt x="343" y="612"/>
                  <a:pt x="344" y="613"/>
                  <a:pt x="344" y="614"/>
                </a:cubicBezTo>
                <a:cubicBezTo>
                  <a:pt x="344" y="634"/>
                  <a:pt x="344" y="634"/>
                  <a:pt x="344" y="634"/>
                </a:cubicBezTo>
                <a:cubicBezTo>
                  <a:pt x="342" y="634"/>
                  <a:pt x="339" y="633"/>
                  <a:pt x="337" y="633"/>
                </a:cubicBezTo>
                <a:cubicBezTo>
                  <a:pt x="337" y="627"/>
                  <a:pt x="337" y="627"/>
                  <a:pt x="337" y="627"/>
                </a:cubicBezTo>
                <a:cubicBezTo>
                  <a:pt x="338" y="627"/>
                  <a:pt x="338" y="627"/>
                  <a:pt x="338" y="628"/>
                </a:cubicBezTo>
                <a:cubicBezTo>
                  <a:pt x="339" y="627"/>
                  <a:pt x="340" y="627"/>
                  <a:pt x="342" y="626"/>
                </a:cubicBezTo>
                <a:cubicBezTo>
                  <a:pt x="340" y="622"/>
                  <a:pt x="339" y="618"/>
                  <a:pt x="337" y="614"/>
                </a:cubicBezTo>
                <a:cubicBezTo>
                  <a:pt x="337" y="604"/>
                  <a:pt x="337" y="604"/>
                  <a:pt x="337" y="604"/>
                </a:cubicBezTo>
                <a:cubicBezTo>
                  <a:pt x="338" y="604"/>
                  <a:pt x="338" y="604"/>
                  <a:pt x="338" y="605"/>
                </a:cubicBezTo>
                <a:cubicBezTo>
                  <a:pt x="340" y="605"/>
                  <a:pt x="342" y="605"/>
                  <a:pt x="344" y="605"/>
                </a:cubicBezTo>
                <a:close/>
                <a:moveTo>
                  <a:pt x="344" y="667"/>
                </a:moveTo>
                <a:cubicBezTo>
                  <a:pt x="344" y="686"/>
                  <a:pt x="344" y="686"/>
                  <a:pt x="344" y="686"/>
                </a:cubicBezTo>
                <a:cubicBezTo>
                  <a:pt x="342" y="695"/>
                  <a:pt x="340" y="704"/>
                  <a:pt x="337" y="708"/>
                </a:cubicBezTo>
                <a:cubicBezTo>
                  <a:pt x="337" y="708"/>
                  <a:pt x="337" y="708"/>
                  <a:pt x="337" y="708"/>
                </a:cubicBezTo>
                <a:cubicBezTo>
                  <a:pt x="337" y="667"/>
                  <a:pt x="337" y="667"/>
                  <a:pt x="337" y="667"/>
                </a:cubicBezTo>
                <a:cubicBezTo>
                  <a:pt x="339" y="667"/>
                  <a:pt x="342" y="667"/>
                  <a:pt x="344" y="667"/>
                </a:cubicBezTo>
                <a:close/>
                <a:moveTo>
                  <a:pt x="344" y="745"/>
                </a:moveTo>
                <a:cubicBezTo>
                  <a:pt x="344" y="753"/>
                  <a:pt x="344" y="753"/>
                  <a:pt x="344" y="753"/>
                </a:cubicBezTo>
                <a:cubicBezTo>
                  <a:pt x="342" y="753"/>
                  <a:pt x="340" y="753"/>
                  <a:pt x="337" y="753"/>
                </a:cubicBezTo>
                <a:cubicBezTo>
                  <a:pt x="337" y="745"/>
                  <a:pt x="337" y="745"/>
                  <a:pt x="337" y="745"/>
                </a:cubicBezTo>
                <a:cubicBezTo>
                  <a:pt x="340" y="745"/>
                  <a:pt x="342" y="745"/>
                  <a:pt x="344" y="745"/>
                </a:cubicBezTo>
                <a:close/>
                <a:moveTo>
                  <a:pt x="337" y="532"/>
                </a:moveTo>
                <a:cubicBezTo>
                  <a:pt x="337" y="522"/>
                  <a:pt x="337" y="522"/>
                  <a:pt x="337" y="522"/>
                </a:cubicBezTo>
                <a:cubicBezTo>
                  <a:pt x="343" y="523"/>
                  <a:pt x="343" y="523"/>
                  <a:pt x="343" y="523"/>
                </a:cubicBezTo>
                <a:cubicBezTo>
                  <a:pt x="344" y="526"/>
                  <a:pt x="341" y="529"/>
                  <a:pt x="337" y="532"/>
                </a:cubicBezTo>
                <a:close/>
                <a:moveTo>
                  <a:pt x="337" y="517"/>
                </a:moveTo>
                <a:cubicBezTo>
                  <a:pt x="337" y="509"/>
                  <a:pt x="337" y="509"/>
                  <a:pt x="337" y="509"/>
                </a:cubicBezTo>
                <a:cubicBezTo>
                  <a:pt x="339" y="508"/>
                  <a:pt x="340" y="508"/>
                  <a:pt x="342" y="508"/>
                </a:cubicBezTo>
                <a:cubicBezTo>
                  <a:pt x="344" y="511"/>
                  <a:pt x="344" y="513"/>
                  <a:pt x="343" y="516"/>
                </a:cubicBezTo>
                <a:cubicBezTo>
                  <a:pt x="341" y="516"/>
                  <a:pt x="339" y="517"/>
                  <a:pt x="337" y="517"/>
                </a:cubicBezTo>
                <a:close/>
                <a:moveTo>
                  <a:pt x="337" y="101"/>
                </a:moveTo>
                <a:cubicBezTo>
                  <a:pt x="337" y="84"/>
                  <a:pt x="337" y="84"/>
                  <a:pt x="337" y="84"/>
                </a:cubicBezTo>
                <a:cubicBezTo>
                  <a:pt x="338" y="84"/>
                  <a:pt x="339" y="84"/>
                  <a:pt x="340" y="84"/>
                </a:cubicBezTo>
                <a:cubicBezTo>
                  <a:pt x="343" y="91"/>
                  <a:pt x="342" y="94"/>
                  <a:pt x="340" y="100"/>
                </a:cubicBezTo>
                <a:lnTo>
                  <a:pt x="337" y="101"/>
                </a:lnTo>
                <a:close/>
                <a:moveTo>
                  <a:pt x="328" y="7"/>
                </a:moveTo>
                <a:cubicBezTo>
                  <a:pt x="331" y="7"/>
                  <a:pt x="334" y="6"/>
                  <a:pt x="337" y="6"/>
                </a:cubicBezTo>
                <a:cubicBezTo>
                  <a:pt x="337" y="14"/>
                  <a:pt x="337" y="14"/>
                  <a:pt x="337" y="14"/>
                </a:cubicBezTo>
                <a:cubicBezTo>
                  <a:pt x="334" y="14"/>
                  <a:pt x="331" y="14"/>
                  <a:pt x="328" y="14"/>
                </a:cubicBezTo>
                <a:cubicBezTo>
                  <a:pt x="328" y="7"/>
                  <a:pt x="328" y="7"/>
                  <a:pt x="328" y="7"/>
                </a:cubicBezTo>
                <a:close/>
                <a:moveTo>
                  <a:pt x="337" y="789"/>
                </a:moveTo>
                <a:cubicBezTo>
                  <a:pt x="334" y="789"/>
                  <a:pt x="331" y="788"/>
                  <a:pt x="328" y="788"/>
                </a:cubicBezTo>
                <a:cubicBezTo>
                  <a:pt x="328" y="781"/>
                  <a:pt x="328" y="781"/>
                  <a:pt x="328" y="781"/>
                </a:cubicBezTo>
                <a:cubicBezTo>
                  <a:pt x="331" y="781"/>
                  <a:pt x="334" y="781"/>
                  <a:pt x="337" y="781"/>
                </a:cubicBezTo>
                <a:cubicBezTo>
                  <a:pt x="337" y="789"/>
                  <a:pt x="337" y="789"/>
                  <a:pt x="337" y="789"/>
                </a:cubicBezTo>
                <a:close/>
                <a:moveTo>
                  <a:pt x="337" y="35"/>
                </a:moveTo>
                <a:cubicBezTo>
                  <a:pt x="337" y="51"/>
                  <a:pt x="337" y="51"/>
                  <a:pt x="337" y="51"/>
                </a:cubicBezTo>
                <a:cubicBezTo>
                  <a:pt x="334" y="52"/>
                  <a:pt x="331" y="52"/>
                  <a:pt x="328" y="53"/>
                </a:cubicBezTo>
                <a:cubicBezTo>
                  <a:pt x="328" y="45"/>
                  <a:pt x="328" y="45"/>
                  <a:pt x="328" y="45"/>
                </a:cubicBezTo>
                <a:cubicBezTo>
                  <a:pt x="329" y="44"/>
                  <a:pt x="331" y="44"/>
                  <a:pt x="332" y="43"/>
                </a:cubicBezTo>
                <a:cubicBezTo>
                  <a:pt x="331" y="41"/>
                  <a:pt x="329" y="40"/>
                  <a:pt x="328" y="38"/>
                </a:cubicBezTo>
                <a:cubicBezTo>
                  <a:pt x="328" y="26"/>
                  <a:pt x="328" y="26"/>
                  <a:pt x="328" y="26"/>
                </a:cubicBezTo>
                <a:cubicBezTo>
                  <a:pt x="331" y="29"/>
                  <a:pt x="334" y="33"/>
                  <a:pt x="337" y="35"/>
                </a:cubicBezTo>
                <a:close/>
                <a:moveTo>
                  <a:pt x="337" y="84"/>
                </a:moveTo>
                <a:cubicBezTo>
                  <a:pt x="337" y="101"/>
                  <a:pt x="337" y="101"/>
                  <a:pt x="337" y="101"/>
                </a:cubicBezTo>
                <a:cubicBezTo>
                  <a:pt x="334" y="102"/>
                  <a:pt x="331" y="103"/>
                  <a:pt x="328" y="103"/>
                </a:cubicBezTo>
                <a:cubicBezTo>
                  <a:pt x="328" y="87"/>
                  <a:pt x="328" y="87"/>
                  <a:pt x="328" y="87"/>
                </a:cubicBezTo>
                <a:cubicBezTo>
                  <a:pt x="331" y="86"/>
                  <a:pt x="334" y="85"/>
                  <a:pt x="337" y="84"/>
                </a:cubicBezTo>
                <a:close/>
                <a:moveTo>
                  <a:pt x="337" y="116"/>
                </a:moveTo>
                <a:cubicBezTo>
                  <a:pt x="337" y="136"/>
                  <a:pt x="337" y="136"/>
                  <a:pt x="337" y="136"/>
                </a:cubicBezTo>
                <a:cubicBezTo>
                  <a:pt x="334" y="134"/>
                  <a:pt x="331" y="131"/>
                  <a:pt x="328" y="129"/>
                </a:cubicBezTo>
                <a:cubicBezTo>
                  <a:pt x="328" y="113"/>
                  <a:pt x="328" y="113"/>
                  <a:pt x="328" y="113"/>
                </a:cubicBezTo>
                <a:cubicBezTo>
                  <a:pt x="331" y="114"/>
                  <a:pt x="334" y="115"/>
                  <a:pt x="337" y="116"/>
                </a:cubicBezTo>
                <a:close/>
                <a:moveTo>
                  <a:pt x="337" y="171"/>
                </a:moveTo>
                <a:cubicBezTo>
                  <a:pt x="337" y="178"/>
                  <a:pt x="337" y="178"/>
                  <a:pt x="337" y="178"/>
                </a:cubicBezTo>
                <a:cubicBezTo>
                  <a:pt x="336" y="178"/>
                  <a:pt x="334" y="178"/>
                  <a:pt x="332" y="178"/>
                </a:cubicBezTo>
                <a:cubicBezTo>
                  <a:pt x="334" y="181"/>
                  <a:pt x="335" y="183"/>
                  <a:pt x="337" y="185"/>
                </a:cubicBezTo>
                <a:cubicBezTo>
                  <a:pt x="337" y="192"/>
                  <a:pt x="337" y="192"/>
                  <a:pt x="337" y="192"/>
                </a:cubicBezTo>
                <a:cubicBezTo>
                  <a:pt x="333" y="190"/>
                  <a:pt x="330" y="187"/>
                  <a:pt x="328" y="185"/>
                </a:cubicBezTo>
                <a:cubicBezTo>
                  <a:pt x="328" y="175"/>
                  <a:pt x="328" y="175"/>
                  <a:pt x="328" y="175"/>
                </a:cubicBezTo>
                <a:cubicBezTo>
                  <a:pt x="331" y="174"/>
                  <a:pt x="334" y="173"/>
                  <a:pt x="337" y="171"/>
                </a:cubicBezTo>
                <a:close/>
                <a:moveTo>
                  <a:pt x="337" y="195"/>
                </a:moveTo>
                <a:cubicBezTo>
                  <a:pt x="337" y="201"/>
                  <a:pt x="337" y="201"/>
                  <a:pt x="337" y="201"/>
                </a:cubicBezTo>
                <a:cubicBezTo>
                  <a:pt x="334" y="202"/>
                  <a:pt x="331" y="202"/>
                  <a:pt x="328" y="203"/>
                </a:cubicBezTo>
                <a:cubicBezTo>
                  <a:pt x="328" y="197"/>
                  <a:pt x="328" y="197"/>
                  <a:pt x="328" y="197"/>
                </a:cubicBezTo>
                <a:cubicBezTo>
                  <a:pt x="332" y="197"/>
                  <a:pt x="334" y="196"/>
                  <a:pt x="337" y="195"/>
                </a:cubicBezTo>
                <a:close/>
                <a:moveTo>
                  <a:pt x="337" y="213"/>
                </a:moveTo>
                <a:cubicBezTo>
                  <a:pt x="337" y="224"/>
                  <a:pt x="337" y="224"/>
                  <a:pt x="337" y="224"/>
                </a:cubicBezTo>
                <a:cubicBezTo>
                  <a:pt x="335" y="225"/>
                  <a:pt x="333" y="226"/>
                  <a:pt x="331" y="226"/>
                </a:cubicBezTo>
                <a:cubicBezTo>
                  <a:pt x="331" y="227"/>
                  <a:pt x="331" y="228"/>
                  <a:pt x="331" y="229"/>
                </a:cubicBezTo>
                <a:cubicBezTo>
                  <a:pt x="337" y="226"/>
                  <a:pt x="337" y="226"/>
                  <a:pt x="337" y="226"/>
                </a:cubicBezTo>
                <a:cubicBezTo>
                  <a:pt x="337" y="234"/>
                  <a:pt x="337" y="234"/>
                  <a:pt x="337" y="234"/>
                </a:cubicBezTo>
                <a:cubicBezTo>
                  <a:pt x="334" y="235"/>
                  <a:pt x="330" y="237"/>
                  <a:pt x="328" y="239"/>
                </a:cubicBezTo>
                <a:cubicBezTo>
                  <a:pt x="328" y="216"/>
                  <a:pt x="328" y="216"/>
                  <a:pt x="328" y="216"/>
                </a:cubicBezTo>
                <a:cubicBezTo>
                  <a:pt x="331" y="215"/>
                  <a:pt x="334" y="214"/>
                  <a:pt x="337" y="213"/>
                </a:cubicBezTo>
                <a:close/>
                <a:moveTo>
                  <a:pt x="337" y="237"/>
                </a:moveTo>
                <a:cubicBezTo>
                  <a:pt x="334" y="239"/>
                  <a:pt x="331" y="240"/>
                  <a:pt x="328" y="242"/>
                </a:cubicBezTo>
                <a:cubicBezTo>
                  <a:pt x="328" y="260"/>
                  <a:pt x="328" y="260"/>
                  <a:pt x="328" y="260"/>
                </a:cubicBezTo>
                <a:cubicBezTo>
                  <a:pt x="329" y="260"/>
                  <a:pt x="331" y="260"/>
                  <a:pt x="332" y="260"/>
                </a:cubicBezTo>
                <a:cubicBezTo>
                  <a:pt x="332" y="260"/>
                  <a:pt x="332" y="259"/>
                  <a:pt x="332" y="258"/>
                </a:cubicBezTo>
                <a:cubicBezTo>
                  <a:pt x="333" y="258"/>
                  <a:pt x="334" y="258"/>
                  <a:pt x="335" y="258"/>
                </a:cubicBezTo>
                <a:cubicBezTo>
                  <a:pt x="335" y="260"/>
                  <a:pt x="335" y="262"/>
                  <a:pt x="336" y="264"/>
                </a:cubicBezTo>
                <a:cubicBezTo>
                  <a:pt x="337" y="264"/>
                  <a:pt x="337" y="264"/>
                  <a:pt x="337" y="264"/>
                </a:cubicBezTo>
                <a:cubicBezTo>
                  <a:pt x="337" y="248"/>
                  <a:pt x="337" y="248"/>
                  <a:pt x="337" y="248"/>
                </a:cubicBezTo>
                <a:cubicBezTo>
                  <a:pt x="335" y="249"/>
                  <a:pt x="333" y="249"/>
                  <a:pt x="330" y="250"/>
                </a:cubicBezTo>
                <a:cubicBezTo>
                  <a:pt x="332" y="247"/>
                  <a:pt x="334" y="245"/>
                  <a:pt x="337" y="244"/>
                </a:cubicBezTo>
                <a:cubicBezTo>
                  <a:pt x="337" y="237"/>
                  <a:pt x="337" y="237"/>
                  <a:pt x="337" y="237"/>
                </a:cubicBezTo>
                <a:close/>
                <a:moveTo>
                  <a:pt x="337" y="272"/>
                </a:moveTo>
                <a:cubicBezTo>
                  <a:pt x="337" y="278"/>
                  <a:pt x="337" y="278"/>
                  <a:pt x="337" y="278"/>
                </a:cubicBezTo>
                <a:cubicBezTo>
                  <a:pt x="337" y="278"/>
                  <a:pt x="336" y="277"/>
                  <a:pt x="336" y="277"/>
                </a:cubicBezTo>
                <a:cubicBezTo>
                  <a:pt x="336" y="276"/>
                  <a:pt x="336" y="275"/>
                  <a:pt x="336" y="273"/>
                </a:cubicBezTo>
                <a:cubicBezTo>
                  <a:pt x="336" y="273"/>
                  <a:pt x="337" y="272"/>
                  <a:pt x="337" y="272"/>
                </a:cubicBezTo>
                <a:close/>
                <a:moveTo>
                  <a:pt x="337" y="312"/>
                </a:moveTo>
                <a:cubicBezTo>
                  <a:pt x="337" y="318"/>
                  <a:pt x="337" y="318"/>
                  <a:pt x="337" y="318"/>
                </a:cubicBezTo>
                <a:cubicBezTo>
                  <a:pt x="335" y="318"/>
                  <a:pt x="333" y="319"/>
                  <a:pt x="330" y="321"/>
                </a:cubicBezTo>
                <a:cubicBezTo>
                  <a:pt x="332" y="322"/>
                  <a:pt x="335" y="323"/>
                  <a:pt x="337" y="325"/>
                </a:cubicBezTo>
                <a:cubicBezTo>
                  <a:pt x="337" y="329"/>
                  <a:pt x="337" y="329"/>
                  <a:pt x="337" y="329"/>
                </a:cubicBezTo>
                <a:cubicBezTo>
                  <a:pt x="333" y="327"/>
                  <a:pt x="330" y="326"/>
                  <a:pt x="328" y="326"/>
                </a:cubicBezTo>
                <a:cubicBezTo>
                  <a:pt x="328" y="316"/>
                  <a:pt x="328" y="316"/>
                  <a:pt x="328" y="316"/>
                </a:cubicBezTo>
                <a:cubicBezTo>
                  <a:pt x="329" y="317"/>
                  <a:pt x="329" y="317"/>
                  <a:pt x="329" y="317"/>
                </a:cubicBezTo>
                <a:cubicBezTo>
                  <a:pt x="334" y="314"/>
                  <a:pt x="335" y="313"/>
                  <a:pt x="337" y="312"/>
                </a:cubicBezTo>
                <a:close/>
                <a:moveTo>
                  <a:pt x="337" y="330"/>
                </a:moveTo>
                <a:cubicBezTo>
                  <a:pt x="337" y="334"/>
                  <a:pt x="337" y="334"/>
                  <a:pt x="337" y="334"/>
                </a:cubicBezTo>
                <a:cubicBezTo>
                  <a:pt x="336" y="335"/>
                  <a:pt x="335" y="336"/>
                  <a:pt x="334" y="336"/>
                </a:cubicBezTo>
                <a:cubicBezTo>
                  <a:pt x="333" y="339"/>
                  <a:pt x="330" y="342"/>
                  <a:pt x="328" y="344"/>
                </a:cubicBezTo>
                <a:cubicBezTo>
                  <a:pt x="328" y="338"/>
                  <a:pt x="328" y="338"/>
                  <a:pt x="328" y="338"/>
                </a:cubicBezTo>
                <a:cubicBezTo>
                  <a:pt x="328" y="338"/>
                  <a:pt x="328" y="338"/>
                  <a:pt x="328" y="338"/>
                </a:cubicBezTo>
                <a:cubicBezTo>
                  <a:pt x="328" y="337"/>
                  <a:pt x="328" y="337"/>
                  <a:pt x="328" y="337"/>
                </a:cubicBezTo>
                <a:cubicBezTo>
                  <a:pt x="328" y="332"/>
                  <a:pt x="328" y="332"/>
                  <a:pt x="328" y="332"/>
                </a:cubicBezTo>
                <a:cubicBezTo>
                  <a:pt x="332" y="332"/>
                  <a:pt x="334" y="332"/>
                  <a:pt x="337" y="330"/>
                </a:cubicBezTo>
                <a:close/>
                <a:moveTo>
                  <a:pt x="337" y="379"/>
                </a:moveTo>
                <a:cubicBezTo>
                  <a:pt x="337" y="387"/>
                  <a:pt x="337" y="387"/>
                  <a:pt x="337" y="387"/>
                </a:cubicBezTo>
                <a:cubicBezTo>
                  <a:pt x="328" y="381"/>
                  <a:pt x="328" y="381"/>
                  <a:pt x="328" y="381"/>
                </a:cubicBezTo>
                <a:cubicBezTo>
                  <a:pt x="328" y="379"/>
                  <a:pt x="328" y="379"/>
                  <a:pt x="328" y="379"/>
                </a:cubicBezTo>
                <a:cubicBezTo>
                  <a:pt x="337" y="379"/>
                  <a:pt x="337" y="379"/>
                  <a:pt x="337" y="379"/>
                </a:cubicBezTo>
                <a:close/>
                <a:moveTo>
                  <a:pt x="337" y="470"/>
                </a:moveTo>
                <a:cubicBezTo>
                  <a:pt x="337" y="474"/>
                  <a:pt x="337" y="474"/>
                  <a:pt x="337" y="474"/>
                </a:cubicBezTo>
                <a:cubicBezTo>
                  <a:pt x="337" y="474"/>
                  <a:pt x="337" y="474"/>
                  <a:pt x="337" y="474"/>
                </a:cubicBezTo>
                <a:cubicBezTo>
                  <a:pt x="335" y="479"/>
                  <a:pt x="334" y="484"/>
                  <a:pt x="337" y="488"/>
                </a:cubicBezTo>
                <a:cubicBezTo>
                  <a:pt x="337" y="493"/>
                  <a:pt x="337" y="493"/>
                  <a:pt x="337" y="493"/>
                </a:cubicBezTo>
                <a:cubicBezTo>
                  <a:pt x="335" y="491"/>
                  <a:pt x="333" y="490"/>
                  <a:pt x="331" y="488"/>
                </a:cubicBezTo>
                <a:cubicBezTo>
                  <a:pt x="330" y="488"/>
                  <a:pt x="329" y="489"/>
                  <a:pt x="328" y="489"/>
                </a:cubicBezTo>
                <a:cubicBezTo>
                  <a:pt x="328" y="482"/>
                  <a:pt x="328" y="482"/>
                  <a:pt x="328" y="482"/>
                </a:cubicBezTo>
                <a:cubicBezTo>
                  <a:pt x="328" y="482"/>
                  <a:pt x="329" y="482"/>
                  <a:pt x="329" y="483"/>
                </a:cubicBezTo>
                <a:cubicBezTo>
                  <a:pt x="332" y="478"/>
                  <a:pt x="330" y="472"/>
                  <a:pt x="330" y="466"/>
                </a:cubicBezTo>
                <a:cubicBezTo>
                  <a:pt x="328" y="466"/>
                  <a:pt x="328" y="466"/>
                  <a:pt x="328" y="466"/>
                </a:cubicBezTo>
                <a:cubicBezTo>
                  <a:pt x="328" y="461"/>
                  <a:pt x="328" y="461"/>
                  <a:pt x="328" y="461"/>
                </a:cubicBezTo>
                <a:cubicBezTo>
                  <a:pt x="331" y="464"/>
                  <a:pt x="334" y="467"/>
                  <a:pt x="337" y="470"/>
                </a:cubicBezTo>
                <a:close/>
                <a:moveTo>
                  <a:pt x="337" y="509"/>
                </a:moveTo>
                <a:cubicBezTo>
                  <a:pt x="337" y="517"/>
                  <a:pt x="337" y="517"/>
                  <a:pt x="337" y="517"/>
                </a:cubicBezTo>
                <a:cubicBezTo>
                  <a:pt x="334" y="518"/>
                  <a:pt x="331" y="519"/>
                  <a:pt x="328" y="521"/>
                </a:cubicBezTo>
                <a:cubicBezTo>
                  <a:pt x="328" y="511"/>
                  <a:pt x="328" y="511"/>
                  <a:pt x="328" y="511"/>
                </a:cubicBezTo>
                <a:cubicBezTo>
                  <a:pt x="331" y="510"/>
                  <a:pt x="334" y="509"/>
                  <a:pt x="337" y="509"/>
                </a:cubicBezTo>
                <a:close/>
                <a:moveTo>
                  <a:pt x="337" y="522"/>
                </a:moveTo>
                <a:cubicBezTo>
                  <a:pt x="337" y="532"/>
                  <a:pt x="337" y="532"/>
                  <a:pt x="337" y="532"/>
                </a:cubicBezTo>
                <a:cubicBezTo>
                  <a:pt x="334" y="534"/>
                  <a:pt x="331" y="537"/>
                  <a:pt x="328" y="539"/>
                </a:cubicBezTo>
                <a:cubicBezTo>
                  <a:pt x="328" y="530"/>
                  <a:pt x="328" y="530"/>
                  <a:pt x="328" y="530"/>
                </a:cubicBezTo>
                <a:cubicBezTo>
                  <a:pt x="331" y="527"/>
                  <a:pt x="333" y="525"/>
                  <a:pt x="336" y="522"/>
                </a:cubicBezTo>
                <a:cubicBezTo>
                  <a:pt x="337" y="522"/>
                  <a:pt x="337" y="522"/>
                  <a:pt x="337" y="522"/>
                </a:cubicBezTo>
                <a:close/>
                <a:moveTo>
                  <a:pt x="337" y="536"/>
                </a:moveTo>
                <a:cubicBezTo>
                  <a:pt x="334" y="538"/>
                  <a:pt x="331" y="542"/>
                  <a:pt x="328" y="545"/>
                </a:cubicBezTo>
                <a:cubicBezTo>
                  <a:pt x="328" y="577"/>
                  <a:pt x="328" y="577"/>
                  <a:pt x="328" y="577"/>
                </a:cubicBezTo>
                <a:cubicBezTo>
                  <a:pt x="331" y="571"/>
                  <a:pt x="334" y="563"/>
                  <a:pt x="334" y="557"/>
                </a:cubicBezTo>
                <a:cubicBezTo>
                  <a:pt x="330" y="552"/>
                  <a:pt x="333" y="549"/>
                  <a:pt x="337" y="545"/>
                </a:cubicBezTo>
                <a:cubicBezTo>
                  <a:pt x="337" y="536"/>
                  <a:pt x="337" y="536"/>
                  <a:pt x="337" y="536"/>
                </a:cubicBezTo>
                <a:close/>
                <a:moveTo>
                  <a:pt x="337" y="580"/>
                </a:moveTo>
                <a:cubicBezTo>
                  <a:pt x="337" y="589"/>
                  <a:pt x="337" y="589"/>
                  <a:pt x="337" y="589"/>
                </a:cubicBezTo>
                <a:cubicBezTo>
                  <a:pt x="336" y="587"/>
                  <a:pt x="336" y="585"/>
                  <a:pt x="336" y="580"/>
                </a:cubicBezTo>
                <a:cubicBezTo>
                  <a:pt x="337" y="580"/>
                  <a:pt x="337" y="580"/>
                  <a:pt x="337" y="580"/>
                </a:cubicBezTo>
                <a:close/>
                <a:moveTo>
                  <a:pt x="337" y="604"/>
                </a:moveTo>
                <a:cubicBezTo>
                  <a:pt x="337" y="614"/>
                  <a:pt x="337" y="614"/>
                  <a:pt x="337" y="614"/>
                </a:cubicBezTo>
                <a:cubicBezTo>
                  <a:pt x="335" y="608"/>
                  <a:pt x="335" y="608"/>
                  <a:pt x="335" y="608"/>
                </a:cubicBezTo>
                <a:cubicBezTo>
                  <a:pt x="333" y="607"/>
                  <a:pt x="330" y="607"/>
                  <a:pt x="328" y="606"/>
                </a:cubicBezTo>
                <a:cubicBezTo>
                  <a:pt x="328" y="601"/>
                  <a:pt x="328" y="601"/>
                  <a:pt x="328" y="601"/>
                </a:cubicBezTo>
                <a:cubicBezTo>
                  <a:pt x="334" y="602"/>
                  <a:pt x="335" y="603"/>
                  <a:pt x="337" y="604"/>
                </a:cubicBezTo>
                <a:close/>
                <a:moveTo>
                  <a:pt x="337" y="627"/>
                </a:moveTo>
                <a:cubicBezTo>
                  <a:pt x="337" y="633"/>
                  <a:pt x="337" y="633"/>
                  <a:pt x="337" y="633"/>
                </a:cubicBezTo>
                <a:cubicBezTo>
                  <a:pt x="334" y="632"/>
                  <a:pt x="331" y="630"/>
                  <a:pt x="328" y="628"/>
                </a:cubicBezTo>
                <a:cubicBezTo>
                  <a:pt x="328" y="619"/>
                  <a:pt x="328" y="619"/>
                  <a:pt x="328" y="619"/>
                </a:cubicBezTo>
                <a:cubicBezTo>
                  <a:pt x="330" y="622"/>
                  <a:pt x="332" y="624"/>
                  <a:pt x="337" y="627"/>
                </a:cubicBezTo>
                <a:close/>
                <a:moveTo>
                  <a:pt x="337" y="667"/>
                </a:moveTo>
                <a:cubicBezTo>
                  <a:pt x="337" y="708"/>
                  <a:pt x="337" y="708"/>
                  <a:pt x="337" y="708"/>
                </a:cubicBezTo>
                <a:cubicBezTo>
                  <a:pt x="334" y="707"/>
                  <a:pt x="331" y="706"/>
                  <a:pt x="328" y="705"/>
                </a:cubicBezTo>
                <a:cubicBezTo>
                  <a:pt x="328" y="704"/>
                  <a:pt x="328" y="704"/>
                  <a:pt x="328" y="704"/>
                </a:cubicBezTo>
                <a:cubicBezTo>
                  <a:pt x="330" y="695"/>
                  <a:pt x="331" y="686"/>
                  <a:pt x="333" y="677"/>
                </a:cubicBezTo>
                <a:cubicBezTo>
                  <a:pt x="331" y="678"/>
                  <a:pt x="330" y="679"/>
                  <a:pt x="328" y="679"/>
                </a:cubicBezTo>
                <a:cubicBezTo>
                  <a:pt x="328" y="669"/>
                  <a:pt x="328" y="669"/>
                  <a:pt x="328" y="669"/>
                </a:cubicBezTo>
                <a:cubicBezTo>
                  <a:pt x="331" y="668"/>
                  <a:pt x="334" y="667"/>
                  <a:pt x="337" y="667"/>
                </a:cubicBezTo>
                <a:close/>
                <a:moveTo>
                  <a:pt x="337" y="745"/>
                </a:moveTo>
                <a:cubicBezTo>
                  <a:pt x="337" y="753"/>
                  <a:pt x="337" y="753"/>
                  <a:pt x="337" y="753"/>
                </a:cubicBezTo>
                <a:cubicBezTo>
                  <a:pt x="336" y="753"/>
                  <a:pt x="336" y="753"/>
                  <a:pt x="336" y="753"/>
                </a:cubicBezTo>
                <a:cubicBezTo>
                  <a:pt x="337" y="753"/>
                  <a:pt x="337" y="754"/>
                  <a:pt x="337" y="755"/>
                </a:cubicBezTo>
                <a:cubicBezTo>
                  <a:pt x="337" y="778"/>
                  <a:pt x="337" y="778"/>
                  <a:pt x="337" y="778"/>
                </a:cubicBezTo>
                <a:cubicBezTo>
                  <a:pt x="333" y="768"/>
                  <a:pt x="331" y="762"/>
                  <a:pt x="328" y="757"/>
                </a:cubicBezTo>
                <a:cubicBezTo>
                  <a:pt x="328" y="743"/>
                  <a:pt x="328" y="743"/>
                  <a:pt x="328" y="743"/>
                </a:cubicBezTo>
                <a:cubicBezTo>
                  <a:pt x="328" y="744"/>
                  <a:pt x="329" y="744"/>
                  <a:pt x="329" y="744"/>
                </a:cubicBezTo>
                <a:cubicBezTo>
                  <a:pt x="332" y="744"/>
                  <a:pt x="335" y="744"/>
                  <a:pt x="337" y="745"/>
                </a:cubicBezTo>
                <a:close/>
                <a:moveTo>
                  <a:pt x="322" y="8"/>
                </a:moveTo>
                <a:cubicBezTo>
                  <a:pt x="324" y="8"/>
                  <a:pt x="326" y="7"/>
                  <a:pt x="328" y="7"/>
                </a:cubicBezTo>
                <a:cubicBezTo>
                  <a:pt x="328" y="14"/>
                  <a:pt x="328" y="14"/>
                  <a:pt x="328" y="14"/>
                </a:cubicBezTo>
                <a:cubicBezTo>
                  <a:pt x="326" y="14"/>
                  <a:pt x="324" y="15"/>
                  <a:pt x="322" y="15"/>
                </a:cubicBezTo>
                <a:cubicBezTo>
                  <a:pt x="322" y="8"/>
                  <a:pt x="322" y="8"/>
                  <a:pt x="322" y="8"/>
                </a:cubicBezTo>
                <a:close/>
                <a:moveTo>
                  <a:pt x="328" y="788"/>
                </a:moveTo>
                <a:cubicBezTo>
                  <a:pt x="326" y="787"/>
                  <a:pt x="324" y="787"/>
                  <a:pt x="322" y="787"/>
                </a:cubicBezTo>
                <a:cubicBezTo>
                  <a:pt x="322" y="778"/>
                  <a:pt x="322" y="778"/>
                  <a:pt x="322" y="778"/>
                </a:cubicBezTo>
                <a:cubicBezTo>
                  <a:pt x="323" y="779"/>
                  <a:pt x="325" y="780"/>
                  <a:pt x="328" y="781"/>
                </a:cubicBezTo>
                <a:cubicBezTo>
                  <a:pt x="328" y="781"/>
                  <a:pt x="328" y="781"/>
                  <a:pt x="328" y="781"/>
                </a:cubicBezTo>
                <a:cubicBezTo>
                  <a:pt x="328" y="788"/>
                  <a:pt x="328" y="788"/>
                  <a:pt x="328" y="788"/>
                </a:cubicBezTo>
                <a:close/>
                <a:moveTo>
                  <a:pt x="328" y="26"/>
                </a:moveTo>
                <a:cubicBezTo>
                  <a:pt x="328" y="38"/>
                  <a:pt x="328" y="38"/>
                  <a:pt x="328" y="38"/>
                </a:cubicBezTo>
                <a:cubicBezTo>
                  <a:pt x="326" y="36"/>
                  <a:pt x="324" y="33"/>
                  <a:pt x="322" y="31"/>
                </a:cubicBezTo>
                <a:cubicBezTo>
                  <a:pt x="322" y="18"/>
                  <a:pt x="322" y="18"/>
                  <a:pt x="322" y="18"/>
                </a:cubicBezTo>
                <a:cubicBezTo>
                  <a:pt x="323" y="21"/>
                  <a:pt x="325" y="24"/>
                  <a:pt x="328" y="26"/>
                </a:cubicBezTo>
                <a:close/>
                <a:moveTo>
                  <a:pt x="328" y="45"/>
                </a:moveTo>
                <a:cubicBezTo>
                  <a:pt x="328" y="53"/>
                  <a:pt x="328" y="53"/>
                  <a:pt x="328" y="53"/>
                </a:cubicBezTo>
                <a:cubicBezTo>
                  <a:pt x="326" y="53"/>
                  <a:pt x="324" y="54"/>
                  <a:pt x="322" y="55"/>
                </a:cubicBezTo>
                <a:cubicBezTo>
                  <a:pt x="322" y="46"/>
                  <a:pt x="322" y="46"/>
                  <a:pt x="322" y="46"/>
                </a:cubicBezTo>
                <a:cubicBezTo>
                  <a:pt x="324" y="46"/>
                  <a:pt x="326" y="45"/>
                  <a:pt x="328" y="45"/>
                </a:cubicBezTo>
                <a:close/>
                <a:moveTo>
                  <a:pt x="328" y="87"/>
                </a:moveTo>
                <a:cubicBezTo>
                  <a:pt x="328" y="103"/>
                  <a:pt x="328" y="103"/>
                  <a:pt x="328" y="103"/>
                </a:cubicBezTo>
                <a:cubicBezTo>
                  <a:pt x="326" y="104"/>
                  <a:pt x="324" y="104"/>
                  <a:pt x="322" y="105"/>
                </a:cubicBezTo>
                <a:cubicBezTo>
                  <a:pt x="322" y="89"/>
                  <a:pt x="322" y="89"/>
                  <a:pt x="322" y="89"/>
                </a:cubicBezTo>
                <a:cubicBezTo>
                  <a:pt x="324" y="89"/>
                  <a:pt x="326" y="88"/>
                  <a:pt x="328" y="87"/>
                </a:cubicBezTo>
                <a:close/>
                <a:moveTo>
                  <a:pt x="328" y="113"/>
                </a:moveTo>
                <a:cubicBezTo>
                  <a:pt x="328" y="129"/>
                  <a:pt x="328" y="129"/>
                  <a:pt x="328" y="129"/>
                </a:cubicBezTo>
                <a:cubicBezTo>
                  <a:pt x="326" y="128"/>
                  <a:pt x="324" y="127"/>
                  <a:pt x="322" y="126"/>
                </a:cubicBezTo>
                <a:cubicBezTo>
                  <a:pt x="322" y="111"/>
                  <a:pt x="322" y="111"/>
                  <a:pt x="322" y="111"/>
                </a:cubicBezTo>
                <a:cubicBezTo>
                  <a:pt x="324" y="112"/>
                  <a:pt x="326" y="113"/>
                  <a:pt x="328" y="113"/>
                </a:cubicBezTo>
                <a:close/>
                <a:moveTo>
                  <a:pt x="328" y="175"/>
                </a:moveTo>
                <a:cubicBezTo>
                  <a:pt x="328" y="185"/>
                  <a:pt x="328" y="185"/>
                  <a:pt x="328" y="185"/>
                </a:cubicBezTo>
                <a:cubicBezTo>
                  <a:pt x="326" y="183"/>
                  <a:pt x="324" y="182"/>
                  <a:pt x="322" y="183"/>
                </a:cubicBezTo>
                <a:cubicBezTo>
                  <a:pt x="322" y="177"/>
                  <a:pt x="322" y="177"/>
                  <a:pt x="322" y="177"/>
                </a:cubicBezTo>
                <a:cubicBezTo>
                  <a:pt x="324" y="176"/>
                  <a:pt x="326" y="176"/>
                  <a:pt x="328" y="175"/>
                </a:cubicBezTo>
                <a:close/>
                <a:moveTo>
                  <a:pt x="328" y="197"/>
                </a:moveTo>
                <a:cubicBezTo>
                  <a:pt x="328" y="203"/>
                  <a:pt x="328" y="203"/>
                  <a:pt x="328" y="203"/>
                </a:cubicBezTo>
                <a:cubicBezTo>
                  <a:pt x="326" y="204"/>
                  <a:pt x="324" y="205"/>
                  <a:pt x="322" y="205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193"/>
                  <a:pt x="322" y="193"/>
                  <a:pt x="322" y="193"/>
                </a:cubicBezTo>
                <a:cubicBezTo>
                  <a:pt x="327" y="197"/>
                  <a:pt x="327" y="197"/>
                  <a:pt x="327" y="197"/>
                </a:cubicBezTo>
                <a:cubicBezTo>
                  <a:pt x="328" y="197"/>
                  <a:pt x="328" y="197"/>
                  <a:pt x="328" y="197"/>
                </a:cubicBezTo>
                <a:close/>
                <a:moveTo>
                  <a:pt x="328" y="216"/>
                </a:moveTo>
                <a:cubicBezTo>
                  <a:pt x="328" y="239"/>
                  <a:pt x="328" y="239"/>
                  <a:pt x="328" y="239"/>
                </a:cubicBezTo>
                <a:cubicBezTo>
                  <a:pt x="327" y="240"/>
                  <a:pt x="326" y="241"/>
                  <a:pt x="325" y="243"/>
                </a:cubicBezTo>
                <a:cubicBezTo>
                  <a:pt x="326" y="243"/>
                  <a:pt x="327" y="242"/>
                  <a:pt x="328" y="242"/>
                </a:cubicBezTo>
                <a:cubicBezTo>
                  <a:pt x="328" y="260"/>
                  <a:pt x="328" y="260"/>
                  <a:pt x="328" y="260"/>
                </a:cubicBezTo>
                <a:cubicBezTo>
                  <a:pt x="325" y="259"/>
                  <a:pt x="323" y="257"/>
                  <a:pt x="322" y="256"/>
                </a:cubicBezTo>
                <a:cubicBezTo>
                  <a:pt x="322" y="219"/>
                  <a:pt x="322" y="219"/>
                  <a:pt x="322" y="219"/>
                </a:cubicBezTo>
                <a:cubicBezTo>
                  <a:pt x="324" y="218"/>
                  <a:pt x="326" y="217"/>
                  <a:pt x="328" y="216"/>
                </a:cubicBezTo>
                <a:close/>
                <a:moveTo>
                  <a:pt x="328" y="316"/>
                </a:moveTo>
                <a:cubicBezTo>
                  <a:pt x="328" y="326"/>
                  <a:pt x="328" y="326"/>
                  <a:pt x="328" y="326"/>
                </a:cubicBezTo>
                <a:cubicBezTo>
                  <a:pt x="326" y="326"/>
                  <a:pt x="324" y="327"/>
                  <a:pt x="322" y="329"/>
                </a:cubicBezTo>
                <a:cubicBezTo>
                  <a:pt x="322" y="325"/>
                  <a:pt x="322" y="325"/>
                  <a:pt x="322" y="325"/>
                </a:cubicBezTo>
                <a:cubicBezTo>
                  <a:pt x="325" y="322"/>
                  <a:pt x="325" y="319"/>
                  <a:pt x="322" y="314"/>
                </a:cubicBezTo>
                <a:cubicBezTo>
                  <a:pt x="322" y="310"/>
                  <a:pt x="322" y="310"/>
                  <a:pt x="322" y="310"/>
                </a:cubicBezTo>
                <a:cubicBezTo>
                  <a:pt x="324" y="312"/>
                  <a:pt x="326" y="314"/>
                  <a:pt x="328" y="316"/>
                </a:cubicBezTo>
                <a:close/>
                <a:moveTo>
                  <a:pt x="328" y="332"/>
                </a:moveTo>
                <a:cubicBezTo>
                  <a:pt x="328" y="337"/>
                  <a:pt x="328" y="337"/>
                  <a:pt x="328" y="337"/>
                </a:cubicBezTo>
                <a:cubicBezTo>
                  <a:pt x="328" y="337"/>
                  <a:pt x="328" y="336"/>
                  <a:pt x="328" y="336"/>
                </a:cubicBezTo>
                <a:cubicBezTo>
                  <a:pt x="325" y="336"/>
                  <a:pt x="323" y="335"/>
                  <a:pt x="322" y="335"/>
                </a:cubicBezTo>
                <a:cubicBezTo>
                  <a:pt x="322" y="331"/>
                  <a:pt x="322" y="331"/>
                  <a:pt x="322" y="331"/>
                </a:cubicBezTo>
                <a:cubicBezTo>
                  <a:pt x="323" y="332"/>
                  <a:pt x="324" y="332"/>
                  <a:pt x="325" y="332"/>
                </a:cubicBezTo>
                <a:cubicBezTo>
                  <a:pt x="326" y="332"/>
                  <a:pt x="327" y="332"/>
                  <a:pt x="328" y="332"/>
                </a:cubicBezTo>
                <a:close/>
                <a:moveTo>
                  <a:pt x="328" y="338"/>
                </a:moveTo>
                <a:cubicBezTo>
                  <a:pt x="328" y="344"/>
                  <a:pt x="328" y="344"/>
                  <a:pt x="328" y="344"/>
                </a:cubicBezTo>
                <a:cubicBezTo>
                  <a:pt x="326" y="346"/>
                  <a:pt x="325" y="348"/>
                  <a:pt x="324" y="350"/>
                </a:cubicBezTo>
                <a:cubicBezTo>
                  <a:pt x="323" y="351"/>
                  <a:pt x="322" y="351"/>
                  <a:pt x="322" y="352"/>
                </a:cubicBezTo>
                <a:cubicBezTo>
                  <a:pt x="322" y="341"/>
                  <a:pt x="322" y="341"/>
                  <a:pt x="322" y="341"/>
                </a:cubicBezTo>
                <a:cubicBezTo>
                  <a:pt x="324" y="341"/>
                  <a:pt x="326" y="341"/>
                  <a:pt x="328" y="338"/>
                </a:cubicBezTo>
                <a:close/>
                <a:moveTo>
                  <a:pt x="328" y="379"/>
                </a:moveTo>
                <a:cubicBezTo>
                  <a:pt x="328" y="381"/>
                  <a:pt x="328" y="381"/>
                  <a:pt x="328" y="381"/>
                </a:cubicBezTo>
                <a:cubicBezTo>
                  <a:pt x="325" y="379"/>
                  <a:pt x="325" y="379"/>
                  <a:pt x="325" y="379"/>
                </a:cubicBezTo>
                <a:cubicBezTo>
                  <a:pt x="328" y="379"/>
                  <a:pt x="328" y="379"/>
                  <a:pt x="328" y="379"/>
                </a:cubicBezTo>
                <a:close/>
                <a:moveTo>
                  <a:pt x="328" y="461"/>
                </a:moveTo>
                <a:cubicBezTo>
                  <a:pt x="328" y="466"/>
                  <a:pt x="328" y="466"/>
                  <a:pt x="328" y="466"/>
                </a:cubicBezTo>
                <a:cubicBezTo>
                  <a:pt x="327" y="466"/>
                  <a:pt x="327" y="466"/>
                  <a:pt x="327" y="466"/>
                </a:cubicBezTo>
                <a:cubicBezTo>
                  <a:pt x="325" y="474"/>
                  <a:pt x="324" y="476"/>
                  <a:pt x="328" y="482"/>
                </a:cubicBezTo>
                <a:cubicBezTo>
                  <a:pt x="328" y="489"/>
                  <a:pt x="328" y="489"/>
                  <a:pt x="328" y="489"/>
                </a:cubicBezTo>
                <a:cubicBezTo>
                  <a:pt x="326" y="490"/>
                  <a:pt x="324" y="491"/>
                  <a:pt x="322" y="493"/>
                </a:cubicBezTo>
                <a:cubicBezTo>
                  <a:pt x="322" y="485"/>
                  <a:pt x="322" y="485"/>
                  <a:pt x="322" y="485"/>
                </a:cubicBezTo>
                <a:cubicBezTo>
                  <a:pt x="323" y="485"/>
                  <a:pt x="324" y="485"/>
                  <a:pt x="325" y="484"/>
                </a:cubicBezTo>
                <a:cubicBezTo>
                  <a:pt x="324" y="483"/>
                  <a:pt x="323" y="482"/>
                  <a:pt x="322" y="480"/>
                </a:cubicBezTo>
                <a:cubicBezTo>
                  <a:pt x="322" y="468"/>
                  <a:pt x="322" y="468"/>
                  <a:pt x="322" y="468"/>
                </a:cubicBezTo>
                <a:cubicBezTo>
                  <a:pt x="323" y="465"/>
                  <a:pt x="323" y="462"/>
                  <a:pt x="322" y="459"/>
                </a:cubicBezTo>
                <a:cubicBezTo>
                  <a:pt x="322" y="452"/>
                  <a:pt x="322" y="452"/>
                  <a:pt x="322" y="452"/>
                </a:cubicBezTo>
                <a:cubicBezTo>
                  <a:pt x="323" y="455"/>
                  <a:pt x="326" y="458"/>
                  <a:pt x="328" y="461"/>
                </a:cubicBezTo>
                <a:close/>
                <a:moveTo>
                  <a:pt x="328" y="511"/>
                </a:moveTo>
                <a:cubicBezTo>
                  <a:pt x="328" y="521"/>
                  <a:pt x="328" y="521"/>
                  <a:pt x="328" y="521"/>
                </a:cubicBezTo>
                <a:cubicBezTo>
                  <a:pt x="326" y="522"/>
                  <a:pt x="324" y="523"/>
                  <a:pt x="322" y="524"/>
                </a:cubicBezTo>
                <a:cubicBezTo>
                  <a:pt x="322" y="514"/>
                  <a:pt x="322" y="514"/>
                  <a:pt x="322" y="514"/>
                </a:cubicBezTo>
                <a:cubicBezTo>
                  <a:pt x="324" y="513"/>
                  <a:pt x="326" y="512"/>
                  <a:pt x="328" y="511"/>
                </a:cubicBezTo>
                <a:close/>
                <a:moveTo>
                  <a:pt x="328" y="530"/>
                </a:moveTo>
                <a:cubicBezTo>
                  <a:pt x="328" y="539"/>
                  <a:pt x="328" y="539"/>
                  <a:pt x="328" y="539"/>
                </a:cubicBezTo>
                <a:cubicBezTo>
                  <a:pt x="325" y="541"/>
                  <a:pt x="323" y="544"/>
                  <a:pt x="323" y="547"/>
                </a:cubicBezTo>
                <a:cubicBezTo>
                  <a:pt x="324" y="547"/>
                  <a:pt x="325" y="547"/>
                  <a:pt x="327" y="547"/>
                </a:cubicBezTo>
                <a:cubicBezTo>
                  <a:pt x="327" y="546"/>
                  <a:pt x="327" y="546"/>
                  <a:pt x="328" y="545"/>
                </a:cubicBezTo>
                <a:cubicBezTo>
                  <a:pt x="328" y="577"/>
                  <a:pt x="328" y="577"/>
                  <a:pt x="328" y="577"/>
                </a:cubicBezTo>
                <a:cubicBezTo>
                  <a:pt x="326" y="581"/>
                  <a:pt x="324" y="584"/>
                  <a:pt x="323" y="588"/>
                </a:cubicBezTo>
                <a:cubicBezTo>
                  <a:pt x="322" y="588"/>
                  <a:pt x="322" y="588"/>
                  <a:pt x="322" y="588"/>
                </a:cubicBezTo>
                <a:cubicBezTo>
                  <a:pt x="322" y="571"/>
                  <a:pt x="322" y="571"/>
                  <a:pt x="322" y="571"/>
                </a:cubicBezTo>
                <a:cubicBezTo>
                  <a:pt x="323" y="568"/>
                  <a:pt x="325" y="566"/>
                  <a:pt x="325" y="562"/>
                </a:cubicBezTo>
                <a:cubicBezTo>
                  <a:pt x="324" y="561"/>
                  <a:pt x="323" y="560"/>
                  <a:pt x="322" y="559"/>
                </a:cubicBezTo>
                <a:cubicBezTo>
                  <a:pt x="322" y="536"/>
                  <a:pt x="322" y="536"/>
                  <a:pt x="322" y="536"/>
                </a:cubicBezTo>
                <a:cubicBezTo>
                  <a:pt x="324" y="534"/>
                  <a:pt x="326" y="532"/>
                  <a:pt x="328" y="530"/>
                </a:cubicBezTo>
                <a:close/>
                <a:moveTo>
                  <a:pt x="328" y="601"/>
                </a:moveTo>
                <a:cubicBezTo>
                  <a:pt x="328" y="606"/>
                  <a:pt x="328" y="606"/>
                  <a:pt x="328" y="606"/>
                </a:cubicBezTo>
                <a:cubicBezTo>
                  <a:pt x="327" y="606"/>
                  <a:pt x="326" y="605"/>
                  <a:pt x="325" y="605"/>
                </a:cubicBezTo>
                <a:cubicBezTo>
                  <a:pt x="326" y="612"/>
                  <a:pt x="327" y="616"/>
                  <a:pt x="328" y="619"/>
                </a:cubicBezTo>
                <a:cubicBezTo>
                  <a:pt x="328" y="628"/>
                  <a:pt x="328" y="628"/>
                  <a:pt x="328" y="628"/>
                </a:cubicBezTo>
                <a:cubicBezTo>
                  <a:pt x="328" y="628"/>
                  <a:pt x="328" y="628"/>
                  <a:pt x="328" y="628"/>
                </a:cubicBezTo>
                <a:cubicBezTo>
                  <a:pt x="326" y="628"/>
                  <a:pt x="324" y="627"/>
                  <a:pt x="322" y="627"/>
                </a:cubicBezTo>
                <a:cubicBezTo>
                  <a:pt x="322" y="622"/>
                  <a:pt x="322" y="622"/>
                  <a:pt x="322" y="622"/>
                </a:cubicBezTo>
                <a:cubicBezTo>
                  <a:pt x="322" y="622"/>
                  <a:pt x="322" y="622"/>
                  <a:pt x="322" y="622"/>
                </a:cubicBezTo>
                <a:cubicBezTo>
                  <a:pt x="322" y="621"/>
                  <a:pt x="322" y="621"/>
                  <a:pt x="322" y="621"/>
                </a:cubicBezTo>
                <a:cubicBezTo>
                  <a:pt x="322" y="599"/>
                  <a:pt x="322" y="599"/>
                  <a:pt x="322" y="599"/>
                </a:cubicBezTo>
                <a:cubicBezTo>
                  <a:pt x="324" y="600"/>
                  <a:pt x="326" y="600"/>
                  <a:pt x="328" y="601"/>
                </a:cubicBezTo>
                <a:close/>
                <a:moveTo>
                  <a:pt x="328" y="669"/>
                </a:moveTo>
                <a:cubicBezTo>
                  <a:pt x="328" y="679"/>
                  <a:pt x="328" y="679"/>
                  <a:pt x="328" y="679"/>
                </a:cubicBezTo>
                <a:cubicBezTo>
                  <a:pt x="327" y="680"/>
                  <a:pt x="327" y="680"/>
                  <a:pt x="326" y="680"/>
                </a:cubicBezTo>
                <a:cubicBezTo>
                  <a:pt x="325" y="677"/>
                  <a:pt x="323" y="675"/>
                  <a:pt x="322" y="672"/>
                </a:cubicBezTo>
                <a:cubicBezTo>
                  <a:pt x="324" y="671"/>
                  <a:pt x="326" y="670"/>
                  <a:pt x="328" y="669"/>
                </a:cubicBezTo>
                <a:close/>
                <a:moveTo>
                  <a:pt x="328" y="704"/>
                </a:moveTo>
                <a:cubicBezTo>
                  <a:pt x="328" y="705"/>
                  <a:pt x="328" y="705"/>
                  <a:pt x="328" y="705"/>
                </a:cubicBezTo>
                <a:cubicBezTo>
                  <a:pt x="328" y="705"/>
                  <a:pt x="328" y="705"/>
                  <a:pt x="328" y="705"/>
                </a:cubicBezTo>
                <a:cubicBezTo>
                  <a:pt x="328" y="704"/>
                  <a:pt x="328" y="704"/>
                  <a:pt x="328" y="704"/>
                </a:cubicBezTo>
                <a:close/>
                <a:moveTo>
                  <a:pt x="328" y="743"/>
                </a:moveTo>
                <a:cubicBezTo>
                  <a:pt x="328" y="757"/>
                  <a:pt x="328" y="757"/>
                  <a:pt x="328" y="757"/>
                </a:cubicBezTo>
                <a:cubicBezTo>
                  <a:pt x="326" y="754"/>
                  <a:pt x="324" y="752"/>
                  <a:pt x="322" y="750"/>
                </a:cubicBezTo>
                <a:cubicBezTo>
                  <a:pt x="322" y="740"/>
                  <a:pt x="322" y="740"/>
                  <a:pt x="322" y="740"/>
                </a:cubicBezTo>
                <a:cubicBezTo>
                  <a:pt x="324" y="741"/>
                  <a:pt x="326" y="742"/>
                  <a:pt x="328" y="743"/>
                </a:cubicBezTo>
                <a:close/>
                <a:moveTo>
                  <a:pt x="322" y="296"/>
                </a:moveTo>
                <a:cubicBezTo>
                  <a:pt x="322" y="269"/>
                  <a:pt x="322" y="269"/>
                  <a:pt x="322" y="269"/>
                </a:cubicBezTo>
                <a:cubicBezTo>
                  <a:pt x="325" y="278"/>
                  <a:pt x="329" y="292"/>
                  <a:pt x="322" y="296"/>
                </a:cubicBezTo>
                <a:close/>
                <a:moveTo>
                  <a:pt x="315" y="10"/>
                </a:moveTo>
                <a:cubicBezTo>
                  <a:pt x="317" y="9"/>
                  <a:pt x="319" y="9"/>
                  <a:pt x="322" y="8"/>
                </a:cubicBezTo>
                <a:cubicBezTo>
                  <a:pt x="322" y="15"/>
                  <a:pt x="322" y="15"/>
                  <a:pt x="322" y="15"/>
                </a:cubicBezTo>
                <a:cubicBezTo>
                  <a:pt x="321" y="16"/>
                  <a:pt x="321" y="16"/>
                  <a:pt x="321" y="16"/>
                </a:cubicBezTo>
                <a:cubicBezTo>
                  <a:pt x="321" y="16"/>
                  <a:pt x="321" y="17"/>
                  <a:pt x="322" y="18"/>
                </a:cubicBezTo>
                <a:cubicBezTo>
                  <a:pt x="322" y="31"/>
                  <a:pt x="322" y="31"/>
                  <a:pt x="322" y="31"/>
                </a:cubicBezTo>
                <a:cubicBezTo>
                  <a:pt x="319" y="29"/>
                  <a:pt x="317" y="27"/>
                  <a:pt x="315" y="25"/>
                </a:cubicBezTo>
                <a:cubicBezTo>
                  <a:pt x="315" y="10"/>
                  <a:pt x="315" y="10"/>
                  <a:pt x="315" y="10"/>
                </a:cubicBezTo>
                <a:close/>
                <a:moveTo>
                  <a:pt x="322" y="787"/>
                </a:moveTo>
                <a:cubicBezTo>
                  <a:pt x="319" y="787"/>
                  <a:pt x="317" y="786"/>
                  <a:pt x="315" y="786"/>
                </a:cubicBezTo>
                <a:cubicBezTo>
                  <a:pt x="315" y="772"/>
                  <a:pt x="315" y="772"/>
                  <a:pt x="315" y="772"/>
                </a:cubicBezTo>
                <a:cubicBezTo>
                  <a:pt x="317" y="774"/>
                  <a:pt x="319" y="776"/>
                  <a:pt x="322" y="778"/>
                </a:cubicBezTo>
                <a:cubicBezTo>
                  <a:pt x="322" y="787"/>
                  <a:pt x="322" y="787"/>
                  <a:pt x="322" y="787"/>
                </a:cubicBezTo>
                <a:close/>
                <a:moveTo>
                  <a:pt x="322" y="46"/>
                </a:moveTo>
                <a:cubicBezTo>
                  <a:pt x="322" y="55"/>
                  <a:pt x="322" y="55"/>
                  <a:pt x="322" y="55"/>
                </a:cubicBezTo>
                <a:cubicBezTo>
                  <a:pt x="321" y="55"/>
                  <a:pt x="321" y="55"/>
                  <a:pt x="321" y="55"/>
                </a:cubicBezTo>
                <a:cubicBezTo>
                  <a:pt x="315" y="55"/>
                  <a:pt x="315" y="55"/>
                  <a:pt x="315" y="55"/>
                </a:cubicBezTo>
                <a:cubicBezTo>
                  <a:pt x="315" y="47"/>
                  <a:pt x="315" y="47"/>
                  <a:pt x="315" y="47"/>
                </a:cubicBezTo>
                <a:cubicBezTo>
                  <a:pt x="317" y="47"/>
                  <a:pt x="320" y="47"/>
                  <a:pt x="322" y="46"/>
                </a:cubicBezTo>
                <a:close/>
                <a:moveTo>
                  <a:pt x="322" y="89"/>
                </a:moveTo>
                <a:cubicBezTo>
                  <a:pt x="322" y="105"/>
                  <a:pt x="322" y="105"/>
                  <a:pt x="322" y="105"/>
                </a:cubicBezTo>
                <a:cubicBezTo>
                  <a:pt x="318" y="106"/>
                  <a:pt x="318" y="106"/>
                  <a:pt x="318" y="106"/>
                </a:cubicBezTo>
                <a:cubicBezTo>
                  <a:pt x="318" y="107"/>
                  <a:pt x="317" y="108"/>
                  <a:pt x="317" y="110"/>
                </a:cubicBezTo>
                <a:cubicBezTo>
                  <a:pt x="319" y="110"/>
                  <a:pt x="320" y="111"/>
                  <a:pt x="322" y="111"/>
                </a:cubicBezTo>
                <a:cubicBezTo>
                  <a:pt x="322" y="126"/>
                  <a:pt x="322" y="126"/>
                  <a:pt x="322" y="126"/>
                </a:cubicBezTo>
                <a:cubicBezTo>
                  <a:pt x="319" y="124"/>
                  <a:pt x="317" y="123"/>
                  <a:pt x="315" y="123"/>
                </a:cubicBezTo>
                <a:cubicBezTo>
                  <a:pt x="315" y="92"/>
                  <a:pt x="315" y="92"/>
                  <a:pt x="315" y="92"/>
                </a:cubicBezTo>
                <a:cubicBezTo>
                  <a:pt x="317" y="91"/>
                  <a:pt x="319" y="91"/>
                  <a:pt x="322" y="89"/>
                </a:cubicBezTo>
                <a:close/>
                <a:moveTo>
                  <a:pt x="322" y="177"/>
                </a:moveTo>
                <a:cubicBezTo>
                  <a:pt x="322" y="183"/>
                  <a:pt x="322" y="183"/>
                  <a:pt x="322" y="183"/>
                </a:cubicBezTo>
                <a:cubicBezTo>
                  <a:pt x="320" y="183"/>
                  <a:pt x="318" y="183"/>
                  <a:pt x="315" y="185"/>
                </a:cubicBezTo>
                <a:cubicBezTo>
                  <a:pt x="315" y="179"/>
                  <a:pt x="315" y="179"/>
                  <a:pt x="315" y="179"/>
                </a:cubicBezTo>
                <a:cubicBezTo>
                  <a:pt x="322" y="177"/>
                  <a:pt x="322" y="177"/>
                  <a:pt x="322" y="177"/>
                </a:cubicBezTo>
                <a:close/>
                <a:moveTo>
                  <a:pt x="322" y="193"/>
                </a:moveTo>
                <a:cubicBezTo>
                  <a:pt x="322" y="200"/>
                  <a:pt x="322" y="200"/>
                  <a:pt x="322" y="200"/>
                </a:cubicBezTo>
                <a:cubicBezTo>
                  <a:pt x="319" y="198"/>
                  <a:pt x="317" y="196"/>
                  <a:pt x="315" y="195"/>
                </a:cubicBezTo>
                <a:cubicBezTo>
                  <a:pt x="315" y="188"/>
                  <a:pt x="315" y="188"/>
                  <a:pt x="315" y="188"/>
                </a:cubicBezTo>
                <a:cubicBezTo>
                  <a:pt x="317" y="190"/>
                  <a:pt x="319" y="191"/>
                  <a:pt x="322" y="193"/>
                </a:cubicBezTo>
                <a:close/>
                <a:moveTo>
                  <a:pt x="322" y="200"/>
                </a:moveTo>
                <a:cubicBezTo>
                  <a:pt x="322" y="205"/>
                  <a:pt x="322" y="205"/>
                  <a:pt x="322" y="205"/>
                </a:cubicBezTo>
                <a:cubicBezTo>
                  <a:pt x="319" y="206"/>
                  <a:pt x="317" y="207"/>
                  <a:pt x="315" y="208"/>
                </a:cubicBezTo>
                <a:cubicBezTo>
                  <a:pt x="315" y="203"/>
                  <a:pt x="315" y="203"/>
                  <a:pt x="315" y="203"/>
                </a:cubicBezTo>
                <a:cubicBezTo>
                  <a:pt x="319" y="202"/>
                  <a:pt x="319" y="202"/>
                  <a:pt x="322" y="200"/>
                </a:cubicBezTo>
                <a:close/>
                <a:moveTo>
                  <a:pt x="322" y="219"/>
                </a:moveTo>
                <a:cubicBezTo>
                  <a:pt x="322" y="256"/>
                  <a:pt x="322" y="256"/>
                  <a:pt x="322" y="256"/>
                </a:cubicBezTo>
                <a:cubicBezTo>
                  <a:pt x="318" y="252"/>
                  <a:pt x="317" y="246"/>
                  <a:pt x="317" y="239"/>
                </a:cubicBezTo>
                <a:cubicBezTo>
                  <a:pt x="320" y="235"/>
                  <a:pt x="320" y="235"/>
                  <a:pt x="320" y="234"/>
                </a:cubicBezTo>
                <a:cubicBezTo>
                  <a:pt x="318" y="234"/>
                  <a:pt x="316" y="235"/>
                  <a:pt x="315" y="235"/>
                </a:cubicBezTo>
                <a:cubicBezTo>
                  <a:pt x="315" y="223"/>
                  <a:pt x="315" y="223"/>
                  <a:pt x="315" y="223"/>
                </a:cubicBezTo>
                <a:cubicBezTo>
                  <a:pt x="317" y="222"/>
                  <a:pt x="319" y="220"/>
                  <a:pt x="322" y="219"/>
                </a:cubicBezTo>
                <a:close/>
                <a:moveTo>
                  <a:pt x="322" y="269"/>
                </a:moveTo>
                <a:cubicBezTo>
                  <a:pt x="322" y="296"/>
                  <a:pt x="322" y="296"/>
                  <a:pt x="322" y="296"/>
                </a:cubicBezTo>
                <a:cubicBezTo>
                  <a:pt x="321" y="297"/>
                  <a:pt x="320" y="298"/>
                  <a:pt x="318" y="298"/>
                </a:cubicBezTo>
                <a:cubicBezTo>
                  <a:pt x="315" y="292"/>
                  <a:pt x="316" y="283"/>
                  <a:pt x="315" y="275"/>
                </a:cubicBezTo>
                <a:cubicBezTo>
                  <a:pt x="315" y="256"/>
                  <a:pt x="315" y="256"/>
                  <a:pt x="315" y="256"/>
                </a:cubicBezTo>
                <a:cubicBezTo>
                  <a:pt x="317" y="259"/>
                  <a:pt x="319" y="261"/>
                  <a:pt x="320" y="264"/>
                </a:cubicBezTo>
                <a:cubicBezTo>
                  <a:pt x="321" y="265"/>
                  <a:pt x="321" y="267"/>
                  <a:pt x="322" y="269"/>
                </a:cubicBezTo>
                <a:close/>
                <a:moveTo>
                  <a:pt x="322" y="310"/>
                </a:moveTo>
                <a:cubicBezTo>
                  <a:pt x="322" y="314"/>
                  <a:pt x="322" y="314"/>
                  <a:pt x="322" y="314"/>
                </a:cubicBezTo>
                <a:cubicBezTo>
                  <a:pt x="321" y="314"/>
                  <a:pt x="321" y="314"/>
                  <a:pt x="321" y="313"/>
                </a:cubicBezTo>
                <a:cubicBezTo>
                  <a:pt x="320" y="318"/>
                  <a:pt x="317" y="321"/>
                  <a:pt x="315" y="325"/>
                </a:cubicBezTo>
                <a:cubicBezTo>
                  <a:pt x="315" y="317"/>
                  <a:pt x="315" y="317"/>
                  <a:pt x="315" y="317"/>
                </a:cubicBezTo>
                <a:cubicBezTo>
                  <a:pt x="317" y="314"/>
                  <a:pt x="317" y="312"/>
                  <a:pt x="315" y="308"/>
                </a:cubicBezTo>
                <a:cubicBezTo>
                  <a:pt x="315" y="302"/>
                  <a:pt x="315" y="302"/>
                  <a:pt x="315" y="302"/>
                </a:cubicBezTo>
                <a:cubicBezTo>
                  <a:pt x="317" y="305"/>
                  <a:pt x="319" y="307"/>
                  <a:pt x="322" y="310"/>
                </a:cubicBezTo>
                <a:close/>
                <a:moveTo>
                  <a:pt x="322" y="325"/>
                </a:moveTo>
                <a:cubicBezTo>
                  <a:pt x="320" y="326"/>
                  <a:pt x="317" y="328"/>
                  <a:pt x="315" y="331"/>
                </a:cubicBezTo>
                <a:cubicBezTo>
                  <a:pt x="315" y="337"/>
                  <a:pt x="315" y="337"/>
                  <a:pt x="315" y="337"/>
                </a:cubicBezTo>
                <a:cubicBezTo>
                  <a:pt x="317" y="335"/>
                  <a:pt x="319" y="335"/>
                  <a:pt x="322" y="335"/>
                </a:cubicBezTo>
                <a:cubicBezTo>
                  <a:pt x="322" y="331"/>
                  <a:pt x="322" y="331"/>
                  <a:pt x="322" y="331"/>
                </a:cubicBezTo>
                <a:cubicBezTo>
                  <a:pt x="319" y="330"/>
                  <a:pt x="319" y="330"/>
                  <a:pt x="319" y="330"/>
                </a:cubicBezTo>
                <a:cubicBezTo>
                  <a:pt x="320" y="330"/>
                  <a:pt x="321" y="329"/>
                  <a:pt x="322" y="329"/>
                </a:cubicBezTo>
                <a:cubicBezTo>
                  <a:pt x="322" y="325"/>
                  <a:pt x="322" y="325"/>
                  <a:pt x="322" y="325"/>
                </a:cubicBezTo>
                <a:close/>
                <a:moveTo>
                  <a:pt x="322" y="341"/>
                </a:moveTo>
                <a:cubicBezTo>
                  <a:pt x="322" y="352"/>
                  <a:pt x="322" y="352"/>
                  <a:pt x="322" y="352"/>
                </a:cubicBezTo>
                <a:cubicBezTo>
                  <a:pt x="319" y="355"/>
                  <a:pt x="317" y="359"/>
                  <a:pt x="315" y="362"/>
                </a:cubicBezTo>
                <a:cubicBezTo>
                  <a:pt x="315" y="351"/>
                  <a:pt x="315" y="351"/>
                  <a:pt x="315" y="351"/>
                </a:cubicBezTo>
                <a:cubicBezTo>
                  <a:pt x="317" y="350"/>
                  <a:pt x="320" y="349"/>
                  <a:pt x="321" y="346"/>
                </a:cubicBezTo>
                <a:cubicBezTo>
                  <a:pt x="315" y="346"/>
                  <a:pt x="315" y="346"/>
                  <a:pt x="315" y="346"/>
                </a:cubicBezTo>
                <a:cubicBezTo>
                  <a:pt x="315" y="341"/>
                  <a:pt x="315" y="341"/>
                  <a:pt x="315" y="341"/>
                </a:cubicBezTo>
                <a:cubicBezTo>
                  <a:pt x="316" y="342"/>
                  <a:pt x="316" y="342"/>
                  <a:pt x="316" y="342"/>
                </a:cubicBezTo>
                <a:cubicBezTo>
                  <a:pt x="318" y="341"/>
                  <a:pt x="320" y="341"/>
                  <a:pt x="322" y="341"/>
                </a:cubicBezTo>
                <a:close/>
                <a:moveTo>
                  <a:pt x="322" y="452"/>
                </a:moveTo>
                <a:cubicBezTo>
                  <a:pt x="322" y="459"/>
                  <a:pt x="322" y="459"/>
                  <a:pt x="322" y="459"/>
                </a:cubicBezTo>
                <a:cubicBezTo>
                  <a:pt x="321" y="458"/>
                  <a:pt x="321" y="457"/>
                  <a:pt x="320" y="456"/>
                </a:cubicBezTo>
                <a:cubicBezTo>
                  <a:pt x="317" y="463"/>
                  <a:pt x="315" y="467"/>
                  <a:pt x="319" y="474"/>
                </a:cubicBezTo>
                <a:cubicBezTo>
                  <a:pt x="320" y="472"/>
                  <a:pt x="321" y="470"/>
                  <a:pt x="322" y="468"/>
                </a:cubicBezTo>
                <a:cubicBezTo>
                  <a:pt x="322" y="480"/>
                  <a:pt x="322" y="480"/>
                  <a:pt x="322" y="480"/>
                </a:cubicBezTo>
                <a:cubicBezTo>
                  <a:pt x="319" y="478"/>
                  <a:pt x="317" y="476"/>
                  <a:pt x="315" y="474"/>
                </a:cubicBezTo>
                <a:cubicBezTo>
                  <a:pt x="315" y="457"/>
                  <a:pt x="315" y="457"/>
                  <a:pt x="315" y="457"/>
                </a:cubicBezTo>
                <a:cubicBezTo>
                  <a:pt x="316" y="455"/>
                  <a:pt x="317" y="452"/>
                  <a:pt x="315" y="448"/>
                </a:cubicBezTo>
                <a:cubicBezTo>
                  <a:pt x="315" y="441"/>
                  <a:pt x="315" y="441"/>
                  <a:pt x="315" y="441"/>
                </a:cubicBezTo>
                <a:cubicBezTo>
                  <a:pt x="316" y="443"/>
                  <a:pt x="317" y="445"/>
                  <a:pt x="319" y="446"/>
                </a:cubicBezTo>
                <a:cubicBezTo>
                  <a:pt x="320" y="448"/>
                  <a:pt x="321" y="450"/>
                  <a:pt x="322" y="452"/>
                </a:cubicBezTo>
                <a:close/>
                <a:moveTo>
                  <a:pt x="322" y="485"/>
                </a:moveTo>
                <a:cubicBezTo>
                  <a:pt x="322" y="493"/>
                  <a:pt x="322" y="493"/>
                  <a:pt x="322" y="493"/>
                </a:cubicBezTo>
                <a:cubicBezTo>
                  <a:pt x="319" y="496"/>
                  <a:pt x="317" y="499"/>
                  <a:pt x="315" y="502"/>
                </a:cubicBezTo>
                <a:cubicBezTo>
                  <a:pt x="315" y="494"/>
                  <a:pt x="315" y="494"/>
                  <a:pt x="315" y="494"/>
                </a:cubicBezTo>
                <a:cubicBezTo>
                  <a:pt x="318" y="493"/>
                  <a:pt x="320" y="492"/>
                  <a:pt x="321" y="489"/>
                </a:cubicBezTo>
                <a:cubicBezTo>
                  <a:pt x="320" y="488"/>
                  <a:pt x="317" y="487"/>
                  <a:pt x="315" y="486"/>
                </a:cubicBezTo>
                <a:cubicBezTo>
                  <a:pt x="315" y="481"/>
                  <a:pt x="315" y="481"/>
                  <a:pt x="315" y="481"/>
                </a:cubicBezTo>
                <a:cubicBezTo>
                  <a:pt x="316" y="482"/>
                  <a:pt x="318" y="484"/>
                  <a:pt x="319" y="485"/>
                </a:cubicBezTo>
                <a:cubicBezTo>
                  <a:pt x="322" y="485"/>
                  <a:pt x="322" y="485"/>
                  <a:pt x="322" y="485"/>
                </a:cubicBezTo>
                <a:close/>
                <a:moveTo>
                  <a:pt x="322" y="514"/>
                </a:moveTo>
                <a:cubicBezTo>
                  <a:pt x="322" y="524"/>
                  <a:pt x="322" y="524"/>
                  <a:pt x="322" y="524"/>
                </a:cubicBezTo>
                <a:cubicBezTo>
                  <a:pt x="319" y="526"/>
                  <a:pt x="317" y="528"/>
                  <a:pt x="315" y="531"/>
                </a:cubicBezTo>
                <a:cubicBezTo>
                  <a:pt x="315" y="518"/>
                  <a:pt x="315" y="518"/>
                  <a:pt x="315" y="518"/>
                </a:cubicBezTo>
                <a:cubicBezTo>
                  <a:pt x="317" y="517"/>
                  <a:pt x="319" y="516"/>
                  <a:pt x="322" y="514"/>
                </a:cubicBezTo>
                <a:close/>
                <a:moveTo>
                  <a:pt x="322" y="536"/>
                </a:moveTo>
                <a:cubicBezTo>
                  <a:pt x="322" y="559"/>
                  <a:pt x="322" y="559"/>
                  <a:pt x="322" y="559"/>
                </a:cubicBezTo>
                <a:cubicBezTo>
                  <a:pt x="320" y="558"/>
                  <a:pt x="317" y="557"/>
                  <a:pt x="315" y="557"/>
                </a:cubicBezTo>
                <a:cubicBezTo>
                  <a:pt x="315" y="541"/>
                  <a:pt x="315" y="541"/>
                  <a:pt x="315" y="541"/>
                </a:cubicBezTo>
                <a:cubicBezTo>
                  <a:pt x="317" y="540"/>
                  <a:pt x="319" y="538"/>
                  <a:pt x="322" y="536"/>
                </a:cubicBezTo>
                <a:close/>
                <a:moveTo>
                  <a:pt x="322" y="571"/>
                </a:moveTo>
                <a:cubicBezTo>
                  <a:pt x="322" y="588"/>
                  <a:pt x="322" y="588"/>
                  <a:pt x="322" y="588"/>
                </a:cubicBezTo>
                <a:cubicBezTo>
                  <a:pt x="319" y="588"/>
                  <a:pt x="319" y="588"/>
                  <a:pt x="319" y="588"/>
                </a:cubicBezTo>
                <a:cubicBezTo>
                  <a:pt x="313" y="578"/>
                  <a:pt x="318" y="576"/>
                  <a:pt x="322" y="571"/>
                </a:cubicBezTo>
                <a:close/>
                <a:moveTo>
                  <a:pt x="322" y="599"/>
                </a:moveTo>
                <a:cubicBezTo>
                  <a:pt x="322" y="621"/>
                  <a:pt x="322" y="621"/>
                  <a:pt x="322" y="621"/>
                </a:cubicBezTo>
                <a:cubicBezTo>
                  <a:pt x="320" y="611"/>
                  <a:pt x="320" y="606"/>
                  <a:pt x="315" y="602"/>
                </a:cubicBezTo>
                <a:cubicBezTo>
                  <a:pt x="315" y="595"/>
                  <a:pt x="315" y="595"/>
                  <a:pt x="315" y="595"/>
                </a:cubicBezTo>
                <a:cubicBezTo>
                  <a:pt x="318" y="597"/>
                  <a:pt x="319" y="597"/>
                  <a:pt x="321" y="599"/>
                </a:cubicBezTo>
                <a:cubicBezTo>
                  <a:pt x="322" y="599"/>
                  <a:pt x="322" y="599"/>
                  <a:pt x="322" y="599"/>
                </a:cubicBezTo>
                <a:close/>
                <a:moveTo>
                  <a:pt x="322" y="622"/>
                </a:moveTo>
                <a:cubicBezTo>
                  <a:pt x="319" y="622"/>
                  <a:pt x="319" y="622"/>
                  <a:pt x="319" y="622"/>
                </a:cubicBezTo>
                <a:cubicBezTo>
                  <a:pt x="318" y="621"/>
                  <a:pt x="317" y="620"/>
                  <a:pt x="315" y="620"/>
                </a:cubicBezTo>
                <a:cubicBezTo>
                  <a:pt x="315" y="625"/>
                  <a:pt x="315" y="625"/>
                  <a:pt x="315" y="625"/>
                </a:cubicBezTo>
                <a:cubicBezTo>
                  <a:pt x="317" y="626"/>
                  <a:pt x="319" y="626"/>
                  <a:pt x="322" y="627"/>
                </a:cubicBezTo>
                <a:cubicBezTo>
                  <a:pt x="322" y="622"/>
                  <a:pt x="322" y="622"/>
                  <a:pt x="322" y="622"/>
                </a:cubicBezTo>
                <a:close/>
                <a:moveTo>
                  <a:pt x="322" y="740"/>
                </a:moveTo>
                <a:cubicBezTo>
                  <a:pt x="322" y="750"/>
                  <a:pt x="322" y="750"/>
                  <a:pt x="322" y="750"/>
                </a:cubicBezTo>
                <a:cubicBezTo>
                  <a:pt x="320" y="749"/>
                  <a:pt x="318" y="748"/>
                  <a:pt x="315" y="747"/>
                </a:cubicBezTo>
                <a:cubicBezTo>
                  <a:pt x="315" y="739"/>
                  <a:pt x="315" y="739"/>
                  <a:pt x="315" y="739"/>
                </a:cubicBezTo>
                <a:cubicBezTo>
                  <a:pt x="317" y="739"/>
                  <a:pt x="320" y="740"/>
                  <a:pt x="322" y="740"/>
                </a:cubicBezTo>
                <a:close/>
                <a:moveTo>
                  <a:pt x="311" y="11"/>
                </a:moveTo>
                <a:cubicBezTo>
                  <a:pt x="313" y="11"/>
                  <a:pt x="314" y="10"/>
                  <a:pt x="315" y="10"/>
                </a:cubicBezTo>
                <a:cubicBezTo>
                  <a:pt x="315" y="25"/>
                  <a:pt x="315" y="25"/>
                  <a:pt x="315" y="25"/>
                </a:cubicBezTo>
                <a:cubicBezTo>
                  <a:pt x="314" y="24"/>
                  <a:pt x="313" y="23"/>
                  <a:pt x="311" y="23"/>
                </a:cubicBezTo>
                <a:cubicBezTo>
                  <a:pt x="311" y="11"/>
                  <a:pt x="311" y="11"/>
                  <a:pt x="311" y="11"/>
                </a:cubicBezTo>
                <a:close/>
                <a:moveTo>
                  <a:pt x="315" y="786"/>
                </a:moveTo>
                <a:cubicBezTo>
                  <a:pt x="314" y="785"/>
                  <a:pt x="312" y="785"/>
                  <a:pt x="311" y="785"/>
                </a:cubicBezTo>
                <a:cubicBezTo>
                  <a:pt x="311" y="765"/>
                  <a:pt x="311" y="765"/>
                  <a:pt x="311" y="765"/>
                </a:cubicBezTo>
                <a:cubicBezTo>
                  <a:pt x="312" y="768"/>
                  <a:pt x="313" y="770"/>
                  <a:pt x="315" y="772"/>
                </a:cubicBezTo>
                <a:cubicBezTo>
                  <a:pt x="315" y="786"/>
                  <a:pt x="315" y="786"/>
                  <a:pt x="315" y="786"/>
                </a:cubicBezTo>
                <a:close/>
                <a:moveTo>
                  <a:pt x="315" y="47"/>
                </a:moveTo>
                <a:cubicBezTo>
                  <a:pt x="315" y="55"/>
                  <a:pt x="315" y="55"/>
                  <a:pt x="315" y="55"/>
                </a:cubicBezTo>
                <a:cubicBezTo>
                  <a:pt x="311" y="55"/>
                  <a:pt x="311" y="55"/>
                  <a:pt x="311" y="55"/>
                </a:cubicBezTo>
                <a:cubicBezTo>
                  <a:pt x="311" y="45"/>
                  <a:pt x="311" y="45"/>
                  <a:pt x="311" y="45"/>
                </a:cubicBezTo>
                <a:cubicBezTo>
                  <a:pt x="315" y="47"/>
                  <a:pt x="315" y="47"/>
                  <a:pt x="315" y="47"/>
                </a:cubicBezTo>
                <a:cubicBezTo>
                  <a:pt x="315" y="47"/>
                  <a:pt x="315" y="47"/>
                  <a:pt x="315" y="47"/>
                </a:cubicBezTo>
                <a:close/>
                <a:moveTo>
                  <a:pt x="315" y="92"/>
                </a:moveTo>
                <a:cubicBezTo>
                  <a:pt x="315" y="123"/>
                  <a:pt x="315" y="123"/>
                  <a:pt x="315" y="123"/>
                </a:cubicBezTo>
                <a:cubicBezTo>
                  <a:pt x="314" y="122"/>
                  <a:pt x="313" y="122"/>
                  <a:pt x="312" y="122"/>
                </a:cubicBezTo>
                <a:cubicBezTo>
                  <a:pt x="312" y="125"/>
                  <a:pt x="311" y="127"/>
                  <a:pt x="311" y="130"/>
                </a:cubicBezTo>
                <a:cubicBezTo>
                  <a:pt x="311" y="93"/>
                  <a:pt x="311" y="93"/>
                  <a:pt x="311" y="93"/>
                </a:cubicBezTo>
                <a:cubicBezTo>
                  <a:pt x="313" y="93"/>
                  <a:pt x="314" y="93"/>
                  <a:pt x="315" y="92"/>
                </a:cubicBezTo>
                <a:close/>
                <a:moveTo>
                  <a:pt x="315" y="179"/>
                </a:moveTo>
                <a:cubicBezTo>
                  <a:pt x="315" y="185"/>
                  <a:pt x="315" y="185"/>
                  <a:pt x="315" y="185"/>
                </a:cubicBezTo>
                <a:cubicBezTo>
                  <a:pt x="314" y="185"/>
                  <a:pt x="313" y="185"/>
                  <a:pt x="313" y="186"/>
                </a:cubicBezTo>
                <a:cubicBezTo>
                  <a:pt x="315" y="188"/>
                  <a:pt x="315" y="188"/>
                  <a:pt x="315" y="188"/>
                </a:cubicBezTo>
                <a:cubicBezTo>
                  <a:pt x="315" y="195"/>
                  <a:pt x="315" y="195"/>
                  <a:pt x="315" y="195"/>
                </a:cubicBezTo>
                <a:cubicBezTo>
                  <a:pt x="314" y="194"/>
                  <a:pt x="312" y="193"/>
                  <a:pt x="311" y="192"/>
                </a:cubicBezTo>
                <a:cubicBezTo>
                  <a:pt x="311" y="181"/>
                  <a:pt x="311" y="181"/>
                  <a:pt x="311" y="181"/>
                </a:cubicBezTo>
                <a:cubicBezTo>
                  <a:pt x="312" y="180"/>
                  <a:pt x="314" y="180"/>
                  <a:pt x="315" y="179"/>
                </a:cubicBezTo>
                <a:close/>
                <a:moveTo>
                  <a:pt x="315" y="203"/>
                </a:moveTo>
                <a:cubicBezTo>
                  <a:pt x="315" y="208"/>
                  <a:pt x="315" y="208"/>
                  <a:pt x="315" y="208"/>
                </a:cubicBezTo>
                <a:cubicBezTo>
                  <a:pt x="314" y="208"/>
                  <a:pt x="312" y="209"/>
                  <a:pt x="311" y="209"/>
                </a:cubicBezTo>
                <a:cubicBezTo>
                  <a:pt x="311" y="204"/>
                  <a:pt x="311" y="204"/>
                  <a:pt x="311" y="204"/>
                </a:cubicBezTo>
                <a:cubicBezTo>
                  <a:pt x="313" y="203"/>
                  <a:pt x="314" y="203"/>
                  <a:pt x="315" y="203"/>
                </a:cubicBezTo>
                <a:close/>
                <a:moveTo>
                  <a:pt x="315" y="223"/>
                </a:moveTo>
                <a:cubicBezTo>
                  <a:pt x="315" y="235"/>
                  <a:pt x="315" y="235"/>
                  <a:pt x="315" y="235"/>
                </a:cubicBezTo>
                <a:cubicBezTo>
                  <a:pt x="314" y="236"/>
                  <a:pt x="313" y="237"/>
                  <a:pt x="311" y="238"/>
                </a:cubicBezTo>
                <a:cubicBezTo>
                  <a:pt x="311" y="225"/>
                  <a:pt x="311" y="225"/>
                  <a:pt x="311" y="225"/>
                </a:cubicBezTo>
                <a:cubicBezTo>
                  <a:pt x="312" y="224"/>
                  <a:pt x="314" y="224"/>
                  <a:pt x="315" y="223"/>
                </a:cubicBezTo>
                <a:close/>
                <a:moveTo>
                  <a:pt x="315" y="256"/>
                </a:moveTo>
                <a:cubicBezTo>
                  <a:pt x="315" y="275"/>
                  <a:pt x="315" y="275"/>
                  <a:pt x="315" y="275"/>
                </a:cubicBezTo>
                <a:cubicBezTo>
                  <a:pt x="315" y="274"/>
                  <a:pt x="315" y="273"/>
                  <a:pt x="314" y="272"/>
                </a:cubicBezTo>
                <a:cubicBezTo>
                  <a:pt x="313" y="271"/>
                  <a:pt x="313" y="269"/>
                  <a:pt x="311" y="267"/>
                </a:cubicBezTo>
                <a:cubicBezTo>
                  <a:pt x="311" y="250"/>
                  <a:pt x="311" y="250"/>
                  <a:pt x="311" y="250"/>
                </a:cubicBezTo>
                <a:cubicBezTo>
                  <a:pt x="312" y="252"/>
                  <a:pt x="313" y="254"/>
                  <a:pt x="315" y="256"/>
                </a:cubicBezTo>
                <a:close/>
                <a:moveTo>
                  <a:pt x="315" y="302"/>
                </a:moveTo>
                <a:cubicBezTo>
                  <a:pt x="315" y="308"/>
                  <a:pt x="315" y="308"/>
                  <a:pt x="315" y="308"/>
                </a:cubicBezTo>
                <a:cubicBezTo>
                  <a:pt x="315" y="307"/>
                  <a:pt x="314" y="306"/>
                  <a:pt x="313" y="305"/>
                </a:cubicBezTo>
                <a:cubicBezTo>
                  <a:pt x="313" y="306"/>
                  <a:pt x="312" y="307"/>
                  <a:pt x="311" y="308"/>
                </a:cubicBezTo>
                <a:cubicBezTo>
                  <a:pt x="311" y="299"/>
                  <a:pt x="311" y="299"/>
                  <a:pt x="311" y="299"/>
                </a:cubicBezTo>
                <a:cubicBezTo>
                  <a:pt x="315" y="302"/>
                  <a:pt x="315" y="302"/>
                  <a:pt x="315" y="302"/>
                </a:cubicBezTo>
                <a:close/>
                <a:moveTo>
                  <a:pt x="315" y="317"/>
                </a:moveTo>
                <a:cubicBezTo>
                  <a:pt x="315" y="325"/>
                  <a:pt x="315" y="325"/>
                  <a:pt x="315" y="325"/>
                </a:cubicBezTo>
                <a:cubicBezTo>
                  <a:pt x="314" y="327"/>
                  <a:pt x="313" y="329"/>
                  <a:pt x="314" y="332"/>
                </a:cubicBezTo>
                <a:cubicBezTo>
                  <a:pt x="314" y="332"/>
                  <a:pt x="315" y="331"/>
                  <a:pt x="315" y="331"/>
                </a:cubicBezTo>
                <a:cubicBezTo>
                  <a:pt x="315" y="337"/>
                  <a:pt x="315" y="337"/>
                  <a:pt x="315" y="337"/>
                </a:cubicBezTo>
                <a:cubicBezTo>
                  <a:pt x="314" y="338"/>
                  <a:pt x="313" y="339"/>
                  <a:pt x="313" y="341"/>
                </a:cubicBezTo>
                <a:cubicBezTo>
                  <a:pt x="313" y="341"/>
                  <a:pt x="314" y="341"/>
                  <a:pt x="315" y="341"/>
                </a:cubicBezTo>
                <a:cubicBezTo>
                  <a:pt x="315" y="346"/>
                  <a:pt x="315" y="346"/>
                  <a:pt x="315" y="346"/>
                </a:cubicBezTo>
                <a:cubicBezTo>
                  <a:pt x="311" y="346"/>
                  <a:pt x="311" y="346"/>
                  <a:pt x="311" y="346"/>
                </a:cubicBezTo>
                <a:cubicBezTo>
                  <a:pt x="311" y="322"/>
                  <a:pt x="311" y="322"/>
                  <a:pt x="311" y="322"/>
                </a:cubicBezTo>
                <a:cubicBezTo>
                  <a:pt x="313" y="320"/>
                  <a:pt x="314" y="319"/>
                  <a:pt x="315" y="317"/>
                </a:cubicBezTo>
                <a:close/>
                <a:moveTo>
                  <a:pt x="315" y="351"/>
                </a:moveTo>
                <a:cubicBezTo>
                  <a:pt x="315" y="362"/>
                  <a:pt x="315" y="362"/>
                  <a:pt x="315" y="362"/>
                </a:cubicBezTo>
                <a:cubicBezTo>
                  <a:pt x="313" y="366"/>
                  <a:pt x="312" y="369"/>
                  <a:pt x="311" y="372"/>
                </a:cubicBezTo>
                <a:cubicBezTo>
                  <a:pt x="311" y="361"/>
                  <a:pt x="311" y="361"/>
                  <a:pt x="311" y="361"/>
                </a:cubicBezTo>
                <a:cubicBezTo>
                  <a:pt x="313" y="361"/>
                  <a:pt x="313" y="361"/>
                  <a:pt x="313" y="361"/>
                </a:cubicBezTo>
                <a:cubicBezTo>
                  <a:pt x="313" y="359"/>
                  <a:pt x="314" y="357"/>
                  <a:pt x="315" y="356"/>
                </a:cubicBezTo>
                <a:cubicBezTo>
                  <a:pt x="314" y="356"/>
                  <a:pt x="312" y="356"/>
                  <a:pt x="311" y="356"/>
                </a:cubicBezTo>
                <a:cubicBezTo>
                  <a:pt x="311" y="351"/>
                  <a:pt x="311" y="351"/>
                  <a:pt x="311" y="351"/>
                </a:cubicBezTo>
                <a:cubicBezTo>
                  <a:pt x="313" y="351"/>
                  <a:pt x="314" y="351"/>
                  <a:pt x="315" y="351"/>
                </a:cubicBezTo>
                <a:close/>
                <a:moveTo>
                  <a:pt x="315" y="441"/>
                </a:moveTo>
                <a:cubicBezTo>
                  <a:pt x="315" y="448"/>
                  <a:pt x="315" y="448"/>
                  <a:pt x="315" y="448"/>
                </a:cubicBezTo>
                <a:cubicBezTo>
                  <a:pt x="315" y="447"/>
                  <a:pt x="315" y="447"/>
                  <a:pt x="314" y="446"/>
                </a:cubicBezTo>
                <a:cubicBezTo>
                  <a:pt x="313" y="448"/>
                  <a:pt x="312" y="449"/>
                  <a:pt x="311" y="451"/>
                </a:cubicBezTo>
                <a:cubicBezTo>
                  <a:pt x="311" y="432"/>
                  <a:pt x="311" y="432"/>
                  <a:pt x="311" y="432"/>
                </a:cubicBezTo>
                <a:cubicBezTo>
                  <a:pt x="312" y="435"/>
                  <a:pt x="313" y="438"/>
                  <a:pt x="315" y="441"/>
                </a:cubicBezTo>
                <a:close/>
                <a:moveTo>
                  <a:pt x="315" y="457"/>
                </a:moveTo>
                <a:cubicBezTo>
                  <a:pt x="315" y="474"/>
                  <a:pt x="315" y="474"/>
                  <a:pt x="315" y="474"/>
                </a:cubicBezTo>
                <a:cubicBezTo>
                  <a:pt x="315" y="473"/>
                  <a:pt x="314" y="473"/>
                  <a:pt x="314" y="472"/>
                </a:cubicBezTo>
                <a:cubicBezTo>
                  <a:pt x="313" y="473"/>
                  <a:pt x="312" y="474"/>
                  <a:pt x="311" y="474"/>
                </a:cubicBezTo>
                <a:cubicBezTo>
                  <a:pt x="311" y="464"/>
                  <a:pt x="311" y="464"/>
                  <a:pt x="311" y="464"/>
                </a:cubicBezTo>
                <a:cubicBezTo>
                  <a:pt x="311" y="464"/>
                  <a:pt x="311" y="464"/>
                  <a:pt x="311" y="464"/>
                </a:cubicBezTo>
                <a:cubicBezTo>
                  <a:pt x="313" y="461"/>
                  <a:pt x="314" y="459"/>
                  <a:pt x="315" y="457"/>
                </a:cubicBezTo>
                <a:close/>
                <a:moveTo>
                  <a:pt x="315" y="481"/>
                </a:moveTo>
                <a:cubicBezTo>
                  <a:pt x="315" y="486"/>
                  <a:pt x="315" y="486"/>
                  <a:pt x="315" y="486"/>
                </a:cubicBezTo>
                <a:cubicBezTo>
                  <a:pt x="314" y="485"/>
                  <a:pt x="313" y="484"/>
                  <a:pt x="311" y="484"/>
                </a:cubicBezTo>
                <a:cubicBezTo>
                  <a:pt x="311" y="479"/>
                  <a:pt x="311" y="479"/>
                  <a:pt x="311" y="479"/>
                </a:cubicBezTo>
                <a:cubicBezTo>
                  <a:pt x="313" y="480"/>
                  <a:pt x="314" y="480"/>
                  <a:pt x="315" y="481"/>
                </a:cubicBezTo>
                <a:close/>
                <a:moveTo>
                  <a:pt x="315" y="494"/>
                </a:moveTo>
                <a:cubicBezTo>
                  <a:pt x="315" y="502"/>
                  <a:pt x="315" y="502"/>
                  <a:pt x="315" y="502"/>
                </a:cubicBezTo>
                <a:cubicBezTo>
                  <a:pt x="315" y="503"/>
                  <a:pt x="314" y="504"/>
                  <a:pt x="314" y="504"/>
                </a:cubicBezTo>
                <a:cubicBezTo>
                  <a:pt x="313" y="504"/>
                  <a:pt x="312" y="505"/>
                  <a:pt x="311" y="505"/>
                </a:cubicBezTo>
                <a:cubicBezTo>
                  <a:pt x="311" y="500"/>
                  <a:pt x="311" y="500"/>
                  <a:pt x="311" y="500"/>
                </a:cubicBezTo>
                <a:cubicBezTo>
                  <a:pt x="312" y="499"/>
                  <a:pt x="312" y="499"/>
                  <a:pt x="313" y="499"/>
                </a:cubicBezTo>
                <a:cubicBezTo>
                  <a:pt x="312" y="498"/>
                  <a:pt x="312" y="498"/>
                  <a:pt x="311" y="498"/>
                </a:cubicBezTo>
                <a:cubicBezTo>
                  <a:pt x="311" y="494"/>
                  <a:pt x="311" y="494"/>
                  <a:pt x="311" y="494"/>
                </a:cubicBezTo>
                <a:cubicBezTo>
                  <a:pt x="313" y="495"/>
                  <a:pt x="313" y="495"/>
                  <a:pt x="313" y="495"/>
                </a:cubicBezTo>
                <a:cubicBezTo>
                  <a:pt x="313" y="495"/>
                  <a:pt x="314" y="494"/>
                  <a:pt x="315" y="494"/>
                </a:cubicBezTo>
                <a:close/>
                <a:moveTo>
                  <a:pt x="315" y="518"/>
                </a:moveTo>
                <a:cubicBezTo>
                  <a:pt x="315" y="531"/>
                  <a:pt x="315" y="531"/>
                  <a:pt x="315" y="531"/>
                </a:cubicBezTo>
                <a:cubicBezTo>
                  <a:pt x="313" y="534"/>
                  <a:pt x="312" y="537"/>
                  <a:pt x="312" y="542"/>
                </a:cubicBezTo>
                <a:cubicBezTo>
                  <a:pt x="312" y="542"/>
                  <a:pt x="313" y="542"/>
                  <a:pt x="313" y="542"/>
                </a:cubicBezTo>
                <a:cubicBezTo>
                  <a:pt x="314" y="542"/>
                  <a:pt x="314" y="542"/>
                  <a:pt x="315" y="541"/>
                </a:cubicBezTo>
                <a:cubicBezTo>
                  <a:pt x="315" y="557"/>
                  <a:pt x="315" y="557"/>
                  <a:pt x="315" y="557"/>
                </a:cubicBezTo>
                <a:cubicBezTo>
                  <a:pt x="314" y="556"/>
                  <a:pt x="313" y="556"/>
                  <a:pt x="311" y="555"/>
                </a:cubicBezTo>
                <a:cubicBezTo>
                  <a:pt x="311" y="522"/>
                  <a:pt x="311" y="522"/>
                  <a:pt x="311" y="522"/>
                </a:cubicBezTo>
                <a:cubicBezTo>
                  <a:pt x="312" y="521"/>
                  <a:pt x="314" y="520"/>
                  <a:pt x="315" y="518"/>
                </a:cubicBezTo>
                <a:close/>
                <a:moveTo>
                  <a:pt x="315" y="595"/>
                </a:moveTo>
                <a:cubicBezTo>
                  <a:pt x="315" y="602"/>
                  <a:pt x="315" y="602"/>
                  <a:pt x="315" y="602"/>
                </a:cubicBezTo>
                <a:cubicBezTo>
                  <a:pt x="314" y="601"/>
                  <a:pt x="313" y="600"/>
                  <a:pt x="311" y="599"/>
                </a:cubicBezTo>
                <a:cubicBezTo>
                  <a:pt x="311" y="593"/>
                  <a:pt x="311" y="593"/>
                  <a:pt x="311" y="593"/>
                </a:cubicBezTo>
                <a:cubicBezTo>
                  <a:pt x="312" y="594"/>
                  <a:pt x="313" y="594"/>
                  <a:pt x="314" y="594"/>
                </a:cubicBezTo>
                <a:cubicBezTo>
                  <a:pt x="315" y="595"/>
                  <a:pt x="315" y="595"/>
                  <a:pt x="315" y="595"/>
                </a:cubicBezTo>
                <a:close/>
                <a:moveTo>
                  <a:pt x="315" y="620"/>
                </a:moveTo>
                <a:cubicBezTo>
                  <a:pt x="315" y="625"/>
                  <a:pt x="315" y="625"/>
                  <a:pt x="315" y="625"/>
                </a:cubicBezTo>
                <a:cubicBezTo>
                  <a:pt x="314" y="624"/>
                  <a:pt x="313" y="624"/>
                  <a:pt x="311" y="624"/>
                </a:cubicBezTo>
                <a:cubicBezTo>
                  <a:pt x="311" y="618"/>
                  <a:pt x="311" y="618"/>
                  <a:pt x="311" y="618"/>
                </a:cubicBezTo>
                <a:cubicBezTo>
                  <a:pt x="311" y="618"/>
                  <a:pt x="311" y="618"/>
                  <a:pt x="311" y="618"/>
                </a:cubicBezTo>
                <a:cubicBezTo>
                  <a:pt x="315" y="620"/>
                  <a:pt x="315" y="620"/>
                  <a:pt x="315" y="620"/>
                </a:cubicBezTo>
                <a:close/>
                <a:moveTo>
                  <a:pt x="315" y="739"/>
                </a:moveTo>
                <a:cubicBezTo>
                  <a:pt x="315" y="747"/>
                  <a:pt x="315" y="747"/>
                  <a:pt x="315" y="747"/>
                </a:cubicBezTo>
                <a:cubicBezTo>
                  <a:pt x="314" y="747"/>
                  <a:pt x="313" y="746"/>
                  <a:pt x="311" y="746"/>
                </a:cubicBezTo>
                <a:cubicBezTo>
                  <a:pt x="311" y="738"/>
                  <a:pt x="311" y="738"/>
                  <a:pt x="311" y="738"/>
                </a:cubicBezTo>
                <a:cubicBezTo>
                  <a:pt x="312" y="739"/>
                  <a:pt x="314" y="739"/>
                  <a:pt x="315" y="739"/>
                </a:cubicBezTo>
                <a:close/>
                <a:moveTo>
                  <a:pt x="310" y="12"/>
                </a:moveTo>
                <a:cubicBezTo>
                  <a:pt x="310" y="12"/>
                  <a:pt x="310" y="12"/>
                  <a:pt x="310" y="12"/>
                </a:cubicBezTo>
                <a:cubicBezTo>
                  <a:pt x="310" y="11"/>
                  <a:pt x="311" y="11"/>
                  <a:pt x="311" y="11"/>
                </a:cubicBezTo>
                <a:cubicBezTo>
                  <a:pt x="311" y="23"/>
                  <a:pt x="311" y="23"/>
                  <a:pt x="311" y="23"/>
                </a:cubicBezTo>
                <a:cubicBezTo>
                  <a:pt x="311" y="23"/>
                  <a:pt x="310" y="23"/>
                  <a:pt x="310" y="23"/>
                </a:cubicBezTo>
                <a:cubicBezTo>
                  <a:pt x="310" y="12"/>
                  <a:pt x="310" y="12"/>
                  <a:pt x="310" y="12"/>
                </a:cubicBezTo>
                <a:close/>
                <a:moveTo>
                  <a:pt x="311" y="785"/>
                </a:moveTo>
                <a:cubicBezTo>
                  <a:pt x="310" y="785"/>
                  <a:pt x="310" y="785"/>
                  <a:pt x="310" y="785"/>
                </a:cubicBezTo>
                <a:cubicBezTo>
                  <a:pt x="310" y="762"/>
                  <a:pt x="310" y="762"/>
                  <a:pt x="310" y="762"/>
                </a:cubicBezTo>
                <a:cubicBezTo>
                  <a:pt x="310" y="763"/>
                  <a:pt x="311" y="764"/>
                  <a:pt x="311" y="765"/>
                </a:cubicBezTo>
                <a:cubicBezTo>
                  <a:pt x="311" y="785"/>
                  <a:pt x="311" y="785"/>
                  <a:pt x="311" y="785"/>
                </a:cubicBezTo>
                <a:close/>
                <a:moveTo>
                  <a:pt x="311" y="45"/>
                </a:moveTo>
                <a:cubicBezTo>
                  <a:pt x="311" y="55"/>
                  <a:pt x="311" y="55"/>
                  <a:pt x="311" y="55"/>
                </a:cubicBezTo>
                <a:cubicBezTo>
                  <a:pt x="310" y="55"/>
                  <a:pt x="310" y="55"/>
                  <a:pt x="310" y="55"/>
                </a:cubicBezTo>
                <a:cubicBezTo>
                  <a:pt x="310" y="44"/>
                  <a:pt x="310" y="44"/>
                  <a:pt x="310" y="44"/>
                </a:cubicBezTo>
                <a:cubicBezTo>
                  <a:pt x="311" y="45"/>
                  <a:pt x="311" y="45"/>
                  <a:pt x="311" y="45"/>
                </a:cubicBezTo>
                <a:close/>
                <a:moveTo>
                  <a:pt x="311" y="93"/>
                </a:moveTo>
                <a:cubicBezTo>
                  <a:pt x="311" y="130"/>
                  <a:pt x="311" y="130"/>
                  <a:pt x="311" y="130"/>
                </a:cubicBezTo>
                <a:cubicBezTo>
                  <a:pt x="311" y="132"/>
                  <a:pt x="310" y="134"/>
                  <a:pt x="310" y="136"/>
                </a:cubicBezTo>
                <a:cubicBezTo>
                  <a:pt x="310" y="94"/>
                  <a:pt x="310" y="94"/>
                  <a:pt x="310" y="94"/>
                </a:cubicBezTo>
                <a:cubicBezTo>
                  <a:pt x="310" y="94"/>
                  <a:pt x="311" y="94"/>
                  <a:pt x="311" y="93"/>
                </a:cubicBezTo>
                <a:close/>
                <a:moveTo>
                  <a:pt x="311" y="181"/>
                </a:moveTo>
                <a:cubicBezTo>
                  <a:pt x="311" y="192"/>
                  <a:pt x="311" y="192"/>
                  <a:pt x="311" y="192"/>
                </a:cubicBezTo>
                <a:cubicBezTo>
                  <a:pt x="311" y="192"/>
                  <a:pt x="310" y="192"/>
                  <a:pt x="310" y="192"/>
                </a:cubicBezTo>
                <a:cubicBezTo>
                  <a:pt x="310" y="181"/>
                  <a:pt x="310" y="181"/>
                  <a:pt x="310" y="181"/>
                </a:cubicBezTo>
                <a:cubicBezTo>
                  <a:pt x="311" y="181"/>
                  <a:pt x="311" y="181"/>
                  <a:pt x="311" y="181"/>
                </a:cubicBezTo>
                <a:close/>
                <a:moveTo>
                  <a:pt x="311" y="204"/>
                </a:moveTo>
                <a:cubicBezTo>
                  <a:pt x="311" y="209"/>
                  <a:pt x="311" y="209"/>
                  <a:pt x="311" y="209"/>
                </a:cubicBezTo>
                <a:cubicBezTo>
                  <a:pt x="310" y="210"/>
                  <a:pt x="310" y="210"/>
                  <a:pt x="310" y="210"/>
                </a:cubicBezTo>
                <a:cubicBezTo>
                  <a:pt x="310" y="204"/>
                  <a:pt x="310" y="204"/>
                  <a:pt x="310" y="204"/>
                </a:cubicBezTo>
                <a:cubicBezTo>
                  <a:pt x="310" y="204"/>
                  <a:pt x="310" y="204"/>
                  <a:pt x="310" y="204"/>
                </a:cubicBezTo>
                <a:cubicBezTo>
                  <a:pt x="311" y="204"/>
                  <a:pt x="311" y="204"/>
                  <a:pt x="311" y="204"/>
                </a:cubicBezTo>
                <a:close/>
                <a:moveTo>
                  <a:pt x="311" y="225"/>
                </a:moveTo>
                <a:cubicBezTo>
                  <a:pt x="311" y="238"/>
                  <a:pt x="311" y="238"/>
                  <a:pt x="311" y="238"/>
                </a:cubicBezTo>
                <a:cubicBezTo>
                  <a:pt x="310" y="239"/>
                  <a:pt x="310" y="239"/>
                  <a:pt x="310" y="239"/>
                </a:cubicBezTo>
                <a:cubicBezTo>
                  <a:pt x="310" y="226"/>
                  <a:pt x="310" y="226"/>
                  <a:pt x="310" y="226"/>
                </a:cubicBezTo>
                <a:cubicBezTo>
                  <a:pt x="311" y="225"/>
                  <a:pt x="311" y="225"/>
                  <a:pt x="311" y="225"/>
                </a:cubicBezTo>
                <a:close/>
                <a:moveTo>
                  <a:pt x="311" y="250"/>
                </a:moveTo>
                <a:cubicBezTo>
                  <a:pt x="311" y="267"/>
                  <a:pt x="311" y="267"/>
                  <a:pt x="311" y="267"/>
                </a:cubicBezTo>
                <a:cubicBezTo>
                  <a:pt x="310" y="266"/>
                  <a:pt x="310" y="266"/>
                  <a:pt x="310" y="266"/>
                </a:cubicBezTo>
                <a:cubicBezTo>
                  <a:pt x="310" y="248"/>
                  <a:pt x="310" y="248"/>
                  <a:pt x="310" y="248"/>
                </a:cubicBezTo>
                <a:cubicBezTo>
                  <a:pt x="310" y="249"/>
                  <a:pt x="311" y="249"/>
                  <a:pt x="311" y="250"/>
                </a:cubicBezTo>
                <a:close/>
                <a:moveTo>
                  <a:pt x="311" y="299"/>
                </a:moveTo>
                <a:cubicBezTo>
                  <a:pt x="311" y="308"/>
                  <a:pt x="311" y="308"/>
                  <a:pt x="311" y="308"/>
                </a:cubicBezTo>
                <a:cubicBezTo>
                  <a:pt x="310" y="309"/>
                  <a:pt x="310" y="309"/>
                  <a:pt x="310" y="309"/>
                </a:cubicBezTo>
                <a:cubicBezTo>
                  <a:pt x="310" y="298"/>
                  <a:pt x="310" y="298"/>
                  <a:pt x="310" y="298"/>
                </a:cubicBezTo>
                <a:cubicBezTo>
                  <a:pt x="311" y="299"/>
                  <a:pt x="311" y="299"/>
                  <a:pt x="311" y="299"/>
                </a:cubicBezTo>
                <a:close/>
                <a:moveTo>
                  <a:pt x="311" y="322"/>
                </a:moveTo>
                <a:cubicBezTo>
                  <a:pt x="311" y="346"/>
                  <a:pt x="311" y="346"/>
                  <a:pt x="311" y="346"/>
                </a:cubicBezTo>
                <a:cubicBezTo>
                  <a:pt x="310" y="346"/>
                  <a:pt x="310" y="346"/>
                  <a:pt x="310" y="346"/>
                </a:cubicBezTo>
                <a:cubicBezTo>
                  <a:pt x="310" y="337"/>
                  <a:pt x="310" y="337"/>
                  <a:pt x="310" y="337"/>
                </a:cubicBezTo>
                <a:cubicBezTo>
                  <a:pt x="311" y="336"/>
                  <a:pt x="311" y="336"/>
                  <a:pt x="311" y="336"/>
                </a:cubicBezTo>
                <a:cubicBezTo>
                  <a:pt x="310" y="335"/>
                  <a:pt x="310" y="335"/>
                  <a:pt x="310" y="334"/>
                </a:cubicBezTo>
                <a:cubicBezTo>
                  <a:pt x="310" y="324"/>
                  <a:pt x="310" y="324"/>
                  <a:pt x="310" y="324"/>
                </a:cubicBezTo>
                <a:cubicBezTo>
                  <a:pt x="311" y="322"/>
                  <a:pt x="311" y="322"/>
                  <a:pt x="311" y="322"/>
                </a:cubicBezTo>
                <a:close/>
                <a:moveTo>
                  <a:pt x="311" y="351"/>
                </a:moveTo>
                <a:cubicBezTo>
                  <a:pt x="311" y="356"/>
                  <a:pt x="311" y="356"/>
                  <a:pt x="311" y="356"/>
                </a:cubicBezTo>
                <a:cubicBezTo>
                  <a:pt x="310" y="356"/>
                  <a:pt x="310" y="356"/>
                  <a:pt x="310" y="356"/>
                </a:cubicBezTo>
                <a:cubicBezTo>
                  <a:pt x="310" y="351"/>
                  <a:pt x="310" y="351"/>
                  <a:pt x="310" y="351"/>
                </a:cubicBezTo>
                <a:cubicBezTo>
                  <a:pt x="310" y="351"/>
                  <a:pt x="311" y="351"/>
                  <a:pt x="311" y="351"/>
                </a:cubicBezTo>
                <a:close/>
                <a:moveTo>
                  <a:pt x="311" y="361"/>
                </a:moveTo>
                <a:cubicBezTo>
                  <a:pt x="311" y="372"/>
                  <a:pt x="311" y="372"/>
                  <a:pt x="311" y="372"/>
                </a:cubicBezTo>
                <a:cubicBezTo>
                  <a:pt x="311" y="374"/>
                  <a:pt x="310" y="375"/>
                  <a:pt x="310" y="377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1"/>
                  <a:pt x="310" y="361"/>
                  <a:pt x="310" y="361"/>
                </a:cubicBezTo>
                <a:cubicBezTo>
                  <a:pt x="311" y="361"/>
                  <a:pt x="311" y="361"/>
                  <a:pt x="311" y="361"/>
                </a:cubicBezTo>
                <a:close/>
                <a:moveTo>
                  <a:pt x="311" y="432"/>
                </a:moveTo>
                <a:cubicBezTo>
                  <a:pt x="311" y="451"/>
                  <a:pt x="311" y="451"/>
                  <a:pt x="311" y="451"/>
                </a:cubicBezTo>
                <a:cubicBezTo>
                  <a:pt x="311" y="452"/>
                  <a:pt x="310" y="453"/>
                  <a:pt x="310" y="453"/>
                </a:cubicBezTo>
                <a:cubicBezTo>
                  <a:pt x="310" y="443"/>
                  <a:pt x="310" y="443"/>
                  <a:pt x="310" y="443"/>
                </a:cubicBezTo>
                <a:cubicBezTo>
                  <a:pt x="310" y="440"/>
                  <a:pt x="310" y="438"/>
                  <a:pt x="310" y="436"/>
                </a:cubicBezTo>
                <a:cubicBezTo>
                  <a:pt x="310" y="436"/>
                  <a:pt x="310" y="436"/>
                  <a:pt x="310" y="436"/>
                </a:cubicBezTo>
                <a:cubicBezTo>
                  <a:pt x="310" y="428"/>
                  <a:pt x="310" y="428"/>
                  <a:pt x="310" y="428"/>
                </a:cubicBezTo>
                <a:cubicBezTo>
                  <a:pt x="310" y="429"/>
                  <a:pt x="311" y="430"/>
                  <a:pt x="311" y="432"/>
                </a:cubicBezTo>
                <a:close/>
                <a:moveTo>
                  <a:pt x="311" y="464"/>
                </a:moveTo>
                <a:cubicBezTo>
                  <a:pt x="311" y="474"/>
                  <a:pt x="311" y="474"/>
                  <a:pt x="311" y="474"/>
                </a:cubicBezTo>
                <a:cubicBezTo>
                  <a:pt x="311" y="475"/>
                  <a:pt x="310" y="475"/>
                  <a:pt x="310" y="476"/>
                </a:cubicBezTo>
                <a:cubicBezTo>
                  <a:pt x="310" y="471"/>
                  <a:pt x="310" y="471"/>
                  <a:pt x="310" y="471"/>
                </a:cubicBezTo>
                <a:cubicBezTo>
                  <a:pt x="310" y="470"/>
                  <a:pt x="311" y="469"/>
                  <a:pt x="311" y="468"/>
                </a:cubicBezTo>
                <a:cubicBezTo>
                  <a:pt x="310" y="467"/>
                  <a:pt x="310" y="467"/>
                  <a:pt x="310" y="467"/>
                </a:cubicBezTo>
                <a:cubicBezTo>
                  <a:pt x="310" y="461"/>
                  <a:pt x="310" y="461"/>
                  <a:pt x="310" y="461"/>
                </a:cubicBezTo>
                <a:cubicBezTo>
                  <a:pt x="310" y="462"/>
                  <a:pt x="310" y="463"/>
                  <a:pt x="311" y="464"/>
                </a:cubicBezTo>
                <a:close/>
                <a:moveTo>
                  <a:pt x="311" y="479"/>
                </a:moveTo>
                <a:cubicBezTo>
                  <a:pt x="311" y="484"/>
                  <a:pt x="311" y="484"/>
                  <a:pt x="311" y="484"/>
                </a:cubicBezTo>
                <a:cubicBezTo>
                  <a:pt x="311" y="484"/>
                  <a:pt x="310" y="483"/>
                  <a:pt x="310" y="483"/>
                </a:cubicBezTo>
                <a:cubicBezTo>
                  <a:pt x="310" y="478"/>
                  <a:pt x="310" y="478"/>
                  <a:pt x="310" y="478"/>
                </a:cubicBezTo>
                <a:cubicBezTo>
                  <a:pt x="310" y="479"/>
                  <a:pt x="311" y="479"/>
                  <a:pt x="311" y="479"/>
                </a:cubicBezTo>
                <a:close/>
                <a:moveTo>
                  <a:pt x="311" y="494"/>
                </a:moveTo>
                <a:cubicBezTo>
                  <a:pt x="311" y="498"/>
                  <a:pt x="311" y="498"/>
                  <a:pt x="311" y="498"/>
                </a:cubicBezTo>
                <a:cubicBezTo>
                  <a:pt x="311" y="497"/>
                  <a:pt x="310" y="497"/>
                  <a:pt x="310" y="497"/>
                </a:cubicBezTo>
                <a:cubicBezTo>
                  <a:pt x="310" y="493"/>
                  <a:pt x="310" y="493"/>
                  <a:pt x="310" y="493"/>
                </a:cubicBezTo>
                <a:cubicBezTo>
                  <a:pt x="311" y="494"/>
                  <a:pt x="311" y="494"/>
                  <a:pt x="311" y="494"/>
                </a:cubicBezTo>
                <a:close/>
                <a:moveTo>
                  <a:pt x="311" y="500"/>
                </a:moveTo>
                <a:cubicBezTo>
                  <a:pt x="311" y="505"/>
                  <a:pt x="311" y="505"/>
                  <a:pt x="311" y="505"/>
                </a:cubicBezTo>
                <a:cubicBezTo>
                  <a:pt x="311" y="506"/>
                  <a:pt x="310" y="506"/>
                  <a:pt x="310" y="506"/>
                </a:cubicBezTo>
                <a:cubicBezTo>
                  <a:pt x="310" y="500"/>
                  <a:pt x="310" y="500"/>
                  <a:pt x="310" y="500"/>
                </a:cubicBezTo>
                <a:cubicBezTo>
                  <a:pt x="310" y="500"/>
                  <a:pt x="311" y="500"/>
                  <a:pt x="311" y="500"/>
                </a:cubicBezTo>
                <a:close/>
                <a:moveTo>
                  <a:pt x="311" y="522"/>
                </a:moveTo>
                <a:cubicBezTo>
                  <a:pt x="311" y="555"/>
                  <a:pt x="311" y="555"/>
                  <a:pt x="311" y="555"/>
                </a:cubicBezTo>
                <a:cubicBezTo>
                  <a:pt x="310" y="555"/>
                  <a:pt x="310" y="555"/>
                  <a:pt x="310" y="555"/>
                </a:cubicBezTo>
                <a:cubicBezTo>
                  <a:pt x="310" y="523"/>
                  <a:pt x="310" y="523"/>
                  <a:pt x="310" y="523"/>
                </a:cubicBezTo>
                <a:cubicBezTo>
                  <a:pt x="310" y="522"/>
                  <a:pt x="311" y="522"/>
                  <a:pt x="311" y="522"/>
                </a:cubicBezTo>
                <a:close/>
                <a:moveTo>
                  <a:pt x="311" y="593"/>
                </a:moveTo>
                <a:cubicBezTo>
                  <a:pt x="311" y="599"/>
                  <a:pt x="311" y="599"/>
                  <a:pt x="311" y="599"/>
                </a:cubicBezTo>
                <a:cubicBezTo>
                  <a:pt x="311" y="599"/>
                  <a:pt x="310" y="599"/>
                  <a:pt x="310" y="599"/>
                </a:cubicBezTo>
                <a:cubicBezTo>
                  <a:pt x="310" y="593"/>
                  <a:pt x="310" y="593"/>
                  <a:pt x="310" y="593"/>
                </a:cubicBezTo>
                <a:cubicBezTo>
                  <a:pt x="310" y="593"/>
                  <a:pt x="311" y="593"/>
                  <a:pt x="311" y="593"/>
                </a:cubicBezTo>
                <a:close/>
                <a:moveTo>
                  <a:pt x="311" y="618"/>
                </a:moveTo>
                <a:cubicBezTo>
                  <a:pt x="311" y="624"/>
                  <a:pt x="311" y="624"/>
                  <a:pt x="311" y="624"/>
                </a:cubicBezTo>
                <a:cubicBezTo>
                  <a:pt x="310" y="623"/>
                  <a:pt x="310" y="623"/>
                  <a:pt x="310" y="623"/>
                </a:cubicBezTo>
                <a:cubicBezTo>
                  <a:pt x="310" y="614"/>
                  <a:pt x="310" y="614"/>
                  <a:pt x="310" y="614"/>
                </a:cubicBezTo>
                <a:cubicBezTo>
                  <a:pt x="310" y="615"/>
                  <a:pt x="311" y="616"/>
                  <a:pt x="311" y="618"/>
                </a:cubicBezTo>
                <a:close/>
                <a:moveTo>
                  <a:pt x="311" y="738"/>
                </a:moveTo>
                <a:cubicBezTo>
                  <a:pt x="311" y="746"/>
                  <a:pt x="311" y="746"/>
                  <a:pt x="311" y="746"/>
                </a:cubicBezTo>
                <a:cubicBezTo>
                  <a:pt x="311" y="746"/>
                  <a:pt x="310" y="746"/>
                  <a:pt x="310" y="746"/>
                </a:cubicBezTo>
                <a:cubicBezTo>
                  <a:pt x="310" y="738"/>
                  <a:pt x="310" y="738"/>
                  <a:pt x="310" y="738"/>
                </a:cubicBezTo>
                <a:lnTo>
                  <a:pt x="311" y="738"/>
                </a:lnTo>
                <a:close/>
                <a:moveTo>
                  <a:pt x="309" y="12"/>
                </a:moveTo>
                <a:cubicBezTo>
                  <a:pt x="309" y="12"/>
                  <a:pt x="310" y="12"/>
                  <a:pt x="310" y="12"/>
                </a:cubicBezTo>
                <a:cubicBezTo>
                  <a:pt x="310" y="23"/>
                  <a:pt x="310" y="23"/>
                  <a:pt x="310" y="23"/>
                </a:cubicBezTo>
                <a:cubicBezTo>
                  <a:pt x="310" y="22"/>
                  <a:pt x="309" y="22"/>
                  <a:pt x="309" y="22"/>
                </a:cubicBezTo>
                <a:cubicBezTo>
                  <a:pt x="309" y="12"/>
                  <a:pt x="309" y="12"/>
                  <a:pt x="309" y="12"/>
                </a:cubicBezTo>
                <a:close/>
                <a:moveTo>
                  <a:pt x="310" y="785"/>
                </a:moveTo>
                <a:cubicBezTo>
                  <a:pt x="309" y="785"/>
                  <a:pt x="309" y="785"/>
                  <a:pt x="309" y="785"/>
                </a:cubicBezTo>
                <a:cubicBezTo>
                  <a:pt x="309" y="758"/>
                  <a:pt x="309" y="758"/>
                  <a:pt x="309" y="758"/>
                </a:cubicBezTo>
                <a:cubicBezTo>
                  <a:pt x="309" y="760"/>
                  <a:pt x="310" y="761"/>
                  <a:pt x="310" y="762"/>
                </a:cubicBezTo>
                <a:cubicBezTo>
                  <a:pt x="310" y="785"/>
                  <a:pt x="310" y="785"/>
                  <a:pt x="310" y="785"/>
                </a:cubicBezTo>
                <a:close/>
                <a:moveTo>
                  <a:pt x="310" y="44"/>
                </a:moveTo>
                <a:cubicBezTo>
                  <a:pt x="310" y="55"/>
                  <a:pt x="310" y="55"/>
                  <a:pt x="310" y="55"/>
                </a:cubicBezTo>
                <a:cubicBezTo>
                  <a:pt x="309" y="55"/>
                  <a:pt x="309" y="55"/>
                  <a:pt x="309" y="55"/>
                </a:cubicBezTo>
                <a:cubicBezTo>
                  <a:pt x="309" y="44"/>
                  <a:pt x="309" y="44"/>
                  <a:pt x="309" y="44"/>
                </a:cubicBezTo>
                <a:cubicBezTo>
                  <a:pt x="310" y="44"/>
                  <a:pt x="310" y="44"/>
                  <a:pt x="310" y="44"/>
                </a:cubicBezTo>
                <a:close/>
                <a:moveTo>
                  <a:pt x="310" y="94"/>
                </a:moveTo>
                <a:cubicBezTo>
                  <a:pt x="310" y="136"/>
                  <a:pt x="310" y="136"/>
                  <a:pt x="310" y="136"/>
                </a:cubicBezTo>
                <a:cubicBezTo>
                  <a:pt x="310" y="138"/>
                  <a:pt x="309" y="139"/>
                  <a:pt x="309" y="141"/>
                </a:cubicBezTo>
                <a:cubicBezTo>
                  <a:pt x="309" y="94"/>
                  <a:pt x="309" y="94"/>
                  <a:pt x="309" y="94"/>
                </a:cubicBezTo>
                <a:cubicBezTo>
                  <a:pt x="309" y="94"/>
                  <a:pt x="310" y="94"/>
                  <a:pt x="310" y="94"/>
                </a:cubicBezTo>
                <a:close/>
                <a:moveTo>
                  <a:pt x="310" y="181"/>
                </a:moveTo>
                <a:cubicBezTo>
                  <a:pt x="310" y="192"/>
                  <a:pt x="310" y="192"/>
                  <a:pt x="310" y="192"/>
                </a:cubicBezTo>
                <a:cubicBezTo>
                  <a:pt x="310" y="192"/>
                  <a:pt x="309" y="192"/>
                  <a:pt x="309" y="191"/>
                </a:cubicBezTo>
                <a:cubicBezTo>
                  <a:pt x="309" y="181"/>
                  <a:pt x="309" y="181"/>
                  <a:pt x="309" y="181"/>
                </a:cubicBezTo>
                <a:cubicBezTo>
                  <a:pt x="310" y="181"/>
                  <a:pt x="310" y="181"/>
                  <a:pt x="310" y="181"/>
                </a:cubicBezTo>
                <a:close/>
                <a:moveTo>
                  <a:pt x="310" y="204"/>
                </a:moveTo>
                <a:cubicBezTo>
                  <a:pt x="310" y="210"/>
                  <a:pt x="310" y="210"/>
                  <a:pt x="310" y="210"/>
                </a:cubicBezTo>
                <a:cubicBezTo>
                  <a:pt x="309" y="210"/>
                  <a:pt x="309" y="210"/>
                  <a:pt x="309" y="210"/>
                </a:cubicBezTo>
                <a:cubicBezTo>
                  <a:pt x="309" y="203"/>
                  <a:pt x="309" y="203"/>
                  <a:pt x="309" y="203"/>
                </a:cubicBezTo>
                <a:cubicBezTo>
                  <a:pt x="310" y="204"/>
                  <a:pt x="310" y="204"/>
                  <a:pt x="310" y="204"/>
                </a:cubicBezTo>
                <a:close/>
                <a:moveTo>
                  <a:pt x="310" y="226"/>
                </a:moveTo>
                <a:cubicBezTo>
                  <a:pt x="310" y="239"/>
                  <a:pt x="310" y="239"/>
                  <a:pt x="310" y="239"/>
                </a:cubicBezTo>
                <a:cubicBezTo>
                  <a:pt x="310" y="239"/>
                  <a:pt x="309" y="239"/>
                  <a:pt x="309" y="240"/>
                </a:cubicBezTo>
                <a:cubicBezTo>
                  <a:pt x="309" y="226"/>
                  <a:pt x="309" y="226"/>
                  <a:pt x="309" y="226"/>
                </a:cubicBezTo>
                <a:cubicBezTo>
                  <a:pt x="310" y="226"/>
                  <a:pt x="310" y="226"/>
                  <a:pt x="310" y="226"/>
                </a:cubicBezTo>
                <a:close/>
                <a:moveTo>
                  <a:pt x="310" y="248"/>
                </a:moveTo>
                <a:cubicBezTo>
                  <a:pt x="310" y="266"/>
                  <a:pt x="310" y="266"/>
                  <a:pt x="310" y="266"/>
                </a:cubicBezTo>
                <a:cubicBezTo>
                  <a:pt x="309" y="264"/>
                  <a:pt x="309" y="264"/>
                  <a:pt x="309" y="264"/>
                </a:cubicBezTo>
                <a:cubicBezTo>
                  <a:pt x="309" y="245"/>
                  <a:pt x="309" y="245"/>
                  <a:pt x="309" y="245"/>
                </a:cubicBezTo>
                <a:cubicBezTo>
                  <a:pt x="309" y="246"/>
                  <a:pt x="310" y="247"/>
                  <a:pt x="310" y="248"/>
                </a:cubicBezTo>
                <a:close/>
                <a:moveTo>
                  <a:pt x="310" y="298"/>
                </a:moveTo>
                <a:cubicBezTo>
                  <a:pt x="310" y="309"/>
                  <a:pt x="310" y="309"/>
                  <a:pt x="310" y="309"/>
                </a:cubicBezTo>
                <a:cubicBezTo>
                  <a:pt x="309" y="311"/>
                  <a:pt x="309" y="311"/>
                  <a:pt x="309" y="311"/>
                </a:cubicBezTo>
                <a:cubicBezTo>
                  <a:pt x="309" y="296"/>
                  <a:pt x="309" y="296"/>
                  <a:pt x="309" y="296"/>
                </a:cubicBezTo>
                <a:cubicBezTo>
                  <a:pt x="310" y="298"/>
                  <a:pt x="310" y="298"/>
                  <a:pt x="310" y="298"/>
                </a:cubicBezTo>
                <a:close/>
                <a:moveTo>
                  <a:pt x="310" y="324"/>
                </a:moveTo>
                <a:cubicBezTo>
                  <a:pt x="310" y="334"/>
                  <a:pt x="310" y="334"/>
                  <a:pt x="310" y="334"/>
                </a:cubicBezTo>
                <a:cubicBezTo>
                  <a:pt x="310" y="333"/>
                  <a:pt x="309" y="333"/>
                  <a:pt x="309" y="332"/>
                </a:cubicBezTo>
                <a:cubicBezTo>
                  <a:pt x="309" y="325"/>
                  <a:pt x="309" y="325"/>
                  <a:pt x="309" y="325"/>
                </a:cubicBezTo>
                <a:cubicBezTo>
                  <a:pt x="309" y="324"/>
                  <a:pt x="310" y="324"/>
                  <a:pt x="310" y="324"/>
                </a:cubicBezTo>
                <a:close/>
                <a:moveTo>
                  <a:pt x="310" y="337"/>
                </a:moveTo>
                <a:cubicBezTo>
                  <a:pt x="310" y="346"/>
                  <a:pt x="310" y="346"/>
                  <a:pt x="310" y="346"/>
                </a:cubicBezTo>
                <a:cubicBezTo>
                  <a:pt x="309" y="346"/>
                  <a:pt x="309" y="346"/>
                  <a:pt x="309" y="346"/>
                </a:cubicBezTo>
                <a:cubicBezTo>
                  <a:pt x="309" y="338"/>
                  <a:pt x="309" y="338"/>
                  <a:pt x="309" y="338"/>
                </a:cubicBezTo>
                <a:cubicBezTo>
                  <a:pt x="309" y="338"/>
                  <a:pt x="310" y="337"/>
                  <a:pt x="310" y="337"/>
                </a:cubicBezTo>
                <a:close/>
                <a:moveTo>
                  <a:pt x="310" y="351"/>
                </a:moveTo>
                <a:cubicBezTo>
                  <a:pt x="310" y="356"/>
                  <a:pt x="310" y="356"/>
                  <a:pt x="310" y="356"/>
                </a:cubicBezTo>
                <a:cubicBezTo>
                  <a:pt x="309" y="356"/>
                  <a:pt x="309" y="356"/>
                  <a:pt x="309" y="356"/>
                </a:cubicBezTo>
                <a:cubicBezTo>
                  <a:pt x="309" y="352"/>
                  <a:pt x="309" y="352"/>
                  <a:pt x="309" y="352"/>
                </a:cubicBezTo>
                <a:cubicBezTo>
                  <a:pt x="310" y="351"/>
                  <a:pt x="310" y="351"/>
                  <a:pt x="310" y="351"/>
                </a:cubicBezTo>
                <a:close/>
                <a:moveTo>
                  <a:pt x="310" y="361"/>
                </a:moveTo>
                <a:cubicBezTo>
                  <a:pt x="310" y="366"/>
                  <a:pt x="310" y="366"/>
                  <a:pt x="310" y="366"/>
                </a:cubicBezTo>
                <a:cubicBezTo>
                  <a:pt x="309" y="366"/>
                  <a:pt x="309" y="366"/>
                  <a:pt x="309" y="366"/>
                </a:cubicBezTo>
                <a:cubicBezTo>
                  <a:pt x="309" y="362"/>
                  <a:pt x="309" y="362"/>
                  <a:pt x="309" y="362"/>
                </a:cubicBezTo>
                <a:cubicBezTo>
                  <a:pt x="310" y="361"/>
                  <a:pt x="310" y="361"/>
                  <a:pt x="310" y="361"/>
                </a:cubicBezTo>
                <a:close/>
                <a:moveTo>
                  <a:pt x="310" y="366"/>
                </a:moveTo>
                <a:cubicBezTo>
                  <a:pt x="310" y="377"/>
                  <a:pt x="310" y="377"/>
                  <a:pt x="310" y="377"/>
                </a:cubicBezTo>
                <a:cubicBezTo>
                  <a:pt x="310" y="378"/>
                  <a:pt x="309" y="380"/>
                  <a:pt x="309" y="382"/>
                </a:cubicBezTo>
                <a:cubicBezTo>
                  <a:pt x="309" y="369"/>
                  <a:pt x="309" y="369"/>
                  <a:pt x="309" y="369"/>
                </a:cubicBezTo>
                <a:cubicBezTo>
                  <a:pt x="309" y="368"/>
                  <a:pt x="310" y="367"/>
                  <a:pt x="310" y="366"/>
                </a:cubicBezTo>
                <a:close/>
                <a:moveTo>
                  <a:pt x="310" y="428"/>
                </a:moveTo>
                <a:cubicBezTo>
                  <a:pt x="310" y="436"/>
                  <a:pt x="310" y="436"/>
                  <a:pt x="310" y="436"/>
                </a:cubicBezTo>
                <a:cubicBezTo>
                  <a:pt x="310" y="436"/>
                  <a:pt x="309" y="436"/>
                  <a:pt x="309" y="436"/>
                </a:cubicBezTo>
                <a:cubicBezTo>
                  <a:pt x="309" y="424"/>
                  <a:pt x="309" y="424"/>
                  <a:pt x="309" y="424"/>
                </a:cubicBezTo>
                <a:cubicBezTo>
                  <a:pt x="309" y="425"/>
                  <a:pt x="310" y="426"/>
                  <a:pt x="310" y="428"/>
                </a:cubicBezTo>
                <a:close/>
                <a:moveTo>
                  <a:pt x="310" y="443"/>
                </a:moveTo>
                <a:cubicBezTo>
                  <a:pt x="310" y="453"/>
                  <a:pt x="310" y="453"/>
                  <a:pt x="310" y="453"/>
                </a:cubicBezTo>
                <a:cubicBezTo>
                  <a:pt x="309" y="456"/>
                  <a:pt x="309" y="458"/>
                  <a:pt x="310" y="461"/>
                </a:cubicBezTo>
                <a:cubicBezTo>
                  <a:pt x="310" y="467"/>
                  <a:pt x="310" y="467"/>
                  <a:pt x="310" y="467"/>
                </a:cubicBezTo>
                <a:cubicBezTo>
                  <a:pt x="310" y="466"/>
                  <a:pt x="309" y="466"/>
                  <a:pt x="309" y="466"/>
                </a:cubicBezTo>
                <a:cubicBezTo>
                  <a:pt x="309" y="447"/>
                  <a:pt x="309" y="447"/>
                  <a:pt x="309" y="447"/>
                </a:cubicBezTo>
                <a:cubicBezTo>
                  <a:pt x="309" y="446"/>
                  <a:pt x="310" y="444"/>
                  <a:pt x="310" y="443"/>
                </a:cubicBezTo>
                <a:close/>
                <a:moveTo>
                  <a:pt x="310" y="471"/>
                </a:moveTo>
                <a:cubicBezTo>
                  <a:pt x="310" y="476"/>
                  <a:pt x="310" y="476"/>
                  <a:pt x="310" y="476"/>
                </a:cubicBezTo>
                <a:cubicBezTo>
                  <a:pt x="310" y="476"/>
                  <a:pt x="309" y="477"/>
                  <a:pt x="309" y="478"/>
                </a:cubicBezTo>
                <a:cubicBezTo>
                  <a:pt x="309" y="473"/>
                  <a:pt x="309" y="473"/>
                  <a:pt x="309" y="473"/>
                </a:cubicBezTo>
                <a:cubicBezTo>
                  <a:pt x="309" y="472"/>
                  <a:pt x="310" y="471"/>
                  <a:pt x="310" y="471"/>
                </a:cubicBezTo>
                <a:close/>
                <a:moveTo>
                  <a:pt x="310" y="478"/>
                </a:moveTo>
                <a:cubicBezTo>
                  <a:pt x="310" y="483"/>
                  <a:pt x="310" y="483"/>
                  <a:pt x="310" y="483"/>
                </a:cubicBezTo>
                <a:cubicBezTo>
                  <a:pt x="310" y="483"/>
                  <a:pt x="309" y="483"/>
                  <a:pt x="309" y="483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10" y="478"/>
                  <a:pt x="310" y="478"/>
                </a:cubicBezTo>
                <a:close/>
                <a:moveTo>
                  <a:pt x="310" y="493"/>
                </a:moveTo>
                <a:cubicBezTo>
                  <a:pt x="310" y="497"/>
                  <a:pt x="310" y="497"/>
                  <a:pt x="310" y="497"/>
                </a:cubicBezTo>
                <a:cubicBezTo>
                  <a:pt x="309" y="496"/>
                  <a:pt x="309" y="496"/>
                  <a:pt x="309" y="496"/>
                </a:cubicBezTo>
                <a:cubicBezTo>
                  <a:pt x="309" y="492"/>
                  <a:pt x="309" y="492"/>
                  <a:pt x="309" y="492"/>
                </a:cubicBezTo>
                <a:cubicBezTo>
                  <a:pt x="310" y="493"/>
                  <a:pt x="310" y="493"/>
                  <a:pt x="310" y="493"/>
                </a:cubicBezTo>
                <a:close/>
                <a:moveTo>
                  <a:pt x="310" y="500"/>
                </a:moveTo>
                <a:cubicBezTo>
                  <a:pt x="310" y="506"/>
                  <a:pt x="310" y="506"/>
                  <a:pt x="310" y="506"/>
                </a:cubicBezTo>
                <a:cubicBezTo>
                  <a:pt x="310" y="506"/>
                  <a:pt x="309" y="506"/>
                  <a:pt x="309" y="507"/>
                </a:cubicBezTo>
                <a:cubicBezTo>
                  <a:pt x="309" y="501"/>
                  <a:pt x="309" y="501"/>
                  <a:pt x="309" y="501"/>
                </a:cubicBezTo>
                <a:cubicBezTo>
                  <a:pt x="309" y="501"/>
                  <a:pt x="310" y="501"/>
                  <a:pt x="310" y="500"/>
                </a:cubicBezTo>
                <a:close/>
                <a:moveTo>
                  <a:pt x="310" y="523"/>
                </a:moveTo>
                <a:cubicBezTo>
                  <a:pt x="310" y="555"/>
                  <a:pt x="310" y="555"/>
                  <a:pt x="310" y="555"/>
                </a:cubicBezTo>
                <a:cubicBezTo>
                  <a:pt x="309" y="554"/>
                  <a:pt x="309" y="554"/>
                  <a:pt x="309" y="554"/>
                </a:cubicBezTo>
                <a:cubicBezTo>
                  <a:pt x="309" y="524"/>
                  <a:pt x="309" y="524"/>
                  <a:pt x="309" y="524"/>
                </a:cubicBezTo>
                <a:cubicBezTo>
                  <a:pt x="309" y="523"/>
                  <a:pt x="310" y="523"/>
                  <a:pt x="310" y="523"/>
                </a:cubicBezTo>
                <a:close/>
                <a:moveTo>
                  <a:pt x="310" y="593"/>
                </a:moveTo>
                <a:cubicBezTo>
                  <a:pt x="310" y="599"/>
                  <a:pt x="310" y="599"/>
                  <a:pt x="310" y="599"/>
                </a:cubicBezTo>
                <a:cubicBezTo>
                  <a:pt x="310" y="599"/>
                  <a:pt x="309" y="599"/>
                  <a:pt x="309" y="599"/>
                </a:cubicBezTo>
                <a:cubicBezTo>
                  <a:pt x="309" y="593"/>
                  <a:pt x="309" y="593"/>
                  <a:pt x="309" y="593"/>
                </a:cubicBezTo>
                <a:cubicBezTo>
                  <a:pt x="309" y="593"/>
                  <a:pt x="310" y="593"/>
                  <a:pt x="310" y="593"/>
                </a:cubicBezTo>
                <a:close/>
                <a:moveTo>
                  <a:pt x="310" y="614"/>
                </a:moveTo>
                <a:cubicBezTo>
                  <a:pt x="310" y="623"/>
                  <a:pt x="310" y="623"/>
                  <a:pt x="310" y="623"/>
                </a:cubicBezTo>
                <a:cubicBezTo>
                  <a:pt x="309" y="623"/>
                  <a:pt x="309" y="623"/>
                  <a:pt x="309" y="623"/>
                </a:cubicBezTo>
                <a:cubicBezTo>
                  <a:pt x="309" y="609"/>
                  <a:pt x="309" y="609"/>
                  <a:pt x="309" y="609"/>
                </a:cubicBezTo>
                <a:cubicBezTo>
                  <a:pt x="309" y="611"/>
                  <a:pt x="310" y="613"/>
                  <a:pt x="310" y="614"/>
                </a:cubicBezTo>
                <a:close/>
                <a:moveTo>
                  <a:pt x="310" y="738"/>
                </a:moveTo>
                <a:cubicBezTo>
                  <a:pt x="310" y="746"/>
                  <a:pt x="310" y="746"/>
                  <a:pt x="310" y="746"/>
                </a:cubicBezTo>
                <a:cubicBezTo>
                  <a:pt x="309" y="746"/>
                  <a:pt x="309" y="746"/>
                  <a:pt x="309" y="746"/>
                </a:cubicBezTo>
                <a:cubicBezTo>
                  <a:pt x="309" y="738"/>
                  <a:pt x="309" y="738"/>
                  <a:pt x="309" y="738"/>
                </a:cubicBezTo>
                <a:lnTo>
                  <a:pt x="310" y="738"/>
                </a:lnTo>
                <a:close/>
                <a:moveTo>
                  <a:pt x="307" y="12"/>
                </a:moveTo>
                <a:cubicBezTo>
                  <a:pt x="308" y="12"/>
                  <a:pt x="308" y="12"/>
                  <a:pt x="309" y="12"/>
                </a:cubicBezTo>
                <a:cubicBezTo>
                  <a:pt x="309" y="22"/>
                  <a:pt x="309" y="22"/>
                  <a:pt x="309" y="22"/>
                </a:cubicBezTo>
                <a:cubicBezTo>
                  <a:pt x="308" y="22"/>
                  <a:pt x="308" y="22"/>
                  <a:pt x="307" y="22"/>
                </a:cubicBezTo>
                <a:cubicBezTo>
                  <a:pt x="307" y="12"/>
                  <a:pt x="307" y="12"/>
                  <a:pt x="307" y="12"/>
                </a:cubicBezTo>
                <a:close/>
                <a:moveTo>
                  <a:pt x="309" y="785"/>
                </a:moveTo>
                <a:cubicBezTo>
                  <a:pt x="307" y="784"/>
                  <a:pt x="307" y="784"/>
                  <a:pt x="307" y="784"/>
                </a:cubicBezTo>
                <a:cubicBezTo>
                  <a:pt x="307" y="752"/>
                  <a:pt x="307" y="752"/>
                  <a:pt x="307" y="752"/>
                </a:cubicBezTo>
                <a:cubicBezTo>
                  <a:pt x="308" y="754"/>
                  <a:pt x="308" y="756"/>
                  <a:pt x="309" y="758"/>
                </a:cubicBezTo>
                <a:cubicBezTo>
                  <a:pt x="309" y="785"/>
                  <a:pt x="309" y="785"/>
                  <a:pt x="309" y="785"/>
                </a:cubicBezTo>
                <a:close/>
                <a:moveTo>
                  <a:pt x="309" y="44"/>
                </a:moveTo>
                <a:cubicBezTo>
                  <a:pt x="309" y="55"/>
                  <a:pt x="309" y="55"/>
                  <a:pt x="309" y="55"/>
                </a:cubicBezTo>
                <a:cubicBezTo>
                  <a:pt x="309" y="55"/>
                  <a:pt x="309" y="55"/>
                  <a:pt x="309" y="55"/>
                </a:cubicBezTo>
                <a:cubicBezTo>
                  <a:pt x="308" y="55"/>
                  <a:pt x="308" y="56"/>
                  <a:pt x="307" y="56"/>
                </a:cubicBezTo>
                <a:cubicBezTo>
                  <a:pt x="307" y="42"/>
                  <a:pt x="307" y="42"/>
                  <a:pt x="307" y="42"/>
                </a:cubicBezTo>
                <a:cubicBezTo>
                  <a:pt x="309" y="44"/>
                  <a:pt x="309" y="44"/>
                  <a:pt x="309" y="44"/>
                </a:cubicBezTo>
                <a:close/>
                <a:moveTo>
                  <a:pt x="309" y="94"/>
                </a:moveTo>
                <a:cubicBezTo>
                  <a:pt x="309" y="141"/>
                  <a:pt x="309" y="141"/>
                  <a:pt x="309" y="141"/>
                </a:cubicBezTo>
                <a:cubicBezTo>
                  <a:pt x="308" y="143"/>
                  <a:pt x="308" y="145"/>
                  <a:pt x="307" y="147"/>
                </a:cubicBezTo>
                <a:cubicBezTo>
                  <a:pt x="307" y="94"/>
                  <a:pt x="307" y="94"/>
                  <a:pt x="307" y="94"/>
                </a:cubicBezTo>
                <a:cubicBezTo>
                  <a:pt x="308" y="94"/>
                  <a:pt x="308" y="94"/>
                  <a:pt x="309" y="94"/>
                </a:cubicBezTo>
                <a:close/>
                <a:moveTo>
                  <a:pt x="309" y="181"/>
                </a:moveTo>
                <a:cubicBezTo>
                  <a:pt x="309" y="191"/>
                  <a:pt x="309" y="191"/>
                  <a:pt x="309" y="191"/>
                </a:cubicBezTo>
                <a:cubicBezTo>
                  <a:pt x="308" y="191"/>
                  <a:pt x="308" y="191"/>
                  <a:pt x="307" y="191"/>
                </a:cubicBezTo>
                <a:cubicBezTo>
                  <a:pt x="307" y="182"/>
                  <a:pt x="307" y="182"/>
                  <a:pt x="307" y="182"/>
                </a:cubicBezTo>
                <a:cubicBezTo>
                  <a:pt x="309" y="181"/>
                  <a:pt x="309" y="181"/>
                  <a:pt x="309" y="181"/>
                </a:cubicBezTo>
                <a:close/>
                <a:moveTo>
                  <a:pt x="309" y="203"/>
                </a:moveTo>
                <a:cubicBezTo>
                  <a:pt x="309" y="210"/>
                  <a:pt x="309" y="210"/>
                  <a:pt x="309" y="210"/>
                </a:cubicBezTo>
                <a:cubicBezTo>
                  <a:pt x="308" y="210"/>
                  <a:pt x="308" y="211"/>
                  <a:pt x="307" y="211"/>
                </a:cubicBezTo>
                <a:cubicBezTo>
                  <a:pt x="307" y="202"/>
                  <a:pt x="307" y="202"/>
                  <a:pt x="307" y="202"/>
                </a:cubicBezTo>
                <a:cubicBezTo>
                  <a:pt x="309" y="203"/>
                  <a:pt x="309" y="203"/>
                  <a:pt x="309" y="203"/>
                </a:cubicBezTo>
                <a:close/>
                <a:moveTo>
                  <a:pt x="309" y="226"/>
                </a:moveTo>
                <a:cubicBezTo>
                  <a:pt x="309" y="240"/>
                  <a:pt x="309" y="240"/>
                  <a:pt x="309" y="240"/>
                </a:cubicBezTo>
                <a:cubicBezTo>
                  <a:pt x="308" y="240"/>
                  <a:pt x="308" y="240"/>
                  <a:pt x="308" y="240"/>
                </a:cubicBezTo>
                <a:cubicBezTo>
                  <a:pt x="308" y="242"/>
                  <a:pt x="309" y="243"/>
                  <a:pt x="309" y="245"/>
                </a:cubicBezTo>
                <a:cubicBezTo>
                  <a:pt x="309" y="264"/>
                  <a:pt x="309" y="264"/>
                  <a:pt x="309" y="264"/>
                </a:cubicBezTo>
                <a:cubicBezTo>
                  <a:pt x="307" y="262"/>
                  <a:pt x="307" y="262"/>
                  <a:pt x="307" y="262"/>
                </a:cubicBezTo>
                <a:cubicBezTo>
                  <a:pt x="307" y="228"/>
                  <a:pt x="307" y="228"/>
                  <a:pt x="307" y="228"/>
                </a:cubicBezTo>
                <a:cubicBezTo>
                  <a:pt x="308" y="227"/>
                  <a:pt x="308" y="227"/>
                  <a:pt x="309" y="226"/>
                </a:cubicBezTo>
                <a:close/>
                <a:moveTo>
                  <a:pt x="309" y="296"/>
                </a:moveTo>
                <a:cubicBezTo>
                  <a:pt x="309" y="311"/>
                  <a:pt x="309" y="311"/>
                  <a:pt x="309" y="311"/>
                </a:cubicBezTo>
                <a:cubicBezTo>
                  <a:pt x="308" y="311"/>
                  <a:pt x="308" y="312"/>
                  <a:pt x="307" y="313"/>
                </a:cubicBezTo>
                <a:cubicBezTo>
                  <a:pt x="307" y="304"/>
                  <a:pt x="307" y="304"/>
                  <a:pt x="307" y="304"/>
                </a:cubicBezTo>
                <a:cubicBezTo>
                  <a:pt x="308" y="303"/>
                  <a:pt x="308" y="302"/>
                  <a:pt x="307" y="301"/>
                </a:cubicBezTo>
                <a:cubicBezTo>
                  <a:pt x="307" y="295"/>
                  <a:pt x="307" y="295"/>
                  <a:pt x="307" y="295"/>
                </a:cubicBezTo>
                <a:cubicBezTo>
                  <a:pt x="309" y="296"/>
                  <a:pt x="309" y="296"/>
                  <a:pt x="309" y="296"/>
                </a:cubicBezTo>
                <a:close/>
                <a:moveTo>
                  <a:pt x="309" y="325"/>
                </a:moveTo>
                <a:cubicBezTo>
                  <a:pt x="309" y="332"/>
                  <a:pt x="309" y="332"/>
                  <a:pt x="309" y="332"/>
                </a:cubicBezTo>
                <a:cubicBezTo>
                  <a:pt x="308" y="332"/>
                  <a:pt x="308" y="331"/>
                  <a:pt x="307" y="330"/>
                </a:cubicBezTo>
                <a:cubicBezTo>
                  <a:pt x="307" y="326"/>
                  <a:pt x="307" y="326"/>
                  <a:pt x="307" y="326"/>
                </a:cubicBezTo>
                <a:cubicBezTo>
                  <a:pt x="307" y="326"/>
                  <a:pt x="308" y="326"/>
                  <a:pt x="308" y="326"/>
                </a:cubicBezTo>
                <a:cubicBezTo>
                  <a:pt x="308" y="326"/>
                  <a:pt x="308" y="325"/>
                  <a:pt x="309" y="325"/>
                </a:cubicBezTo>
                <a:close/>
                <a:moveTo>
                  <a:pt x="309" y="338"/>
                </a:moveTo>
                <a:cubicBezTo>
                  <a:pt x="309" y="346"/>
                  <a:pt x="309" y="346"/>
                  <a:pt x="309" y="346"/>
                </a:cubicBezTo>
                <a:cubicBezTo>
                  <a:pt x="308" y="346"/>
                  <a:pt x="308" y="346"/>
                  <a:pt x="308" y="346"/>
                </a:cubicBezTo>
                <a:cubicBezTo>
                  <a:pt x="307" y="348"/>
                  <a:pt x="307" y="348"/>
                  <a:pt x="307" y="348"/>
                </a:cubicBezTo>
                <a:cubicBezTo>
                  <a:pt x="307" y="341"/>
                  <a:pt x="307" y="341"/>
                  <a:pt x="307" y="341"/>
                </a:cubicBezTo>
                <a:cubicBezTo>
                  <a:pt x="308" y="340"/>
                  <a:pt x="308" y="339"/>
                  <a:pt x="309" y="338"/>
                </a:cubicBezTo>
                <a:close/>
                <a:moveTo>
                  <a:pt x="309" y="352"/>
                </a:moveTo>
                <a:cubicBezTo>
                  <a:pt x="309" y="356"/>
                  <a:pt x="309" y="356"/>
                  <a:pt x="309" y="356"/>
                </a:cubicBezTo>
                <a:cubicBezTo>
                  <a:pt x="307" y="356"/>
                  <a:pt x="307" y="356"/>
                  <a:pt x="307" y="356"/>
                </a:cubicBezTo>
                <a:cubicBezTo>
                  <a:pt x="307" y="352"/>
                  <a:pt x="307" y="352"/>
                  <a:pt x="307" y="352"/>
                </a:cubicBezTo>
                <a:cubicBezTo>
                  <a:pt x="309" y="352"/>
                  <a:pt x="309" y="352"/>
                  <a:pt x="309" y="352"/>
                </a:cubicBezTo>
                <a:close/>
                <a:moveTo>
                  <a:pt x="309" y="362"/>
                </a:moveTo>
                <a:cubicBezTo>
                  <a:pt x="309" y="366"/>
                  <a:pt x="309" y="366"/>
                  <a:pt x="309" y="366"/>
                </a:cubicBezTo>
                <a:cubicBezTo>
                  <a:pt x="308" y="367"/>
                  <a:pt x="308" y="367"/>
                  <a:pt x="307" y="367"/>
                </a:cubicBezTo>
                <a:cubicBezTo>
                  <a:pt x="307" y="362"/>
                  <a:pt x="307" y="362"/>
                  <a:pt x="307" y="362"/>
                </a:cubicBezTo>
                <a:cubicBezTo>
                  <a:pt x="309" y="362"/>
                  <a:pt x="309" y="362"/>
                  <a:pt x="309" y="362"/>
                </a:cubicBezTo>
                <a:close/>
                <a:moveTo>
                  <a:pt x="309" y="369"/>
                </a:moveTo>
                <a:cubicBezTo>
                  <a:pt x="309" y="382"/>
                  <a:pt x="309" y="382"/>
                  <a:pt x="309" y="382"/>
                </a:cubicBezTo>
                <a:cubicBezTo>
                  <a:pt x="308" y="387"/>
                  <a:pt x="308" y="393"/>
                  <a:pt x="307" y="398"/>
                </a:cubicBezTo>
                <a:cubicBezTo>
                  <a:pt x="307" y="371"/>
                  <a:pt x="307" y="371"/>
                  <a:pt x="307" y="371"/>
                </a:cubicBezTo>
                <a:cubicBezTo>
                  <a:pt x="308" y="370"/>
                  <a:pt x="308" y="370"/>
                  <a:pt x="309" y="369"/>
                </a:cubicBezTo>
                <a:close/>
                <a:moveTo>
                  <a:pt x="309" y="424"/>
                </a:moveTo>
                <a:cubicBezTo>
                  <a:pt x="309" y="436"/>
                  <a:pt x="309" y="436"/>
                  <a:pt x="309" y="436"/>
                </a:cubicBezTo>
                <a:cubicBezTo>
                  <a:pt x="308" y="436"/>
                  <a:pt x="308" y="437"/>
                  <a:pt x="307" y="437"/>
                </a:cubicBezTo>
                <a:cubicBezTo>
                  <a:pt x="307" y="408"/>
                  <a:pt x="307" y="408"/>
                  <a:pt x="307" y="408"/>
                </a:cubicBezTo>
                <a:cubicBezTo>
                  <a:pt x="307" y="413"/>
                  <a:pt x="308" y="417"/>
                  <a:pt x="308" y="422"/>
                </a:cubicBezTo>
                <a:cubicBezTo>
                  <a:pt x="308" y="422"/>
                  <a:pt x="309" y="423"/>
                  <a:pt x="309" y="424"/>
                </a:cubicBezTo>
                <a:close/>
                <a:moveTo>
                  <a:pt x="309" y="447"/>
                </a:moveTo>
                <a:cubicBezTo>
                  <a:pt x="309" y="466"/>
                  <a:pt x="309" y="466"/>
                  <a:pt x="309" y="466"/>
                </a:cubicBezTo>
                <a:cubicBezTo>
                  <a:pt x="308" y="465"/>
                  <a:pt x="308" y="464"/>
                  <a:pt x="307" y="464"/>
                </a:cubicBezTo>
                <a:cubicBezTo>
                  <a:pt x="307" y="449"/>
                  <a:pt x="307" y="449"/>
                  <a:pt x="307" y="449"/>
                </a:cubicBezTo>
                <a:cubicBezTo>
                  <a:pt x="308" y="449"/>
                  <a:pt x="308" y="448"/>
                  <a:pt x="309" y="447"/>
                </a:cubicBezTo>
                <a:close/>
                <a:moveTo>
                  <a:pt x="309" y="473"/>
                </a:move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83"/>
                  <a:pt x="309" y="483"/>
                  <a:pt x="309" y="483"/>
                </a:cubicBezTo>
                <a:cubicBezTo>
                  <a:pt x="308" y="483"/>
                  <a:pt x="308" y="482"/>
                  <a:pt x="307" y="482"/>
                </a:cubicBezTo>
                <a:cubicBezTo>
                  <a:pt x="307" y="475"/>
                  <a:pt x="307" y="475"/>
                  <a:pt x="307" y="475"/>
                </a:cubicBezTo>
                <a:cubicBezTo>
                  <a:pt x="308" y="474"/>
                  <a:pt x="308" y="473"/>
                  <a:pt x="309" y="473"/>
                </a:cubicBezTo>
                <a:close/>
                <a:moveTo>
                  <a:pt x="309" y="492"/>
                </a:moveTo>
                <a:cubicBezTo>
                  <a:pt x="309" y="496"/>
                  <a:pt x="309" y="496"/>
                  <a:pt x="309" y="496"/>
                </a:cubicBezTo>
                <a:cubicBezTo>
                  <a:pt x="307" y="495"/>
                  <a:pt x="307" y="495"/>
                  <a:pt x="307" y="495"/>
                </a:cubicBezTo>
                <a:cubicBezTo>
                  <a:pt x="307" y="491"/>
                  <a:pt x="307" y="491"/>
                  <a:pt x="307" y="491"/>
                </a:cubicBezTo>
                <a:cubicBezTo>
                  <a:pt x="309" y="492"/>
                  <a:pt x="309" y="492"/>
                  <a:pt x="309" y="492"/>
                </a:cubicBezTo>
                <a:close/>
                <a:moveTo>
                  <a:pt x="309" y="501"/>
                </a:moveTo>
                <a:cubicBezTo>
                  <a:pt x="309" y="507"/>
                  <a:pt x="309" y="507"/>
                  <a:pt x="309" y="507"/>
                </a:cubicBezTo>
                <a:cubicBezTo>
                  <a:pt x="308" y="507"/>
                  <a:pt x="308" y="508"/>
                  <a:pt x="307" y="508"/>
                </a:cubicBezTo>
                <a:cubicBezTo>
                  <a:pt x="307" y="502"/>
                  <a:pt x="307" y="502"/>
                  <a:pt x="307" y="502"/>
                </a:cubicBezTo>
                <a:cubicBezTo>
                  <a:pt x="308" y="501"/>
                  <a:pt x="308" y="501"/>
                  <a:pt x="309" y="501"/>
                </a:cubicBezTo>
                <a:close/>
                <a:moveTo>
                  <a:pt x="309" y="524"/>
                </a:moveTo>
                <a:cubicBezTo>
                  <a:pt x="309" y="554"/>
                  <a:pt x="309" y="554"/>
                  <a:pt x="309" y="554"/>
                </a:cubicBezTo>
                <a:cubicBezTo>
                  <a:pt x="308" y="554"/>
                  <a:pt x="308" y="554"/>
                  <a:pt x="307" y="554"/>
                </a:cubicBezTo>
                <a:cubicBezTo>
                  <a:pt x="307" y="525"/>
                  <a:pt x="307" y="525"/>
                  <a:pt x="307" y="525"/>
                </a:cubicBezTo>
                <a:cubicBezTo>
                  <a:pt x="308" y="525"/>
                  <a:pt x="308" y="524"/>
                  <a:pt x="309" y="524"/>
                </a:cubicBezTo>
                <a:close/>
                <a:moveTo>
                  <a:pt x="309" y="593"/>
                </a:moveTo>
                <a:cubicBezTo>
                  <a:pt x="309" y="599"/>
                  <a:pt x="309" y="599"/>
                  <a:pt x="309" y="599"/>
                </a:cubicBezTo>
                <a:cubicBezTo>
                  <a:pt x="308" y="599"/>
                  <a:pt x="308" y="598"/>
                  <a:pt x="308" y="598"/>
                </a:cubicBezTo>
                <a:cubicBezTo>
                  <a:pt x="308" y="603"/>
                  <a:pt x="308" y="606"/>
                  <a:pt x="309" y="609"/>
                </a:cubicBezTo>
                <a:cubicBezTo>
                  <a:pt x="309" y="623"/>
                  <a:pt x="309" y="623"/>
                  <a:pt x="309" y="623"/>
                </a:cubicBezTo>
                <a:cubicBezTo>
                  <a:pt x="307" y="622"/>
                  <a:pt x="307" y="622"/>
                  <a:pt x="307" y="622"/>
                </a:cubicBezTo>
                <a:cubicBezTo>
                  <a:pt x="307" y="592"/>
                  <a:pt x="307" y="592"/>
                  <a:pt x="307" y="592"/>
                </a:cubicBezTo>
                <a:cubicBezTo>
                  <a:pt x="308" y="592"/>
                  <a:pt x="308" y="593"/>
                  <a:pt x="309" y="593"/>
                </a:cubicBezTo>
                <a:close/>
                <a:moveTo>
                  <a:pt x="309" y="738"/>
                </a:moveTo>
                <a:cubicBezTo>
                  <a:pt x="309" y="746"/>
                  <a:pt x="309" y="746"/>
                  <a:pt x="309" y="746"/>
                </a:cubicBezTo>
                <a:cubicBezTo>
                  <a:pt x="308" y="745"/>
                  <a:pt x="308" y="745"/>
                  <a:pt x="307" y="745"/>
                </a:cubicBezTo>
                <a:cubicBezTo>
                  <a:pt x="307" y="738"/>
                  <a:pt x="307" y="738"/>
                  <a:pt x="307" y="738"/>
                </a:cubicBezTo>
                <a:cubicBezTo>
                  <a:pt x="308" y="738"/>
                  <a:pt x="308" y="738"/>
                  <a:pt x="309" y="738"/>
                </a:cubicBezTo>
                <a:close/>
                <a:moveTo>
                  <a:pt x="307" y="675"/>
                </a:move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lnTo>
                  <a:pt x="307" y="675"/>
                </a:lnTo>
                <a:close/>
                <a:moveTo>
                  <a:pt x="306" y="12"/>
                </a:moveTo>
                <a:cubicBezTo>
                  <a:pt x="306" y="12"/>
                  <a:pt x="307" y="12"/>
                  <a:pt x="307" y="12"/>
                </a:cubicBezTo>
                <a:cubicBezTo>
                  <a:pt x="307" y="22"/>
                  <a:pt x="307" y="22"/>
                  <a:pt x="307" y="22"/>
                </a:cubicBezTo>
                <a:cubicBezTo>
                  <a:pt x="307" y="21"/>
                  <a:pt x="306" y="21"/>
                  <a:pt x="306" y="21"/>
                </a:cubicBezTo>
                <a:cubicBezTo>
                  <a:pt x="306" y="12"/>
                  <a:pt x="306" y="12"/>
                  <a:pt x="306" y="12"/>
                </a:cubicBezTo>
                <a:close/>
                <a:moveTo>
                  <a:pt x="307" y="784"/>
                </a:moveTo>
                <a:cubicBezTo>
                  <a:pt x="306" y="784"/>
                  <a:pt x="306" y="784"/>
                  <a:pt x="306" y="784"/>
                </a:cubicBezTo>
                <a:cubicBezTo>
                  <a:pt x="306" y="747"/>
                  <a:pt x="306" y="747"/>
                  <a:pt x="306" y="747"/>
                </a:cubicBezTo>
                <a:cubicBezTo>
                  <a:pt x="306" y="749"/>
                  <a:pt x="307" y="750"/>
                  <a:pt x="307" y="752"/>
                </a:cubicBezTo>
                <a:cubicBezTo>
                  <a:pt x="307" y="784"/>
                  <a:pt x="307" y="784"/>
                  <a:pt x="307" y="784"/>
                </a:cubicBezTo>
                <a:close/>
                <a:moveTo>
                  <a:pt x="307" y="42"/>
                </a:moveTo>
                <a:cubicBezTo>
                  <a:pt x="307" y="56"/>
                  <a:pt x="307" y="56"/>
                  <a:pt x="307" y="56"/>
                </a:cubicBezTo>
                <a:cubicBezTo>
                  <a:pt x="306" y="57"/>
                  <a:pt x="306" y="57"/>
                  <a:pt x="306" y="57"/>
                </a:cubicBezTo>
                <a:cubicBezTo>
                  <a:pt x="306" y="42"/>
                  <a:pt x="306" y="42"/>
                  <a:pt x="306" y="42"/>
                </a:cubicBezTo>
                <a:cubicBezTo>
                  <a:pt x="307" y="42"/>
                  <a:pt x="307" y="42"/>
                  <a:pt x="307" y="42"/>
                </a:cubicBezTo>
                <a:close/>
                <a:moveTo>
                  <a:pt x="307" y="94"/>
                </a:moveTo>
                <a:cubicBezTo>
                  <a:pt x="307" y="147"/>
                  <a:pt x="307" y="147"/>
                  <a:pt x="307" y="147"/>
                </a:cubicBezTo>
                <a:cubicBezTo>
                  <a:pt x="307" y="149"/>
                  <a:pt x="306" y="150"/>
                  <a:pt x="306" y="151"/>
                </a:cubicBezTo>
                <a:cubicBezTo>
                  <a:pt x="306" y="95"/>
                  <a:pt x="306" y="95"/>
                  <a:pt x="306" y="95"/>
                </a:cubicBezTo>
                <a:cubicBezTo>
                  <a:pt x="306" y="95"/>
                  <a:pt x="307" y="94"/>
                  <a:pt x="307" y="94"/>
                </a:cubicBezTo>
                <a:close/>
                <a:moveTo>
                  <a:pt x="307" y="182"/>
                </a:moveTo>
                <a:cubicBezTo>
                  <a:pt x="307" y="191"/>
                  <a:pt x="307" y="191"/>
                  <a:pt x="307" y="191"/>
                </a:cubicBezTo>
                <a:cubicBezTo>
                  <a:pt x="307" y="191"/>
                  <a:pt x="306" y="191"/>
                  <a:pt x="306" y="191"/>
                </a:cubicBezTo>
                <a:cubicBezTo>
                  <a:pt x="306" y="182"/>
                  <a:pt x="306" y="182"/>
                  <a:pt x="306" y="182"/>
                </a:cubicBezTo>
                <a:cubicBezTo>
                  <a:pt x="307" y="182"/>
                  <a:pt x="307" y="182"/>
                  <a:pt x="307" y="182"/>
                </a:cubicBezTo>
                <a:close/>
                <a:moveTo>
                  <a:pt x="307" y="202"/>
                </a:moveTo>
                <a:cubicBezTo>
                  <a:pt x="307" y="211"/>
                  <a:pt x="307" y="211"/>
                  <a:pt x="307" y="211"/>
                </a:cubicBezTo>
                <a:cubicBezTo>
                  <a:pt x="306" y="211"/>
                  <a:pt x="306" y="211"/>
                  <a:pt x="306" y="211"/>
                </a:cubicBezTo>
                <a:cubicBezTo>
                  <a:pt x="306" y="201"/>
                  <a:pt x="306" y="201"/>
                  <a:pt x="306" y="201"/>
                </a:cubicBezTo>
                <a:cubicBezTo>
                  <a:pt x="307" y="202"/>
                  <a:pt x="307" y="202"/>
                  <a:pt x="307" y="202"/>
                </a:cubicBezTo>
                <a:close/>
                <a:moveTo>
                  <a:pt x="307" y="228"/>
                </a:moveTo>
                <a:cubicBezTo>
                  <a:pt x="307" y="262"/>
                  <a:pt x="307" y="262"/>
                  <a:pt x="307" y="262"/>
                </a:cubicBezTo>
                <a:cubicBezTo>
                  <a:pt x="306" y="260"/>
                  <a:pt x="306" y="260"/>
                  <a:pt x="306" y="260"/>
                </a:cubicBezTo>
                <a:cubicBezTo>
                  <a:pt x="306" y="228"/>
                  <a:pt x="306" y="228"/>
                  <a:pt x="306" y="228"/>
                </a:cubicBezTo>
                <a:cubicBezTo>
                  <a:pt x="306" y="228"/>
                  <a:pt x="307" y="228"/>
                  <a:pt x="307" y="228"/>
                </a:cubicBezTo>
                <a:close/>
                <a:moveTo>
                  <a:pt x="307" y="295"/>
                </a:moveTo>
                <a:cubicBezTo>
                  <a:pt x="307" y="301"/>
                  <a:pt x="307" y="301"/>
                  <a:pt x="307" y="301"/>
                </a:cubicBezTo>
                <a:cubicBezTo>
                  <a:pt x="307" y="300"/>
                  <a:pt x="307" y="299"/>
                  <a:pt x="306" y="298"/>
                </a:cubicBezTo>
                <a:cubicBezTo>
                  <a:pt x="306" y="294"/>
                  <a:pt x="306" y="294"/>
                  <a:pt x="306" y="294"/>
                </a:cubicBezTo>
                <a:cubicBezTo>
                  <a:pt x="307" y="295"/>
                  <a:pt x="307" y="295"/>
                  <a:pt x="307" y="295"/>
                </a:cubicBezTo>
                <a:close/>
                <a:moveTo>
                  <a:pt x="307" y="304"/>
                </a:moveTo>
                <a:cubicBezTo>
                  <a:pt x="307" y="313"/>
                  <a:pt x="307" y="313"/>
                  <a:pt x="307" y="313"/>
                </a:cubicBezTo>
                <a:cubicBezTo>
                  <a:pt x="307" y="314"/>
                  <a:pt x="306" y="314"/>
                  <a:pt x="306" y="315"/>
                </a:cubicBezTo>
                <a:cubicBezTo>
                  <a:pt x="306" y="308"/>
                  <a:pt x="306" y="308"/>
                  <a:pt x="306" y="308"/>
                </a:cubicBezTo>
                <a:cubicBezTo>
                  <a:pt x="307" y="307"/>
                  <a:pt x="307" y="305"/>
                  <a:pt x="307" y="304"/>
                </a:cubicBezTo>
                <a:close/>
                <a:moveTo>
                  <a:pt x="307" y="326"/>
                </a:moveTo>
                <a:cubicBezTo>
                  <a:pt x="307" y="330"/>
                  <a:pt x="307" y="330"/>
                  <a:pt x="307" y="330"/>
                </a:cubicBezTo>
                <a:cubicBezTo>
                  <a:pt x="307" y="330"/>
                  <a:pt x="306" y="329"/>
                  <a:pt x="306" y="329"/>
                </a:cubicBezTo>
                <a:cubicBezTo>
                  <a:pt x="306" y="324"/>
                  <a:pt x="306" y="324"/>
                  <a:pt x="306" y="324"/>
                </a:cubicBezTo>
                <a:cubicBezTo>
                  <a:pt x="306" y="325"/>
                  <a:pt x="307" y="325"/>
                  <a:pt x="307" y="326"/>
                </a:cubicBezTo>
                <a:close/>
                <a:moveTo>
                  <a:pt x="307" y="341"/>
                </a:moveTo>
                <a:cubicBezTo>
                  <a:pt x="307" y="348"/>
                  <a:pt x="307" y="348"/>
                  <a:pt x="307" y="348"/>
                </a:cubicBezTo>
                <a:cubicBezTo>
                  <a:pt x="306" y="349"/>
                  <a:pt x="306" y="349"/>
                  <a:pt x="306" y="349"/>
                </a:cubicBezTo>
                <a:cubicBezTo>
                  <a:pt x="306" y="343"/>
                  <a:pt x="306" y="343"/>
                  <a:pt x="306" y="343"/>
                </a:cubicBezTo>
                <a:cubicBezTo>
                  <a:pt x="306" y="342"/>
                  <a:pt x="307" y="342"/>
                  <a:pt x="307" y="341"/>
                </a:cubicBezTo>
                <a:close/>
                <a:moveTo>
                  <a:pt x="307" y="352"/>
                </a:moveTo>
                <a:cubicBezTo>
                  <a:pt x="307" y="356"/>
                  <a:pt x="307" y="356"/>
                  <a:pt x="307" y="356"/>
                </a:cubicBezTo>
                <a:cubicBezTo>
                  <a:pt x="306" y="357"/>
                  <a:pt x="306" y="357"/>
                  <a:pt x="306" y="357"/>
                </a:cubicBezTo>
                <a:cubicBezTo>
                  <a:pt x="306" y="352"/>
                  <a:pt x="306" y="352"/>
                  <a:pt x="306" y="352"/>
                </a:cubicBezTo>
                <a:cubicBezTo>
                  <a:pt x="307" y="352"/>
                  <a:pt x="307" y="352"/>
                  <a:pt x="307" y="352"/>
                </a:cubicBezTo>
                <a:close/>
                <a:moveTo>
                  <a:pt x="307" y="362"/>
                </a:moveTo>
                <a:cubicBezTo>
                  <a:pt x="307" y="367"/>
                  <a:pt x="307" y="367"/>
                  <a:pt x="307" y="367"/>
                </a:cubicBezTo>
                <a:cubicBezTo>
                  <a:pt x="306" y="367"/>
                  <a:pt x="306" y="367"/>
                  <a:pt x="306" y="367"/>
                </a:cubicBezTo>
                <a:cubicBezTo>
                  <a:pt x="306" y="362"/>
                  <a:pt x="306" y="362"/>
                  <a:pt x="306" y="362"/>
                </a:cubicBezTo>
                <a:cubicBezTo>
                  <a:pt x="307" y="362"/>
                  <a:pt x="307" y="362"/>
                  <a:pt x="307" y="362"/>
                </a:cubicBezTo>
                <a:close/>
                <a:moveTo>
                  <a:pt x="307" y="371"/>
                </a:moveTo>
                <a:cubicBezTo>
                  <a:pt x="307" y="398"/>
                  <a:pt x="307" y="398"/>
                  <a:pt x="307" y="398"/>
                </a:cubicBezTo>
                <a:cubicBezTo>
                  <a:pt x="307" y="402"/>
                  <a:pt x="307" y="405"/>
                  <a:pt x="307" y="408"/>
                </a:cubicBezTo>
                <a:cubicBezTo>
                  <a:pt x="307" y="437"/>
                  <a:pt x="307" y="437"/>
                  <a:pt x="307" y="437"/>
                </a:cubicBezTo>
                <a:cubicBezTo>
                  <a:pt x="307" y="438"/>
                  <a:pt x="306" y="438"/>
                  <a:pt x="306" y="438"/>
                </a:cubicBezTo>
                <a:cubicBezTo>
                  <a:pt x="306" y="428"/>
                  <a:pt x="306" y="428"/>
                  <a:pt x="306" y="428"/>
                </a:cubicBezTo>
                <a:cubicBezTo>
                  <a:pt x="306" y="427"/>
                  <a:pt x="306" y="426"/>
                  <a:pt x="306" y="425"/>
                </a:cubicBezTo>
                <a:cubicBezTo>
                  <a:pt x="306" y="425"/>
                  <a:pt x="306" y="425"/>
                  <a:pt x="306" y="425"/>
                </a:cubicBezTo>
                <a:cubicBezTo>
                  <a:pt x="306" y="372"/>
                  <a:pt x="306" y="372"/>
                  <a:pt x="306" y="372"/>
                </a:cubicBezTo>
                <a:cubicBezTo>
                  <a:pt x="306" y="372"/>
                  <a:pt x="307" y="371"/>
                  <a:pt x="307" y="371"/>
                </a:cubicBezTo>
                <a:close/>
                <a:moveTo>
                  <a:pt x="307" y="449"/>
                </a:moveTo>
                <a:cubicBezTo>
                  <a:pt x="307" y="464"/>
                  <a:pt x="307" y="464"/>
                  <a:pt x="307" y="464"/>
                </a:cubicBezTo>
                <a:cubicBezTo>
                  <a:pt x="307" y="463"/>
                  <a:pt x="306" y="463"/>
                  <a:pt x="306" y="462"/>
                </a:cubicBezTo>
                <a:cubicBezTo>
                  <a:pt x="306" y="451"/>
                  <a:pt x="306" y="451"/>
                  <a:pt x="306" y="451"/>
                </a:cubicBezTo>
                <a:cubicBezTo>
                  <a:pt x="306" y="450"/>
                  <a:pt x="307" y="450"/>
                  <a:pt x="307" y="449"/>
                </a:cubicBezTo>
                <a:close/>
                <a:moveTo>
                  <a:pt x="307" y="475"/>
                </a:moveTo>
                <a:cubicBezTo>
                  <a:pt x="307" y="482"/>
                  <a:pt x="307" y="482"/>
                  <a:pt x="307" y="482"/>
                </a:cubicBezTo>
                <a:cubicBezTo>
                  <a:pt x="307" y="482"/>
                  <a:pt x="306" y="482"/>
                  <a:pt x="306" y="482"/>
                </a:cubicBezTo>
                <a:cubicBezTo>
                  <a:pt x="306" y="476"/>
                  <a:pt x="306" y="476"/>
                  <a:pt x="306" y="476"/>
                </a:cubicBezTo>
                <a:cubicBezTo>
                  <a:pt x="306" y="476"/>
                  <a:pt x="307" y="475"/>
                  <a:pt x="307" y="475"/>
                </a:cubicBezTo>
                <a:close/>
                <a:moveTo>
                  <a:pt x="307" y="491"/>
                </a:moveTo>
                <a:cubicBezTo>
                  <a:pt x="307" y="495"/>
                  <a:pt x="307" y="495"/>
                  <a:pt x="307" y="495"/>
                </a:cubicBezTo>
                <a:cubicBezTo>
                  <a:pt x="307" y="495"/>
                  <a:pt x="306" y="495"/>
                  <a:pt x="306" y="494"/>
                </a:cubicBezTo>
                <a:cubicBezTo>
                  <a:pt x="306" y="490"/>
                  <a:pt x="306" y="490"/>
                  <a:pt x="306" y="490"/>
                </a:cubicBezTo>
                <a:cubicBezTo>
                  <a:pt x="307" y="491"/>
                  <a:pt x="307" y="491"/>
                  <a:pt x="307" y="491"/>
                </a:cubicBezTo>
                <a:close/>
                <a:moveTo>
                  <a:pt x="307" y="502"/>
                </a:moveTo>
                <a:cubicBezTo>
                  <a:pt x="307" y="508"/>
                  <a:pt x="307" y="508"/>
                  <a:pt x="307" y="508"/>
                </a:cubicBezTo>
                <a:cubicBezTo>
                  <a:pt x="307" y="509"/>
                  <a:pt x="306" y="509"/>
                  <a:pt x="306" y="510"/>
                </a:cubicBezTo>
                <a:cubicBezTo>
                  <a:pt x="306" y="502"/>
                  <a:pt x="306" y="502"/>
                  <a:pt x="306" y="502"/>
                </a:cubicBezTo>
                <a:cubicBezTo>
                  <a:pt x="306" y="502"/>
                  <a:pt x="307" y="502"/>
                  <a:pt x="307" y="502"/>
                </a:cubicBezTo>
                <a:close/>
                <a:moveTo>
                  <a:pt x="307" y="525"/>
                </a:moveTo>
                <a:cubicBezTo>
                  <a:pt x="307" y="554"/>
                  <a:pt x="307" y="554"/>
                  <a:pt x="307" y="554"/>
                </a:cubicBezTo>
                <a:cubicBezTo>
                  <a:pt x="307" y="554"/>
                  <a:pt x="306" y="554"/>
                  <a:pt x="306" y="554"/>
                </a:cubicBezTo>
                <a:cubicBezTo>
                  <a:pt x="306" y="527"/>
                  <a:pt x="306" y="527"/>
                  <a:pt x="306" y="527"/>
                </a:cubicBezTo>
                <a:cubicBezTo>
                  <a:pt x="306" y="526"/>
                  <a:pt x="307" y="526"/>
                  <a:pt x="307" y="525"/>
                </a:cubicBezTo>
                <a:close/>
                <a:moveTo>
                  <a:pt x="307" y="592"/>
                </a:moveTo>
                <a:cubicBezTo>
                  <a:pt x="307" y="622"/>
                  <a:pt x="307" y="622"/>
                  <a:pt x="307" y="622"/>
                </a:cubicBezTo>
                <a:cubicBezTo>
                  <a:pt x="306" y="622"/>
                  <a:pt x="306" y="622"/>
                  <a:pt x="306" y="622"/>
                </a:cubicBezTo>
                <a:cubicBezTo>
                  <a:pt x="306" y="592"/>
                  <a:pt x="306" y="592"/>
                  <a:pt x="306" y="592"/>
                </a:cubicBezTo>
                <a:cubicBezTo>
                  <a:pt x="306" y="592"/>
                  <a:pt x="307" y="592"/>
                  <a:pt x="307" y="592"/>
                </a:cubicBezTo>
                <a:close/>
                <a:moveTo>
                  <a:pt x="307" y="674"/>
                </a:moveTo>
                <a:cubicBezTo>
                  <a:pt x="307" y="675"/>
                  <a:pt x="307" y="675"/>
                  <a:pt x="307" y="675"/>
                </a:cubicBezTo>
                <a:cubicBezTo>
                  <a:pt x="307" y="676"/>
                  <a:pt x="306" y="677"/>
                  <a:pt x="306" y="678"/>
                </a:cubicBezTo>
                <a:cubicBezTo>
                  <a:pt x="306" y="673"/>
                  <a:pt x="306" y="673"/>
                  <a:pt x="306" y="673"/>
                </a:cubicBezTo>
                <a:cubicBezTo>
                  <a:pt x="307" y="673"/>
                  <a:pt x="307" y="674"/>
                  <a:pt x="307" y="674"/>
                </a:cubicBezTo>
                <a:close/>
                <a:moveTo>
                  <a:pt x="307" y="738"/>
                </a:moveTo>
                <a:cubicBezTo>
                  <a:pt x="307" y="745"/>
                  <a:pt x="307" y="745"/>
                  <a:pt x="307" y="745"/>
                </a:cubicBezTo>
                <a:cubicBezTo>
                  <a:pt x="306" y="745"/>
                  <a:pt x="306" y="745"/>
                  <a:pt x="306" y="745"/>
                </a:cubicBezTo>
                <a:cubicBezTo>
                  <a:pt x="306" y="738"/>
                  <a:pt x="306" y="738"/>
                  <a:pt x="306" y="738"/>
                </a:cubicBezTo>
                <a:lnTo>
                  <a:pt x="307" y="738"/>
                </a:lnTo>
                <a:close/>
                <a:moveTo>
                  <a:pt x="301" y="12"/>
                </a:moveTo>
                <a:cubicBezTo>
                  <a:pt x="303" y="12"/>
                  <a:pt x="304" y="12"/>
                  <a:pt x="306" y="12"/>
                </a:cubicBezTo>
                <a:cubicBezTo>
                  <a:pt x="306" y="21"/>
                  <a:pt x="306" y="21"/>
                  <a:pt x="306" y="21"/>
                </a:cubicBezTo>
                <a:cubicBezTo>
                  <a:pt x="304" y="21"/>
                  <a:pt x="303" y="21"/>
                  <a:pt x="301" y="21"/>
                </a:cubicBezTo>
                <a:cubicBezTo>
                  <a:pt x="301" y="12"/>
                  <a:pt x="301" y="12"/>
                  <a:pt x="301" y="12"/>
                </a:cubicBezTo>
                <a:close/>
                <a:moveTo>
                  <a:pt x="306" y="784"/>
                </a:moveTo>
                <a:cubicBezTo>
                  <a:pt x="304" y="783"/>
                  <a:pt x="303" y="783"/>
                  <a:pt x="301" y="783"/>
                </a:cubicBezTo>
                <a:cubicBezTo>
                  <a:pt x="301" y="775"/>
                  <a:pt x="301" y="775"/>
                  <a:pt x="301" y="775"/>
                </a:cubicBezTo>
                <a:cubicBezTo>
                  <a:pt x="303" y="776"/>
                  <a:pt x="303" y="776"/>
                  <a:pt x="303" y="776"/>
                </a:cubicBezTo>
                <a:cubicBezTo>
                  <a:pt x="304" y="776"/>
                  <a:pt x="304" y="776"/>
                  <a:pt x="305" y="776"/>
                </a:cubicBezTo>
                <a:cubicBezTo>
                  <a:pt x="304" y="770"/>
                  <a:pt x="302" y="765"/>
                  <a:pt x="301" y="760"/>
                </a:cubicBezTo>
                <a:cubicBezTo>
                  <a:pt x="301" y="738"/>
                  <a:pt x="301" y="738"/>
                  <a:pt x="301" y="738"/>
                </a:cubicBezTo>
                <a:cubicBezTo>
                  <a:pt x="302" y="738"/>
                  <a:pt x="304" y="738"/>
                  <a:pt x="306" y="738"/>
                </a:cubicBezTo>
                <a:cubicBezTo>
                  <a:pt x="306" y="745"/>
                  <a:pt x="306" y="745"/>
                  <a:pt x="306" y="745"/>
                </a:cubicBezTo>
                <a:cubicBezTo>
                  <a:pt x="305" y="745"/>
                  <a:pt x="305" y="745"/>
                  <a:pt x="305" y="745"/>
                </a:cubicBezTo>
                <a:cubicBezTo>
                  <a:pt x="306" y="746"/>
                  <a:pt x="306" y="747"/>
                  <a:pt x="306" y="747"/>
                </a:cubicBezTo>
                <a:cubicBezTo>
                  <a:pt x="306" y="784"/>
                  <a:pt x="306" y="784"/>
                  <a:pt x="306" y="784"/>
                </a:cubicBezTo>
                <a:close/>
                <a:moveTo>
                  <a:pt x="306" y="42"/>
                </a:moveTo>
                <a:cubicBezTo>
                  <a:pt x="306" y="57"/>
                  <a:pt x="306" y="57"/>
                  <a:pt x="306" y="57"/>
                </a:cubicBezTo>
                <a:cubicBezTo>
                  <a:pt x="304" y="57"/>
                  <a:pt x="303" y="58"/>
                  <a:pt x="301" y="59"/>
                </a:cubicBezTo>
                <a:cubicBezTo>
                  <a:pt x="301" y="51"/>
                  <a:pt x="301" y="51"/>
                  <a:pt x="301" y="51"/>
                </a:cubicBezTo>
                <a:cubicBezTo>
                  <a:pt x="302" y="50"/>
                  <a:pt x="302" y="50"/>
                  <a:pt x="302" y="50"/>
                </a:cubicBezTo>
                <a:cubicBezTo>
                  <a:pt x="301" y="50"/>
                  <a:pt x="301" y="50"/>
                  <a:pt x="301" y="50"/>
                </a:cubicBezTo>
                <a:cubicBezTo>
                  <a:pt x="301" y="38"/>
                  <a:pt x="301" y="38"/>
                  <a:pt x="301" y="38"/>
                </a:cubicBezTo>
                <a:cubicBezTo>
                  <a:pt x="301" y="38"/>
                  <a:pt x="302" y="38"/>
                  <a:pt x="302" y="39"/>
                </a:cubicBezTo>
                <a:cubicBezTo>
                  <a:pt x="303" y="40"/>
                  <a:pt x="305" y="40"/>
                  <a:pt x="306" y="42"/>
                </a:cubicBezTo>
                <a:close/>
                <a:moveTo>
                  <a:pt x="306" y="95"/>
                </a:moveTo>
                <a:cubicBezTo>
                  <a:pt x="306" y="151"/>
                  <a:pt x="306" y="151"/>
                  <a:pt x="306" y="151"/>
                </a:cubicBezTo>
                <a:cubicBezTo>
                  <a:pt x="305" y="154"/>
                  <a:pt x="304" y="157"/>
                  <a:pt x="303" y="159"/>
                </a:cubicBezTo>
                <a:cubicBezTo>
                  <a:pt x="302" y="160"/>
                  <a:pt x="302" y="161"/>
                  <a:pt x="301" y="161"/>
                </a:cubicBezTo>
                <a:cubicBezTo>
                  <a:pt x="301" y="126"/>
                  <a:pt x="301" y="126"/>
                  <a:pt x="301" y="126"/>
                </a:cubicBezTo>
                <a:cubicBezTo>
                  <a:pt x="301" y="123"/>
                  <a:pt x="302" y="119"/>
                  <a:pt x="302" y="114"/>
                </a:cubicBezTo>
                <a:cubicBezTo>
                  <a:pt x="302" y="115"/>
                  <a:pt x="301" y="115"/>
                  <a:pt x="301" y="115"/>
                </a:cubicBezTo>
                <a:cubicBezTo>
                  <a:pt x="301" y="81"/>
                  <a:pt x="301" y="81"/>
                  <a:pt x="301" y="81"/>
                </a:cubicBezTo>
                <a:cubicBezTo>
                  <a:pt x="301" y="81"/>
                  <a:pt x="302" y="81"/>
                  <a:pt x="302" y="81"/>
                </a:cubicBezTo>
                <a:cubicBezTo>
                  <a:pt x="304" y="84"/>
                  <a:pt x="304" y="84"/>
                  <a:pt x="305" y="95"/>
                </a:cubicBezTo>
                <a:cubicBezTo>
                  <a:pt x="306" y="95"/>
                  <a:pt x="306" y="95"/>
                  <a:pt x="306" y="95"/>
                </a:cubicBezTo>
                <a:close/>
                <a:moveTo>
                  <a:pt x="306" y="182"/>
                </a:moveTo>
                <a:cubicBezTo>
                  <a:pt x="306" y="191"/>
                  <a:pt x="306" y="191"/>
                  <a:pt x="306" y="191"/>
                </a:cubicBezTo>
                <a:cubicBezTo>
                  <a:pt x="304" y="190"/>
                  <a:pt x="303" y="190"/>
                  <a:pt x="301" y="191"/>
                </a:cubicBezTo>
                <a:cubicBezTo>
                  <a:pt x="301" y="184"/>
                  <a:pt x="301" y="184"/>
                  <a:pt x="301" y="184"/>
                </a:cubicBezTo>
                <a:cubicBezTo>
                  <a:pt x="303" y="184"/>
                  <a:pt x="304" y="183"/>
                  <a:pt x="306" y="182"/>
                </a:cubicBezTo>
                <a:close/>
                <a:moveTo>
                  <a:pt x="306" y="201"/>
                </a:moveTo>
                <a:cubicBezTo>
                  <a:pt x="306" y="211"/>
                  <a:pt x="306" y="211"/>
                  <a:pt x="306" y="211"/>
                </a:cubicBezTo>
                <a:cubicBezTo>
                  <a:pt x="304" y="212"/>
                  <a:pt x="303" y="213"/>
                  <a:pt x="301" y="214"/>
                </a:cubicBezTo>
                <a:cubicBezTo>
                  <a:pt x="301" y="210"/>
                  <a:pt x="301" y="210"/>
                  <a:pt x="301" y="210"/>
                </a:cubicBezTo>
                <a:cubicBezTo>
                  <a:pt x="302" y="209"/>
                  <a:pt x="303" y="209"/>
                  <a:pt x="304" y="208"/>
                </a:cubicBezTo>
                <a:cubicBezTo>
                  <a:pt x="303" y="207"/>
                  <a:pt x="302" y="206"/>
                  <a:pt x="301" y="205"/>
                </a:cubicBezTo>
                <a:cubicBezTo>
                  <a:pt x="301" y="198"/>
                  <a:pt x="301" y="198"/>
                  <a:pt x="301" y="198"/>
                </a:cubicBezTo>
                <a:cubicBezTo>
                  <a:pt x="303" y="199"/>
                  <a:pt x="304" y="201"/>
                  <a:pt x="306" y="201"/>
                </a:cubicBezTo>
                <a:close/>
                <a:moveTo>
                  <a:pt x="306" y="228"/>
                </a:moveTo>
                <a:cubicBezTo>
                  <a:pt x="306" y="260"/>
                  <a:pt x="306" y="260"/>
                  <a:pt x="306" y="260"/>
                </a:cubicBezTo>
                <a:cubicBezTo>
                  <a:pt x="304" y="257"/>
                  <a:pt x="302" y="254"/>
                  <a:pt x="301" y="252"/>
                </a:cubicBezTo>
                <a:cubicBezTo>
                  <a:pt x="301" y="232"/>
                  <a:pt x="301" y="232"/>
                  <a:pt x="301" y="232"/>
                </a:cubicBezTo>
                <a:cubicBezTo>
                  <a:pt x="302" y="231"/>
                  <a:pt x="304" y="230"/>
                  <a:pt x="306" y="228"/>
                </a:cubicBezTo>
                <a:close/>
                <a:moveTo>
                  <a:pt x="306" y="294"/>
                </a:moveTo>
                <a:cubicBezTo>
                  <a:pt x="306" y="298"/>
                  <a:pt x="306" y="298"/>
                  <a:pt x="306" y="298"/>
                </a:cubicBezTo>
                <a:cubicBezTo>
                  <a:pt x="305" y="298"/>
                  <a:pt x="304" y="297"/>
                  <a:pt x="303" y="297"/>
                </a:cubicBezTo>
                <a:cubicBezTo>
                  <a:pt x="302" y="298"/>
                  <a:pt x="302" y="299"/>
                  <a:pt x="301" y="300"/>
                </a:cubicBezTo>
                <a:cubicBezTo>
                  <a:pt x="301" y="288"/>
                  <a:pt x="301" y="288"/>
                  <a:pt x="301" y="288"/>
                </a:cubicBezTo>
                <a:cubicBezTo>
                  <a:pt x="306" y="294"/>
                  <a:pt x="306" y="294"/>
                  <a:pt x="306" y="294"/>
                </a:cubicBezTo>
                <a:close/>
                <a:moveTo>
                  <a:pt x="306" y="308"/>
                </a:moveTo>
                <a:cubicBezTo>
                  <a:pt x="306" y="315"/>
                  <a:pt x="306" y="315"/>
                  <a:pt x="306" y="315"/>
                </a:cubicBezTo>
                <a:cubicBezTo>
                  <a:pt x="305" y="318"/>
                  <a:pt x="304" y="321"/>
                  <a:pt x="306" y="324"/>
                </a:cubicBezTo>
                <a:cubicBezTo>
                  <a:pt x="306" y="329"/>
                  <a:pt x="306" y="329"/>
                  <a:pt x="306" y="329"/>
                </a:cubicBezTo>
                <a:cubicBezTo>
                  <a:pt x="304" y="327"/>
                  <a:pt x="303" y="325"/>
                  <a:pt x="301" y="323"/>
                </a:cubicBezTo>
                <a:cubicBezTo>
                  <a:pt x="301" y="316"/>
                  <a:pt x="301" y="316"/>
                  <a:pt x="301" y="316"/>
                </a:cubicBezTo>
                <a:cubicBezTo>
                  <a:pt x="302" y="314"/>
                  <a:pt x="305" y="311"/>
                  <a:pt x="306" y="308"/>
                </a:cubicBezTo>
                <a:close/>
                <a:moveTo>
                  <a:pt x="306" y="343"/>
                </a:moveTo>
                <a:cubicBezTo>
                  <a:pt x="306" y="349"/>
                  <a:pt x="306" y="349"/>
                  <a:pt x="306" y="349"/>
                </a:cubicBezTo>
                <a:cubicBezTo>
                  <a:pt x="306" y="350"/>
                  <a:pt x="305" y="351"/>
                  <a:pt x="304" y="352"/>
                </a:cubicBezTo>
                <a:cubicBezTo>
                  <a:pt x="305" y="352"/>
                  <a:pt x="306" y="352"/>
                  <a:pt x="306" y="352"/>
                </a:cubicBezTo>
                <a:cubicBezTo>
                  <a:pt x="306" y="357"/>
                  <a:pt x="306" y="357"/>
                  <a:pt x="306" y="357"/>
                </a:cubicBezTo>
                <a:cubicBezTo>
                  <a:pt x="302" y="357"/>
                  <a:pt x="302" y="357"/>
                  <a:pt x="302" y="357"/>
                </a:cubicBezTo>
                <a:cubicBezTo>
                  <a:pt x="302" y="358"/>
                  <a:pt x="301" y="359"/>
                  <a:pt x="301" y="360"/>
                </a:cubicBezTo>
                <a:cubicBezTo>
                  <a:pt x="301" y="352"/>
                  <a:pt x="301" y="352"/>
                  <a:pt x="301" y="352"/>
                </a:cubicBezTo>
                <a:cubicBezTo>
                  <a:pt x="302" y="349"/>
                  <a:pt x="304" y="346"/>
                  <a:pt x="306" y="343"/>
                </a:cubicBezTo>
                <a:close/>
                <a:moveTo>
                  <a:pt x="306" y="362"/>
                </a:moveTo>
                <a:cubicBezTo>
                  <a:pt x="306" y="367"/>
                  <a:pt x="306" y="367"/>
                  <a:pt x="306" y="367"/>
                </a:cubicBezTo>
                <a:cubicBezTo>
                  <a:pt x="304" y="367"/>
                  <a:pt x="302" y="368"/>
                  <a:pt x="301" y="368"/>
                </a:cubicBezTo>
                <a:cubicBezTo>
                  <a:pt x="301" y="364"/>
                  <a:pt x="301" y="364"/>
                  <a:pt x="301" y="364"/>
                </a:cubicBezTo>
                <a:cubicBezTo>
                  <a:pt x="306" y="362"/>
                  <a:pt x="306" y="362"/>
                  <a:pt x="306" y="362"/>
                </a:cubicBezTo>
                <a:close/>
                <a:moveTo>
                  <a:pt x="306" y="372"/>
                </a:moveTo>
                <a:cubicBezTo>
                  <a:pt x="306" y="425"/>
                  <a:pt x="306" y="425"/>
                  <a:pt x="306" y="425"/>
                </a:cubicBezTo>
                <a:cubicBezTo>
                  <a:pt x="304" y="426"/>
                  <a:pt x="302" y="427"/>
                  <a:pt x="301" y="428"/>
                </a:cubicBezTo>
                <a:cubicBezTo>
                  <a:pt x="301" y="422"/>
                  <a:pt x="301" y="422"/>
                  <a:pt x="301" y="422"/>
                </a:cubicBezTo>
                <a:cubicBezTo>
                  <a:pt x="304" y="419"/>
                  <a:pt x="304" y="419"/>
                  <a:pt x="304" y="419"/>
                </a:cubicBezTo>
                <a:cubicBezTo>
                  <a:pt x="304" y="417"/>
                  <a:pt x="303" y="415"/>
                  <a:pt x="303" y="413"/>
                </a:cubicBezTo>
                <a:cubicBezTo>
                  <a:pt x="301" y="414"/>
                  <a:pt x="301" y="414"/>
                  <a:pt x="301" y="414"/>
                </a:cubicBezTo>
                <a:cubicBezTo>
                  <a:pt x="301" y="409"/>
                  <a:pt x="301" y="409"/>
                  <a:pt x="301" y="409"/>
                </a:cubicBezTo>
                <a:cubicBezTo>
                  <a:pt x="302" y="408"/>
                  <a:pt x="302" y="408"/>
                  <a:pt x="302" y="408"/>
                </a:cubicBezTo>
                <a:cubicBezTo>
                  <a:pt x="302" y="405"/>
                  <a:pt x="302" y="403"/>
                  <a:pt x="302" y="401"/>
                </a:cubicBezTo>
                <a:cubicBezTo>
                  <a:pt x="302" y="401"/>
                  <a:pt x="301" y="402"/>
                  <a:pt x="301" y="402"/>
                </a:cubicBezTo>
                <a:cubicBezTo>
                  <a:pt x="301" y="397"/>
                  <a:pt x="301" y="397"/>
                  <a:pt x="301" y="397"/>
                </a:cubicBezTo>
                <a:cubicBezTo>
                  <a:pt x="303" y="395"/>
                  <a:pt x="304" y="393"/>
                  <a:pt x="303" y="389"/>
                </a:cubicBezTo>
                <a:cubicBezTo>
                  <a:pt x="302" y="389"/>
                  <a:pt x="302" y="390"/>
                  <a:pt x="301" y="390"/>
                </a:cubicBezTo>
                <a:cubicBezTo>
                  <a:pt x="301" y="385"/>
                  <a:pt x="301" y="385"/>
                  <a:pt x="301" y="385"/>
                </a:cubicBezTo>
                <a:cubicBezTo>
                  <a:pt x="304" y="384"/>
                  <a:pt x="306" y="381"/>
                  <a:pt x="306" y="377"/>
                </a:cubicBezTo>
                <a:cubicBezTo>
                  <a:pt x="301" y="379"/>
                  <a:pt x="301" y="379"/>
                  <a:pt x="301" y="379"/>
                </a:cubicBezTo>
                <a:cubicBezTo>
                  <a:pt x="301" y="374"/>
                  <a:pt x="301" y="374"/>
                  <a:pt x="301" y="374"/>
                </a:cubicBezTo>
                <a:cubicBezTo>
                  <a:pt x="303" y="374"/>
                  <a:pt x="305" y="373"/>
                  <a:pt x="306" y="372"/>
                </a:cubicBezTo>
                <a:close/>
                <a:moveTo>
                  <a:pt x="306" y="428"/>
                </a:moveTo>
                <a:cubicBezTo>
                  <a:pt x="306" y="438"/>
                  <a:pt x="306" y="438"/>
                  <a:pt x="306" y="438"/>
                </a:cubicBezTo>
                <a:cubicBezTo>
                  <a:pt x="302" y="442"/>
                  <a:pt x="302" y="447"/>
                  <a:pt x="304" y="452"/>
                </a:cubicBezTo>
                <a:cubicBezTo>
                  <a:pt x="305" y="452"/>
                  <a:pt x="306" y="451"/>
                  <a:pt x="306" y="451"/>
                </a:cubicBezTo>
                <a:cubicBezTo>
                  <a:pt x="306" y="462"/>
                  <a:pt x="306" y="462"/>
                  <a:pt x="306" y="462"/>
                </a:cubicBezTo>
                <a:cubicBezTo>
                  <a:pt x="304" y="460"/>
                  <a:pt x="302" y="457"/>
                  <a:pt x="301" y="454"/>
                </a:cubicBezTo>
                <a:cubicBezTo>
                  <a:pt x="301" y="440"/>
                  <a:pt x="301" y="440"/>
                  <a:pt x="301" y="440"/>
                </a:cubicBezTo>
                <a:cubicBezTo>
                  <a:pt x="302" y="435"/>
                  <a:pt x="305" y="433"/>
                  <a:pt x="306" y="428"/>
                </a:cubicBezTo>
                <a:close/>
                <a:moveTo>
                  <a:pt x="306" y="476"/>
                </a:moveTo>
                <a:cubicBezTo>
                  <a:pt x="306" y="482"/>
                  <a:pt x="306" y="482"/>
                  <a:pt x="306" y="482"/>
                </a:cubicBezTo>
                <a:cubicBezTo>
                  <a:pt x="303" y="482"/>
                  <a:pt x="301" y="482"/>
                  <a:pt x="302" y="487"/>
                </a:cubicBezTo>
                <a:cubicBezTo>
                  <a:pt x="303" y="488"/>
                  <a:pt x="304" y="489"/>
                  <a:pt x="306" y="490"/>
                </a:cubicBezTo>
                <a:cubicBezTo>
                  <a:pt x="306" y="494"/>
                  <a:pt x="306" y="494"/>
                  <a:pt x="306" y="494"/>
                </a:cubicBezTo>
                <a:cubicBezTo>
                  <a:pt x="304" y="493"/>
                  <a:pt x="302" y="492"/>
                  <a:pt x="301" y="491"/>
                </a:cubicBezTo>
                <a:cubicBezTo>
                  <a:pt x="301" y="481"/>
                  <a:pt x="301" y="481"/>
                  <a:pt x="301" y="481"/>
                </a:cubicBezTo>
                <a:cubicBezTo>
                  <a:pt x="303" y="479"/>
                  <a:pt x="304" y="478"/>
                  <a:pt x="306" y="476"/>
                </a:cubicBezTo>
                <a:close/>
                <a:moveTo>
                  <a:pt x="306" y="502"/>
                </a:moveTo>
                <a:cubicBezTo>
                  <a:pt x="306" y="510"/>
                  <a:pt x="306" y="510"/>
                  <a:pt x="306" y="510"/>
                </a:cubicBezTo>
                <a:cubicBezTo>
                  <a:pt x="304" y="512"/>
                  <a:pt x="303" y="514"/>
                  <a:pt x="301" y="516"/>
                </a:cubicBezTo>
                <a:cubicBezTo>
                  <a:pt x="301" y="510"/>
                  <a:pt x="301" y="510"/>
                  <a:pt x="301" y="510"/>
                </a:cubicBezTo>
                <a:cubicBezTo>
                  <a:pt x="302" y="509"/>
                  <a:pt x="303" y="508"/>
                  <a:pt x="303" y="506"/>
                </a:cubicBezTo>
                <a:cubicBezTo>
                  <a:pt x="302" y="506"/>
                  <a:pt x="302" y="506"/>
                  <a:pt x="301" y="505"/>
                </a:cubicBezTo>
                <a:cubicBezTo>
                  <a:pt x="301" y="502"/>
                  <a:pt x="301" y="502"/>
                  <a:pt x="301" y="502"/>
                </a:cubicBezTo>
                <a:cubicBezTo>
                  <a:pt x="302" y="503"/>
                  <a:pt x="302" y="503"/>
                  <a:pt x="302" y="503"/>
                </a:cubicBezTo>
                <a:cubicBezTo>
                  <a:pt x="304" y="503"/>
                  <a:pt x="305" y="502"/>
                  <a:pt x="306" y="502"/>
                </a:cubicBezTo>
                <a:close/>
                <a:moveTo>
                  <a:pt x="306" y="527"/>
                </a:moveTo>
                <a:cubicBezTo>
                  <a:pt x="306" y="554"/>
                  <a:pt x="306" y="554"/>
                  <a:pt x="306" y="554"/>
                </a:cubicBezTo>
                <a:cubicBezTo>
                  <a:pt x="304" y="553"/>
                  <a:pt x="302" y="552"/>
                  <a:pt x="301" y="552"/>
                </a:cubicBezTo>
                <a:cubicBezTo>
                  <a:pt x="301" y="534"/>
                  <a:pt x="301" y="534"/>
                  <a:pt x="301" y="534"/>
                </a:cubicBezTo>
                <a:cubicBezTo>
                  <a:pt x="302" y="531"/>
                  <a:pt x="304" y="529"/>
                  <a:pt x="306" y="527"/>
                </a:cubicBezTo>
                <a:close/>
                <a:moveTo>
                  <a:pt x="306" y="592"/>
                </a:moveTo>
                <a:cubicBezTo>
                  <a:pt x="306" y="622"/>
                  <a:pt x="306" y="622"/>
                  <a:pt x="306" y="622"/>
                </a:cubicBezTo>
                <a:cubicBezTo>
                  <a:pt x="304" y="621"/>
                  <a:pt x="303" y="620"/>
                  <a:pt x="301" y="620"/>
                </a:cubicBezTo>
                <a:cubicBezTo>
                  <a:pt x="301" y="614"/>
                  <a:pt x="301" y="614"/>
                  <a:pt x="301" y="614"/>
                </a:cubicBezTo>
                <a:cubicBezTo>
                  <a:pt x="302" y="615"/>
                  <a:pt x="302" y="615"/>
                  <a:pt x="302" y="615"/>
                </a:cubicBezTo>
                <a:cubicBezTo>
                  <a:pt x="303" y="608"/>
                  <a:pt x="303" y="603"/>
                  <a:pt x="301" y="598"/>
                </a:cubicBezTo>
                <a:cubicBezTo>
                  <a:pt x="301" y="589"/>
                  <a:pt x="301" y="589"/>
                  <a:pt x="301" y="589"/>
                </a:cubicBezTo>
                <a:cubicBezTo>
                  <a:pt x="303" y="590"/>
                  <a:pt x="304" y="591"/>
                  <a:pt x="306" y="592"/>
                </a:cubicBezTo>
                <a:close/>
                <a:moveTo>
                  <a:pt x="306" y="673"/>
                </a:moveTo>
                <a:cubicBezTo>
                  <a:pt x="306" y="678"/>
                  <a:pt x="306" y="678"/>
                  <a:pt x="306" y="678"/>
                </a:cubicBezTo>
                <a:cubicBezTo>
                  <a:pt x="305" y="680"/>
                  <a:pt x="305" y="682"/>
                  <a:pt x="304" y="684"/>
                </a:cubicBezTo>
                <a:cubicBezTo>
                  <a:pt x="303" y="684"/>
                  <a:pt x="303" y="684"/>
                  <a:pt x="302" y="684"/>
                </a:cubicBezTo>
                <a:cubicBezTo>
                  <a:pt x="301" y="684"/>
                  <a:pt x="301" y="684"/>
                  <a:pt x="301" y="684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4" y="672"/>
                  <a:pt x="305" y="673"/>
                  <a:pt x="306" y="673"/>
                </a:cubicBezTo>
                <a:close/>
                <a:moveTo>
                  <a:pt x="297" y="13"/>
                </a:moveTo>
                <a:cubicBezTo>
                  <a:pt x="298" y="13"/>
                  <a:pt x="300" y="13"/>
                  <a:pt x="301" y="1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0" y="21"/>
                  <a:pt x="298" y="21"/>
                  <a:pt x="297" y="21"/>
                </a:cubicBezTo>
                <a:cubicBezTo>
                  <a:pt x="297" y="13"/>
                  <a:pt x="297" y="13"/>
                  <a:pt x="297" y="13"/>
                </a:cubicBezTo>
                <a:close/>
                <a:moveTo>
                  <a:pt x="301" y="783"/>
                </a:moveTo>
                <a:cubicBezTo>
                  <a:pt x="300" y="783"/>
                  <a:pt x="298" y="782"/>
                  <a:pt x="297" y="782"/>
                </a:cubicBezTo>
                <a:cubicBezTo>
                  <a:pt x="297" y="773"/>
                  <a:pt x="297" y="773"/>
                  <a:pt x="297" y="773"/>
                </a:cubicBezTo>
                <a:cubicBezTo>
                  <a:pt x="298" y="774"/>
                  <a:pt x="299" y="775"/>
                  <a:pt x="301" y="775"/>
                </a:cubicBezTo>
                <a:cubicBezTo>
                  <a:pt x="301" y="783"/>
                  <a:pt x="301" y="783"/>
                  <a:pt x="301" y="783"/>
                </a:cubicBezTo>
                <a:close/>
                <a:moveTo>
                  <a:pt x="301" y="38"/>
                </a:moveTo>
                <a:cubicBezTo>
                  <a:pt x="301" y="50"/>
                  <a:pt x="301" y="50"/>
                  <a:pt x="301" y="50"/>
                </a:cubicBezTo>
                <a:cubicBezTo>
                  <a:pt x="299" y="48"/>
                  <a:pt x="298" y="47"/>
                  <a:pt x="297" y="46"/>
                </a:cubicBezTo>
                <a:cubicBezTo>
                  <a:pt x="297" y="33"/>
                  <a:pt x="297" y="33"/>
                  <a:pt x="297" y="33"/>
                </a:cubicBezTo>
                <a:cubicBezTo>
                  <a:pt x="298" y="35"/>
                  <a:pt x="300" y="36"/>
                  <a:pt x="301" y="38"/>
                </a:cubicBezTo>
                <a:close/>
                <a:moveTo>
                  <a:pt x="301" y="51"/>
                </a:moveTo>
                <a:cubicBezTo>
                  <a:pt x="301" y="59"/>
                  <a:pt x="301" y="59"/>
                  <a:pt x="301" y="59"/>
                </a:cubicBezTo>
                <a:cubicBezTo>
                  <a:pt x="300" y="59"/>
                  <a:pt x="298" y="60"/>
                  <a:pt x="297" y="60"/>
                </a:cubicBezTo>
                <a:cubicBezTo>
                  <a:pt x="297" y="53"/>
                  <a:pt x="297" y="53"/>
                  <a:pt x="297" y="53"/>
                </a:cubicBezTo>
                <a:cubicBezTo>
                  <a:pt x="298" y="52"/>
                  <a:pt x="299" y="51"/>
                  <a:pt x="301" y="51"/>
                </a:cubicBezTo>
                <a:close/>
                <a:moveTo>
                  <a:pt x="301" y="81"/>
                </a:moveTo>
                <a:cubicBezTo>
                  <a:pt x="301" y="115"/>
                  <a:pt x="301" y="115"/>
                  <a:pt x="301" y="115"/>
                </a:cubicBezTo>
                <a:cubicBezTo>
                  <a:pt x="300" y="115"/>
                  <a:pt x="298" y="116"/>
                  <a:pt x="297" y="117"/>
                </a:cubicBezTo>
                <a:cubicBezTo>
                  <a:pt x="297" y="82"/>
                  <a:pt x="297" y="82"/>
                  <a:pt x="297" y="82"/>
                </a:cubicBezTo>
                <a:cubicBezTo>
                  <a:pt x="298" y="81"/>
                  <a:pt x="299" y="81"/>
                  <a:pt x="301" y="81"/>
                </a:cubicBezTo>
                <a:close/>
                <a:moveTo>
                  <a:pt x="301" y="126"/>
                </a:moveTo>
                <a:cubicBezTo>
                  <a:pt x="301" y="161"/>
                  <a:pt x="301" y="161"/>
                  <a:pt x="301" y="161"/>
                </a:cubicBezTo>
                <a:cubicBezTo>
                  <a:pt x="300" y="162"/>
                  <a:pt x="298" y="163"/>
                  <a:pt x="297" y="163"/>
                </a:cubicBezTo>
                <a:cubicBezTo>
                  <a:pt x="297" y="138"/>
                  <a:pt x="297" y="138"/>
                  <a:pt x="297" y="138"/>
                </a:cubicBezTo>
                <a:cubicBezTo>
                  <a:pt x="299" y="135"/>
                  <a:pt x="300" y="131"/>
                  <a:pt x="301" y="126"/>
                </a:cubicBezTo>
                <a:close/>
                <a:moveTo>
                  <a:pt x="301" y="184"/>
                </a:moveTo>
                <a:cubicBezTo>
                  <a:pt x="301" y="191"/>
                  <a:pt x="301" y="191"/>
                  <a:pt x="301" y="191"/>
                </a:cubicBezTo>
                <a:cubicBezTo>
                  <a:pt x="300" y="191"/>
                  <a:pt x="298" y="192"/>
                  <a:pt x="297" y="192"/>
                </a:cubicBezTo>
                <a:cubicBezTo>
                  <a:pt x="297" y="186"/>
                  <a:pt x="297" y="186"/>
                  <a:pt x="297" y="186"/>
                </a:cubicBezTo>
                <a:cubicBezTo>
                  <a:pt x="298" y="185"/>
                  <a:pt x="300" y="185"/>
                  <a:pt x="301" y="184"/>
                </a:cubicBezTo>
                <a:close/>
                <a:moveTo>
                  <a:pt x="301" y="198"/>
                </a:moveTo>
                <a:cubicBezTo>
                  <a:pt x="301" y="205"/>
                  <a:pt x="301" y="205"/>
                  <a:pt x="301" y="205"/>
                </a:cubicBezTo>
                <a:cubicBezTo>
                  <a:pt x="299" y="204"/>
                  <a:pt x="298" y="203"/>
                  <a:pt x="297" y="202"/>
                </a:cubicBezTo>
                <a:cubicBezTo>
                  <a:pt x="297" y="196"/>
                  <a:pt x="297" y="196"/>
                  <a:pt x="297" y="196"/>
                </a:cubicBezTo>
                <a:cubicBezTo>
                  <a:pt x="301" y="198"/>
                  <a:pt x="301" y="198"/>
                  <a:pt x="301" y="198"/>
                </a:cubicBezTo>
                <a:close/>
                <a:moveTo>
                  <a:pt x="301" y="210"/>
                </a:moveTo>
                <a:cubicBezTo>
                  <a:pt x="301" y="214"/>
                  <a:pt x="301" y="214"/>
                  <a:pt x="301" y="214"/>
                </a:cubicBezTo>
                <a:cubicBezTo>
                  <a:pt x="300" y="215"/>
                  <a:pt x="298" y="216"/>
                  <a:pt x="297" y="216"/>
                </a:cubicBezTo>
                <a:cubicBezTo>
                  <a:pt x="297" y="211"/>
                  <a:pt x="297" y="211"/>
                  <a:pt x="297" y="211"/>
                </a:cubicBezTo>
                <a:cubicBezTo>
                  <a:pt x="298" y="211"/>
                  <a:pt x="300" y="210"/>
                  <a:pt x="301" y="210"/>
                </a:cubicBezTo>
                <a:close/>
                <a:moveTo>
                  <a:pt x="301" y="232"/>
                </a:moveTo>
                <a:cubicBezTo>
                  <a:pt x="301" y="252"/>
                  <a:pt x="301" y="252"/>
                  <a:pt x="301" y="252"/>
                </a:cubicBezTo>
                <a:cubicBezTo>
                  <a:pt x="299" y="248"/>
                  <a:pt x="298" y="245"/>
                  <a:pt x="297" y="243"/>
                </a:cubicBezTo>
                <a:cubicBezTo>
                  <a:pt x="297" y="236"/>
                  <a:pt x="297" y="236"/>
                  <a:pt x="297" y="236"/>
                </a:cubicBezTo>
                <a:cubicBezTo>
                  <a:pt x="298" y="235"/>
                  <a:pt x="299" y="233"/>
                  <a:pt x="301" y="232"/>
                </a:cubicBezTo>
                <a:close/>
                <a:moveTo>
                  <a:pt x="301" y="288"/>
                </a:moveTo>
                <a:cubicBezTo>
                  <a:pt x="301" y="300"/>
                  <a:pt x="301" y="300"/>
                  <a:pt x="301" y="300"/>
                </a:cubicBezTo>
                <a:cubicBezTo>
                  <a:pt x="299" y="303"/>
                  <a:pt x="298" y="305"/>
                  <a:pt x="297" y="308"/>
                </a:cubicBezTo>
                <a:cubicBezTo>
                  <a:pt x="297" y="300"/>
                  <a:pt x="297" y="300"/>
                  <a:pt x="297" y="300"/>
                </a:cubicBezTo>
                <a:cubicBezTo>
                  <a:pt x="299" y="297"/>
                  <a:pt x="300" y="294"/>
                  <a:pt x="297" y="289"/>
                </a:cubicBezTo>
                <a:cubicBezTo>
                  <a:pt x="297" y="284"/>
                  <a:pt x="297" y="284"/>
                  <a:pt x="297" y="284"/>
                </a:cubicBezTo>
                <a:cubicBezTo>
                  <a:pt x="301" y="288"/>
                  <a:pt x="301" y="288"/>
                  <a:pt x="301" y="288"/>
                </a:cubicBezTo>
                <a:close/>
                <a:moveTo>
                  <a:pt x="301" y="316"/>
                </a:moveTo>
                <a:cubicBezTo>
                  <a:pt x="301" y="323"/>
                  <a:pt x="301" y="323"/>
                  <a:pt x="301" y="323"/>
                </a:cubicBezTo>
                <a:cubicBezTo>
                  <a:pt x="300" y="322"/>
                  <a:pt x="298" y="321"/>
                  <a:pt x="297" y="319"/>
                </a:cubicBezTo>
                <a:cubicBezTo>
                  <a:pt x="297" y="314"/>
                  <a:pt x="297" y="314"/>
                  <a:pt x="297" y="314"/>
                </a:cubicBezTo>
                <a:cubicBezTo>
                  <a:pt x="300" y="318"/>
                  <a:pt x="300" y="318"/>
                  <a:pt x="300" y="318"/>
                </a:cubicBezTo>
                <a:cubicBezTo>
                  <a:pt x="300" y="317"/>
                  <a:pt x="300" y="317"/>
                  <a:pt x="301" y="316"/>
                </a:cubicBezTo>
                <a:close/>
                <a:moveTo>
                  <a:pt x="301" y="352"/>
                </a:moveTo>
                <a:cubicBezTo>
                  <a:pt x="301" y="360"/>
                  <a:pt x="301" y="360"/>
                  <a:pt x="301" y="360"/>
                </a:cubicBezTo>
                <a:cubicBezTo>
                  <a:pt x="300" y="361"/>
                  <a:pt x="300" y="363"/>
                  <a:pt x="300" y="364"/>
                </a:cubicBezTo>
                <a:cubicBezTo>
                  <a:pt x="301" y="364"/>
                  <a:pt x="301" y="364"/>
                  <a:pt x="301" y="364"/>
                </a:cubicBezTo>
                <a:cubicBezTo>
                  <a:pt x="301" y="368"/>
                  <a:pt x="301" y="368"/>
                  <a:pt x="301" y="368"/>
                </a:cubicBezTo>
                <a:cubicBezTo>
                  <a:pt x="299" y="369"/>
                  <a:pt x="298" y="370"/>
                  <a:pt x="297" y="372"/>
                </a:cubicBezTo>
                <a:cubicBezTo>
                  <a:pt x="297" y="362"/>
                  <a:pt x="297" y="362"/>
                  <a:pt x="297" y="362"/>
                </a:cubicBezTo>
                <a:cubicBezTo>
                  <a:pt x="298" y="359"/>
                  <a:pt x="299" y="355"/>
                  <a:pt x="301" y="352"/>
                </a:cubicBezTo>
                <a:close/>
                <a:moveTo>
                  <a:pt x="301" y="374"/>
                </a:moveTo>
                <a:cubicBezTo>
                  <a:pt x="301" y="379"/>
                  <a:pt x="301" y="379"/>
                  <a:pt x="301" y="379"/>
                </a:cubicBezTo>
                <a:cubicBezTo>
                  <a:pt x="297" y="380"/>
                  <a:pt x="297" y="380"/>
                  <a:pt x="297" y="380"/>
                </a:cubicBezTo>
                <a:cubicBezTo>
                  <a:pt x="297" y="375"/>
                  <a:pt x="297" y="375"/>
                  <a:pt x="297" y="375"/>
                </a:cubicBezTo>
                <a:cubicBezTo>
                  <a:pt x="298" y="375"/>
                  <a:pt x="300" y="375"/>
                  <a:pt x="301" y="374"/>
                </a:cubicBezTo>
                <a:close/>
                <a:moveTo>
                  <a:pt x="301" y="385"/>
                </a:moveTo>
                <a:cubicBezTo>
                  <a:pt x="301" y="390"/>
                  <a:pt x="301" y="390"/>
                  <a:pt x="301" y="390"/>
                </a:cubicBezTo>
                <a:cubicBezTo>
                  <a:pt x="299" y="391"/>
                  <a:pt x="298" y="391"/>
                  <a:pt x="297" y="392"/>
                </a:cubicBezTo>
                <a:cubicBezTo>
                  <a:pt x="297" y="387"/>
                  <a:pt x="297" y="387"/>
                  <a:pt x="297" y="387"/>
                </a:cubicBezTo>
                <a:cubicBezTo>
                  <a:pt x="298" y="387"/>
                  <a:pt x="300" y="386"/>
                  <a:pt x="301" y="385"/>
                </a:cubicBezTo>
                <a:close/>
                <a:moveTo>
                  <a:pt x="301" y="397"/>
                </a:moveTo>
                <a:cubicBezTo>
                  <a:pt x="301" y="402"/>
                  <a:pt x="301" y="402"/>
                  <a:pt x="301" y="402"/>
                </a:cubicBezTo>
                <a:cubicBezTo>
                  <a:pt x="300" y="402"/>
                  <a:pt x="299" y="403"/>
                  <a:pt x="297" y="404"/>
                </a:cubicBezTo>
                <a:cubicBezTo>
                  <a:pt x="297" y="399"/>
                  <a:pt x="297" y="399"/>
                  <a:pt x="297" y="399"/>
                </a:cubicBezTo>
                <a:cubicBezTo>
                  <a:pt x="298" y="399"/>
                  <a:pt x="300" y="398"/>
                  <a:pt x="301" y="397"/>
                </a:cubicBezTo>
                <a:close/>
                <a:moveTo>
                  <a:pt x="301" y="409"/>
                </a:moveTo>
                <a:cubicBezTo>
                  <a:pt x="301" y="414"/>
                  <a:pt x="301" y="414"/>
                  <a:pt x="301" y="414"/>
                </a:cubicBezTo>
                <a:cubicBezTo>
                  <a:pt x="299" y="416"/>
                  <a:pt x="298" y="417"/>
                  <a:pt x="297" y="418"/>
                </a:cubicBezTo>
                <a:cubicBezTo>
                  <a:pt x="297" y="412"/>
                  <a:pt x="297" y="412"/>
                  <a:pt x="297" y="412"/>
                </a:cubicBezTo>
                <a:cubicBezTo>
                  <a:pt x="298" y="411"/>
                  <a:pt x="300" y="410"/>
                  <a:pt x="301" y="409"/>
                </a:cubicBezTo>
                <a:close/>
                <a:moveTo>
                  <a:pt x="301" y="422"/>
                </a:moveTo>
                <a:cubicBezTo>
                  <a:pt x="301" y="428"/>
                  <a:pt x="301" y="428"/>
                  <a:pt x="301" y="428"/>
                </a:cubicBezTo>
                <a:cubicBezTo>
                  <a:pt x="298" y="431"/>
                  <a:pt x="298" y="435"/>
                  <a:pt x="298" y="440"/>
                </a:cubicBezTo>
                <a:cubicBezTo>
                  <a:pt x="299" y="440"/>
                  <a:pt x="300" y="440"/>
                  <a:pt x="301" y="440"/>
                </a:cubicBezTo>
                <a:cubicBezTo>
                  <a:pt x="301" y="440"/>
                  <a:pt x="301" y="440"/>
                  <a:pt x="301" y="440"/>
                </a:cubicBezTo>
                <a:cubicBezTo>
                  <a:pt x="301" y="454"/>
                  <a:pt x="301" y="454"/>
                  <a:pt x="301" y="454"/>
                </a:cubicBezTo>
                <a:cubicBezTo>
                  <a:pt x="299" y="451"/>
                  <a:pt x="298" y="448"/>
                  <a:pt x="297" y="444"/>
                </a:cubicBezTo>
                <a:cubicBezTo>
                  <a:pt x="297" y="427"/>
                  <a:pt x="297" y="427"/>
                  <a:pt x="297" y="427"/>
                </a:cubicBezTo>
                <a:cubicBezTo>
                  <a:pt x="298" y="425"/>
                  <a:pt x="300" y="424"/>
                  <a:pt x="301" y="422"/>
                </a:cubicBezTo>
                <a:close/>
                <a:moveTo>
                  <a:pt x="301" y="481"/>
                </a:moveTo>
                <a:cubicBezTo>
                  <a:pt x="301" y="491"/>
                  <a:pt x="301" y="491"/>
                  <a:pt x="301" y="491"/>
                </a:cubicBezTo>
                <a:cubicBezTo>
                  <a:pt x="299" y="491"/>
                  <a:pt x="298" y="491"/>
                  <a:pt x="297" y="491"/>
                </a:cubicBezTo>
                <a:cubicBezTo>
                  <a:pt x="297" y="485"/>
                  <a:pt x="297" y="485"/>
                  <a:pt x="297" y="485"/>
                </a:cubicBezTo>
                <a:cubicBezTo>
                  <a:pt x="298" y="483"/>
                  <a:pt x="300" y="482"/>
                  <a:pt x="301" y="481"/>
                </a:cubicBezTo>
                <a:close/>
                <a:moveTo>
                  <a:pt x="301" y="502"/>
                </a:moveTo>
                <a:cubicBezTo>
                  <a:pt x="301" y="505"/>
                  <a:pt x="301" y="505"/>
                  <a:pt x="301" y="505"/>
                </a:cubicBezTo>
                <a:cubicBezTo>
                  <a:pt x="300" y="505"/>
                  <a:pt x="298" y="504"/>
                  <a:pt x="297" y="503"/>
                </a:cubicBezTo>
                <a:cubicBezTo>
                  <a:pt x="297" y="499"/>
                  <a:pt x="297" y="499"/>
                  <a:pt x="297" y="499"/>
                </a:cubicBezTo>
                <a:cubicBezTo>
                  <a:pt x="298" y="499"/>
                  <a:pt x="299" y="501"/>
                  <a:pt x="301" y="502"/>
                </a:cubicBezTo>
                <a:close/>
                <a:moveTo>
                  <a:pt x="301" y="510"/>
                </a:moveTo>
                <a:cubicBezTo>
                  <a:pt x="301" y="516"/>
                  <a:pt x="301" y="516"/>
                  <a:pt x="301" y="516"/>
                </a:cubicBezTo>
                <a:cubicBezTo>
                  <a:pt x="300" y="518"/>
                  <a:pt x="298" y="520"/>
                  <a:pt x="297" y="521"/>
                </a:cubicBezTo>
                <a:cubicBezTo>
                  <a:pt x="297" y="512"/>
                  <a:pt x="297" y="512"/>
                  <a:pt x="297" y="512"/>
                </a:cubicBezTo>
                <a:cubicBezTo>
                  <a:pt x="298" y="512"/>
                  <a:pt x="300" y="511"/>
                  <a:pt x="301" y="510"/>
                </a:cubicBezTo>
                <a:close/>
                <a:moveTo>
                  <a:pt x="301" y="534"/>
                </a:moveTo>
                <a:cubicBezTo>
                  <a:pt x="301" y="552"/>
                  <a:pt x="301" y="552"/>
                  <a:pt x="301" y="552"/>
                </a:cubicBezTo>
                <a:cubicBezTo>
                  <a:pt x="299" y="551"/>
                  <a:pt x="298" y="550"/>
                  <a:pt x="297" y="548"/>
                </a:cubicBezTo>
                <a:cubicBezTo>
                  <a:pt x="297" y="540"/>
                  <a:pt x="297" y="540"/>
                  <a:pt x="297" y="540"/>
                </a:cubicBezTo>
                <a:cubicBezTo>
                  <a:pt x="297" y="540"/>
                  <a:pt x="298" y="539"/>
                  <a:pt x="299" y="538"/>
                </a:cubicBezTo>
                <a:cubicBezTo>
                  <a:pt x="299" y="537"/>
                  <a:pt x="300" y="535"/>
                  <a:pt x="301" y="534"/>
                </a:cubicBezTo>
                <a:close/>
                <a:moveTo>
                  <a:pt x="301" y="589"/>
                </a:moveTo>
                <a:cubicBezTo>
                  <a:pt x="301" y="598"/>
                  <a:pt x="301" y="598"/>
                  <a:pt x="301" y="598"/>
                </a:cubicBezTo>
                <a:cubicBezTo>
                  <a:pt x="300" y="596"/>
                  <a:pt x="298" y="594"/>
                  <a:pt x="297" y="593"/>
                </a:cubicBezTo>
                <a:cubicBezTo>
                  <a:pt x="297" y="587"/>
                  <a:pt x="297" y="587"/>
                  <a:pt x="297" y="587"/>
                </a:cubicBezTo>
                <a:cubicBezTo>
                  <a:pt x="298" y="588"/>
                  <a:pt x="300" y="588"/>
                  <a:pt x="301" y="589"/>
                </a:cubicBezTo>
                <a:close/>
                <a:moveTo>
                  <a:pt x="301" y="614"/>
                </a:moveTo>
                <a:cubicBezTo>
                  <a:pt x="301" y="620"/>
                  <a:pt x="301" y="620"/>
                  <a:pt x="301" y="620"/>
                </a:cubicBezTo>
                <a:cubicBezTo>
                  <a:pt x="300" y="619"/>
                  <a:pt x="298" y="619"/>
                  <a:pt x="297" y="618"/>
                </a:cubicBezTo>
                <a:cubicBezTo>
                  <a:pt x="297" y="611"/>
                  <a:pt x="297" y="611"/>
                  <a:pt x="297" y="611"/>
                </a:cubicBezTo>
                <a:cubicBezTo>
                  <a:pt x="298" y="612"/>
                  <a:pt x="299" y="613"/>
                  <a:pt x="301" y="614"/>
                </a:cubicBezTo>
                <a:close/>
                <a:moveTo>
                  <a:pt x="301" y="671"/>
                </a:moveTo>
                <a:cubicBezTo>
                  <a:pt x="301" y="684"/>
                  <a:pt x="301" y="684"/>
                  <a:pt x="301" y="684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7" y="669"/>
                  <a:pt x="297" y="669"/>
                  <a:pt x="297" y="669"/>
                </a:cubicBezTo>
                <a:cubicBezTo>
                  <a:pt x="298" y="670"/>
                  <a:pt x="300" y="671"/>
                  <a:pt x="301" y="671"/>
                </a:cubicBezTo>
                <a:close/>
                <a:moveTo>
                  <a:pt x="301" y="738"/>
                </a:moveTo>
                <a:cubicBezTo>
                  <a:pt x="301" y="760"/>
                  <a:pt x="301" y="760"/>
                  <a:pt x="301" y="760"/>
                </a:cubicBezTo>
                <a:cubicBezTo>
                  <a:pt x="300" y="756"/>
                  <a:pt x="298" y="752"/>
                  <a:pt x="297" y="749"/>
                </a:cubicBezTo>
                <a:cubicBezTo>
                  <a:pt x="297" y="735"/>
                  <a:pt x="297" y="735"/>
                  <a:pt x="297" y="735"/>
                </a:cubicBezTo>
                <a:cubicBezTo>
                  <a:pt x="298" y="736"/>
                  <a:pt x="299" y="737"/>
                  <a:pt x="300" y="738"/>
                </a:cubicBezTo>
                <a:cubicBezTo>
                  <a:pt x="300" y="738"/>
                  <a:pt x="300" y="738"/>
                  <a:pt x="301" y="738"/>
                </a:cubicBezTo>
                <a:close/>
                <a:moveTo>
                  <a:pt x="295" y="14"/>
                </a:moveTo>
                <a:cubicBezTo>
                  <a:pt x="296" y="14"/>
                  <a:pt x="296" y="14"/>
                  <a:pt x="297" y="13"/>
                </a:cubicBezTo>
                <a:cubicBezTo>
                  <a:pt x="297" y="21"/>
                  <a:pt x="297" y="21"/>
                  <a:pt x="297" y="21"/>
                </a:cubicBezTo>
                <a:cubicBezTo>
                  <a:pt x="296" y="21"/>
                  <a:pt x="296" y="22"/>
                  <a:pt x="295" y="22"/>
                </a:cubicBezTo>
                <a:cubicBezTo>
                  <a:pt x="295" y="14"/>
                  <a:pt x="295" y="14"/>
                  <a:pt x="295" y="14"/>
                </a:cubicBezTo>
                <a:close/>
                <a:moveTo>
                  <a:pt x="297" y="782"/>
                </a:moveTo>
                <a:cubicBezTo>
                  <a:pt x="295" y="781"/>
                  <a:pt x="295" y="781"/>
                  <a:pt x="295" y="781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6" y="773"/>
                  <a:pt x="296" y="773"/>
                  <a:pt x="297" y="773"/>
                </a:cubicBezTo>
                <a:cubicBezTo>
                  <a:pt x="297" y="782"/>
                  <a:pt x="297" y="782"/>
                  <a:pt x="297" y="782"/>
                </a:cubicBezTo>
                <a:close/>
                <a:moveTo>
                  <a:pt x="297" y="33"/>
                </a:moveTo>
                <a:cubicBezTo>
                  <a:pt x="297" y="46"/>
                  <a:pt x="297" y="46"/>
                  <a:pt x="297" y="46"/>
                </a:cubicBezTo>
                <a:cubicBezTo>
                  <a:pt x="296" y="46"/>
                  <a:pt x="296" y="45"/>
                  <a:pt x="295" y="44"/>
                </a:cubicBezTo>
                <a:cubicBezTo>
                  <a:pt x="295" y="31"/>
                  <a:pt x="295" y="31"/>
                  <a:pt x="295" y="31"/>
                </a:cubicBezTo>
                <a:cubicBezTo>
                  <a:pt x="296" y="32"/>
                  <a:pt x="296" y="32"/>
                  <a:pt x="297" y="33"/>
                </a:cubicBezTo>
                <a:close/>
                <a:moveTo>
                  <a:pt x="297" y="53"/>
                </a:moveTo>
                <a:cubicBezTo>
                  <a:pt x="297" y="60"/>
                  <a:pt x="297" y="60"/>
                  <a:pt x="297" y="60"/>
                </a:cubicBezTo>
                <a:cubicBezTo>
                  <a:pt x="295" y="61"/>
                  <a:pt x="295" y="61"/>
                  <a:pt x="295" y="61"/>
                </a:cubicBezTo>
                <a:cubicBezTo>
                  <a:pt x="295" y="53"/>
                  <a:pt x="295" y="53"/>
                  <a:pt x="295" y="53"/>
                </a:cubicBezTo>
                <a:cubicBezTo>
                  <a:pt x="296" y="53"/>
                  <a:pt x="296" y="53"/>
                  <a:pt x="297" y="53"/>
                </a:cubicBezTo>
                <a:close/>
                <a:moveTo>
                  <a:pt x="297" y="82"/>
                </a:moveTo>
                <a:cubicBezTo>
                  <a:pt x="297" y="117"/>
                  <a:pt x="297" y="117"/>
                  <a:pt x="297" y="117"/>
                </a:cubicBezTo>
                <a:cubicBezTo>
                  <a:pt x="296" y="117"/>
                  <a:pt x="296" y="117"/>
                  <a:pt x="295" y="118"/>
                </a:cubicBezTo>
                <a:cubicBezTo>
                  <a:pt x="295" y="82"/>
                  <a:pt x="295" y="82"/>
                  <a:pt x="295" y="82"/>
                </a:cubicBezTo>
                <a:cubicBezTo>
                  <a:pt x="295" y="82"/>
                  <a:pt x="296" y="82"/>
                  <a:pt x="297" y="82"/>
                </a:cubicBezTo>
                <a:close/>
                <a:moveTo>
                  <a:pt x="297" y="138"/>
                </a:moveTo>
                <a:cubicBezTo>
                  <a:pt x="297" y="163"/>
                  <a:pt x="297" y="163"/>
                  <a:pt x="297" y="163"/>
                </a:cubicBezTo>
                <a:cubicBezTo>
                  <a:pt x="296" y="163"/>
                  <a:pt x="296" y="163"/>
                  <a:pt x="295" y="164"/>
                </a:cubicBezTo>
                <a:cubicBezTo>
                  <a:pt x="295" y="140"/>
                  <a:pt x="295" y="140"/>
                  <a:pt x="295" y="140"/>
                </a:cubicBezTo>
                <a:cubicBezTo>
                  <a:pt x="296" y="139"/>
                  <a:pt x="296" y="139"/>
                  <a:pt x="297" y="138"/>
                </a:cubicBezTo>
                <a:close/>
                <a:moveTo>
                  <a:pt x="297" y="186"/>
                </a:moveTo>
                <a:cubicBezTo>
                  <a:pt x="297" y="192"/>
                  <a:pt x="297" y="192"/>
                  <a:pt x="297" y="192"/>
                </a:cubicBezTo>
                <a:cubicBezTo>
                  <a:pt x="296" y="192"/>
                  <a:pt x="296" y="193"/>
                  <a:pt x="295" y="193"/>
                </a:cubicBezTo>
                <a:cubicBezTo>
                  <a:pt x="295" y="187"/>
                  <a:pt x="295" y="187"/>
                  <a:pt x="295" y="187"/>
                </a:cubicBezTo>
                <a:cubicBezTo>
                  <a:pt x="296" y="186"/>
                  <a:pt x="296" y="186"/>
                  <a:pt x="297" y="186"/>
                </a:cubicBezTo>
                <a:close/>
                <a:moveTo>
                  <a:pt x="297" y="196"/>
                </a:moveTo>
                <a:cubicBezTo>
                  <a:pt x="297" y="202"/>
                  <a:pt x="297" y="202"/>
                  <a:pt x="297" y="202"/>
                </a:cubicBezTo>
                <a:cubicBezTo>
                  <a:pt x="296" y="202"/>
                  <a:pt x="296" y="201"/>
                  <a:pt x="295" y="201"/>
                </a:cubicBezTo>
                <a:cubicBezTo>
                  <a:pt x="295" y="195"/>
                  <a:pt x="295" y="195"/>
                  <a:pt x="295" y="195"/>
                </a:cubicBezTo>
                <a:cubicBezTo>
                  <a:pt x="297" y="196"/>
                  <a:pt x="297" y="196"/>
                  <a:pt x="297" y="196"/>
                </a:cubicBezTo>
                <a:close/>
                <a:moveTo>
                  <a:pt x="297" y="211"/>
                </a:moveTo>
                <a:cubicBezTo>
                  <a:pt x="297" y="216"/>
                  <a:pt x="297" y="216"/>
                  <a:pt x="297" y="216"/>
                </a:cubicBezTo>
                <a:cubicBezTo>
                  <a:pt x="296" y="217"/>
                  <a:pt x="296" y="217"/>
                  <a:pt x="295" y="218"/>
                </a:cubicBezTo>
                <a:cubicBezTo>
                  <a:pt x="295" y="211"/>
                  <a:pt x="295" y="211"/>
                  <a:pt x="295" y="211"/>
                </a:cubicBezTo>
                <a:cubicBezTo>
                  <a:pt x="296" y="211"/>
                  <a:pt x="296" y="211"/>
                  <a:pt x="297" y="211"/>
                </a:cubicBezTo>
                <a:close/>
                <a:moveTo>
                  <a:pt x="297" y="236"/>
                </a:moveTo>
                <a:cubicBezTo>
                  <a:pt x="297" y="243"/>
                  <a:pt x="297" y="243"/>
                  <a:pt x="297" y="243"/>
                </a:cubicBezTo>
                <a:cubicBezTo>
                  <a:pt x="296" y="241"/>
                  <a:pt x="296" y="239"/>
                  <a:pt x="296" y="237"/>
                </a:cubicBezTo>
                <a:cubicBezTo>
                  <a:pt x="296" y="237"/>
                  <a:pt x="296" y="236"/>
                  <a:pt x="297" y="236"/>
                </a:cubicBezTo>
                <a:close/>
                <a:moveTo>
                  <a:pt x="297" y="284"/>
                </a:moveTo>
                <a:cubicBezTo>
                  <a:pt x="297" y="289"/>
                  <a:pt x="297" y="289"/>
                  <a:pt x="297" y="289"/>
                </a:cubicBezTo>
                <a:cubicBezTo>
                  <a:pt x="296" y="289"/>
                  <a:pt x="296" y="288"/>
                  <a:pt x="296" y="288"/>
                </a:cubicBezTo>
                <a:cubicBezTo>
                  <a:pt x="295" y="288"/>
                  <a:pt x="295" y="288"/>
                  <a:pt x="295" y="288"/>
                </a:cubicBezTo>
                <a:cubicBezTo>
                  <a:pt x="295" y="282"/>
                  <a:pt x="295" y="282"/>
                  <a:pt x="295" y="282"/>
                </a:cubicBezTo>
                <a:cubicBezTo>
                  <a:pt x="297" y="284"/>
                  <a:pt x="297" y="284"/>
                  <a:pt x="297" y="284"/>
                </a:cubicBezTo>
                <a:close/>
                <a:moveTo>
                  <a:pt x="297" y="300"/>
                </a:moveTo>
                <a:cubicBezTo>
                  <a:pt x="297" y="308"/>
                  <a:pt x="297" y="308"/>
                  <a:pt x="297" y="308"/>
                </a:cubicBezTo>
                <a:cubicBezTo>
                  <a:pt x="296" y="309"/>
                  <a:pt x="296" y="311"/>
                  <a:pt x="296" y="312"/>
                </a:cubicBezTo>
                <a:cubicBezTo>
                  <a:pt x="297" y="314"/>
                  <a:pt x="297" y="314"/>
                  <a:pt x="297" y="314"/>
                </a:cubicBezTo>
                <a:cubicBezTo>
                  <a:pt x="297" y="319"/>
                  <a:pt x="297" y="319"/>
                  <a:pt x="297" y="319"/>
                </a:cubicBezTo>
                <a:cubicBezTo>
                  <a:pt x="296" y="319"/>
                  <a:pt x="296" y="318"/>
                  <a:pt x="295" y="318"/>
                </a:cubicBezTo>
                <a:cubicBezTo>
                  <a:pt x="295" y="303"/>
                  <a:pt x="295" y="303"/>
                  <a:pt x="295" y="303"/>
                </a:cubicBezTo>
                <a:cubicBezTo>
                  <a:pt x="296" y="302"/>
                  <a:pt x="296" y="301"/>
                  <a:pt x="297" y="300"/>
                </a:cubicBezTo>
                <a:close/>
                <a:moveTo>
                  <a:pt x="297" y="362"/>
                </a:moveTo>
                <a:cubicBezTo>
                  <a:pt x="297" y="372"/>
                  <a:pt x="297" y="372"/>
                  <a:pt x="297" y="372"/>
                </a:cubicBezTo>
                <a:cubicBezTo>
                  <a:pt x="296" y="373"/>
                  <a:pt x="296" y="374"/>
                  <a:pt x="295" y="376"/>
                </a:cubicBezTo>
                <a:cubicBezTo>
                  <a:pt x="295" y="366"/>
                  <a:pt x="295" y="366"/>
                  <a:pt x="295" y="366"/>
                </a:cubicBezTo>
                <a:cubicBezTo>
                  <a:pt x="296" y="365"/>
                  <a:pt x="296" y="363"/>
                  <a:pt x="297" y="362"/>
                </a:cubicBezTo>
                <a:close/>
                <a:moveTo>
                  <a:pt x="297" y="375"/>
                </a:moveTo>
                <a:cubicBezTo>
                  <a:pt x="295" y="376"/>
                  <a:pt x="295" y="376"/>
                  <a:pt x="295" y="376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7" y="380"/>
                  <a:pt x="297" y="380"/>
                  <a:pt x="297" y="380"/>
                </a:cubicBezTo>
                <a:cubicBezTo>
                  <a:pt x="297" y="375"/>
                  <a:pt x="297" y="375"/>
                  <a:pt x="297" y="375"/>
                </a:cubicBezTo>
                <a:close/>
                <a:moveTo>
                  <a:pt x="297" y="387"/>
                </a:moveTo>
                <a:cubicBezTo>
                  <a:pt x="297" y="392"/>
                  <a:pt x="297" y="392"/>
                  <a:pt x="297" y="392"/>
                </a:cubicBezTo>
                <a:cubicBezTo>
                  <a:pt x="296" y="393"/>
                  <a:pt x="295" y="393"/>
                  <a:pt x="295" y="393"/>
                </a:cubicBezTo>
                <a:cubicBezTo>
                  <a:pt x="295" y="388"/>
                  <a:pt x="295" y="388"/>
                  <a:pt x="295" y="388"/>
                </a:cubicBezTo>
                <a:cubicBezTo>
                  <a:pt x="296" y="388"/>
                  <a:pt x="296" y="387"/>
                  <a:pt x="297" y="387"/>
                </a:cubicBezTo>
                <a:close/>
                <a:moveTo>
                  <a:pt x="297" y="399"/>
                </a:moveTo>
                <a:cubicBezTo>
                  <a:pt x="297" y="404"/>
                  <a:pt x="297" y="404"/>
                  <a:pt x="297" y="404"/>
                </a:cubicBezTo>
                <a:cubicBezTo>
                  <a:pt x="295" y="405"/>
                  <a:pt x="295" y="405"/>
                  <a:pt x="295" y="405"/>
                </a:cubicBezTo>
                <a:cubicBezTo>
                  <a:pt x="295" y="400"/>
                  <a:pt x="295" y="400"/>
                  <a:pt x="295" y="400"/>
                </a:cubicBezTo>
                <a:cubicBezTo>
                  <a:pt x="296" y="400"/>
                  <a:pt x="296" y="400"/>
                  <a:pt x="297" y="399"/>
                </a:cubicBezTo>
                <a:close/>
                <a:moveTo>
                  <a:pt x="297" y="412"/>
                </a:moveTo>
                <a:cubicBezTo>
                  <a:pt x="297" y="418"/>
                  <a:pt x="297" y="418"/>
                  <a:pt x="297" y="418"/>
                </a:cubicBezTo>
                <a:cubicBezTo>
                  <a:pt x="296" y="419"/>
                  <a:pt x="295" y="420"/>
                  <a:pt x="295" y="421"/>
                </a:cubicBezTo>
                <a:cubicBezTo>
                  <a:pt x="295" y="414"/>
                  <a:pt x="295" y="414"/>
                  <a:pt x="295" y="414"/>
                </a:cubicBezTo>
                <a:cubicBezTo>
                  <a:pt x="297" y="412"/>
                  <a:pt x="297" y="412"/>
                  <a:pt x="297" y="412"/>
                </a:cubicBezTo>
                <a:close/>
                <a:moveTo>
                  <a:pt x="297" y="427"/>
                </a:moveTo>
                <a:cubicBezTo>
                  <a:pt x="297" y="444"/>
                  <a:pt x="297" y="444"/>
                  <a:pt x="297" y="444"/>
                </a:cubicBezTo>
                <a:cubicBezTo>
                  <a:pt x="296" y="443"/>
                  <a:pt x="295" y="441"/>
                  <a:pt x="295" y="440"/>
                </a:cubicBezTo>
                <a:cubicBezTo>
                  <a:pt x="295" y="429"/>
                  <a:pt x="295" y="429"/>
                  <a:pt x="295" y="429"/>
                </a:cubicBezTo>
                <a:cubicBezTo>
                  <a:pt x="297" y="427"/>
                  <a:pt x="297" y="427"/>
                  <a:pt x="297" y="427"/>
                </a:cubicBezTo>
                <a:close/>
                <a:moveTo>
                  <a:pt x="297" y="485"/>
                </a:moveTo>
                <a:cubicBezTo>
                  <a:pt x="297" y="491"/>
                  <a:pt x="297" y="491"/>
                  <a:pt x="297" y="491"/>
                </a:cubicBezTo>
                <a:cubicBezTo>
                  <a:pt x="296" y="491"/>
                  <a:pt x="296" y="491"/>
                  <a:pt x="295" y="492"/>
                </a:cubicBezTo>
                <a:cubicBezTo>
                  <a:pt x="295" y="486"/>
                  <a:pt x="295" y="486"/>
                  <a:pt x="295" y="486"/>
                </a:cubicBezTo>
                <a:cubicBezTo>
                  <a:pt x="296" y="485"/>
                  <a:pt x="296" y="485"/>
                  <a:pt x="297" y="485"/>
                </a:cubicBezTo>
                <a:close/>
                <a:moveTo>
                  <a:pt x="297" y="499"/>
                </a:moveTo>
                <a:cubicBezTo>
                  <a:pt x="297" y="503"/>
                  <a:pt x="297" y="503"/>
                  <a:pt x="297" y="503"/>
                </a:cubicBezTo>
                <a:cubicBezTo>
                  <a:pt x="296" y="503"/>
                  <a:pt x="296" y="502"/>
                  <a:pt x="295" y="502"/>
                </a:cubicBezTo>
                <a:cubicBezTo>
                  <a:pt x="295" y="497"/>
                  <a:pt x="295" y="497"/>
                  <a:pt x="295" y="497"/>
                </a:cubicBezTo>
                <a:cubicBezTo>
                  <a:pt x="296" y="498"/>
                  <a:pt x="296" y="498"/>
                  <a:pt x="297" y="499"/>
                </a:cubicBezTo>
                <a:close/>
                <a:moveTo>
                  <a:pt x="297" y="512"/>
                </a:moveTo>
                <a:cubicBezTo>
                  <a:pt x="297" y="521"/>
                  <a:pt x="297" y="521"/>
                  <a:pt x="297" y="521"/>
                </a:cubicBezTo>
                <a:cubicBezTo>
                  <a:pt x="296" y="521"/>
                  <a:pt x="296" y="522"/>
                  <a:pt x="295" y="522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6" y="512"/>
                  <a:pt x="296" y="512"/>
                  <a:pt x="297" y="512"/>
                </a:cubicBezTo>
                <a:close/>
                <a:moveTo>
                  <a:pt x="297" y="540"/>
                </a:moveTo>
                <a:cubicBezTo>
                  <a:pt x="297" y="548"/>
                  <a:pt x="297" y="548"/>
                  <a:pt x="297" y="548"/>
                </a:cubicBezTo>
                <a:cubicBezTo>
                  <a:pt x="296" y="548"/>
                  <a:pt x="295" y="547"/>
                  <a:pt x="295" y="546"/>
                </a:cubicBezTo>
                <a:cubicBezTo>
                  <a:pt x="295" y="542"/>
                  <a:pt x="295" y="542"/>
                  <a:pt x="295" y="542"/>
                </a:cubicBezTo>
                <a:cubicBezTo>
                  <a:pt x="296" y="542"/>
                  <a:pt x="296" y="541"/>
                  <a:pt x="297" y="540"/>
                </a:cubicBezTo>
                <a:close/>
                <a:moveTo>
                  <a:pt x="297" y="587"/>
                </a:moveTo>
                <a:cubicBezTo>
                  <a:pt x="297" y="593"/>
                  <a:pt x="297" y="593"/>
                  <a:pt x="297" y="593"/>
                </a:cubicBezTo>
                <a:cubicBezTo>
                  <a:pt x="296" y="592"/>
                  <a:pt x="296" y="592"/>
                  <a:pt x="295" y="591"/>
                </a:cubicBezTo>
                <a:cubicBezTo>
                  <a:pt x="295" y="586"/>
                  <a:pt x="295" y="586"/>
                  <a:pt x="295" y="586"/>
                </a:cubicBezTo>
                <a:cubicBezTo>
                  <a:pt x="296" y="586"/>
                  <a:pt x="296" y="586"/>
                  <a:pt x="297" y="587"/>
                </a:cubicBezTo>
                <a:close/>
                <a:moveTo>
                  <a:pt x="297" y="611"/>
                </a:moveTo>
                <a:cubicBezTo>
                  <a:pt x="297" y="618"/>
                  <a:pt x="297" y="618"/>
                  <a:pt x="297" y="618"/>
                </a:cubicBezTo>
                <a:cubicBezTo>
                  <a:pt x="296" y="618"/>
                  <a:pt x="296" y="618"/>
                  <a:pt x="295" y="617"/>
                </a:cubicBezTo>
                <a:cubicBezTo>
                  <a:pt x="295" y="610"/>
                  <a:pt x="295" y="610"/>
                  <a:pt x="295" y="610"/>
                </a:cubicBezTo>
                <a:cubicBezTo>
                  <a:pt x="295" y="610"/>
                  <a:pt x="296" y="611"/>
                  <a:pt x="297" y="611"/>
                </a:cubicBezTo>
                <a:close/>
                <a:moveTo>
                  <a:pt x="297" y="669"/>
                </a:moveTo>
                <a:cubicBezTo>
                  <a:pt x="297" y="682"/>
                  <a:pt x="297" y="682"/>
                  <a:pt x="297" y="682"/>
                </a:cubicBezTo>
                <a:cubicBezTo>
                  <a:pt x="295" y="681"/>
                  <a:pt x="295" y="681"/>
                  <a:pt x="295" y="681"/>
                </a:cubicBezTo>
                <a:cubicBezTo>
                  <a:pt x="295" y="669"/>
                  <a:pt x="295" y="669"/>
                  <a:pt x="295" y="669"/>
                </a:cubicBezTo>
                <a:cubicBezTo>
                  <a:pt x="297" y="669"/>
                  <a:pt x="297" y="669"/>
                  <a:pt x="297" y="669"/>
                </a:cubicBezTo>
                <a:close/>
                <a:moveTo>
                  <a:pt x="297" y="735"/>
                </a:moveTo>
                <a:cubicBezTo>
                  <a:pt x="297" y="749"/>
                  <a:pt x="297" y="749"/>
                  <a:pt x="297" y="749"/>
                </a:cubicBezTo>
                <a:cubicBezTo>
                  <a:pt x="296" y="748"/>
                  <a:pt x="296" y="747"/>
                  <a:pt x="295" y="746"/>
                </a:cubicBezTo>
                <a:cubicBezTo>
                  <a:pt x="295" y="734"/>
                  <a:pt x="295" y="734"/>
                  <a:pt x="295" y="734"/>
                </a:cubicBezTo>
                <a:cubicBezTo>
                  <a:pt x="296" y="734"/>
                  <a:pt x="296" y="735"/>
                  <a:pt x="297" y="735"/>
                </a:cubicBezTo>
                <a:close/>
                <a:moveTo>
                  <a:pt x="295" y="336"/>
                </a:moveTo>
                <a:cubicBezTo>
                  <a:pt x="295" y="335"/>
                  <a:pt x="295" y="335"/>
                  <a:pt x="295" y="335"/>
                </a:cubicBezTo>
                <a:cubicBezTo>
                  <a:pt x="295" y="335"/>
                  <a:pt x="295" y="336"/>
                  <a:pt x="295" y="336"/>
                </a:cubicBezTo>
                <a:close/>
                <a:moveTo>
                  <a:pt x="295" y="14"/>
                </a:moveTo>
                <a:cubicBezTo>
                  <a:pt x="295" y="14"/>
                  <a:pt x="295" y="14"/>
                  <a:pt x="295" y="14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5" y="14"/>
                  <a:pt x="295" y="14"/>
                  <a:pt x="295" y="14"/>
                </a:cubicBezTo>
                <a:close/>
                <a:moveTo>
                  <a:pt x="295" y="781"/>
                </a:moveTo>
                <a:cubicBezTo>
                  <a:pt x="295" y="781"/>
                  <a:pt x="295" y="781"/>
                  <a:pt x="295" y="781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5" y="781"/>
                  <a:pt x="295" y="781"/>
                  <a:pt x="295" y="781"/>
                </a:cubicBezTo>
                <a:close/>
                <a:moveTo>
                  <a:pt x="295" y="31"/>
                </a:moveTo>
                <a:cubicBezTo>
                  <a:pt x="295" y="44"/>
                  <a:pt x="295" y="44"/>
                  <a:pt x="295" y="44"/>
                </a:cubicBezTo>
                <a:cubicBezTo>
                  <a:pt x="295" y="44"/>
                  <a:pt x="295" y="44"/>
                  <a:pt x="295" y="44"/>
                </a:cubicBezTo>
                <a:cubicBezTo>
                  <a:pt x="295" y="31"/>
                  <a:pt x="295" y="31"/>
                  <a:pt x="295" y="31"/>
                </a:cubicBezTo>
                <a:cubicBezTo>
                  <a:pt x="295" y="31"/>
                  <a:pt x="295" y="31"/>
                  <a:pt x="295" y="31"/>
                </a:cubicBezTo>
                <a:close/>
                <a:moveTo>
                  <a:pt x="295" y="53"/>
                </a:moveTo>
                <a:cubicBezTo>
                  <a:pt x="295" y="61"/>
                  <a:pt x="295" y="61"/>
                  <a:pt x="295" y="61"/>
                </a:cubicBezTo>
                <a:cubicBezTo>
                  <a:pt x="295" y="61"/>
                  <a:pt x="295" y="61"/>
                  <a:pt x="295" y="61"/>
                </a:cubicBezTo>
                <a:cubicBezTo>
                  <a:pt x="295" y="53"/>
                  <a:pt x="295" y="53"/>
                  <a:pt x="295" y="53"/>
                </a:cubicBezTo>
                <a:cubicBezTo>
                  <a:pt x="295" y="53"/>
                  <a:pt x="295" y="53"/>
                  <a:pt x="295" y="53"/>
                </a:cubicBezTo>
                <a:close/>
                <a:moveTo>
                  <a:pt x="295" y="82"/>
                </a:moveTo>
                <a:cubicBezTo>
                  <a:pt x="295" y="118"/>
                  <a:pt x="295" y="118"/>
                  <a:pt x="295" y="118"/>
                </a:cubicBezTo>
                <a:cubicBezTo>
                  <a:pt x="295" y="118"/>
                  <a:pt x="295" y="118"/>
                  <a:pt x="295" y="118"/>
                </a:cubicBezTo>
                <a:cubicBezTo>
                  <a:pt x="295" y="82"/>
                  <a:pt x="295" y="82"/>
                  <a:pt x="295" y="82"/>
                </a:cubicBezTo>
                <a:cubicBezTo>
                  <a:pt x="295" y="82"/>
                  <a:pt x="295" y="82"/>
                  <a:pt x="295" y="82"/>
                </a:cubicBezTo>
                <a:close/>
                <a:moveTo>
                  <a:pt x="295" y="140"/>
                </a:moveTo>
                <a:cubicBezTo>
                  <a:pt x="295" y="164"/>
                  <a:pt x="295" y="164"/>
                  <a:pt x="295" y="164"/>
                </a:cubicBezTo>
                <a:cubicBezTo>
                  <a:pt x="295" y="164"/>
                  <a:pt x="295" y="164"/>
                  <a:pt x="295" y="164"/>
                </a:cubicBezTo>
                <a:cubicBezTo>
                  <a:pt x="295" y="141"/>
                  <a:pt x="295" y="141"/>
                  <a:pt x="295" y="141"/>
                </a:cubicBezTo>
                <a:cubicBezTo>
                  <a:pt x="295" y="140"/>
                  <a:pt x="295" y="140"/>
                  <a:pt x="295" y="140"/>
                </a:cubicBezTo>
                <a:close/>
                <a:moveTo>
                  <a:pt x="295" y="187"/>
                </a:moveTo>
                <a:cubicBezTo>
                  <a:pt x="295" y="193"/>
                  <a:pt x="295" y="193"/>
                  <a:pt x="295" y="193"/>
                </a:cubicBezTo>
                <a:cubicBezTo>
                  <a:pt x="295" y="193"/>
                  <a:pt x="295" y="193"/>
                  <a:pt x="295" y="193"/>
                </a:cubicBezTo>
                <a:cubicBezTo>
                  <a:pt x="295" y="187"/>
                  <a:pt x="295" y="187"/>
                  <a:pt x="295" y="187"/>
                </a:cubicBezTo>
                <a:cubicBezTo>
                  <a:pt x="295" y="187"/>
                  <a:pt x="295" y="187"/>
                  <a:pt x="295" y="187"/>
                </a:cubicBezTo>
                <a:close/>
                <a:moveTo>
                  <a:pt x="295" y="195"/>
                </a:moveTo>
                <a:cubicBezTo>
                  <a:pt x="295" y="201"/>
                  <a:pt x="295" y="201"/>
                  <a:pt x="295" y="201"/>
                </a:cubicBezTo>
                <a:cubicBezTo>
                  <a:pt x="295" y="201"/>
                  <a:pt x="295" y="201"/>
                  <a:pt x="295" y="201"/>
                </a:cubicBezTo>
                <a:cubicBezTo>
                  <a:pt x="295" y="194"/>
                  <a:pt x="295" y="194"/>
                  <a:pt x="295" y="194"/>
                </a:cubicBezTo>
                <a:cubicBezTo>
                  <a:pt x="295" y="195"/>
                  <a:pt x="295" y="195"/>
                  <a:pt x="295" y="195"/>
                </a:cubicBezTo>
                <a:close/>
                <a:moveTo>
                  <a:pt x="295" y="211"/>
                </a:moveTo>
                <a:cubicBezTo>
                  <a:pt x="295" y="218"/>
                  <a:pt x="295" y="218"/>
                  <a:pt x="295" y="218"/>
                </a:cubicBezTo>
                <a:cubicBezTo>
                  <a:pt x="295" y="218"/>
                  <a:pt x="295" y="218"/>
                  <a:pt x="295" y="218"/>
                </a:cubicBezTo>
                <a:cubicBezTo>
                  <a:pt x="295" y="212"/>
                  <a:pt x="295" y="212"/>
                  <a:pt x="295" y="212"/>
                </a:cubicBezTo>
                <a:cubicBezTo>
                  <a:pt x="295" y="211"/>
                  <a:pt x="295" y="211"/>
                  <a:pt x="295" y="211"/>
                </a:cubicBezTo>
                <a:close/>
                <a:moveTo>
                  <a:pt x="295" y="282"/>
                </a:moveTo>
                <a:cubicBezTo>
                  <a:pt x="295" y="288"/>
                  <a:pt x="295" y="288"/>
                  <a:pt x="295" y="288"/>
                </a:cubicBezTo>
                <a:cubicBezTo>
                  <a:pt x="295" y="289"/>
                  <a:pt x="295" y="289"/>
                  <a:pt x="295" y="289"/>
                </a:cubicBezTo>
                <a:cubicBezTo>
                  <a:pt x="295" y="282"/>
                  <a:pt x="295" y="282"/>
                  <a:pt x="295" y="282"/>
                </a:cubicBezTo>
                <a:cubicBezTo>
                  <a:pt x="295" y="282"/>
                  <a:pt x="295" y="282"/>
                  <a:pt x="295" y="282"/>
                </a:cubicBezTo>
                <a:close/>
                <a:moveTo>
                  <a:pt x="295" y="303"/>
                </a:moveTo>
                <a:cubicBezTo>
                  <a:pt x="295" y="318"/>
                  <a:pt x="295" y="318"/>
                  <a:pt x="295" y="318"/>
                </a:cubicBezTo>
                <a:cubicBezTo>
                  <a:pt x="295" y="318"/>
                  <a:pt x="295" y="318"/>
                  <a:pt x="295" y="318"/>
                </a:cubicBezTo>
                <a:cubicBezTo>
                  <a:pt x="295" y="303"/>
                  <a:pt x="295" y="303"/>
                  <a:pt x="295" y="303"/>
                </a:cubicBezTo>
                <a:cubicBezTo>
                  <a:pt x="295" y="303"/>
                  <a:pt x="295" y="303"/>
                  <a:pt x="295" y="303"/>
                </a:cubicBezTo>
                <a:close/>
                <a:moveTo>
                  <a:pt x="295" y="335"/>
                </a:moveTo>
                <a:cubicBezTo>
                  <a:pt x="295" y="336"/>
                  <a:pt x="295" y="336"/>
                  <a:pt x="295" y="336"/>
                </a:cubicBezTo>
                <a:cubicBezTo>
                  <a:pt x="295" y="337"/>
                  <a:pt x="295" y="338"/>
                  <a:pt x="295" y="339"/>
                </a:cubicBezTo>
                <a:cubicBezTo>
                  <a:pt x="295" y="332"/>
                  <a:pt x="295" y="332"/>
                  <a:pt x="295" y="332"/>
                </a:cubicBezTo>
                <a:cubicBezTo>
                  <a:pt x="295" y="333"/>
                  <a:pt x="295" y="334"/>
                  <a:pt x="295" y="335"/>
                </a:cubicBezTo>
                <a:close/>
                <a:moveTo>
                  <a:pt x="295" y="366"/>
                </a:moveTo>
                <a:cubicBezTo>
                  <a:pt x="295" y="376"/>
                  <a:pt x="295" y="376"/>
                  <a:pt x="295" y="376"/>
                </a:cubicBezTo>
                <a:cubicBezTo>
                  <a:pt x="295" y="376"/>
                  <a:pt x="295" y="376"/>
                  <a:pt x="295" y="376"/>
                </a:cubicBezTo>
                <a:cubicBezTo>
                  <a:pt x="295" y="376"/>
                  <a:pt x="295" y="376"/>
                  <a:pt x="295" y="376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67"/>
                  <a:pt x="295" y="367"/>
                  <a:pt x="295" y="367"/>
                </a:cubicBezTo>
                <a:cubicBezTo>
                  <a:pt x="295" y="366"/>
                  <a:pt x="295" y="366"/>
                  <a:pt x="295" y="366"/>
                </a:cubicBezTo>
                <a:close/>
                <a:moveTo>
                  <a:pt x="295" y="388"/>
                </a:moveTo>
                <a:cubicBezTo>
                  <a:pt x="295" y="393"/>
                  <a:pt x="295" y="393"/>
                  <a:pt x="295" y="393"/>
                </a:cubicBezTo>
                <a:cubicBezTo>
                  <a:pt x="295" y="394"/>
                  <a:pt x="295" y="394"/>
                  <a:pt x="295" y="394"/>
                </a:cubicBezTo>
                <a:cubicBezTo>
                  <a:pt x="295" y="388"/>
                  <a:pt x="295" y="388"/>
                  <a:pt x="295" y="388"/>
                </a:cubicBezTo>
                <a:cubicBezTo>
                  <a:pt x="295" y="388"/>
                  <a:pt x="295" y="388"/>
                  <a:pt x="295" y="388"/>
                </a:cubicBezTo>
                <a:close/>
                <a:moveTo>
                  <a:pt x="295" y="400"/>
                </a:moveTo>
                <a:cubicBezTo>
                  <a:pt x="295" y="405"/>
                  <a:pt x="295" y="405"/>
                  <a:pt x="295" y="405"/>
                </a:cubicBezTo>
                <a:cubicBezTo>
                  <a:pt x="295" y="405"/>
                  <a:pt x="295" y="405"/>
                  <a:pt x="295" y="405"/>
                </a:cubicBezTo>
                <a:cubicBezTo>
                  <a:pt x="295" y="400"/>
                  <a:pt x="295" y="400"/>
                  <a:pt x="295" y="400"/>
                </a:cubicBezTo>
                <a:cubicBezTo>
                  <a:pt x="295" y="400"/>
                  <a:pt x="295" y="400"/>
                  <a:pt x="295" y="400"/>
                </a:cubicBezTo>
                <a:close/>
                <a:moveTo>
                  <a:pt x="295" y="414"/>
                </a:moveTo>
                <a:cubicBezTo>
                  <a:pt x="295" y="421"/>
                  <a:pt x="295" y="421"/>
                  <a:pt x="295" y="421"/>
                </a:cubicBezTo>
                <a:cubicBezTo>
                  <a:pt x="294" y="423"/>
                  <a:pt x="295" y="425"/>
                  <a:pt x="295" y="429"/>
                </a:cubicBezTo>
                <a:cubicBezTo>
                  <a:pt x="295" y="429"/>
                  <a:pt x="295" y="429"/>
                  <a:pt x="295" y="429"/>
                </a:cubicBezTo>
                <a:cubicBezTo>
                  <a:pt x="295" y="440"/>
                  <a:pt x="295" y="440"/>
                  <a:pt x="295" y="440"/>
                </a:cubicBezTo>
                <a:cubicBezTo>
                  <a:pt x="295" y="439"/>
                  <a:pt x="295" y="439"/>
                  <a:pt x="295" y="439"/>
                </a:cubicBezTo>
                <a:cubicBezTo>
                  <a:pt x="295" y="414"/>
                  <a:pt x="295" y="414"/>
                  <a:pt x="295" y="414"/>
                </a:cubicBezTo>
                <a:cubicBezTo>
                  <a:pt x="295" y="414"/>
                  <a:pt x="295" y="414"/>
                  <a:pt x="295" y="414"/>
                </a:cubicBezTo>
                <a:close/>
                <a:moveTo>
                  <a:pt x="295" y="486"/>
                </a:moveTo>
                <a:cubicBezTo>
                  <a:pt x="295" y="492"/>
                  <a:pt x="295" y="492"/>
                  <a:pt x="295" y="492"/>
                </a:cubicBezTo>
                <a:cubicBezTo>
                  <a:pt x="295" y="492"/>
                  <a:pt x="295" y="492"/>
                  <a:pt x="295" y="492"/>
                </a:cubicBezTo>
                <a:cubicBezTo>
                  <a:pt x="295" y="486"/>
                  <a:pt x="295" y="486"/>
                  <a:pt x="295" y="486"/>
                </a:cubicBezTo>
                <a:cubicBezTo>
                  <a:pt x="295" y="486"/>
                  <a:pt x="295" y="486"/>
                  <a:pt x="295" y="486"/>
                </a:cubicBezTo>
                <a:close/>
                <a:moveTo>
                  <a:pt x="295" y="497"/>
                </a:moveTo>
                <a:cubicBezTo>
                  <a:pt x="295" y="502"/>
                  <a:pt x="295" y="502"/>
                  <a:pt x="295" y="502"/>
                </a:cubicBezTo>
                <a:cubicBezTo>
                  <a:pt x="295" y="502"/>
                  <a:pt x="295" y="502"/>
                  <a:pt x="295" y="502"/>
                </a:cubicBezTo>
                <a:cubicBezTo>
                  <a:pt x="295" y="497"/>
                  <a:pt x="295" y="497"/>
                  <a:pt x="295" y="497"/>
                </a:cubicBezTo>
                <a:cubicBezTo>
                  <a:pt x="295" y="497"/>
                  <a:pt x="295" y="497"/>
                  <a:pt x="295" y="497"/>
                </a:cubicBezTo>
                <a:close/>
                <a:moveTo>
                  <a:pt x="295" y="512"/>
                </a:moveTo>
                <a:cubicBezTo>
                  <a:pt x="295" y="522"/>
                  <a:pt x="295" y="522"/>
                  <a:pt x="295" y="522"/>
                </a:cubicBezTo>
                <a:cubicBezTo>
                  <a:pt x="295" y="522"/>
                  <a:pt x="295" y="522"/>
                  <a:pt x="295" y="522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5" y="512"/>
                  <a:pt x="295" y="512"/>
                  <a:pt x="295" y="512"/>
                </a:cubicBezTo>
                <a:close/>
                <a:moveTo>
                  <a:pt x="295" y="542"/>
                </a:moveTo>
                <a:cubicBezTo>
                  <a:pt x="295" y="546"/>
                  <a:pt x="295" y="546"/>
                  <a:pt x="295" y="546"/>
                </a:cubicBezTo>
                <a:cubicBezTo>
                  <a:pt x="295" y="546"/>
                  <a:pt x="295" y="545"/>
                  <a:pt x="295" y="545"/>
                </a:cubicBezTo>
                <a:cubicBezTo>
                  <a:pt x="295" y="542"/>
                  <a:pt x="295" y="542"/>
                  <a:pt x="295" y="542"/>
                </a:cubicBezTo>
                <a:cubicBezTo>
                  <a:pt x="295" y="542"/>
                  <a:pt x="295" y="542"/>
                  <a:pt x="295" y="542"/>
                </a:cubicBezTo>
                <a:close/>
                <a:moveTo>
                  <a:pt x="295" y="586"/>
                </a:moveTo>
                <a:cubicBezTo>
                  <a:pt x="295" y="591"/>
                  <a:pt x="295" y="591"/>
                  <a:pt x="295" y="591"/>
                </a:cubicBezTo>
                <a:cubicBezTo>
                  <a:pt x="295" y="591"/>
                  <a:pt x="295" y="591"/>
                  <a:pt x="295" y="591"/>
                </a:cubicBezTo>
                <a:cubicBezTo>
                  <a:pt x="295" y="586"/>
                  <a:pt x="295" y="586"/>
                  <a:pt x="295" y="586"/>
                </a:cubicBezTo>
                <a:cubicBezTo>
                  <a:pt x="295" y="586"/>
                  <a:pt x="295" y="586"/>
                  <a:pt x="295" y="586"/>
                </a:cubicBezTo>
                <a:close/>
                <a:moveTo>
                  <a:pt x="295" y="610"/>
                </a:moveTo>
                <a:cubicBezTo>
                  <a:pt x="295" y="617"/>
                  <a:pt x="295" y="617"/>
                  <a:pt x="295" y="617"/>
                </a:cubicBezTo>
                <a:cubicBezTo>
                  <a:pt x="295" y="617"/>
                  <a:pt x="295" y="617"/>
                  <a:pt x="295" y="617"/>
                </a:cubicBezTo>
                <a:cubicBezTo>
                  <a:pt x="295" y="609"/>
                  <a:pt x="295" y="609"/>
                  <a:pt x="295" y="609"/>
                </a:cubicBezTo>
                <a:cubicBezTo>
                  <a:pt x="295" y="610"/>
                  <a:pt x="295" y="610"/>
                  <a:pt x="295" y="610"/>
                </a:cubicBezTo>
                <a:close/>
                <a:moveTo>
                  <a:pt x="295" y="669"/>
                </a:moveTo>
                <a:cubicBezTo>
                  <a:pt x="295" y="681"/>
                  <a:pt x="295" y="681"/>
                  <a:pt x="295" y="681"/>
                </a:cubicBezTo>
                <a:cubicBezTo>
                  <a:pt x="295" y="681"/>
                  <a:pt x="295" y="681"/>
                  <a:pt x="295" y="681"/>
                </a:cubicBezTo>
                <a:cubicBezTo>
                  <a:pt x="295" y="669"/>
                  <a:pt x="295" y="669"/>
                  <a:pt x="295" y="669"/>
                </a:cubicBezTo>
                <a:cubicBezTo>
                  <a:pt x="295" y="669"/>
                  <a:pt x="295" y="669"/>
                  <a:pt x="295" y="669"/>
                </a:cubicBezTo>
                <a:close/>
                <a:moveTo>
                  <a:pt x="295" y="734"/>
                </a:moveTo>
                <a:cubicBezTo>
                  <a:pt x="295" y="746"/>
                  <a:pt x="295" y="746"/>
                  <a:pt x="295" y="746"/>
                </a:cubicBezTo>
                <a:cubicBezTo>
                  <a:pt x="295" y="746"/>
                  <a:pt x="295" y="746"/>
                  <a:pt x="295" y="746"/>
                </a:cubicBezTo>
                <a:cubicBezTo>
                  <a:pt x="295" y="734"/>
                  <a:pt x="295" y="734"/>
                  <a:pt x="295" y="734"/>
                </a:cubicBezTo>
                <a:close/>
                <a:moveTo>
                  <a:pt x="293" y="14"/>
                </a:moveTo>
                <a:cubicBezTo>
                  <a:pt x="293" y="14"/>
                  <a:pt x="294" y="14"/>
                  <a:pt x="295" y="14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4" y="22"/>
                  <a:pt x="293" y="22"/>
                  <a:pt x="293" y="22"/>
                </a:cubicBezTo>
                <a:cubicBezTo>
                  <a:pt x="293" y="14"/>
                  <a:pt x="293" y="14"/>
                  <a:pt x="293" y="14"/>
                </a:cubicBezTo>
                <a:close/>
                <a:moveTo>
                  <a:pt x="295" y="781"/>
                </a:moveTo>
                <a:cubicBezTo>
                  <a:pt x="293" y="781"/>
                  <a:pt x="293" y="781"/>
                  <a:pt x="293" y="781"/>
                </a:cubicBezTo>
                <a:cubicBezTo>
                  <a:pt x="293" y="772"/>
                  <a:pt x="293" y="772"/>
                  <a:pt x="293" y="772"/>
                </a:cubicBezTo>
                <a:cubicBezTo>
                  <a:pt x="293" y="772"/>
                  <a:pt x="294" y="773"/>
                  <a:pt x="295" y="773"/>
                </a:cubicBezTo>
                <a:cubicBezTo>
                  <a:pt x="295" y="781"/>
                  <a:pt x="295" y="781"/>
                  <a:pt x="295" y="781"/>
                </a:cubicBezTo>
                <a:close/>
                <a:moveTo>
                  <a:pt x="295" y="31"/>
                </a:moveTo>
                <a:cubicBezTo>
                  <a:pt x="295" y="44"/>
                  <a:pt x="295" y="44"/>
                  <a:pt x="295" y="44"/>
                </a:cubicBezTo>
                <a:cubicBezTo>
                  <a:pt x="294" y="43"/>
                  <a:pt x="294" y="43"/>
                  <a:pt x="293" y="42"/>
                </a:cubicBezTo>
                <a:cubicBezTo>
                  <a:pt x="293" y="29"/>
                  <a:pt x="293" y="29"/>
                  <a:pt x="293" y="29"/>
                </a:cubicBezTo>
                <a:cubicBezTo>
                  <a:pt x="293" y="30"/>
                  <a:pt x="294" y="30"/>
                  <a:pt x="295" y="31"/>
                </a:cubicBezTo>
                <a:close/>
                <a:moveTo>
                  <a:pt x="295" y="53"/>
                </a:moveTo>
                <a:cubicBezTo>
                  <a:pt x="295" y="61"/>
                  <a:pt x="295" y="61"/>
                  <a:pt x="295" y="61"/>
                </a:cubicBezTo>
                <a:cubicBezTo>
                  <a:pt x="293" y="62"/>
                  <a:pt x="293" y="62"/>
                  <a:pt x="293" y="62"/>
                </a:cubicBezTo>
                <a:cubicBezTo>
                  <a:pt x="293" y="54"/>
                  <a:pt x="293" y="54"/>
                  <a:pt x="293" y="54"/>
                </a:cubicBezTo>
                <a:cubicBezTo>
                  <a:pt x="293" y="54"/>
                  <a:pt x="294" y="53"/>
                  <a:pt x="295" y="53"/>
                </a:cubicBezTo>
                <a:close/>
                <a:moveTo>
                  <a:pt x="295" y="82"/>
                </a:moveTo>
                <a:cubicBezTo>
                  <a:pt x="295" y="118"/>
                  <a:pt x="295" y="118"/>
                  <a:pt x="295" y="118"/>
                </a:cubicBezTo>
                <a:cubicBezTo>
                  <a:pt x="294" y="118"/>
                  <a:pt x="293" y="119"/>
                  <a:pt x="293" y="119"/>
                </a:cubicBezTo>
                <a:cubicBezTo>
                  <a:pt x="293" y="101"/>
                  <a:pt x="293" y="101"/>
                  <a:pt x="293" y="101"/>
                </a:cubicBezTo>
                <a:cubicBezTo>
                  <a:pt x="293" y="101"/>
                  <a:pt x="294" y="101"/>
                  <a:pt x="294" y="101"/>
                </a:cubicBezTo>
                <a:cubicBezTo>
                  <a:pt x="294" y="97"/>
                  <a:pt x="293" y="93"/>
                  <a:pt x="293" y="89"/>
                </a:cubicBezTo>
                <a:cubicBezTo>
                  <a:pt x="293" y="86"/>
                  <a:pt x="293" y="86"/>
                  <a:pt x="293" y="86"/>
                </a:cubicBezTo>
                <a:cubicBezTo>
                  <a:pt x="293" y="84"/>
                  <a:pt x="294" y="83"/>
                  <a:pt x="295" y="82"/>
                </a:cubicBezTo>
                <a:close/>
                <a:moveTo>
                  <a:pt x="295" y="141"/>
                </a:moveTo>
                <a:cubicBezTo>
                  <a:pt x="295" y="164"/>
                  <a:pt x="295" y="164"/>
                  <a:pt x="295" y="164"/>
                </a:cubicBezTo>
                <a:cubicBezTo>
                  <a:pt x="294" y="164"/>
                  <a:pt x="293" y="164"/>
                  <a:pt x="293" y="164"/>
                </a:cubicBezTo>
                <a:cubicBezTo>
                  <a:pt x="293" y="142"/>
                  <a:pt x="293" y="142"/>
                  <a:pt x="293" y="142"/>
                </a:cubicBezTo>
                <a:cubicBezTo>
                  <a:pt x="294" y="142"/>
                  <a:pt x="294" y="141"/>
                  <a:pt x="295" y="141"/>
                </a:cubicBezTo>
                <a:close/>
                <a:moveTo>
                  <a:pt x="295" y="187"/>
                </a:moveTo>
                <a:cubicBezTo>
                  <a:pt x="295" y="193"/>
                  <a:pt x="295" y="193"/>
                  <a:pt x="295" y="193"/>
                </a:cubicBezTo>
                <a:cubicBezTo>
                  <a:pt x="294" y="194"/>
                  <a:pt x="294" y="194"/>
                  <a:pt x="294" y="194"/>
                </a:cubicBezTo>
                <a:cubicBezTo>
                  <a:pt x="295" y="194"/>
                  <a:pt x="295" y="194"/>
                  <a:pt x="295" y="194"/>
                </a:cubicBezTo>
                <a:cubicBezTo>
                  <a:pt x="295" y="201"/>
                  <a:pt x="295" y="201"/>
                  <a:pt x="295" y="201"/>
                </a:cubicBezTo>
                <a:cubicBezTo>
                  <a:pt x="294" y="201"/>
                  <a:pt x="293" y="201"/>
                  <a:pt x="293" y="200"/>
                </a:cubicBezTo>
                <a:cubicBezTo>
                  <a:pt x="293" y="188"/>
                  <a:pt x="293" y="188"/>
                  <a:pt x="293" y="188"/>
                </a:cubicBezTo>
                <a:cubicBezTo>
                  <a:pt x="293" y="187"/>
                  <a:pt x="294" y="187"/>
                  <a:pt x="295" y="187"/>
                </a:cubicBezTo>
                <a:close/>
                <a:moveTo>
                  <a:pt x="295" y="212"/>
                </a:moveTo>
                <a:cubicBezTo>
                  <a:pt x="295" y="218"/>
                  <a:pt x="295" y="218"/>
                  <a:pt x="295" y="218"/>
                </a:cubicBezTo>
                <a:cubicBezTo>
                  <a:pt x="294" y="218"/>
                  <a:pt x="293" y="218"/>
                  <a:pt x="293" y="219"/>
                </a:cubicBezTo>
                <a:cubicBezTo>
                  <a:pt x="293" y="212"/>
                  <a:pt x="293" y="212"/>
                  <a:pt x="293" y="212"/>
                </a:cubicBezTo>
                <a:cubicBezTo>
                  <a:pt x="295" y="212"/>
                  <a:pt x="295" y="212"/>
                  <a:pt x="295" y="212"/>
                </a:cubicBezTo>
                <a:close/>
                <a:moveTo>
                  <a:pt x="295" y="282"/>
                </a:moveTo>
                <a:cubicBezTo>
                  <a:pt x="295" y="289"/>
                  <a:pt x="295" y="289"/>
                  <a:pt x="295" y="289"/>
                </a:cubicBezTo>
                <a:cubicBezTo>
                  <a:pt x="294" y="290"/>
                  <a:pt x="293" y="290"/>
                  <a:pt x="293" y="291"/>
                </a:cubicBezTo>
                <a:cubicBezTo>
                  <a:pt x="293" y="280"/>
                  <a:pt x="293" y="280"/>
                  <a:pt x="293" y="280"/>
                </a:cubicBezTo>
                <a:cubicBezTo>
                  <a:pt x="295" y="282"/>
                  <a:pt x="295" y="282"/>
                  <a:pt x="295" y="282"/>
                </a:cubicBezTo>
                <a:close/>
                <a:moveTo>
                  <a:pt x="295" y="303"/>
                </a:moveTo>
                <a:cubicBezTo>
                  <a:pt x="295" y="318"/>
                  <a:pt x="295" y="318"/>
                  <a:pt x="295" y="318"/>
                </a:cubicBezTo>
                <a:cubicBezTo>
                  <a:pt x="294" y="317"/>
                  <a:pt x="293" y="317"/>
                  <a:pt x="293" y="316"/>
                </a:cubicBezTo>
                <a:cubicBezTo>
                  <a:pt x="293" y="305"/>
                  <a:pt x="293" y="305"/>
                  <a:pt x="293" y="305"/>
                </a:cubicBezTo>
                <a:cubicBezTo>
                  <a:pt x="293" y="305"/>
                  <a:pt x="294" y="304"/>
                  <a:pt x="295" y="303"/>
                </a:cubicBezTo>
                <a:close/>
                <a:moveTo>
                  <a:pt x="295" y="332"/>
                </a:moveTo>
                <a:cubicBezTo>
                  <a:pt x="295" y="339"/>
                  <a:pt x="295" y="339"/>
                  <a:pt x="295" y="339"/>
                </a:cubicBezTo>
                <a:cubicBezTo>
                  <a:pt x="294" y="341"/>
                  <a:pt x="294" y="342"/>
                  <a:pt x="293" y="343"/>
                </a:cubicBezTo>
                <a:cubicBezTo>
                  <a:pt x="293" y="329"/>
                  <a:pt x="293" y="329"/>
                  <a:pt x="293" y="329"/>
                </a:cubicBezTo>
                <a:cubicBezTo>
                  <a:pt x="293" y="329"/>
                  <a:pt x="294" y="329"/>
                  <a:pt x="294" y="330"/>
                </a:cubicBezTo>
                <a:cubicBezTo>
                  <a:pt x="294" y="330"/>
                  <a:pt x="294" y="331"/>
                  <a:pt x="295" y="332"/>
                </a:cubicBezTo>
                <a:close/>
                <a:moveTo>
                  <a:pt x="295" y="367"/>
                </a:moveTo>
                <a:cubicBezTo>
                  <a:pt x="295" y="381"/>
                  <a:pt x="295" y="381"/>
                  <a:pt x="295" y="381"/>
                </a:cubicBezTo>
                <a:cubicBezTo>
                  <a:pt x="294" y="383"/>
                  <a:pt x="293" y="386"/>
                  <a:pt x="293" y="388"/>
                </a:cubicBezTo>
                <a:cubicBezTo>
                  <a:pt x="293" y="372"/>
                  <a:pt x="293" y="372"/>
                  <a:pt x="293" y="372"/>
                </a:cubicBezTo>
                <a:cubicBezTo>
                  <a:pt x="293" y="370"/>
                  <a:pt x="294" y="369"/>
                  <a:pt x="295" y="367"/>
                </a:cubicBezTo>
                <a:close/>
                <a:moveTo>
                  <a:pt x="295" y="388"/>
                </a:moveTo>
                <a:cubicBezTo>
                  <a:pt x="295" y="394"/>
                  <a:pt x="295" y="394"/>
                  <a:pt x="295" y="394"/>
                </a:cubicBezTo>
                <a:cubicBezTo>
                  <a:pt x="294" y="395"/>
                  <a:pt x="293" y="396"/>
                  <a:pt x="293" y="397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88"/>
                  <a:pt x="294" y="388"/>
                  <a:pt x="295" y="388"/>
                </a:cubicBezTo>
                <a:close/>
                <a:moveTo>
                  <a:pt x="295" y="400"/>
                </a:moveTo>
                <a:cubicBezTo>
                  <a:pt x="295" y="405"/>
                  <a:pt x="295" y="405"/>
                  <a:pt x="295" y="405"/>
                </a:cubicBezTo>
                <a:cubicBezTo>
                  <a:pt x="294" y="405"/>
                  <a:pt x="294" y="405"/>
                  <a:pt x="294" y="405"/>
                </a:cubicBezTo>
                <a:cubicBezTo>
                  <a:pt x="293" y="408"/>
                  <a:pt x="293" y="410"/>
                  <a:pt x="293" y="413"/>
                </a:cubicBezTo>
                <a:cubicBezTo>
                  <a:pt x="293" y="401"/>
                  <a:pt x="293" y="401"/>
                  <a:pt x="293" y="401"/>
                </a:cubicBezTo>
                <a:cubicBezTo>
                  <a:pt x="293" y="401"/>
                  <a:pt x="294" y="400"/>
                  <a:pt x="295" y="400"/>
                </a:cubicBezTo>
                <a:close/>
                <a:moveTo>
                  <a:pt x="295" y="414"/>
                </a:moveTo>
                <a:cubicBezTo>
                  <a:pt x="295" y="439"/>
                  <a:pt x="295" y="439"/>
                  <a:pt x="295" y="439"/>
                </a:cubicBezTo>
                <a:cubicBezTo>
                  <a:pt x="294" y="437"/>
                  <a:pt x="293" y="435"/>
                  <a:pt x="293" y="433"/>
                </a:cubicBezTo>
                <a:cubicBezTo>
                  <a:pt x="293" y="415"/>
                  <a:pt x="293" y="415"/>
                  <a:pt x="293" y="415"/>
                </a:cubicBezTo>
                <a:cubicBezTo>
                  <a:pt x="295" y="414"/>
                  <a:pt x="295" y="414"/>
                  <a:pt x="295" y="414"/>
                </a:cubicBezTo>
                <a:close/>
                <a:moveTo>
                  <a:pt x="295" y="486"/>
                </a:moveTo>
                <a:cubicBezTo>
                  <a:pt x="295" y="492"/>
                  <a:pt x="295" y="492"/>
                  <a:pt x="295" y="492"/>
                </a:cubicBezTo>
                <a:cubicBezTo>
                  <a:pt x="294" y="492"/>
                  <a:pt x="293" y="493"/>
                  <a:pt x="293" y="493"/>
                </a:cubicBezTo>
                <a:cubicBezTo>
                  <a:pt x="293" y="488"/>
                  <a:pt x="293" y="488"/>
                  <a:pt x="293" y="488"/>
                </a:cubicBezTo>
                <a:cubicBezTo>
                  <a:pt x="293" y="487"/>
                  <a:pt x="294" y="487"/>
                  <a:pt x="295" y="486"/>
                </a:cubicBezTo>
                <a:close/>
                <a:moveTo>
                  <a:pt x="295" y="497"/>
                </a:moveTo>
                <a:cubicBezTo>
                  <a:pt x="295" y="502"/>
                  <a:pt x="295" y="502"/>
                  <a:pt x="295" y="502"/>
                </a:cubicBezTo>
                <a:cubicBezTo>
                  <a:pt x="294" y="501"/>
                  <a:pt x="293" y="501"/>
                  <a:pt x="293" y="501"/>
                </a:cubicBezTo>
                <a:cubicBezTo>
                  <a:pt x="293" y="496"/>
                  <a:pt x="293" y="496"/>
                  <a:pt x="293" y="496"/>
                </a:cubicBezTo>
                <a:cubicBezTo>
                  <a:pt x="294" y="497"/>
                  <a:pt x="294" y="497"/>
                  <a:pt x="295" y="497"/>
                </a:cubicBezTo>
                <a:close/>
                <a:moveTo>
                  <a:pt x="295" y="512"/>
                </a:moveTo>
                <a:cubicBezTo>
                  <a:pt x="295" y="516"/>
                  <a:pt x="295" y="516"/>
                  <a:pt x="295" y="516"/>
                </a:cubicBezTo>
                <a:cubicBezTo>
                  <a:pt x="294" y="516"/>
                  <a:pt x="293" y="515"/>
                  <a:pt x="293" y="515"/>
                </a:cubicBezTo>
                <a:cubicBezTo>
                  <a:pt x="293" y="511"/>
                  <a:pt x="293" y="511"/>
                  <a:pt x="293" y="511"/>
                </a:cubicBezTo>
                <a:cubicBezTo>
                  <a:pt x="295" y="512"/>
                  <a:pt x="295" y="512"/>
                  <a:pt x="295" y="512"/>
                </a:cubicBezTo>
                <a:close/>
                <a:moveTo>
                  <a:pt x="295" y="516"/>
                </a:moveTo>
                <a:cubicBezTo>
                  <a:pt x="295" y="522"/>
                  <a:pt x="295" y="522"/>
                  <a:pt x="295" y="522"/>
                </a:cubicBezTo>
                <a:cubicBezTo>
                  <a:pt x="294" y="522"/>
                  <a:pt x="294" y="523"/>
                  <a:pt x="293" y="523"/>
                </a:cubicBezTo>
                <a:cubicBezTo>
                  <a:pt x="293" y="523"/>
                  <a:pt x="293" y="523"/>
                  <a:pt x="293" y="523"/>
                </a:cubicBezTo>
                <a:cubicBezTo>
                  <a:pt x="293" y="518"/>
                  <a:pt x="293" y="518"/>
                  <a:pt x="293" y="518"/>
                </a:cubicBezTo>
                <a:cubicBezTo>
                  <a:pt x="293" y="518"/>
                  <a:pt x="294" y="517"/>
                  <a:pt x="295" y="516"/>
                </a:cubicBezTo>
                <a:close/>
                <a:moveTo>
                  <a:pt x="295" y="542"/>
                </a:moveTo>
                <a:cubicBezTo>
                  <a:pt x="295" y="545"/>
                  <a:pt x="295" y="545"/>
                  <a:pt x="295" y="545"/>
                </a:cubicBezTo>
                <a:cubicBezTo>
                  <a:pt x="294" y="544"/>
                  <a:pt x="294" y="544"/>
                  <a:pt x="294" y="543"/>
                </a:cubicBezTo>
                <a:cubicBezTo>
                  <a:pt x="295" y="542"/>
                  <a:pt x="295" y="542"/>
                  <a:pt x="295" y="542"/>
                </a:cubicBezTo>
                <a:close/>
                <a:moveTo>
                  <a:pt x="295" y="586"/>
                </a:moveTo>
                <a:cubicBezTo>
                  <a:pt x="295" y="591"/>
                  <a:pt x="295" y="591"/>
                  <a:pt x="295" y="591"/>
                </a:cubicBezTo>
                <a:cubicBezTo>
                  <a:pt x="294" y="590"/>
                  <a:pt x="293" y="590"/>
                  <a:pt x="293" y="590"/>
                </a:cubicBezTo>
                <a:cubicBezTo>
                  <a:pt x="293" y="584"/>
                  <a:pt x="293" y="584"/>
                  <a:pt x="293" y="584"/>
                </a:cubicBezTo>
                <a:cubicBezTo>
                  <a:pt x="293" y="585"/>
                  <a:pt x="294" y="585"/>
                  <a:pt x="295" y="586"/>
                </a:cubicBezTo>
                <a:close/>
                <a:moveTo>
                  <a:pt x="295" y="609"/>
                </a:moveTo>
                <a:cubicBezTo>
                  <a:pt x="295" y="617"/>
                  <a:pt x="295" y="617"/>
                  <a:pt x="295" y="617"/>
                </a:cubicBezTo>
                <a:cubicBezTo>
                  <a:pt x="294" y="617"/>
                  <a:pt x="293" y="617"/>
                  <a:pt x="293" y="616"/>
                </a:cubicBezTo>
                <a:cubicBezTo>
                  <a:pt x="293" y="607"/>
                  <a:pt x="293" y="607"/>
                  <a:pt x="293" y="607"/>
                </a:cubicBezTo>
                <a:cubicBezTo>
                  <a:pt x="293" y="608"/>
                  <a:pt x="294" y="609"/>
                  <a:pt x="295" y="609"/>
                </a:cubicBezTo>
                <a:close/>
                <a:moveTo>
                  <a:pt x="295" y="669"/>
                </a:moveTo>
                <a:cubicBezTo>
                  <a:pt x="295" y="681"/>
                  <a:pt x="295" y="681"/>
                  <a:pt x="295" y="681"/>
                </a:cubicBezTo>
                <a:cubicBezTo>
                  <a:pt x="293" y="680"/>
                  <a:pt x="293" y="680"/>
                  <a:pt x="293" y="680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5" y="669"/>
                  <a:pt x="295" y="669"/>
                  <a:pt x="295" y="669"/>
                </a:cubicBezTo>
                <a:close/>
                <a:moveTo>
                  <a:pt x="295" y="734"/>
                </a:moveTo>
                <a:cubicBezTo>
                  <a:pt x="295" y="746"/>
                  <a:pt x="295" y="746"/>
                  <a:pt x="295" y="746"/>
                </a:cubicBezTo>
                <a:cubicBezTo>
                  <a:pt x="294" y="745"/>
                  <a:pt x="294" y="745"/>
                  <a:pt x="293" y="744"/>
                </a:cubicBezTo>
                <a:cubicBezTo>
                  <a:pt x="293" y="733"/>
                  <a:pt x="293" y="733"/>
                  <a:pt x="293" y="733"/>
                </a:cubicBezTo>
                <a:cubicBezTo>
                  <a:pt x="293" y="733"/>
                  <a:pt x="294" y="734"/>
                  <a:pt x="295" y="734"/>
                </a:cubicBezTo>
                <a:close/>
                <a:moveTo>
                  <a:pt x="293" y="468"/>
                </a:moveTo>
                <a:cubicBezTo>
                  <a:pt x="293" y="462"/>
                  <a:pt x="293" y="462"/>
                  <a:pt x="293" y="462"/>
                </a:cubicBezTo>
                <a:cubicBezTo>
                  <a:pt x="294" y="465"/>
                  <a:pt x="295" y="467"/>
                  <a:pt x="293" y="468"/>
                </a:cubicBezTo>
                <a:close/>
                <a:moveTo>
                  <a:pt x="293" y="452"/>
                </a:moveTo>
                <a:cubicBezTo>
                  <a:pt x="293" y="448"/>
                  <a:pt x="293" y="448"/>
                  <a:pt x="293" y="448"/>
                </a:cubicBezTo>
                <a:cubicBezTo>
                  <a:pt x="293" y="450"/>
                  <a:pt x="293" y="451"/>
                  <a:pt x="293" y="452"/>
                </a:cubicBezTo>
                <a:close/>
                <a:moveTo>
                  <a:pt x="291" y="15"/>
                </a:moveTo>
                <a:cubicBezTo>
                  <a:pt x="291" y="15"/>
                  <a:pt x="292" y="15"/>
                  <a:pt x="293" y="14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2" y="23"/>
                  <a:pt x="291" y="23"/>
                  <a:pt x="291" y="23"/>
                </a:cubicBezTo>
                <a:cubicBezTo>
                  <a:pt x="291" y="15"/>
                  <a:pt x="291" y="15"/>
                  <a:pt x="291" y="15"/>
                </a:cubicBezTo>
                <a:close/>
                <a:moveTo>
                  <a:pt x="293" y="781"/>
                </a:moveTo>
                <a:cubicBezTo>
                  <a:pt x="291" y="780"/>
                  <a:pt x="291" y="780"/>
                  <a:pt x="291" y="780"/>
                </a:cubicBezTo>
                <a:cubicBezTo>
                  <a:pt x="291" y="771"/>
                  <a:pt x="291" y="771"/>
                  <a:pt x="291" y="771"/>
                </a:cubicBezTo>
                <a:cubicBezTo>
                  <a:pt x="291" y="771"/>
                  <a:pt x="292" y="772"/>
                  <a:pt x="293" y="772"/>
                </a:cubicBezTo>
                <a:cubicBezTo>
                  <a:pt x="293" y="781"/>
                  <a:pt x="293" y="781"/>
                  <a:pt x="293" y="781"/>
                </a:cubicBezTo>
                <a:close/>
                <a:moveTo>
                  <a:pt x="293" y="29"/>
                </a:moveTo>
                <a:cubicBezTo>
                  <a:pt x="293" y="42"/>
                  <a:pt x="293" y="42"/>
                  <a:pt x="293" y="42"/>
                </a:cubicBezTo>
                <a:cubicBezTo>
                  <a:pt x="292" y="41"/>
                  <a:pt x="291" y="40"/>
                  <a:pt x="291" y="39"/>
                </a:cubicBezTo>
                <a:cubicBezTo>
                  <a:pt x="291" y="27"/>
                  <a:pt x="291" y="27"/>
                  <a:pt x="291" y="27"/>
                </a:cubicBezTo>
                <a:cubicBezTo>
                  <a:pt x="291" y="28"/>
                  <a:pt x="292" y="29"/>
                  <a:pt x="293" y="29"/>
                </a:cubicBezTo>
                <a:close/>
                <a:moveTo>
                  <a:pt x="293" y="54"/>
                </a:moveTo>
                <a:cubicBezTo>
                  <a:pt x="293" y="62"/>
                  <a:pt x="293" y="62"/>
                  <a:pt x="293" y="62"/>
                </a:cubicBezTo>
                <a:cubicBezTo>
                  <a:pt x="292" y="62"/>
                  <a:pt x="291" y="62"/>
                  <a:pt x="291" y="63"/>
                </a:cubicBezTo>
                <a:cubicBezTo>
                  <a:pt x="291" y="55"/>
                  <a:pt x="291" y="55"/>
                  <a:pt x="291" y="55"/>
                </a:cubicBezTo>
                <a:cubicBezTo>
                  <a:pt x="291" y="54"/>
                  <a:pt x="292" y="54"/>
                  <a:pt x="293" y="54"/>
                </a:cubicBezTo>
                <a:close/>
                <a:moveTo>
                  <a:pt x="293" y="86"/>
                </a:moveTo>
                <a:cubicBezTo>
                  <a:pt x="293" y="89"/>
                  <a:pt x="293" y="89"/>
                  <a:pt x="293" y="89"/>
                </a:cubicBezTo>
                <a:cubicBezTo>
                  <a:pt x="293" y="88"/>
                  <a:pt x="293" y="86"/>
                  <a:pt x="293" y="86"/>
                </a:cubicBezTo>
                <a:close/>
                <a:moveTo>
                  <a:pt x="293" y="101"/>
                </a:moveTo>
                <a:cubicBezTo>
                  <a:pt x="293" y="119"/>
                  <a:pt x="293" y="119"/>
                  <a:pt x="293" y="119"/>
                </a:cubicBezTo>
                <a:cubicBezTo>
                  <a:pt x="292" y="120"/>
                  <a:pt x="291" y="120"/>
                  <a:pt x="291" y="121"/>
                </a:cubicBezTo>
                <a:cubicBezTo>
                  <a:pt x="291" y="102"/>
                  <a:pt x="291" y="102"/>
                  <a:pt x="291" y="102"/>
                </a:cubicBezTo>
                <a:cubicBezTo>
                  <a:pt x="291" y="102"/>
                  <a:pt x="292" y="102"/>
                  <a:pt x="293" y="101"/>
                </a:cubicBezTo>
                <a:close/>
                <a:moveTo>
                  <a:pt x="293" y="142"/>
                </a:moveTo>
                <a:cubicBezTo>
                  <a:pt x="293" y="164"/>
                  <a:pt x="293" y="164"/>
                  <a:pt x="293" y="164"/>
                </a:cubicBezTo>
                <a:cubicBezTo>
                  <a:pt x="292" y="164"/>
                  <a:pt x="291" y="164"/>
                  <a:pt x="291" y="165"/>
                </a:cubicBezTo>
                <a:cubicBezTo>
                  <a:pt x="291" y="144"/>
                  <a:pt x="291" y="144"/>
                  <a:pt x="291" y="144"/>
                </a:cubicBezTo>
                <a:cubicBezTo>
                  <a:pt x="291" y="144"/>
                  <a:pt x="292" y="143"/>
                  <a:pt x="293" y="142"/>
                </a:cubicBezTo>
                <a:close/>
                <a:moveTo>
                  <a:pt x="293" y="188"/>
                </a:moveTo>
                <a:cubicBezTo>
                  <a:pt x="293" y="200"/>
                  <a:pt x="293" y="200"/>
                  <a:pt x="293" y="200"/>
                </a:cubicBezTo>
                <a:cubicBezTo>
                  <a:pt x="292" y="200"/>
                  <a:pt x="291" y="200"/>
                  <a:pt x="291" y="199"/>
                </a:cubicBezTo>
                <a:cubicBezTo>
                  <a:pt x="291" y="189"/>
                  <a:pt x="291" y="189"/>
                  <a:pt x="291" y="189"/>
                </a:cubicBezTo>
                <a:cubicBezTo>
                  <a:pt x="291" y="188"/>
                  <a:pt x="292" y="188"/>
                  <a:pt x="293" y="188"/>
                </a:cubicBezTo>
                <a:close/>
                <a:moveTo>
                  <a:pt x="293" y="212"/>
                </a:moveTo>
                <a:cubicBezTo>
                  <a:pt x="293" y="219"/>
                  <a:pt x="293" y="219"/>
                  <a:pt x="293" y="219"/>
                </a:cubicBezTo>
                <a:cubicBezTo>
                  <a:pt x="292" y="219"/>
                  <a:pt x="291" y="220"/>
                  <a:pt x="291" y="220"/>
                </a:cubicBezTo>
                <a:cubicBezTo>
                  <a:pt x="291" y="211"/>
                  <a:pt x="291" y="211"/>
                  <a:pt x="291" y="211"/>
                </a:cubicBezTo>
                <a:cubicBezTo>
                  <a:pt x="293" y="212"/>
                  <a:pt x="293" y="212"/>
                  <a:pt x="293" y="212"/>
                </a:cubicBezTo>
                <a:cubicBezTo>
                  <a:pt x="293" y="212"/>
                  <a:pt x="293" y="212"/>
                  <a:pt x="293" y="212"/>
                </a:cubicBezTo>
                <a:close/>
                <a:moveTo>
                  <a:pt x="293" y="280"/>
                </a:moveTo>
                <a:cubicBezTo>
                  <a:pt x="293" y="291"/>
                  <a:pt x="293" y="291"/>
                  <a:pt x="293" y="291"/>
                </a:cubicBezTo>
                <a:cubicBezTo>
                  <a:pt x="292" y="292"/>
                  <a:pt x="291" y="293"/>
                  <a:pt x="291" y="294"/>
                </a:cubicBezTo>
                <a:cubicBezTo>
                  <a:pt x="291" y="278"/>
                  <a:pt x="291" y="278"/>
                  <a:pt x="291" y="278"/>
                </a:cubicBezTo>
                <a:cubicBezTo>
                  <a:pt x="293" y="280"/>
                  <a:pt x="293" y="280"/>
                  <a:pt x="293" y="280"/>
                </a:cubicBezTo>
                <a:close/>
                <a:moveTo>
                  <a:pt x="293" y="305"/>
                </a:moveTo>
                <a:cubicBezTo>
                  <a:pt x="293" y="316"/>
                  <a:pt x="293" y="316"/>
                  <a:pt x="293" y="316"/>
                </a:cubicBezTo>
                <a:cubicBezTo>
                  <a:pt x="292" y="315"/>
                  <a:pt x="291" y="315"/>
                  <a:pt x="291" y="314"/>
                </a:cubicBezTo>
                <a:cubicBezTo>
                  <a:pt x="291" y="309"/>
                  <a:pt x="291" y="309"/>
                  <a:pt x="291" y="309"/>
                </a:cubicBezTo>
                <a:cubicBezTo>
                  <a:pt x="291" y="307"/>
                  <a:pt x="292" y="306"/>
                  <a:pt x="293" y="305"/>
                </a:cubicBezTo>
                <a:close/>
                <a:moveTo>
                  <a:pt x="293" y="329"/>
                </a:moveTo>
                <a:cubicBezTo>
                  <a:pt x="293" y="343"/>
                  <a:pt x="293" y="343"/>
                  <a:pt x="293" y="343"/>
                </a:cubicBezTo>
                <a:cubicBezTo>
                  <a:pt x="292" y="345"/>
                  <a:pt x="291" y="346"/>
                  <a:pt x="291" y="347"/>
                </a:cubicBezTo>
                <a:cubicBezTo>
                  <a:pt x="291" y="326"/>
                  <a:pt x="291" y="326"/>
                  <a:pt x="291" y="326"/>
                </a:cubicBezTo>
                <a:cubicBezTo>
                  <a:pt x="291" y="327"/>
                  <a:pt x="292" y="328"/>
                  <a:pt x="293" y="329"/>
                </a:cubicBezTo>
                <a:close/>
                <a:moveTo>
                  <a:pt x="293" y="372"/>
                </a:moveTo>
                <a:cubicBezTo>
                  <a:pt x="293" y="388"/>
                  <a:pt x="293" y="388"/>
                  <a:pt x="293" y="388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97"/>
                  <a:pt x="293" y="397"/>
                  <a:pt x="293" y="397"/>
                </a:cubicBezTo>
                <a:cubicBezTo>
                  <a:pt x="292" y="398"/>
                  <a:pt x="292" y="400"/>
                  <a:pt x="291" y="402"/>
                </a:cubicBezTo>
                <a:cubicBezTo>
                  <a:pt x="292" y="402"/>
                  <a:pt x="293" y="401"/>
                  <a:pt x="293" y="401"/>
                </a:cubicBezTo>
                <a:cubicBezTo>
                  <a:pt x="293" y="413"/>
                  <a:pt x="293" y="413"/>
                  <a:pt x="293" y="413"/>
                </a:cubicBezTo>
                <a:cubicBezTo>
                  <a:pt x="293" y="414"/>
                  <a:pt x="293" y="415"/>
                  <a:pt x="293" y="416"/>
                </a:cubicBezTo>
                <a:cubicBezTo>
                  <a:pt x="293" y="415"/>
                  <a:pt x="293" y="415"/>
                  <a:pt x="293" y="415"/>
                </a:cubicBezTo>
                <a:cubicBezTo>
                  <a:pt x="293" y="433"/>
                  <a:pt x="293" y="433"/>
                  <a:pt x="293" y="433"/>
                </a:cubicBezTo>
                <a:cubicBezTo>
                  <a:pt x="292" y="429"/>
                  <a:pt x="291" y="426"/>
                  <a:pt x="291" y="422"/>
                </a:cubicBezTo>
                <a:cubicBezTo>
                  <a:pt x="291" y="381"/>
                  <a:pt x="291" y="381"/>
                  <a:pt x="291" y="381"/>
                </a:cubicBezTo>
                <a:cubicBezTo>
                  <a:pt x="291" y="378"/>
                  <a:pt x="292" y="375"/>
                  <a:pt x="293" y="372"/>
                </a:cubicBezTo>
                <a:close/>
                <a:moveTo>
                  <a:pt x="293" y="448"/>
                </a:moveTo>
                <a:cubicBezTo>
                  <a:pt x="293" y="452"/>
                  <a:pt x="293" y="452"/>
                  <a:pt x="293" y="452"/>
                </a:cubicBezTo>
                <a:cubicBezTo>
                  <a:pt x="293" y="453"/>
                  <a:pt x="292" y="455"/>
                  <a:pt x="291" y="457"/>
                </a:cubicBezTo>
                <a:cubicBezTo>
                  <a:pt x="291" y="447"/>
                  <a:pt x="291" y="447"/>
                  <a:pt x="291" y="447"/>
                </a:cubicBezTo>
                <a:cubicBezTo>
                  <a:pt x="291" y="447"/>
                  <a:pt x="292" y="447"/>
                  <a:pt x="293" y="447"/>
                </a:cubicBezTo>
                <a:cubicBezTo>
                  <a:pt x="293" y="448"/>
                  <a:pt x="293" y="448"/>
                  <a:pt x="293" y="448"/>
                </a:cubicBezTo>
                <a:close/>
                <a:moveTo>
                  <a:pt x="293" y="462"/>
                </a:moveTo>
                <a:cubicBezTo>
                  <a:pt x="293" y="468"/>
                  <a:pt x="293" y="468"/>
                  <a:pt x="293" y="468"/>
                </a:cubicBezTo>
                <a:cubicBezTo>
                  <a:pt x="292" y="469"/>
                  <a:pt x="291" y="469"/>
                  <a:pt x="291" y="469"/>
                </a:cubicBezTo>
                <a:cubicBezTo>
                  <a:pt x="291" y="459"/>
                  <a:pt x="291" y="459"/>
                  <a:pt x="291" y="459"/>
                </a:cubicBezTo>
                <a:cubicBezTo>
                  <a:pt x="291" y="460"/>
                  <a:pt x="292" y="461"/>
                  <a:pt x="293" y="462"/>
                </a:cubicBezTo>
                <a:close/>
                <a:moveTo>
                  <a:pt x="293" y="488"/>
                </a:moveTo>
                <a:cubicBezTo>
                  <a:pt x="293" y="493"/>
                  <a:pt x="293" y="493"/>
                  <a:pt x="293" y="493"/>
                </a:cubicBezTo>
                <a:cubicBezTo>
                  <a:pt x="293" y="494"/>
                  <a:pt x="292" y="495"/>
                  <a:pt x="291" y="496"/>
                </a:cubicBezTo>
                <a:cubicBezTo>
                  <a:pt x="292" y="496"/>
                  <a:pt x="293" y="496"/>
                  <a:pt x="293" y="496"/>
                </a:cubicBezTo>
                <a:cubicBezTo>
                  <a:pt x="293" y="501"/>
                  <a:pt x="293" y="501"/>
                  <a:pt x="293" y="501"/>
                </a:cubicBezTo>
                <a:cubicBezTo>
                  <a:pt x="292" y="501"/>
                  <a:pt x="291" y="500"/>
                  <a:pt x="291" y="500"/>
                </a:cubicBezTo>
                <a:cubicBezTo>
                  <a:pt x="291" y="490"/>
                  <a:pt x="291" y="490"/>
                  <a:pt x="291" y="490"/>
                </a:cubicBezTo>
                <a:cubicBezTo>
                  <a:pt x="291" y="489"/>
                  <a:pt x="292" y="489"/>
                  <a:pt x="293" y="488"/>
                </a:cubicBezTo>
                <a:close/>
                <a:moveTo>
                  <a:pt x="293" y="511"/>
                </a:moveTo>
                <a:cubicBezTo>
                  <a:pt x="293" y="515"/>
                  <a:pt x="293" y="515"/>
                  <a:pt x="293" y="515"/>
                </a:cubicBezTo>
                <a:cubicBezTo>
                  <a:pt x="292" y="514"/>
                  <a:pt x="291" y="514"/>
                  <a:pt x="291" y="513"/>
                </a:cubicBezTo>
                <a:cubicBezTo>
                  <a:pt x="291" y="509"/>
                  <a:pt x="291" y="509"/>
                  <a:pt x="291" y="509"/>
                </a:cubicBezTo>
                <a:cubicBezTo>
                  <a:pt x="291" y="510"/>
                  <a:pt x="292" y="510"/>
                  <a:pt x="293" y="511"/>
                </a:cubicBezTo>
                <a:close/>
                <a:moveTo>
                  <a:pt x="293" y="518"/>
                </a:moveTo>
                <a:cubicBezTo>
                  <a:pt x="293" y="523"/>
                  <a:pt x="293" y="523"/>
                  <a:pt x="293" y="523"/>
                </a:cubicBezTo>
                <a:cubicBezTo>
                  <a:pt x="291" y="526"/>
                  <a:pt x="291" y="526"/>
                  <a:pt x="291" y="526"/>
                </a:cubicBezTo>
                <a:cubicBezTo>
                  <a:pt x="291" y="519"/>
                  <a:pt x="291" y="519"/>
                  <a:pt x="291" y="519"/>
                </a:cubicBezTo>
                <a:cubicBezTo>
                  <a:pt x="291" y="519"/>
                  <a:pt x="292" y="518"/>
                  <a:pt x="293" y="518"/>
                </a:cubicBezTo>
                <a:close/>
                <a:moveTo>
                  <a:pt x="293" y="584"/>
                </a:moveTo>
                <a:cubicBezTo>
                  <a:pt x="293" y="590"/>
                  <a:pt x="293" y="590"/>
                  <a:pt x="293" y="590"/>
                </a:cubicBezTo>
                <a:cubicBezTo>
                  <a:pt x="292" y="590"/>
                  <a:pt x="292" y="589"/>
                  <a:pt x="291" y="589"/>
                </a:cubicBezTo>
                <a:cubicBezTo>
                  <a:pt x="291" y="598"/>
                  <a:pt x="290" y="603"/>
                  <a:pt x="293" y="607"/>
                </a:cubicBezTo>
                <a:cubicBezTo>
                  <a:pt x="293" y="616"/>
                  <a:pt x="293" y="616"/>
                  <a:pt x="293" y="616"/>
                </a:cubicBezTo>
                <a:cubicBezTo>
                  <a:pt x="292" y="616"/>
                  <a:pt x="291" y="616"/>
                  <a:pt x="291" y="615"/>
                </a:cubicBezTo>
                <a:cubicBezTo>
                  <a:pt x="291" y="583"/>
                  <a:pt x="291" y="583"/>
                  <a:pt x="291" y="583"/>
                </a:cubicBezTo>
                <a:cubicBezTo>
                  <a:pt x="291" y="584"/>
                  <a:pt x="292" y="584"/>
                  <a:pt x="293" y="584"/>
                </a:cubicBezTo>
                <a:close/>
                <a:moveTo>
                  <a:pt x="293" y="668"/>
                </a:moveTo>
                <a:cubicBezTo>
                  <a:pt x="293" y="680"/>
                  <a:pt x="293" y="680"/>
                  <a:pt x="293" y="680"/>
                </a:cubicBezTo>
                <a:cubicBezTo>
                  <a:pt x="291" y="679"/>
                  <a:pt x="291" y="679"/>
                  <a:pt x="291" y="679"/>
                </a:cubicBezTo>
                <a:cubicBezTo>
                  <a:pt x="291" y="667"/>
                  <a:pt x="291" y="667"/>
                  <a:pt x="291" y="667"/>
                </a:cubicBezTo>
                <a:cubicBezTo>
                  <a:pt x="293" y="668"/>
                  <a:pt x="293" y="668"/>
                  <a:pt x="293" y="668"/>
                </a:cubicBezTo>
                <a:close/>
                <a:moveTo>
                  <a:pt x="293" y="733"/>
                </a:moveTo>
                <a:cubicBezTo>
                  <a:pt x="293" y="744"/>
                  <a:pt x="293" y="744"/>
                  <a:pt x="293" y="744"/>
                </a:cubicBezTo>
                <a:cubicBezTo>
                  <a:pt x="292" y="743"/>
                  <a:pt x="291" y="743"/>
                  <a:pt x="291" y="742"/>
                </a:cubicBezTo>
                <a:cubicBezTo>
                  <a:pt x="291" y="732"/>
                  <a:pt x="291" y="732"/>
                  <a:pt x="291" y="732"/>
                </a:cubicBezTo>
                <a:cubicBezTo>
                  <a:pt x="291" y="732"/>
                  <a:pt x="292" y="732"/>
                  <a:pt x="293" y="733"/>
                </a:cubicBezTo>
                <a:close/>
                <a:moveTo>
                  <a:pt x="289" y="16"/>
                </a:moveTo>
                <a:cubicBezTo>
                  <a:pt x="291" y="15"/>
                  <a:pt x="291" y="15"/>
                  <a:pt x="291" y="15"/>
                </a:cubicBezTo>
                <a:cubicBezTo>
                  <a:pt x="291" y="23"/>
                  <a:pt x="291" y="23"/>
                  <a:pt x="291" y="23"/>
                </a:cubicBezTo>
                <a:cubicBezTo>
                  <a:pt x="290" y="23"/>
                  <a:pt x="289" y="23"/>
                  <a:pt x="289" y="23"/>
                </a:cubicBezTo>
                <a:cubicBezTo>
                  <a:pt x="289" y="24"/>
                  <a:pt x="289" y="24"/>
                  <a:pt x="289" y="24"/>
                </a:cubicBezTo>
                <a:cubicBezTo>
                  <a:pt x="289" y="16"/>
                  <a:pt x="289" y="16"/>
                  <a:pt x="289" y="16"/>
                </a:cubicBezTo>
                <a:close/>
                <a:moveTo>
                  <a:pt x="291" y="780"/>
                </a:moveTo>
                <a:cubicBezTo>
                  <a:pt x="289" y="780"/>
                  <a:pt x="289" y="780"/>
                  <a:pt x="289" y="780"/>
                </a:cubicBezTo>
                <a:cubicBezTo>
                  <a:pt x="289" y="770"/>
                  <a:pt x="289" y="770"/>
                  <a:pt x="289" y="770"/>
                </a:cubicBezTo>
                <a:cubicBezTo>
                  <a:pt x="289" y="770"/>
                  <a:pt x="290" y="770"/>
                  <a:pt x="291" y="771"/>
                </a:cubicBezTo>
                <a:cubicBezTo>
                  <a:pt x="291" y="780"/>
                  <a:pt x="291" y="780"/>
                  <a:pt x="291" y="780"/>
                </a:cubicBezTo>
                <a:close/>
                <a:moveTo>
                  <a:pt x="291" y="27"/>
                </a:moveTo>
                <a:cubicBezTo>
                  <a:pt x="291" y="39"/>
                  <a:pt x="291" y="39"/>
                  <a:pt x="291" y="39"/>
                </a:cubicBezTo>
                <a:cubicBezTo>
                  <a:pt x="289" y="37"/>
                  <a:pt x="289" y="37"/>
                  <a:pt x="289" y="37"/>
                </a:cubicBezTo>
                <a:cubicBezTo>
                  <a:pt x="289" y="27"/>
                  <a:pt x="289" y="27"/>
                  <a:pt x="289" y="27"/>
                </a:cubicBezTo>
                <a:cubicBezTo>
                  <a:pt x="289" y="27"/>
                  <a:pt x="290" y="27"/>
                  <a:pt x="291" y="27"/>
                </a:cubicBezTo>
                <a:close/>
                <a:moveTo>
                  <a:pt x="291" y="55"/>
                </a:moveTo>
                <a:cubicBezTo>
                  <a:pt x="291" y="63"/>
                  <a:pt x="291" y="63"/>
                  <a:pt x="291" y="63"/>
                </a:cubicBezTo>
                <a:cubicBezTo>
                  <a:pt x="289" y="63"/>
                  <a:pt x="289" y="63"/>
                  <a:pt x="289" y="63"/>
                </a:cubicBezTo>
                <a:cubicBezTo>
                  <a:pt x="289" y="55"/>
                  <a:pt x="289" y="55"/>
                  <a:pt x="289" y="55"/>
                </a:cubicBezTo>
                <a:cubicBezTo>
                  <a:pt x="289" y="55"/>
                  <a:pt x="290" y="55"/>
                  <a:pt x="291" y="55"/>
                </a:cubicBezTo>
                <a:close/>
                <a:moveTo>
                  <a:pt x="291" y="102"/>
                </a:moveTo>
                <a:cubicBezTo>
                  <a:pt x="291" y="121"/>
                  <a:pt x="291" y="121"/>
                  <a:pt x="291" y="121"/>
                </a:cubicBezTo>
                <a:cubicBezTo>
                  <a:pt x="289" y="122"/>
                  <a:pt x="289" y="122"/>
                  <a:pt x="289" y="122"/>
                </a:cubicBezTo>
                <a:cubicBezTo>
                  <a:pt x="289" y="103"/>
                  <a:pt x="289" y="103"/>
                  <a:pt x="289" y="103"/>
                </a:cubicBezTo>
                <a:cubicBezTo>
                  <a:pt x="291" y="102"/>
                  <a:pt x="291" y="102"/>
                  <a:pt x="291" y="102"/>
                </a:cubicBezTo>
                <a:close/>
                <a:moveTo>
                  <a:pt x="291" y="144"/>
                </a:moveTo>
                <a:cubicBezTo>
                  <a:pt x="291" y="165"/>
                  <a:pt x="291" y="165"/>
                  <a:pt x="291" y="165"/>
                </a:cubicBezTo>
                <a:cubicBezTo>
                  <a:pt x="290" y="165"/>
                  <a:pt x="289" y="165"/>
                  <a:pt x="289" y="165"/>
                </a:cubicBezTo>
                <a:cubicBezTo>
                  <a:pt x="289" y="145"/>
                  <a:pt x="289" y="145"/>
                  <a:pt x="289" y="145"/>
                </a:cubicBezTo>
                <a:cubicBezTo>
                  <a:pt x="289" y="145"/>
                  <a:pt x="290" y="145"/>
                  <a:pt x="291" y="144"/>
                </a:cubicBezTo>
                <a:close/>
                <a:moveTo>
                  <a:pt x="291" y="189"/>
                </a:moveTo>
                <a:cubicBezTo>
                  <a:pt x="291" y="199"/>
                  <a:pt x="291" y="199"/>
                  <a:pt x="291" y="199"/>
                </a:cubicBezTo>
                <a:cubicBezTo>
                  <a:pt x="290" y="199"/>
                  <a:pt x="289" y="199"/>
                  <a:pt x="289" y="199"/>
                </a:cubicBezTo>
                <a:cubicBezTo>
                  <a:pt x="289" y="190"/>
                  <a:pt x="289" y="190"/>
                  <a:pt x="289" y="190"/>
                </a:cubicBezTo>
                <a:cubicBezTo>
                  <a:pt x="289" y="189"/>
                  <a:pt x="290" y="189"/>
                  <a:pt x="291" y="189"/>
                </a:cubicBezTo>
                <a:close/>
                <a:moveTo>
                  <a:pt x="291" y="211"/>
                </a:moveTo>
                <a:cubicBezTo>
                  <a:pt x="291" y="220"/>
                  <a:pt x="291" y="220"/>
                  <a:pt x="291" y="220"/>
                </a:cubicBezTo>
                <a:cubicBezTo>
                  <a:pt x="290" y="221"/>
                  <a:pt x="289" y="221"/>
                  <a:pt x="289" y="222"/>
                </a:cubicBezTo>
                <a:cubicBezTo>
                  <a:pt x="289" y="210"/>
                  <a:pt x="289" y="210"/>
                  <a:pt x="289" y="210"/>
                </a:cubicBezTo>
                <a:cubicBezTo>
                  <a:pt x="291" y="211"/>
                  <a:pt x="291" y="211"/>
                  <a:pt x="291" y="211"/>
                </a:cubicBezTo>
                <a:close/>
                <a:moveTo>
                  <a:pt x="291" y="278"/>
                </a:moveTo>
                <a:cubicBezTo>
                  <a:pt x="291" y="294"/>
                  <a:pt x="291" y="294"/>
                  <a:pt x="291" y="294"/>
                </a:cubicBezTo>
                <a:cubicBezTo>
                  <a:pt x="290" y="295"/>
                  <a:pt x="289" y="296"/>
                  <a:pt x="289" y="297"/>
                </a:cubicBezTo>
                <a:cubicBezTo>
                  <a:pt x="289" y="290"/>
                  <a:pt x="289" y="290"/>
                  <a:pt x="289" y="290"/>
                </a:cubicBezTo>
                <a:cubicBezTo>
                  <a:pt x="290" y="287"/>
                  <a:pt x="291" y="283"/>
                  <a:pt x="289" y="281"/>
                </a:cubicBezTo>
                <a:cubicBezTo>
                  <a:pt x="289" y="276"/>
                  <a:pt x="289" y="276"/>
                  <a:pt x="289" y="276"/>
                </a:cubicBezTo>
                <a:cubicBezTo>
                  <a:pt x="291" y="278"/>
                  <a:pt x="291" y="278"/>
                  <a:pt x="291" y="278"/>
                </a:cubicBezTo>
                <a:close/>
                <a:moveTo>
                  <a:pt x="291" y="309"/>
                </a:moveTo>
                <a:cubicBezTo>
                  <a:pt x="291" y="314"/>
                  <a:pt x="291" y="314"/>
                  <a:pt x="291" y="314"/>
                </a:cubicBezTo>
                <a:cubicBezTo>
                  <a:pt x="289" y="313"/>
                  <a:pt x="289" y="313"/>
                  <a:pt x="289" y="313"/>
                </a:cubicBezTo>
                <a:cubicBezTo>
                  <a:pt x="289" y="307"/>
                  <a:pt x="289" y="307"/>
                  <a:pt x="289" y="307"/>
                </a:cubicBezTo>
                <a:cubicBezTo>
                  <a:pt x="289" y="307"/>
                  <a:pt x="290" y="308"/>
                  <a:pt x="290" y="309"/>
                </a:cubicBezTo>
                <a:cubicBezTo>
                  <a:pt x="291" y="309"/>
                  <a:pt x="291" y="309"/>
                  <a:pt x="291" y="309"/>
                </a:cubicBezTo>
                <a:close/>
                <a:moveTo>
                  <a:pt x="291" y="326"/>
                </a:moveTo>
                <a:cubicBezTo>
                  <a:pt x="291" y="347"/>
                  <a:pt x="291" y="347"/>
                  <a:pt x="291" y="347"/>
                </a:cubicBezTo>
                <a:cubicBezTo>
                  <a:pt x="290" y="347"/>
                  <a:pt x="289" y="348"/>
                  <a:pt x="289" y="348"/>
                </a:cubicBezTo>
                <a:cubicBezTo>
                  <a:pt x="289" y="325"/>
                  <a:pt x="289" y="325"/>
                  <a:pt x="289" y="325"/>
                </a:cubicBezTo>
                <a:cubicBezTo>
                  <a:pt x="289" y="325"/>
                  <a:pt x="290" y="326"/>
                  <a:pt x="291" y="326"/>
                </a:cubicBezTo>
                <a:close/>
                <a:moveTo>
                  <a:pt x="291" y="381"/>
                </a:moveTo>
                <a:cubicBezTo>
                  <a:pt x="291" y="422"/>
                  <a:pt x="291" y="422"/>
                  <a:pt x="291" y="422"/>
                </a:cubicBezTo>
                <a:cubicBezTo>
                  <a:pt x="290" y="420"/>
                  <a:pt x="289" y="417"/>
                  <a:pt x="289" y="415"/>
                </a:cubicBezTo>
                <a:cubicBezTo>
                  <a:pt x="289" y="415"/>
                  <a:pt x="289" y="415"/>
                  <a:pt x="289" y="415"/>
                </a:cubicBezTo>
                <a:cubicBezTo>
                  <a:pt x="289" y="410"/>
                  <a:pt x="289" y="410"/>
                  <a:pt x="289" y="410"/>
                </a:cubicBezTo>
                <a:cubicBezTo>
                  <a:pt x="289" y="410"/>
                  <a:pt x="289" y="410"/>
                  <a:pt x="289" y="410"/>
                </a:cubicBezTo>
                <a:cubicBezTo>
                  <a:pt x="289" y="404"/>
                  <a:pt x="289" y="399"/>
                  <a:pt x="289" y="393"/>
                </a:cubicBezTo>
                <a:cubicBezTo>
                  <a:pt x="289" y="393"/>
                  <a:pt x="289" y="393"/>
                  <a:pt x="289" y="393"/>
                </a:cubicBezTo>
                <a:cubicBezTo>
                  <a:pt x="289" y="387"/>
                  <a:pt x="289" y="387"/>
                  <a:pt x="289" y="387"/>
                </a:cubicBezTo>
                <a:cubicBezTo>
                  <a:pt x="289" y="385"/>
                  <a:pt x="290" y="383"/>
                  <a:pt x="291" y="381"/>
                </a:cubicBezTo>
                <a:close/>
                <a:moveTo>
                  <a:pt x="291" y="447"/>
                </a:moveTo>
                <a:cubicBezTo>
                  <a:pt x="291" y="457"/>
                  <a:pt x="291" y="457"/>
                  <a:pt x="291" y="457"/>
                </a:cubicBezTo>
                <a:cubicBezTo>
                  <a:pt x="290" y="457"/>
                  <a:pt x="290" y="457"/>
                  <a:pt x="290" y="457"/>
                </a:cubicBezTo>
                <a:cubicBezTo>
                  <a:pt x="290" y="458"/>
                  <a:pt x="290" y="458"/>
                  <a:pt x="291" y="459"/>
                </a:cubicBezTo>
                <a:cubicBezTo>
                  <a:pt x="291" y="469"/>
                  <a:pt x="291" y="469"/>
                  <a:pt x="291" y="469"/>
                </a:cubicBezTo>
                <a:cubicBezTo>
                  <a:pt x="290" y="469"/>
                  <a:pt x="290" y="469"/>
                  <a:pt x="290" y="469"/>
                </a:cubicBezTo>
                <a:cubicBezTo>
                  <a:pt x="290" y="469"/>
                  <a:pt x="289" y="468"/>
                  <a:pt x="289" y="468"/>
                </a:cubicBezTo>
                <a:cubicBezTo>
                  <a:pt x="289" y="447"/>
                  <a:pt x="289" y="447"/>
                  <a:pt x="289" y="447"/>
                </a:cubicBezTo>
                <a:cubicBezTo>
                  <a:pt x="289" y="447"/>
                  <a:pt x="290" y="447"/>
                  <a:pt x="291" y="447"/>
                </a:cubicBezTo>
                <a:close/>
                <a:moveTo>
                  <a:pt x="291" y="490"/>
                </a:moveTo>
                <a:cubicBezTo>
                  <a:pt x="291" y="500"/>
                  <a:pt x="291" y="500"/>
                  <a:pt x="291" y="500"/>
                </a:cubicBezTo>
                <a:cubicBezTo>
                  <a:pt x="290" y="500"/>
                  <a:pt x="289" y="500"/>
                  <a:pt x="289" y="500"/>
                </a:cubicBezTo>
                <a:cubicBezTo>
                  <a:pt x="289" y="492"/>
                  <a:pt x="289" y="492"/>
                  <a:pt x="289" y="492"/>
                </a:cubicBezTo>
                <a:cubicBezTo>
                  <a:pt x="289" y="492"/>
                  <a:pt x="290" y="491"/>
                  <a:pt x="291" y="490"/>
                </a:cubicBezTo>
                <a:close/>
                <a:moveTo>
                  <a:pt x="291" y="509"/>
                </a:moveTo>
                <a:cubicBezTo>
                  <a:pt x="291" y="513"/>
                  <a:pt x="291" y="513"/>
                  <a:pt x="291" y="513"/>
                </a:cubicBezTo>
                <a:cubicBezTo>
                  <a:pt x="290" y="513"/>
                  <a:pt x="289" y="512"/>
                  <a:pt x="289" y="512"/>
                </a:cubicBezTo>
                <a:cubicBezTo>
                  <a:pt x="289" y="508"/>
                  <a:pt x="289" y="508"/>
                  <a:pt x="289" y="508"/>
                </a:cubicBezTo>
                <a:cubicBezTo>
                  <a:pt x="291" y="509"/>
                  <a:pt x="291" y="509"/>
                  <a:pt x="291" y="509"/>
                </a:cubicBezTo>
                <a:close/>
                <a:moveTo>
                  <a:pt x="291" y="519"/>
                </a:moveTo>
                <a:cubicBezTo>
                  <a:pt x="291" y="526"/>
                  <a:pt x="291" y="526"/>
                  <a:pt x="291" y="526"/>
                </a:cubicBezTo>
                <a:cubicBezTo>
                  <a:pt x="289" y="527"/>
                  <a:pt x="289" y="527"/>
                  <a:pt x="289" y="527"/>
                </a:cubicBezTo>
                <a:cubicBezTo>
                  <a:pt x="289" y="520"/>
                  <a:pt x="289" y="520"/>
                  <a:pt x="289" y="520"/>
                </a:cubicBezTo>
                <a:cubicBezTo>
                  <a:pt x="289" y="520"/>
                  <a:pt x="290" y="519"/>
                  <a:pt x="291" y="519"/>
                </a:cubicBezTo>
                <a:close/>
                <a:moveTo>
                  <a:pt x="291" y="583"/>
                </a:moveTo>
                <a:cubicBezTo>
                  <a:pt x="291" y="615"/>
                  <a:pt x="291" y="615"/>
                  <a:pt x="291" y="615"/>
                </a:cubicBezTo>
                <a:cubicBezTo>
                  <a:pt x="290" y="615"/>
                  <a:pt x="289" y="614"/>
                  <a:pt x="289" y="614"/>
                </a:cubicBezTo>
                <a:cubicBezTo>
                  <a:pt x="289" y="582"/>
                  <a:pt x="289" y="582"/>
                  <a:pt x="289" y="582"/>
                </a:cubicBezTo>
                <a:cubicBezTo>
                  <a:pt x="291" y="583"/>
                  <a:pt x="291" y="583"/>
                  <a:pt x="291" y="583"/>
                </a:cubicBezTo>
                <a:close/>
                <a:moveTo>
                  <a:pt x="291" y="667"/>
                </a:moveTo>
                <a:cubicBezTo>
                  <a:pt x="291" y="679"/>
                  <a:pt x="291" y="679"/>
                  <a:pt x="291" y="679"/>
                </a:cubicBezTo>
                <a:cubicBezTo>
                  <a:pt x="289" y="679"/>
                  <a:pt x="289" y="679"/>
                  <a:pt x="289" y="679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91" y="667"/>
                  <a:pt x="291" y="667"/>
                  <a:pt x="291" y="667"/>
                </a:cubicBezTo>
                <a:close/>
                <a:moveTo>
                  <a:pt x="291" y="732"/>
                </a:moveTo>
                <a:cubicBezTo>
                  <a:pt x="291" y="742"/>
                  <a:pt x="291" y="742"/>
                  <a:pt x="291" y="742"/>
                </a:cubicBezTo>
                <a:cubicBezTo>
                  <a:pt x="290" y="741"/>
                  <a:pt x="289" y="741"/>
                  <a:pt x="289" y="741"/>
                </a:cubicBezTo>
                <a:cubicBezTo>
                  <a:pt x="289" y="731"/>
                  <a:pt x="289" y="731"/>
                  <a:pt x="289" y="731"/>
                </a:cubicBezTo>
                <a:cubicBezTo>
                  <a:pt x="289" y="732"/>
                  <a:pt x="290" y="732"/>
                  <a:pt x="291" y="732"/>
                </a:cubicBezTo>
                <a:close/>
                <a:moveTo>
                  <a:pt x="286" y="17"/>
                </a:moveTo>
                <a:cubicBezTo>
                  <a:pt x="287" y="17"/>
                  <a:pt x="288" y="16"/>
                  <a:pt x="289" y="16"/>
                </a:cubicBezTo>
                <a:cubicBezTo>
                  <a:pt x="289" y="24"/>
                  <a:pt x="289" y="24"/>
                  <a:pt x="289" y="24"/>
                </a:cubicBezTo>
                <a:cubicBezTo>
                  <a:pt x="289" y="25"/>
                  <a:pt x="288" y="25"/>
                  <a:pt x="288" y="26"/>
                </a:cubicBezTo>
                <a:cubicBezTo>
                  <a:pt x="288" y="26"/>
                  <a:pt x="289" y="27"/>
                  <a:pt x="289" y="27"/>
                </a:cubicBezTo>
                <a:cubicBezTo>
                  <a:pt x="289" y="37"/>
                  <a:pt x="289" y="37"/>
                  <a:pt x="289" y="37"/>
                </a:cubicBezTo>
                <a:cubicBezTo>
                  <a:pt x="287" y="35"/>
                  <a:pt x="287" y="35"/>
                  <a:pt x="287" y="35"/>
                </a:cubicBezTo>
                <a:cubicBezTo>
                  <a:pt x="286" y="35"/>
                  <a:pt x="286" y="35"/>
                  <a:pt x="286" y="35"/>
                </a:cubicBezTo>
                <a:cubicBezTo>
                  <a:pt x="286" y="17"/>
                  <a:pt x="286" y="17"/>
                  <a:pt x="286" y="17"/>
                </a:cubicBezTo>
                <a:close/>
                <a:moveTo>
                  <a:pt x="289" y="780"/>
                </a:moveTo>
                <a:cubicBezTo>
                  <a:pt x="288" y="780"/>
                  <a:pt x="288" y="780"/>
                  <a:pt x="288" y="780"/>
                </a:cubicBezTo>
                <a:cubicBezTo>
                  <a:pt x="287" y="779"/>
                  <a:pt x="286" y="779"/>
                  <a:pt x="286" y="779"/>
                </a:cubicBezTo>
                <a:cubicBezTo>
                  <a:pt x="286" y="767"/>
                  <a:pt x="286" y="767"/>
                  <a:pt x="286" y="767"/>
                </a:cubicBezTo>
                <a:cubicBezTo>
                  <a:pt x="287" y="768"/>
                  <a:pt x="288" y="769"/>
                  <a:pt x="289" y="770"/>
                </a:cubicBezTo>
                <a:cubicBezTo>
                  <a:pt x="289" y="780"/>
                  <a:pt x="289" y="780"/>
                  <a:pt x="289" y="780"/>
                </a:cubicBezTo>
                <a:close/>
                <a:moveTo>
                  <a:pt x="289" y="55"/>
                </a:moveTo>
                <a:cubicBezTo>
                  <a:pt x="289" y="63"/>
                  <a:pt x="289" y="63"/>
                  <a:pt x="289" y="63"/>
                </a:cubicBezTo>
                <a:cubicBezTo>
                  <a:pt x="286" y="64"/>
                  <a:pt x="286" y="64"/>
                  <a:pt x="286" y="64"/>
                </a:cubicBezTo>
                <a:cubicBezTo>
                  <a:pt x="286" y="55"/>
                  <a:pt x="286" y="55"/>
                  <a:pt x="286" y="55"/>
                </a:cubicBezTo>
                <a:cubicBezTo>
                  <a:pt x="287" y="55"/>
                  <a:pt x="288" y="55"/>
                  <a:pt x="289" y="55"/>
                </a:cubicBezTo>
                <a:close/>
                <a:moveTo>
                  <a:pt x="289" y="103"/>
                </a:moveTo>
                <a:cubicBezTo>
                  <a:pt x="289" y="122"/>
                  <a:pt x="289" y="122"/>
                  <a:pt x="289" y="122"/>
                </a:cubicBezTo>
                <a:cubicBezTo>
                  <a:pt x="288" y="123"/>
                  <a:pt x="287" y="124"/>
                  <a:pt x="286" y="125"/>
                </a:cubicBezTo>
                <a:cubicBezTo>
                  <a:pt x="286" y="105"/>
                  <a:pt x="286" y="105"/>
                  <a:pt x="286" y="105"/>
                </a:cubicBezTo>
                <a:cubicBezTo>
                  <a:pt x="287" y="104"/>
                  <a:pt x="288" y="103"/>
                  <a:pt x="289" y="103"/>
                </a:cubicBezTo>
                <a:close/>
                <a:moveTo>
                  <a:pt x="289" y="145"/>
                </a:moveTo>
                <a:cubicBezTo>
                  <a:pt x="289" y="165"/>
                  <a:pt x="289" y="165"/>
                  <a:pt x="289" y="165"/>
                </a:cubicBezTo>
                <a:cubicBezTo>
                  <a:pt x="288" y="165"/>
                  <a:pt x="287" y="165"/>
                  <a:pt x="286" y="165"/>
                </a:cubicBezTo>
                <a:cubicBezTo>
                  <a:pt x="286" y="147"/>
                  <a:pt x="286" y="147"/>
                  <a:pt x="286" y="147"/>
                </a:cubicBezTo>
                <a:cubicBezTo>
                  <a:pt x="287" y="146"/>
                  <a:pt x="288" y="146"/>
                  <a:pt x="289" y="145"/>
                </a:cubicBezTo>
                <a:close/>
                <a:moveTo>
                  <a:pt x="289" y="190"/>
                </a:moveTo>
                <a:cubicBezTo>
                  <a:pt x="289" y="199"/>
                  <a:pt x="289" y="199"/>
                  <a:pt x="289" y="199"/>
                </a:cubicBezTo>
                <a:cubicBezTo>
                  <a:pt x="288" y="199"/>
                  <a:pt x="287" y="199"/>
                  <a:pt x="286" y="199"/>
                </a:cubicBezTo>
                <a:cubicBezTo>
                  <a:pt x="286" y="191"/>
                  <a:pt x="286" y="191"/>
                  <a:pt x="286" y="191"/>
                </a:cubicBezTo>
                <a:cubicBezTo>
                  <a:pt x="287" y="190"/>
                  <a:pt x="288" y="190"/>
                  <a:pt x="289" y="190"/>
                </a:cubicBezTo>
                <a:close/>
                <a:moveTo>
                  <a:pt x="289" y="210"/>
                </a:moveTo>
                <a:cubicBezTo>
                  <a:pt x="289" y="222"/>
                  <a:pt x="289" y="222"/>
                  <a:pt x="289" y="222"/>
                </a:cubicBezTo>
                <a:cubicBezTo>
                  <a:pt x="288" y="222"/>
                  <a:pt x="287" y="223"/>
                  <a:pt x="287" y="223"/>
                </a:cubicBezTo>
                <a:cubicBezTo>
                  <a:pt x="286" y="224"/>
                  <a:pt x="286" y="224"/>
                  <a:pt x="286" y="224"/>
                </a:cubicBezTo>
                <a:cubicBezTo>
                  <a:pt x="286" y="218"/>
                  <a:pt x="286" y="218"/>
                  <a:pt x="286" y="218"/>
                </a:cubicBezTo>
                <a:cubicBezTo>
                  <a:pt x="286" y="218"/>
                  <a:pt x="287" y="217"/>
                  <a:pt x="288" y="216"/>
                </a:cubicBezTo>
                <a:cubicBezTo>
                  <a:pt x="286" y="215"/>
                  <a:pt x="286" y="215"/>
                  <a:pt x="286" y="215"/>
                </a:cubicBezTo>
                <a:cubicBezTo>
                  <a:pt x="286" y="208"/>
                  <a:pt x="286" y="208"/>
                  <a:pt x="286" y="208"/>
                </a:cubicBezTo>
                <a:cubicBezTo>
                  <a:pt x="289" y="210"/>
                  <a:pt x="289" y="210"/>
                  <a:pt x="289" y="210"/>
                </a:cubicBezTo>
                <a:close/>
                <a:moveTo>
                  <a:pt x="289" y="276"/>
                </a:moveTo>
                <a:cubicBezTo>
                  <a:pt x="289" y="281"/>
                  <a:pt x="289" y="281"/>
                  <a:pt x="289" y="281"/>
                </a:cubicBezTo>
                <a:cubicBezTo>
                  <a:pt x="288" y="280"/>
                  <a:pt x="287" y="280"/>
                  <a:pt x="286" y="279"/>
                </a:cubicBezTo>
                <a:cubicBezTo>
                  <a:pt x="286" y="279"/>
                  <a:pt x="286" y="279"/>
                  <a:pt x="286" y="279"/>
                </a:cubicBezTo>
                <a:cubicBezTo>
                  <a:pt x="286" y="273"/>
                  <a:pt x="286" y="273"/>
                  <a:pt x="286" y="273"/>
                </a:cubicBezTo>
                <a:cubicBezTo>
                  <a:pt x="289" y="276"/>
                  <a:pt x="289" y="276"/>
                  <a:pt x="289" y="276"/>
                </a:cubicBezTo>
                <a:close/>
                <a:moveTo>
                  <a:pt x="289" y="290"/>
                </a:moveTo>
                <a:cubicBezTo>
                  <a:pt x="289" y="297"/>
                  <a:pt x="289" y="297"/>
                  <a:pt x="289" y="297"/>
                </a:cubicBezTo>
                <a:cubicBezTo>
                  <a:pt x="287" y="300"/>
                  <a:pt x="287" y="303"/>
                  <a:pt x="289" y="307"/>
                </a:cubicBezTo>
                <a:cubicBezTo>
                  <a:pt x="289" y="313"/>
                  <a:pt x="289" y="313"/>
                  <a:pt x="289" y="313"/>
                </a:cubicBezTo>
                <a:cubicBezTo>
                  <a:pt x="287" y="311"/>
                  <a:pt x="286" y="311"/>
                  <a:pt x="286" y="310"/>
                </a:cubicBezTo>
                <a:cubicBezTo>
                  <a:pt x="286" y="310"/>
                  <a:pt x="286" y="310"/>
                  <a:pt x="286" y="310"/>
                </a:cubicBezTo>
                <a:cubicBezTo>
                  <a:pt x="286" y="296"/>
                  <a:pt x="286" y="296"/>
                  <a:pt x="286" y="296"/>
                </a:cubicBezTo>
                <a:cubicBezTo>
                  <a:pt x="287" y="294"/>
                  <a:pt x="288" y="292"/>
                  <a:pt x="289" y="290"/>
                </a:cubicBezTo>
                <a:close/>
                <a:moveTo>
                  <a:pt x="289" y="325"/>
                </a:moveTo>
                <a:cubicBezTo>
                  <a:pt x="289" y="348"/>
                  <a:pt x="289" y="348"/>
                  <a:pt x="289" y="348"/>
                </a:cubicBezTo>
                <a:cubicBezTo>
                  <a:pt x="288" y="349"/>
                  <a:pt x="287" y="349"/>
                  <a:pt x="286" y="350"/>
                </a:cubicBezTo>
                <a:cubicBezTo>
                  <a:pt x="286" y="338"/>
                  <a:pt x="286" y="338"/>
                  <a:pt x="286" y="338"/>
                </a:cubicBezTo>
                <a:cubicBezTo>
                  <a:pt x="286" y="336"/>
                  <a:pt x="286" y="334"/>
                  <a:pt x="286" y="332"/>
                </a:cubicBezTo>
                <a:cubicBezTo>
                  <a:pt x="286" y="332"/>
                  <a:pt x="286" y="332"/>
                  <a:pt x="286" y="332"/>
                </a:cubicBezTo>
                <a:cubicBezTo>
                  <a:pt x="286" y="320"/>
                  <a:pt x="286" y="320"/>
                  <a:pt x="286" y="320"/>
                </a:cubicBezTo>
                <a:cubicBezTo>
                  <a:pt x="286" y="320"/>
                  <a:pt x="286" y="320"/>
                  <a:pt x="286" y="320"/>
                </a:cubicBezTo>
                <a:cubicBezTo>
                  <a:pt x="287" y="322"/>
                  <a:pt x="288" y="324"/>
                  <a:pt x="289" y="325"/>
                </a:cubicBezTo>
                <a:close/>
                <a:moveTo>
                  <a:pt x="289" y="387"/>
                </a:moveTo>
                <a:cubicBezTo>
                  <a:pt x="289" y="393"/>
                  <a:pt x="289" y="393"/>
                  <a:pt x="289" y="393"/>
                </a:cubicBezTo>
                <a:cubicBezTo>
                  <a:pt x="286" y="393"/>
                  <a:pt x="286" y="393"/>
                  <a:pt x="286" y="393"/>
                </a:cubicBezTo>
                <a:cubicBezTo>
                  <a:pt x="286" y="389"/>
                  <a:pt x="286" y="389"/>
                  <a:pt x="286" y="389"/>
                </a:cubicBezTo>
                <a:cubicBezTo>
                  <a:pt x="288" y="389"/>
                  <a:pt x="288" y="389"/>
                  <a:pt x="288" y="389"/>
                </a:cubicBezTo>
                <a:cubicBezTo>
                  <a:pt x="288" y="389"/>
                  <a:pt x="289" y="388"/>
                  <a:pt x="289" y="387"/>
                </a:cubicBezTo>
                <a:close/>
                <a:moveTo>
                  <a:pt x="289" y="410"/>
                </a:moveTo>
                <a:cubicBezTo>
                  <a:pt x="289" y="415"/>
                  <a:pt x="289" y="415"/>
                  <a:pt x="289" y="415"/>
                </a:cubicBezTo>
                <a:cubicBezTo>
                  <a:pt x="286" y="415"/>
                  <a:pt x="286" y="415"/>
                  <a:pt x="286" y="415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9" y="410"/>
                  <a:pt x="289" y="410"/>
                  <a:pt x="289" y="410"/>
                </a:cubicBezTo>
                <a:close/>
                <a:moveTo>
                  <a:pt x="289" y="447"/>
                </a:moveTo>
                <a:cubicBezTo>
                  <a:pt x="289" y="468"/>
                  <a:pt x="289" y="468"/>
                  <a:pt x="289" y="468"/>
                </a:cubicBezTo>
                <a:cubicBezTo>
                  <a:pt x="288" y="467"/>
                  <a:pt x="287" y="466"/>
                  <a:pt x="286" y="465"/>
                </a:cubicBezTo>
                <a:cubicBezTo>
                  <a:pt x="286" y="449"/>
                  <a:pt x="286" y="449"/>
                  <a:pt x="286" y="449"/>
                </a:cubicBezTo>
                <a:cubicBezTo>
                  <a:pt x="287" y="448"/>
                  <a:pt x="288" y="447"/>
                  <a:pt x="289" y="447"/>
                </a:cubicBezTo>
                <a:close/>
                <a:moveTo>
                  <a:pt x="289" y="492"/>
                </a:moveTo>
                <a:cubicBezTo>
                  <a:pt x="289" y="500"/>
                  <a:pt x="289" y="500"/>
                  <a:pt x="289" y="500"/>
                </a:cubicBezTo>
                <a:cubicBezTo>
                  <a:pt x="287" y="499"/>
                  <a:pt x="287" y="499"/>
                  <a:pt x="286" y="500"/>
                </a:cubicBezTo>
                <a:cubicBezTo>
                  <a:pt x="286" y="497"/>
                  <a:pt x="286" y="497"/>
                  <a:pt x="286" y="497"/>
                </a:cubicBezTo>
                <a:cubicBezTo>
                  <a:pt x="287" y="496"/>
                  <a:pt x="287" y="496"/>
                  <a:pt x="287" y="496"/>
                </a:cubicBezTo>
                <a:cubicBezTo>
                  <a:pt x="287" y="495"/>
                  <a:pt x="288" y="493"/>
                  <a:pt x="289" y="492"/>
                </a:cubicBezTo>
                <a:close/>
                <a:moveTo>
                  <a:pt x="289" y="508"/>
                </a:moveTo>
                <a:cubicBezTo>
                  <a:pt x="289" y="512"/>
                  <a:pt x="289" y="512"/>
                  <a:pt x="289" y="512"/>
                </a:cubicBezTo>
                <a:cubicBezTo>
                  <a:pt x="288" y="511"/>
                  <a:pt x="287" y="510"/>
                  <a:pt x="286" y="510"/>
                </a:cubicBezTo>
                <a:cubicBezTo>
                  <a:pt x="286" y="505"/>
                  <a:pt x="286" y="505"/>
                  <a:pt x="286" y="505"/>
                </a:cubicBezTo>
                <a:cubicBezTo>
                  <a:pt x="289" y="508"/>
                  <a:pt x="289" y="508"/>
                  <a:pt x="289" y="508"/>
                </a:cubicBezTo>
                <a:close/>
                <a:moveTo>
                  <a:pt x="289" y="520"/>
                </a:moveTo>
                <a:cubicBezTo>
                  <a:pt x="289" y="527"/>
                  <a:pt x="289" y="527"/>
                  <a:pt x="289" y="527"/>
                </a:cubicBezTo>
                <a:cubicBezTo>
                  <a:pt x="286" y="530"/>
                  <a:pt x="286" y="530"/>
                  <a:pt x="286" y="530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0"/>
                  <a:pt x="286" y="520"/>
                  <a:pt x="286" y="520"/>
                </a:cubicBezTo>
                <a:cubicBezTo>
                  <a:pt x="287" y="520"/>
                  <a:pt x="288" y="520"/>
                  <a:pt x="289" y="520"/>
                </a:cubicBezTo>
                <a:close/>
                <a:moveTo>
                  <a:pt x="289" y="582"/>
                </a:moveTo>
                <a:cubicBezTo>
                  <a:pt x="289" y="614"/>
                  <a:pt x="289" y="614"/>
                  <a:pt x="289" y="614"/>
                </a:cubicBezTo>
                <a:cubicBezTo>
                  <a:pt x="288" y="614"/>
                  <a:pt x="287" y="613"/>
                  <a:pt x="286" y="612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580"/>
                  <a:pt x="286" y="580"/>
                  <a:pt x="286" y="580"/>
                </a:cubicBezTo>
                <a:cubicBezTo>
                  <a:pt x="287" y="581"/>
                  <a:pt x="288" y="581"/>
                  <a:pt x="289" y="582"/>
                </a:cubicBezTo>
                <a:close/>
                <a:moveTo>
                  <a:pt x="289" y="666"/>
                </a:moveTo>
                <a:cubicBezTo>
                  <a:pt x="289" y="679"/>
                  <a:pt x="289" y="679"/>
                  <a:pt x="289" y="679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65"/>
                  <a:pt x="286" y="665"/>
                  <a:pt x="286" y="665"/>
                </a:cubicBezTo>
                <a:cubicBezTo>
                  <a:pt x="289" y="666"/>
                  <a:pt x="289" y="666"/>
                  <a:pt x="289" y="666"/>
                </a:cubicBezTo>
                <a:close/>
                <a:moveTo>
                  <a:pt x="289" y="731"/>
                </a:moveTo>
                <a:cubicBezTo>
                  <a:pt x="289" y="741"/>
                  <a:pt x="289" y="741"/>
                  <a:pt x="289" y="741"/>
                </a:cubicBezTo>
                <a:cubicBezTo>
                  <a:pt x="288" y="740"/>
                  <a:pt x="287" y="740"/>
                  <a:pt x="286" y="739"/>
                </a:cubicBezTo>
                <a:cubicBezTo>
                  <a:pt x="286" y="730"/>
                  <a:pt x="286" y="730"/>
                  <a:pt x="286" y="730"/>
                </a:cubicBezTo>
                <a:cubicBezTo>
                  <a:pt x="287" y="731"/>
                  <a:pt x="288" y="731"/>
                  <a:pt x="289" y="731"/>
                </a:cubicBezTo>
                <a:close/>
                <a:moveTo>
                  <a:pt x="286" y="474"/>
                </a:moveTo>
                <a:cubicBezTo>
                  <a:pt x="286" y="470"/>
                  <a:pt x="286" y="470"/>
                  <a:pt x="286" y="470"/>
                </a:cubicBezTo>
                <a:cubicBezTo>
                  <a:pt x="286" y="472"/>
                  <a:pt x="286" y="472"/>
                  <a:pt x="286" y="474"/>
                </a:cubicBezTo>
                <a:close/>
                <a:moveTo>
                  <a:pt x="280" y="19"/>
                </a:moveTo>
                <a:cubicBezTo>
                  <a:pt x="282" y="18"/>
                  <a:pt x="284" y="18"/>
                  <a:pt x="286" y="17"/>
                </a:cubicBezTo>
                <a:cubicBezTo>
                  <a:pt x="286" y="35"/>
                  <a:pt x="286" y="35"/>
                  <a:pt x="286" y="35"/>
                </a:cubicBezTo>
                <a:cubicBezTo>
                  <a:pt x="284" y="33"/>
                  <a:pt x="282" y="33"/>
                  <a:pt x="280" y="32"/>
                </a:cubicBezTo>
                <a:cubicBezTo>
                  <a:pt x="280" y="19"/>
                  <a:pt x="280" y="19"/>
                  <a:pt x="280" y="19"/>
                </a:cubicBezTo>
                <a:close/>
                <a:moveTo>
                  <a:pt x="286" y="779"/>
                </a:moveTo>
                <a:cubicBezTo>
                  <a:pt x="284" y="777"/>
                  <a:pt x="282" y="777"/>
                  <a:pt x="280" y="776"/>
                </a:cubicBezTo>
                <a:cubicBezTo>
                  <a:pt x="280" y="757"/>
                  <a:pt x="280" y="757"/>
                  <a:pt x="280" y="757"/>
                </a:cubicBezTo>
                <a:cubicBezTo>
                  <a:pt x="281" y="759"/>
                  <a:pt x="281" y="761"/>
                  <a:pt x="281" y="763"/>
                </a:cubicBezTo>
                <a:cubicBezTo>
                  <a:pt x="283" y="764"/>
                  <a:pt x="284" y="766"/>
                  <a:pt x="286" y="767"/>
                </a:cubicBezTo>
                <a:cubicBezTo>
                  <a:pt x="286" y="779"/>
                  <a:pt x="286" y="779"/>
                  <a:pt x="286" y="779"/>
                </a:cubicBezTo>
                <a:close/>
                <a:moveTo>
                  <a:pt x="286" y="55"/>
                </a:moveTo>
                <a:cubicBezTo>
                  <a:pt x="286" y="64"/>
                  <a:pt x="286" y="64"/>
                  <a:pt x="286" y="64"/>
                </a:cubicBezTo>
                <a:cubicBezTo>
                  <a:pt x="284" y="65"/>
                  <a:pt x="282" y="65"/>
                  <a:pt x="280" y="66"/>
                </a:cubicBezTo>
                <a:cubicBezTo>
                  <a:pt x="280" y="54"/>
                  <a:pt x="280" y="54"/>
                  <a:pt x="280" y="54"/>
                </a:cubicBezTo>
                <a:cubicBezTo>
                  <a:pt x="281" y="54"/>
                  <a:pt x="282" y="55"/>
                  <a:pt x="283" y="56"/>
                </a:cubicBezTo>
                <a:cubicBezTo>
                  <a:pt x="284" y="56"/>
                  <a:pt x="285" y="55"/>
                  <a:pt x="286" y="55"/>
                </a:cubicBezTo>
                <a:close/>
                <a:moveTo>
                  <a:pt x="286" y="105"/>
                </a:moveTo>
                <a:cubicBezTo>
                  <a:pt x="286" y="125"/>
                  <a:pt x="286" y="125"/>
                  <a:pt x="286" y="125"/>
                </a:cubicBezTo>
                <a:cubicBezTo>
                  <a:pt x="284" y="126"/>
                  <a:pt x="282" y="127"/>
                  <a:pt x="280" y="127"/>
                </a:cubicBezTo>
                <a:cubicBezTo>
                  <a:pt x="280" y="107"/>
                  <a:pt x="280" y="107"/>
                  <a:pt x="280" y="107"/>
                </a:cubicBezTo>
                <a:cubicBezTo>
                  <a:pt x="282" y="106"/>
                  <a:pt x="284" y="105"/>
                  <a:pt x="286" y="105"/>
                </a:cubicBezTo>
                <a:close/>
                <a:moveTo>
                  <a:pt x="286" y="147"/>
                </a:moveTo>
                <a:cubicBezTo>
                  <a:pt x="286" y="165"/>
                  <a:pt x="286" y="165"/>
                  <a:pt x="286" y="165"/>
                </a:cubicBezTo>
                <a:cubicBezTo>
                  <a:pt x="285" y="165"/>
                  <a:pt x="285" y="165"/>
                  <a:pt x="285" y="165"/>
                </a:cubicBezTo>
                <a:cubicBezTo>
                  <a:pt x="283" y="159"/>
                  <a:pt x="281" y="155"/>
                  <a:pt x="282" y="149"/>
                </a:cubicBezTo>
                <a:cubicBezTo>
                  <a:pt x="283" y="148"/>
                  <a:pt x="285" y="148"/>
                  <a:pt x="286" y="147"/>
                </a:cubicBezTo>
                <a:close/>
                <a:moveTo>
                  <a:pt x="286" y="191"/>
                </a:moveTo>
                <a:cubicBezTo>
                  <a:pt x="286" y="199"/>
                  <a:pt x="286" y="199"/>
                  <a:pt x="286" y="199"/>
                </a:cubicBezTo>
                <a:cubicBezTo>
                  <a:pt x="284" y="200"/>
                  <a:pt x="282" y="200"/>
                  <a:pt x="280" y="201"/>
                </a:cubicBezTo>
                <a:cubicBezTo>
                  <a:pt x="280" y="194"/>
                  <a:pt x="280" y="194"/>
                  <a:pt x="280" y="194"/>
                </a:cubicBezTo>
                <a:cubicBezTo>
                  <a:pt x="282" y="193"/>
                  <a:pt x="284" y="192"/>
                  <a:pt x="286" y="191"/>
                </a:cubicBezTo>
                <a:close/>
                <a:moveTo>
                  <a:pt x="286" y="208"/>
                </a:moveTo>
                <a:cubicBezTo>
                  <a:pt x="286" y="215"/>
                  <a:pt x="286" y="215"/>
                  <a:pt x="286" y="215"/>
                </a:cubicBezTo>
                <a:cubicBezTo>
                  <a:pt x="284" y="214"/>
                  <a:pt x="282" y="213"/>
                  <a:pt x="280" y="212"/>
                </a:cubicBezTo>
                <a:cubicBezTo>
                  <a:pt x="280" y="205"/>
                  <a:pt x="280" y="205"/>
                  <a:pt x="280" y="205"/>
                </a:cubicBezTo>
                <a:cubicBezTo>
                  <a:pt x="282" y="206"/>
                  <a:pt x="284" y="207"/>
                  <a:pt x="286" y="208"/>
                </a:cubicBezTo>
                <a:close/>
                <a:moveTo>
                  <a:pt x="286" y="218"/>
                </a:moveTo>
                <a:cubicBezTo>
                  <a:pt x="286" y="224"/>
                  <a:pt x="286" y="224"/>
                  <a:pt x="286" y="224"/>
                </a:cubicBezTo>
                <a:cubicBezTo>
                  <a:pt x="284" y="225"/>
                  <a:pt x="282" y="226"/>
                  <a:pt x="280" y="227"/>
                </a:cubicBezTo>
                <a:cubicBezTo>
                  <a:pt x="280" y="221"/>
                  <a:pt x="280" y="221"/>
                  <a:pt x="280" y="221"/>
                </a:cubicBezTo>
                <a:cubicBezTo>
                  <a:pt x="282" y="220"/>
                  <a:pt x="284" y="220"/>
                  <a:pt x="286" y="218"/>
                </a:cubicBezTo>
                <a:close/>
                <a:moveTo>
                  <a:pt x="286" y="273"/>
                </a:moveTo>
                <a:cubicBezTo>
                  <a:pt x="286" y="279"/>
                  <a:pt x="286" y="279"/>
                  <a:pt x="286" y="279"/>
                </a:cubicBezTo>
                <a:cubicBezTo>
                  <a:pt x="284" y="283"/>
                  <a:pt x="282" y="286"/>
                  <a:pt x="280" y="289"/>
                </a:cubicBezTo>
                <a:cubicBezTo>
                  <a:pt x="280" y="281"/>
                  <a:pt x="280" y="281"/>
                  <a:pt x="280" y="281"/>
                </a:cubicBezTo>
                <a:cubicBezTo>
                  <a:pt x="281" y="279"/>
                  <a:pt x="282" y="276"/>
                  <a:pt x="280" y="273"/>
                </a:cubicBezTo>
                <a:cubicBezTo>
                  <a:pt x="280" y="267"/>
                  <a:pt x="280" y="267"/>
                  <a:pt x="280" y="267"/>
                </a:cubicBezTo>
                <a:cubicBezTo>
                  <a:pt x="280" y="267"/>
                  <a:pt x="280" y="267"/>
                  <a:pt x="280" y="267"/>
                </a:cubicBezTo>
                <a:cubicBezTo>
                  <a:pt x="286" y="273"/>
                  <a:pt x="286" y="273"/>
                  <a:pt x="286" y="273"/>
                </a:cubicBezTo>
                <a:close/>
                <a:moveTo>
                  <a:pt x="286" y="296"/>
                </a:moveTo>
                <a:cubicBezTo>
                  <a:pt x="286" y="310"/>
                  <a:pt x="286" y="310"/>
                  <a:pt x="286" y="310"/>
                </a:cubicBezTo>
                <a:cubicBezTo>
                  <a:pt x="284" y="307"/>
                  <a:pt x="282" y="305"/>
                  <a:pt x="280" y="302"/>
                </a:cubicBezTo>
                <a:cubicBezTo>
                  <a:pt x="280" y="298"/>
                  <a:pt x="280" y="298"/>
                  <a:pt x="280" y="298"/>
                </a:cubicBezTo>
                <a:cubicBezTo>
                  <a:pt x="281" y="298"/>
                  <a:pt x="281" y="300"/>
                  <a:pt x="282" y="300"/>
                </a:cubicBezTo>
                <a:cubicBezTo>
                  <a:pt x="283" y="299"/>
                  <a:pt x="284" y="298"/>
                  <a:pt x="286" y="296"/>
                </a:cubicBezTo>
                <a:close/>
                <a:moveTo>
                  <a:pt x="286" y="320"/>
                </a:moveTo>
                <a:cubicBezTo>
                  <a:pt x="286" y="332"/>
                  <a:pt x="286" y="332"/>
                  <a:pt x="286" y="332"/>
                </a:cubicBezTo>
                <a:cubicBezTo>
                  <a:pt x="284" y="332"/>
                  <a:pt x="282" y="331"/>
                  <a:pt x="280" y="331"/>
                </a:cubicBezTo>
                <a:cubicBezTo>
                  <a:pt x="280" y="321"/>
                  <a:pt x="280" y="321"/>
                  <a:pt x="280" y="321"/>
                </a:cubicBezTo>
                <a:cubicBezTo>
                  <a:pt x="282" y="320"/>
                  <a:pt x="283" y="320"/>
                  <a:pt x="286" y="320"/>
                </a:cubicBezTo>
                <a:close/>
                <a:moveTo>
                  <a:pt x="286" y="338"/>
                </a:moveTo>
                <a:cubicBezTo>
                  <a:pt x="286" y="350"/>
                  <a:pt x="286" y="350"/>
                  <a:pt x="286" y="350"/>
                </a:cubicBezTo>
                <a:cubicBezTo>
                  <a:pt x="284" y="351"/>
                  <a:pt x="282" y="352"/>
                  <a:pt x="280" y="353"/>
                </a:cubicBezTo>
                <a:cubicBezTo>
                  <a:pt x="280" y="344"/>
                  <a:pt x="280" y="344"/>
                  <a:pt x="280" y="344"/>
                </a:cubicBezTo>
                <a:cubicBezTo>
                  <a:pt x="281" y="343"/>
                  <a:pt x="282" y="343"/>
                  <a:pt x="284" y="343"/>
                </a:cubicBezTo>
                <a:cubicBezTo>
                  <a:pt x="285" y="341"/>
                  <a:pt x="285" y="339"/>
                  <a:pt x="286" y="338"/>
                </a:cubicBezTo>
                <a:close/>
                <a:moveTo>
                  <a:pt x="286" y="389"/>
                </a:moveTo>
                <a:cubicBezTo>
                  <a:pt x="286" y="393"/>
                  <a:pt x="286" y="393"/>
                  <a:pt x="286" y="393"/>
                </a:cubicBezTo>
                <a:cubicBezTo>
                  <a:pt x="282" y="393"/>
                  <a:pt x="282" y="393"/>
                  <a:pt x="282" y="393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6" y="415"/>
                  <a:pt x="286" y="415"/>
                  <a:pt x="286" y="415"/>
                </a:cubicBezTo>
                <a:cubicBezTo>
                  <a:pt x="280" y="415"/>
                  <a:pt x="280" y="415"/>
                  <a:pt x="280" y="415"/>
                </a:cubicBezTo>
                <a:cubicBezTo>
                  <a:pt x="280" y="410"/>
                  <a:pt x="280" y="410"/>
                  <a:pt x="280" y="410"/>
                </a:cubicBezTo>
                <a:cubicBezTo>
                  <a:pt x="281" y="410"/>
                  <a:pt x="281" y="410"/>
                  <a:pt x="282" y="410"/>
                </a:cubicBezTo>
                <a:cubicBezTo>
                  <a:pt x="281" y="407"/>
                  <a:pt x="281" y="405"/>
                  <a:pt x="280" y="403"/>
                </a:cubicBezTo>
                <a:cubicBezTo>
                  <a:pt x="280" y="389"/>
                  <a:pt x="280" y="389"/>
                  <a:pt x="280" y="389"/>
                </a:cubicBezTo>
                <a:cubicBezTo>
                  <a:pt x="286" y="389"/>
                  <a:pt x="286" y="389"/>
                  <a:pt x="286" y="389"/>
                </a:cubicBezTo>
                <a:close/>
                <a:moveTo>
                  <a:pt x="286" y="449"/>
                </a:moveTo>
                <a:cubicBezTo>
                  <a:pt x="286" y="465"/>
                  <a:pt x="286" y="465"/>
                  <a:pt x="286" y="465"/>
                </a:cubicBezTo>
                <a:cubicBezTo>
                  <a:pt x="285" y="465"/>
                  <a:pt x="284" y="465"/>
                  <a:pt x="284" y="465"/>
                </a:cubicBezTo>
                <a:cubicBezTo>
                  <a:pt x="285" y="468"/>
                  <a:pt x="285" y="469"/>
                  <a:pt x="286" y="470"/>
                </a:cubicBezTo>
                <a:cubicBezTo>
                  <a:pt x="286" y="474"/>
                  <a:pt x="286" y="474"/>
                  <a:pt x="286" y="474"/>
                </a:cubicBezTo>
                <a:cubicBezTo>
                  <a:pt x="285" y="474"/>
                  <a:pt x="284" y="474"/>
                  <a:pt x="283" y="475"/>
                </a:cubicBezTo>
                <a:cubicBezTo>
                  <a:pt x="283" y="475"/>
                  <a:pt x="283" y="476"/>
                  <a:pt x="283" y="477"/>
                </a:cubicBezTo>
                <a:cubicBezTo>
                  <a:pt x="283" y="477"/>
                  <a:pt x="282" y="477"/>
                  <a:pt x="281" y="477"/>
                </a:cubicBezTo>
                <a:cubicBezTo>
                  <a:pt x="281" y="478"/>
                  <a:pt x="281" y="478"/>
                  <a:pt x="281" y="479"/>
                </a:cubicBezTo>
                <a:cubicBezTo>
                  <a:pt x="280" y="479"/>
                  <a:pt x="280" y="479"/>
                  <a:pt x="280" y="479"/>
                </a:cubicBezTo>
                <a:cubicBezTo>
                  <a:pt x="280" y="447"/>
                  <a:pt x="280" y="447"/>
                  <a:pt x="280" y="447"/>
                </a:cubicBezTo>
                <a:cubicBezTo>
                  <a:pt x="281" y="448"/>
                  <a:pt x="283" y="449"/>
                  <a:pt x="285" y="449"/>
                </a:cubicBezTo>
                <a:cubicBezTo>
                  <a:pt x="285" y="449"/>
                  <a:pt x="285" y="449"/>
                  <a:pt x="286" y="449"/>
                </a:cubicBezTo>
                <a:close/>
                <a:moveTo>
                  <a:pt x="286" y="497"/>
                </a:moveTo>
                <a:cubicBezTo>
                  <a:pt x="286" y="500"/>
                  <a:pt x="286" y="500"/>
                  <a:pt x="286" y="500"/>
                </a:cubicBezTo>
                <a:cubicBezTo>
                  <a:pt x="285" y="501"/>
                  <a:pt x="284" y="502"/>
                  <a:pt x="284" y="504"/>
                </a:cubicBezTo>
                <a:cubicBezTo>
                  <a:pt x="286" y="505"/>
                  <a:pt x="286" y="505"/>
                  <a:pt x="286" y="505"/>
                </a:cubicBezTo>
                <a:cubicBezTo>
                  <a:pt x="286" y="510"/>
                  <a:pt x="286" y="510"/>
                  <a:pt x="286" y="510"/>
                </a:cubicBezTo>
                <a:cubicBezTo>
                  <a:pt x="284" y="509"/>
                  <a:pt x="282" y="508"/>
                  <a:pt x="280" y="508"/>
                </a:cubicBezTo>
                <a:cubicBezTo>
                  <a:pt x="280" y="501"/>
                  <a:pt x="280" y="501"/>
                  <a:pt x="280" y="501"/>
                </a:cubicBezTo>
                <a:cubicBezTo>
                  <a:pt x="282" y="499"/>
                  <a:pt x="283" y="498"/>
                  <a:pt x="286" y="497"/>
                </a:cubicBezTo>
                <a:close/>
                <a:moveTo>
                  <a:pt x="286" y="520"/>
                </a:moveTo>
                <a:cubicBezTo>
                  <a:pt x="286" y="524"/>
                  <a:pt x="286" y="524"/>
                  <a:pt x="286" y="524"/>
                </a:cubicBezTo>
                <a:cubicBezTo>
                  <a:pt x="283" y="523"/>
                  <a:pt x="282" y="523"/>
                  <a:pt x="280" y="522"/>
                </a:cubicBezTo>
                <a:cubicBezTo>
                  <a:pt x="280" y="517"/>
                  <a:pt x="280" y="517"/>
                  <a:pt x="280" y="517"/>
                </a:cubicBezTo>
                <a:cubicBezTo>
                  <a:pt x="281" y="518"/>
                  <a:pt x="282" y="519"/>
                  <a:pt x="285" y="521"/>
                </a:cubicBezTo>
                <a:cubicBezTo>
                  <a:pt x="285" y="521"/>
                  <a:pt x="285" y="521"/>
                  <a:pt x="286" y="520"/>
                </a:cubicBezTo>
                <a:close/>
                <a:moveTo>
                  <a:pt x="286" y="524"/>
                </a:moveTo>
                <a:cubicBezTo>
                  <a:pt x="286" y="530"/>
                  <a:pt x="286" y="530"/>
                  <a:pt x="286" y="530"/>
                </a:cubicBezTo>
                <a:cubicBezTo>
                  <a:pt x="280" y="536"/>
                  <a:pt x="280" y="536"/>
                  <a:pt x="280" y="536"/>
                </a:cubicBezTo>
                <a:cubicBezTo>
                  <a:pt x="280" y="529"/>
                  <a:pt x="280" y="529"/>
                  <a:pt x="280" y="529"/>
                </a:cubicBezTo>
                <a:cubicBezTo>
                  <a:pt x="282" y="528"/>
                  <a:pt x="283" y="527"/>
                  <a:pt x="285" y="526"/>
                </a:cubicBezTo>
                <a:cubicBezTo>
                  <a:pt x="285" y="526"/>
                  <a:pt x="285" y="525"/>
                  <a:pt x="286" y="524"/>
                </a:cubicBezTo>
                <a:close/>
                <a:moveTo>
                  <a:pt x="286" y="580"/>
                </a:moveTo>
                <a:cubicBezTo>
                  <a:pt x="286" y="605"/>
                  <a:pt x="286" y="605"/>
                  <a:pt x="286" y="605"/>
                </a:cubicBezTo>
                <a:cubicBezTo>
                  <a:pt x="285" y="593"/>
                  <a:pt x="286" y="588"/>
                  <a:pt x="280" y="583"/>
                </a:cubicBezTo>
                <a:cubicBezTo>
                  <a:pt x="280" y="577"/>
                  <a:pt x="280" y="577"/>
                  <a:pt x="280" y="577"/>
                </a:cubicBezTo>
                <a:cubicBezTo>
                  <a:pt x="282" y="578"/>
                  <a:pt x="284" y="579"/>
                  <a:pt x="286" y="580"/>
                </a:cubicBezTo>
                <a:close/>
                <a:moveTo>
                  <a:pt x="286" y="605"/>
                </a:moveTo>
                <a:cubicBezTo>
                  <a:pt x="283" y="605"/>
                  <a:pt x="283" y="605"/>
                  <a:pt x="283" y="605"/>
                </a:cubicBezTo>
                <a:cubicBezTo>
                  <a:pt x="282" y="604"/>
                  <a:pt x="281" y="603"/>
                  <a:pt x="280" y="603"/>
                </a:cubicBezTo>
                <a:cubicBezTo>
                  <a:pt x="280" y="609"/>
                  <a:pt x="280" y="609"/>
                  <a:pt x="280" y="609"/>
                </a:cubicBezTo>
                <a:cubicBezTo>
                  <a:pt x="282" y="610"/>
                  <a:pt x="284" y="612"/>
                  <a:pt x="286" y="612"/>
                </a:cubicBezTo>
                <a:cubicBezTo>
                  <a:pt x="286" y="605"/>
                  <a:pt x="286" y="605"/>
                  <a:pt x="286" y="605"/>
                </a:cubicBezTo>
                <a:close/>
                <a:moveTo>
                  <a:pt x="286" y="665"/>
                </a:moveTo>
                <a:cubicBezTo>
                  <a:pt x="286" y="677"/>
                  <a:pt x="286" y="677"/>
                  <a:pt x="286" y="677"/>
                </a:cubicBezTo>
                <a:cubicBezTo>
                  <a:pt x="283" y="677"/>
                  <a:pt x="282" y="676"/>
                  <a:pt x="280" y="675"/>
                </a:cubicBezTo>
                <a:cubicBezTo>
                  <a:pt x="280" y="663"/>
                  <a:pt x="280" y="663"/>
                  <a:pt x="280" y="663"/>
                </a:cubicBezTo>
                <a:cubicBezTo>
                  <a:pt x="286" y="665"/>
                  <a:pt x="286" y="665"/>
                  <a:pt x="286" y="665"/>
                </a:cubicBezTo>
                <a:close/>
                <a:moveTo>
                  <a:pt x="286" y="730"/>
                </a:moveTo>
                <a:cubicBezTo>
                  <a:pt x="286" y="739"/>
                  <a:pt x="286" y="739"/>
                  <a:pt x="286" y="739"/>
                </a:cubicBezTo>
                <a:cubicBezTo>
                  <a:pt x="284" y="739"/>
                  <a:pt x="282" y="738"/>
                  <a:pt x="280" y="737"/>
                </a:cubicBezTo>
                <a:cubicBezTo>
                  <a:pt x="280" y="729"/>
                  <a:pt x="280" y="729"/>
                  <a:pt x="280" y="729"/>
                </a:cubicBezTo>
                <a:cubicBezTo>
                  <a:pt x="282" y="730"/>
                  <a:pt x="284" y="730"/>
                  <a:pt x="286" y="730"/>
                </a:cubicBezTo>
                <a:close/>
                <a:moveTo>
                  <a:pt x="280" y="339"/>
                </a:moveTo>
                <a:cubicBezTo>
                  <a:pt x="281" y="339"/>
                  <a:pt x="281" y="339"/>
                  <a:pt x="281" y="339"/>
                </a:cubicBezTo>
                <a:cubicBezTo>
                  <a:pt x="281" y="339"/>
                  <a:pt x="280" y="338"/>
                  <a:pt x="280" y="338"/>
                </a:cubicBezTo>
                <a:lnTo>
                  <a:pt x="280" y="339"/>
                </a:lnTo>
                <a:close/>
                <a:moveTo>
                  <a:pt x="272" y="21"/>
                </a:moveTo>
                <a:cubicBezTo>
                  <a:pt x="275" y="21"/>
                  <a:pt x="277" y="20"/>
                  <a:pt x="280" y="19"/>
                </a:cubicBezTo>
                <a:cubicBezTo>
                  <a:pt x="280" y="32"/>
                  <a:pt x="280" y="32"/>
                  <a:pt x="280" y="32"/>
                </a:cubicBezTo>
                <a:cubicBezTo>
                  <a:pt x="277" y="31"/>
                  <a:pt x="274" y="31"/>
                  <a:pt x="272" y="31"/>
                </a:cubicBezTo>
                <a:cubicBezTo>
                  <a:pt x="272" y="21"/>
                  <a:pt x="272" y="21"/>
                  <a:pt x="272" y="21"/>
                </a:cubicBezTo>
                <a:close/>
                <a:moveTo>
                  <a:pt x="280" y="776"/>
                </a:moveTo>
                <a:cubicBezTo>
                  <a:pt x="277" y="775"/>
                  <a:pt x="274" y="774"/>
                  <a:pt x="272" y="773"/>
                </a:cubicBezTo>
                <a:cubicBezTo>
                  <a:pt x="272" y="727"/>
                  <a:pt x="272" y="727"/>
                  <a:pt x="272" y="727"/>
                </a:cubicBezTo>
                <a:cubicBezTo>
                  <a:pt x="274" y="728"/>
                  <a:pt x="274" y="728"/>
                  <a:pt x="274" y="728"/>
                </a:cubicBezTo>
                <a:cubicBezTo>
                  <a:pt x="276" y="728"/>
                  <a:pt x="278" y="729"/>
                  <a:pt x="280" y="729"/>
                </a:cubicBezTo>
                <a:cubicBezTo>
                  <a:pt x="280" y="737"/>
                  <a:pt x="280" y="737"/>
                  <a:pt x="280" y="737"/>
                </a:cubicBezTo>
                <a:cubicBezTo>
                  <a:pt x="279" y="737"/>
                  <a:pt x="277" y="737"/>
                  <a:pt x="275" y="737"/>
                </a:cubicBezTo>
                <a:cubicBezTo>
                  <a:pt x="277" y="740"/>
                  <a:pt x="278" y="749"/>
                  <a:pt x="280" y="757"/>
                </a:cubicBezTo>
                <a:cubicBezTo>
                  <a:pt x="280" y="776"/>
                  <a:pt x="280" y="776"/>
                  <a:pt x="280" y="776"/>
                </a:cubicBezTo>
                <a:close/>
                <a:moveTo>
                  <a:pt x="280" y="54"/>
                </a:moveTo>
                <a:cubicBezTo>
                  <a:pt x="280" y="66"/>
                  <a:pt x="280" y="66"/>
                  <a:pt x="280" y="66"/>
                </a:cubicBezTo>
                <a:cubicBezTo>
                  <a:pt x="277" y="67"/>
                  <a:pt x="274" y="68"/>
                  <a:pt x="272" y="69"/>
                </a:cubicBezTo>
                <a:cubicBezTo>
                  <a:pt x="272" y="48"/>
                  <a:pt x="272" y="48"/>
                  <a:pt x="272" y="48"/>
                </a:cubicBezTo>
                <a:cubicBezTo>
                  <a:pt x="274" y="50"/>
                  <a:pt x="277" y="52"/>
                  <a:pt x="280" y="54"/>
                </a:cubicBezTo>
                <a:close/>
                <a:moveTo>
                  <a:pt x="280" y="107"/>
                </a:moveTo>
                <a:cubicBezTo>
                  <a:pt x="280" y="127"/>
                  <a:pt x="280" y="127"/>
                  <a:pt x="280" y="127"/>
                </a:cubicBezTo>
                <a:cubicBezTo>
                  <a:pt x="277" y="128"/>
                  <a:pt x="274" y="127"/>
                  <a:pt x="272" y="125"/>
                </a:cubicBezTo>
                <a:cubicBezTo>
                  <a:pt x="272" y="114"/>
                  <a:pt x="272" y="114"/>
                  <a:pt x="272" y="114"/>
                </a:cubicBezTo>
                <a:cubicBezTo>
                  <a:pt x="274" y="111"/>
                  <a:pt x="277" y="109"/>
                  <a:pt x="280" y="107"/>
                </a:cubicBezTo>
                <a:close/>
                <a:moveTo>
                  <a:pt x="280" y="194"/>
                </a:moveTo>
                <a:cubicBezTo>
                  <a:pt x="280" y="201"/>
                  <a:pt x="280" y="201"/>
                  <a:pt x="280" y="201"/>
                </a:cubicBezTo>
                <a:cubicBezTo>
                  <a:pt x="279" y="202"/>
                  <a:pt x="278" y="203"/>
                  <a:pt x="276" y="203"/>
                </a:cubicBezTo>
                <a:cubicBezTo>
                  <a:pt x="277" y="204"/>
                  <a:pt x="279" y="205"/>
                  <a:pt x="280" y="205"/>
                </a:cubicBezTo>
                <a:cubicBezTo>
                  <a:pt x="280" y="212"/>
                  <a:pt x="280" y="212"/>
                  <a:pt x="280" y="212"/>
                </a:cubicBezTo>
                <a:cubicBezTo>
                  <a:pt x="277" y="211"/>
                  <a:pt x="274" y="209"/>
                  <a:pt x="272" y="209"/>
                </a:cubicBezTo>
                <a:cubicBezTo>
                  <a:pt x="272" y="201"/>
                  <a:pt x="272" y="201"/>
                  <a:pt x="272" y="201"/>
                </a:cubicBezTo>
                <a:cubicBezTo>
                  <a:pt x="274" y="199"/>
                  <a:pt x="277" y="196"/>
                  <a:pt x="280" y="194"/>
                </a:cubicBezTo>
                <a:close/>
                <a:moveTo>
                  <a:pt x="280" y="221"/>
                </a:moveTo>
                <a:cubicBezTo>
                  <a:pt x="280" y="227"/>
                  <a:pt x="280" y="227"/>
                  <a:pt x="280" y="227"/>
                </a:cubicBezTo>
                <a:cubicBezTo>
                  <a:pt x="277" y="228"/>
                  <a:pt x="274" y="230"/>
                  <a:pt x="272" y="233"/>
                </a:cubicBezTo>
                <a:cubicBezTo>
                  <a:pt x="272" y="227"/>
                  <a:pt x="272" y="227"/>
                  <a:pt x="272" y="227"/>
                </a:cubicBezTo>
                <a:cubicBezTo>
                  <a:pt x="273" y="227"/>
                  <a:pt x="273" y="227"/>
                  <a:pt x="273" y="227"/>
                </a:cubicBezTo>
                <a:cubicBezTo>
                  <a:pt x="272" y="226"/>
                  <a:pt x="272" y="226"/>
                  <a:pt x="272" y="226"/>
                </a:cubicBezTo>
                <a:cubicBezTo>
                  <a:pt x="272" y="220"/>
                  <a:pt x="272" y="220"/>
                  <a:pt x="272" y="220"/>
                </a:cubicBezTo>
                <a:cubicBezTo>
                  <a:pt x="275" y="222"/>
                  <a:pt x="275" y="222"/>
                  <a:pt x="275" y="222"/>
                </a:cubicBezTo>
                <a:cubicBezTo>
                  <a:pt x="277" y="221"/>
                  <a:pt x="279" y="221"/>
                  <a:pt x="280" y="221"/>
                </a:cubicBezTo>
                <a:close/>
                <a:moveTo>
                  <a:pt x="280" y="267"/>
                </a:moveTo>
                <a:cubicBezTo>
                  <a:pt x="280" y="273"/>
                  <a:pt x="280" y="273"/>
                  <a:pt x="280" y="273"/>
                </a:cubicBezTo>
                <a:cubicBezTo>
                  <a:pt x="280" y="272"/>
                  <a:pt x="279" y="271"/>
                  <a:pt x="278" y="270"/>
                </a:cubicBezTo>
                <a:cubicBezTo>
                  <a:pt x="276" y="273"/>
                  <a:pt x="273" y="276"/>
                  <a:pt x="272" y="279"/>
                </a:cubicBezTo>
                <a:cubicBezTo>
                  <a:pt x="272" y="271"/>
                  <a:pt x="272" y="271"/>
                  <a:pt x="272" y="271"/>
                </a:cubicBezTo>
                <a:cubicBezTo>
                  <a:pt x="273" y="269"/>
                  <a:pt x="273" y="266"/>
                  <a:pt x="272" y="264"/>
                </a:cubicBezTo>
                <a:cubicBezTo>
                  <a:pt x="272" y="260"/>
                  <a:pt x="272" y="260"/>
                  <a:pt x="272" y="260"/>
                </a:cubicBezTo>
                <a:cubicBezTo>
                  <a:pt x="274" y="263"/>
                  <a:pt x="277" y="265"/>
                  <a:pt x="280" y="267"/>
                </a:cubicBezTo>
                <a:close/>
                <a:moveTo>
                  <a:pt x="280" y="281"/>
                </a:moveTo>
                <a:cubicBezTo>
                  <a:pt x="280" y="289"/>
                  <a:pt x="280" y="289"/>
                  <a:pt x="280" y="289"/>
                </a:cubicBezTo>
                <a:cubicBezTo>
                  <a:pt x="279" y="291"/>
                  <a:pt x="279" y="293"/>
                  <a:pt x="278" y="295"/>
                </a:cubicBezTo>
                <a:cubicBezTo>
                  <a:pt x="279" y="296"/>
                  <a:pt x="279" y="297"/>
                  <a:pt x="280" y="298"/>
                </a:cubicBezTo>
                <a:cubicBezTo>
                  <a:pt x="280" y="302"/>
                  <a:pt x="280" y="302"/>
                  <a:pt x="280" y="302"/>
                </a:cubicBezTo>
                <a:cubicBezTo>
                  <a:pt x="278" y="300"/>
                  <a:pt x="275" y="297"/>
                  <a:pt x="272" y="295"/>
                </a:cubicBezTo>
                <a:cubicBezTo>
                  <a:pt x="272" y="290"/>
                  <a:pt x="272" y="290"/>
                  <a:pt x="272" y="290"/>
                </a:cubicBezTo>
                <a:cubicBezTo>
                  <a:pt x="272" y="290"/>
                  <a:pt x="272" y="291"/>
                  <a:pt x="273" y="291"/>
                </a:cubicBezTo>
                <a:cubicBezTo>
                  <a:pt x="276" y="287"/>
                  <a:pt x="279" y="284"/>
                  <a:pt x="280" y="281"/>
                </a:cubicBezTo>
                <a:close/>
                <a:moveTo>
                  <a:pt x="280" y="321"/>
                </a:moveTo>
                <a:cubicBezTo>
                  <a:pt x="280" y="331"/>
                  <a:pt x="280" y="331"/>
                  <a:pt x="280" y="331"/>
                </a:cubicBezTo>
                <a:cubicBezTo>
                  <a:pt x="279" y="331"/>
                  <a:pt x="279" y="331"/>
                  <a:pt x="279" y="331"/>
                </a:cubicBezTo>
                <a:cubicBezTo>
                  <a:pt x="277" y="328"/>
                  <a:pt x="277" y="326"/>
                  <a:pt x="277" y="322"/>
                </a:cubicBezTo>
                <a:cubicBezTo>
                  <a:pt x="278" y="322"/>
                  <a:pt x="279" y="321"/>
                  <a:pt x="280" y="321"/>
                </a:cubicBezTo>
                <a:close/>
                <a:moveTo>
                  <a:pt x="280" y="338"/>
                </a:moveTo>
                <a:cubicBezTo>
                  <a:pt x="280" y="339"/>
                  <a:pt x="280" y="339"/>
                  <a:pt x="280" y="339"/>
                </a:cubicBezTo>
                <a:cubicBezTo>
                  <a:pt x="279" y="339"/>
                  <a:pt x="279" y="339"/>
                  <a:pt x="279" y="339"/>
                </a:cubicBezTo>
                <a:cubicBezTo>
                  <a:pt x="278" y="341"/>
                  <a:pt x="278" y="343"/>
                  <a:pt x="277" y="344"/>
                </a:cubicBezTo>
                <a:cubicBezTo>
                  <a:pt x="278" y="344"/>
                  <a:pt x="279" y="344"/>
                  <a:pt x="280" y="344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77" y="353"/>
                  <a:pt x="275" y="354"/>
                  <a:pt x="272" y="355"/>
                </a:cubicBezTo>
                <a:cubicBezTo>
                  <a:pt x="272" y="336"/>
                  <a:pt x="272" y="336"/>
                  <a:pt x="272" y="336"/>
                </a:cubicBezTo>
                <a:cubicBezTo>
                  <a:pt x="273" y="336"/>
                  <a:pt x="275" y="335"/>
                  <a:pt x="279" y="335"/>
                </a:cubicBezTo>
                <a:cubicBezTo>
                  <a:pt x="279" y="336"/>
                  <a:pt x="280" y="337"/>
                  <a:pt x="280" y="338"/>
                </a:cubicBezTo>
                <a:close/>
                <a:moveTo>
                  <a:pt x="280" y="389"/>
                </a:moveTo>
                <a:cubicBezTo>
                  <a:pt x="280" y="403"/>
                  <a:pt x="280" y="403"/>
                  <a:pt x="280" y="403"/>
                </a:cubicBezTo>
                <a:cubicBezTo>
                  <a:pt x="279" y="399"/>
                  <a:pt x="278" y="398"/>
                  <a:pt x="276" y="394"/>
                </a:cubicBezTo>
                <a:cubicBezTo>
                  <a:pt x="272" y="394"/>
                  <a:pt x="272" y="394"/>
                  <a:pt x="272" y="394"/>
                </a:cubicBezTo>
                <a:cubicBezTo>
                  <a:pt x="272" y="390"/>
                  <a:pt x="272" y="390"/>
                  <a:pt x="272" y="390"/>
                </a:cubicBezTo>
                <a:cubicBezTo>
                  <a:pt x="280" y="389"/>
                  <a:pt x="280" y="389"/>
                  <a:pt x="280" y="389"/>
                </a:cubicBezTo>
                <a:close/>
                <a:moveTo>
                  <a:pt x="280" y="410"/>
                </a:moveTo>
                <a:cubicBezTo>
                  <a:pt x="280" y="415"/>
                  <a:pt x="280" y="415"/>
                  <a:pt x="280" y="415"/>
                </a:cubicBezTo>
                <a:cubicBezTo>
                  <a:pt x="272" y="415"/>
                  <a:pt x="272" y="415"/>
                  <a:pt x="272" y="415"/>
                </a:cubicBezTo>
                <a:cubicBezTo>
                  <a:pt x="272" y="406"/>
                  <a:pt x="272" y="406"/>
                  <a:pt x="272" y="406"/>
                </a:cubicBezTo>
                <a:cubicBezTo>
                  <a:pt x="273" y="410"/>
                  <a:pt x="273" y="410"/>
                  <a:pt x="273" y="410"/>
                </a:cubicBezTo>
                <a:cubicBezTo>
                  <a:pt x="273" y="410"/>
                  <a:pt x="274" y="411"/>
                  <a:pt x="275" y="411"/>
                </a:cubicBezTo>
                <a:cubicBezTo>
                  <a:pt x="277" y="411"/>
                  <a:pt x="279" y="410"/>
                  <a:pt x="280" y="410"/>
                </a:cubicBezTo>
                <a:close/>
                <a:moveTo>
                  <a:pt x="280" y="447"/>
                </a:moveTo>
                <a:cubicBezTo>
                  <a:pt x="280" y="479"/>
                  <a:pt x="280" y="479"/>
                  <a:pt x="280" y="479"/>
                </a:cubicBezTo>
                <a:cubicBezTo>
                  <a:pt x="279" y="479"/>
                  <a:pt x="279" y="479"/>
                  <a:pt x="279" y="479"/>
                </a:cubicBezTo>
                <a:cubicBezTo>
                  <a:pt x="277" y="482"/>
                  <a:pt x="276" y="484"/>
                  <a:pt x="274" y="487"/>
                </a:cubicBezTo>
                <a:cubicBezTo>
                  <a:pt x="273" y="487"/>
                  <a:pt x="272" y="487"/>
                  <a:pt x="272" y="487"/>
                </a:cubicBezTo>
                <a:cubicBezTo>
                  <a:pt x="272" y="454"/>
                  <a:pt x="272" y="454"/>
                  <a:pt x="272" y="454"/>
                </a:cubicBezTo>
                <a:cubicBezTo>
                  <a:pt x="273" y="454"/>
                  <a:pt x="274" y="455"/>
                  <a:pt x="275" y="455"/>
                </a:cubicBezTo>
                <a:cubicBezTo>
                  <a:pt x="275" y="454"/>
                  <a:pt x="274" y="453"/>
                  <a:pt x="274" y="452"/>
                </a:cubicBezTo>
                <a:cubicBezTo>
                  <a:pt x="273" y="452"/>
                  <a:pt x="272" y="451"/>
                  <a:pt x="272" y="451"/>
                </a:cubicBezTo>
                <a:cubicBezTo>
                  <a:pt x="272" y="449"/>
                  <a:pt x="272" y="449"/>
                  <a:pt x="272" y="449"/>
                </a:cubicBezTo>
                <a:cubicBezTo>
                  <a:pt x="272" y="449"/>
                  <a:pt x="272" y="448"/>
                  <a:pt x="272" y="447"/>
                </a:cubicBezTo>
                <a:cubicBezTo>
                  <a:pt x="276" y="445"/>
                  <a:pt x="278" y="446"/>
                  <a:pt x="280" y="447"/>
                </a:cubicBezTo>
                <a:close/>
                <a:moveTo>
                  <a:pt x="280" y="501"/>
                </a:moveTo>
                <a:cubicBezTo>
                  <a:pt x="280" y="508"/>
                  <a:pt x="280" y="508"/>
                  <a:pt x="280" y="508"/>
                </a:cubicBezTo>
                <a:cubicBezTo>
                  <a:pt x="278" y="508"/>
                  <a:pt x="276" y="510"/>
                  <a:pt x="274" y="513"/>
                </a:cubicBezTo>
                <a:cubicBezTo>
                  <a:pt x="277" y="515"/>
                  <a:pt x="279" y="516"/>
                  <a:pt x="280" y="517"/>
                </a:cubicBezTo>
                <a:cubicBezTo>
                  <a:pt x="280" y="522"/>
                  <a:pt x="280" y="522"/>
                  <a:pt x="280" y="522"/>
                </a:cubicBezTo>
                <a:cubicBezTo>
                  <a:pt x="277" y="521"/>
                  <a:pt x="275" y="519"/>
                  <a:pt x="272" y="518"/>
                </a:cubicBezTo>
                <a:cubicBezTo>
                  <a:pt x="272" y="509"/>
                  <a:pt x="272" y="509"/>
                  <a:pt x="272" y="509"/>
                </a:cubicBezTo>
                <a:cubicBezTo>
                  <a:pt x="276" y="505"/>
                  <a:pt x="278" y="503"/>
                  <a:pt x="280" y="501"/>
                </a:cubicBezTo>
                <a:close/>
                <a:moveTo>
                  <a:pt x="280" y="529"/>
                </a:moveTo>
                <a:cubicBezTo>
                  <a:pt x="280" y="536"/>
                  <a:pt x="280" y="536"/>
                  <a:pt x="280" y="536"/>
                </a:cubicBezTo>
                <a:cubicBezTo>
                  <a:pt x="272" y="544"/>
                  <a:pt x="272" y="544"/>
                  <a:pt x="272" y="544"/>
                </a:cubicBezTo>
                <a:cubicBezTo>
                  <a:pt x="272" y="537"/>
                  <a:pt x="272" y="537"/>
                  <a:pt x="272" y="537"/>
                </a:cubicBezTo>
                <a:cubicBezTo>
                  <a:pt x="274" y="537"/>
                  <a:pt x="275" y="536"/>
                  <a:pt x="277" y="534"/>
                </a:cubicBezTo>
                <a:cubicBezTo>
                  <a:pt x="276" y="533"/>
                  <a:pt x="274" y="531"/>
                  <a:pt x="272" y="530"/>
                </a:cubicBezTo>
                <a:cubicBezTo>
                  <a:pt x="272" y="526"/>
                  <a:pt x="272" y="526"/>
                  <a:pt x="272" y="526"/>
                </a:cubicBezTo>
                <a:cubicBezTo>
                  <a:pt x="274" y="527"/>
                  <a:pt x="276" y="529"/>
                  <a:pt x="277" y="530"/>
                </a:cubicBezTo>
                <a:cubicBezTo>
                  <a:pt x="278" y="529"/>
                  <a:pt x="279" y="529"/>
                  <a:pt x="280" y="529"/>
                </a:cubicBezTo>
                <a:close/>
                <a:moveTo>
                  <a:pt x="280" y="577"/>
                </a:moveTo>
                <a:cubicBezTo>
                  <a:pt x="280" y="583"/>
                  <a:pt x="280" y="583"/>
                  <a:pt x="280" y="583"/>
                </a:cubicBezTo>
                <a:cubicBezTo>
                  <a:pt x="279" y="582"/>
                  <a:pt x="277" y="581"/>
                  <a:pt x="275" y="579"/>
                </a:cubicBezTo>
                <a:cubicBezTo>
                  <a:pt x="274" y="592"/>
                  <a:pt x="273" y="597"/>
                  <a:pt x="280" y="603"/>
                </a:cubicBezTo>
                <a:cubicBezTo>
                  <a:pt x="280" y="609"/>
                  <a:pt x="280" y="609"/>
                  <a:pt x="280" y="609"/>
                </a:cubicBezTo>
                <a:cubicBezTo>
                  <a:pt x="277" y="607"/>
                  <a:pt x="274" y="605"/>
                  <a:pt x="272" y="603"/>
                </a:cubicBezTo>
                <a:cubicBezTo>
                  <a:pt x="272" y="572"/>
                  <a:pt x="272" y="572"/>
                  <a:pt x="272" y="572"/>
                </a:cubicBezTo>
                <a:cubicBezTo>
                  <a:pt x="272" y="573"/>
                  <a:pt x="272" y="573"/>
                  <a:pt x="273" y="573"/>
                </a:cubicBezTo>
                <a:cubicBezTo>
                  <a:pt x="275" y="574"/>
                  <a:pt x="278" y="576"/>
                  <a:pt x="280" y="577"/>
                </a:cubicBezTo>
                <a:close/>
                <a:moveTo>
                  <a:pt x="280" y="663"/>
                </a:moveTo>
                <a:cubicBezTo>
                  <a:pt x="280" y="675"/>
                  <a:pt x="280" y="675"/>
                  <a:pt x="280" y="675"/>
                </a:cubicBezTo>
                <a:cubicBezTo>
                  <a:pt x="274" y="673"/>
                  <a:pt x="274" y="672"/>
                  <a:pt x="273" y="671"/>
                </a:cubicBezTo>
                <a:cubicBezTo>
                  <a:pt x="274" y="668"/>
                  <a:pt x="275" y="665"/>
                  <a:pt x="276" y="662"/>
                </a:cubicBezTo>
                <a:cubicBezTo>
                  <a:pt x="280" y="663"/>
                  <a:pt x="280" y="663"/>
                  <a:pt x="280" y="663"/>
                </a:cubicBezTo>
                <a:close/>
                <a:moveTo>
                  <a:pt x="272" y="442"/>
                </a:moveTo>
                <a:cubicBezTo>
                  <a:pt x="272" y="436"/>
                  <a:pt x="272" y="436"/>
                  <a:pt x="272" y="436"/>
                </a:cubicBezTo>
                <a:cubicBezTo>
                  <a:pt x="272" y="435"/>
                  <a:pt x="272" y="435"/>
                  <a:pt x="273" y="436"/>
                </a:cubicBezTo>
                <a:cubicBezTo>
                  <a:pt x="273" y="438"/>
                  <a:pt x="274" y="440"/>
                  <a:pt x="274" y="442"/>
                </a:cubicBezTo>
                <a:cubicBezTo>
                  <a:pt x="272" y="442"/>
                  <a:pt x="272" y="442"/>
                  <a:pt x="272" y="442"/>
                </a:cubicBezTo>
                <a:close/>
                <a:moveTo>
                  <a:pt x="272" y="365"/>
                </a:moveTo>
                <a:cubicBezTo>
                  <a:pt x="272" y="361"/>
                  <a:pt x="272" y="361"/>
                  <a:pt x="272" y="361"/>
                </a:cubicBezTo>
                <a:cubicBezTo>
                  <a:pt x="272" y="362"/>
                  <a:pt x="272" y="364"/>
                  <a:pt x="272" y="365"/>
                </a:cubicBezTo>
                <a:cubicBezTo>
                  <a:pt x="272" y="365"/>
                  <a:pt x="272" y="365"/>
                  <a:pt x="272" y="365"/>
                </a:cubicBezTo>
                <a:close/>
                <a:moveTo>
                  <a:pt x="272" y="324"/>
                </a:moveTo>
                <a:cubicBezTo>
                  <a:pt x="272" y="317"/>
                  <a:pt x="272" y="317"/>
                  <a:pt x="272" y="317"/>
                </a:cubicBezTo>
                <a:cubicBezTo>
                  <a:pt x="272" y="317"/>
                  <a:pt x="272" y="317"/>
                  <a:pt x="273" y="317"/>
                </a:cubicBezTo>
                <a:cubicBezTo>
                  <a:pt x="273" y="319"/>
                  <a:pt x="273" y="321"/>
                  <a:pt x="272" y="324"/>
                </a:cubicBezTo>
                <a:close/>
                <a:moveTo>
                  <a:pt x="262" y="24"/>
                </a:moveTo>
                <a:cubicBezTo>
                  <a:pt x="263" y="23"/>
                  <a:pt x="264" y="23"/>
                  <a:pt x="266" y="22"/>
                </a:cubicBezTo>
                <a:cubicBezTo>
                  <a:pt x="268" y="22"/>
                  <a:pt x="270" y="22"/>
                  <a:pt x="272" y="21"/>
                </a:cubicBezTo>
                <a:cubicBezTo>
                  <a:pt x="272" y="31"/>
                  <a:pt x="272" y="31"/>
                  <a:pt x="272" y="31"/>
                </a:cubicBezTo>
                <a:cubicBezTo>
                  <a:pt x="269" y="31"/>
                  <a:pt x="266" y="31"/>
                  <a:pt x="262" y="33"/>
                </a:cubicBezTo>
                <a:cubicBezTo>
                  <a:pt x="262" y="24"/>
                  <a:pt x="262" y="24"/>
                  <a:pt x="262" y="24"/>
                </a:cubicBezTo>
                <a:close/>
                <a:moveTo>
                  <a:pt x="272" y="773"/>
                </a:moveTo>
                <a:cubicBezTo>
                  <a:pt x="268" y="773"/>
                  <a:pt x="265" y="772"/>
                  <a:pt x="262" y="770"/>
                </a:cubicBezTo>
                <a:cubicBezTo>
                  <a:pt x="262" y="762"/>
                  <a:pt x="262" y="762"/>
                  <a:pt x="262" y="762"/>
                </a:cubicBezTo>
                <a:cubicBezTo>
                  <a:pt x="265" y="764"/>
                  <a:pt x="268" y="765"/>
                  <a:pt x="272" y="766"/>
                </a:cubicBezTo>
                <a:cubicBezTo>
                  <a:pt x="272" y="764"/>
                  <a:pt x="272" y="764"/>
                  <a:pt x="266" y="737"/>
                </a:cubicBezTo>
                <a:cubicBezTo>
                  <a:pt x="265" y="735"/>
                  <a:pt x="264" y="733"/>
                  <a:pt x="262" y="731"/>
                </a:cubicBezTo>
                <a:cubicBezTo>
                  <a:pt x="262" y="722"/>
                  <a:pt x="262" y="722"/>
                  <a:pt x="262" y="722"/>
                </a:cubicBezTo>
                <a:cubicBezTo>
                  <a:pt x="265" y="724"/>
                  <a:pt x="268" y="725"/>
                  <a:pt x="272" y="727"/>
                </a:cubicBezTo>
                <a:cubicBezTo>
                  <a:pt x="272" y="773"/>
                  <a:pt x="272" y="773"/>
                  <a:pt x="272" y="773"/>
                </a:cubicBezTo>
                <a:close/>
                <a:moveTo>
                  <a:pt x="272" y="48"/>
                </a:moveTo>
                <a:cubicBezTo>
                  <a:pt x="272" y="69"/>
                  <a:pt x="272" y="69"/>
                  <a:pt x="272" y="69"/>
                </a:cubicBezTo>
                <a:cubicBezTo>
                  <a:pt x="269" y="70"/>
                  <a:pt x="267" y="72"/>
                  <a:pt x="264" y="73"/>
                </a:cubicBezTo>
                <a:cubicBezTo>
                  <a:pt x="262" y="73"/>
                  <a:pt x="262" y="73"/>
                  <a:pt x="262" y="73"/>
                </a:cubicBezTo>
                <a:cubicBezTo>
                  <a:pt x="262" y="65"/>
                  <a:pt x="262" y="65"/>
                  <a:pt x="262" y="65"/>
                </a:cubicBezTo>
                <a:cubicBezTo>
                  <a:pt x="265" y="64"/>
                  <a:pt x="268" y="63"/>
                  <a:pt x="272" y="62"/>
                </a:cubicBezTo>
                <a:cubicBezTo>
                  <a:pt x="271" y="61"/>
                  <a:pt x="271" y="60"/>
                  <a:pt x="270" y="59"/>
                </a:cubicBezTo>
                <a:cubicBezTo>
                  <a:pt x="268" y="57"/>
                  <a:pt x="265" y="54"/>
                  <a:pt x="262" y="52"/>
                </a:cubicBezTo>
                <a:cubicBezTo>
                  <a:pt x="262" y="40"/>
                  <a:pt x="262" y="40"/>
                  <a:pt x="262" y="40"/>
                </a:cubicBezTo>
                <a:cubicBezTo>
                  <a:pt x="265" y="43"/>
                  <a:pt x="268" y="45"/>
                  <a:pt x="272" y="48"/>
                </a:cubicBezTo>
                <a:close/>
                <a:moveTo>
                  <a:pt x="272" y="114"/>
                </a:moveTo>
                <a:cubicBezTo>
                  <a:pt x="272" y="125"/>
                  <a:pt x="272" y="125"/>
                  <a:pt x="272" y="125"/>
                </a:cubicBezTo>
                <a:cubicBezTo>
                  <a:pt x="271" y="124"/>
                  <a:pt x="270" y="123"/>
                  <a:pt x="270" y="122"/>
                </a:cubicBezTo>
                <a:cubicBezTo>
                  <a:pt x="270" y="119"/>
                  <a:pt x="270" y="116"/>
                  <a:pt x="272" y="114"/>
                </a:cubicBezTo>
                <a:close/>
                <a:moveTo>
                  <a:pt x="272" y="201"/>
                </a:moveTo>
                <a:cubicBezTo>
                  <a:pt x="272" y="209"/>
                  <a:pt x="272" y="209"/>
                  <a:pt x="272" y="209"/>
                </a:cubicBezTo>
                <a:cubicBezTo>
                  <a:pt x="269" y="209"/>
                  <a:pt x="266" y="210"/>
                  <a:pt x="262" y="213"/>
                </a:cubicBezTo>
                <a:cubicBezTo>
                  <a:pt x="262" y="207"/>
                  <a:pt x="262" y="207"/>
                  <a:pt x="262" y="207"/>
                </a:cubicBezTo>
                <a:cubicBezTo>
                  <a:pt x="265" y="205"/>
                  <a:pt x="267" y="203"/>
                  <a:pt x="270" y="202"/>
                </a:cubicBezTo>
                <a:cubicBezTo>
                  <a:pt x="271" y="202"/>
                  <a:pt x="271" y="201"/>
                  <a:pt x="272" y="201"/>
                </a:cubicBezTo>
                <a:close/>
                <a:moveTo>
                  <a:pt x="272" y="220"/>
                </a:moveTo>
                <a:cubicBezTo>
                  <a:pt x="272" y="226"/>
                  <a:pt x="272" y="226"/>
                  <a:pt x="272" y="226"/>
                </a:cubicBezTo>
                <a:cubicBezTo>
                  <a:pt x="268" y="225"/>
                  <a:pt x="265" y="223"/>
                  <a:pt x="262" y="222"/>
                </a:cubicBezTo>
                <a:cubicBezTo>
                  <a:pt x="262" y="215"/>
                  <a:pt x="262" y="215"/>
                  <a:pt x="262" y="215"/>
                </a:cubicBezTo>
                <a:cubicBezTo>
                  <a:pt x="265" y="217"/>
                  <a:pt x="268" y="218"/>
                  <a:pt x="272" y="220"/>
                </a:cubicBezTo>
                <a:close/>
                <a:moveTo>
                  <a:pt x="272" y="227"/>
                </a:moveTo>
                <a:cubicBezTo>
                  <a:pt x="272" y="233"/>
                  <a:pt x="272" y="233"/>
                  <a:pt x="272" y="233"/>
                </a:cubicBezTo>
                <a:cubicBezTo>
                  <a:pt x="268" y="235"/>
                  <a:pt x="264" y="238"/>
                  <a:pt x="262" y="241"/>
                </a:cubicBezTo>
                <a:cubicBezTo>
                  <a:pt x="262" y="232"/>
                  <a:pt x="262" y="232"/>
                  <a:pt x="262" y="232"/>
                </a:cubicBezTo>
                <a:cubicBezTo>
                  <a:pt x="266" y="231"/>
                  <a:pt x="268" y="230"/>
                  <a:pt x="272" y="227"/>
                </a:cubicBezTo>
                <a:close/>
                <a:moveTo>
                  <a:pt x="272" y="260"/>
                </a:moveTo>
                <a:cubicBezTo>
                  <a:pt x="272" y="264"/>
                  <a:pt x="272" y="264"/>
                  <a:pt x="272" y="264"/>
                </a:cubicBezTo>
                <a:cubicBezTo>
                  <a:pt x="271" y="263"/>
                  <a:pt x="270" y="262"/>
                  <a:pt x="268" y="262"/>
                </a:cubicBezTo>
                <a:cubicBezTo>
                  <a:pt x="266" y="266"/>
                  <a:pt x="264" y="269"/>
                  <a:pt x="262" y="273"/>
                </a:cubicBezTo>
                <a:cubicBezTo>
                  <a:pt x="262" y="264"/>
                  <a:pt x="262" y="264"/>
                  <a:pt x="262" y="264"/>
                </a:cubicBezTo>
                <a:cubicBezTo>
                  <a:pt x="264" y="261"/>
                  <a:pt x="264" y="259"/>
                  <a:pt x="262" y="254"/>
                </a:cubicBezTo>
                <a:cubicBezTo>
                  <a:pt x="262" y="250"/>
                  <a:pt x="262" y="250"/>
                  <a:pt x="262" y="250"/>
                </a:cubicBezTo>
                <a:cubicBezTo>
                  <a:pt x="266" y="253"/>
                  <a:pt x="269" y="257"/>
                  <a:pt x="272" y="260"/>
                </a:cubicBezTo>
                <a:close/>
                <a:moveTo>
                  <a:pt x="272" y="271"/>
                </a:moveTo>
                <a:cubicBezTo>
                  <a:pt x="270" y="275"/>
                  <a:pt x="266" y="280"/>
                  <a:pt x="264" y="283"/>
                </a:cubicBezTo>
                <a:cubicBezTo>
                  <a:pt x="264" y="281"/>
                  <a:pt x="263" y="280"/>
                  <a:pt x="262" y="279"/>
                </a:cubicBezTo>
                <a:cubicBezTo>
                  <a:pt x="262" y="286"/>
                  <a:pt x="262" y="286"/>
                  <a:pt x="262" y="286"/>
                </a:cubicBezTo>
                <a:cubicBezTo>
                  <a:pt x="264" y="288"/>
                  <a:pt x="266" y="290"/>
                  <a:pt x="268" y="292"/>
                </a:cubicBezTo>
                <a:cubicBezTo>
                  <a:pt x="269" y="293"/>
                  <a:pt x="270" y="294"/>
                  <a:pt x="272" y="295"/>
                </a:cubicBezTo>
                <a:cubicBezTo>
                  <a:pt x="272" y="290"/>
                  <a:pt x="272" y="290"/>
                  <a:pt x="272" y="290"/>
                </a:cubicBezTo>
                <a:cubicBezTo>
                  <a:pt x="269" y="285"/>
                  <a:pt x="270" y="282"/>
                  <a:pt x="272" y="279"/>
                </a:cubicBezTo>
                <a:cubicBezTo>
                  <a:pt x="272" y="271"/>
                  <a:pt x="272" y="271"/>
                  <a:pt x="272" y="271"/>
                </a:cubicBezTo>
                <a:close/>
                <a:moveTo>
                  <a:pt x="272" y="317"/>
                </a:moveTo>
                <a:cubicBezTo>
                  <a:pt x="272" y="324"/>
                  <a:pt x="272" y="324"/>
                  <a:pt x="272" y="324"/>
                </a:cubicBezTo>
                <a:cubicBezTo>
                  <a:pt x="270" y="331"/>
                  <a:pt x="266" y="339"/>
                  <a:pt x="262" y="346"/>
                </a:cubicBezTo>
                <a:cubicBezTo>
                  <a:pt x="262" y="324"/>
                  <a:pt x="262" y="324"/>
                  <a:pt x="262" y="324"/>
                </a:cubicBezTo>
                <a:cubicBezTo>
                  <a:pt x="264" y="320"/>
                  <a:pt x="266" y="317"/>
                  <a:pt x="272" y="317"/>
                </a:cubicBezTo>
                <a:close/>
                <a:moveTo>
                  <a:pt x="272" y="336"/>
                </a:moveTo>
                <a:cubicBezTo>
                  <a:pt x="269" y="338"/>
                  <a:pt x="270" y="341"/>
                  <a:pt x="269" y="347"/>
                </a:cubicBezTo>
                <a:cubicBezTo>
                  <a:pt x="268" y="347"/>
                  <a:pt x="266" y="347"/>
                  <a:pt x="264" y="347"/>
                </a:cubicBezTo>
                <a:cubicBezTo>
                  <a:pt x="264" y="351"/>
                  <a:pt x="263" y="353"/>
                  <a:pt x="262" y="355"/>
                </a:cubicBezTo>
                <a:cubicBezTo>
                  <a:pt x="262" y="381"/>
                  <a:pt x="262" y="381"/>
                  <a:pt x="262" y="381"/>
                </a:cubicBezTo>
                <a:cubicBezTo>
                  <a:pt x="262" y="382"/>
                  <a:pt x="262" y="382"/>
                  <a:pt x="262" y="382"/>
                </a:cubicBezTo>
                <a:cubicBezTo>
                  <a:pt x="264" y="381"/>
                  <a:pt x="266" y="381"/>
                  <a:pt x="268" y="381"/>
                </a:cubicBezTo>
                <a:cubicBezTo>
                  <a:pt x="270" y="377"/>
                  <a:pt x="270" y="373"/>
                  <a:pt x="268" y="368"/>
                </a:cubicBezTo>
                <a:cubicBezTo>
                  <a:pt x="269" y="367"/>
                  <a:pt x="270" y="366"/>
                  <a:pt x="272" y="365"/>
                </a:cubicBezTo>
                <a:cubicBezTo>
                  <a:pt x="272" y="361"/>
                  <a:pt x="272" y="361"/>
                  <a:pt x="272" y="361"/>
                </a:cubicBezTo>
                <a:cubicBezTo>
                  <a:pt x="272" y="359"/>
                  <a:pt x="271" y="357"/>
                  <a:pt x="272" y="355"/>
                </a:cubicBezTo>
                <a:cubicBezTo>
                  <a:pt x="272" y="355"/>
                  <a:pt x="272" y="355"/>
                  <a:pt x="272" y="355"/>
                </a:cubicBezTo>
                <a:cubicBezTo>
                  <a:pt x="272" y="336"/>
                  <a:pt x="272" y="336"/>
                  <a:pt x="272" y="336"/>
                </a:cubicBezTo>
                <a:close/>
                <a:moveTo>
                  <a:pt x="272" y="390"/>
                </a:moveTo>
                <a:cubicBezTo>
                  <a:pt x="272" y="394"/>
                  <a:pt x="272" y="394"/>
                  <a:pt x="272" y="394"/>
                </a:cubicBezTo>
                <a:cubicBezTo>
                  <a:pt x="269" y="394"/>
                  <a:pt x="269" y="394"/>
                  <a:pt x="269" y="394"/>
                </a:cubicBezTo>
                <a:cubicBezTo>
                  <a:pt x="270" y="398"/>
                  <a:pt x="271" y="402"/>
                  <a:pt x="272" y="406"/>
                </a:cubicBezTo>
                <a:cubicBezTo>
                  <a:pt x="272" y="415"/>
                  <a:pt x="272" y="415"/>
                  <a:pt x="272" y="415"/>
                </a:cubicBezTo>
                <a:cubicBezTo>
                  <a:pt x="262" y="415"/>
                  <a:pt x="262" y="415"/>
                  <a:pt x="262" y="415"/>
                </a:cubicBezTo>
                <a:cubicBezTo>
                  <a:pt x="262" y="411"/>
                  <a:pt x="262" y="411"/>
                  <a:pt x="262" y="411"/>
                </a:cubicBezTo>
                <a:cubicBezTo>
                  <a:pt x="262" y="411"/>
                  <a:pt x="262" y="411"/>
                  <a:pt x="262" y="411"/>
                </a:cubicBezTo>
                <a:cubicBezTo>
                  <a:pt x="264" y="411"/>
                  <a:pt x="267" y="411"/>
                  <a:pt x="269" y="411"/>
                </a:cubicBezTo>
                <a:cubicBezTo>
                  <a:pt x="266" y="397"/>
                  <a:pt x="266" y="397"/>
                  <a:pt x="265" y="394"/>
                </a:cubicBezTo>
                <a:cubicBezTo>
                  <a:pt x="264" y="394"/>
                  <a:pt x="263" y="394"/>
                  <a:pt x="262" y="394"/>
                </a:cubicBezTo>
                <a:cubicBezTo>
                  <a:pt x="262" y="390"/>
                  <a:pt x="262" y="390"/>
                  <a:pt x="262" y="390"/>
                </a:cubicBezTo>
                <a:cubicBezTo>
                  <a:pt x="272" y="390"/>
                  <a:pt x="272" y="390"/>
                  <a:pt x="272" y="390"/>
                </a:cubicBezTo>
                <a:close/>
                <a:moveTo>
                  <a:pt x="272" y="436"/>
                </a:moveTo>
                <a:cubicBezTo>
                  <a:pt x="272" y="442"/>
                  <a:pt x="272" y="442"/>
                  <a:pt x="272" y="442"/>
                </a:cubicBezTo>
                <a:cubicBezTo>
                  <a:pt x="268" y="443"/>
                  <a:pt x="265" y="444"/>
                  <a:pt x="262" y="446"/>
                </a:cubicBezTo>
                <a:cubicBezTo>
                  <a:pt x="262" y="422"/>
                  <a:pt x="262" y="422"/>
                  <a:pt x="262" y="422"/>
                </a:cubicBezTo>
                <a:cubicBezTo>
                  <a:pt x="264" y="421"/>
                  <a:pt x="266" y="421"/>
                  <a:pt x="270" y="422"/>
                </a:cubicBezTo>
                <a:cubicBezTo>
                  <a:pt x="268" y="427"/>
                  <a:pt x="266" y="433"/>
                  <a:pt x="263" y="438"/>
                </a:cubicBezTo>
                <a:cubicBezTo>
                  <a:pt x="266" y="438"/>
                  <a:pt x="269" y="436"/>
                  <a:pt x="272" y="436"/>
                </a:cubicBezTo>
                <a:close/>
                <a:moveTo>
                  <a:pt x="272" y="449"/>
                </a:moveTo>
                <a:cubicBezTo>
                  <a:pt x="272" y="451"/>
                  <a:pt x="272" y="451"/>
                  <a:pt x="272" y="451"/>
                </a:cubicBezTo>
                <a:cubicBezTo>
                  <a:pt x="272" y="451"/>
                  <a:pt x="272" y="451"/>
                  <a:pt x="272" y="451"/>
                </a:cubicBezTo>
                <a:cubicBezTo>
                  <a:pt x="272" y="451"/>
                  <a:pt x="272" y="450"/>
                  <a:pt x="272" y="449"/>
                </a:cubicBezTo>
                <a:close/>
                <a:moveTo>
                  <a:pt x="272" y="454"/>
                </a:moveTo>
                <a:cubicBezTo>
                  <a:pt x="272" y="487"/>
                  <a:pt x="272" y="487"/>
                  <a:pt x="272" y="487"/>
                </a:cubicBezTo>
                <a:cubicBezTo>
                  <a:pt x="270" y="487"/>
                  <a:pt x="270" y="487"/>
                  <a:pt x="268" y="485"/>
                </a:cubicBezTo>
                <a:cubicBezTo>
                  <a:pt x="267" y="487"/>
                  <a:pt x="267" y="488"/>
                  <a:pt x="267" y="489"/>
                </a:cubicBezTo>
                <a:cubicBezTo>
                  <a:pt x="265" y="489"/>
                  <a:pt x="263" y="489"/>
                  <a:pt x="262" y="489"/>
                </a:cubicBezTo>
                <a:cubicBezTo>
                  <a:pt x="262" y="453"/>
                  <a:pt x="262" y="453"/>
                  <a:pt x="262" y="453"/>
                </a:cubicBezTo>
                <a:cubicBezTo>
                  <a:pt x="263" y="453"/>
                  <a:pt x="264" y="452"/>
                  <a:pt x="264" y="452"/>
                </a:cubicBezTo>
                <a:cubicBezTo>
                  <a:pt x="268" y="453"/>
                  <a:pt x="269" y="453"/>
                  <a:pt x="272" y="454"/>
                </a:cubicBezTo>
                <a:close/>
                <a:moveTo>
                  <a:pt x="272" y="509"/>
                </a:moveTo>
                <a:cubicBezTo>
                  <a:pt x="272" y="518"/>
                  <a:pt x="272" y="518"/>
                  <a:pt x="272" y="518"/>
                </a:cubicBezTo>
                <a:cubicBezTo>
                  <a:pt x="271" y="518"/>
                  <a:pt x="269" y="518"/>
                  <a:pt x="268" y="518"/>
                </a:cubicBezTo>
                <a:cubicBezTo>
                  <a:pt x="266" y="519"/>
                  <a:pt x="266" y="519"/>
                  <a:pt x="266" y="522"/>
                </a:cubicBezTo>
                <a:cubicBezTo>
                  <a:pt x="268" y="523"/>
                  <a:pt x="270" y="525"/>
                  <a:pt x="272" y="526"/>
                </a:cubicBezTo>
                <a:cubicBezTo>
                  <a:pt x="272" y="530"/>
                  <a:pt x="272" y="530"/>
                  <a:pt x="272" y="530"/>
                </a:cubicBezTo>
                <a:cubicBezTo>
                  <a:pt x="268" y="528"/>
                  <a:pt x="265" y="525"/>
                  <a:pt x="262" y="526"/>
                </a:cubicBezTo>
                <a:cubicBezTo>
                  <a:pt x="262" y="521"/>
                  <a:pt x="262" y="521"/>
                  <a:pt x="262" y="521"/>
                </a:cubicBezTo>
                <a:cubicBezTo>
                  <a:pt x="266" y="517"/>
                  <a:pt x="269" y="513"/>
                  <a:pt x="270" y="511"/>
                </a:cubicBezTo>
                <a:cubicBezTo>
                  <a:pt x="272" y="509"/>
                  <a:pt x="272" y="509"/>
                  <a:pt x="272" y="509"/>
                </a:cubicBezTo>
                <a:close/>
                <a:moveTo>
                  <a:pt x="272" y="537"/>
                </a:moveTo>
                <a:cubicBezTo>
                  <a:pt x="272" y="544"/>
                  <a:pt x="272" y="544"/>
                  <a:pt x="272" y="544"/>
                </a:cubicBezTo>
                <a:cubicBezTo>
                  <a:pt x="268" y="548"/>
                  <a:pt x="265" y="551"/>
                  <a:pt x="262" y="554"/>
                </a:cubicBezTo>
                <a:cubicBezTo>
                  <a:pt x="262" y="547"/>
                  <a:pt x="262" y="547"/>
                  <a:pt x="262" y="547"/>
                </a:cubicBezTo>
                <a:cubicBezTo>
                  <a:pt x="265" y="546"/>
                  <a:pt x="267" y="545"/>
                  <a:pt x="268" y="542"/>
                </a:cubicBezTo>
                <a:cubicBezTo>
                  <a:pt x="266" y="541"/>
                  <a:pt x="264" y="540"/>
                  <a:pt x="262" y="538"/>
                </a:cubicBezTo>
                <a:cubicBezTo>
                  <a:pt x="262" y="534"/>
                  <a:pt x="262" y="534"/>
                  <a:pt x="262" y="534"/>
                </a:cubicBezTo>
                <a:cubicBezTo>
                  <a:pt x="264" y="535"/>
                  <a:pt x="265" y="537"/>
                  <a:pt x="267" y="538"/>
                </a:cubicBezTo>
                <a:cubicBezTo>
                  <a:pt x="269" y="538"/>
                  <a:pt x="270" y="538"/>
                  <a:pt x="272" y="537"/>
                </a:cubicBezTo>
                <a:close/>
                <a:moveTo>
                  <a:pt x="272" y="572"/>
                </a:moveTo>
                <a:cubicBezTo>
                  <a:pt x="272" y="603"/>
                  <a:pt x="272" y="603"/>
                  <a:pt x="272" y="603"/>
                </a:cubicBezTo>
                <a:cubicBezTo>
                  <a:pt x="272" y="602"/>
                  <a:pt x="272" y="602"/>
                  <a:pt x="272" y="602"/>
                </a:cubicBezTo>
                <a:cubicBezTo>
                  <a:pt x="268" y="601"/>
                  <a:pt x="265" y="599"/>
                  <a:pt x="262" y="597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3" y="592"/>
                  <a:pt x="264" y="593"/>
                  <a:pt x="266" y="595"/>
                </a:cubicBezTo>
                <a:cubicBezTo>
                  <a:pt x="266" y="595"/>
                  <a:pt x="267" y="595"/>
                  <a:pt x="268" y="595"/>
                </a:cubicBezTo>
                <a:cubicBezTo>
                  <a:pt x="268" y="582"/>
                  <a:pt x="271" y="577"/>
                  <a:pt x="262" y="569"/>
                </a:cubicBezTo>
                <a:cubicBezTo>
                  <a:pt x="262" y="563"/>
                  <a:pt x="262" y="563"/>
                  <a:pt x="262" y="563"/>
                </a:cubicBezTo>
                <a:cubicBezTo>
                  <a:pt x="266" y="566"/>
                  <a:pt x="269" y="568"/>
                  <a:pt x="272" y="572"/>
                </a:cubicBezTo>
                <a:close/>
                <a:moveTo>
                  <a:pt x="262" y="506"/>
                </a:moveTo>
                <a:cubicBezTo>
                  <a:pt x="262" y="495"/>
                  <a:pt x="262" y="495"/>
                  <a:pt x="262" y="495"/>
                </a:cubicBezTo>
                <a:cubicBezTo>
                  <a:pt x="264" y="496"/>
                  <a:pt x="266" y="497"/>
                  <a:pt x="267" y="498"/>
                </a:cubicBezTo>
                <a:cubicBezTo>
                  <a:pt x="267" y="500"/>
                  <a:pt x="267" y="502"/>
                  <a:pt x="267" y="504"/>
                </a:cubicBezTo>
                <a:cubicBezTo>
                  <a:pt x="266" y="505"/>
                  <a:pt x="266" y="506"/>
                  <a:pt x="262" y="506"/>
                </a:cubicBezTo>
                <a:close/>
                <a:moveTo>
                  <a:pt x="260" y="25"/>
                </a:moveTo>
                <a:cubicBezTo>
                  <a:pt x="260" y="25"/>
                  <a:pt x="261" y="24"/>
                  <a:pt x="262" y="24"/>
                </a:cubicBezTo>
                <a:cubicBezTo>
                  <a:pt x="262" y="33"/>
                  <a:pt x="262" y="33"/>
                  <a:pt x="262" y="33"/>
                </a:cubicBezTo>
                <a:cubicBezTo>
                  <a:pt x="261" y="33"/>
                  <a:pt x="260" y="33"/>
                  <a:pt x="260" y="33"/>
                </a:cubicBezTo>
                <a:cubicBezTo>
                  <a:pt x="260" y="25"/>
                  <a:pt x="260" y="25"/>
                  <a:pt x="260" y="25"/>
                </a:cubicBezTo>
                <a:close/>
                <a:moveTo>
                  <a:pt x="262" y="770"/>
                </a:moveTo>
                <a:cubicBezTo>
                  <a:pt x="261" y="770"/>
                  <a:pt x="260" y="770"/>
                  <a:pt x="260" y="770"/>
                </a:cubicBezTo>
                <a:cubicBezTo>
                  <a:pt x="260" y="761"/>
                  <a:pt x="260" y="761"/>
                  <a:pt x="260" y="761"/>
                </a:cubicBezTo>
                <a:cubicBezTo>
                  <a:pt x="260" y="761"/>
                  <a:pt x="261" y="762"/>
                  <a:pt x="262" y="762"/>
                </a:cubicBezTo>
                <a:cubicBezTo>
                  <a:pt x="262" y="770"/>
                  <a:pt x="262" y="770"/>
                  <a:pt x="262" y="770"/>
                </a:cubicBezTo>
                <a:close/>
                <a:moveTo>
                  <a:pt x="262" y="40"/>
                </a:moveTo>
                <a:cubicBezTo>
                  <a:pt x="262" y="52"/>
                  <a:pt x="262" y="52"/>
                  <a:pt x="262" y="52"/>
                </a:cubicBezTo>
                <a:cubicBezTo>
                  <a:pt x="261" y="51"/>
                  <a:pt x="260" y="50"/>
                  <a:pt x="260" y="50"/>
                </a:cubicBezTo>
                <a:cubicBezTo>
                  <a:pt x="260" y="39"/>
                  <a:pt x="260" y="39"/>
                  <a:pt x="260" y="39"/>
                </a:cubicBezTo>
                <a:cubicBezTo>
                  <a:pt x="262" y="40"/>
                  <a:pt x="262" y="40"/>
                  <a:pt x="262" y="40"/>
                </a:cubicBezTo>
                <a:close/>
                <a:moveTo>
                  <a:pt x="262" y="65"/>
                </a:moveTo>
                <a:cubicBezTo>
                  <a:pt x="262" y="73"/>
                  <a:pt x="262" y="73"/>
                  <a:pt x="262" y="73"/>
                </a:cubicBezTo>
                <a:cubicBezTo>
                  <a:pt x="260" y="74"/>
                  <a:pt x="260" y="74"/>
                  <a:pt x="260" y="74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0" y="65"/>
                  <a:pt x="261" y="65"/>
                  <a:pt x="262" y="65"/>
                </a:cubicBezTo>
                <a:close/>
                <a:moveTo>
                  <a:pt x="262" y="207"/>
                </a:moveTo>
                <a:cubicBezTo>
                  <a:pt x="262" y="213"/>
                  <a:pt x="262" y="213"/>
                  <a:pt x="262" y="213"/>
                </a:cubicBezTo>
                <a:cubicBezTo>
                  <a:pt x="261" y="213"/>
                  <a:pt x="260" y="213"/>
                  <a:pt x="260" y="214"/>
                </a:cubicBezTo>
                <a:cubicBezTo>
                  <a:pt x="262" y="215"/>
                  <a:pt x="262" y="215"/>
                  <a:pt x="262" y="215"/>
                </a:cubicBezTo>
                <a:cubicBezTo>
                  <a:pt x="262" y="222"/>
                  <a:pt x="262" y="222"/>
                  <a:pt x="262" y="222"/>
                </a:cubicBezTo>
                <a:cubicBezTo>
                  <a:pt x="261" y="222"/>
                  <a:pt x="260" y="222"/>
                  <a:pt x="260" y="222"/>
                </a:cubicBezTo>
                <a:cubicBezTo>
                  <a:pt x="260" y="208"/>
                  <a:pt x="260" y="208"/>
                  <a:pt x="260" y="208"/>
                </a:cubicBezTo>
                <a:cubicBezTo>
                  <a:pt x="260" y="208"/>
                  <a:pt x="261" y="207"/>
                  <a:pt x="262" y="207"/>
                </a:cubicBezTo>
                <a:close/>
                <a:moveTo>
                  <a:pt x="262" y="232"/>
                </a:moveTo>
                <a:cubicBezTo>
                  <a:pt x="262" y="241"/>
                  <a:pt x="262" y="241"/>
                  <a:pt x="262" y="241"/>
                </a:cubicBezTo>
                <a:cubicBezTo>
                  <a:pt x="261" y="242"/>
                  <a:pt x="260" y="243"/>
                  <a:pt x="260" y="244"/>
                </a:cubicBezTo>
                <a:cubicBezTo>
                  <a:pt x="260" y="232"/>
                  <a:pt x="260" y="232"/>
                  <a:pt x="260" y="232"/>
                </a:cubicBezTo>
                <a:cubicBezTo>
                  <a:pt x="260" y="232"/>
                  <a:pt x="261" y="232"/>
                  <a:pt x="262" y="232"/>
                </a:cubicBezTo>
                <a:close/>
                <a:moveTo>
                  <a:pt x="262" y="250"/>
                </a:moveTo>
                <a:cubicBezTo>
                  <a:pt x="262" y="254"/>
                  <a:pt x="262" y="254"/>
                  <a:pt x="262" y="254"/>
                </a:cubicBezTo>
                <a:cubicBezTo>
                  <a:pt x="262" y="254"/>
                  <a:pt x="261" y="253"/>
                  <a:pt x="260" y="252"/>
                </a:cubicBezTo>
                <a:cubicBezTo>
                  <a:pt x="260" y="253"/>
                  <a:pt x="260" y="253"/>
                  <a:pt x="260" y="253"/>
                </a:cubicBezTo>
                <a:cubicBezTo>
                  <a:pt x="260" y="248"/>
                  <a:pt x="260" y="248"/>
                  <a:pt x="260" y="248"/>
                </a:cubicBezTo>
                <a:cubicBezTo>
                  <a:pt x="260" y="249"/>
                  <a:pt x="261" y="249"/>
                  <a:pt x="262" y="250"/>
                </a:cubicBezTo>
                <a:close/>
                <a:moveTo>
                  <a:pt x="262" y="264"/>
                </a:moveTo>
                <a:cubicBezTo>
                  <a:pt x="262" y="273"/>
                  <a:pt x="262" y="273"/>
                  <a:pt x="262" y="273"/>
                </a:cubicBezTo>
                <a:cubicBezTo>
                  <a:pt x="261" y="274"/>
                  <a:pt x="261" y="275"/>
                  <a:pt x="260" y="277"/>
                </a:cubicBezTo>
                <a:cubicBezTo>
                  <a:pt x="262" y="279"/>
                  <a:pt x="262" y="279"/>
                  <a:pt x="262" y="279"/>
                </a:cubicBezTo>
                <a:cubicBezTo>
                  <a:pt x="262" y="286"/>
                  <a:pt x="262" y="286"/>
                  <a:pt x="262" y="286"/>
                </a:cubicBezTo>
                <a:cubicBezTo>
                  <a:pt x="261" y="285"/>
                  <a:pt x="260" y="284"/>
                  <a:pt x="260" y="283"/>
                </a:cubicBezTo>
                <a:cubicBezTo>
                  <a:pt x="260" y="269"/>
                  <a:pt x="260" y="269"/>
                  <a:pt x="260" y="269"/>
                </a:cubicBezTo>
                <a:cubicBezTo>
                  <a:pt x="260" y="267"/>
                  <a:pt x="261" y="266"/>
                  <a:pt x="262" y="264"/>
                </a:cubicBezTo>
                <a:close/>
                <a:moveTo>
                  <a:pt x="262" y="324"/>
                </a:moveTo>
                <a:cubicBezTo>
                  <a:pt x="262" y="346"/>
                  <a:pt x="262" y="346"/>
                  <a:pt x="262" y="346"/>
                </a:cubicBezTo>
                <a:cubicBezTo>
                  <a:pt x="261" y="347"/>
                  <a:pt x="260" y="349"/>
                  <a:pt x="260" y="350"/>
                </a:cubicBezTo>
                <a:cubicBezTo>
                  <a:pt x="260" y="331"/>
                  <a:pt x="260" y="331"/>
                  <a:pt x="260" y="331"/>
                </a:cubicBezTo>
                <a:cubicBezTo>
                  <a:pt x="260" y="329"/>
                  <a:pt x="261" y="326"/>
                  <a:pt x="262" y="324"/>
                </a:cubicBezTo>
                <a:close/>
                <a:moveTo>
                  <a:pt x="262" y="355"/>
                </a:moveTo>
                <a:cubicBezTo>
                  <a:pt x="262" y="381"/>
                  <a:pt x="262" y="381"/>
                  <a:pt x="262" y="381"/>
                </a:cubicBezTo>
                <a:cubicBezTo>
                  <a:pt x="261" y="381"/>
                  <a:pt x="260" y="380"/>
                  <a:pt x="260" y="380"/>
                </a:cubicBezTo>
                <a:cubicBezTo>
                  <a:pt x="260" y="363"/>
                  <a:pt x="260" y="363"/>
                  <a:pt x="260" y="363"/>
                </a:cubicBezTo>
                <a:cubicBezTo>
                  <a:pt x="260" y="363"/>
                  <a:pt x="260" y="363"/>
                  <a:pt x="261" y="363"/>
                </a:cubicBezTo>
                <a:cubicBezTo>
                  <a:pt x="261" y="360"/>
                  <a:pt x="261" y="357"/>
                  <a:pt x="262" y="355"/>
                </a:cubicBezTo>
                <a:close/>
                <a:moveTo>
                  <a:pt x="262" y="390"/>
                </a:moveTo>
                <a:cubicBezTo>
                  <a:pt x="262" y="394"/>
                  <a:pt x="262" y="394"/>
                  <a:pt x="262" y="394"/>
                </a:cubicBezTo>
                <a:cubicBezTo>
                  <a:pt x="261" y="394"/>
                  <a:pt x="260" y="394"/>
                  <a:pt x="260" y="393"/>
                </a:cubicBezTo>
                <a:cubicBezTo>
                  <a:pt x="260" y="390"/>
                  <a:pt x="260" y="390"/>
                  <a:pt x="260" y="390"/>
                </a:cubicBezTo>
                <a:cubicBezTo>
                  <a:pt x="262" y="390"/>
                  <a:pt x="262" y="390"/>
                  <a:pt x="262" y="390"/>
                </a:cubicBezTo>
                <a:close/>
                <a:moveTo>
                  <a:pt x="262" y="411"/>
                </a:moveTo>
                <a:cubicBezTo>
                  <a:pt x="262" y="415"/>
                  <a:pt x="262" y="415"/>
                  <a:pt x="262" y="415"/>
                </a:cubicBezTo>
                <a:cubicBezTo>
                  <a:pt x="260" y="415"/>
                  <a:pt x="260" y="415"/>
                  <a:pt x="260" y="415"/>
                </a:cubicBezTo>
                <a:cubicBezTo>
                  <a:pt x="260" y="406"/>
                  <a:pt x="260" y="406"/>
                  <a:pt x="260" y="406"/>
                </a:cubicBezTo>
                <a:cubicBezTo>
                  <a:pt x="260" y="408"/>
                  <a:pt x="261" y="410"/>
                  <a:pt x="262" y="411"/>
                </a:cubicBezTo>
                <a:close/>
                <a:moveTo>
                  <a:pt x="262" y="422"/>
                </a:moveTo>
                <a:cubicBezTo>
                  <a:pt x="262" y="446"/>
                  <a:pt x="262" y="446"/>
                  <a:pt x="262" y="446"/>
                </a:cubicBezTo>
                <a:cubicBezTo>
                  <a:pt x="260" y="446"/>
                  <a:pt x="260" y="446"/>
                  <a:pt x="260" y="446"/>
                </a:cubicBezTo>
                <a:cubicBezTo>
                  <a:pt x="260" y="423"/>
                  <a:pt x="260" y="423"/>
                  <a:pt x="260" y="423"/>
                </a:cubicBezTo>
                <a:cubicBezTo>
                  <a:pt x="261" y="423"/>
                  <a:pt x="261" y="422"/>
                  <a:pt x="262" y="422"/>
                </a:cubicBezTo>
                <a:close/>
                <a:moveTo>
                  <a:pt x="262" y="453"/>
                </a:moveTo>
                <a:cubicBezTo>
                  <a:pt x="262" y="489"/>
                  <a:pt x="262" y="489"/>
                  <a:pt x="262" y="489"/>
                </a:cubicBezTo>
                <a:cubicBezTo>
                  <a:pt x="261" y="489"/>
                  <a:pt x="260" y="488"/>
                  <a:pt x="260" y="488"/>
                </a:cubicBezTo>
                <a:cubicBezTo>
                  <a:pt x="260" y="454"/>
                  <a:pt x="260" y="454"/>
                  <a:pt x="260" y="454"/>
                </a:cubicBezTo>
                <a:cubicBezTo>
                  <a:pt x="260" y="454"/>
                  <a:pt x="261" y="453"/>
                  <a:pt x="262" y="453"/>
                </a:cubicBezTo>
                <a:close/>
                <a:moveTo>
                  <a:pt x="262" y="495"/>
                </a:moveTo>
                <a:cubicBezTo>
                  <a:pt x="262" y="506"/>
                  <a:pt x="262" y="506"/>
                  <a:pt x="262" y="506"/>
                </a:cubicBezTo>
                <a:cubicBezTo>
                  <a:pt x="261" y="506"/>
                  <a:pt x="261" y="506"/>
                  <a:pt x="261" y="506"/>
                </a:cubicBezTo>
                <a:cubicBezTo>
                  <a:pt x="260" y="506"/>
                  <a:pt x="260" y="506"/>
                  <a:pt x="260" y="505"/>
                </a:cubicBezTo>
                <a:cubicBezTo>
                  <a:pt x="260" y="493"/>
                  <a:pt x="260" y="493"/>
                  <a:pt x="260" y="493"/>
                </a:cubicBezTo>
                <a:cubicBezTo>
                  <a:pt x="260" y="494"/>
                  <a:pt x="261" y="494"/>
                  <a:pt x="262" y="495"/>
                </a:cubicBezTo>
                <a:close/>
                <a:moveTo>
                  <a:pt x="262" y="521"/>
                </a:moveTo>
                <a:cubicBezTo>
                  <a:pt x="262" y="526"/>
                  <a:pt x="262" y="526"/>
                  <a:pt x="262" y="526"/>
                </a:cubicBezTo>
                <a:cubicBezTo>
                  <a:pt x="261" y="526"/>
                  <a:pt x="260" y="526"/>
                  <a:pt x="260" y="527"/>
                </a:cubicBezTo>
                <a:cubicBezTo>
                  <a:pt x="260" y="523"/>
                  <a:pt x="260" y="523"/>
                  <a:pt x="260" y="523"/>
                </a:cubicBezTo>
                <a:cubicBezTo>
                  <a:pt x="260" y="523"/>
                  <a:pt x="261" y="522"/>
                  <a:pt x="262" y="521"/>
                </a:cubicBezTo>
                <a:close/>
                <a:moveTo>
                  <a:pt x="262" y="534"/>
                </a:moveTo>
                <a:cubicBezTo>
                  <a:pt x="262" y="538"/>
                  <a:pt x="262" y="538"/>
                  <a:pt x="262" y="538"/>
                </a:cubicBezTo>
                <a:cubicBezTo>
                  <a:pt x="261" y="538"/>
                  <a:pt x="260" y="537"/>
                  <a:pt x="260" y="537"/>
                </a:cubicBezTo>
                <a:cubicBezTo>
                  <a:pt x="260" y="533"/>
                  <a:pt x="260" y="533"/>
                  <a:pt x="260" y="533"/>
                </a:cubicBezTo>
                <a:cubicBezTo>
                  <a:pt x="260" y="533"/>
                  <a:pt x="261" y="533"/>
                  <a:pt x="262" y="534"/>
                </a:cubicBezTo>
                <a:close/>
                <a:moveTo>
                  <a:pt x="262" y="547"/>
                </a:moveTo>
                <a:cubicBezTo>
                  <a:pt x="262" y="554"/>
                  <a:pt x="262" y="554"/>
                  <a:pt x="262" y="554"/>
                </a:cubicBezTo>
                <a:cubicBezTo>
                  <a:pt x="260" y="557"/>
                  <a:pt x="260" y="557"/>
                  <a:pt x="260" y="557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47"/>
                  <a:pt x="260" y="547"/>
                  <a:pt x="260" y="547"/>
                </a:cubicBezTo>
                <a:cubicBezTo>
                  <a:pt x="261" y="548"/>
                  <a:pt x="261" y="548"/>
                  <a:pt x="261" y="548"/>
                </a:cubicBezTo>
                <a:cubicBezTo>
                  <a:pt x="261" y="547"/>
                  <a:pt x="262" y="547"/>
                  <a:pt x="262" y="547"/>
                </a:cubicBezTo>
                <a:close/>
                <a:moveTo>
                  <a:pt x="262" y="563"/>
                </a:moveTo>
                <a:cubicBezTo>
                  <a:pt x="262" y="569"/>
                  <a:pt x="262" y="569"/>
                  <a:pt x="262" y="569"/>
                </a:cubicBezTo>
                <a:cubicBezTo>
                  <a:pt x="262" y="569"/>
                  <a:pt x="261" y="568"/>
                  <a:pt x="261" y="568"/>
                </a:cubicBezTo>
                <a:cubicBezTo>
                  <a:pt x="260" y="569"/>
                  <a:pt x="260" y="570"/>
                  <a:pt x="260" y="571"/>
                </a:cubicBezTo>
                <a:cubicBezTo>
                  <a:pt x="260" y="562"/>
                  <a:pt x="260" y="562"/>
                  <a:pt x="260" y="562"/>
                </a:cubicBezTo>
                <a:cubicBezTo>
                  <a:pt x="260" y="562"/>
                  <a:pt x="261" y="563"/>
                  <a:pt x="262" y="563"/>
                </a:cubicBezTo>
                <a:close/>
                <a:moveTo>
                  <a:pt x="262" y="591"/>
                </a:moveTo>
                <a:cubicBezTo>
                  <a:pt x="262" y="597"/>
                  <a:pt x="262" y="597"/>
                  <a:pt x="262" y="597"/>
                </a:cubicBezTo>
                <a:cubicBezTo>
                  <a:pt x="261" y="597"/>
                  <a:pt x="260" y="596"/>
                  <a:pt x="260" y="595"/>
                </a:cubicBezTo>
                <a:cubicBezTo>
                  <a:pt x="260" y="588"/>
                  <a:pt x="260" y="588"/>
                  <a:pt x="260" y="588"/>
                </a:cubicBezTo>
                <a:cubicBezTo>
                  <a:pt x="260" y="589"/>
                  <a:pt x="261" y="590"/>
                  <a:pt x="262" y="591"/>
                </a:cubicBezTo>
                <a:close/>
                <a:moveTo>
                  <a:pt x="262" y="722"/>
                </a:moveTo>
                <a:cubicBezTo>
                  <a:pt x="262" y="731"/>
                  <a:pt x="262" y="731"/>
                  <a:pt x="262" y="731"/>
                </a:cubicBezTo>
                <a:cubicBezTo>
                  <a:pt x="261" y="731"/>
                  <a:pt x="260" y="730"/>
                  <a:pt x="260" y="729"/>
                </a:cubicBezTo>
                <a:cubicBezTo>
                  <a:pt x="260" y="721"/>
                  <a:pt x="260" y="721"/>
                  <a:pt x="260" y="721"/>
                </a:cubicBezTo>
                <a:cubicBezTo>
                  <a:pt x="260" y="722"/>
                  <a:pt x="261" y="722"/>
                  <a:pt x="262" y="722"/>
                </a:cubicBezTo>
                <a:close/>
                <a:moveTo>
                  <a:pt x="260" y="322"/>
                </a:moveTo>
                <a:cubicBezTo>
                  <a:pt x="260" y="309"/>
                  <a:pt x="260" y="309"/>
                  <a:pt x="260" y="309"/>
                </a:cubicBezTo>
                <a:cubicBezTo>
                  <a:pt x="261" y="311"/>
                  <a:pt x="261" y="311"/>
                  <a:pt x="261" y="311"/>
                </a:cubicBezTo>
                <a:cubicBezTo>
                  <a:pt x="261" y="315"/>
                  <a:pt x="261" y="319"/>
                  <a:pt x="260" y="322"/>
                </a:cubicBezTo>
                <a:close/>
                <a:moveTo>
                  <a:pt x="253" y="27"/>
                </a:moveTo>
                <a:cubicBezTo>
                  <a:pt x="255" y="27"/>
                  <a:pt x="258" y="26"/>
                  <a:pt x="260" y="25"/>
                </a:cubicBezTo>
                <a:cubicBezTo>
                  <a:pt x="260" y="33"/>
                  <a:pt x="260" y="33"/>
                  <a:pt x="260" y="33"/>
                </a:cubicBezTo>
                <a:cubicBezTo>
                  <a:pt x="258" y="34"/>
                  <a:pt x="257" y="34"/>
                  <a:pt x="255" y="35"/>
                </a:cubicBezTo>
                <a:cubicBezTo>
                  <a:pt x="257" y="36"/>
                  <a:pt x="258" y="38"/>
                  <a:pt x="260" y="39"/>
                </a:cubicBezTo>
                <a:cubicBezTo>
                  <a:pt x="260" y="50"/>
                  <a:pt x="260" y="50"/>
                  <a:pt x="260" y="50"/>
                </a:cubicBezTo>
                <a:cubicBezTo>
                  <a:pt x="258" y="48"/>
                  <a:pt x="255" y="47"/>
                  <a:pt x="253" y="46"/>
                </a:cubicBezTo>
                <a:cubicBezTo>
                  <a:pt x="253" y="27"/>
                  <a:pt x="253" y="27"/>
                  <a:pt x="253" y="27"/>
                </a:cubicBezTo>
                <a:close/>
                <a:moveTo>
                  <a:pt x="260" y="770"/>
                </a:moveTo>
                <a:cubicBezTo>
                  <a:pt x="258" y="769"/>
                  <a:pt x="255" y="768"/>
                  <a:pt x="253" y="767"/>
                </a:cubicBezTo>
                <a:cubicBezTo>
                  <a:pt x="253" y="755"/>
                  <a:pt x="253" y="755"/>
                  <a:pt x="253" y="755"/>
                </a:cubicBezTo>
                <a:cubicBezTo>
                  <a:pt x="255" y="757"/>
                  <a:pt x="257" y="759"/>
                  <a:pt x="260" y="761"/>
                </a:cubicBezTo>
                <a:cubicBezTo>
                  <a:pt x="260" y="770"/>
                  <a:pt x="260" y="770"/>
                  <a:pt x="260" y="770"/>
                </a:cubicBezTo>
                <a:close/>
                <a:moveTo>
                  <a:pt x="260" y="65"/>
                </a:moveTo>
                <a:cubicBezTo>
                  <a:pt x="260" y="74"/>
                  <a:pt x="260" y="74"/>
                  <a:pt x="260" y="74"/>
                </a:cubicBezTo>
                <a:cubicBezTo>
                  <a:pt x="253" y="75"/>
                  <a:pt x="253" y="75"/>
                  <a:pt x="253" y="75"/>
                </a:cubicBezTo>
                <a:cubicBezTo>
                  <a:pt x="253" y="66"/>
                  <a:pt x="253" y="66"/>
                  <a:pt x="253" y="66"/>
                </a:cubicBezTo>
                <a:cubicBezTo>
                  <a:pt x="255" y="66"/>
                  <a:pt x="258" y="65"/>
                  <a:pt x="260" y="65"/>
                </a:cubicBezTo>
                <a:close/>
                <a:moveTo>
                  <a:pt x="260" y="208"/>
                </a:moveTo>
                <a:cubicBezTo>
                  <a:pt x="260" y="222"/>
                  <a:pt x="260" y="222"/>
                  <a:pt x="260" y="222"/>
                </a:cubicBezTo>
                <a:cubicBezTo>
                  <a:pt x="258" y="221"/>
                  <a:pt x="255" y="221"/>
                  <a:pt x="253" y="221"/>
                </a:cubicBezTo>
                <a:cubicBezTo>
                  <a:pt x="253" y="213"/>
                  <a:pt x="253" y="213"/>
                  <a:pt x="253" y="213"/>
                </a:cubicBezTo>
                <a:cubicBezTo>
                  <a:pt x="255" y="211"/>
                  <a:pt x="258" y="210"/>
                  <a:pt x="260" y="208"/>
                </a:cubicBezTo>
                <a:close/>
                <a:moveTo>
                  <a:pt x="260" y="232"/>
                </a:moveTo>
                <a:cubicBezTo>
                  <a:pt x="260" y="244"/>
                  <a:pt x="260" y="244"/>
                  <a:pt x="260" y="244"/>
                </a:cubicBezTo>
                <a:cubicBezTo>
                  <a:pt x="259" y="245"/>
                  <a:pt x="259" y="246"/>
                  <a:pt x="259" y="247"/>
                </a:cubicBezTo>
                <a:cubicBezTo>
                  <a:pt x="259" y="248"/>
                  <a:pt x="259" y="248"/>
                  <a:pt x="260" y="248"/>
                </a:cubicBezTo>
                <a:cubicBezTo>
                  <a:pt x="260" y="253"/>
                  <a:pt x="260" y="253"/>
                  <a:pt x="260" y="253"/>
                </a:cubicBezTo>
                <a:cubicBezTo>
                  <a:pt x="257" y="257"/>
                  <a:pt x="255" y="260"/>
                  <a:pt x="253" y="263"/>
                </a:cubicBezTo>
                <a:cubicBezTo>
                  <a:pt x="253" y="255"/>
                  <a:pt x="253" y="255"/>
                  <a:pt x="253" y="255"/>
                </a:cubicBezTo>
                <a:cubicBezTo>
                  <a:pt x="254" y="253"/>
                  <a:pt x="254" y="251"/>
                  <a:pt x="254" y="248"/>
                </a:cubicBezTo>
                <a:cubicBezTo>
                  <a:pt x="254" y="248"/>
                  <a:pt x="253" y="248"/>
                  <a:pt x="253" y="249"/>
                </a:cubicBezTo>
                <a:cubicBezTo>
                  <a:pt x="253" y="242"/>
                  <a:pt x="253" y="242"/>
                  <a:pt x="253" y="242"/>
                </a:cubicBezTo>
                <a:cubicBezTo>
                  <a:pt x="254" y="241"/>
                  <a:pt x="256" y="240"/>
                  <a:pt x="258" y="239"/>
                </a:cubicBezTo>
                <a:cubicBezTo>
                  <a:pt x="256" y="238"/>
                  <a:pt x="255" y="237"/>
                  <a:pt x="253" y="237"/>
                </a:cubicBezTo>
                <a:cubicBezTo>
                  <a:pt x="253" y="231"/>
                  <a:pt x="253" y="231"/>
                  <a:pt x="253" y="231"/>
                </a:cubicBezTo>
                <a:cubicBezTo>
                  <a:pt x="256" y="232"/>
                  <a:pt x="256" y="232"/>
                  <a:pt x="256" y="232"/>
                </a:cubicBezTo>
                <a:cubicBezTo>
                  <a:pt x="258" y="232"/>
                  <a:pt x="259" y="232"/>
                  <a:pt x="260" y="232"/>
                </a:cubicBezTo>
                <a:close/>
                <a:moveTo>
                  <a:pt x="260" y="269"/>
                </a:moveTo>
                <a:cubicBezTo>
                  <a:pt x="260" y="283"/>
                  <a:pt x="260" y="283"/>
                  <a:pt x="260" y="283"/>
                </a:cubicBezTo>
                <a:cubicBezTo>
                  <a:pt x="258" y="282"/>
                  <a:pt x="255" y="280"/>
                  <a:pt x="253" y="278"/>
                </a:cubicBezTo>
                <a:cubicBezTo>
                  <a:pt x="253" y="271"/>
                  <a:pt x="253" y="271"/>
                  <a:pt x="253" y="271"/>
                </a:cubicBezTo>
                <a:cubicBezTo>
                  <a:pt x="254" y="272"/>
                  <a:pt x="254" y="273"/>
                  <a:pt x="255" y="273"/>
                </a:cubicBezTo>
                <a:cubicBezTo>
                  <a:pt x="256" y="273"/>
                  <a:pt x="257" y="273"/>
                  <a:pt x="258" y="273"/>
                </a:cubicBezTo>
                <a:cubicBezTo>
                  <a:pt x="258" y="271"/>
                  <a:pt x="259" y="270"/>
                  <a:pt x="260" y="269"/>
                </a:cubicBezTo>
                <a:close/>
                <a:moveTo>
                  <a:pt x="260" y="309"/>
                </a:moveTo>
                <a:cubicBezTo>
                  <a:pt x="260" y="322"/>
                  <a:pt x="260" y="322"/>
                  <a:pt x="260" y="322"/>
                </a:cubicBezTo>
                <a:cubicBezTo>
                  <a:pt x="258" y="327"/>
                  <a:pt x="255" y="332"/>
                  <a:pt x="253" y="338"/>
                </a:cubicBezTo>
                <a:cubicBezTo>
                  <a:pt x="253" y="304"/>
                  <a:pt x="253" y="304"/>
                  <a:pt x="253" y="304"/>
                </a:cubicBezTo>
                <a:cubicBezTo>
                  <a:pt x="255" y="305"/>
                  <a:pt x="257" y="307"/>
                  <a:pt x="260" y="309"/>
                </a:cubicBezTo>
                <a:close/>
                <a:moveTo>
                  <a:pt x="260" y="331"/>
                </a:moveTo>
                <a:cubicBezTo>
                  <a:pt x="259" y="335"/>
                  <a:pt x="257" y="339"/>
                  <a:pt x="253" y="340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4" y="351"/>
                  <a:pt x="254" y="352"/>
                  <a:pt x="255" y="352"/>
                </a:cubicBezTo>
                <a:cubicBezTo>
                  <a:pt x="256" y="352"/>
                  <a:pt x="258" y="352"/>
                  <a:pt x="259" y="352"/>
                </a:cubicBezTo>
                <a:cubicBezTo>
                  <a:pt x="259" y="351"/>
                  <a:pt x="259" y="351"/>
                  <a:pt x="260" y="350"/>
                </a:cubicBezTo>
                <a:cubicBezTo>
                  <a:pt x="260" y="331"/>
                  <a:pt x="260" y="331"/>
                  <a:pt x="260" y="331"/>
                </a:cubicBezTo>
                <a:close/>
                <a:moveTo>
                  <a:pt x="260" y="363"/>
                </a:moveTo>
                <a:cubicBezTo>
                  <a:pt x="260" y="380"/>
                  <a:pt x="260" y="380"/>
                  <a:pt x="260" y="380"/>
                </a:cubicBezTo>
                <a:cubicBezTo>
                  <a:pt x="257" y="377"/>
                  <a:pt x="255" y="375"/>
                  <a:pt x="253" y="374"/>
                </a:cubicBezTo>
                <a:cubicBezTo>
                  <a:pt x="253" y="363"/>
                  <a:pt x="253" y="363"/>
                  <a:pt x="253" y="363"/>
                </a:cubicBezTo>
                <a:cubicBezTo>
                  <a:pt x="255" y="363"/>
                  <a:pt x="258" y="363"/>
                  <a:pt x="260" y="363"/>
                </a:cubicBezTo>
                <a:close/>
                <a:moveTo>
                  <a:pt x="260" y="390"/>
                </a:moveTo>
                <a:cubicBezTo>
                  <a:pt x="260" y="393"/>
                  <a:pt x="260" y="393"/>
                  <a:pt x="260" y="393"/>
                </a:cubicBezTo>
                <a:cubicBezTo>
                  <a:pt x="258" y="393"/>
                  <a:pt x="258" y="393"/>
                  <a:pt x="258" y="393"/>
                </a:cubicBezTo>
                <a:cubicBezTo>
                  <a:pt x="258" y="397"/>
                  <a:pt x="258" y="402"/>
                  <a:pt x="260" y="406"/>
                </a:cubicBezTo>
                <a:cubicBezTo>
                  <a:pt x="260" y="415"/>
                  <a:pt x="260" y="415"/>
                  <a:pt x="260" y="415"/>
                </a:cubicBezTo>
                <a:cubicBezTo>
                  <a:pt x="253" y="415"/>
                  <a:pt x="253" y="415"/>
                  <a:pt x="253" y="415"/>
                </a:cubicBezTo>
                <a:cubicBezTo>
                  <a:pt x="253" y="411"/>
                  <a:pt x="253" y="411"/>
                  <a:pt x="253" y="411"/>
                </a:cubicBezTo>
                <a:cubicBezTo>
                  <a:pt x="256" y="411"/>
                  <a:pt x="256" y="411"/>
                  <a:pt x="256" y="411"/>
                </a:cubicBezTo>
                <a:cubicBezTo>
                  <a:pt x="255" y="404"/>
                  <a:pt x="255" y="400"/>
                  <a:pt x="253" y="397"/>
                </a:cubicBezTo>
                <a:cubicBezTo>
                  <a:pt x="253" y="390"/>
                  <a:pt x="253" y="390"/>
                  <a:pt x="253" y="390"/>
                </a:cubicBezTo>
                <a:cubicBezTo>
                  <a:pt x="260" y="390"/>
                  <a:pt x="260" y="390"/>
                  <a:pt x="260" y="390"/>
                </a:cubicBezTo>
                <a:close/>
                <a:moveTo>
                  <a:pt x="260" y="423"/>
                </a:moveTo>
                <a:cubicBezTo>
                  <a:pt x="260" y="446"/>
                  <a:pt x="260" y="446"/>
                  <a:pt x="260" y="446"/>
                </a:cubicBezTo>
                <a:cubicBezTo>
                  <a:pt x="258" y="447"/>
                  <a:pt x="255" y="448"/>
                  <a:pt x="253" y="449"/>
                </a:cubicBezTo>
                <a:cubicBezTo>
                  <a:pt x="253" y="449"/>
                  <a:pt x="253" y="449"/>
                  <a:pt x="253" y="449"/>
                </a:cubicBezTo>
                <a:cubicBezTo>
                  <a:pt x="253" y="436"/>
                  <a:pt x="253" y="436"/>
                  <a:pt x="253" y="436"/>
                </a:cubicBezTo>
                <a:cubicBezTo>
                  <a:pt x="255" y="434"/>
                  <a:pt x="256" y="430"/>
                  <a:pt x="258" y="424"/>
                </a:cubicBezTo>
                <a:cubicBezTo>
                  <a:pt x="259" y="423"/>
                  <a:pt x="259" y="423"/>
                  <a:pt x="260" y="423"/>
                </a:cubicBezTo>
                <a:close/>
                <a:moveTo>
                  <a:pt x="260" y="454"/>
                </a:moveTo>
                <a:cubicBezTo>
                  <a:pt x="260" y="488"/>
                  <a:pt x="260" y="488"/>
                  <a:pt x="260" y="488"/>
                </a:cubicBezTo>
                <a:cubicBezTo>
                  <a:pt x="258" y="487"/>
                  <a:pt x="257" y="486"/>
                  <a:pt x="255" y="485"/>
                </a:cubicBezTo>
                <a:cubicBezTo>
                  <a:pt x="255" y="485"/>
                  <a:pt x="255" y="484"/>
                  <a:pt x="255" y="483"/>
                </a:cubicBezTo>
                <a:cubicBezTo>
                  <a:pt x="253" y="483"/>
                  <a:pt x="253" y="483"/>
                  <a:pt x="253" y="483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57"/>
                  <a:pt x="253" y="457"/>
                  <a:pt x="253" y="457"/>
                </a:cubicBezTo>
                <a:cubicBezTo>
                  <a:pt x="255" y="456"/>
                  <a:pt x="257" y="455"/>
                  <a:pt x="260" y="454"/>
                </a:cubicBezTo>
                <a:close/>
                <a:moveTo>
                  <a:pt x="260" y="493"/>
                </a:moveTo>
                <a:cubicBezTo>
                  <a:pt x="258" y="492"/>
                  <a:pt x="257" y="491"/>
                  <a:pt x="256" y="489"/>
                </a:cubicBezTo>
                <a:cubicBezTo>
                  <a:pt x="255" y="488"/>
                  <a:pt x="254" y="488"/>
                  <a:pt x="253" y="488"/>
                </a:cubicBezTo>
                <a:cubicBezTo>
                  <a:pt x="253" y="487"/>
                  <a:pt x="253" y="487"/>
                  <a:pt x="253" y="487"/>
                </a:cubicBezTo>
                <a:cubicBezTo>
                  <a:pt x="253" y="497"/>
                  <a:pt x="253" y="497"/>
                  <a:pt x="253" y="497"/>
                </a:cubicBezTo>
                <a:cubicBezTo>
                  <a:pt x="255" y="499"/>
                  <a:pt x="258" y="502"/>
                  <a:pt x="260" y="505"/>
                </a:cubicBezTo>
                <a:cubicBezTo>
                  <a:pt x="260" y="493"/>
                  <a:pt x="260" y="493"/>
                  <a:pt x="260" y="493"/>
                </a:cubicBezTo>
                <a:close/>
                <a:moveTo>
                  <a:pt x="260" y="523"/>
                </a:moveTo>
                <a:cubicBezTo>
                  <a:pt x="260" y="527"/>
                  <a:pt x="260" y="527"/>
                  <a:pt x="260" y="527"/>
                </a:cubicBezTo>
                <a:cubicBezTo>
                  <a:pt x="258" y="528"/>
                  <a:pt x="257" y="529"/>
                  <a:pt x="256" y="531"/>
                </a:cubicBezTo>
                <a:cubicBezTo>
                  <a:pt x="258" y="531"/>
                  <a:pt x="259" y="532"/>
                  <a:pt x="260" y="533"/>
                </a:cubicBezTo>
                <a:cubicBezTo>
                  <a:pt x="260" y="537"/>
                  <a:pt x="260" y="537"/>
                  <a:pt x="260" y="537"/>
                </a:cubicBezTo>
                <a:cubicBezTo>
                  <a:pt x="258" y="536"/>
                  <a:pt x="256" y="535"/>
                  <a:pt x="253" y="534"/>
                </a:cubicBezTo>
                <a:cubicBezTo>
                  <a:pt x="253" y="529"/>
                  <a:pt x="253" y="529"/>
                  <a:pt x="253" y="529"/>
                </a:cubicBezTo>
                <a:cubicBezTo>
                  <a:pt x="255" y="527"/>
                  <a:pt x="258" y="525"/>
                  <a:pt x="260" y="523"/>
                </a:cubicBezTo>
                <a:close/>
                <a:moveTo>
                  <a:pt x="260" y="547"/>
                </a:moveTo>
                <a:cubicBezTo>
                  <a:pt x="260" y="552"/>
                  <a:pt x="260" y="552"/>
                  <a:pt x="260" y="552"/>
                </a:cubicBezTo>
                <a:cubicBezTo>
                  <a:pt x="258" y="550"/>
                  <a:pt x="255" y="548"/>
                  <a:pt x="253" y="547"/>
                </a:cubicBezTo>
                <a:cubicBezTo>
                  <a:pt x="253" y="543"/>
                  <a:pt x="253" y="543"/>
                  <a:pt x="253" y="543"/>
                </a:cubicBezTo>
                <a:cubicBezTo>
                  <a:pt x="255" y="544"/>
                  <a:pt x="258" y="545"/>
                  <a:pt x="260" y="547"/>
                </a:cubicBezTo>
                <a:close/>
                <a:moveTo>
                  <a:pt x="260" y="552"/>
                </a:moveTo>
                <a:cubicBezTo>
                  <a:pt x="260" y="557"/>
                  <a:pt x="260" y="557"/>
                  <a:pt x="260" y="557"/>
                </a:cubicBezTo>
                <a:cubicBezTo>
                  <a:pt x="258" y="558"/>
                  <a:pt x="258" y="558"/>
                  <a:pt x="258" y="558"/>
                </a:cubicBezTo>
                <a:cubicBezTo>
                  <a:pt x="258" y="559"/>
                  <a:pt x="258" y="560"/>
                  <a:pt x="258" y="561"/>
                </a:cubicBezTo>
                <a:cubicBezTo>
                  <a:pt x="260" y="562"/>
                  <a:pt x="260" y="562"/>
                  <a:pt x="260" y="562"/>
                </a:cubicBezTo>
                <a:cubicBezTo>
                  <a:pt x="260" y="571"/>
                  <a:pt x="260" y="571"/>
                  <a:pt x="260" y="571"/>
                </a:cubicBezTo>
                <a:cubicBezTo>
                  <a:pt x="258" y="578"/>
                  <a:pt x="257" y="583"/>
                  <a:pt x="260" y="588"/>
                </a:cubicBezTo>
                <a:cubicBezTo>
                  <a:pt x="260" y="595"/>
                  <a:pt x="260" y="595"/>
                  <a:pt x="260" y="595"/>
                </a:cubicBezTo>
                <a:cubicBezTo>
                  <a:pt x="258" y="594"/>
                  <a:pt x="255" y="593"/>
                  <a:pt x="253" y="591"/>
                </a:cubicBezTo>
                <a:cubicBezTo>
                  <a:pt x="253" y="555"/>
                  <a:pt x="253" y="555"/>
                  <a:pt x="253" y="555"/>
                </a:cubicBezTo>
                <a:cubicBezTo>
                  <a:pt x="254" y="556"/>
                  <a:pt x="254" y="556"/>
                  <a:pt x="254" y="556"/>
                </a:cubicBezTo>
                <a:cubicBezTo>
                  <a:pt x="256" y="554"/>
                  <a:pt x="258" y="553"/>
                  <a:pt x="260" y="552"/>
                </a:cubicBezTo>
                <a:close/>
                <a:moveTo>
                  <a:pt x="260" y="721"/>
                </a:moveTo>
                <a:cubicBezTo>
                  <a:pt x="260" y="729"/>
                  <a:pt x="260" y="729"/>
                  <a:pt x="260" y="729"/>
                </a:cubicBezTo>
                <a:cubicBezTo>
                  <a:pt x="258" y="728"/>
                  <a:pt x="256" y="727"/>
                  <a:pt x="253" y="726"/>
                </a:cubicBezTo>
                <a:cubicBezTo>
                  <a:pt x="253" y="719"/>
                  <a:pt x="253" y="719"/>
                  <a:pt x="253" y="719"/>
                </a:cubicBezTo>
                <a:cubicBezTo>
                  <a:pt x="255" y="720"/>
                  <a:pt x="258" y="720"/>
                  <a:pt x="260" y="721"/>
                </a:cubicBezTo>
                <a:close/>
                <a:moveTo>
                  <a:pt x="248" y="29"/>
                </a:moveTo>
                <a:cubicBezTo>
                  <a:pt x="250" y="29"/>
                  <a:pt x="251" y="28"/>
                  <a:pt x="253" y="27"/>
                </a:cubicBezTo>
                <a:cubicBezTo>
                  <a:pt x="253" y="46"/>
                  <a:pt x="253" y="46"/>
                  <a:pt x="253" y="46"/>
                </a:cubicBezTo>
                <a:cubicBezTo>
                  <a:pt x="251" y="45"/>
                  <a:pt x="250" y="44"/>
                  <a:pt x="248" y="43"/>
                </a:cubicBezTo>
                <a:cubicBezTo>
                  <a:pt x="248" y="29"/>
                  <a:pt x="248" y="29"/>
                  <a:pt x="248" y="29"/>
                </a:cubicBezTo>
                <a:close/>
                <a:moveTo>
                  <a:pt x="253" y="767"/>
                </a:moveTo>
                <a:cubicBezTo>
                  <a:pt x="251" y="766"/>
                  <a:pt x="250" y="764"/>
                  <a:pt x="248" y="763"/>
                </a:cubicBezTo>
                <a:cubicBezTo>
                  <a:pt x="248" y="733"/>
                  <a:pt x="248" y="733"/>
                  <a:pt x="248" y="733"/>
                </a:cubicBezTo>
                <a:cubicBezTo>
                  <a:pt x="249" y="743"/>
                  <a:pt x="249" y="749"/>
                  <a:pt x="253" y="755"/>
                </a:cubicBezTo>
                <a:cubicBezTo>
                  <a:pt x="253" y="767"/>
                  <a:pt x="253" y="767"/>
                  <a:pt x="253" y="767"/>
                </a:cubicBezTo>
                <a:close/>
                <a:moveTo>
                  <a:pt x="253" y="66"/>
                </a:moveTo>
                <a:cubicBezTo>
                  <a:pt x="253" y="75"/>
                  <a:pt x="253" y="75"/>
                  <a:pt x="253" y="75"/>
                </a:cubicBezTo>
                <a:cubicBezTo>
                  <a:pt x="251" y="75"/>
                  <a:pt x="251" y="75"/>
                  <a:pt x="251" y="75"/>
                </a:cubicBezTo>
                <a:cubicBezTo>
                  <a:pt x="250" y="76"/>
                  <a:pt x="249" y="77"/>
                  <a:pt x="248" y="78"/>
                </a:cubicBezTo>
                <a:cubicBezTo>
                  <a:pt x="248" y="64"/>
                  <a:pt x="248" y="64"/>
                  <a:pt x="248" y="64"/>
                </a:cubicBezTo>
                <a:cubicBezTo>
                  <a:pt x="251" y="66"/>
                  <a:pt x="251" y="66"/>
                  <a:pt x="251" y="66"/>
                </a:cubicBezTo>
                <a:cubicBezTo>
                  <a:pt x="252" y="66"/>
                  <a:pt x="253" y="66"/>
                  <a:pt x="253" y="66"/>
                </a:cubicBezTo>
                <a:close/>
                <a:moveTo>
                  <a:pt x="253" y="213"/>
                </a:moveTo>
                <a:cubicBezTo>
                  <a:pt x="253" y="221"/>
                  <a:pt x="253" y="221"/>
                  <a:pt x="253" y="221"/>
                </a:cubicBezTo>
                <a:cubicBezTo>
                  <a:pt x="251" y="222"/>
                  <a:pt x="250" y="222"/>
                  <a:pt x="248" y="224"/>
                </a:cubicBezTo>
                <a:cubicBezTo>
                  <a:pt x="248" y="218"/>
                  <a:pt x="248" y="218"/>
                  <a:pt x="248" y="218"/>
                </a:cubicBezTo>
                <a:cubicBezTo>
                  <a:pt x="250" y="216"/>
                  <a:pt x="251" y="214"/>
                  <a:pt x="253" y="213"/>
                </a:cubicBezTo>
                <a:close/>
                <a:moveTo>
                  <a:pt x="253" y="231"/>
                </a:moveTo>
                <a:cubicBezTo>
                  <a:pt x="253" y="237"/>
                  <a:pt x="253" y="237"/>
                  <a:pt x="253" y="237"/>
                </a:cubicBezTo>
                <a:cubicBezTo>
                  <a:pt x="251" y="236"/>
                  <a:pt x="250" y="236"/>
                  <a:pt x="248" y="235"/>
                </a:cubicBezTo>
                <a:cubicBezTo>
                  <a:pt x="248" y="228"/>
                  <a:pt x="248" y="228"/>
                  <a:pt x="248" y="228"/>
                </a:cubicBezTo>
                <a:cubicBezTo>
                  <a:pt x="250" y="229"/>
                  <a:pt x="251" y="230"/>
                  <a:pt x="253" y="231"/>
                </a:cubicBezTo>
                <a:close/>
                <a:moveTo>
                  <a:pt x="253" y="242"/>
                </a:moveTo>
                <a:cubicBezTo>
                  <a:pt x="253" y="249"/>
                  <a:pt x="253" y="249"/>
                  <a:pt x="253" y="249"/>
                </a:cubicBezTo>
                <a:cubicBezTo>
                  <a:pt x="253" y="249"/>
                  <a:pt x="252" y="249"/>
                  <a:pt x="249" y="250"/>
                </a:cubicBezTo>
                <a:cubicBezTo>
                  <a:pt x="249" y="251"/>
                  <a:pt x="249" y="252"/>
                  <a:pt x="248" y="253"/>
                </a:cubicBezTo>
                <a:cubicBezTo>
                  <a:pt x="248" y="245"/>
                  <a:pt x="248" y="245"/>
                  <a:pt x="248" y="245"/>
                </a:cubicBezTo>
                <a:cubicBezTo>
                  <a:pt x="250" y="244"/>
                  <a:pt x="252" y="244"/>
                  <a:pt x="253" y="242"/>
                </a:cubicBezTo>
                <a:close/>
                <a:moveTo>
                  <a:pt x="253" y="255"/>
                </a:moveTo>
                <a:cubicBezTo>
                  <a:pt x="253" y="263"/>
                  <a:pt x="253" y="263"/>
                  <a:pt x="253" y="263"/>
                </a:cubicBezTo>
                <a:cubicBezTo>
                  <a:pt x="252" y="265"/>
                  <a:pt x="252" y="268"/>
                  <a:pt x="253" y="271"/>
                </a:cubicBezTo>
                <a:cubicBezTo>
                  <a:pt x="253" y="278"/>
                  <a:pt x="253" y="278"/>
                  <a:pt x="253" y="278"/>
                </a:cubicBezTo>
                <a:cubicBezTo>
                  <a:pt x="251" y="276"/>
                  <a:pt x="250" y="275"/>
                  <a:pt x="248" y="273"/>
                </a:cubicBezTo>
                <a:cubicBezTo>
                  <a:pt x="248" y="263"/>
                  <a:pt x="248" y="263"/>
                  <a:pt x="248" y="263"/>
                </a:cubicBezTo>
                <a:cubicBezTo>
                  <a:pt x="251" y="260"/>
                  <a:pt x="252" y="258"/>
                  <a:pt x="253" y="255"/>
                </a:cubicBezTo>
                <a:close/>
                <a:moveTo>
                  <a:pt x="253" y="304"/>
                </a:moveTo>
                <a:cubicBezTo>
                  <a:pt x="253" y="338"/>
                  <a:pt x="253" y="338"/>
                  <a:pt x="253" y="338"/>
                </a:cubicBezTo>
                <a:cubicBezTo>
                  <a:pt x="253" y="339"/>
                  <a:pt x="253" y="340"/>
                  <a:pt x="253" y="341"/>
                </a:cubicBezTo>
                <a:cubicBezTo>
                  <a:pt x="253" y="341"/>
                  <a:pt x="253" y="340"/>
                  <a:pt x="253" y="340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2" y="348"/>
                  <a:pt x="252" y="345"/>
                  <a:pt x="251" y="343"/>
                </a:cubicBezTo>
                <a:cubicBezTo>
                  <a:pt x="251" y="343"/>
                  <a:pt x="250" y="343"/>
                  <a:pt x="249" y="344"/>
                </a:cubicBezTo>
                <a:cubicBezTo>
                  <a:pt x="249" y="345"/>
                  <a:pt x="248" y="346"/>
                  <a:pt x="248" y="347"/>
                </a:cubicBezTo>
                <a:cubicBezTo>
                  <a:pt x="248" y="332"/>
                  <a:pt x="248" y="332"/>
                  <a:pt x="248" y="332"/>
                </a:cubicBezTo>
                <a:cubicBezTo>
                  <a:pt x="250" y="328"/>
                  <a:pt x="251" y="323"/>
                  <a:pt x="251" y="319"/>
                </a:cubicBezTo>
                <a:cubicBezTo>
                  <a:pt x="250" y="320"/>
                  <a:pt x="249" y="321"/>
                  <a:pt x="248" y="321"/>
                </a:cubicBezTo>
                <a:cubicBezTo>
                  <a:pt x="248" y="302"/>
                  <a:pt x="248" y="302"/>
                  <a:pt x="248" y="302"/>
                </a:cubicBezTo>
                <a:cubicBezTo>
                  <a:pt x="249" y="302"/>
                  <a:pt x="251" y="303"/>
                  <a:pt x="253" y="304"/>
                </a:cubicBezTo>
                <a:close/>
                <a:moveTo>
                  <a:pt x="253" y="363"/>
                </a:moveTo>
                <a:cubicBezTo>
                  <a:pt x="253" y="374"/>
                  <a:pt x="253" y="374"/>
                  <a:pt x="253" y="374"/>
                </a:cubicBezTo>
                <a:cubicBezTo>
                  <a:pt x="251" y="372"/>
                  <a:pt x="250" y="371"/>
                  <a:pt x="248" y="370"/>
                </a:cubicBezTo>
                <a:cubicBezTo>
                  <a:pt x="248" y="362"/>
                  <a:pt x="248" y="362"/>
                  <a:pt x="248" y="362"/>
                </a:cubicBezTo>
                <a:cubicBezTo>
                  <a:pt x="250" y="362"/>
                  <a:pt x="251" y="363"/>
                  <a:pt x="253" y="363"/>
                </a:cubicBezTo>
                <a:close/>
                <a:moveTo>
                  <a:pt x="253" y="390"/>
                </a:moveTo>
                <a:cubicBezTo>
                  <a:pt x="253" y="397"/>
                  <a:pt x="253" y="397"/>
                  <a:pt x="253" y="397"/>
                </a:cubicBezTo>
                <a:cubicBezTo>
                  <a:pt x="252" y="396"/>
                  <a:pt x="251" y="394"/>
                  <a:pt x="248" y="394"/>
                </a:cubicBezTo>
                <a:cubicBezTo>
                  <a:pt x="248" y="390"/>
                  <a:pt x="248" y="390"/>
                  <a:pt x="248" y="390"/>
                </a:cubicBezTo>
                <a:cubicBezTo>
                  <a:pt x="253" y="390"/>
                  <a:pt x="253" y="390"/>
                  <a:pt x="253" y="390"/>
                </a:cubicBezTo>
                <a:close/>
                <a:moveTo>
                  <a:pt x="253" y="411"/>
                </a:moveTo>
                <a:cubicBezTo>
                  <a:pt x="253" y="415"/>
                  <a:pt x="253" y="415"/>
                  <a:pt x="253" y="415"/>
                </a:cubicBezTo>
                <a:cubicBezTo>
                  <a:pt x="248" y="415"/>
                  <a:pt x="248" y="415"/>
                  <a:pt x="248" y="415"/>
                </a:cubicBezTo>
                <a:cubicBezTo>
                  <a:pt x="248" y="410"/>
                  <a:pt x="248" y="410"/>
                  <a:pt x="248" y="410"/>
                </a:cubicBezTo>
                <a:cubicBezTo>
                  <a:pt x="249" y="410"/>
                  <a:pt x="249" y="411"/>
                  <a:pt x="250" y="411"/>
                </a:cubicBezTo>
                <a:cubicBezTo>
                  <a:pt x="253" y="411"/>
                  <a:pt x="253" y="411"/>
                  <a:pt x="253" y="411"/>
                </a:cubicBezTo>
                <a:close/>
                <a:moveTo>
                  <a:pt x="253" y="436"/>
                </a:moveTo>
                <a:cubicBezTo>
                  <a:pt x="253" y="449"/>
                  <a:pt x="253" y="449"/>
                  <a:pt x="253" y="449"/>
                </a:cubicBezTo>
                <a:cubicBezTo>
                  <a:pt x="251" y="452"/>
                  <a:pt x="250" y="454"/>
                  <a:pt x="248" y="456"/>
                </a:cubicBezTo>
                <a:cubicBezTo>
                  <a:pt x="248" y="439"/>
                  <a:pt x="248" y="439"/>
                  <a:pt x="248" y="439"/>
                </a:cubicBezTo>
                <a:cubicBezTo>
                  <a:pt x="250" y="438"/>
                  <a:pt x="252" y="438"/>
                  <a:pt x="253" y="436"/>
                </a:cubicBezTo>
                <a:close/>
                <a:moveTo>
                  <a:pt x="253" y="457"/>
                </a:moveTo>
                <a:cubicBezTo>
                  <a:pt x="253" y="470"/>
                  <a:pt x="253" y="470"/>
                  <a:pt x="253" y="470"/>
                </a:cubicBezTo>
                <a:cubicBezTo>
                  <a:pt x="247" y="462"/>
                  <a:pt x="249" y="459"/>
                  <a:pt x="253" y="457"/>
                </a:cubicBezTo>
                <a:close/>
                <a:moveTo>
                  <a:pt x="253" y="470"/>
                </a:moveTo>
                <a:cubicBezTo>
                  <a:pt x="252" y="470"/>
                  <a:pt x="251" y="470"/>
                  <a:pt x="250" y="470"/>
                </a:cubicBezTo>
                <a:cubicBezTo>
                  <a:pt x="248" y="468"/>
                  <a:pt x="248" y="468"/>
                  <a:pt x="248" y="468"/>
                </a:cubicBezTo>
                <a:cubicBezTo>
                  <a:pt x="248" y="493"/>
                  <a:pt x="248" y="493"/>
                  <a:pt x="248" y="493"/>
                </a:cubicBezTo>
                <a:cubicBezTo>
                  <a:pt x="250" y="494"/>
                  <a:pt x="252" y="496"/>
                  <a:pt x="253" y="497"/>
                </a:cubicBezTo>
                <a:cubicBezTo>
                  <a:pt x="253" y="487"/>
                  <a:pt x="253" y="487"/>
                  <a:pt x="253" y="487"/>
                </a:cubicBezTo>
                <a:cubicBezTo>
                  <a:pt x="253" y="486"/>
                  <a:pt x="252" y="484"/>
                  <a:pt x="251" y="483"/>
                </a:cubicBezTo>
                <a:cubicBezTo>
                  <a:pt x="253" y="483"/>
                  <a:pt x="253" y="483"/>
                  <a:pt x="253" y="483"/>
                </a:cubicBezTo>
                <a:cubicBezTo>
                  <a:pt x="253" y="470"/>
                  <a:pt x="253" y="470"/>
                  <a:pt x="253" y="470"/>
                </a:cubicBezTo>
                <a:close/>
                <a:moveTo>
                  <a:pt x="253" y="529"/>
                </a:moveTo>
                <a:cubicBezTo>
                  <a:pt x="253" y="534"/>
                  <a:pt x="253" y="534"/>
                  <a:pt x="253" y="534"/>
                </a:cubicBezTo>
                <a:cubicBezTo>
                  <a:pt x="253" y="534"/>
                  <a:pt x="253" y="534"/>
                  <a:pt x="253" y="534"/>
                </a:cubicBezTo>
                <a:cubicBezTo>
                  <a:pt x="251" y="535"/>
                  <a:pt x="250" y="536"/>
                  <a:pt x="249" y="537"/>
                </a:cubicBezTo>
                <a:cubicBezTo>
                  <a:pt x="249" y="538"/>
                  <a:pt x="249" y="539"/>
                  <a:pt x="249" y="540"/>
                </a:cubicBezTo>
                <a:cubicBezTo>
                  <a:pt x="250" y="541"/>
                  <a:pt x="252" y="542"/>
                  <a:pt x="253" y="543"/>
                </a:cubicBezTo>
                <a:cubicBezTo>
                  <a:pt x="253" y="547"/>
                  <a:pt x="253" y="547"/>
                  <a:pt x="253" y="547"/>
                </a:cubicBezTo>
                <a:cubicBezTo>
                  <a:pt x="252" y="546"/>
                  <a:pt x="250" y="545"/>
                  <a:pt x="248" y="544"/>
                </a:cubicBezTo>
                <a:cubicBezTo>
                  <a:pt x="248" y="534"/>
                  <a:pt x="248" y="534"/>
                  <a:pt x="248" y="534"/>
                </a:cubicBezTo>
                <a:cubicBezTo>
                  <a:pt x="250" y="532"/>
                  <a:pt x="251" y="531"/>
                  <a:pt x="253" y="529"/>
                </a:cubicBezTo>
                <a:close/>
                <a:moveTo>
                  <a:pt x="253" y="555"/>
                </a:moveTo>
                <a:cubicBezTo>
                  <a:pt x="253" y="591"/>
                  <a:pt x="253" y="591"/>
                  <a:pt x="253" y="591"/>
                </a:cubicBezTo>
                <a:cubicBezTo>
                  <a:pt x="251" y="589"/>
                  <a:pt x="250" y="588"/>
                  <a:pt x="248" y="586"/>
                </a:cubicBezTo>
                <a:cubicBezTo>
                  <a:pt x="248" y="580"/>
                  <a:pt x="248" y="580"/>
                  <a:pt x="248" y="580"/>
                </a:cubicBezTo>
                <a:cubicBezTo>
                  <a:pt x="249" y="581"/>
                  <a:pt x="249" y="582"/>
                  <a:pt x="250" y="583"/>
                </a:cubicBezTo>
                <a:cubicBezTo>
                  <a:pt x="253" y="570"/>
                  <a:pt x="255" y="566"/>
                  <a:pt x="248" y="557"/>
                </a:cubicBezTo>
                <a:cubicBezTo>
                  <a:pt x="248" y="551"/>
                  <a:pt x="248" y="551"/>
                  <a:pt x="248" y="551"/>
                </a:cubicBezTo>
                <a:cubicBezTo>
                  <a:pt x="249" y="552"/>
                  <a:pt x="251" y="553"/>
                  <a:pt x="253" y="555"/>
                </a:cubicBezTo>
                <a:close/>
                <a:moveTo>
                  <a:pt x="253" y="719"/>
                </a:moveTo>
                <a:cubicBezTo>
                  <a:pt x="253" y="726"/>
                  <a:pt x="253" y="726"/>
                  <a:pt x="253" y="726"/>
                </a:cubicBezTo>
                <a:cubicBezTo>
                  <a:pt x="252" y="726"/>
                  <a:pt x="250" y="725"/>
                  <a:pt x="248" y="724"/>
                </a:cubicBezTo>
                <a:cubicBezTo>
                  <a:pt x="248" y="717"/>
                  <a:pt x="248" y="717"/>
                  <a:pt x="248" y="717"/>
                </a:cubicBezTo>
                <a:cubicBezTo>
                  <a:pt x="250" y="717"/>
                  <a:pt x="251" y="718"/>
                  <a:pt x="253" y="719"/>
                </a:cubicBezTo>
                <a:close/>
                <a:moveTo>
                  <a:pt x="248" y="503"/>
                </a:moveTo>
                <a:cubicBezTo>
                  <a:pt x="248" y="497"/>
                  <a:pt x="248" y="497"/>
                  <a:pt x="248" y="497"/>
                </a:cubicBezTo>
                <a:cubicBezTo>
                  <a:pt x="248" y="497"/>
                  <a:pt x="249" y="497"/>
                  <a:pt x="249" y="497"/>
                </a:cubicBezTo>
                <a:cubicBezTo>
                  <a:pt x="249" y="499"/>
                  <a:pt x="249" y="500"/>
                  <a:pt x="250" y="502"/>
                </a:cubicBezTo>
                <a:cubicBezTo>
                  <a:pt x="249" y="502"/>
                  <a:pt x="249" y="503"/>
                  <a:pt x="248" y="503"/>
                </a:cubicBezTo>
                <a:close/>
                <a:moveTo>
                  <a:pt x="238" y="33"/>
                </a:moveTo>
                <a:cubicBezTo>
                  <a:pt x="241" y="32"/>
                  <a:pt x="245" y="31"/>
                  <a:pt x="248" y="29"/>
                </a:cubicBezTo>
                <a:cubicBezTo>
                  <a:pt x="248" y="43"/>
                  <a:pt x="248" y="43"/>
                  <a:pt x="248" y="43"/>
                </a:cubicBezTo>
                <a:cubicBezTo>
                  <a:pt x="245" y="42"/>
                  <a:pt x="241" y="42"/>
                  <a:pt x="238" y="42"/>
                </a:cubicBezTo>
                <a:cubicBezTo>
                  <a:pt x="238" y="33"/>
                  <a:pt x="238" y="33"/>
                  <a:pt x="238" y="33"/>
                </a:cubicBezTo>
                <a:close/>
                <a:moveTo>
                  <a:pt x="248" y="763"/>
                </a:moveTo>
                <a:cubicBezTo>
                  <a:pt x="248" y="763"/>
                  <a:pt x="248" y="763"/>
                  <a:pt x="248" y="763"/>
                </a:cubicBezTo>
                <a:cubicBezTo>
                  <a:pt x="245" y="762"/>
                  <a:pt x="241" y="762"/>
                  <a:pt x="238" y="760"/>
                </a:cubicBezTo>
                <a:cubicBezTo>
                  <a:pt x="238" y="753"/>
                  <a:pt x="238" y="753"/>
                  <a:pt x="238" y="753"/>
                </a:cubicBezTo>
                <a:cubicBezTo>
                  <a:pt x="241" y="753"/>
                  <a:pt x="241" y="753"/>
                  <a:pt x="241" y="753"/>
                </a:cubicBezTo>
                <a:cubicBezTo>
                  <a:pt x="240" y="745"/>
                  <a:pt x="240" y="737"/>
                  <a:pt x="238" y="729"/>
                </a:cubicBezTo>
                <a:cubicBezTo>
                  <a:pt x="238" y="711"/>
                  <a:pt x="238" y="711"/>
                  <a:pt x="238" y="711"/>
                </a:cubicBezTo>
                <a:cubicBezTo>
                  <a:pt x="239" y="713"/>
                  <a:pt x="241" y="714"/>
                  <a:pt x="242" y="715"/>
                </a:cubicBezTo>
                <a:cubicBezTo>
                  <a:pt x="244" y="716"/>
                  <a:pt x="246" y="716"/>
                  <a:pt x="248" y="717"/>
                </a:cubicBezTo>
                <a:cubicBezTo>
                  <a:pt x="248" y="724"/>
                  <a:pt x="248" y="724"/>
                  <a:pt x="248" y="724"/>
                </a:cubicBezTo>
                <a:cubicBezTo>
                  <a:pt x="248" y="724"/>
                  <a:pt x="248" y="724"/>
                  <a:pt x="248" y="724"/>
                </a:cubicBezTo>
                <a:cubicBezTo>
                  <a:pt x="248" y="727"/>
                  <a:pt x="248" y="730"/>
                  <a:pt x="248" y="733"/>
                </a:cubicBezTo>
                <a:cubicBezTo>
                  <a:pt x="248" y="763"/>
                  <a:pt x="248" y="763"/>
                  <a:pt x="248" y="763"/>
                </a:cubicBezTo>
                <a:close/>
                <a:moveTo>
                  <a:pt x="248" y="64"/>
                </a:moveTo>
                <a:cubicBezTo>
                  <a:pt x="248" y="78"/>
                  <a:pt x="248" y="78"/>
                  <a:pt x="248" y="78"/>
                </a:cubicBezTo>
                <a:cubicBezTo>
                  <a:pt x="245" y="80"/>
                  <a:pt x="241" y="83"/>
                  <a:pt x="238" y="84"/>
                </a:cubicBezTo>
                <a:cubicBezTo>
                  <a:pt x="238" y="76"/>
                  <a:pt x="238" y="76"/>
                  <a:pt x="238" y="76"/>
                </a:cubicBezTo>
                <a:cubicBezTo>
                  <a:pt x="240" y="75"/>
                  <a:pt x="241" y="74"/>
                  <a:pt x="243" y="73"/>
                </a:cubicBezTo>
                <a:cubicBezTo>
                  <a:pt x="238" y="69"/>
                  <a:pt x="238" y="69"/>
                  <a:pt x="238" y="69"/>
                </a:cubicBezTo>
                <a:cubicBezTo>
                  <a:pt x="238" y="58"/>
                  <a:pt x="238" y="58"/>
                  <a:pt x="238" y="58"/>
                </a:cubicBezTo>
                <a:cubicBezTo>
                  <a:pt x="248" y="64"/>
                  <a:pt x="248" y="64"/>
                  <a:pt x="248" y="64"/>
                </a:cubicBezTo>
                <a:close/>
                <a:moveTo>
                  <a:pt x="248" y="218"/>
                </a:moveTo>
                <a:cubicBezTo>
                  <a:pt x="248" y="224"/>
                  <a:pt x="248" y="224"/>
                  <a:pt x="248" y="224"/>
                </a:cubicBezTo>
                <a:cubicBezTo>
                  <a:pt x="247" y="225"/>
                  <a:pt x="246" y="226"/>
                  <a:pt x="245" y="227"/>
                </a:cubicBezTo>
                <a:cubicBezTo>
                  <a:pt x="248" y="228"/>
                  <a:pt x="248" y="228"/>
                  <a:pt x="248" y="228"/>
                </a:cubicBezTo>
                <a:cubicBezTo>
                  <a:pt x="248" y="235"/>
                  <a:pt x="248" y="235"/>
                  <a:pt x="248" y="235"/>
                </a:cubicBezTo>
                <a:cubicBezTo>
                  <a:pt x="244" y="234"/>
                  <a:pt x="241" y="234"/>
                  <a:pt x="238" y="235"/>
                </a:cubicBezTo>
                <a:cubicBezTo>
                  <a:pt x="238" y="226"/>
                  <a:pt x="238" y="226"/>
                  <a:pt x="238" y="226"/>
                </a:cubicBezTo>
                <a:cubicBezTo>
                  <a:pt x="241" y="223"/>
                  <a:pt x="245" y="220"/>
                  <a:pt x="248" y="218"/>
                </a:cubicBezTo>
                <a:close/>
                <a:moveTo>
                  <a:pt x="248" y="245"/>
                </a:moveTo>
                <a:cubicBezTo>
                  <a:pt x="248" y="253"/>
                  <a:pt x="248" y="253"/>
                  <a:pt x="248" y="253"/>
                </a:cubicBezTo>
                <a:cubicBezTo>
                  <a:pt x="245" y="258"/>
                  <a:pt x="241" y="259"/>
                  <a:pt x="247" y="265"/>
                </a:cubicBezTo>
                <a:cubicBezTo>
                  <a:pt x="247" y="264"/>
                  <a:pt x="248" y="264"/>
                  <a:pt x="248" y="263"/>
                </a:cubicBezTo>
                <a:cubicBezTo>
                  <a:pt x="248" y="273"/>
                  <a:pt x="248" y="273"/>
                  <a:pt x="248" y="273"/>
                </a:cubicBezTo>
                <a:cubicBezTo>
                  <a:pt x="245" y="269"/>
                  <a:pt x="242" y="266"/>
                  <a:pt x="241" y="263"/>
                </a:cubicBezTo>
                <a:cubicBezTo>
                  <a:pt x="240" y="263"/>
                  <a:pt x="239" y="263"/>
                  <a:pt x="238" y="263"/>
                </a:cubicBezTo>
                <a:cubicBezTo>
                  <a:pt x="238" y="257"/>
                  <a:pt x="238" y="257"/>
                  <a:pt x="238" y="257"/>
                </a:cubicBezTo>
                <a:cubicBezTo>
                  <a:pt x="240" y="256"/>
                  <a:pt x="241" y="254"/>
                  <a:pt x="243" y="252"/>
                </a:cubicBezTo>
                <a:cubicBezTo>
                  <a:pt x="241" y="251"/>
                  <a:pt x="240" y="251"/>
                  <a:pt x="238" y="250"/>
                </a:cubicBezTo>
                <a:cubicBezTo>
                  <a:pt x="238" y="243"/>
                  <a:pt x="238" y="243"/>
                  <a:pt x="238" y="243"/>
                </a:cubicBezTo>
                <a:cubicBezTo>
                  <a:pt x="243" y="245"/>
                  <a:pt x="243" y="245"/>
                  <a:pt x="243" y="245"/>
                </a:cubicBezTo>
                <a:cubicBezTo>
                  <a:pt x="245" y="245"/>
                  <a:pt x="247" y="245"/>
                  <a:pt x="248" y="245"/>
                </a:cubicBezTo>
                <a:close/>
                <a:moveTo>
                  <a:pt x="248" y="302"/>
                </a:moveTo>
                <a:cubicBezTo>
                  <a:pt x="248" y="321"/>
                  <a:pt x="248" y="321"/>
                  <a:pt x="248" y="321"/>
                </a:cubicBezTo>
                <a:cubicBezTo>
                  <a:pt x="245" y="324"/>
                  <a:pt x="243" y="324"/>
                  <a:pt x="238" y="324"/>
                </a:cubicBezTo>
                <a:cubicBezTo>
                  <a:pt x="238" y="327"/>
                  <a:pt x="239" y="328"/>
                  <a:pt x="242" y="331"/>
                </a:cubicBezTo>
                <a:cubicBezTo>
                  <a:pt x="242" y="334"/>
                  <a:pt x="242" y="337"/>
                  <a:pt x="242" y="341"/>
                </a:cubicBezTo>
                <a:cubicBezTo>
                  <a:pt x="245" y="339"/>
                  <a:pt x="247" y="336"/>
                  <a:pt x="248" y="332"/>
                </a:cubicBezTo>
                <a:cubicBezTo>
                  <a:pt x="248" y="347"/>
                  <a:pt x="248" y="347"/>
                  <a:pt x="248" y="347"/>
                </a:cubicBezTo>
                <a:cubicBezTo>
                  <a:pt x="248" y="347"/>
                  <a:pt x="248" y="347"/>
                  <a:pt x="248" y="347"/>
                </a:cubicBezTo>
                <a:cubicBezTo>
                  <a:pt x="245" y="348"/>
                  <a:pt x="242" y="349"/>
                  <a:pt x="238" y="349"/>
                </a:cubicBezTo>
                <a:cubicBezTo>
                  <a:pt x="238" y="311"/>
                  <a:pt x="238" y="311"/>
                  <a:pt x="238" y="311"/>
                </a:cubicBezTo>
                <a:cubicBezTo>
                  <a:pt x="242" y="304"/>
                  <a:pt x="244" y="301"/>
                  <a:pt x="248" y="302"/>
                </a:cubicBezTo>
                <a:close/>
                <a:moveTo>
                  <a:pt x="248" y="362"/>
                </a:moveTo>
                <a:cubicBezTo>
                  <a:pt x="248" y="370"/>
                  <a:pt x="248" y="370"/>
                  <a:pt x="248" y="370"/>
                </a:cubicBezTo>
                <a:cubicBezTo>
                  <a:pt x="246" y="370"/>
                  <a:pt x="243" y="370"/>
                  <a:pt x="238" y="370"/>
                </a:cubicBezTo>
                <a:cubicBezTo>
                  <a:pt x="238" y="360"/>
                  <a:pt x="238" y="360"/>
                  <a:pt x="238" y="360"/>
                </a:cubicBezTo>
                <a:cubicBezTo>
                  <a:pt x="241" y="360"/>
                  <a:pt x="245" y="362"/>
                  <a:pt x="248" y="362"/>
                </a:cubicBezTo>
                <a:close/>
                <a:moveTo>
                  <a:pt x="248" y="390"/>
                </a:moveTo>
                <a:cubicBezTo>
                  <a:pt x="248" y="394"/>
                  <a:pt x="248" y="394"/>
                  <a:pt x="248" y="394"/>
                </a:cubicBezTo>
                <a:cubicBezTo>
                  <a:pt x="247" y="393"/>
                  <a:pt x="246" y="393"/>
                  <a:pt x="245" y="393"/>
                </a:cubicBezTo>
                <a:cubicBezTo>
                  <a:pt x="246" y="399"/>
                  <a:pt x="247" y="404"/>
                  <a:pt x="248" y="410"/>
                </a:cubicBezTo>
                <a:cubicBezTo>
                  <a:pt x="248" y="410"/>
                  <a:pt x="248" y="410"/>
                  <a:pt x="248" y="410"/>
                </a:cubicBezTo>
                <a:cubicBezTo>
                  <a:pt x="248" y="415"/>
                  <a:pt x="248" y="415"/>
                  <a:pt x="248" y="415"/>
                </a:cubicBezTo>
                <a:cubicBezTo>
                  <a:pt x="238" y="415"/>
                  <a:pt x="238" y="415"/>
                  <a:pt x="238" y="415"/>
                </a:cubicBezTo>
                <a:cubicBezTo>
                  <a:pt x="238" y="411"/>
                  <a:pt x="238" y="411"/>
                  <a:pt x="238" y="411"/>
                </a:cubicBezTo>
                <a:cubicBezTo>
                  <a:pt x="240" y="411"/>
                  <a:pt x="242" y="410"/>
                  <a:pt x="244" y="410"/>
                </a:cubicBezTo>
                <a:cubicBezTo>
                  <a:pt x="243" y="405"/>
                  <a:pt x="242" y="400"/>
                  <a:pt x="241" y="395"/>
                </a:cubicBezTo>
                <a:cubicBezTo>
                  <a:pt x="240" y="395"/>
                  <a:pt x="239" y="394"/>
                  <a:pt x="238" y="394"/>
                </a:cubicBezTo>
                <a:cubicBezTo>
                  <a:pt x="238" y="390"/>
                  <a:pt x="238" y="390"/>
                  <a:pt x="238" y="390"/>
                </a:cubicBezTo>
                <a:cubicBezTo>
                  <a:pt x="248" y="390"/>
                  <a:pt x="248" y="390"/>
                  <a:pt x="248" y="390"/>
                </a:cubicBezTo>
                <a:close/>
                <a:moveTo>
                  <a:pt x="248" y="439"/>
                </a:moveTo>
                <a:cubicBezTo>
                  <a:pt x="248" y="456"/>
                  <a:pt x="248" y="456"/>
                  <a:pt x="248" y="456"/>
                </a:cubicBezTo>
                <a:cubicBezTo>
                  <a:pt x="246" y="458"/>
                  <a:pt x="243" y="461"/>
                  <a:pt x="238" y="467"/>
                </a:cubicBezTo>
                <a:cubicBezTo>
                  <a:pt x="241" y="472"/>
                  <a:pt x="243" y="476"/>
                  <a:pt x="248" y="478"/>
                </a:cubicBezTo>
                <a:cubicBezTo>
                  <a:pt x="247" y="476"/>
                  <a:pt x="245" y="473"/>
                  <a:pt x="244" y="470"/>
                </a:cubicBezTo>
                <a:cubicBezTo>
                  <a:pt x="244" y="470"/>
                  <a:pt x="245" y="469"/>
                  <a:pt x="245" y="468"/>
                </a:cubicBezTo>
                <a:cubicBezTo>
                  <a:pt x="246" y="468"/>
                  <a:pt x="247" y="468"/>
                  <a:pt x="248" y="468"/>
                </a:cubicBezTo>
                <a:cubicBezTo>
                  <a:pt x="248" y="468"/>
                  <a:pt x="248" y="468"/>
                  <a:pt x="248" y="468"/>
                </a:cubicBezTo>
                <a:cubicBezTo>
                  <a:pt x="248" y="493"/>
                  <a:pt x="248" y="493"/>
                  <a:pt x="248" y="493"/>
                </a:cubicBezTo>
                <a:cubicBezTo>
                  <a:pt x="247" y="493"/>
                  <a:pt x="246" y="493"/>
                  <a:pt x="245" y="492"/>
                </a:cubicBezTo>
                <a:cubicBezTo>
                  <a:pt x="246" y="495"/>
                  <a:pt x="246" y="496"/>
                  <a:pt x="248" y="497"/>
                </a:cubicBezTo>
                <a:cubicBezTo>
                  <a:pt x="248" y="503"/>
                  <a:pt x="248" y="503"/>
                  <a:pt x="248" y="503"/>
                </a:cubicBezTo>
                <a:cubicBezTo>
                  <a:pt x="247" y="503"/>
                  <a:pt x="246" y="503"/>
                  <a:pt x="245" y="504"/>
                </a:cubicBezTo>
                <a:cubicBezTo>
                  <a:pt x="242" y="501"/>
                  <a:pt x="240" y="500"/>
                  <a:pt x="238" y="500"/>
                </a:cubicBezTo>
                <a:cubicBezTo>
                  <a:pt x="238" y="486"/>
                  <a:pt x="238" y="486"/>
                  <a:pt x="238" y="486"/>
                </a:cubicBezTo>
                <a:cubicBezTo>
                  <a:pt x="239" y="486"/>
                  <a:pt x="240" y="486"/>
                  <a:pt x="241" y="487"/>
                </a:cubicBezTo>
                <a:cubicBezTo>
                  <a:pt x="241" y="485"/>
                  <a:pt x="240" y="482"/>
                  <a:pt x="240" y="480"/>
                </a:cubicBezTo>
                <a:cubicBezTo>
                  <a:pt x="238" y="480"/>
                  <a:pt x="238" y="480"/>
                  <a:pt x="238" y="480"/>
                </a:cubicBezTo>
                <a:cubicBezTo>
                  <a:pt x="238" y="455"/>
                  <a:pt x="238" y="455"/>
                  <a:pt x="238" y="455"/>
                </a:cubicBezTo>
                <a:cubicBezTo>
                  <a:pt x="240" y="453"/>
                  <a:pt x="242" y="451"/>
                  <a:pt x="244" y="447"/>
                </a:cubicBezTo>
                <a:cubicBezTo>
                  <a:pt x="242" y="447"/>
                  <a:pt x="240" y="446"/>
                  <a:pt x="238" y="446"/>
                </a:cubicBezTo>
                <a:cubicBezTo>
                  <a:pt x="238" y="439"/>
                  <a:pt x="238" y="439"/>
                  <a:pt x="238" y="439"/>
                </a:cubicBezTo>
                <a:cubicBezTo>
                  <a:pt x="243" y="439"/>
                  <a:pt x="246" y="439"/>
                  <a:pt x="248" y="439"/>
                </a:cubicBezTo>
                <a:close/>
                <a:moveTo>
                  <a:pt x="248" y="534"/>
                </a:moveTo>
                <a:cubicBezTo>
                  <a:pt x="248" y="544"/>
                  <a:pt x="248" y="544"/>
                  <a:pt x="248" y="544"/>
                </a:cubicBezTo>
                <a:cubicBezTo>
                  <a:pt x="247" y="544"/>
                  <a:pt x="245" y="543"/>
                  <a:pt x="243" y="543"/>
                </a:cubicBezTo>
                <a:cubicBezTo>
                  <a:pt x="245" y="548"/>
                  <a:pt x="246" y="549"/>
                  <a:pt x="248" y="551"/>
                </a:cubicBezTo>
                <a:cubicBezTo>
                  <a:pt x="248" y="557"/>
                  <a:pt x="248" y="557"/>
                  <a:pt x="248" y="557"/>
                </a:cubicBezTo>
                <a:cubicBezTo>
                  <a:pt x="247" y="556"/>
                  <a:pt x="247" y="555"/>
                  <a:pt x="246" y="554"/>
                </a:cubicBezTo>
                <a:cubicBezTo>
                  <a:pt x="243" y="567"/>
                  <a:pt x="240" y="572"/>
                  <a:pt x="248" y="580"/>
                </a:cubicBezTo>
                <a:cubicBezTo>
                  <a:pt x="248" y="586"/>
                  <a:pt x="248" y="586"/>
                  <a:pt x="248" y="586"/>
                </a:cubicBezTo>
                <a:cubicBezTo>
                  <a:pt x="245" y="584"/>
                  <a:pt x="241" y="580"/>
                  <a:pt x="238" y="577"/>
                </a:cubicBezTo>
                <a:cubicBezTo>
                  <a:pt x="238" y="563"/>
                  <a:pt x="238" y="563"/>
                  <a:pt x="238" y="563"/>
                </a:cubicBezTo>
                <a:cubicBezTo>
                  <a:pt x="239" y="557"/>
                  <a:pt x="241" y="551"/>
                  <a:pt x="238" y="547"/>
                </a:cubicBezTo>
                <a:cubicBezTo>
                  <a:pt x="238" y="539"/>
                  <a:pt x="238" y="539"/>
                  <a:pt x="238" y="539"/>
                </a:cubicBezTo>
                <a:cubicBezTo>
                  <a:pt x="238" y="540"/>
                  <a:pt x="239" y="540"/>
                  <a:pt x="240" y="540"/>
                </a:cubicBezTo>
                <a:cubicBezTo>
                  <a:pt x="242" y="539"/>
                  <a:pt x="245" y="537"/>
                  <a:pt x="248" y="534"/>
                </a:cubicBezTo>
                <a:close/>
                <a:moveTo>
                  <a:pt x="230" y="37"/>
                </a:moveTo>
                <a:cubicBezTo>
                  <a:pt x="232" y="36"/>
                  <a:pt x="235" y="35"/>
                  <a:pt x="238" y="33"/>
                </a:cubicBezTo>
                <a:cubicBezTo>
                  <a:pt x="238" y="42"/>
                  <a:pt x="238" y="42"/>
                  <a:pt x="238" y="42"/>
                </a:cubicBezTo>
                <a:cubicBezTo>
                  <a:pt x="235" y="42"/>
                  <a:pt x="232" y="43"/>
                  <a:pt x="230" y="45"/>
                </a:cubicBezTo>
                <a:cubicBezTo>
                  <a:pt x="230" y="37"/>
                  <a:pt x="230" y="37"/>
                  <a:pt x="230" y="37"/>
                </a:cubicBezTo>
                <a:close/>
                <a:moveTo>
                  <a:pt x="238" y="760"/>
                </a:moveTo>
                <a:cubicBezTo>
                  <a:pt x="235" y="760"/>
                  <a:pt x="232" y="759"/>
                  <a:pt x="230" y="757"/>
                </a:cubicBezTo>
                <a:cubicBezTo>
                  <a:pt x="230" y="749"/>
                  <a:pt x="230" y="749"/>
                  <a:pt x="230" y="749"/>
                </a:cubicBezTo>
                <a:cubicBezTo>
                  <a:pt x="232" y="750"/>
                  <a:pt x="234" y="751"/>
                  <a:pt x="237" y="753"/>
                </a:cubicBezTo>
                <a:cubicBezTo>
                  <a:pt x="238" y="753"/>
                  <a:pt x="238" y="753"/>
                  <a:pt x="238" y="753"/>
                </a:cubicBezTo>
                <a:cubicBezTo>
                  <a:pt x="238" y="760"/>
                  <a:pt x="238" y="760"/>
                  <a:pt x="238" y="760"/>
                </a:cubicBezTo>
                <a:close/>
                <a:moveTo>
                  <a:pt x="238" y="58"/>
                </a:moveTo>
                <a:cubicBezTo>
                  <a:pt x="238" y="69"/>
                  <a:pt x="238" y="69"/>
                  <a:pt x="238" y="69"/>
                </a:cubicBezTo>
                <a:cubicBezTo>
                  <a:pt x="230" y="63"/>
                  <a:pt x="230" y="63"/>
                  <a:pt x="230" y="63"/>
                </a:cubicBezTo>
                <a:cubicBezTo>
                  <a:pt x="230" y="53"/>
                  <a:pt x="230" y="53"/>
                  <a:pt x="230" y="53"/>
                </a:cubicBezTo>
                <a:cubicBezTo>
                  <a:pt x="238" y="58"/>
                  <a:pt x="238" y="58"/>
                  <a:pt x="238" y="58"/>
                </a:cubicBezTo>
                <a:close/>
                <a:moveTo>
                  <a:pt x="238" y="76"/>
                </a:moveTo>
                <a:cubicBezTo>
                  <a:pt x="238" y="84"/>
                  <a:pt x="238" y="84"/>
                  <a:pt x="238" y="84"/>
                </a:cubicBezTo>
                <a:cubicBezTo>
                  <a:pt x="235" y="86"/>
                  <a:pt x="233" y="87"/>
                  <a:pt x="230" y="88"/>
                </a:cubicBezTo>
                <a:cubicBezTo>
                  <a:pt x="230" y="79"/>
                  <a:pt x="230" y="79"/>
                  <a:pt x="230" y="79"/>
                </a:cubicBezTo>
                <a:cubicBezTo>
                  <a:pt x="232" y="78"/>
                  <a:pt x="235" y="77"/>
                  <a:pt x="238" y="76"/>
                </a:cubicBezTo>
                <a:close/>
                <a:moveTo>
                  <a:pt x="238" y="226"/>
                </a:moveTo>
                <a:cubicBezTo>
                  <a:pt x="238" y="235"/>
                  <a:pt x="238" y="235"/>
                  <a:pt x="238" y="235"/>
                </a:cubicBezTo>
                <a:cubicBezTo>
                  <a:pt x="236" y="236"/>
                  <a:pt x="233" y="238"/>
                  <a:pt x="230" y="241"/>
                </a:cubicBezTo>
                <a:cubicBezTo>
                  <a:pt x="230" y="233"/>
                  <a:pt x="230" y="233"/>
                  <a:pt x="230" y="233"/>
                </a:cubicBezTo>
                <a:cubicBezTo>
                  <a:pt x="232" y="230"/>
                  <a:pt x="235" y="228"/>
                  <a:pt x="238" y="226"/>
                </a:cubicBezTo>
                <a:close/>
                <a:moveTo>
                  <a:pt x="238" y="243"/>
                </a:moveTo>
                <a:cubicBezTo>
                  <a:pt x="238" y="250"/>
                  <a:pt x="238" y="250"/>
                  <a:pt x="238" y="250"/>
                </a:cubicBezTo>
                <a:cubicBezTo>
                  <a:pt x="235" y="249"/>
                  <a:pt x="232" y="248"/>
                  <a:pt x="230" y="248"/>
                </a:cubicBezTo>
                <a:cubicBezTo>
                  <a:pt x="230" y="241"/>
                  <a:pt x="230" y="241"/>
                  <a:pt x="230" y="241"/>
                </a:cubicBezTo>
                <a:cubicBezTo>
                  <a:pt x="232" y="242"/>
                  <a:pt x="235" y="243"/>
                  <a:pt x="238" y="243"/>
                </a:cubicBezTo>
                <a:close/>
                <a:moveTo>
                  <a:pt x="238" y="257"/>
                </a:moveTo>
                <a:cubicBezTo>
                  <a:pt x="238" y="263"/>
                  <a:pt x="238" y="263"/>
                  <a:pt x="238" y="263"/>
                </a:cubicBezTo>
                <a:cubicBezTo>
                  <a:pt x="238" y="264"/>
                  <a:pt x="237" y="264"/>
                  <a:pt x="237" y="264"/>
                </a:cubicBezTo>
                <a:cubicBezTo>
                  <a:pt x="236" y="266"/>
                  <a:pt x="233" y="271"/>
                  <a:pt x="230" y="276"/>
                </a:cubicBezTo>
                <a:cubicBezTo>
                  <a:pt x="230" y="266"/>
                  <a:pt x="230" y="266"/>
                  <a:pt x="230" y="266"/>
                </a:cubicBezTo>
                <a:cubicBezTo>
                  <a:pt x="230" y="266"/>
                  <a:pt x="230" y="266"/>
                  <a:pt x="230" y="265"/>
                </a:cubicBezTo>
                <a:cubicBezTo>
                  <a:pt x="230" y="265"/>
                  <a:pt x="230" y="265"/>
                  <a:pt x="230" y="265"/>
                </a:cubicBezTo>
                <a:cubicBezTo>
                  <a:pt x="230" y="259"/>
                  <a:pt x="230" y="259"/>
                  <a:pt x="230" y="259"/>
                </a:cubicBezTo>
                <a:cubicBezTo>
                  <a:pt x="232" y="259"/>
                  <a:pt x="232" y="259"/>
                  <a:pt x="232" y="259"/>
                </a:cubicBezTo>
                <a:cubicBezTo>
                  <a:pt x="234" y="258"/>
                  <a:pt x="236" y="258"/>
                  <a:pt x="238" y="257"/>
                </a:cubicBezTo>
                <a:close/>
                <a:moveTo>
                  <a:pt x="238" y="311"/>
                </a:moveTo>
                <a:cubicBezTo>
                  <a:pt x="238" y="349"/>
                  <a:pt x="238" y="349"/>
                  <a:pt x="238" y="349"/>
                </a:cubicBezTo>
                <a:cubicBezTo>
                  <a:pt x="235" y="349"/>
                  <a:pt x="232" y="349"/>
                  <a:pt x="230" y="348"/>
                </a:cubicBezTo>
                <a:cubicBezTo>
                  <a:pt x="230" y="299"/>
                  <a:pt x="230" y="299"/>
                  <a:pt x="230" y="299"/>
                </a:cubicBezTo>
                <a:cubicBezTo>
                  <a:pt x="232" y="299"/>
                  <a:pt x="233" y="299"/>
                  <a:pt x="235" y="299"/>
                </a:cubicBezTo>
                <a:cubicBezTo>
                  <a:pt x="234" y="304"/>
                  <a:pt x="230" y="312"/>
                  <a:pt x="230" y="316"/>
                </a:cubicBezTo>
                <a:cubicBezTo>
                  <a:pt x="232" y="316"/>
                  <a:pt x="233" y="316"/>
                  <a:pt x="235" y="316"/>
                </a:cubicBezTo>
                <a:cubicBezTo>
                  <a:pt x="236" y="314"/>
                  <a:pt x="237" y="312"/>
                  <a:pt x="238" y="311"/>
                </a:cubicBezTo>
                <a:close/>
                <a:moveTo>
                  <a:pt x="238" y="360"/>
                </a:moveTo>
                <a:cubicBezTo>
                  <a:pt x="238" y="370"/>
                  <a:pt x="238" y="370"/>
                  <a:pt x="238" y="370"/>
                </a:cubicBezTo>
                <a:cubicBezTo>
                  <a:pt x="237" y="370"/>
                  <a:pt x="237" y="370"/>
                  <a:pt x="236" y="370"/>
                </a:cubicBezTo>
                <a:cubicBezTo>
                  <a:pt x="236" y="373"/>
                  <a:pt x="236" y="375"/>
                  <a:pt x="236" y="378"/>
                </a:cubicBezTo>
                <a:cubicBezTo>
                  <a:pt x="230" y="378"/>
                  <a:pt x="230" y="378"/>
                  <a:pt x="230" y="378"/>
                </a:cubicBezTo>
                <a:cubicBezTo>
                  <a:pt x="230" y="358"/>
                  <a:pt x="230" y="358"/>
                  <a:pt x="230" y="358"/>
                </a:cubicBezTo>
                <a:cubicBezTo>
                  <a:pt x="232" y="359"/>
                  <a:pt x="235" y="359"/>
                  <a:pt x="238" y="360"/>
                </a:cubicBezTo>
                <a:close/>
                <a:moveTo>
                  <a:pt x="238" y="390"/>
                </a:moveTo>
                <a:cubicBezTo>
                  <a:pt x="238" y="394"/>
                  <a:pt x="238" y="394"/>
                  <a:pt x="238" y="394"/>
                </a:cubicBezTo>
                <a:cubicBezTo>
                  <a:pt x="236" y="394"/>
                  <a:pt x="234" y="394"/>
                  <a:pt x="232" y="394"/>
                </a:cubicBezTo>
                <a:cubicBezTo>
                  <a:pt x="236" y="409"/>
                  <a:pt x="236" y="409"/>
                  <a:pt x="237" y="411"/>
                </a:cubicBezTo>
                <a:cubicBezTo>
                  <a:pt x="238" y="411"/>
                  <a:pt x="238" y="411"/>
                  <a:pt x="238" y="411"/>
                </a:cubicBezTo>
                <a:cubicBezTo>
                  <a:pt x="238" y="415"/>
                  <a:pt x="238" y="415"/>
                  <a:pt x="238" y="415"/>
                </a:cubicBezTo>
                <a:cubicBezTo>
                  <a:pt x="230" y="415"/>
                  <a:pt x="230" y="415"/>
                  <a:pt x="230" y="415"/>
                </a:cubicBezTo>
                <a:cubicBezTo>
                  <a:pt x="230" y="411"/>
                  <a:pt x="230" y="411"/>
                  <a:pt x="230" y="411"/>
                </a:cubicBezTo>
                <a:cubicBezTo>
                  <a:pt x="232" y="411"/>
                  <a:pt x="232" y="411"/>
                  <a:pt x="232" y="411"/>
                </a:cubicBezTo>
                <a:cubicBezTo>
                  <a:pt x="230" y="406"/>
                  <a:pt x="230" y="403"/>
                  <a:pt x="230" y="400"/>
                </a:cubicBezTo>
                <a:cubicBezTo>
                  <a:pt x="230" y="390"/>
                  <a:pt x="230" y="390"/>
                  <a:pt x="230" y="390"/>
                </a:cubicBezTo>
                <a:cubicBezTo>
                  <a:pt x="238" y="390"/>
                  <a:pt x="238" y="390"/>
                  <a:pt x="238" y="390"/>
                </a:cubicBezTo>
                <a:close/>
                <a:moveTo>
                  <a:pt x="238" y="439"/>
                </a:moveTo>
                <a:cubicBezTo>
                  <a:pt x="238" y="446"/>
                  <a:pt x="238" y="446"/>
                  <a:pt x="238" y="446"/>
                </a:cubicBezTo>
                <a:cubicBezTo>
                  <a:pt x="236" y="445"/>
                  <a:pt x="234" y="445"/>
                  <a:pt x="232" y="444"/>
                </a:cubicBezTo>
                <a:cubicBezTo>
                  <a:pt x="232" y="440"/>
                  <a:pt x="232" y="440"/>
                  <a:pt x="234" y="439"/>
                </a:cubicBezTo>
                <a:cubicBezTo>
                  <a:pt x="235" y="439"/>
                  <a:pt x="236" y="439"/>
                  <a:pt x="238" y="439"/>
                </a:cubicBezTo>
                <a:close/>
                <a:moveTo>
                  <a:pt x="238" y="455"/>
                </a:moveTo>
                <a:cubicBezTo>
                  <a:pt x="238" y="480"/>
                  <a:pt x="238" y="480"/>
                  <a:pt x="238" y="480"/>
                </a:cubicBezTo>
                <a:cubicBezTo>
                  <a:pt x="237" y="480"/>
                  <a:pt x="237" y="480"/>
                  <a:pt x="237" y="480"/>
                </a:cubicBezTo>
                <a:cubicBezTo>
                  <a:pt x="236" y="477"/>
                  <a:pt x="236" y="477"/>
                  <a:pt x="232" y="474"/>
                </a:cubicBezTo>
                <a:cubicBezTo>
                  <a:pt x="231" y="474"/>
                  <a:pt x="230" y="474"/>
                  <a:pt x="230" y="475"/>
                </a:cubicBezTo>
                <a:cubicBezTo>
                  <a:pt x="230" y="455"/>
                  <a:pt x="230" y="455"/>
                  <a:pt x="230" y="455"/>
                </a:cubicBezTo>
                <a:cubicBezTo>
                  <a:pt x="230" y="457"/>
                  <a:pt x="231" y="458"/>
                  <a:pt x="232" y="459"/>
                </a:cubicBezTo>
                <a:cubicBezTo>
                  <a:pt x="234" y="457"/>
                  <a:pt x="236" y="456"/>
                  <a:pt x="238" y="455"/>
                </a:cubicBezTo>
                <a:close/>
                <a:moveTo>
                  <a:pt x="238" y="486"/>
                </a:moveTo>
                <a:cubicBezTo>
                  <a:pt x="238" y="500"/>
                  <a:pt x="238" y="500"/>
                  <a:pt x="238" y="500"/>
                </a:cubicBezTo>
                <a:cubicBezTo>
                  <a:pt x="235" y="499"/>
                  <a:pt x="233" y="499"/>
                  <a:pt x="230" y="499"/>
                </a:cubicBezTo>
                <a:cubicBezTo>
                  <a:pt x="230" y="484"/>
                  <a:pt x="230" y="484"/>
                  <a:pt x="230" y="484"/>
                </a:cubicBezTo>
                <a:cubicBezTo>
                  <a:pt x="230" y="484"/>
                  <a:pt x="232" y="483"/>
                  <a:pt x="233" y="483"/>
                </a:cubicBezTo>
                <a:cubicBezTo>
                  <a:pt x="235" y="485"/>
                  <a:pt x="236" y="486"/>
                  <a:pt x="238" y="486"/>
                </a:cubicBezTo>
                <a:close/>
                <a:moveTo>
                  <a:pt x="238" y="539"/>
                </a:moveTo>
                <a:cubicBezTo>
                  <a:pt x="238" y="547"/>
                  <a:pt x="238" y="547"/>
                  <a:pt x="238" y="547"/>
                </a:cubicBezTo>
                <a:cubicBezTo>
                  <a:pt x="237" y="545"/>
                  <a:pt x="235" y="543"/>
                  <a:pt x="233" y="542"/>
                </a:cubicBezTo>
                <a:cubicBezTo>
                  <a:pt x="232" y="546"/>
                  <a:pt x="230" y="548"/>
                  <a:pt x="230" y="551"/>
                </a:cubicBezTo>
                <a:cubicBezTo>
                  <a:pt x="230" y="529"/>
                  <a:pt x="230" y="529"/>
                  <a:pt x="230" y="529"/>
                </a:cubicBezTo>
                <a:cubicBezTo>
                  <a:pt x="230" y="529"/>
                  <a:pt x="230" y="529"/>
                  <a:pt x="231" y="530"/>
                </a:cubicBezTo>
                <a:cubicBezTo>
                  <a:pt x="233" y="536"/>
                  <a:pt x="234" y="536"/>
                  <a:pt x="238" y="539"/>
                </a:cubicBezTo>
                <a:close/>
                <a:moveTo>
                  <a:pt x="238" y="563"/>
                </a:moveTo>
                <a:cubicBezTo>
                  <a:pt x="238" y="577"/>
                  <a:pt x="238" y="577"/>
                  <a:pt x="238" y="577"/>
                </a:cubicBezTo>
                <a:cubicBezTo>
                  <a:pt x="235" y="575"/>
                  <a:pt x="232" y="572"/>
                  <a:pt x="230" y="569"/>
                </a:cubicBezTo>
                <a:cubicBezTo>
                  <a:pt x="230" y="561"/>
                  <a:pt x="230" y="561"/>
                  <a:pt x="230" y="561"/>
                </a:cubicBezTo>
                <a:cubicBezTo>
                  <a:pt x="230" y="563"/>
                  <a:pt x="232" y="565"/>
                  <a:pt x="234" y="569"/>
                </a:cubicBezTo>
                <a:cubicBezTo>
                  <a:pt x="235" y="568"/>
                  <a:pt x="236" y="568"/>
                  <a:pt x="236" y="568"/>
                </a:cubicBezTo>
                <a:cubicBezTo>
                  <a:pt x="237" y="566"/>
                  <a:pt x="237" y="565"/>
                  <a:pt x="238" y="563"/>
                </a:cubicBezTo>
                <a:close/>
                <a:moveTo>
                  <a:pt x="238" y="711"/>
                </a:moveTo>
                <a:cubicBezTo>
                  <a:pt x="238" y="729"/>
                  <a:pt x="238" y="729"/>
                  <a:pt x="238" y="729"/>
                </a:cubicBezTo>
                <a:cubicBezTo>
                  <a:pt x="237" y="724"/>
                  <a:pt x="235" y="720"/>
                  <a:pt x="233" y="716"/>
                </a:cubicBezTo>
                <a:cubicBezTo>
                  <a:pt x="232" y="716"/>
                  <a:pt x="231" y="715"/>
                  <a:pt x="230" y="715"/>
                </a:cubicBezTo>
                <a:cubicBezTo>
                  <a:pt x="230" y="706"/>
                  <a:pt x="230" y="706"/>
                  <a:pt x="230" y="706"/>
                </a:cubicBezTo>
                <a:cubicBezTo>
                  <a:pt x="232" y="707"/>
                  <a:pt x="235" y="709"/>
                  <a:pt x="238" y="711"/>
                </a:cubicBezTo>
                <a:close/>
                <a:moveTo>
                  <a:pt x="230" y="173"/>
                </a:moveTo>
                <a:cubicBezTo>
                  <a:pt x="230" y="167"/>
                  <a:pt x="230" y="167"/>
                  <a:pt x="230" y="167"/>
                </a:cubicBezTo>
                <a:cubicBezTo>
                  <a:pt x="230" y="169"/>
                  <a:pt x="231" y="170"/>
                  <a:pt x="231" y="172"/>
                </a:cubicBezTo>
                <a:cubicBezTo>
                  <a:pt x="230" y="173"/>
                  <a:pt x="230" y="173"/>
                  <a:pt x="230" y="173"/>
                </a:cubicBezTo>
                <a:close/>
                <a:moveTo>
                  <a:pt x="222" y="42"/>
                </a:moveTo>
                <a:cubicBezTo>
                  <a:pt x="224" y="40"/>
                  <a:pt x="227" y="39"/>
                  <a:pt x="230" y="37"/>
                </a:cubicBezTo>
                <a:cubicBezTo>
                  <a:pt x="230" y="45"/>
                  <a:pt x="230" y="45"/>
                  <a:pt x="230" y="45"/>
                </a:cubicBezTo>
                <a:cubicBezTo>
                  <a:pt x="228" y="46"/>
                  <a:pt x="226" y="47"/>
                  <a:pt x="224" y="49"/>
                </a:cubicBezTo>
                <a:cubicBezTo>
                  <a:pt x="230" y="53"/>
                  <a:pt x="230" y="53"/>
                  <a:pt x="230" y="53"/>
                </a:cubicBezTo>
                <a:cubicBezTo>
                  <a:pt x="230" y="63"/>
                  <a:pt x="230" y="63"/>
                  <a:pt x="230" y="63"/>
                </a:cubicBezTo>
                <a:cubicBezTo>
                  <a:pt x="229" y="62"/>
                  <a:pt x="229" y="62"/>
                  <a:pt x="229" y="62"/>
                </a:cubicBezTo>
                <a:cubicBezTo>
                  <a:pt x="226" y="61"/>
                  <a:pt x="224" y="60"/>
                  <a:pt x="222" y="59"/>
                </a:cubicBezTo>
                <a:cubicBezTo>
                  <a:pt x="222" y="42"/>
                  <a:pt x="222" y="42"/>
                  <a:pt x="222" y="42"/>
                </a:cubicBezTo>
                <a:close/>
                <a:moveTo>
                  <a:pt x="230" y="757"/>
                </a:moveTo>
                <a:cubicBezTo>
                  <a:pt x="227" y="756"/>
                  <a:pt x="224" y="755"/>
                  <a:pt x="222" y="753"/>
                </a:cubicBezTo>
                <a:cubicBezTo>
                  <a:pt x="222" y="740"/>
                  <a:pt x="222" y="740"/>
                  <a:pt x="222" y="740"/>
                </a:cubicBezTo>
                <a:cubicBezTo>
                  <a:pt x="223" y="743"/>
                  <a:pt x="226" y="745"/>
                  <a:pt x="230" y="749"/>
                </a:cubicBezTo>
                <a:cubicBezTo>
                  <a:pt x="230" y="757"/>
                  <a:pt x="230" y="757"/>
                  <a:pt x="230" y="757"/>
                </a:cubicBezTo>
                <a:close/>
                <a:moveTo>
                  <a:pt x="230" y="79"/>
                </a:moveTo>
                <a:cubicBezTo>
                  <a:pt x="230" y="88"/>
                  <a:pt x="230" y="88"/>
                  <a:pt x="230" y="88"/>
                </a:cubicBezTo>
                <a:cubicBezTo>
                  <a:pt x="228" y="88"/>
                  <a:pt x="226" y="89"/>
                  <a:pt x="224" y="89"/>
                </a:cubicBezTo>
                <a:cubicBezTo>
                  <a:pt x="223" y="91"/>
                  <a:pt x="222" y="91"/>
                  <a:pt x="222" y="92"/>
                </a:cubicBezTo>
                <a:cubicBezTo>
                  <a:pt x="222" y="80"/>
                  <a:pt x="222" y="80"/>
                  <a:pt x="222" y="80"/>
                </a:cubicBezTo>
                <a:cubicBezTo>
                  <a:pt x="223" y="80"/>
                  <a:pt x="223" y="80"/>
                  <a:pt x="223" y="80"/>
                </a:cubicBezTo>
                <a:cubicBezTo>
                  <a:pt x="226" y="80"/>
                  <a:pt x="228" y="80"/>
                  <a:pt x="230" y="79"/>
                </a:cubicBezTo>
                <a:close/>
                <a:moveTo>
                  <a:pt x="230" y="167"/>
                </a:moveTo>
                <a:cubicBezTo>
                  <a:pt x="230" y="173"/>
                  <a:pt x="230" y="173"/>
                  <a:pt x="230" y="173"/>
                </a:cubicBezTo>
                <a:cubicBezTo>
                  <a:pt x="228" y="175"/>
                  <a:pt x="226" y="175"/>
                  <a:pt x="223" y="175"/>
                </a:cubicBezTo>
                <a:cubicBezTo>
                  <a:pt x="222" y="174"/>
                  <a:pt x="222" y="174"/>
                  <a:pt x="222" y="173"/>
                </a:cubicBezTo>
                <a:cubicBezTo>
                  <a:pt x="222" y="155"/>
                  <a:pt x="222" y="155"/>
                  <a:pt x="222" y="155"/>
                </a:cubicBezTo>
                <a:cubicBezTo>
                  <a:pt x="224" y="159"/>
                  <a:pt x="228" y="163"/>
                  <a:pt x="230" y="167"/>
                </a:cubicBezTo>
                <a:close/>
                <a:moveTo>
                  <a:pt x="230" y="233"/>
                </a:moveTo>
                <a:cubicBezTo>
                  <a:pt x="230" y="241"/>
                  <a:pt x="230" y="241"/>
                  <a:pt x="230" y="241"/>
                </a:cubicBezTo>
                <a:cubicBezTo>
                  <a:pt x="229" y="241"/>
                  <a:pt x="229" y="241"/>
                  <a:pt x="229" y="241"/>
                </a:cubicBezTo>
                <a:cubicBezTo>
                  <a:pt x="230" y="241"/>
                  <a:pt x="230" y="241"/>
                  <a:pt x="230" y="241"/>
                </a:cubicBezTo>
                <a:cubicBezTo>
                  <a:pt x="230" y="248"/>
                  <a:pt x="230" y="248"/>
                  <a:pt x="230" y="248"/>
                </a:cubicBezTo>
                <a:cubicBezTo>
                  <a:pt x="227" y="248"/>
                  <a:pt x="224" y="248"/>
                  <a:pt x="222" y="250"/>
                </a:cubicBezTo>
                <a:cubicBezTo>
                  <a:pt x="222" y="243"/>
                  <a:pt x="222" y="243"/>
                  <a:pt x="222" y="243"/>
                </a:cubicBezTo>
                <a:cubicBezTo>
                  <a:pt x="225" y="239"/>
                  <a:pt x="228" y="235"/>
                  <a:pt x="229" y="233"/>
                </a:cubicBezTo>
                <a:cubicBezTo>
                  <a:pt x="230" y="233"/>
                  <a:pt x="230" y="233"/>
                  <a:pt x="230" y="233"/>
                </a:cubicBezTo>
                <a:close/>
                <a:moveTo>
                  <a:pt x="230" y="259"/>
                </a:moveTo>
                <a:cubicBezTo>
                  <a:pt x="230" y="265"/>
                  <a:pt x="230" y="265"/>
                  <a:pt x="230" y="265"/>
                </a:cubicBezTo>
                <a:cubicBezTo>
                  <a:pt x="227" y="264"/>
                  <a:pt x="224" y="264"/>
                  <a:pt x="222" y="264"/>
                </a:cubicBezTo>
                <a:cubicBezTo>
                  <a:pt x="222" y="258"/>
                  <a:pt x="222" y="258"/>
                  <a:pt x="222" y="258"/>
                </a:cubicBezTo>
                <a:cubicBezTo>
                  <a:pt x="224" y="258"/>
                  <a:pt x="227" y="258"/>
                  <a:pt x="230" y="259"/>
                </a:cubicBezTo>
                <a:close/>
                <a:moveTo>
                  <a:pt x="230" y="266"/>
                </a:moveTo>
                <a:cubicBezTo>
                  <a:pt x="230" y="276"/>
                  <a:pt x="230" y="276"/>
                  <a:pt x="230" y="276"/>
                </a:cubicBezTo>
                <a:cubicBezTo>
                  <a:pt x="227" y="280"/>
                  <a:pt x="224" y="284"/>
                  <a:pt x="222" y="287"/>
                </a:cubicBezTo>
                <a:cubicBezTo>
                  <a:pt x="222" y="273"/>
                  <a:pt x="222" y="273"/>
                  <a:pt x="222" y="273"/>
                </a:cubicBezTo>
                <a:cubicBezTo>
                  <a:pt x="225" y="273"/>
                  <a:pt x="228" y="271"/>
                  <a:pt x="230" y="266"/>
                </a:cubicBezTo>
                <a:close/>
                <a:moveTo>
                  <a:pt x="230" y="299"/>
                </a:moveTo>
                <a:cubicBezTo>
                  <a:pt x="230" y="348"/>
                  <a:pt x="230" y="348"/>
                  <a:pt x="230" y="348"/>
                </a:cubicBezTo>
                <a:cubicBezTo>
                  <a:pt x="228" y="347"/>
                  <a:pt x="226" y="347"/>
                  <a:pt x="225" y="345"/>
                </a:cubicBezTo>
                <a:cubicBezTo>
                  <a:pt x="225" y="341"/>
                  <a:pt x="225" y="337"/>
                  <a:pt x="225" y="332"/>
                </a:cubicBezTo>
                <a:cubicBezTo>
                  <a:pt x="224" y="335"/>
                  <a:pt x="223" y="339"/>
                  <a:pt x="222" y="342"/>
                </a:cubicBezTo>
                <a:cubicBezTo>
                  <a:pt x="222" y="313"/>
                  <a:pt x="222" y="313"/>
                  <a:pt x="222" y="313"/>
                </a:cubicBezTo>
                <a:cubicBezTo>
                  <a:pt x="222" y="313"/>
                  <a:pt x="222" y="313"/>
                  <a:pt x="223" y="312"/>
                </a:cubicBezTo>
                <a:cubicBezTo>
                  <a:pt x="224" y="307"/>
                  <a:pt x="225" y="303"/>
                  <a:pt x="229" y="299"/>
                </a:cubicBezTo>
                <a:cubicBezTo>
                  <a:pt x="230" y="299"/>
                  <a:pt x="230" y="299"/>
                  <a:pt x="230" y="299"/>
                </a:cubicBezTo>
                <a:close/>
                <a:moveTo>
                  <a:pt x="230" y="358"/>
                </a:moveTo>
                <a:cubicBezTo>
                  <a:pt x="230" y="378"/>
                  <a:pt x="230" y="378"/>
                  <a:pt x="230" y="378"/>
                </a:cubicBezTo>
                <a:cubicBezTo>
                  <a:pt x="228" y="379"/>
                  <a:pt x="228" y="379"/>
                  <a:pt x="228" y="379"/>
                </a:cubicBezTo>
                <a:cubicBezTo>
                  <a:pt x="225" y="371"/>
                  <a:pt x="225" y="366"/>
                  <a:pt x="228" y="358"/>
                </a:cubicBezTo>
                <a:cubicBezTo>
                  <a:pt x="229" y="358"/>
                  <a:pt x="229" y="358"/>
                  <a:pt x="230" y="358"/>
                </a:cubicBezTo>
                <a:close/>
                <a:moveTo>
                  <a:pt x="230" y="390"/>
                </a:moveTo>
                <a:cubicBezTo>
                  <a:pt x="230" y="400"/>
                  <a:pt x="230" y="400"/>
                  <a:pt x="230" y="400"/>
                </a:cubicBezTo>
                <a:cubicBezTo>
                  <a:pt x="229" y="396"/>
                  <a:pt x="227" y="394"/>
                  <a:pt x="222" y="393"/>
                </a:cubicBezTo>
                <a:cubicBezTo>
                  <a:pt x="222" y="390"/>
                  <a:pt x="222" y="390"/>
                  <a:pt x="222" y="390"/>
                </a:cubicBezTo>
                <a:cubicBezTo>
                  <a:pt x="230" y="390"/>
                  <a:pt x="230" y="390"/>
                  <a:pt x="230" y="390"/>
                </a:cubicBezTo>
                <a:close/>
                <a:moveTo>
                  <a:pt x="230" y="411"/>
                </a:moveTo>
                <a:cubicBezTo>
                  <a:pt x="230" y="415"/>
                  <a:pt x="230" y="415"/>
                  <a:pt x="230" y="415"/>
                </a:cubicBezTo>
                <a:cubicBezTo>
                  <a:pt x="222" y="415"/>
                  <a:pt x="222" y="415"/>
                  <a:pt x="222" y="415"/>
                </a:cubicBezTo>
                <a:cubicBezTo>
                  <a:pt x="222" y="402"/>
                  <a:pt x="222" y="402"/>
                  <a:pt x="222" y="402"/>
                </a:cubicBezTo>
                <a:cubicBezTo>
                  <a:pt x="222" y="404"/>
                  <a:pt x="223" y="407"/>
                  <a:pt x="223" y="410"/>
                </a:cubicBezTo>
                <a:cubicBezTo>
                  <a:pt x="224" y="410"/>
                  <a:pt x="225" y="411"/>
                  <a:pt x="226" y="411"/>
                </a:cubicBezTo>
                <a:cubicBezTo>
                  <a:pt x="230" y="411"/>
                  <a:pt x="230" y="411"/>
                  <a:pt x="230" y="411"/>
                </a:cubicBezTo>
                <a:close/>
                <a:moveTo>
                  <a:pt x="230" y="455"/>
                </a:moveTo>
                <a:cubicBezTo>
                  <a:pt x="230" y="475"/>
                  <a:pt x="230" y="475"/>
                  <a:pt x="230" y="475"/>
                </a:cubicBezTo>
                <a:cubicBezTo>
                  <a:pt x="227" y="477"/>
                  <a:pt x="225" y="479"/>
                  <a:pt x="222" y="481"/>
                </a:cubicBezTo>
                <a:cubicBezTo>
                  <a:pt x="222" y="472"/>
                  <a:pt x="222" y="472"/>
                  <a:pt x="222" y="472"/>
                </a:cubicBezTo>
                <a:cubicBezTo>
                  <a:pt x="225" y="467"/>
                  <a:pt x="224" y="463"/>
                  <a:pt x="222" y="458"/>
                </a:cubicBezTo>
                <a:cubicBezTo>
                  <a:pt x="222" y="444"/>
                  <a:pt x="222" y="444"/>
                  <a:pt x="222" y="444"/>
                </a:cubicBezTo>
                <a:cubicBezTo>
                  <a:pt x="226" y="446"/>
                  <a:pt x="228" y="450"/>
                  <a:pt x="230" y="455"/>
                </a:cubicBezTo>
                <a:close/>
                <a:moveTo>
                  <a:pt x="230" y="484"/>
                </a:moveTo>
                <a:cubicBezTo>
                  <a:pt x="230" y="499"/>
                  <a:pt x="230" y="499"/>
                  <a:pt x="230" y="499"/>
                </a:cubicBezTo>
                <a:cubicBezTo>
                  <a:pt x="229" y="499"/>
                  <a:pt x="228" y="499"/>
                  <a:pt x="226" y="499"/>
                </a:cubicBezTo>
                <a:cubicBezTo>
                  <a:pt x="224" y="492"/>
                  <a:pt x="224" y="492"/>
                  <a:pt x="224" y="487"/>
                </a:cubicBezTo>
                <a:cubicBezTo>
                  <a:pt x="226" y="485"/>
                  <a:pt x="227" y="484"/>
                  <a:pt x="230" y="484"/>
                </a:cubicBezTo>
                <a:close/>
                <a:moveTo>
                  <a:pt x="230" y="529"/>
                </a:moveTo>
                <a:cubicBezTo>
                  <a:pt x="230" y="551"/>
                  <a:pt x="230" y="551"/>
                  <a:pt x="230" y="551"/>
                </a:cubicBezTo>
                <a:cubicBezTo>
                  <a:pt x="229" y="554"/>
                  <a:pt x="229" y="557"/>
                  <a:pt x="230" y="561"/>
                </a:cubicBezTo>
                <a:cubicBezTo>
                  <a:pt x="230" y="569"/>
                  <a:pt x="230" y="569"/>
                  <a:pt x="230" y="569"/>
                </a:cubicBezTo>
                <a:cubicBezTo>
                  <a:pt x="227" y="566"/>
                  <a:pt x="224" y="564"/>
                  <a:pt x="222" y="561"/>
                </a:cubicBezTo>
                <a:cubicBezTo>
                  <a:pt x="222" y="554"/>
                  <a:pt x="222" y="554"/>
                  <a:pt x="222" y="554"/>
                </a:cubicBezTo>
                <a:cubicBezTo>
                  <a:pt x="222" y="554"/>
                  <a:pt x="222" y="554"/>
                  <a:pt x="223" y="553"/>
                </a:cubicBezTo>
                <a:cubicBezTo>
                  <a:pt x="227" y="540"/>
                  <a:pt x="230" y="538"/>
                  <a:pt x="222" y="526"/>
                </a:cubicBezTo>
                <a:cubicBezTo>
                  <a:pt x="222" y="527"/>
                  <a:pt x="222" y="527"/>
                  <a:pt x="222" y="527"/>
                </a:cubicBezTo>
                <a:cubicBezTo>
                  <a:pt x="222" y="518"/>
                  <a:pt x="222" y="518"/>
                  <a:pt x="222" y="518"/>
                </a:cubicBezTo>
                <a:cubicBezTo>
                  <a:pt x="224" y="522"/>
                  <a:pt x="227" y="525"/>
                  <a:pt x="230" y="529"/>
                </a:cubicBezTo>
                <a:close/>
                <a:moveTo>
                  <a:pt x="230" y="706"/>
                </a:moveTo>
                <a:cubicBezTo>
                  <a:pt x="230" y="715"/>
                  <a:pt x="230" y="715"/>
                  <a:pt x="230" y="715"/>
                </a:cubicBezTo>
                <a:cubicBezTo>
                  <a:pt x="228" y="714"/>
                  <a:pt x="226" y="713"/>
                  <a:pt x="222" y="711"/>
                </a:cubicBezTo>
                <a:cubicBezTo>
                  <a:pt x="222" y="703"/>
                  <a:pt x="222" y="703"/>
                  <a:pt x="222" y="703"/>
                </a:cubicBezTo>
                <a:cubicBezTo>
                  <a:pt x="224" y="704"/>
                  <a:pt x="227" y="705"/>
                  <a:pt x="230" y="706"/>
                </a:cubicBezTo>
                <a:close/>
                <a:moveTo>
                  <a:pt x="222" y="217"/>
                </a:moveTo>
                <a:cubicBezTo>
                  <a:pt x="222" y="179"/>
                  <a:pt x="222" y="179"/>
                  <a:pt x="222" y="179"/>
                </a:cubicBezTo>
                <a:cubicBezTo>
                  <a:pt x="222" y="177"/>
                  <a:pt x="222" y="177"/>
                  <a:pt x="222" y="177"/>
                </a:cubicBezTo>
                <a:cubicBezTo>
                  <a:pt x="224" y="177"/>
                  <a:pt x="227" y="178"/>
                  <a:pt x="229" y="178"/>
                </a:cubicBezTo>
                <a:cubicBezTo>
                  <a:pt x="230" y="191"/>
                  <a:pt x="218" y="190"/>
                  <a:pt x="226" y="204"/>
                </a:cubicBezTo>
                <a:cubicBezTo>
                  <a:pt x="226" y="209"/>
                  <a:pt x="224" y="213"/>
                  <a:pt x="222" y="217"/>
                </a:cubicBezTo>
                <a:close/>
                <a:moveTo>
                  <a:pt x="217" y="45"/>
                </a:moveTo>
                <a:cubicBezTo>
                  <a:pt x="219" y="44"/>
                  <a:pt x="220" y="43"/>
                  <a:pt x="222" y="42"/>
                </a:cubicBezTo>
                <a:cubicBezTo>
                  <a:pt x="222" y="59"/>
                  <a:pt x="222" y="59"/>
                  <a:pt x="222" y="59"/>
                </a:cubicBezTo>
                <a:cubicBezTo>
                  <a:pt x="220" y="59"/>
                  <a:pt x="219" y="58"/>
                  <a:pt x="217" y="58"/>
                </a:cubicBezTo>
                <a:cubicBezTo>
                  <a:pt x="217" y="45"/>
                  <a:pt x="217" y="45"/>
                  <a:pt x="217" y="45"/>
                </a:cubicBezTo>
                <a:close/>
                <a:moveTo>
                  <a:pt x="222" y="753"/>
                </a:moveTo>
                <a:cubicBezTo>
                  <a:pt x="220" y="752"/>
                  <a:pt x="219" y="751"/>
                  <a:pt x="217" y="750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9" y="703"/>
                  <a:pt x="220" y="703"/>
                  <a:pt x="222" y="703"/>
                </a:cubicBezTo>
                <a:cubicBezTo>
                  <a:pt x="222" y="711"/>
                  <a:pt x="222" y="711"/>
                  <a:pt x="222" y="711"/>
                </a:cubicBezTo>
                <a:cubicBezTo>
                  <a:pt x="219" y="710"/>
                  <a:pt x="219" y="710"/>
                  <a:pt x="219" y="710"/>
                </a:cubicBezTo>
                <a:cubicBezTo>
                  <a:pt x="219" y="724"/>
                  <a:pt x="218" y="733"/>
                  <a:pt x="222" y="740"/>
                </a:cubicBezTo>
                <a:cubicBezTo>
                  <a:pt x="222" y="753"/>
                  <a:pt x="222" y="753"/>
                  <a:pt x="222" y="753"/>
                </a:cubicBezTo>
                <a:close/>
                <a:moveTo>
                  <a:pt x="222" y="80"/>
                </a:moveTo>
                <a:cubicBezTo>
                  <a:pt x="222" y="92"/>
                  <a:pt x="222" y="92"/>
                  <a:pt x="222" y="92"/>
                </a:cubicBezTo>
                <a:cubicBezTo>
                  <a:pt x="220" y="93"/>
                  <a:pt x="219" y="94"/>
                  <a:pt x="217" y="95"/>
                </a:cubicBezTo>
                <a:cubicBezTo>
                  <a:pt x="217" y="77"/>
                  <a:pt x="217" y="77"/>
                  <a:pt x="217" y="77"/>
                </a:cubicBezTo>
                <a:cubicBezTo>
                  <a:pt x="222" y="80"/>
                  <a:pt x="222" y="80"/>
                  <a:pt x="222" y="80"/>
                </a:cubicBezTo>
                <a:close/>
                <a:moveTo>
                  <a:pt x="222" y="155"/>
                </a:moveTo>
                <a:cubicBezTo>
                  <a:pt x="222" y="173"/>
                  <a:pt x="222" y="173"/>
                  <a:pt x="222" y="173"/>
                </a:cubicBezTo>
                <a:cubicBezTo>
                  <a:pt x="221" y="172"/>
                  <a:pt x="220" y="172"/>
                  <a:pt x="220" y="170"/>
                </a:cubicBezTo>
                <a:cubicBezTo>
                  <a:pt x="217" y="170"/>
                  <a:pt x="217" y="170"/>
                  <a:pt x="217" y="170"/>
                </a:cubicBezTo>
                <a:cubicBezTo>
                  <a:pt x="217" y="153"/>
                  <a:pt x="217" y="153"/>
                  <a:pt x="217" y="153"/>
                </a:cubicBezTo>
                <a:cubicBezTo>
                  <a:pt x="218" y="152"/>
                  <a:pt x="219" y="152"/>
                  <a:pt x="220" y="152"/>
                </a:cubicBezTo>
                <a:cubicBezTo>
                  <a:pt x="220" y="153"/>
                  <a:pt x="221" y="154"/>
                  <a:pt x="222" y="155"/>
                </a:cubicBezTo>
                <a:close/>
                <a:moveTo>
                  <a:pt x="222" y="179"/>
                </a:moveTo>
                <a:cubicBezTo>
                  <a:pt x="222" y="217"/>
                  <a:pt x="222" y="217"/>
                  <a:pt x="222" y="217"/>
                </a:cubicBezTo>
                <a:cubicBezTo>
                  <a:pt x="220" y="219"/>
                  <a:pt x="219" y="220"/>
                  <a:pt x="217" y="222"/>
                </a:cubicBezTo>
                <a:cubicBezTo>
                  <a:pt x="217" y="186"/>
                  <a:pt x="217" y="186"/>
                  <a:pt x="217" y="186"/>
                </a:cubicBezTo>
                <a:cubicBezTo>
                  <a:pt x="219" y="186"/>
                  <a:pt x="219" y="186"/>
                  <a:pt x="219" y="186"/>
                </a:cubicBezTo>
                <a:cubicBezTo>
                  <a:pt x="222" y="179"/>
                  <a:pt x="222" y="179"/>
                  <a:pt x="222" y="179"/>
                </a:cubicBezTo>
                <a:close/>
                <a:moveTo>
                  <a:pt x="222" y="243"/>
                </a:moveTo>
                <a:cubicBezTo>
                  <a:pt x="222" y="250"/>
                  <a:pt x="222" y="250"/>
                  <a:pt x="222" y="250"/>
                </a:cubicBezTo>
                <a:cubicBezTo>
                  <a:pt x="220" y="251"/>
                  <a:pt x="218" y="252"/>
                  <a:pt x="217" y="255"/>
                </a:cubicBezTo>
                <a:cubicBezTo>
                  <a:pt x="217" y="249"/>
                  <a:pt x="217" y="249"/>
                  <a:pt x="217" y="249"/>
                </a:cubicBezTo>
                <a:cubicBezTo>
                  <a:pt x="219" y="247"/>
                  <a:pt x="220" y="245"/>
                  <a:pt x="222" y="243"/>
                </a:cubicBezTo>
                <a:close/>
                <a:moveTo>
                  <a:pt x="222" y="258"/>
                </a:moveTo>
                <a:cubicBezTo>
                  <a:pt x="222" y="264"/>
                  <a:pt x="222" y="264"/>
                  <a:pt x="222" y="264"/>
                </a:cubicBezTo>
                <a:cubicBezTo>
                  <a:pt x="220" y="263"/>
                  <a:pt x="218" y="263"/>
                  <a:pt x="217" y="263"/>
                </a:cubicBezTo>
                <a:cubicBezTo>
                  <a:pt x="217" y="257"/>
                  <a:pt x="217" y="257"/>
                  <a:pt x="217" y="257"/>
                </a:cubicBezTo>
                <a:cubicBezTo>
                  <a:pt x="222" y="258"/>
                  <a:pt x="222" y="258"/>
                  <a:pt x="222" y="258"/>
                </a:cubicBezTo>
                <a:close/>
                <a:moveTo>
                  <a:pt x="222" y="273"/>
                </a:moveTo>
                <a:cubicBezTo>
                  <a:pt x="222" y="287"/>
                  <a:pt x="222" y="287"/>
                  <a:pt x="222" y="287"/>
                </a:cubicBezTo>
                <a:cubicBezTo>
                  <a:pt x="220" y="290"/>
                  <a:pt x="218" y="291"/>
                  <a:pt x="217" y="292"/>
                </a:cubicBezTo>
                <a:cubicBezTo>
                  <a:pt x="217" y="284"/>
                  <a:pt x="217" y="284"/>
                  <a:pt x="217" y="284"/>
                </a:cubicBezTo>
                <a:cubicBezTo>
                  <a:pt x="218" y="283"/>
                  <a:pt x="219" y="281"/>
                  <a:pt x="220" y="279"/>
                </a:cubicBezTo>
                <a:cubicBezTo>
                  <a:pt x="219" y="279"/>
                  <a:pt x="218" y="279"/>
                  <a:pt x="217" y="279"/>
                </a:cubicBezTo>
                <a:cubicBezTo>
                  <a:pt x="217" y="274"/>
                  <a:pt x="217" y="274"/>
                  <a:pt x="217" y="274"/>
                </a:cubicBezTo>
                <a:cubicBezTo>
                  <a:pt x="219" y="274"/>
                  <a:pt x="220" y="274"/>
                  <a:pt x="222" y="273"/>
                </a:cubicBezTo>
                <a:close/>
                <a:moveTo>
                  <a:pt x="222" y="313"/>
                </a:moveTo>
                <a:cubicBezTo>
                  <a:pt x="222" y="342"/>
                  <a:pt x="222" y="342"/>
                  <a:pt x="222" y="342"/>
                </a:cubicBezTo>
                <a:cubicBezTo>
                  <a:pt x="220" y="344"/>
                  <a:pt x="219" y="346"/>
                  <a:pt x="217" y="347"/>
                </a:cubicBezTo>
                <a:cubicBezTo>
                  <a:pt x="217" y="320"/>
                  <a:pt x="217" y="320"/>
                  <a:pt x="217" y="320"/>
                </a:cubicBezTo>
                <a:cubicBezTo>
                  <a:pt x="218" y="318"/>
                  <a:pt x="220" y="316"/>
                  <a:pt x="222" y="313"/>
                </a:cubicBezTo>
                <a:close/>
                <a:moveTo>
                  <a:pt x="222" y="390"/>
                </a:moveTo>
                <a:cubicBezTo>
                  <a:pt x="222" y="393"/>
                  <a:pt x="222" y="393"/>
                  <a:pt x="222" y="393"/>
                </a:cubicBezTo>
                <a:cubicBezTo>
                  <a:pt x="221" y="393"/>
                  <a:pt x="220" y="393"/>
                  <a:pt x="220" y="393"/>
                </a:cubicBezTo>
                <a:cubicBezTo>
                  <a:pt x="220" y="396"/>
                  <a:pt x="221" y="399"/>
                  <a:pt x="222" y="402"/>
                </a:cubicBezTo>
                <a:cubicBezTo>
                  <a:pt x="222" y="415"/>
                  <a:pt x="222" y="415"/>
                  <a:pt x="222" y="415"/>
                </a:cubicBezTo>
                <a:cubicBezTo>
                  <a:pt x="217" y="415"/>
                  <a:pt x="217" y="415"/>
                  <a:pt x="217" y="415"/>
                </a:cubicBezTo>
                <a:cubicBezTo>
                  <a:pt x="217" y="410"/>
                  <a:pt x="217" y="410"/>
                  <a:pt x="217" y="410"/>
                </a:cubicBezTo>
                <a:cubicBezTo>
                  <a:pt x="218" y="410"/>
                  <a:pt x="219" y="410"/>
                  <a:pt x="219" y="410"/>
                </a:cubicBezTo>
                <a:cubicBezTo>
                  <a:pt x="218" y="407"/>
                  <a:pt x="218" y="404"/>
                  <a:pt x="217" y="402"/>
                </a:cubicBezTo>
                <a:cubicBezTo>
                  <a:pt x="217" y="390"/>
                  <a:pt x="217" y="390"/>
                  <a:pt x="217" y="390"/>
                </a:cubicBezTo>
                <a:cubicBezTo>
                  <a:pt x="222" y="390"/>
                  <a:pt x="222" y="390"/>
                  <a:pt x="222" y="390"/>
                </a:cubicBezTo>
                <a:close/>
                <a:moveTo>
                  <a:pt x="222" y="444"/>
                </a:moveTo>
                <a:cubicBezTo>
                  <a:pt x="222" y="458"/>
                  <a:pt x="222" y="458"/>
                  <a:pt x="222" y="458"/>
                </a:cubicBezTo>
                <a:cubicBezTo>
                  <a:pt x="220" y="455"/>
                  <a:pt x="218" y="453"/>
                  <a:pt x="217" y="450"/>
                </a:cubicBezTo>
                <a:cubicBezTo>
                  <a:pt x="217" y="443"/>
                  <a:pt x="217" y="443"/>
                  <a:pt x="217" y="443"/>
                </a:cubicBezTo>
                <a:cubicBezTo>
                  <a:pt x="219" y="443"/>
                  <a:pt x="220" y="443"/>
                  <a:pt x="222" y="444"/>
                </a:cubicBezTo>
                <a:close/>
                <a:moveTo>
                  <a:pt x="222" y="472"/>
                </a:moveTo>
                <a:cubicBezTo>
                  <a:pt x="222" y="481"/>
                  <a:pt x="222" y="481"/>
                  <a:pt x="222" y="481"/>
                </a:cubicBezTo>
                <a:cubicBezTo>
                  <a:pt x="221" y="481"/>
                  <a:pt x="220" y="481"/>
                  <a:pt x="219" y="482"/>
                </a:cubicBezTo>
                <a:cubicBezTo>
                  <a:pt x="219" y="479"/>
                  <a:pt x="219" y="477"/>
                  <a:pt x="219" y="475"/>
                </a:cubicBezTo>
                <a:cubicBezTo>
                  <a:pt x="220" y="474"/>
                  <a:pt x="221" y="473"/>
                  <a:pt x="222" y="472"/>
                </a:cubicBezTo>
                <a:close/>
                <a:moveTo>
                  <a:pt x="222" y="518"/>
                </a:moveTo>
                <a:cubicBezTo>
                  <a:pt x="222" y="527"/>
                  <a:pt x="222" y="527"/>
                  <a:pt x="222" y="527"/>
                </a:cubicBezTo>
                <a:cubicBezTo>
                  <a:pt x="219" y="531"/>
                  <a:pt x="218" y="534"/>
                  <a:pt x="217" y="537"/>
                </a:cubicBezTo>
                <a:cubicBezTo>
                  <a:pt x="217" y="511"/>
                  <a:pt x="217" y="511"/>
                  <a:pt x="217" y="511"/>
                </a:cubicBezTo>
                <a:cubicBezTo>
                  <a:pt x="219" y="514"/>
                  <a:pt x="220" y="516"/>
                  <a:pt x="222" y="518"/>
                </a:cubicBezTo>
                <a:close/>
                <a:moveTo>
                  <a:pt x="222" y="554"/>
                </a:moveTo>
                <a:cubicBezTo>
                  <a:pt x="222" y="561"/>
                  <a:pt x="222" y="561"/>
                  <a:pt x="222" y="561"/>
                </a:cubicBezTo>
                <a:cubicBezTo>
                  <a:pt x="220" y="560"/>
                  <a:pt x="219" y="558"/>
                  <a:pt x="217" y="557"/>
                </a:cubicBezTo>
                <a:cubicBezTo>
                  <a:pt x="217" y="548"/>
                  <a:pt x="217" y="548"/>
                  <a:pt x="217" y="548"/>
                </a:cubicBezTo>
                <a:cubicBezTo>
                  <a:pt x="218" y="550"/>
                  <a:pt x="219" y="552"/>
                  <a:pt x="221" y="554"/>
                </a:cubicBezTo>
                <a:cubicBezTo>
                  <a:pt x="221" y="554"/>
                  <a:pt x="221" y="554"/>
                  <a:pt x="222" y="554"/>
                </a:cubicBezTo>
                <a:close/>
                <a:moveTo>
                  <a:pt x="217" y="613"/>
                </a:moveTo>
                <a:cubicBezTo>
                  <a:pt x="217" y="605"/>
                  <a:pt x="217" y="605"/>
                  <a:pt x="217" y="605"/>
                </a:cubicBezTo>
                <a:cubicBezTo>
                  <a:pt x="218" y="605"/>
                  <a:pt x="219" y="606"/>
                  <a:pt x="219" y="607"/>
                </a:cubicBezTo>
                <a:cubicBezTo>
                  <a:pt x="217" y="613"/>
                  <a:pt x="217" y="613"/>
                  <a:pt x="217" y="613"/>
                </a:cubicBezTo>
                <a:close/>
                <a:moveTo>
                  <a:pt x="217" y="469"/>
                </a:moveTo>
                <a:cubicBezTo>
                  <a:pt x="217" y="461"/>
                  <a:pt x="217" y="461"/>
                  <a:pt x="217" y="461"/>
                </a:cubicBezTo>
                <a:cubicBezTo>
                  <a:pt x="218" y="463"/>
                  <a:pt x="219" y="464"/>
                  <a:pt x="219" y="465"/>
                </a:cubicBezTo>
                <a:cubicBezTo>
                  <a:pt x="219" y="466"/>
                  <a:pt x="218" y="467"/>
                  <a:pt x="217" y="469"/>
                </a:cubicBezTo>
                <a:cubicBezTo>
                  <a:pt x="217" y="469"/>
                  <a:pt x="217" y="469"/>
                  <a:pt x="217" y="469"/>
                </a:cubicBezTo>
                <a:close/>
                <a:moveTo>
                  <a:pt x="217" y="366"/>
                </a:moveTo>
                <a:cubicBezTo>
                  <a:pt x="217" y="354"/>
                  <a:pt x="217" y="354"/>
                  <a:pt x="217" y="354"/>
                </a:cubicBezTo>
                <a:cubicBezTo>
                  <a:pt x="217" y="354"/>
                  <a:pt x="217" y="354"/>
                  <a:pt x="218" y="354"/>
                </a:cubicBezTo>
                <a:cubicBezTo>
                  <a:pt x="218" y="358"/>
                  <a:pt x="218" y="362"/>
                  <a:pt x="217" y="366"/>
                </a:cubicBezTo>
                <a:close/>
                <a:moveTo>
                  <a:pt x="210" y="48"/>
                </a:moveTo>
                <a:cubicBezTo>
                  <a:pt x="212" y="47"/>
                  <a:pt x="214" y="46"/>
                  <a:pt x="216" y="46"/>
                </a:cubicBezTo>
                <a:cubicBezTo>
                  <a:pt x="217" y="45"/>
                  <a:pt x="217" y="45"/>
                  <a:pt x="217" y="45"/>
                </a:cubicBezTo>
                <a:cubicBezTo>
                  <a:pt x="217" y="58"/>
                  <a:pt x="217" y="58"/>
                  <a:pt x="217" y="58"/>
                </a:cubicBezTo>
                <a:cubicBezTo>
                  <a:pt x="215" y="57"/>
                  <a:pt x="212" y="58"/>
                  <a:pt x="210" y="58"/>
                </a:cubicBezTo>
                <a:cubicBezTo>
                  <a:pt x="210" y="48"/>
                  <a:pt x="210" y="48"/>
                  <a:pt x="210" y="48"/>
                </a:cubicBezTo>
                <a:close/>
                <a:moveTo>
                  <a:pt x="217" y="750"/>
                </a:moveTo>
                <a:cubicBezTo>
                  <a:pt x="217" y="749"/>
                  <a:pt x="217" y="749"/>
                  <a:pt x="216" y="749"/>
                </a:cubicBezTo>
                <a:cubicBezTo>
                  <a:pt x="214" y="748"/>
                  <a:pt x="212" y="747"/>
                  <a:pt x="210" y="747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34"/>
                  <a:pt x="211" y="726"/>
                  <a:pt x="210" y="717"/>
                </a:cubicBezTo>
                <a:cubicBezTo>
                  <a:pt x="210" y="695"/>
                  <a:pt x="210" y="695"/>
                  <a:pt x="210" y="695"/>
                </a:cubicBezTo>
                <a:cubicBezTo>
                  <a:pt x="212" y="697"/>
                  <a:pt x="213" y="699"/>
                  <a:pt x="215" y="702"/>
                </a:cubicBezTo>
                <a:cubicBezTo>
                  <a:pt x="216" y="702"/>
                  <a:pt x="216" y="702"/>
                  <a:pt x="217" y="702"/>
                </a:cubicBezTo>
                <a:cubicBezTo>
                  <a:pt x="217" y="750"/>
                  <a:pt x="217" y="750"/>
                  <a:pt x="217" y="750"/>
                </a:cubicBezTo>
                <a:close/>
                <a:moveTo>
                  <a:pt x="217" y="77"/>
                </a:moveTo>
                <a:cubicBezTo>
                  <a:pt x="217" y="95"/>
                  <a:pt x="217" y="95"/>
                  <a:pt x="217" y="95"/>
                </a:cubicBezTo>
                <a:cubicBezTo>
                  <a:pt x="215" y="97"/>
                  <a:pt x="213" y="99"/>
                  <a:pt x="210" y="101"/>
                </a:cubicBezTo>
                <a:cubicBezTo>
                  <a:pt x="210" y="91"/>
                  <a:pt x="210" y="91"/>
                  <a:pt x="210" y="91"/>
                </a:cubicBezTo>
                <a:cubicBezTo>
                  <a:pt x="212" y="90"/>
                  <a:pt x="214" y="89"/>
                  <a:pt x="216" y="87"/>
                </a:cubicBezTo>
                <a:cubicBezTo>
                  <a:pt x="214" y="86"/>
                  <a:pt x="212" y="85"/>
                  <a:pt x="210" y="84"/>
                </a:cubicBezTo>
                <a:cubicBezTo>
                  <a:pt x="210" y="74"/>
                  <a:pt x="210" y="74"/>
                  <a:pt x="210" y="74"/>
                </a:cubicBezTo>
                <a:cubicBezTo>
                  <a:pt x="217" y="77"/>
                  <a:pt x="217" y="77"/>
                  <a:pt x="217" y="77"/>
                </a:cubicBezTo>
                <a:close/>
                <a:moveTo>
                  <a:pt x="217" y="153"/>
                </a:moveTo>
                <a:cubicBezTo>
                  <a:pt x="217" y="170"/>
                  <a:pt x="217" y="170"/>
                  <a:pt x="217" y="170"/>
                </a:cubicBezTo>
                <a:cubicBezTo>
                  <a:pt x="210" y="170"/>
                  <a:pt x="210" y="170"/>
                  <a:pt x="210" y="170"/>
                </a:cubicBezTo>
                <a:cubicBezTo>
                  <a:pt x="210" y="156"/>
                  <a:pt x="210" y="156"/>
                  <a:pt x="210" y="156"/>
                </a:cubicBezTo>
                <a:cubicBezTo>
                  <a:pt x="212" y="154"/>
                  <a:pt x="214" y="153"/>
                  <a:pt x="217" y="153"/>
                </a:cubicBezTo>
                <a:close/>
                <a:moveTo>
                  <a:pt x="217" y="186"/>
                </a:moveTo>
                <a:cubicBezTo>
                  <a:pt x="217" y="222"/>
                  <a:pt x="217" y="222"/>
                  <a:pt x="217" y="222"/>
                </a:cubicBezTo>
                <a:cubicBezTo>
                  <a:pt x="215" y="223"/>
                  <a:pt x="213" y="224"/>
                  <a:pt x="210" y="225"/>
                </a:cubicBezTo>
                <a:cubicBezTo>
                  <a:pt x="210" y="214"/>
                  <a:pt x="210" y="214"/>
                  <a:pt x="210" y="214"/>
                </a:cubicBezTo>
                <a:cubicBezTo>
                  <a:pt x="213" y="211"/>
                  <a:pt x="215" y="208"/>
                  <a:pt x="216" y="204"/>
                </a:cubicBezTo>
                <a:cubicBezTo>
                  <a:pt x="214" y="204"/>
                  <a:pt x="212" y="205"/>
                  <a:pt x="210" y="207"/>
                </a:cubicBezTo>
                <a:cubicBezTo>
                  <a:pt x="210" y="178"/>
                  <a:pt x="210" y="178"/>
                  <a:pt x="210" y="178"/>
                </a:cubicBezTo>
                <a:cubicBezTo>
                  <a:pt x="211" y="178"/>
                  <a:pt x="212" y="178"/>
                  <a:pt x="213" y="178"/>
                </a:cubicBezTo>
                <a:cubicBezTo>
                  <a:pt x="214" y="181"/>
                  <a:pt x="215" y="184"/>
                  <a:pt x="216" y="186"/>
                </a:cubicBezTo>
                <a:cubicBezTo>
                  <a:pt x="217" y="186"/>
                  <a:pt x="217" y="186"/>
                  <a:pt x="217" y="186"/>
                </a:cubicBezTo>
                <a:close/>
                <a:moveTo>
                  <a:pt x="217" y="249"/>
                </a:moveTo>
                <a:cubicBezTo>
                  <a:pt x="217" y="255"/>
                  <a:pt x="217" y="255"/>
                  <a:pt x="217" y="255"/>
                </a:cubicBezTo>
                <a:cubicBezTo>
                  <a:pt x="217" y="256"/>
                  <a:pt x="216" y="256"/>
                  <a:pt x="216" y="257"/>
                </a:cubicBezTo>
                <a:cubicBezTo>
                  <a:pt x="217" y="257"/>
                  <a:pt x="217" y="257"/>
                  <a:pt x="217" y="257"/>
                </a:cubicBezTo>
                <a:cubicBezTo>
                  <a:pt x="217" y="263"/>
                  <a:pt x="217" y="263"/>
                  <a:pt x="217" y="263"/>
                </a:cubicBezTo>
                <a:cubicBezTo>
                  <a:pt x="214" y="263"/>
                  <a:pt x="212" y="264"/>
                  <a:pt x="210" y="266"/>
                </a:cubicBezTo>
                <a:cubicBezTo>
                  <a:pt x="210" y="257"/>
                  <a:pt x="210" y="257"/>
                  <a:pt x="210" y="257"/>
                </a:cubicBezTo>
                <a:cubicBezTo>
                  <a:pt x="212" y="255"/>
                  <a:pt x="214" y="252"/>
                  <a:pt x="217" y="249"/>
                </a:cubicBezTo>
                <a:close/>
                <a:moveTo>
                  <a:pt x="217" y="274"/>
                </a:moveTo>
                <a:cubicBezTo>
                  <a:pt x="217" y="279"/>
                  <a:pt x="217" y="279"/>
                  <a:pt x="217" y="279"/>
                </a:cubicBezTo>
                <a:cubicBezTo>
                  <a:pt x="214" y="279"/>
                  <a:pt x="212" y="279"/>
                  <a:pt x="210" y="279"/>
                </a:cubicBezTo>
                <a:cubicBezTo>
                  <a:pt x="210" y="273"/>
                  <a:pt x="210" y="273"/>
                  <a:pt x="210" y="273"/>
                </a:cubicBezTo>
                <a:cubicBezTo>
                  <a:pt x="212" y="274"/>
                  <a:pt x="215" y="274"/>
                  <a:pt x="217" y="274"/>
                </a:cubicBezTo>
                <a:close/>
                <a:moveTo>
                  <a:pt x="217" y="284"/>
                </a:moveTo>
                <a:cubicBezTo>
                  <a:pt x="217" y="292"/>
                  <a:pt x="217" y="292"/>
                  <a:pt x="217" y="292"/>
                </a:cubicBezTo>
                <a:cubicBezTo>
                  <a:pt x="217" y="293"/>
                  <a:pt x="216" y="293"/>
                  <a:pt x="216" y="293"/>
                </a:cubicBezTo>
                <a:cubicBezTo>
                  <a:pt x="214" y="298"/>
                  <a:pt x="213" y="302"/>
                  <a:pt x="210" y="306"/>
                </a:cubicBezTo>
                <a:cubicBezTo>
                  <a:pt x="210" y="289"/>
                  <a:pt x="210" y="289"/>
                  <a:pt x="210" y="289"/>
                </a:cubicBezTo>
                <a:cubicBezTo>
                  <a:pt x="213" y="288"/>
                  <a:pt x="215" y="287"/>
                  <a:pt x="217" y="284"/>
                </a:cubicBezTo>
                <a:close/>
                <a:moveTo>
                  <a:pt x="217" y="320"/>
                </a:moveTo>
                <a:cubicBezTo>
                  <a:pt x="217" y="347"/>
                  <a:pt x="217" y="347"/>
                  <a:pt x="217" y="347"/>
                </a:cubicBezTo>
                <a:cubicBezTo>
                  <a:pt x="217" y="347"/>
                  <a:pt x="217" y="347"/>
                  <a:pt x="217" y="347"/>
                </a:cubicBezTo>
                <a:cubicBezTo>
                  <a:pt x="215" y="346"/>
                  <a:pt x="214" y="345"/>
                  <a:pt x="212" y="344"/>
                </a:cubicBezTo>
                <a:cubicBezTo>
                  <a:pt x="212" y="335"/>
                  <a:pt x="213" y="327"/>
                  <a:pt x="217" y="320"/>
                </a:cubicBezTo>
                <a:close/>
                <a:moveTo>
                  <a:pt x="217" y="354"/>
                </a:moveTo>
                <a:cubicBezTo>
                  <a:pt x="217" y="366"/>
                  <a:pt x="217" y="366"/>
                  <a:pt x="217" y="366"/>
                </a:cubicBezTo>
                <a:cubicBezTo>
                  <a:pt x="216" y="369"/>
                  <a:pt x="215" y="371"/>
                  <a:pt x="211" y="373"/>
                </a:cubicBezTo>
                <a:cubicBezTo>
                  <a:pt x="211" y="373"/>
                  <a:pt x="210" y="373"/>
                  <a:pt x="210" y="372"/>
                </a:cubicBezTo>
                <a:cubicBezTo>
                  <a:pt x="210" y="353"/>
                  <a:pt x="210" y="353"/>
                  <a:pt x="210" y="353"/>
                </a:cubicBezTo>
                <a:cubicBezTo>
                  <a:pt x="213" y="353"/>
                  <a:pt x="215" y="353"/>
                  <a:pt x="217" y="354"/>
                </a:cubicBezTo>
                <a:close/>
                <a:moveTo>
                  <a:pt x="217" y="390"/>
                </a:moveTo>
                <a:cubicBezTo>
                  <a:pt x="217" y="402"/>
                  <a:pt x="217" y="402"/>
                  <a:pt x="217" y="402"/>
                </a:cubicBezTo>
                <a:cubicBezTo>
                  <a:pt x="216" y="399"/>
                  <a:pt x="215" y="397"/>
                  <a:pt x="214" y="394"/>
                </a:cubicBezTo>
                <a:cubicBezTo>
                  <a:pt x="210" y="394"/>
                  <a:pt x="210" y="394"/>
                  <a:pt x="210" y="394"/>
                </a:cubicBezTo>
                <a:cubicBezTo>
                  <a:pt x="210" y="390"/>
                  <a:pt x="210" y="390"/>
                  <a:pt x="210" y="390"/>
                </a:cubicBezTo>
                <a:cubicBezTo>
                  <a:pt x="217" y="390"/>
                  <a:pt x="217" y="390"/>
                  <a:pt x="217" y="390"/>
                </a:cubicBezTo>
                <a:close/>
                <a:moveTo>
                  <a:pt x="217" y="410"/>
                </a:moveTo>
                <a:cubicBezTo>
                  <a:pt x="217" y="415"/>
                  <a:pt x="217" y="415"/>
                  <a:pt x="217" y="415"/>
                </a:cubicBezTo>
                <a:cubicBezTo>
                  <a:pt x="210" y="415"/>
                  <a:pt x="210" y="415"/>
                  <a:pt x="210" y="415"/>
                </a:cubicBezTo>
                <a:cubicBezTo>
                  <a:pt x="210" y="407"/>
                  <a:pt x="210" y="407"/>
                  <a:pt x="210" y="407"/>
                </a:cubicBezTo>
                <a:cubicBezTo>
                  <a:pt x="210" y="410"/>
                  <a:pt x="210" y="410"/>
                  <a:pt x="210" y="410"/>
                </a:cubicBezTo>
                <a:cubicBezTo>
                  <a:pt x="211" y="410"/>
                  <a:pt x="212" y="411"/>
                  <a:pt x="213" y="411"/>
                </a:cubicBezTo>
                <a:cubicBezTo>
                  <a:pt x="214" y="411"/>
                  <a:pt x="215" y="411"/>
                  <a:pt x="217" y="410"/>
                </a:cubicBezTo>
                <a:close/>
                <a:moveTo>
                  <a:pt x="217" y="443"/>
                </a:moveTo>
                <a:cubicBezTo>
                  <a:pt x="217" y="450"/>
                  <a:pt x="217" y="450"/>
                  <a:pt x="217" y="450"/>
                </a:cubicBezTo>
                <a:cubicBezTo>
                  <a:pt x="216" y="448"/>
                  <a:pt x="215" y="445"/>
                  <a:pt x="215" y="443"/>
                </a:cubicBezTo>
                <a:cubicBezTo>
                  <a:pt x="216" y="443"/>
                  <a:pt x="216" y="443"/>
                  <a:pt x="217" y="443"/>
                </a:cubicBezTo>
                <a:close/>
                <a:moveTo>
                  <a:pt x="217" y="461"/>
                </a:moveTo>
                <a:cubicBezTo>
                  <a:pt x="217" y="469"/>
                  <a:pt x="217" y="469"/>
                  <a:pt x="217" y="469"/>
                </a:cubicBezTo>
                <a:cubicBezTo>
                  <a:pt x="210" y="469"/>
                  <a:pt x="210" y="469"/>
                  <a:pt x="210" y="469"/>
                </a:cubicBezTo>
                <a:cubicBezTo>
                  <a:pt x="210" y="468"/>
                  <a:pt x="210" y="468"/>
                  <a:pt x="210" y="468"/>
                </a:cubicBezTo>
                <a:cubicBezTo>
                  <a:pt x="210" y="457"/>
                  <a:pt x="210" y="457"/>
                  <a:pt x="210" y="457"/>
                </a:cubicBezTo>
                <a:cubicBezTo>
                  <a:pt x="212" y="458"/>
                  <a:pt x="215" y="459"/>
                  <a:pt x="217" y="461"/>
                </a:cubicBezTo>
                <a:close/>
                <a:moveTo>
                  <a:pt x="217" y="511"/>
                </a:moveTo>
                <a:cubicBezTo>
                  <a:pt x="217" y="537"/>
                  <a:pt x="217" y="537"/>
                  <a:pt x="217" y="537"/>
                </a:cubicBezTo>
                <a:cubicBezTo>
                  <a:pt x="216" y="541"/>
                  <a:pt x="215" y="544"/>
                  <a:pt x="217" y="548"/>
                </a:cubicBezTo>
                <a:cubicBezTo>
                  <a:pt x="217" y="557"/>
                  <a:pt x="217" y="557"/>
                  <a:pt x="217" y="557"/>
                </a:cubicBezTo>
                <a:cubicBezTo>
                  <a:pt x="216" y="556"/>
                  <a:pt x="215" y="555"/>
                  <a:pt x="213" y="554"/>
                </a:cubicBezTo>
                <a:cubicBezTo>
                  <a:pt x="212" y="552"/>
                  <a:pt x="211" y="549"/>
                  <a:pt x="210" y="547"/>
                </a:cubicBezTo>
                <a:cubicBezTo>
                  <a:pt x="210" y="538"/>
                  <a:pt x="210" y="538"/>
                  <a:pt x="210" y="538"/>
                </a:cubicBezTo>
                <a:cubicBezTo>
                  <a:pt x="215" y="527"/>
                  <a:pt x="218" y="522"/>
                  <a:pt x="213" y="511"/>
                </a:cubicBezTo>
                <a:cubicBezTo>
                  <a:pt x="212" y="511"/>
                  <a:pt x="211" y="511"/>
                  <a:pt x="210" y="511"/>
                </a:cubicBezTo>
                <a:cubicBezTo>
                  <a:pt x="210" y="512"/>
                  <a:pt x="210" y="512"/>
                  <a:pt x="210" y="512"/>
                </a:cubicBezTo>
                <a:cubicBezTo>
                  <a:pt x="210" y="499"/>
                  <a:pt x="210" y="499"/>
                  <a:pt x="210" y="499"/>
                </a:cubicBezTo>
                <a:cubicBezTo>
                  <a:pt x="212" y="503"/>
                  <a:pt x="214" y="507"/>
                  <a:pt x="217" y="511"/>
                </a:cubicBezTo>
                <a:close/>
                <a:moveTo>
                  <a:pt x="217" y="605"/>
                </a:moveTo>
                <a:cubicBezTo>
                  <a:pt x="217" y="613"/>
                  <a:pt x="217" y="613"/>
                  <a:pt x="217" y="613"/>
                </a:cubicBezTo>
                <a:cubicBezTo>
                  <a:pt x="215" y="619"/>
                  <a:pt x="212" y="625"/>
                  <a:pt x="210" y="631"/>
                </a:cubicBezTo>
                <a:cubicBezTo>
                  <a:pt x="210" y="598"/>
                  <a:pt x="210" y="598"/>
                  <a:pt x="210" y="598"/>
                </a:cubicBezTo>
                <a:cubicBezTo>
                  <a:pt x="211" y="600"/>
                  <a:pt x="214" y="602"/>
                  <a:pt x="217" y="605"/>
                </a:cubicBezTo>
                <a:close/>
                <a:moveTo>
                  <a:pt x="205" y="50"/>
                </a:moveTo>
                <a:cubicBezTo>
                  <a:pt x="207" y="50"/>
                  <a:pt x="208" y="49"/>
                  <a:pt x="210" y="48"/>
                </a:cubicBezTo>
                <a:cubicBezTo>
                  <a:pt x="210" y="58"/>
                  <a:pt x="210" y="58"/>
                  <a:pt x="210" y="58"/>
                </a:cubicBezTo>
                <a:cubicBezTo>
                  <a:pt x="208" y="58"/>
                  <a:pt x="207" y="59"/>
                  <a:pt x="205" y="59"/>
                </a:cubicBezTo>
                <a:cubicBezTo>
                  <a:pt x="205" y="50"/>
                  <a:pt x="205" y="50"/>
                  <a:pt x="205" y="50"/>
                </a:cubicBezTo>
                <a:close/>
                <a:moveTo>
                  <a:pt x="210" y="747"/>
                </a:moveTo>
                <a:cubicBezTo>
                  <a:pt x="208" y="746"/>
                  <a:pt x="207" y="745"/>
                  <a:pt x="205" y="745"/>
                </a:cubicBezTo>
                <a:cubicBezTo>
                  <a:pt x="205" y="737"/>
                  <a:pt x="205" y="737"/>
                  <a:pt x="205" y="737"/>
                </a:cubicBezTo>
                <a:cubicBezTo>
                  <a:pt x="206" y="738"/>
                  <a:pt x="206" y="738"/>
                  <a:pt x="207" y="738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47"/>
                  <a:pt x="210" y="747"/>
                  <a:pt x="210" y="747"/>
                </a:cubicBezTo>
                <a:close/>
                <a:moveTo>
                  <a:pt x="210" y="74"/>
                </a:moveTo>
                <a:cubicBezTo>
                  <a:pt x="210" y="84"/>
                  <a:pt x="210" y="84"/>
                  <a:pt x="210" y="84"/>
                </a:cubicBezTo>
                <a:cubicBezTo>
                  <a:pt x="208" y="83"/>
                  <a:pt x="207" y="82"/>
                  <a:pt x="205" y="82"/>
                </a:cubicBezTo>
                <a:cubicBezTo>
                  <a:pt x="205" y="71"/>
                  <a:pt x="205" y="71"/>
                  <a:pt x="205" y="71"/>
                </a:cubicBezTo>
                <a:cubicBezTo>
                  <a:pt x="210" y="74"/>
                  <a:pt x="210" y="74"/>
                  <a:pt x="210" y="74"/>
                </a:cubicBezTo>
                <a:close/>
                <a:moveTo>
                  <a:pt x="210" y="91"/>
                </a:moveTo>
                <a:cubicBezTo>
                  <a:pt x="210" y="101"/>
                  <a:pt x="210" y="101"/>
                  <a:pt x="210" y="101"/>
                </a:cubicBezTo>
                <a:cubicBezTo>
                  <a:pt x="208" y="102"/>
                  <a:pt x="208" y="102"/>
                  <a:pt x="208" y="102"/>
                </a:cubicBezTo>
                <a:cubicBezTo>
                  <a:pt x="207" y="103"/>
                  <a:pt x="206" y="103"/>
                  <a:pt x="205" y="103"/>
                </a:cubicBezTo>
                <a:cubicBezTo>
                  <a:pt x="205" y="93"/>
                  <a:pt x="205" y="93"/>
                  <a:pt x="205" y="93"/>
                </a:cubicBezTo>
                <a:cubicBezTo>
                  <a:pt x="207" y="93"/>
                  <a:pt x="208" y="92"/>
                  <a:pt x="210" y="91"/>
                </a:cubicBezTo>
                <a:close/>
                <a:moveTo>
                  <a:pt x="210" y="156"/>
                </a:moveTo>
                <a:cubicBezTo>
                  <a:pt x="210" y="170"/>
                  <a:pt x="210" y="170"/>
                  <a:pt x="210" y="170"/>
                </a:cubicBezTo>
                <a:cubicBezTo>
                  <a:pt x="208" y="170"/>
                  <a:pt x="208" y="170"/>
                  <a:pt x="208" y="170"/>
                </a:cubicBezTo>
                <a:cubicBezTo>
                  <a:pt x="205" y="173"/>
                  <a:pt x="205" y="173"/>
                  <a:pt x="205" y="173"/>
                </a:cubicBezTo>
                <a:cubicBezTo>
                  <a:pt x="205" y="161"/>
                  <a:pt x="205" y="161"/>
                  <a:pt x="205" y="161"/>
                </a:cubicBezTo>
                <a:cubicBezTo>
                  <a:pt x="207" y="158"/>
                  <a:pt x="208" y="157"/>
                  <a:pt x="210" y="156"/>
                </a:cubicBezTo>
                <a:close/>
                <a:moveTo>
                  <a:pt x="210" y="178"/>
                </a:moveTo>
                <a:cubicBezTo>
                  <a:pt x="210" y="207"/>
                  <a:pt x="210" y="207"/>
                  <a:pt x="210" y="207"/>
                </a:cubicBezTo>
                <a:cubicBezTo>
                  <a:pt x="208" y="208"/>
                  <a:pt x="207" y="210"/>
                  <a:pt x="205" y="212"/>
                </a:cubicBezTo>
                <a:cubicBezTo>
                  <a:pt x="205" y="194"/>
                  <a:pt x="205" y="194"/>
                  <a:pt x="205" y="194"/>
                </a:cubicBezTo>
                <a:cubicBezTo>
                  <a:pt x="207" y="194"/>
                  <a:pt x="207" y="194"/>
                  <a:pt x="207" y="194"/>
                </a:cubicBezTo>
                <a:cubicBezTo>
                  <a:pt x="207" y="193"/>
                  <a:pt x="208" y="192"/>
                  <a:pt x="208" y="191"/>
                </a:cubicBezTo>
                <a:cubicBezTo>
                  <a:pt x="207" y="191"/>
                  <a:pt x="206" y="191"/>
                  <a:pt x="205" y="191"/>
                </a:cubicBezTo>
                <a:cubicBezTo>
                  <a:pt x="205" y="179"/>
                  <a:pt x="205" y="179"/>
                  <a:pt x="205" y="179"/>
                </a:cubicBezTo>
                <a:cubicBezTo>
                  <a:pt x="207" y="179"/>
                  <a:pt x="208" y="178"/>
                  <a:pt x="210" y="178"/>
                </a:cubicBezTo>
                <a:close/>
                <a:moveTo>
                  <a:pt x="210" y="214"/>
                </a:moveTo>
                <a:cubicBezTo>
                  <a:pt x="210" y="225"/>
                  <a:pt x="210" y="225"/>
                  <a:pt x="210" y="225"/>
                </a:cubicBezTo>
                <a:cubicBezTo>
                  <a:pt x="208" y="225"/>
                  <a:pt x="207" y="225"/>
                  <a:pt x="205" y="225"/>
                </a:cubicBezTo>
                <a:cubicBezTo>
                  <a:pt x="205" y="220"/>
                  <a:pt x="205" y="220"/>
                  <a:pt x="205" y="220"/>
                </a:cubicBezTo>
                <a:cubicBezTo>
                  <a:pt x="207" y="218"/>
                  <a:pt x="208" y="216"/>
                  <a:pt x="210" y="214"/>
                </a:cubicBezTo>
                <a:close/>
                <a:moveTo>
                  <a:pt x="210" y="257"/>
                </a:moveTo>
                <a:cubicBezTo>
                  <a:pt x="210" y="266"/>
                  <a:pt x="210" y="266"/>
                  <a:pt x="210" y="266"/>
                </a:cubicBezTo>
                <a:cubicBezTo>
                  <a:pt x="208" y="267"/>
                  <a:pt x="207" y="269"/>
                  <a:pt x="205" y="271"/>
                </a:cubicBezTo>
                <a:cubicBezTo>
                  <a:pt x="205" y="262"/>
                  <a:pt x="205" y="262"/>
                  <a:pt x="205" y="262"/>
                </a:cubicBezTo>
                <a:cubicBezTo>
                  <a:pt x="206" y="261"/>
                  <a:pt x="206" y="261"/>
                  <a:pt x="207" y="260"/>
                </a:cubicBezTo>
                <a:cubicBezTo>
                  <a:pt x="207" y="260"/>
                  <a:pt x="208" y="259"/>
                  <a:pt x="210" y="257"/>
                </a:cubicBezTo>
                <a:close/>
                <a:moveTo>
                  <a:pt x="210" y="273"/>
                </a:moveTo>
                <a:cubicBezTo>
                  <a:pt x="210" y="279"/>
                  <a:pt x="210" y="279"/>
                  <a:pt x="210" y="279"/>
                </a:cubicBezTo>
                <a:cubicBezTo>
                  <a:pt x="208" y="279"/>
                  <a:pt x="207" y="279"/>
                  <a:pt x="205" y="279"/>
                </a:cubicBezTo>
                <a:cubicBezTo>
                  <a:pt x="205" y="273"/>
                  <a:pt x="205" y="273"/>
                  <a:pt x="205" y="273"/>
                </a:cubicBezTo>
                <a:cubicBezTo>
                  <a:pt x="207" y="273"/>
                  <a:pt x="208" y="273"/>
                  <a:pt x="210" y="273"/>
                </a:cubicBezTo>
                <a:close/>
                <a:moveTo>
                  <a:pt x="210" y="289"/>
                </a:moveTo>
                <a:cubicBezTo>
                  <a:pt x="210" y="306"/>
                  <a:pt x="210" y="306"/>
                  <a:pt x="210" y="306"/>
                </a:cubicBezTo>
                <a:cubicBezTo>
                  <a:pt x="209" y="307"/>
                  <a:pt x="208" y="308"/>
                  <a:pt x="207" y="309"/>
                </a:cubicBezTo>
                <a:cubicBezTo>
                  <a:pt x="207" y="311"/>
                  <a:pt x="206" y="313"/>
                  <a:pt x="205" y="315"/>
                </a:cubicBezTo>
                <a:cubicBezTo>
                  <a:pt x="205" y="303"/>
                  <a:pt x="205" y="303"/>
                  <a:pt x="205" y="303"/>
                </a:cubicBezTo>
                <a:cubicBezTo>
                  <a:pt x="207" y="301"/>
                  <a:pt x="208" y="299"/>
                  <a:pt x="209" y="296"/>
                </a:cubicBezTo>
                <a:cubicBezTo>
                  <a:pt x="208" y="296"/>
                  <a:pt x="207" y="296"/>
                  <a:pt x="205" y="296"/>
                </a:cubicBezTo>
                <a:cubicBezTo>
                  <a:pt x="205" y="290"/>
                  <a:pt x="205" y="290"/>
                  <a:pt x="205" y="290"/>
                </a:cubicBezTo>
                <a:cubicBezTo>
                  <a:pt x="207" y="290"/>
                  <a:pt x="208" y="289"/>
                  <a:pt x="210" y="289"/>
                </a:cubicBezTo>
                <a:close/>
                <a:moveTo>
                  <a:pt x="210" y="353"/>
                </a:moveTo>
                <a:cubicBezTo>
                  <a:pt x="210" y="372"/>
                  <a:pt x="210" y="372"/>
                  <a:pt x="210" y="372"/>
                </a:cubicBezTo>
                <a:cubicBezTo>
                  <a:pt x="207" y="370"/>
                  <a:pt x="206" y="367"/>
                  <a:pt x="205" y="364"/>
                </a:cubicBezTo>
                <a:cubicBezTo>
                  <a:pt x="205" y="362"/>
                  <a:pt x="205" y="362"/>
                  <a:pt x="205" y="362"/>
                </a:cubicBezTo>
                <a:cubicBezTo>
                  <a:pt x="208" y="359"/>
                  <a:pt x="208" y="357"/>
                  <a:pt x="209" y="353"/>
                </a:cubicBezTo>
                <a:cubicBezTo>
                  <a:pt x="209" y="353"/>
                  <a:pt x="209" y="353"/>
                  <a:pt x="210" y="353"/>
                </a:cubicBezTo>
                <a:close/>
                <a:moveTo>
                  <a:pt x="210" y="390"/>
                </a:moveTo>
                <a:cubicBezTo>
                  <a:pt x="210" y="394"/>
                  <a:pt x="210" y="394"/>
                  <a:pt x="210" y="394"/>
                </a:cubicBezTo>
                <a:cubicBezTo>
                  <a:pt x="207" y="394"/>
                  <a:pt x="207" y="394"/>
                  <a:pt x="207" y="394"/>
                </a:cubicBezTo>
                <a:cubicBezTo>
                  <a:pt x="208" y="399"/>
                  <a:pt x="209" y="403"/>
                  <a:pt x="210" y="407"/>
                </a:cubicBezTo>
                <a:cubicBezTo>
                  <a:pt x="210" y="415"/>
                  <a:pt x="210" y="415"/>
                  <a:pt x="210" y="415"/>
                </a:cubicBezTo>
                <a:cubicBezTo>
                  <a:pt x="205" y="415"/>
                  <a:pt x="205" y="415"/>
                  <a:pt x="205" y="415"/>
                </a:cubicBezTo>
                <a:cubicBezTo>
                  <a:pt x="205" y="411"/>
                  <a:pt x="205" y="411"/>
                  <a:pt x="205" y="411"/>
                </a:cubicBezTo>
                <a:cubicBezTo>
                  <a:pt x="207" y="411"/>
                  <a:pt x="207" y="411"/>
                  <a:pt x="207" y="411"/>
                </a:cubicBezTo>
                <a:cubicBezTo>
                  <a:pt x="206" y="408"/>
                  <a:pt x="206" y="405"/>
                  <a:pt x="205" y="404"/>
                </a:cubicBezTo>
                <a:cubicBezTo>
                  <a:pt x="205" y="390"/>
                  <a:pt x="205" y="390"/>
                  <a:pt x="205" y="390"/>
                </a:cubicBezTo>
                <a:cubicBezTo>
                  <a:pt x="210" y="390"/>
                  <a:pt x="210" y="390"/>
                  <a:pt x="210" y="390"/>
                </a:cubicBezTo>
                <a:close/>
                <a:moveTo>
                  <a:pt x="210" y="457"/>
                </a:moveTo>
                <a:cubicBezTo>
                  <a:pt x="210" y="468"/>
                  <a:pt x="210" y="468"/>
                  <a:pt x="210" y="468"/>
                </a:cubicBezTo>
                <a:cubicBezTo>
                  <a:pt x="207" y="465"/>
                  <a:pt x="206" y="465"/>
                  <a:pt x="205" y="461"/>
                </a:cubicBezTo>
                <a:cubicBezTo>
                  <a:pt x="205" y="459"/>
                  <a:pt x="205" y="459"/>
                  <a:pt x="205" y="459"/>
                </a:cubicBezTo>
                <a:cubicBezTo>
                  <a:pt x="207" y="458"/>
                  <a:pt x="208" y="457"/>
                  <a:pt x="210" y="457"/>
                </a:cubicBezTo>
                <a:close/>
                <a:moveTo>
                  <a:pt x="210" y="499"/>
                </a:moveTo>
                <a:cubicBezTo>
                  <a:pt x="210" y="512"/>
                  <a:pt x="210" y="512"/>
                  <a:pt x="210" y="512"/>
                </a:cubicBezTo>
                <a:cubicBezTo>
                  <a:pt x="208" y="516"/>
                  <a:pt x="206" y="520"/>
                  <a:pt x="205" y="522"/>
                </a:cubicBezTo>
                <a:cubicBezTo>
                  <a:pt x="205" y="512"/>
                  <a:pt x="205" y="512"/>
                  <a:pt x="205" y="512"/>
                </a:cubicBezTo>
                <a:cubicBezTo>
                  <a:pt x="207" y="508"/>
                  <a:pt x="206" y="504"/>
                  <a:pt x="205" y="500"/>
                </a:cubicBezTo>
                <a:cubicBezTo>
                  <a:pt x="205" y="488"/>
                  <a:pt x="205" y="488"/>
                  <a:pt x="205" y="488"/>
                </a:cubicBezTo>
                <a:cubicBezTo>
                  <a:pt x="207" y="492"/>
                  <a:pt x="208" y="495"/>
                  <a:pt x="210" y="499"/>
                </a:cubicBezTo>
                <a:close/>
                <a:moveTo>
                  <a:pt x="210" y="538"/>
                </a:moveTo>
                <a:cubicBezTo>
                  <a:pt x="210" y="547"/>
                  <a:pt x="210" y="547"/>
                  <a:pt x="210" y="547"/>
                </a:cubicBezTo>
                <a:cubicBezTo>
                  <a:pt x="208" y="545"/>
                  <a:pt x="207" y="543"/>
                  <a:pt x="205" y="541"/>
                </a:cubicBezTo>
                <a:cubicBezTo>
                  <a:pt x="205" y="532"/>
                  <a:pt x="205" y="532"/>
                  <a:pt x="205" y="532"/>
                </a:cubicBezTo>
                <a:cubicBezTo>
                  <a:pt x="206" y="534"/>
                  <a:pt x="207" y="536"/>
                  <a:pt x="209" y="539"/>
                </a:cubicBezTo>
                <a:cubicBezTo>
                  <a:pt x="210" y="538"/>
                  <a:pt x="210" y="538"/>
                  <a:pt x="210" y="538"/>
                </a:cubicBezTo>
                <a:close/>
                <a:moveTo>
                  <a:pt x="210" y="598"/>
                </a:moveTo>
                <a:cubicBezTo>
                  <a:pt x="210" y="631"/>
                  <a:pt x="210" y="631"/>
                  <a:pt x="210" y="631"/>
                </a:cubicBezTo>
                <a:cubicBezTo>
                  <a:pt x="208" y="635"/>
                  <a:pt x="207" y="639"/>
                  <a:pt x="205" y="643"/>
                </a:cubicBezTo>
                <a:cubicBezTo>
                  <a:pt x="205" y="612"/>
                  <a:pt x="205" y="612"/>
                  <a:pt x="205" y="612"/>
                </a:cubicBezTo>
                <a:cubicBezTo>
                  <a:pt x="206" y="611"/>
                  <a:pt x="206" y="611"/>
                  <a:pt x="206" y="611"/>
                </a:cubicBezTo>
                <a:cubicBezTo>
                  <a:pt x="205" y="611"/>
                  <a:pt x="205" y="611"/>
                  <a:pt x="205" y="611"/>
                </a:cubicBezTo>
                <a:cubicBezTo>
                  <a:pt x="205" y="599"/>
                  <a:pt x="205" y="599"/>
                  <a:pt x="205" y="599"/>
                </a:cubicBezTo>
                <a:cubicBezTo>
                  <a:pt x="209" y="597"/>
                  <a:pt x="209" y="597"/>
                  <a:pt x="209" y="597"/>
                </a:cubicBezTo>
                <a:cubicBezTo>
                  <a:pt x="209" y="597"/>
                  <a:pt x="210" y="598"/>
                  <a:pt x="210" y="598"/>
                </a:cubicBezTo>
                <a:close/>
                <a:moveTo>
                  <a:pt x="210" y="695"/>
                </a:moveTo>
                <a:cubicBezTo>
                  <a:pt x="210" y="717"/>
                  <a:pt x="210" y="717"/>
                  <a:pt x="210" y="717"/>
                </a:cubicBezTo>
                <a:cubicBezTo>
                  <a:pt x="209" y="711"/>
                  <a:pt x="208" y="705"/>
                  <a:pt x="205" y="701"/>
                </a:cubicBezTo>
                <a:cubicBezTo>
                  <a:pt x="205" y="692"/>
                  <a:pt x="205" y="692"/>
                  <a:pt x="205" y="692"/>
                </a:cubicBezTo>
                <a:cubicBezTo>
                  <a:pt x="207" y="693"/>
                  <a:pt x="208" y="694"/>
                  <a:pt x="210" y="695"/>
                </a:cubicBezTo>
                <a:close/>
                <a:moveTo>
                  <a:pt x="200" y="53"/>
                </a:moveTo>
                <a:cubicBezTo>
                  <a:pt x="202" y="52"/>
                  <a:pt x="204" y="51"/>
                  <a:pt x="205" y="50"/>
                </a:cubicBezTo>
                <a:cubicBezTo>
                  <a:pt x="205" y="59"/>
                  <a:pt x="205" y="59"/>
                  <a:pt x="205" y="59"/>
                </a:cubicBezTo>
                <a:cubicBezTo>
                  <a:pt x="204" y="60"/>
                  <a:pt x="202" y="61"/>
                  <a:pt x="200" y="61"/>
                </a:cubicBezTo>
                <a:cubicBezTo>
                  <a:pt x="200" y="53"/>
                  <a:pt x="200" y="53"/>
                  <a:pt x="200" y="53"/>
                </a:cubicBezTo>
                <a:close/>
                <a:moveTo>
                  <a:pt x="205" y="745"/>
                </a:moveTo>
                <a:cubicBezTo>
                  <a:pt x="204" y="744"/>
                  <a:pt x="202" y="743"/>
                  <a:pt x="200" y="743"/>
                </a:cubicBezTo>
                <a:cubicBezTo>
                  <a:pt x="200" y="734"/>
                  <a:pt x="200" y="734"/>
                  <a:pt x="200" y="734"/>
                </a:cubicBezTo>
                <a:cubicBezTo>
                  <a:pt x="202" y="735"/>
                  <a:pt x="203" y="736"/>
                  <a:pt x="205" y="737"/>
                </a:cubicBezTo>
                <a:cubicBezTo>
                  <a:pt x="205" y="745"/>
                  <a:pt x="205" y="745"/>
                  <a:pt x="205" y="745"/>
                </a:cubicBezTo>
                <a:close/>
                <a:moveTo>
                  <a:pt x="205" y="71"/>
                </a:moveTo>
                <a:cubicBezTo>
                  <a:pt x="205" y="82"/>
                  <a:pt x="205" y="82"/>
                  <a:pt x="205" y="82"/>
                </a:cubicBezTo>
                <a:cubicBezTo>
                  <a:pt x="204" y="81"/>
                  <a:pt x="202" y="80"/>
                  <a:pt x="200" y="79"/>
                </a:cubicBezTo>
                <a:cubicBezTo>
                  <a:pt x="200" y="69"/>
                  <a:pt x="200" y="69"/>
                  <a:pt x="200" y="69"/>
                </a:cubicBezTo>
                <a:cubicBezTo>
                  <a:pt x="205" y="71"/>
                  <a:pt x="205" y="71"/>
                  <a:pt x="205" y="71"/>
                </a:cubicBezTo>
                <a:close/>
                <a:moveTo>
                  <a:pt x="205" y="93"/>
                </a:moveTo>
                <a:cubicBezTo>
                  <a:pt x="205" y="103"/>
                  <a:pt x="205" y="103"/>
                  <a:pt x="205" y="103"/>
                </a:cubicBezTo>
                <a:cubicBezTo>
                  <a:pt x="204" y="104"/>
                  <a:pt x="202" y="105"/>
                  <a:pt x="200" y="105"/>
                </a:cubicBezTo>
                <a:cubicBezTo>
                  <a:pt x="200" y="95"/>
                  <a:pt x="200" y="95"/>
                  <a:pt x="200" y="95"/>
                </a:cubicBezTo>
                <a:cubicBezTo>
                  <a:pt x="202" y="95"/>
                  <a:pt x="204" y="94"/>
                  <a:pt x="205" y="93"/>
                </a:cubicBezTo>
                <a:close/>
                <a:moveTo>
                  <a:pt x="205" y="161"/>
                </a:moveTo>
                <a:cubicBezTo>
                  <a:pt x="205" y="173"/>
                  <a:pt x="205" y="173"/>
                  <a:pt x="205" y="173"/>
                </a:cubicBezTo>
                <a:cubicBezTo>
                  <a:pt x="200" y="179"/>
                  <a:pt x="200" y="179"/>
                  <a:pt x="200" y="179"/>
                </a:cubicBezTo>
                <a:cubicBezTo>
                  <a:pt x="200" y="161"/>
                  <a:pt x="200" y="161"/>
                  <a:pt x="200" y="161"/>
                </a:cubicBezTo>
                <a:cubicBezTo>
                  <a:pt x="201" y="162"/>
                  <a:pt x="202" y="163"/>
                  <a:pt x="202" y="164"/>
                </a:cubicBezTo>
                <a:cubicBezTo>
                  <a:pt x="204" y="163"/>
                  <a:pt x="205" y="162"/>
                  <a:pt x="205" y="161"/>
                </a:cubicBezTo>
                <a:close/>
                <a:moveTo>
                  <a:pt x="205" y="179"/>
                </a:moveTo>
                <a:cubicBezTo>
                  <a:pt x="205" y="191"/>
                  <a:pt x="205" y="191"/>
                  <a:pt x="205" y="191"/>
                </a:cubicBezTo>
                <a:cubicBezTo>
                  <a:pt x="203" y="192"/>
                  <a:pt x="202" y="192"/>
                  <a:pt x="201" y="196"/>
                </a:cubicBezTo>
                <a:cubicBezTo>
                  <a:pt x="202" y="195"/>
                  <a:pt x="204" y="195"/>
                  <a:pt x="205" y="194"/>
                </a:cubicBezTo>
                <a:cubicBezTo>
                  <a:pt x="205" y="212"/>
                  <a:pt x="205" y="212"/>
                  <a:pt x="205" y="212"/>
                </a:cubicBezTo>
                <a:cubicBezTo>
                  <a:pt x="204" y="214"/>
                  <a:pt x="202" y="216"/>
                  <a:pt x="200" y="218"/>
                </a:cubicBezTo>
                <a:cubicBezTo>
                  <a:pt x="200" y="182"/>
                  <a:pt x="200" y="182"/>
                  <a:pt x="200" y="182"/>
                </a:cubicBezTo>
                <a:cubicBezTo>
                  <a:pt x="202" y="181"/>
                  <a:pt x="203" y="180"/>
                  <a:pt x="205" y="179"/>
                </a:cubicBezTo>
                <a:close/>
                <a:moveTo>
                  <a:pt x="205" y="220"/>
                </a:moveTo>
                <a:cubicBezTo>
                  <a:pt x="205" y="225"/>
                  <a:pt x="205" y="225"/>
                  <a:pt x="205" y="225"/>
                </a:cubicBezTo>
                <a:cubicBezTo>
                  <a:pt x="205" y="225"/>
                  <a:pt x="204" y="225"/>
                  <a:pt x="203" y="225"/>
                </a:cubicBezTo>
                <a:cubicBezTo>
                  <a:pt x="203" y="223"/>
                  <a:pt x="204" y="221"/>
                  <a:pt x="205" y="220"/>
                </a:cubicBezTo>
                <a:close/>
                <a:moveTo>
                  <a:pt x="205" y="262"/>
                </a:moveTo>
                <a:cubicBezTo>
                  <a:pt x="205" y="271"/>
                  <a:pt x="205" y="271"/>
                  <a:pt x="205" y="271"/>
                </a:cubicBezTo>
                <a:cubicBezTo>
                  <a:pt x="205" y="271"/>
                  <a:pt x="204" y="272"/>
                  <a:pt x="203" y="273"/>
                </a:cubicBezTo>
                <a:cubicBezTo>
                  <a:pt x="204" y="273"/>
                  <a:pt x="205" y="273"/>
                  <a:pt x="205" y="273"/>
                </a:cubicBezTo>
                <a:cubicBezTo>
                  <a:pt x="205" y="279"/>
                  <a:pt x="205" y="279"/>
                  <a:pt x="205" y="279"/>
                </a:cubicBezTo>
                <a:cubicBezTo>
                  <a:pt x="203" y="279"/>
                  <a:pt x="202" y="280"/>
                  <a:pt x="200" y="281"/>
                </a:cubicBezTo>
                <a:cubicBezTo>
                  <a:pt x="200" y="268"/>
                  <a:pt x="200" y="268"/>
                  <a:pt x="200" y="268"/>
                </a:cubicBezTo>
                <a:cubicBezTo>
                  <a:pt x="202" y="266"/>
                  <a:pt x="204" y="264"/>
                  <a:pt x="205" y="262"/>
                </a:cubicBezTo>
                <a:close/>
                <a:moveTo>
                  <a:pt x="205" y="290"/>
                </a:moveTo>
                <a:cubicBezTo>
                  <a:pt x="205" y="296"/>
                  <a:pt x="205" y="296"/>
                  <a:pt x="205" y="296"/>
                </a:cubicBezTo>
                <a:cubicBezTo>
                  <a:pt x="204" y="296"/>
                  <a:pt x="202" y="296"/>
                  <a:pt x="200" y="296"/>
                </a:cubicBezTo>
                <a:cubicBezTo>
                  <a:pt x="200" y="290"/>
                  <a:pt x="200" y="290"/>
                  <a:pt x="200" y="290"/>
                </a:cubicBezTo>
                <a:cubicBezTo>
                  <a:pt x="202" y="290"/>
                  <a:pt x="204" y="290"/>
                  <a:pt x="205" y="290"/>
                </a:cubicBezTo>
                <a:close/>
                <a:moveTo>
                  <a:pt x="205" y="303"/>
                </a:moveTo>
                <a:cubicBezTo>
                  <a:pt x="205" y="315"/>
                  <a:pt x="205" y="315"/>
                  <a:pt x="205" y="315"/>
                </a:cubicBezTo>
                <a:cubicBezTo>
                  <a:pt x="204" y="320"/>
                  <a:pt x="202" y="324"/>
                  <a:pt x="200" y="328"/>
                </a:cubicBezTo>
                <a:cubicBezTo>
                  <a:pt x="200" y="313"/>
                  <a:pt x="200" y="313"/>
                  <a:pt x="200" y="313"/>
                </a:cubicBezTo>
                <a:cubicBezTo>
                  <a:pt x="201" y="313"/>
                  <a:pt x="201" y="313"/>
                  <a:pt x="201" y="312"/>
                </a:cubicBezTo>
                <a:cubicBezTo>
                  <a:pt x="200" y="312"/>
                  <a:pt x="200" y="312"/>
                  <a:pt x="200" y="312"/>
                </a:cubicBezTo>
                <a:cubicBezTo>
                  <a:pt x="200" y="306"/>
                  <a:pt x="200" y="306"/>
                  <a:pt x="200" y="306"/>
                </a:cubicBezTo>
                <a:cubicBezTo>
                  <a:pt x="202" y="305"/>
                  <a:pt x="204" y="304"/>
                  <a:pt x="205" y="303"/>
                </a:cubicBezTo>
                <a:close/>
                <a:moveTo>
                  <a:pt x="205" y="362"/>
                </a:moveTo>
                <a:cubicBezTo>
                  <a:pt x="205" y="364"/>
                  <a:pt x="205" y="364"/>
                  <a:pt x="205" y="364"/>
                </a:cubicBezTo>
                <a:cubicBezTo>
                  <a:pt x="205" y="363"/>
                  <a:pt x="205" y="362"/>
                  <a:pt x="205" y="362"/>
                </a:cubicBezTo>
                <a:cubicBezTo>
                  <a:pt x="205" y="362"/>
                  <a:pt x="205" y="362"/>
                  <a:pt x="205" y="362"/>
                </a:cubicBezTo>
                <a:close/>
                <a:moveTo>
                  <a:pt x="205" y="390"/>
                </a:moveTo>
                <a:cubicBezTo>
                  <a:pt x="205" y="404"/>
                  <a:pt x="205" y="404"/>
                  <a:pt x="205" y="404"/>
                </a:cubicBezTo>
                <a:cubicBezTo>
                  <a:pt x="204" y="397"/>
                  <a:pt x="203" y="396"/>
                  <a:pt x="202" y="394"/>
                </a:cubicBezTo>
                <a:cubicBezTo>
                  <a:pt x="202" y="394"/>
                  <a:pt x="201" y="394"/>
                  <a:pt x="200" y="394"/>
                </a:cubicBezTo>
                <a:cubicBezTo>
                  <a:pt x="200" y="390"/>
                  <a:pt x="200" y="390"/>
                  <a:pt x="200" y="390"/>
                </a:cubicBezTo>
                <a:cubicBezTo>
                  <a:pt x="205" y="390"/>
                  <a:pt x="205" y="390"/>
                  <a:pt x="205" y="390"/>
                </a:cubicBezTo>
                <a:close/>
                <a:moveTo>
                  <a:pt x="205" y="411"/>
                </a:moveTo>
                <a:cubicBezTo>
                  <a:pt x="205" y="415"/>
                  <a:pt x="205" y="415"/>
                  <a:pt x="205" y="415"/>
                </a:cubicBezTo>
                <a:cubicBezTo>
                  <a:pt x="200" y="415"/>
                  <a:pt x="200" y="415"/>
                  <a:pt x="200" y="415"/>
                </a:cubicBezTo>
                <a:cubicBezTo>
                  <a:pt x="200" y="411"/>
                  <a:pt x="200" y="411"/>
                  <a:pt x="200" y="411"/>
                </a:cubicBezTo>
                <a:cubicBezTo>
                  <a:pt x="201" y="411"/>
                  <a:pt x="201" y="411"/>
                  <a:pt x="201" y="411"/>
                </a:cubicBezTo>
                <a:cubicBezTo>
                  <a:pt x="205" y="411"/>
                  <a:pt x="205" y="411"/>
                  <a:pt x="205" y="411"/>
                </a:cubicBezTo>
                <a:close/>
                <a:moveTo>
                  <a:pt x="205" y="459"/>
                </a:moveTo>
                <a:cubicBezTo>
                  <a:pt x="205" y="461"/>
                  <a:pt x="205" y="461"/>
                  <a:pt x="205" y="461"/>
                </a:cubicBezTo>
                <a:cubicBezTo>
                  <a:pt x="205" y="461"/>
                  <a:pt x="205" y="460"/>
                  <a:pt x="205" y="459"/>
                </a:cubicBezTo>
                <a:cubicBezTo>
                  <a:pt x="205" y="459"/>
                  <a:pt x="205" y="459"/>
                  <a:pt x="205" y="459"/>
                </a:cubicBezTo>
                <a:close/>
                <a:moveTo>
                  <a:pt x="205" y="488"/>
                </a:moveTo>
                <a:cubicBezTo>
                  <a:pt x="205" y="500"/>
                  <a:pt x="205" y="500"/>
                  <a:pt x="205" y="500"/>
                </a:cubicBezTo>
                <a:cubicBezTo>
                  <a:pt x="205" y="498"/>
                  <a:pt x="204" y="496"/>
                  <a:pt x="202" y="495"/>
                </a:cubicBezTo>
                <a:cubicBezTo>
                  <a:pt x="200" y="497"/>
                  <a:pt x="200" y="497"/>
                  <a:pt x="200" y="497"/>
                </a:cubicBezTo>
                <a:cubicBezTo>
                  <a:pt x="200" y="476"/>
                  <a:pt x="200" y="476"/>
                  <a:pt x="200" y="476"/>
                </a:cubicBezTo>
                <a:cubicBezTo>
                  <a:pt x="201" y="478"/>
                  <a:pt x="202" y="479"/>
                  <a:pt x="202" y="480"/>
                </a:cubicBezTo>
                <a:cubicBezTo>
                  <a:pt x="203" y="483"/>
                  <a:pt x="204" y="486"/>
                  <a:pt x="205" y="488"/>
                </a:cubicBezTo>
                <a:close/>
                <a:moveTo>
                  <a:pt x="205" y="512"/>
                </a:moveTo>
                <a:cubicBezTo>
                  <a:pt x="205" y="522"/>
                  <a:pt x="205" y="522"/>
                  <a:pt x="205" y="522"/>
                </a:cubicBezTo>
                <a:cubicBezTo>
                  <a:pt x="204" y="526"/>
                  <a:pt x="204" y="529"/>
                  <a:pt x="205" y="532"/>
                </a:cubicBezTo>
                <a:cubicBezTo>
                  <a:pt x="205" y="541"/>
                  <a:pt x="205" y="541"/>
                  <a:pt x="205" y="541"/>
                </a:cubicBezTo>
                <a:cubicBezTo>
                  <a:pt x="204" y="539"/>
                  <a:pt x="202" y="537"/>
                  <a:pt x="200" y="535"/>
                </a:cubicBezTo>
                <a:cubicBezTo>
                  <a:pt x="200" y="519"/>
                  <a:pt x="200" y="519"/>
                  <a:pt x="200" y="519"/>
                </a:cubicBezTo>
                <a:cubicBezTo>
                  <a:pt x="203" y="517"/>
                  <a:pt x="204" y="514"/>
                  <a:pt x="205" y="512"/>
                </a:cubicBezTo>
                <a:close/>
                <a:moveTo>
                  <a:pt x="205" y="599"/>
                </a:moveTo>
                <a:cubicBezTo>
                  <a:pt x="205" y="611"/>
                  <a:pt x="205" y="611"/>
                  <a:pt x="205" y="611"/>
                </a:cubicBezTo>
                <a:cubicBezTo>
                  <a:pt x="204" y="612"/>
                  <a:pt x="202" y="613"/>
                  <a:pt x="200" y="613"/>
                </a:cubicBezTo>
                <a:cubicBezTo>
                  <a:pt x="200" y="602"/>
                  <a:pt x="200" y="602"/>
                  <a:pt x="200" y="602"/>
                </a:cubicBezTo>
                <a:cubicBezTo>
                  <a:pt x="205" y="599"/>
                  <a:pt x="205" y="599"/>
                  <a:pt x="205" y="599"/>
                </a:cubicBezTo>
                <a:close/>
                <a:moveTo>
                  <a:pt x="205" y="612"/>
                </a:moveTo>
                <a:cubicBezTo>
                  <a:pt x="202" y="620"/>
                  <a:pt x="202" y="621"/>
                  <a:pt x="200" y="622"/>
                </a:cubicBezTo>
                <a:cubicBezTo>
                  <a:pt x="200" y="647"/>
                  <a:pt x="200" y="647"/>
                  <a:pt x="200" y="647"/>
                </a:cubicBezTo>
                <a:cubicBezTo>
                  <a:pt x="201" y="648"/>
                  <a:pt x="201" y="648"/>
                  <a:pt x="201" y="648"/>
                </a:cubicBezTo>
                <a:cubicBezTo>
                  <a:pt x="202" y="648"/>
                  <a:pt x="202" y="648"/>
                  <a:pt x="203" y="648"/>
                </a:cubicBezTo>
                <a:cubicBezTo>
                  <a:pt x="205" y="643"/>
                  <a:pt x="205" y="643"/>
                  <a:pt x="205" y="643"/>
                </a:cubicBezTo>
                <a:cubicBezTo>
                  <a:pt x="205" y="612"/>
                  <a:pt x="205" y="612"/>
                  <a:pt x="205" y="612"/>
                </a:cubicBezTo>
                <a:close/>
                <a:moveTo>
                  <a:pt x="205" y="692"/>
                </a:moveTo>
                <a:cubicBezTo>
                  <a:pt x="205" y="701"/>
                  <a:pt x="205" y="701"/>
                  <a:pt x="205" y="701"/>
                </a:cubicBezTo>
                <a:cubicBezTo>
                  <a:pt x="204" y="699"/>
                  <a:pt x="202" y="697"/>
                  <a:pt x="200" y="696"/>
                </a:cubicBezTo>
                <a:cubicBezTo>
                  <a:pt x="200" y="689"/>
                  <a:pt x="200" y="689"/>
                  <a:pt x="200" y="689"/>
                </a:cubicBezTo>
                <a:cubicBezTo>
                  <a:pt x="202" y="690"/>
                  <a:pt x="204" y="690"/>
                  <a:pt x="205" y="692"/>
                </a:cubicBezTo>
                <a:close/>
                <a:moveTo>
                  <a:pt x="196" y="55"/>
                </a:moveTo>
                <a:cubicBezTo>
                  <a:pt x="198" y="54"/>
                  <a:pt x="199" y="53"/>
                  <a:pt x="200" y="53"/>
                </a:cubicBezTo>
                <a:cubicBezTo>
                  <a:pt x="200" y="61"/>
                  <a:pt x="200" y="61"/>
                  <a:pt x="200" y="61"/>
                </a:cubicBezTo>
                <a:cubicBezTo>
                  <a:pt x="199" y="62"/>
                  <a:pt x="198" y="63"/>
                  <a:pt x="196" y="63"/>
                </a:cubicBezTo>
                <a:cubicBezTo>
                  <a:pt x="196" y="55"/>
                  <a:pt x="196" y="55"/>
                  <a:pt x="196" y="55"/>
                </a:cubicBezTo>
                <a:close/>
                <a:moveTo>
                  <a:pt x="200" y="743"/>
                </a:moveTo>
                <a:cubicBezTo>
                  <a:pt x="199" y="742"/>
                  <a:pt x="198" y="741"/>
                  <a:pt x="196" y="740"/>
                </a:cubicBezTo>
                <a:cubicBezTo>
                  <a:pt x="196" y="730"/>
                  <a:pt x="196" y="730"/>
                  <a:pt x="196" y="730"/>
                </a:cubicBezTo>
                <a:cubicBezTo>
                  <a:pt x="197" y="731"/>
                  <a:pt x="199" y="733"/>
                  <a:pt x="200" y="734"/>
                </a:cubicBezTo>
                <a:cubicBezTo>
                  <a:pt x="200" y="743"/>
                  <a:pt x="200" y="743"/>
                  <a:pt x="200" y="743"/>
                </a:cubicBezTo>
                <a:close/>
                <a:moveTo>
                  <a:pt x="200" y="69"/>
                </a:moveTo>
                <a:cubicBezTo>
                  <a:pt x="200" y="79"/>
                  <a:pt x="200" y="79"/>
                  <a:pt x="200" y="79"/>
                </a:cubicBezTo>
                <a:cubicBezTo>
                  <a:pt x="199" y="78"/>
                  <a:pt x="198" y="78"/>
                  <a:pt x="196" y="77"/>
                </a:cubicBezTo>
                <a:cubicBezTo>
                  <a:pt x="196" y="67"/>
                  <a:pt x="196" y="67"/>
                  <a:pt x="196" y="67"/>
                </a:cubicBezTo>
                <a:cubicBezTo>
                  <a:pt x="200" y="69"/>
                  <a:pt x="200" y="69"/>
                  <a:pt x="200" y="69"/>
                </a:cubicBezTo>
                <a:close/>
                <a:moveTo>
                  <a:pt x="200" y="95"/>
                </a:moveTo>
                <a:cubicBezTo>
                  <a:pt x="200" y="105"/>
                  <a:pt x="200" y="105"/>
                  <a:pt x="200" y="105"/>
                </a:cubicBezTo>
                <a:cubicBezTo>
                  <a:pt x="199" y="106"/>
                  <a:pt x="198" y="107"/>
                  <a:pt x="196" y="108"/>
                </a:cubicBezTo>
                <a:cubicBezTo>
                  <a:pt x="196" y="96"/>
                  <a:pt x="196" y="96"/>
                  <a:pt x="196" y="96"/>
                </a:cubicBezTo>
                <a:cubicBezTo>
                  <a:pt x="197" y="97"/>
                  <a:pt x="197" y="97"/>
                  <a:pt x="197" y="97"/>
                </a:cubicBezTo>
                <a:cubicBezTo>
                  <a:pt x="198" y="96"/>
                  <a:pt x="200" y="96"/>
                  <a:pt x="200" y="95"/>
                </a:cubicBezTo>
                <a:close/>
                <a:moveTo>
                  <a:pt x="200" y="161"/>
                </a:moveTo>
                <a:cubicBezTo>
                  <a:pt x="200" y="179"/>
                  <a:pt x="200" y="179"/>
                  <a:pt x="200" y="179"/>
                </a:cubicBezTo>
                <a:cubicBezTo>
                  <a:pt x="196" y="185"/>
                  <a:pt x="196" y="185"/>
                  <a:pt x="196" y="185"/>
                </a:cubicBezTo>
                <a:cubicBezTo>
                  <a:pt x="196" y="156"/>
                  <a:pt x="196" y="156"/>
                  <a:pt x="196" y="156"/>
                </a:cubicBezTo>
                <a:cubicBezTo>
                  <a:pt x="198" y="157"/>
                  <a:pt x="199" y="159"/>
                  <a:pt x="200" y="161"/>
                </a:cubicBezTo>
                <a:close/>
                <a:moveTo>
                  <a:pt x="200" y="182"/>
                </a:moveTo>
                <a:cubicBezTo>
                  <a:pt x="199" y="184"/>
                  <a:pt x="198" y="186"/>
                  <a:pt x="196" y="187"/>
                </a:cubicBezTo>
                <a:cubicBezTo>
                  <a:pt x="196" y="202"/>
                  <a:pt x="196" y="202"/>
                  <a:pt x="196" y="202"/>
                </a:cubicBezTo>
                <a:cubicBezTo>
                  <a:pt x="197" y="201"/>
                  <a:pt x="198" y="200"/>
                  <a:pt x="200" y="199"/>
                </a:cubicBezTo>
                <a:cubicBezTo>
                  <a:pt x="199" y="204"/>
                  <a:pt x="198" y="207"/>
                  <a:pt x="196" y="209"/>
                </a:cubicBezTo>
                <a:cubicBezTo>
                  <a:pt x="196" y="221"/>
                  <a:pt x="196" y="221"/>
                  <a:pt x="196" y="221"/>
                </a:cubicBezTo>
                <a:cubicBezTo>
                  <a:pt x="199" y="221"/>
                  <a:pt x="199" y="221"/>
                  <a:pt x="199" y="221"/>
                </a:cubicBezTo>
                <a:cubicBezTo>
                  <a:pt x="199" y="220"/>
                  <a:pt x="200" y="219"/>
                  <a:pt x="200" y="218"/>
                </a:cubicBezTo>
                <a:cubicBezTo>
                  <a:pt x="200" y="182"/>
                  <a:pt x="200" y="182"/>
                  <a:pt x="200" y="182"/>
                </a:cubicBezTo>
                <a:close/>
                <a:moveTo>
                  <a:pt x="200" y="268"/>
                </a:moveTo>
                <a:cubicBezTo>
                  <a:pt x="200" y="281"/>
                  <a:pt x="200" y="281"/>
                  <a:pt x="200" y="281"/>
                </a:cubicBezTo>
                <a:cubicBezTo>
                  <a:pt x="199" y="282"/>
                  <a:pt x="198" y="283"/>
                  <a:pt x="196" y="286"/>
                </a:cubicBezTo>
                <a:cubicBezTo>
                  <a:pt x="196" y="274"/>
                  <a:pt x="196" y="274"/>
                  <a:pt x="196" y="274"/>
                </a:cubicBezTo>
                <a:cubicBezTo>
                  <a:pt x="198" y="272"/>
                  <a:pt x="199" y="270"/>
                  <a:pt x="200" y="268"/>
                </a:cubicBezTo>
                <a:close/>
                <a:moveTo>
                  <a:pt x="200" y="290"/>
                </a:moveTo>
                <a:cubicBezTo>
                  <a:pt x="200" y="296"/>
                  <a:pt x="200" y="296"/>
                  <a:pt x="200" y="296"/>
                </a:cubicBezTo>
                <a:cubicBezTo>
                  <a:pt x="199" y="296"/>
                  <a:pt x="198" y="296"/>
                  <a:pt x="196" y="296"/>
                </a:cubicBezTo>
                <a:cubicBezTo>
                  <a:pt x="196" y="290"/>
                  <a:pt x="196" y="290"/>
                  <a:pt x="196" y="290"/>
                </a:cubicBezTo>
                <a:cubicBezTo>
                  <a:pt x="198" y="290"/>
                  <a:pt x="199" y="290"/>
                  <a:pt x="200" y="290"/>
                </a:cubicBezTo>
                <a:close/>
                <a:moveTo>
                  <a:pt x="200" y="306"/>
                </a:moveTo>
                <a:cubicBezTo>
                  <a:pt x="200" y="312"/>
                  <a:pt x="200" y="312"/>
                  <a:pt x="200" y="312"/>
                </a:cubicBezTo>
                <a:cubicBezTo>
                  <a:pt x="199" y="313"/>
                  <a:pt x="198" y="313"/>
                  <a:pt x="196" y="313"/>
                </a:cubicBezTo>
                <a:cubicBezTo>
                  <a:pt x="196" y="307"/>
                  <a:pt x="196" y="307"/>
                  <a:pt x="196" y="307"/>
                </a:cubicBezTo>
                <a:cubicBezTo>
                  <a:pt x="198" y="307"/>
                  <a:pt x="199" y="306"/>
                  <a:pt x="200" y="306"/>
                </a:cubicBezTo>
                <a:close/>
                <a:moveTo>
                  <a:pt x="200" y="313"/>
                </a:moveTo>
                <a:cubicBezTo>
                  <a:pt x="200" y="328"/>
                  <a:pt x="200" y="328"/>
                  <a:pt x="200" y="328"/>
                </a:cubicBezTo>
                <a:cubicBezTo>
                  <a:pt x="199" y="333"/>
                  <a:pt x="198" y="337"/>
                  <a:pt x="196" y="341"/>
                </a:cubicBezTo>
                <a:cubicBezTo>
                  <a:pt x="196" y="321"/>
                  <a:pt x="196" y="321"/>
                  <a:pt x="196" y="321"/>
                </a:cubicBezTo>
                <a:cubicBezTo>
                  <a:pt x="198" y="319"/>
                  <a:pt x="199" y="317"/>
                  <a:pt x="200" y="313"/>
                </a:cubicBezTo>
                <a:close/>
                <a:moveTo>
                  <a:pt x="200" y="390"/>
                </a:moveTo>
                <a:cubicBezTo>
                  <a:pt x="200" y="394"/>
                  <a:pt x="200" y="394"/>
                  <a:pt x="200" y="394"/>
                </a:cubicBezTo>
                <a:cubicBezTo>
                  <a:pt x="199" y="394"/>
                  <a:pt x="198" y="394"/>
                  <a:pt x="196" y="393"/>
                </a:cubicBezTo>
                <a:cubicBezTo>
                  <a:pt x="196" y="390"/>
                  <a:pt x="196" y="390"/>
                  <a:pt x="196" y="390"/>
                </a:cubicBezTo>
                <a:cubicBezTo>
                  <a:pt x="200" y="390"/>
                  <a:pt x="200" y="390"/>
                  <a:pt x="200" y="390"/>
                </a:cubicBezTo>
                <a:close/>
                <a:moveTo>
                  <a:pt x="200" y="411"/>
                </a:moveTo>
                <a:cubicBezTo>
                  <a:pt x="200" y="415"/>
                  <a:pt x="200" y="415"/>
                  <a:pt x="200" y="415"/>
                </a:cubicBezTo>
                <a:cubicBezTo>
                  <a:pt x="196" y="415"/>
                  <a:pt x="196" y="415"/>
                  <a:pt x="196" y="415"/>
                </a:cubicBezTo>
                <a:cubicBezTo>
                  <a:pt x="196" y="401"/>
                  <a:pt x="196" y="401"/>
                  <a:pt x="196" y="401"/>
                </a:cubicBezTo>
                <a:cubicBezTo>
                  <a:pt x="197" y="405"/>
                  <a:pt x="198" y="408"/>
                  <a:pt x="200" y="411"/>
                </a:cubicBezTo>
                <a:close/>
                <a:moveTo>
                  <a:pt x="200" y="476"/>
                </a:moveTo>
                <a:cubicBezTo>
                  <a:pt x="200" y="497"/>
                  <a:pt x="200" y="497"/>
                  <a:pt x="200" y="497"/>
                </a:cubicBezTo>
                <a:cubicBezTo>
                  <a:pt x="199" y="500"/>
                  <a:pt x="197" y="502"/>
                  <a:pt x="196" y="505"/>
                </a:cubicBezTo>
                <a:cubicBezTo>
                  <a:pt x="196" y="492"/>
                  <a:pt x="196" y="492"/>
                  <a:pt x="196" y="492"/>
                </a:cubicBezTo>
                <a:cubicBezTo>
                  <a:pt x="198" y="488"/>
                  <a:pt x="198" y="484"/>
                  <a:pt x="196" y="478"/>
                </a:cubicBezTo>
                <a:cubicBezTo>
                  <a:pt x="196" y="465"/>
                  <a:pt x="196" y="465"/>
                  <a:pt x="196" y="465"/>
                </a:cubicBezTo>
                <a:cubicBezTo>
                  <a:pt x="197" y="469"/>
                  <a:pt x="199" y="473"/>
                  <a:pt x="200" y="476"/>
                </a:cubicBezTo>
                <a:close/>
                <a:moveTo>
                  <a:pt x="200" y="519"/>
                </a:moveTo>
                <a:cubicBezTo>
                  <a:pt x="200" y="535"/>
                  <a:pt x="200" y="535"/>
                  <a:pt x="200" y="535"/>
                </a:cubicBezTo>
                <a:cubicBezTo>
                  <a:pt x="199" y="533"/>
                  <a:pt x="198" y="531"/>
                  <a:pt x="196" y="529"/>
                </a:cubicBezTo>
                <a:cubicBezTo>
                  <a:pt x="196" y="519"/>
                  <a:pt x="196" y="519"/>
                  <a:pt x="196" y="519"/>
                </a:cubicBezTo>
                <a:cubicBezTo>
                  <a:pt x="196" y="520"/>
                  <a:pt x="197" y="521"/>
                  <a:pt x="197" y="522"/>
                </a:cubicBezTo>
                <a:cubicBezTo>
                  <a:pt x="198" y="521"/>
                  <a:pt x="200" y="520"/>
                  <a:pt x="200" y="519"/>
                </a:cubicBezTo>
                <a:close/>
                <a:moveTo>
                  <a:pt x="200" y="602"/>
                </a:moveTo>
                <a:cubicBezTo>
                  <a:pt x="200" y="613"/>
                  <a:pt x="200" y="613"/>
                  <a:pt x="200" y="613"/>
                </a:cubicBezTo>
                <a:cubicBezTo>
                  <a:pt x="199" y="614"/>
                  <a:pt x="198" y="615"/>
                  <a:pt x="196" y="615"/>
                </a:cubicBezTo>
                <a:cubicBezTo>
                  <a:pt x="196" y="604"/>
                  <a:pt x="196" y="604"/>
                  <a:pt x="196" y="604"/>
                </a:cubicBezTo>
                <a:cubicBezTo>
                  <a:pt x="200" y="602"/>
                  <a:pt x="200" y="602"/>
                  <a:pt x="200" y="602"/>
                </a:cubicBezTo>
                <a:close/>
                <a:moveTo>
                  <a:pt x="200" y="622"/>
                </a:moveTo>
                <a:cubicBezTo>
                  <a:pt x="200" y="647"/>
                  <a:pt x="200" y="647"/>
                  <a:pt x="200" y="647"/>
                </a:cubicBezTo>
                <a:cubicBezTo>
                  <a:pt x="199" y="645"/>
                  <a:pt x="197" y="644"/>
                  <a:pt x="196" y="642"/>
                </a:cubicBezTo>
                <a:cubicBezTo>
                  <a:pt x="196" y="633"/>
                  <a:pt x="196" y="633"/>
                  <a:pt x="196" y="633"/>
                </a:cubicBezTo>
                <a:cubicBezTo>
                  <a:pt x="196" y="633"/>
                  <a:pt x="196" y="632"/>
                  <a:pt x="197" y="632"/>
                </a:cubicBezTo>
                <a:cubicBezTo>
                  <a:pt x="196" y="631"/>
                  <a:pt x="196" y="631"/>
                  <a:pt x="196" y="631"/>
                </a:cubicBezTo>
                <a:cubicBezTo>
                  <a:pt x="196" y="619"/>
                  <a:pt x="196" y="619"/>
                  <a:pt x="196" y="619"/>
                </a:cubicBezTo>
                <a:cubicBezTo>
                  <a:pt x="197" y="620"/>
                  <a:pt x="198" y="621"/>
                  <a:pt x="200" y="623"/>
                </a:cubicBezTo>
                <a:cubicBezTo>
                  <a:pt x="200" y="623"/>
                  <a:pt x="200" y="622"/>
                  <a:pt x="200" y="622"/>
                </a:cubicBezTo>
                <a:close/>
                <a:moveTo>
                  <a:pt x="200" y="689"/>
                </a:moveTo>
                <a:cubicBezTo>
                  <a:pt x="200" y="696"/>
                  <a:pt x="200" y="696"/>
                  <a:pt x="200" y="696"/>
                </a:cubicBezTo>
                <a:cubicBezTo>
                  <a:pt x="199" y="695"/>
                  <a:pt x="198" y="695"/>
                  <a:pt x="196" y="694"/>
                </a:cubicBezTo>
                <a:cubicBezTo>
                  <a:pt x="196" y="687"/>
                  <a:pt x="196" y="687"/>
                  <a:pt x="196" y="687"/>
                </a:cubicBezTo>
                <a:cubicBezTo>
                  <a:pt x="198" y="687"/>
                  <a:pt x="199" y="688"/>
                  <a:pt x="200" y="689"/>
                </a:cubicBezTo>
                <a:close/>
                <a:moveTo>
                  <a:pt x="192" y="59"/>
                </a:moveTo>
                <a:cubicBezTo>
                  <a:pt x="193" y="57"/>
                  <a:pt x="195" y="56"/>
                  <a:pt x="196" y="55"/>
                </a:cubicBezTo>
                <a:cubicBezTo>
                  <a:pt x="196" y="63"/>
                  <a:pt x="196" y="63"/>
                  <a:pt x="196" y="63"/>
                </a:cubicBezTo>
                <a:cubicBezTo>
                  <a:pt x="195" y="64"/>
                  <a:pt x="195" y="64"/>
                  <a:pt x="195" y="64"/>
                </a:cubicBezTo>
                <a:cubicBezTo>
                  <a:pt x="195" y="65"/>
                  <a:pt x="195" y="65"/>
                  <a:pt x="195" y="66"/>
                </a:cubicBezTo>
                <a:cubicBezTo>
                  <a:pt x="196" y="67"/>
                  <a:pt x="196" y="67"/>
                  <a:pt x="196" y="67"/>
                </a:cubicBezTo>
                <a:cubicBezTo>
                  <a:pt x="196" y="77"/>
                  <a:pt x="196" y="77"/>
                  <a:pt x="196" y="77"/>
                </a:cubicBezTo>
                <a:cubicBezTo>
                  <a:pt x="195" y="77"/>
                  <a:pt x="193" y="76"/>
                  <a:pt x="192" y="76"/>
                </a:cubicBezTo>
                <a:cubicBezTo>
                  <a:pt x="192" y="59"/>
                  <a:pt x="192" y="59"/>
                  <a:pt x="192" y="59"/>
                </a:cubicBezTo>
                <a:close/>
                <a:moveTo>
                  <a:pt x="196" y="740"/>
                </a:moveTo>
                <a:cubicBezTo>
                  <a:pt x="195" y="739"/>
                  <a:pt x="193" y="738"/>
                  <a:pt x="192" y="737"/>
                </a:cubicBezTo>
                <a:cubicBezTo>
                  <a:pt x="192" y="721"/>
                  <a:pt x="192" y="721"/>
                  <a:pt x="192" y="721"/>
                </a:cubicBezTo>
                <a:cubicBezTo>
                  <a:pt x="192" y="724"/>
                  <a:pt x="194" y="727"/>
                  <a:pt x="196" y="730"/>
                </a:cubicBezTo>
                <a:cubicBezTo>
                  <a:pt x="196" y="740"/>
                  <a:pt x="196" y="740"/>
                  <a:pt x="196" y="740"/>
                </a:cubicBezTo>
                <a:close/>
                <a:moveTo>
                  <a:pt x="196" y="96"/>
                </a:moveTo>
                <a:cubicBezTo>
                  <a:pt x="196" y="108"/>
                  <a:pt x="196" y="108"/>
                  <a:pt x="196" y="108"/>
                </a:cubicBezTo>
                <a:cubicBezTo>
                  <a:pt x="195" y="109"/>
                  <a:pt x="193" y="110"/>
                  <a:pt x="192" y="112"/>
                </a:cubicBezTo>
                <a:cubicBezTo>
                  <a:pt x="192" y="95"/>
                  <a:pt x="192" y="95"/>
                  <a:pt x="192" y="95"/>
                </a:cubicBezTo>
                <a:cubicBezTo>
                  <a:pt x="196" y="96"/>
                  <a:pt x="196" y="96"/>
                  <a:pt x="196" y="96"/>
                </a:cubicBezTo>
                <a:close/>
                <a:moveTo>
                  <a:pt x="196" y="156"/>
                </a:moveTo>
                <a:cubicBezTo>
                  <a:pt x="196" y="185"/>
                  <a:pt x="196" y="185"/>
                  <a:pt x="196" y="185"/>
                </a:cubicBezTo>
                <a:cubicBezTo>
                  <a:pt x="192" y="191"/>
                  <a:pt x="192" y="191"/>
                  <a:pt x="192" y="191"/>
                </a:cubicBezTo>
                <a:cubicBezTo>
                  <a:pt x="192" y="175"/>
                  <a:pt x="192" y="175"/>
                  <a:pt x="192" y="175"/>
                </a:cubicBezTo>
                <a:cubicBezTo>
                  <a:pt x="192" y="173"/>
                  <a:pt x="192" y="171"/>
                  <a:pt x="192" y="169"/>
                </a:cubicBezTo>
                <a:cubicBezTo>
                  <a:pt x="192" y="151"/>
                  <a:pt x="192" y="151"/>
                  <a:pt x="192" y="151"/>
                </a:cubicBezTo>
                <a:cubicBezTo>
                  <a:pt x="193" y="152"/>
                  <a:pt x="195" y="154"/>
                  <a:pt x="196" y="156"/>
                </a:cubicBezTo>
                <a:close/>
                <a:moveTo>
                  <a:pt x="196" y="187"/>
                </a:moveTo>
                <a:cubicBezTo>
                  <a:pt x="195" y="189"/>
                  <a:pt x="193" y="192"/>
                  <a:pt x="192" y="194"/>
                </a:cubicBezTo>
                <a:cubicBezTo>
                  <a:pt x="192" y="207"/>
                  <a:pt x="192" y="207"/>
                  <a:pt x="192" y="207"/>
                </a:cubicBezTo>
                <a:cubicBezTo>
                  <a:pt x="192" y="207"/>
                  <a:pt x="192" y="207"/>
                  <a:pt x="193" y="207"/>
                </a:cubicBezTo>
                <a:cubicBezTo>
                  <a:pt x="194" y="204"/>
                  <a:pt x="195" y="203"/>
                  <a:pt x="196" y="202"/>
                </a:cubicBezTo>
                <a:cubicBezTo>
                  <a:pt x="196" y="187"/>
                  <a:pt x="196" y="187"/>
                  <a:pt x="196" y="187"/>
                </a:cubicBezTo>
                <a:close/>
                <a:moveTo>
                  <a:pt x="196" y="209"/>
                </a:moveTo>
                <a:cubicBezTo>
                  <a:pt x="196" y="221"/>
                  <a:pt x="196" y="221"/>
                  <a:pt x="196" y="221"/>
                </a:cubicBezTo>
                <a:cubicBezTo>
                  <a:pt x="195" y="221"/>
                  <a:pt x="193" y="221"/>
                  <a:pt x="192" y="221"/>
                </a:cubicBezTo>
                <a:cubicBezTo>
                  <a:pt x="192" y="214"/>
                  <a:pt x="192" y="214"/>
                  <a:pt x="192" y="214"/>
                </a:cubicBezTo>
                <a:cubicBezTo>
                  <a:pt x="194" y="212"/>
                  <a:pt x="195" y="211"/>
                  <a:pt x="196" y="209"/>
                </a:cubicBezTo>
                <a:close/>
                <a:moveTo>
                  <a:pt x="196" y="274"/>
                </a:moveTo>
                <a:cubicBezTo>
                  <a:pt x="196" y="286"/>
                  <a:pt x="196" y="286"/>
                  <a:pt x="196" y="286"/>
                </a:cubicBezTo>
                <a:cubicBezTo>
                  <a:pt x="195" y="287"/>
                  <a:pt x="195" y="288"/>
                  <a:pt x="194" y="290"/>
                </a:cubicBezTo>
                <a:cubicBezTo>
                  <a:pt x="195" y="290"/>
                  <a:pt x="195" y="290"/>
                  <a:pt x="196" y="290"/>
                </a:cubicBezTo>
                <a:cubicBezTo>
                  <a:pt x="196" y="296"/>
                  <a:pt x="196" y="296"/>
                  <a:pt x="196" y="296"/>
                </a:cubicBezTo>
                <a:cubicBezTo>
                  <a:pt x="194" y="296"/>
                  <a:pt x="193" y="297"/>
                  <a:pt x="192" y="298"/>
                </a:cubicBezTo>
                <a:cubicBezTo>
                  <a:pt x="192" y="282"/>
                  <a:pt x="192" y="282"/>
                  <a:pt x="192" y="282"/>
                </a:cubicBezTo>
                <a:cubicBezTo>
                  <a:pt x="193" y="279"/>
                  <a:pt x="195" y="277"/>
                  <a:pt x="196" y="274"/>
                </a:cubicBezTo>
                <a:close/>
                <a:moveTo>
                  <a:pt x="196" y="307"/>
                </a:moveTo>
                <a:cubicBezTo>
                  <a:pt x="196" y="313"/>
                  <a:pt x="196" y="313"/>
                  <a:pt x="196" y="313"/>
                </a:cubicBezTo>
                <a:cubicBezTo>
                  <a:pt x="194" y="313"/>
                  <a:pt x="193" y="313"/>
                  <a:pt x="192" y="313"/>
                </a:cubicBezTo>
                <a:cubicBezTo>
                  <a:pt x="192" y="308"/>
                  <a:pt x="192" y="308"/>
                  <a:pt x="192" y="308"/>
                </a:cubicBezTo>
                <a:cubicBezTo>
                  <a:pt x="193" y="307"/>
                  <a:pt x="195" y="307"/>
                  <a:pt x="196" y="307"/>
                </a:cubicBezTo>
                <a:close/>
                <a:moveTo>
                  <a:pt x="196" y="321"/>
                </a:moveTo>
                <a:cubicBezTo>
                  <a:pt x="196" y="341"/>
                  <a:pt x="196" y="341"/>
                  <a:pt x="196" y="341"/>
                </a:cubicBezTo>
                <a:cubicBezTo>
                  <a:pt x="194" y="346"/>
                  <a:pt x="193" y="351"/>
                  <a:pt x="192" y="356"/>
                </a:cubicBezTo>
                <a:cubicBezTo>
                  <a:pt x="192" y="336"/>
                  <a:pt x="192" y="336"/>
                  <a:pt x="192" y="336"/>
                </a:cubicBezTo>
                <a:cubicBezTo>
                  <a:pt x="192" y="334"/>
                  <a:pt x="193" y="332"/>
                  <a:pt x="194" y="330"/>
                </a:cubicBezTo>
                <a:cubicBezTo>
                  <a:pt x="192" y="330"/>
                  <a:pt x="192" y="330"/>
                  <a:pt x="192" y="330"/>
                </a:cubicBezTo>
                <a:cubicBezTo>
                  <a:pt x="192" y="324"/>
                  <a:pt x="192" y="324"/>
                  <a:pt x="192" y="324"/>
                </a:cubicBezTo>
                <a:cubicBezTo>
                  <a:pt x="193" y="323"/>
                  <a:pt x="195" y="322"/>
                  <a:pt x="196" y="321"/>
                </a:cubicBezTo>
                <a:close/>
                <a:moveTo>
                  <a:pt x="196" y="390"/>
                </a:moveTo>
                <a:cubicBezTo>
                  <a:pt x="196" y="393"/>
                  <a:pt x="196" y="393"/>
                  <a:pt x="196" y="393"/>
                </a:cubicBezTo>
                <a:cubicBezTo>
                  <a:pt x="195" y="393"/>
                  <a:pt x="195" y="393"/>
                  <a:pt x="195" y="393"/>
                </a:cubicBezTo>
                <a:cubicBezTo>
                  <a:pt x="196" y="396"/>
                  <a:pt x="196" y="398"/>
                  <a:pt x="196" y="401"/>
                </a:cubicBezTo>
                <a:cubicBezTo>
                  <a:pt x="196" y="415"/>
                  <a:pt x="196" y="415"/>
                  <a:pt x="196" y="415"/>
                </a:cubicBezTo>
                <a:cubicBezTo>
                  <a:pt x="192" y="415"/>
                  <a:pt x="192" y="415"/>
                  <a:pt x="192" y="415"/>
                </a:cubicBezTo>
                <a:cubicBezTo>
                  <a:pt x="192" y="410"/>
                  <a:pt x="192" y="410"/>
                  <a:pt x="192" y="410"/>
                </a:cubicBezTo>
                <a:cubicBezTo>
                  <a:pt x="193" y="410"/>
                  <a:pt x="194" y="410"/>
                  <a:pt x="195" y="410"/>
                </a:cubicBezTo>
                <a:cubicBezTo>
                  <a:pt x="193" y="406"/>
                  <a:pt x="193" y="402"/>
                  <a:pt x="192" y="399"/>
                </a:cubicBezTo>
                <a:cubicBezTo>
                  <a:pt x="192" y="390"/>
                  <a:pt x="192" y="390"/>
                  <a:pt x="192" y="390"/>
                </a:cubicBezTo>
                <a:cubicBezTo>
                  <a:pt x="196" y="390"/>
                  <a:pt x="196" y="390"/>
                  <a:pt x="196" y="390"/>
                </a:cubicBezTo>
                <a:close/>
                <a:moveTo>
                  <a:pt x="196" y="465"/>
                </a:moveTo>
                <a:cubicBezTo>
                  <a:pt x="196" y="478"/>
                  <a:pt x="196" y="478"/>
                  <a:pt x="196" y="478"/>
                </a:cubicBezTo>
                <a:cubicBezTo>
                  <a:pt x="196" y="478"/>
                  <a:pt x="196" y="477"/>
                  <a:pt x="196" y="477"/>
                </a:cubicBezTo>
                <a:cubicBezTo>
                  <a:pt x="194" y="478"/>
                  <a:pt x="193" y="480"/>
                  <a:pt x="192" y="481"/>
                </a:cubicBezTo>
                <a:cubicBezTo>
                  <a:pt x="192" y="446"/>
                  <a:pt x="192" y="446"/>
                  <a:pt x="192" y="446"/>
                </a:cubicBezTo>
                <a:cubicBezTo>
                  <a:pt x="193" y="452"/>
                  <a:pt x="194" y="459"/>
                  <a:pt x="196" y="465"/>
                </a:cubicBezTo>
                <a:close/>
                <a:moveTo>
                  <a:pt x="196" y="492"/>
                </a:moveTo>
                <a:cubicBezTo>
                  <a:pt x="196" y="505"/>
                  <a:pt x="196" y="505"/>
                  <a:pt x="196" y="505"/>
                </a:cubicBezTo>
                <a:cubicBezTo>
                  <a:pt x="194" y="509"/>
                  <a:pt x="194" y="513"/>
                  <a:pt x="196" y="519"/>
                </a:cubicBezTo>
                <a:cubicBezTo>
                  <a:pt x="196" y="529"/>
                  <a:pt x="196" y="529"/>
                  <a:pt x="196" y="529"/>
                </a:cubicBezTo>
                <a:cubicBezTo>
                  <a:pt x="194" y="527"/>
                  <a:pt x="193" y="524"/>
                  <a:pt x="192" y="522"/>
                </a:cubicBezTo>
                <a:cubicBezTo>
                  <a:pt x="192" y="500"/>
                  <a:pt x="192" y="500"/>
                  <a:pt x="192" y="500"/>
                </a:cubicBezTo>
                <a:cubicBezTo>
                  <a:pt x="193" y="497"/>
                  <a:pt x="195" y="495"/>
                  <a:pt x="196" y="492"/>
                </a:cubicBezTo>
                <a:close/>
                <a:moveTo>
                  <a:pt x="196" y="604"/>
                </a:moveTo>
                <a:cubicBezTo>
                  <a:pt x="196" y="615"/>
                  <a:pt x="196" y="615"/>
                  <a:pt x="196" y="615"/>
                </a:cubicBezTo>
                <a:cubicBezTo>
                  <a:pt x="195" y="616"/>
                  <a:pt x="195" y="616"/>
                  <a:pt x="195" y="616"/>
                </a:cubicBezTo>
                <a:cubicBezTo>
                  <a:pt x="195" y="617"/>
                  <a:pt x="196" y="618"/>
                  <a:pt x="196" y="619"/>
                </a:cubicBezTo>
                <a:cubicBezTo>
                  <a:pt x="196" y="631"/>
                  <a:pt x="196" y="631"/>
                  <a:pt x="196" y="631"/>
                </a:cubicBezTo>
                <a:cubicBezTo>
                  <a:pt x="192" y="626"/>
                  <a:pt x="192" y="626"/>
                  <a:pt x="192" y="626"/>
                </a:cubicBezTo>
                <a:cubicBezTo>
                  <a:pt x="192" y="606"/>
                  <a:pt x="192" y="606"/>
                  <a:pt x="192" y="606"/>
                </a:cubicBezTo>
                <a:cubicBezTo>
                  <a:pt x="196" y="604"/>
                  <a:pt x="196" y="604"/>
                  <a:pt x="196" y="604"/>
                </a:cubicBezTo>
                <a:close/>
                <a:moveTo>
                  <a:pt x="196" y="633"/>
                </a:moveTo>
                <a:cubicBezTo>
                  <a:pt x="196" y="642"/>
                  <a:pt x="196" y="642"/>
                  <a:pt x="196" y="642"/>
                </a:cubicBezTo>
                <a:cubicBezTo>
                  <a:pt x="194" y="640"/>
                  <a:pt x="194" y="638"/>
                  <a:pt x="196" y="633"/>
                </a:cubicBezTo>
                <a:close/>
                <a:moveTo>
                  <a:pt x="196" y="687"/>
                </a:moveTo>
                <a:cubicBezTo>
                  <a:pt x="196" y="694"/>
                  <a:pt x="196" y="694"/>
                  <a:pt x="196" y="694"/>
                </a:cubicBezTo>
                <a:cubicBezTo>
                  <a:pt x="195" y="694"/>
                  <a:pt x="193" y="694"/>
                  <a:pt x="192" y="694"/>
                </a:cubicBezTo>
                <a:cubicBezTo>
                  <a:pt x="192" y="696"/>
                  <a:pt x="192" y="696"/>
                  <a:pt x="192" y="696"/>
                </a:cubicBezTo>
                <a:cubicBezTo>
                  <a:pt x="192" y="685"/>
                  <a:pt x="192" y="685"/>
                  <a:pt x="192" y="685"/>
                </a:cubicBezTo>
                <a:cubicBezTo>
                  <a:pt x="193" y="686"/>
                  <a:pt x="195" y="686"/>
                  <a:pt x="196" y="687"/>
                </a:cubicBezTo>
                <a:close/>
                <a:moveTo>
                  <a:pt x="192" y="588"/>
                </a:moveTo>
                <a:cubicBezTo>
                  <a:pt x="192" y="580"/>
                  <a:pt x="192" y="580"/>
                  <a:pt x="192" y="580"/>
                </a:cubicBezTo>
                <a:cubicBezTo>
                  <a:pt x="193" y="581"/>
                  <a:pt x="194" y="583"/>
                  <a:pt x="194" y="585"/>
                </a:cubicBezTo>
                <a:cubicBezTo>
                  <a:pt x="194" y="586"/>
                  <a:pt x="192" y="587"/>
                  <a:pt x="192" y="588"/>
                </a:cubicBezTo>
                <a:close/>
                <a:moveTo>
                  <a:pt x="189" y="61"/>
                </a:moveTo>
                <a:cubicBezTo>
                  <a:pt x="190" y="60"/>
                  <a:pt x="191" y="59"/>
                  <a:pt x="192" y="59"/>
                </a:cubicBezTo>
                <a:cubicBezTo>
                  <a:pt x="192" y="76"/>
                  <a:pt x="192" y="76"/>
                  <a:pt x="192" y="76"/>
                </a:cubicBezTo>
                <a:cubicBezTo>
                  <a:pt x="191" y="75"/>
                  <a:pt x="190" y="75"/>
                  <a:pt x="189" y="75"/>
                </a:cubicBezTo>
                <a:cubicBezTo>
                  <a:pt x="189" y="61"/>
                  <a:pt x="189" y="61"/>
                  <a:pt x="189" y="61"/>
                </a:cubicBezTo>
                <a:close/>
                <a:moveTo>
                  <a:pt x="192" y="737"/>
                </a:moveTo>
                <a:cubicBezTo>
                  <a:pt x="191" y="737"/>
                  <a:pt x="190" y="736"/>
                  <a:pt x="189" y="735"/>
                </a:cubicBezTo>
                <a:cubicBezTo>
                  <a:pt x="189" y="684"/>
                  <a:pt x="189" y="684"/>
                  <a:pt x="189" y="684"/>
                </a:cubicBezTo>
                <a:cubicBezTo>
                  <a:pt x="189" y="684"/>
                  <a:pt x="189" y="684"/>
                  <a:pt x="189" y="684"/>
                </a:cubicBezTo>
                <a:cubicBezTo>
                  <a:pt x="190" y="684"/>
                  <a:pt x="191" y="685"/>
                  <a:pt x="192" y="685"/>
                </a:cubicBezTo>
                <a:cubicBezTo>
                  <a:pt x="192" y="696"/>
                  <a:pt x="192" y="696"/>
                  <a:pt x="192" y="696"/>
                </a:cubicBezTo>
                <a:cubicBezTo>
                  <a:pt x="191" y="707"/>
                  <a:pt x="190" y="715"/>
                  <a:pt x="192" y="721"/>
                </a:cubicBezTo>
                <a:cubicBezTo>
                  <a:pt x="192" y="737"/>
                  <a:pt x="192" y="737"/>
                  <a:pt x="192" y="737"/>
                </a:cubicBezTo>
                <a:close/>
                <a:moveTo>
                  <a:pt x="192" y="95"/>
                </a:moveTo>
                <a:cubicBezTo>
                  <a:pt x="192" y="112"/>
                  <a:pt x="192" y="112"/>
                  <a:pt x="192" y="112"/>
                </a:cubicBezTo>
                <a:cubicBezTo>
                  <a:pt x="191" y="112"/>
                  <a:pt x="190" y="113"/>
                  <a:pt x="189" y="114"/>
                </a:cubicBezTo>
                <a:cubicBezTo>
                  <a:pt x="189" y="105"/>
                  <a:pt x="189" y="105"/>
                  <a:pt x="189" y="105"/>
                </a:cubicBezTo>
                <a:cubicBezTo>
                  <a:pt x="189" y="105"/>
                  <a:pt x="189" y="105"/>
                  <a:pt x="189" y="105"/>
                </a:cubicBezTo>
                <a:cubicBezTo>
                  <a:pt x="189" y="104"/>
                  <a:pt x="189" y="104"/>
                  <a:pt x="189" y="104"/>
                </a:cubicBezTo>
                <a:cubicBezTo>
                  <a:pt x="189" y="94"/>
                  <a:pt x="189" y="94"/>
                  <a:pt x="189" y="94"/>
                </a:cubicBezTo>
                <a:cubicBezTo>
                  <a:pt x="192" y="95"/>
                  <a:pt x="192" y="95"/>
                  <a:pt x="192" y="95"/>
                </a:cubicBezTo>
                <a:close/>
                <a:moveTo>
                  <a:pt x="192" y="151"/>
                </a:moveTo>
                <a:cubicBezTo>
                  <a:pt x="192" y="169"/>
                  <a:pt x="192" y="169"/>
                  <a:pt x="192" y="169"/>
                </a:cubicBezTo>
                <a:cubicBezTo>
                  <a:pt x="191" y="168"/>
                  <a:pt x="191" y="167"/>
                  <a:pt x="191" y="166"/>
                </a:cubicBezTo>
                <a:cubicBezTo>
                  <a:pt x="189" y="166"/>
                  <a:pt x="189" y="166"/>
                  <a:pt x="189" y="166"/>
                </a:cubicBezTo>
                <a:cubicBezTo>
                  <a:pt x="189" y="147"/>
                  <a:pt x="189" y="147"/>
                  <a:pt x="189" y="147"/>
                </a:cubicBezTo>
                <a:cubicBezTo>
                  <a:pt x="190" y="148"/>
                  <a:pt x="191" y="150"/>
                  <a:pt x="192" y="151"/>
                </a:cubicBezTo>
                <a:close/>
                <a:moveTo>
                  <a:pt x="192" y="175"/>
                </a:moveTo>
                <a:cubicBezTo>
                  <a:pt x="192" y="191"/>
                  <a:pt x="192" y="191"/>
                  <a:pt x="192" y="191"/>
                </a:cubicBezTo>
                <a:cubicBezTo>
                  <a:pt x="190" y="194"/>
                  <a:pt x="190" y="194"/>
                  <a:pt x="190" y="194"/>
                </a:cubicBezTo>
                <a:cubicBezTo>
                  <a:pt x="190" y="194"/>
                  <a:pt x="191" y="194"/>
                  <a:pt x="192" y="194"/>
                </a:cubicBezTo>
                <a:cubicBezTo>
                  <a:pt x="192" y="194"/>
                  <a:pt x="192" y="194"/>
                  <a:pt x="192" y="194"/>
                </a:cubicBezTo>
                <a:cubicBezTo>
                  <a:pt x="192" y="207"/>
                  <a:pt x="192" y="207"/>
                  <a:pt x="192" y="207"/>
                </a:cubicBezTo>
                <a:cubicBezTo>
                  <a:pt x="191" y="207"/>
                  <a:pt x="190" y="207"/>
                  <a:pt x="189" y="207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90" y="177"/>
                  <a:pt x="191" y="176"/>
                  <a:pt x="192" y="175"/>
                </a:cubicBezTo>
                <a:close/>
                <a:moveTo>
                  <a:pt x="192" y="214"/>
                </a:moveTo>
                <a:cubicBezTo>
                  <a:pt x="192" y="221"/>
                  <a:pt x="192" y="221"/>
                  <a:pt x="192" y="221"/>
                </a:cubicBezTo>
                <a:cubicBezTo>
                  <a:pt x="192" y="221"/>
                  <a:pt x="192" y="221"/>
                  <a:pt x="192" y="221"/>
                </a:cubicBezTo>
                <a:cubicBezTo>
                  <a:pt x="190" y="220"/>
                  <a:pt x="190" y="220"/>
                  <a:pt x="190" y="216"/>
                </a:cubicBezTo>
                <a:cubicBezTo>
                  <a:pt x="190" y="215"/>
                  <a:pt x="191" y="214"/>
                  <a:pt x="192" y="214"/>
                </a:cubicBezTo>
                <a:close/>
                <a:moveTo>
                  <a:pt x="192" y="282"/>
                </a:moveTo>
                <a:cubicBezTo>
                  <a:pt x="192" y="298"/>
                  <a:pt x="192" y="298"/>
                  <a:pt x="192" y="298"/>
                </a:cubicBezTo>
                <a:cubicBezTo>
                  <a:pt x="191" y="298"/>
                  <a:pt x="190" y="299"/>
                  <a:pt x="189" y="300"/>
                </a:cubicBezTo>
                <a:cubicBezTo>
                  <a:pt x="189" y="286"/>
                  <a:pt x="189" y="286"/>
                  <a:pt x="189" y="286"/>
                </a:cubicBezTo>
                <a:cubicBezTo>
                  <a:pt x="190" y="285"/>
                  <a:pt x="191" y="283"/>
                  <a:pt x="192" y="282"/>
                </a:cubicBezTo>
                <a:close/>
                <a:moveTo>
                  <a:pt x="192" y="308"/>
                </a:moveTo>
                <a:cubicBezTo>
                  <a:pt x="192" y="313"/>
                  <a:pt x="192" y="313"/>
                  <a:pt x="192" y="313"/>
                </a:cubicBezTo>
                <a:cubicBezTo>
                  <a:pt x="191" y="313"/>
                  <a:pt x="190" y="314"/>
                  <a:pt x="189" y="314"/>
                </a:cubicBezTo>
                <a:cubicBezTo>
                  <a:pt x="189" y="308"/>
                  <a:pt x="189" y="308"/>
                  <a:pt x="189" y="308"/>
                </a:cubicBezTo>
                <a:cubicBezTo>
                  <a:pt x="192" y="308"/>
                  <a:pt x="192" y="308"/>
                  <a:pt x="192" y="308"/>
                </a:cubicBezTo>
                <a:close/>
                <a:moveTo>
                  <a:pt x="192" y="324"/>
                </a:moveTo>
                <a:cubicBezTo>
                  <a:pt x="192" y="330"/>
                  <a:pt x="192" y="330"/>
                  <a:pt x="192" y="330"/>
                </a:cubicBezTo>
                <a:cubicBezTo>
                  <a:pt x="189" y="331"/>
                  <a:pt x="189" y="331"/>
                  <a:pt x="189" y="331"/>
                </a:cubicBezTo>
                <a:cubicBezTo>
                  <a:pt x="189" y="325"/>
                  <a:pt x="189" y="325"/>
                  <a:pt x="189" y="325"/>
                </a:cubicBezTo>
                <a:cubicBezTo>
                  <a:pt x="190" y="325"/>
                  <a:pt x="191" y="324"/>
                  <a:pt x="192" y="324"/>
                </a:cubicBezTo>
                <a:close/>
                <a:moveTo>
                  <a:pt x="192" y="336"/>
                </a:moveTo>
                <a:cubicBezTo>
                  <a:pt x="192" y="356"/>
                  <a:pt x="192" y="356"/>
                  <a:pt x="192" y="356"/>
                </a:cubicBezTo>
                <a:cubicBezTo>
                  <a:pt x="190" y="360"/>
                  <a:pt x="190" y="364"/>
                  <a:pt x="189" y="369"/>
                </a:cubicBezTo>
                <a:cubicBezTo>
                  <a:pt x="189" y="348"/>
                  <a:pt x="189" y="348"/>
                  <a:pt x="189" y="348"/>
                </a:cubicBezTo>
                <a:cubicBezTo>
                  <a:pt x="189" y="347"/>
                  <a:pt x="189" y="347"/>
                  <a:pt x="189" y="347"/>
                </a:cubicBezTo>
                <a:cubicBezTo>
                  <a:pt x="189" y="348"/>
                  <a:pt x="189" y="348"/>
                  <a:pt x="189" y="348"/>
                </a:cubicBezTo>
                <a:cubicBezTo>
                  <a:pt x="189" y="340"/>
                  <a:pt x="189" y="340"/>
                  <a:pt x="189" y="340"/>
                </a:cubicBezTo>
                <a:cubicBezTo>
                  <a:pt x="190" y="338"/>
                  <a:pt x="191" y="337"/>
                  <a:pt x="192" y="336"/>
                </a:cubicBezTo>
                <a:close/>
                <a:moveTo>
                  <a:pt x="192" y="390"/>
                </a:moveTo>
                <a:cubicBezTo>
                  <a:pt x="192" y="399"/>
                  <a:pt x="192" y="399"/>
                  <a:pt x="192" y="399"/>
                </a:cubicBezTo>
                <a:cubicBezTo>
                  <a:pt x="191" y="397"/>
                  <a:pt x="190" y="396"/>
                  <a:pt x="189" y="394"/>
                </a:cubicBezTo>
                <a:cubicBezTo>
                  <a:pt x="189" y="389"/>
                  <a:pt x="189" y="389"/>
                  <a:pt x="189" y="389"/>
                </a:cubicBezTo>
                <a:cubicBezTo>
                  <a:pt x="189" y="390"/>
                  <a:pt x="189" y="390"/>
                  <a:pt x="189" y="390"/>
                </a:cubicBezTo>
                <a:cubicBezTo>
                  <a:pt x="192" y="390"/>
                  <a:pt x="192" y="390"/>
                  <a:pt x="192" y="390"/>
                </a:cubicBezTo>
                <a:close/>
                <a:moveTo>
                  <a:pt x="192" y="410"/>
                </a:moveTo>
                <a:cubicBezTo>
                  <a:pt x="192" y="415"/>
                  <a:pt x="192" y="415"/>
                  <a:pt x="192" y="415"/>
                </a:cubicBezTo>
                <a:cubicBezTo>
                  <a:pt x="189" y="415"/>
                  <a:pt x="189" y="415"/>
                  <a:pt x="189" y="415"/>
                </a:cubicBezTo>
                <a:cubicBezTo>
                  <a:pt x="189" y="411"/>
                  <a:pt x="189" y="411"/>
                  <a:pt x="189" y="411"/>
                </a:cubicBezTo>
                <a:cubicBezTo>
                  <a:pt x="190" y="411"/>
                  <a:pt x="191" y="411"/>
                  <a:pt x="192" y="410"/>
                </a:cubicBezTo>
                <a:close/>
                <a:moveTo>
                  <a:pt x="192" y="446"/>
                </a:moveTo>
                <a:cubicBezTo>
                  <a:pt x="192" y="481"/>
                  <a:pt x="192" y="481"/>
                  <a:pt x="192" y="481"/>
                </a:cubicBezTo>
                <a:cubicBezTo>
                  <a:pt x="191" y="482"/>
                  <a:pt x="190" y="483"/>
                  <a:pt x="189" y="484"/>
                </a:cubicBezTo>
                <a:cubicBezTo>
                  <a:pt x="189" y="475"/>
                  <a:pt x="189" y="475"/>
                  <a:pt x="189" y="475"/>
                </a:cubicBezTo>
                <a:cubicBezTo>
                  <a:pt x="192" y="471"/>
                  <a:pt x="192" y="467"/>
                  <a:pt x="190" y="459"/>
                </a:cubicBezTo>
                <a:cubicBezTo>
                  <a:pt x="189" y="460"/>
                  <a:pt x="189" y="460"/>
                  <a:pt x="189" y="460"/>
                </a:cubicBezTo>
                <a:cubicBezTo>
                  <a:pt x="189" y="428"/>
                  <a:pt x="189" y="428"/>
                  <a:pt x="189" y="428"/>
                </a:cubicBezTo>
                <a:cubicBezTo>
                  <a:pt x="190" y="434"/>
                  <a:pt x="191" y="440"/>
                  <a:pt x="192" y="446"/>
                </a:cubicBezTo>
                <a:close/>
                <a:moveTo>
                  <a:pt x="192" y="500"/>
                </a:moveTo>
                <a:cubicBezTo>
                  <a:pt x="192" y="522"/>
                  <a:pt x="192" y="522"/>
                  <a:pt x="192" y="522"/>
                </a:cubicBezTo>
                <a:cubicBezTo>
                  <a:pt x="191" y="520"/>
                  <a:pt x="190" y="518"/>
                  <a:pt x="189" y="516"/>
                </a:cubicBezTo>
                <a:cubicBezTo>
                  <a:pt x="189" y="504"/>
                  <a:pt x="189" y="504"/>
                  <a:pt x="189" y="504"/>
                </a:cubicBezTo>
                <a:cubicBezTo>
                  <a:pt x="190" y="502"/>
                  <a:pt x="191" y="501"/>
                  <a:pt x="192" y="500"/>
                </a:cubicBezTo>
                <a:close/>
                <a:moveTo>
                  <a:pt x="192" y="580"/>
                </a:moveTo>
                <a:cubicBezTo>
                  <a:pt x="192" y="588"/>
                  <a:pt x="192" y="588"/>
                  <a:pt x="192" y="588"/>
                </a:cubicBezTo>
                <a:cubicBezTo>
                  <a:pt x="191" y="588"/>
                  <a:pt x="190" y="589"/>
                  <a:pt x="189" y="590"/>
                </a:cubicBezTo>
                <a:cubicBezTo>
                  <a:pt x="189" y="577"/>
                  <a:pt x="189" y="577"/>
                  <a:pt x="189" y="577"/>
                </a:cubicBezTo>
                <a:cubicBezTo>
                  <a:pt x="190" y="578"/>
                  <a:pt x="191" y="579"/>
                  <a:pt x="192" y="580"/>
                </a:cubicBezTo>
                <a:close/>
                <a:moveTo>
                  <a:pt x="192" y="606"/>
                </a:moveTo>
                <a:cubicBezTo>
                  <a:pt x="192" y="626"/>
                  <a:pt x="192" y="626"/>
                  <a:pt x="192" y="626"/>
                </a:cubicBezTo>
                <a:cubicBezTo>
                  <a:pt x="189" y="624"/>
                  <a:pt x="189" y="624"/>
                  <a:pt x="189" y="624"/>
                </a:cubicBezTo>
                <a:cubicBezTo>
                  <a:pt x="189" y="607"/>
                  <a:pt x="189" y="607"/>
                  <a:pt x="189" y="607"/>
                </a:cubicBezTo>
                <a:cubicBezTo>
                  <a:pt x="192" y="606"/>
                  <a:pt x="192" y="606"/>
                  <a:pt x="192" y="606"/>
                </a:cubicBezTo>
                <a:close/>
                <a:moveTo>
                  <a:pt x="189" y="235"/>
                </a:moveTo>
                <a:cubicBezTo>
                  <a:pt x="189" y="229"/>
                  <a:pt x="189" y="229"/>
                  <a:pt x="189" y="229"/>
                </a:cubicBezTo>
                <a:cubicBezTo>
                  <a:pt x="190" y="231"/>
                  <a:pt x="190" y="233"/>
                  <a:pt x="190" y="235"/>
                </a:cubicBezTo>
                <a:cubicBezTo>
                  <a:pt x="190" y="235"/>
                  <a:pt x="189" y="235"/>
                  <a:pt x="189" y="235"/>
                </a:cubicBezTo>
                <a:close/>
                <a:moveTo>
                  <a:pt x="189" y="178"/>
                </a:move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6"/>
                  <a:pt x="189" y="173"/>
                  <a:pt x="189" y="171"/>
                </a:cubicBezTo>
                <a:cubicBezTo>
                  <a:pt x="189" y="171"/>
                  <a:pt x="189" y="171"/>
                  <a:pt x="189" y="171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7" y="62"/>
                </a:moveTo>
                <a:cubicBezTo>
                  <a:pt x="188" y="62"/>
                  <a:pt x="188" y="61"/>
                  <a:pt x="189" y="61"/>
                </a:cubicBezTo>
                <a:cubicBezTo>
                  <a:pt x="189" y="75"/>
                  <a:pt x="189" y="75"/>
                  <a:pt x="189" y="75"/>
                </a:cubicBezTo>
                <a:cubicBezTo>
                  <a:pt x="188" y="75"/>
                  <a:pt x="188" y="75"/>
                  <a:pt x="187" y="74"/>
                </a:cubicBezTo>
                <a:cubicBezTo>
                  <a:pt x="187" y="62"/>
                  <a:pt x="187" y="62"/>
                  <a:pt x="187" y="62"/>
                </a:cubicBezTo>
                <a:close/>
                <a:moveTo>
                  <a:pt x="189" y="735"/>
                </a:moveTo>
                <a:cubicBezTo>
                  <a:pt x="188" y="734"/>
                  <a:pt x="188" y="734"/>
                  <a:pt x="187" y="733"/>
                </a:cubicBezTo>
                <a:cubicBezTo>
                  <a:pt x="187" y="681"/>
                  <a:pt x="187" y="681"/>
                  <a:pt x="187" y="681"/>
                </a:cubicBezTo>
                <a:cubicBezTo>
                  <a:pt x="188" y="682"/>
                  <a:pt x="188" y="683"/>
                  <a:pt x="189" y="684"/>
                </a:cubicBezTo>
                <a:cubicBezTo>
                  <a:pt x="189" y="735"/>
                  <a:pt x="189" y="735"/>
                  <a:pt x="189" y="735"/>
                </a:cubicBezTo>
                <a:close/>
                <a:moveTo>
                  <a:pt x="189" y="94"/>
                </a:moveTo>
                <a:cubicBezTo>
                  <a:pt x="189" y="104"/>
                  <a:pt x="189" y="104"/>
                  <a:pt x="189" y="104"/>
                </a:cubicBezTo>
                <a:cubicBezTo>
                  <a:pt x="189" y="104"/>
                  <a:pt x="188" y="104"/>
                  <a:pt x="187" y="103"/>
                </a:cubicBezTo>
                <a:cubicBezTo>
                  <a:pt x="187" y="93"/>
                  <a:pt x="187" y="93"/>
                  <a:pt x="187" y="93"/>
                </a:cubicBezTo>
                <a:cubicBezTo>
                  <a:pt x="189" y="94"/>
                  <a:pt x="189" y="94"/>
                  <a:pt x="189" y="94"/>
                </a:cubicBezTo>
                <a:close/>
                <a:moveTo>
                  <a:pt x="189" y="105"/>
                </a:moveTo>
                <a:cubicBezTo>
                  <a:pt x="189" y="114"/>
                  <a:pt x="189" y="114"/>
                  <a:pt x="189" y="114"/>
                </a:cubicBezTo>
                <a:cubicBezTo>
                  <a:pt x="188" y="114"/>
                  <a:pt x="188" y="115"/>
                  <a:pt x="187" y="115"/>
                </a:cubicBezTo>
                <a:cubicBezTo>
                  <a:pt x="187" y="106"/>
                  <a:pt x="187" y="106"/>
                  <a:pt x="187" y="106"/>
                </a:cubicBezTo>
                <a:cubicBezTo>
                  <a:pt x="188" y="106"/>
                  <a:pt x="188" y="105"/>
                  <a:pt x="189" y="105"/>
                </a:cubicBezTo>
                <a:close/>
                <a:moveTo>
                  <a:pt x="189" y="147"/>
                </a:moveTo>
                <a:cubicBezTo>
                  <a:pt x="189" y="166"/>
                  <a:pt x="189" y="166"/>
                  <a:pt x="189" y="166"/>
                </a:cubicBezTo>
                <a:cubicBezTo>
                  <a:pt x="188" y="165"/>
                  <a:pt x="188" y="165"/>
                  <a:pt x="187" y="165"/>
                </a:cubicBezTo>
                <a:cubicBezTo>
                  <a:pt x="187" y="145"/>
                  <a:pt x="187" y="145"/>
                  <a:pt x="187" y="145"/>
                </a:cubicBezTo>
                <a:cubicBezTo>
                  <a:pt x="188" y="145"/>
                  <a:pt x="188" y="145"/>
                  <a:pt x="188" y="145"/>
                </a:cubicBezTo>
                <a:cubicBezTo>
                  <a:pt x="188" y="146"/>
                  <a:pt x="189" y="147"/>
                  <a:pt x="189" y="147"/>
                </a:cubicBezTo>
                <a:close/>
                <a:moveTo>
                  <a:pt x="189" y="171"/>
                </a:moveTo>
                <a:cubicBezTo>
                  <a:pt x="189" y="178"/>
                  <a:pt x="189" y="178"/>
                  <a:pt x="189" y="178"/>
                </a:cubicBezTo>
                <a:cubicBezTo>
                  <a:pt x="188" y="178"/>
                  <a:pt x="188" y="178"/>
                  <a:pt x="187" y="178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9" y="171"/>
                  <a:pt x="189" y="171"/>
                  <a:pt x="189" y="171"/>
                </a:cubicBezTo>
                <a:close/>
                <a:moveTo>
                  <a:pt x="189" y="178"/>
                </a:moveTo>
                <a:cubicBezTo>
                  <a:pt x="188" y="178"/>
                  <a:pt x="188" y="178"/>
                  <a:pt x="187" y="178"/>
                </a:cubicBezTo>
                <a:cubicBezTo>
                  <a:pt x="187" y="181"/>
                  <a:pt x="187" y="181"/>
                  <a:pt x="187" y="181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9" y="178"/>
                </a:moveTo>
                <a:cubicBezTo>
                  <a:pt x="187" y="181"/>
                  <a:pt x="187" y="181"/>
                  <a:pt x="187" y="181"/>
                </a:cubicBezTo>
                <a:cubicBezTo>
                  <a:pt x="187" y="207"/>
                  <a:pt x="187" y="207"/>
                  <a:pt x="187" y="207"/>
                </a:cubicBezTo>
                <a:cubicBezTo>
                  <a:pt x="188" y="207"/>
                  <a:pt x="188" y="207"/>
                  <a:pt x="189" y="207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9" y="229"/>
                </a:moveTo>
                <a:cubicBezTo>
                  <a:pt x="189" y="235"/>
                  <a:pt x="189" y="235"/>
                  <a:pt x="189" y="235"/>
                </a:cubicBezTo>
                <a:cubicBezTo>
                  <a:pt x="188" y="236"/>
                  <a:pt x="188" y="236"/>
                  <a:pt x="187" y="236"/>
                </a:cubicBezTo>
                <a:cubicBezTo>
                  <a:pt x="187" y="225"/>
                  <a:pt x="187" y="225"/>
                  <a:pt x="187" y="225"/>
                </a:cubicBezTo>
                <a:cubicBezTo>
                  <a:pt x="188" y="226"/>
                  <a:pt x="188" y="228"/>
                  <a:pt x="189" y="229"/>
                </a:cubicBezTo>
                <a:close/>
                <a:moveTo>
                  <a:pt x="189" y="286"/>
                </a:moveTo>
                <a:cubicBezTo>
                  <a:pt x="189" y="300"/>
                  <a:pt x="189" y="300"/>
                  <a:pt x="189" y="300"/>
                </a:cubicBezTo>
                <a:cubicBezTo>
                  <a:pt x="188" y="300"/>
                  <a:pt x="188" y="301"/>
                  <a:pt x="187" y="303"/>
                </a:cubicBezTo>
                <a:cubicBezTo>
                  <a:pt x="187" y="290"/>
                  <a:pt x="187" y="290"/>
                  <a:pt x="187" y="290"/>
                </a:cubicBezTo>
                <a:cubicBezTo>
                  <a:pt x="188" y="289"/>
                  <a:pt x="188" y="288"/>
                  <a:pt x="189" y="286"/>
                </a:cubicBezTo>
                <a:close/>
                <a:moveTo>
                  <a:pt x="189" y="308"/>
                </a:moveTo>
                <a:cubicBezTo>
                  <a:pt x="189" y="314"/>
                  <a:pt x="189" y="314"/>
                  <a:pt x="189" y="314"/>
                </a:cubicBezTo>
                <a:cubicBezTo>
                  <a:pt x="188" y="314"/>
                  <a:pt x="188" y="314"/>
                  <a:pt x="187" y="314"/>
                </a:cubicBezTo>
                <a:cubicBezTo>
                  <a:pt x="187" y="308"/>
                  <a:pt x="187" y="308"/>
                  <a:pt x="187" y="308"/>
                </a:cubicBezTo>
                <a:cubicBezTo>
                  <a:pt x="188" y="308"/>
                  <a:pt x="188" y="308"/>
                  <a:pt x="189" y="308"/>
                </a:cubicBezTo>
                <a:close/>
                <a:moveTo>
                  <a:pt x="189" y="325"/>
                </a:moveTo>
                <a:cubicBezTo>
                  <a:pt x="189" y="331"/>
                  <a:pt x="189" y="331"/>
                  <a:pt x="189" y="331"/>
                </a:cubicBezTo>
                <a:cubicBezTo>
                  <a:pt x="188" y="331"/>
                  <a:pt x="188" y="331"/>
                  <a:pt x="187" y="331"/>
                </a:cubicBezTo>
                <a:cubicBezTo>
                  <a:pt x="187" y="326"/>
                  <a:pt x="187" y="326"/>
                  <a:pt x="187" y="326"/>
                </a:cubicBezTo>
                <a:cubicBezTo>
                  <a:pt x="188" y="325"/>
                  <a:pt x="188" y="325"/>
                  <a:pt x="189" y="325"/>
                </a:cubicBezTo>
                <a:close/>
                <a:moveTo>
                  <a:pt x="189" y="340"/>
                </a:moveTo>
                <a:cubicBezTo>
                  <a:pt x="189" y="348"/>
                  <a:pt x="189" y="348"/>
                  <a:pt x="189" y="348"/>
                </a:cubicBezTo>
                <a:cubicBezTo>
                  <a:pt x="188" y="348"/>
                  <a:pt x="188" y="348"/>
                  <a:pt x="187" y="348"/>
                </a:cubicBezTo>
                <a:cubicBezTo>
                  <a:pt x="187" y="341"/>
                  <a:pt x="187" y="341"/>
                  <a:pt x="187" y="341"/>
                </a:cubicBezTo>
                <a:cubicBezTo>
                  <a:pt x="188" y="341"/>
                  <a:pt x="188" y="340"/>
                  <a:pt x="189" y="340"/>
                </a:cubicBezTo>
                <a:close/>
                <a:moveTo>
                  <a:pt x="189" y="348"/>
                </a:moveTo>
                <a:cubicBezTo>
                  <a:pt x="188" y="350"/>
                  <a:pt x="188" y="353"/>
                  <a:pt x="187" y="355"/>
                </a:cubicBezTo>
                <a:cubicBezTo>
                  <a:pt x="187" y="396"/>
                  <a:pt x="187" y="396"/>
                  <a:pt x="187" y="396"/>
                </a:cubicBezTo>
                <a:cubicBezTo>
                  <a:pt x="187" y="395"/>
                  <a:pt x="188" y="394"/>
                  <a:pt x="189" y="393"/>
                </a:cubicBezTo>
                <a:cubicBezTo>
                  <a:pt x="189" y="394"/>
                  <a:pt x="189" y="394"/>
                  <a:pt x="189" y="394"/>
                </a:cubicBezTo>
                <a:cubicBezTo>
                  <a:pt x="189" y="389"/>
                  <a:pt x="189" y="389"/>
                  <a:pt x="189" y="389"/>
                </a:cubicBezTo>
                <a:cubicBezTo>
                  <a:pt x="188" y="382"/>
                  <a:pt x="188" y="376"/>
                  <a:pt x="189" y="369"/>
                </a:cubicBezTo>
                <a:cubicBezTo>
                  <a:pt x="189" y="348"/>
                  <a:pt x="189" y="348"/>
                  <a:pt x="189" y="348"/>
                </a:cubicBezTo>
                <a:close/>
                <a:moveTo>
                  <a:pt x="189" y="411"/>
                </a:moveTo>
                <a:cubicBezTo>
                  <a:pt x="189" y="415"/>
                  <a:pt x="189" y="415"/>
                  <a:pt x="189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05"/>
                  <a:pt x="187" y="405"/>
                  <a:pt x="187" y="405"/>
                </a:cubicBezTo>
                <a:cubicBezTo>
                  <a:pt x="187" y="407"/>
                  <a:pt x="188" y="409"/>
                  <a:pt x="188" y="411"/>
                </a:cubicBezTo>
                <a:cubicBezTo>
                  <a:pt x="189" y="411"/>
                  <a:pt x="189" y="411"/>
                  <a:pt x="189" y="411"/>
                </a:cubicBezTo>
                <a:close/>
                <a:moveTo>
                  <a:pt x="189" y="428"/>
                </a:moveTo>
                <a:cubicBezTo>
                  <a:pt x="189" y="460"/>
                  <a:pt x="189" y="460"/>
                  <a:pt x="189" y="460"/>
                </a:cubicBezTo>
                <a:cubicBezTo>
                  <a:pt x="188" y="461"/>
                  <a:pt x="188" y="461"/>
                  <a:pt x="187" y="462"/>
                </a:cubicBezTo>
                <a:cubicBezTo>
                  <a:pt x="187" y="449"/>
                  <a:pt x="187" y="449"/>
                  <a:pt x="187" y="449"/>
                </a:cubicBezTo>
                <a:cubicBezTo>
                  <a:pt x="187" y="448"/>
                  <a:pt x="187" y="447"/>
                  <a:pt x="187" y="446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8" y="419"/>
                  <a:pt x="188" y="424"/>
                  <a:pt x="189" y="428"/>
                </a:cubicBezTo>
                <a:close/>
                <a:moveTo>
                  <a:pt x="189" y="475"/>
                </a:moveTo>
                <a:cubicBezTo>
                  <a:pt x="189" y="484"/>
                  <a:pt x="189" y="484"/>
                  <a:pt x="189" y="484"/>
                </a:cubicBezTo>
                <a:cubicBezTo>
                  <a:pt x="188" y="485"/>
                  <a:pt x="188" y="487"/>
                  <a:pt x="187" y="488"/>
                </a:cubicBezTo>
                <a:cubicBezTo>
                  <a:pt x="187" y="478"/>
                  <a:pt x="187" y="478"/>
                  <a:pt x="187" y="478"/>
                </a:cubicBezTo>
                <a:cubicBezTo>
                  <a:pt x="188" y="477"/>
                  <a:pt x="188" y="476"/>
                  <a:pt x="189" y="475"/>
                </a:cubicBezTo>
                <a:close/>
                <a:moveTo>
                  <a:pt x="189" y="504"/>
                </a:moveTo>
                <a:cubicBezTo>
                  <a:pt x="189" y="516"/>
                  <a:pt x="189" y="516"/>
                  <a:pt x="189" y="516"/>
                </a:cubicBezTo>
                <a:cubicBezTo>
                  <a:pt x="188" y="514"/>
                  <a:pt x="188" y="513"/>
                  <a:pt x="187" y="511"/>
                </a:cubicBezTo>
                <a:cubicBezTo>
                  <a:pt x="187" y="510"/>
                  <a:pt x="187" y="510"/>
                  <a:pt x="187" y="510"/>
                </a:cubicBezTo>
                <a:cubicBezTo>
                  <a:pt x="187" y="502"/>
                  <a:pt x="187" y="502"/>
                  <a:pt x="187" y="502"/>
                </a:cubicBezTo>
                <a:cubicBezTo>
                  <a:pt x="187" y="503"/>
                  <a:pt x="188" y="504"/>
                  <a:pt x="188" y="505"/>
                </a:cubicBezTo>
                <a:cubicBezTo>
                  <a:pt x="188" y="505"/>
                  <a:pt x="189" y="504"/>
                  <a:pt x="189" y="504"/>
                </a:cubicBezTo>
                <a:close/>
                <a:moveTo>
                  <a:pt x="189" y="577"/>
                </a:moveTo>
                <a:cubicBezTo>
                  <a:pt x="189" y="590"/>
                  <a:pt x="189" y="590"/>
                  <a:pt x="189" y="590"/>
                </a:cubicBezTo>
                <a:cubicBezTo>
                  <a:pt x="187" y="592"/>
                  <a:pt x="187" y="592"/>
                  <a:pt x="187" y="592"/>
                </a:cubicBezTo>
                <a:cubicBezTo>
                  <a:pt x="187" y="578"/>
                  <a:pt x="187" y="578"/>
                  <a:pt x="187" y="578"/>
                </a:cubicBezTo>
                <a:cubicBezTo>
                  <a:pt x="189" y="576"/>
                  <a:pt x="189" y="576"/>
                  <a:pt x="189" y="576"/>
                </a:cubicBezTo>
                <a:cubicBezTo>
                  <a:pt x="189" y="577"/>
                  <a:pt x="189" y="577"/>
                  <a:pt x="189" y="577"/>
                </a:cubicBezTo>
                <a:close/>
                <a:moveTo>
                  <a:pt x="189" y="607"/>
                </a:moveTo>
                <a:cubicBezTo>
                  <a:pt x="189" y="624"/>
                  <a:pt x="189" y="624"/>
                  <a:pt x="189" y="624"/>
                </a:cubicBezTo>
                <a:cubicBezTo>
                  <a:pt x="187" y="622"/>
                  <a:pt x="187" y="622"/>
                  <a:pt x="187" y="622"/>
                </a:cubicBezTo>
                <a:cubicBezTo>
                  <a:pt x="187" y="609"/>
                  <a:pt x="187" y="609"/>
                  <a:pt x="187" y="609"/>
                </a:cubicBezTo>
                <a:lnTo>
                  <a:pt x="189" y="607"/>
                </a:lnTo>
                <a:close/>
                <a:moveTo>
                  <a:pt x="185" y="64"/>
                </a:moveTo>
                <a:cubicBezTo>
                  <a:pt x="186" y="64"/>
                  <a:pt x="186" y="63"/>
                  <a:pt x="187" y="62"/>
                </a:cubicBezTo>
                <a:cubicBezTo>
                  <a:pt x="187" y="74"/>
                  <a:pt x="187" y="74"/>
                  <a:pt x="187" y="74"/>
                </a:cubicBezTo>
                <a:cubicBezTo>
                  <a:pt x="186" y="74"/>
                  <a:pt x="185" y="74"/>
                  <a:pt x="185" y="74"/>
                </a:cubicBezTo>
                <a:cubicBezTo>
                  <a:pt x="185" y="64"/>
                  <a:pt x="185" y="64"/>
                  <a:pt x="185" y="64"/>
                </a:cubicBezTo>
                <a:close/>
                <a:moveTo>
                  <a:pt x="187" y="733"/>
                </a:moveTo>
                <a:cubicBezTo>
                  <a:pt x="187" y="733"/>
                  <a:pt x="187" y="733"/>
                  <a:pt x="187" y="733"/>
                </a:cubicBezTo>
                <a:cubicBezTo>
                  <a:pt x="185" y="732"/>
                  <a:pt x="185" y="732"/>
                  <a:pt x="185" y="732"/>
                </a:cubicBezTo>
                <a:cubicBezTo>
                  <a:pt x="185" y="678"/>
                  <a:pt x="185" y="678"/>
                  <a:pt x="185" y="678"/>
                </a:cubicBezTo>
                <a:cubicBezTo>
                  <a:pt x="186" y="679"/>
                  <a:pt x="186" y="680"/>
                  <a:pt x="187" y="681"/>
                </a:cubicBezTo>
                <a:cubicBezTo>
                  <a:pt x="187" y="733"/>
                  <a:pt x="187" y="733"/>
                  <a:pt x="187" y="733"/>
                </a:cubicBezTo>
                <a:close/>
                <a:moveTo>
                  <a:pt x="187" y="93"/>
                </a:moveTo>
                <a:cubicBezTo>
                  <a:pt x="187" y="103"/>
                  <a:pt x="187" y="103"/>
                  <a:pt x="187" y="103"/>
                </a:cubicBezTo>
                <a:cubicBezTo>
                  <a:pt x="186" y="103"/>
                  <a:pt x="186" y="102"/>
                  <a:pt x="185" y="102"/>
                </a:cubicBezTo>
                <a:cubicBezTo>
                  <a:pt x="185" y="92"/>
                  <a:pt x="185" y="92"/>
                  <a:pt x="185" y="92"/>
                </a:cubicBezTo>
                <a:cubicBezTo>
                  <a:pt x="187" y="93"/>
                  <a:pt x="187" y="93"/>
                  <a:pt x="187" y="93"/>
                </a:cubicBezTo>
                <a:close/>
                <a:moveTo>
                  <a:pt x="187" y="106"/>
                </a:moveTo>
                <a:cubicBezTo>
                  <a:pt x="187" y="115"/>
                  <a:pt x="187" y="115"/>
                  <a:pt x="187" y="115"/>
                </a:cubicBezTo>
                <a:cubicBezTo>
                  <a:pt x="186" y="116"/>
                  <a:pt x="186" y="116"/>
                  <a:pt x="185" y="117"/>
                </a:cubicBezTo>
                <a:cubicBezTo>
                  <a:pt x="185" y="108"/>
                  <a:pt x="185" y="108"/>
                  <a:pt x="185" y="108"/>
                </a:cubicBezTo>
                <a:cubicBezTo>
                  <a:pt x="185" y="108"/>
                  <a:pt x="186" y="107"/>
                  <a:pt x="187" y="106"/>
                </a:cubicBezTo>
                <a:close/>
                <a:moveTo>
                  <a:pt x="187" y="145"/>
                </a:moveTo>
                <a:cubicBezTo>
                  <a:pt x="187" y="165"/>
                  <a:pt x="187" y="165"/>
                  <a:pt x="187" y="165"/>
                </a:cubicBezTo>
                <a:cubicBezTo>
                  <a:pt x="186" y="165"/>
                  <a:pt x="185" y="165"/>
                  <a:pt x="185" y="164"/>
                </a:cubicBezTo>
                <a:cubicBezTo>
                  <a:pt x="185" y="145"/>
                  <a:pt x="185" y="145"/>
                  <a:pt x="185" y="145"/>
                </a:cubicBezTo>
                <a:cubicBezTo>
                  <a:pt x="187" y="145"/>
                  <a:pt x="187" y="145"/>
                  <a:pt x="187" y="145"/>
                </a:cubicBezTo>
                <a:close/>
                <a:moveTo>
                  <a:pt x="187" y="171"/>
                </a:moveTo>
                <a:cubicBezTo>
                  <a:pt x="187" y="178"/>
                  <a:pt x="187" y="178"/>
                  <a:pt x="187" y="178"/>
                </a:cubicBezTo>
                <a:cubicBezTo>
                  <a:pt x="186" y="179"/>
                  <a:pt x="186" y="179"/>
                  <a:pt x="185" y="179"/>
                </a:cubicBezTo>
                <a:cubicBezTo>
                  <a:pt x="185" y="171"/>
                  <a:pt x="185" y="171"/>
                  <a:pt x="185" y="171"/>
                </a:cubicBezTo>
                <a:cubicBezTo>
                  <a:pt x="187" y="171"/>
                  <a:pt x="187" y="171"/>
                  <a:pt x="187" y="171"/>
                </a:cubicBezTo>
                <a:close/>
                <a:moveTo>
                  <a:pt x="187" y="178"/>
                </a:moveTo>
                <a:cubicBezTo>
                  <a:pt x="186" y="179"/>
                  <a:pt x="186" y="179"/>
                  <a:pt x="185" y="179"/>
                </a:cubicBezTo>
                <a:cubicBezTo>
                  <a:pt x="185" y="183"/>
                  <a:pt x="185" y="183"/>
                  <a:pt x="185" y="183"/>
                </a:cubicBezTo>
                <a:cubicBezTo>
                  <a:pt x="187" y="181"/>
                  <a:pt x="187" y="181"/>
                  <a:pt x="187" y="181"/>
                </a:cubicBezTo>
                <a:cubicBezTo>
                  <a:pt x="187" y="178"/>
                  <a:pt x="187" y="178"/>
                  <a:pt x="187" y="178"/>
                </a:cubicBezTo>
                <a:close/>
                <a:moveTo>
                  <a:pt x="187" y="181"/>
                </a:moveTo>
                <a:cubicBezTo>
                  <a:pt x="187" y="207"/>
                  <a:pt x="187" y="207"/>
                  <a:pt x="187" y="207"/>
                </a:cubicBezTo>
                <a:cubicBezTo>
                  <a:pt x="186" y="207"/>
                  <a:pt x="186" y="207"/>
                  <a:pt x="186" y="207"/>
                </a:cubicBezTo>
                <a:cubicBezTo>
                  <a:pt x="186" y="205"/>
                  <a:pt x="186" y="202"/>
                  <a:pt x="186" y="199"/>
                </a:cubicBezTo>
                <a:cubicBezTo>
                  <a:pt x="185" y="199"/>
                  <a:pt x="185" y="199"/>
                  <a:pt x="185" y="199"/>
                </a:cubicBezTo>
                <a:cubicBezTo>
                  <a:pt x="185" y="183"/>
                  <a:pt x="185" y="183"/>
                  <a:pt x="185" y="183"/>
                </a:cubicBezTo>
                <a:cubicBezTo>
                  <a:pt x="187" y="181"/>
                  <a:pt x="187" y="181"/>
                  <a:pt x="187" y="181"/>
                </a:cubicBezTo>
                <a:close/>
                <a:moveTo>
                  <a:pt x="187" y="225"/>
                </a:moveTo>
                <a:cubicBezTo>
                  <a:pt x="187" y="236"/>
                  <a:pt x="187" y="236"/>
                  <a:pt x="187" y="236"/>
                </a:cubicBezTo>
                <a:cubicBezTo>
                  <a:pt x="186" y="236"/>
                  <a:pt x="186" y="236"/>
                  <a:pt x="185" y="236"/>
                </a:cubicBezTo>
                <a:cubicBezTo>
                  <a:pt x="185" y="222"/>
                  <a:pt x="185" y="222"/>
                  <a:pt x="185" y="222"/>
                </a:cubicBezTo>
                <a:cubicBezTo>
                  <a:pt x="186" y="223"/>
                  <a:pt x="186" y="224"/>
                  <a:pt x="187" y="225"/>
                </a:cubicBezTo>
                <a:close/>
                <a:moveTo>
                  <a:pt x="187" y="290"/>
                </a:moveTo>
                <a:cubicBezTo>
                  <a:pt x="187" y="303"/>
                  <a:pt x="187" y="303"/>
                  <a:pt x="187" y="303"/>
                </a:cubicBezTo>
                <a:cubicBezTo>
                  <a:pt x="186" y="304"/>
                  <a:pt x="185" y="306"/>
                  <a:pt x="185" y="308"/>
                </a:cubicBezTo>
                <a:cubicBezTo>
                  <a:pt x="185" y="294"/>
                  <a:pt x="185" y="294"/>
                  <a:pt x="185" y="294"/>
                </a:cubicBezTo>
                <a:cubicBezTo>
                  <a:pt x="185" y="293"/>
                  <a:pt x="186" y="292"/>
                  <a:pt x="187" y="290"/>
                </a:cubicBezTo>
                <a:close/>
                <a:moveTo>
                  <a:pt x="187" y="308"/>
                </a:moveTo>
                <a:cubicBezTo>
                  <a:pt x="187" y="314"/>
                  <a:pt x="187" y="314"/>
                  <a:pt x="187" y="314"/>
                </a:cubicBezTo>
                <a:cubicBezTo>
                  <a:pt x="186" y="315"/>
                  <a:pt x="185" y="315"/>
                  <a:pt x="185" y="315"/>
                </a:cubicBezTo>
                <a:cubicBezTo>
                  <a:pt x="185" y="309"/>
                  <a:pt x="185" y="309"/>
                  <a:pt x="185" y="309"/>
                </a:cubicBezTo>
                <a:cubicBezTo>
                  <a:pt x="186" y="309"/>
                  <a:pt x="186" y="308"/>
                  <a:pt x="187" y="308"/>
                </a:cubicBezTo>
                <a:close/>
                <a:moveTo>
                  <a:pt x="187" y="326"/>
                </a:moveTo>
                <a:cubicBezTo>
                  <a:pt x="187" y="331"/>
                  <a:pt x="187" y="331"/>
                  <a:pt x="187" y="331"/>
                </a:cubicBezTo>
                <a:cubicBezTo>
                  <a:pt x="186" y="331"/>
                  <a:pt x="185" y="331"/>
                  <a:pt x="185" y="332"/>
                </a:cubicBezTo>
                <a:cubicBezTo>
                  <a:pt x="185" y="326"/>
                  <a:pt x="185" y="326"/>
                  <a:pt x="185" y="326"/>
                </a:cubicBezTo>
                <a:cubicBezTo>
                  <a:pt x="186" y="326"/>
                  <a:pt x="186" y="326"/>
                  <a:pt x="187" y="326"/>
                </a:cubicBezTo>
                <a:close/>
                <a:moveTo>
                  <a:pt x="187" y="341"/>
                </a:moveTo>
                <a:cubicBezTo>
                  <a:pt x="187" y="348"/>
                  <a:pt x="187" y="348"/>
                  <a:pt x="187" y="348"/>
                </a:cubicBezTo>
                <a:cubicBezTo>
                  <a:pt x="185" y="349"/>
                  <a:pt x="185" y="349"/>
                  <a:pt x="185" y="349"/>
                </a:cubicBezTo>
                <a:cubicBezTo>
                  <a:pt x="185" y="342"/>
                  <a:pt x="185" y="342"/>
                  <a:pt x="185" y="342"/>
                </a:cubicBezTo>
                <a:cubicBezTo>
                  <a:pt x="186" y="342"/>
                  <a:pt x="186" y="342"/>
                  <a:pt x="187" y="341"/>
                </a:cubicBezTo>
                <a:close/>
                <a:moveTo>
                  <a:pt x="187" y="355"/>
                </a:moveTo>
                <a:cubicBezTo>
                  <a:pt x="187" y="396"/>
                  <a:pt x="187" y="396"/>
                  <a:pt x="187" y="396"/>
                </a:cubicBezTo>
                <a:cubicBezTo>
                  <a:pt x="186" y="399"/>
                  <a:pt x="186" y="402"/>
                  <a:pt x="187" y="40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46"/>
                  <a:pt x="187" y="446"/>
                  <a:pt x="187" y="446"/>
                </a:cubicBezTo>
                <a:cubicBezTo>
                  <a:pt x="187" y="444"/>
                  <a:pt x="186" y="442"/>
                  <a:pt x="185" y="441"/>
                </a:cubicBezTo>
                <a:cubicBezTo>
                  <a:pt x="185" y="441"/>
                  <a:pt x="185" y="441"/>
                  <a:pt x="185" y="441"/>
                </a:cubicBezTo>
                <a:cubicBezTo>
                  <a:pt x="185" y="359"/>
                  <a:pt x="185" y="359"/>
                  <a:pt x="185" y="359"/>
                </a:cubicBezTo>
                <a:cubicBezTo>
                  <a:pt x="186" y="358"/>
                  <a:pt x="186" y="358"/>
                  <a:pt x="186" y="358"/>
                </a:cubicBezTo>
                <a:cubicBezTo>
                  <a:pt x="187" y="355"/>
                  <a:pt x="187" y="355"/>
                  <a:pt x="187" y="355"/>
                </a:cubicBezTo>
                <a:close/>
                <a:moveTo>
                  <a:pt x="187" y="449"/>
                </a:moveTo>
                <a:cubicBezTo>
                  <a:pt x="187" y="462"/>
                  <a:pt x="187" y="462"/>
                  <a:pt x="187" y="462"/>
                </a:cubicBezTo>
                <a:cubicBezTo>
                  <a:pt x="186" y="462"/>
                  <a:pt x="185" y="463"/>
                  <a:pt x="185" y="464"/>
                </a:cubicBezTo>
                <a:cubicBezTo>
                  <a:pt x="185" y="454"/>
                  <a:pt x="185" y="454"/>
                  <a:pt x="185" y="454"/>
                </a:cubicBezTo>
                <a:cubicBezTo>
                  <a:pt x="186" y="452"/>
                  <a:pt x="187" y="451"/>
                  <a:pt x="187" y="449"/>
                </a:cubicBezTo>
                <a:close/>
                <a:moveTo>
                  <a:pt x="187" y="478"/>
                </a:moveTo>
                <a:cubicBezTo>
                  <a:pt x="187" y="488"/>
                  <a:pt x="187" y="488"/>
                  <a:pt x="187" y="488"/>
                </a:cubicBezTo>
                <a:cubicBezTo>
                  <a:pt x="185" y="492"/>
                  <a:pt x="185" y="495"/>
                  <a:pt x="187" y="502"/>
                </a:cubicBezTo>
                <a:cubicBezTo>
                  <a:pt x="187" y="510"/>
                  <a:pt x="187" y="510"/>
                  <a:pt x="187" y="510"/>
                </a:cubicBezTo>
                <a:cubicBezTo>
                  <a:pt x="186" y="510"/>
                  <a:pt x="185" y="508"/>
                  <a:pt x="185" y="508"/>
                </a:cubicBezTo>
                <a:cubicBezTo>
                  <a:pt x="185" y="481"/>
                  <a:pt x="185" y="481"/>
                  <a:pt x="185" y="481"/>
                </a:cubicBezTo>
                <a:cubicBezTo>
                  <a:pt x="186" y="480"/>
                  <a:pt x="186" y="479"/>
                  <a:pt x="187" y="478"/>
                </a:cubicBezTo>
                <a:close/>
                <a:moveTo>
                  <a:pt x="187" y="578"/>
                </a:moveTo>
                <a:cubicBezTo>
                  <a:pt x="187" y="592"/>
                  <a:pt x="187" y="592"/>
                  <a:pt x="187" y="592"/>
                </a:cubicBezTo>
                <a:cubicBezTo>
                  <a:pt x="186" y="592"/>
                  <a:pt x="186" y="593"/>
                  <a:pt x="185" y="593"/>
                </a:cubicBezTo>
                <a:cubicBezTo>
                  <a:pt x="185" y="579"/>
                  <a:pt x="185" y="579"/>
                  <a:pt x="185" y="579"/>
                </a:cubicBezTo>
                <a:cubicBezTo>
                  <a:pt x="187" y="578"/>
                  <a:pt x="187" y="578"/>
                  <a:pt x="187" y="578"/>
                </a:cubicBezTo>
                <a:close/>
                <a:moveTo>
                  <a:pt x="187" y="609"/>
                </a:moveTo>
                <a:cubicBezTo>
                  <a:pt x="187" y="622"/>
                  <a:pt x="187" y="622"/>
                  <a:pt x="187" y="622"/>
                </a:cubicBezTo>
                <a:cubicBezTo>
                  <a:pt x="186" y="621"/>
                  <a:pt x="186" y="621"/>
                  <a:pt x="186" y="621"/>
                </a:cubicBezTo>
                <a:cubicBezTo>
                  <a:pt x="185" y="621"/>
                  <a:pt x="185" y="621"/>
                  <a:pt x="185" y="621"/>
                </a:cubicBezTo>
                <a:cubicBezTo>
                  <a:pt x="185" y="610"/>
                  <a:pt x="185" y="610"/>
                  <a:pt x="185" y="610"/>
                </a:cubicBezTo>
                <a:lnTo>
                  <a:pt x="187" y="609"/>
                </a:lnTo>
                <a:close/>
                <a:moveTo>
                  <a:pt x="173" y="69"/>
                </a:moveTo>
                <a:cubicBezTo>
                  <a:pt x="178" y="67"/>
                  <a:pt x="179" y="66"/>
                  <a:pt x="184" y="65"/>
                </a:cubicBezTo>
                <a:cubicBezTo>
                  <a:pt x="185" y="64"/>
                  <a:pt x="185" y="64"/>
                  <a:pt x="185" y="64"/>
                </a:cubicBezTo>
                <a:cubicBezTo>
                  <a:pt x="185" y="74"/>
                  <a:pt x="185" y="74"/>
                  <a:pt x="185" y="74"/>
                </a:cubicBezTo>
                <a:cubicBezTo>
                  <a:pt x="181" y="74"/>
                  <a:pt x="177" y="75"/>
                  <a:pt x="173" y="77"/>
                </a:cubicBezTo>
                <a:cubicBezTo>
                  <a:pt x="173" y="69"/>
                  <a:pt x="173" y="69"/>
                  <a:pt x="173" y="69"/>
                </a:cubicBezTo>
                <a:close/>
                <a:moveTo>
                  <a:pt x="185" y="732"/>
                </a:moveTo>
                <a:cubicBezTo>
                  <a:pt x="181" y="730"/>
                  <a:pt x="177" y="728"/>
                  <a:pt x="173" y="726"/>
                </a:cubicBezTo>
                <a:cubicBezTo>
                  <a:pt x="173" y="716"/>
                  <a:pt x="173" y="716"/>
                  <a:pt x="173" y="716"/>
                </a:cubicBezTo>
                <a:cubicBezTo>
                  <a:pt x="176" y="718"/>
                  <a:pt x="178" y="720"/>
                  <a:pt x="181" y="722"/>
                </a:cubicBezTo>
                <a:cubicBezTo>
                  <a:pt x="182" y="702"/>
                  <a:pt x="187" y="689"/>
                  <a:pt x="173" y="679"/>
                </a:cubicBezTo>
                <a:cubicBezTo>
                  <a:pt x="173" y="669"/>
                  <a:pt x="173" y="669"/>
                  <a:pt x="173" y="669"/>
                </a:cubicBezTo>
                <a:cubicBezTo>
                  <a:pt x="178" y="671"/>
                  <a:pt x="181" y="675"/>
                  <a:pt x="185" y="678"/>
                </a:cubicBezTo>
                <a:cubicBezTo>
                  <a:pt x="185" y="732"/>
                  <a:pt x="185" y="732"/>
                  <a:pt x="185" y="732"/>
                </a:cubicBezTo>
                <a:close/>
                <a:moveTo>
                  <a:pt x="185" y="92"/>
                </a:moveTo>
                <a:cubicBezTo>
                  <a:pt x="185" y="102"/>
                  <a:pt x="185" y="102"/>
                  <a:pt x="185" y="102"/>
                </a:cubicBezTo>
                <a:cubicBezTo>
                  <a:pt x="182" y="101"/>
                  <a:pt x="179" y="100"/>
                  <a:pt x="173" y="97"/>
                </a:cubicBezTo>
                <a:cubicBezTo>
                  <a:pt x="173" y="88"/>
                  <a:pt x="173" y="88"/>
                  <a:pt x="173" y="88"/>
                </a:cubicBezTo>
                <a:cubicBezTo>
                  <a:pt x="185" y="92"/>
                  <a:pt x="185" y="92"/>
                  <a:pt x="185" y="92"/>
                </a:cubicBezTo>
                <a:close/>
                <a:moveTo>
                  <a:pt x="185" y="108"/>
                </a:moveTo>
                <a:cubicBezTo>
                  <a:pt x="185" y="117"/>
                  <a:pt x="185" y="117"/>
                  <a:pt x="185" y="117"/>
                </a:cubicBezTo>
                <a:cubicBezTo>
                  <a:pt x="181" y="119"/>
                  <a:pt x="178" y="122"/>
                  <a:pt x="173" y="124"/>
                </a:cubicBezTo>
                <a:cubicBezTo>
                  <a:pt x="173" y="124"/>
                  <a:pt x="173" y="124"/>
                  <a:pt x="173" y="124"/>
                </a:cubicBezTo>
                <a:cubicBezTo>
                  <a:pt x="173" y="114"/>
                  <a:pt x="173" y="114"/>
                  <a:pt x="173" y="114"/>
                </a:cubicBezTo>
                <a:cubicBezTo>
                  <a:pt x="178" y="113"/>
                  <a:pt x="181" y="111"/>
                  <a:pt x="185" y="108"/>
                </a:cubicBezTo>
                <a:close/>
                <a:moveTo>
                  <a:pt x="185" y="145"/>
                </a:moveTo>
                <a:cubicBezTo>
                  <a:pt x="185" y="164"/>
                  <a:pt x="185" y="164"/>
                  <a:pt x="185" y="164"/>
                </a:cubicBezTo>
                <a:cubicBezTo>
                  <a:pt x="183" y="163"/>
                  <a:pt x="183" y="162"/>
                  <a:pt x="182" y="159"/>
                </a:cubicBezTo>
                <a:cubicBezTo>
                  <a:pt x="171" y="158"/>
                  <a:pt x="174" y="153"/>
                  <a:pt x="179" y="145"/>
                </a:cubicBezTo>
                <a:cubicBezTo>
                  <a:pt x="185" y="145"/>
                  <a:pt x="185" y="145"/>
                  <a:pt x="185" y="145"/>
                </a:cubicBezTo>
                <a:close/>
                <a:moveTo>
                  <a:pt x="185" y="171"/>
                </a:moveTo>
                <a:cubicBezTo>
                  <a:pt x="182" y="171"/>
                  <a:pt x="182" y="171"/>
                  <a:pt x="182" y="171"/>
                </a:cubicBezTo>
                <a:cubicBezTo>
                  <a:pt x="180" y="167"/>
                  <a:pt x="179" y="167"/>
                  <a:pt x="175" y="165"/>
                </a:cubicBezTo>
                <a:cubicBezTo>
                  <a:pt x="174" y="163"/>
                  <a:pt x="174" y="161"/>
                  <a:pt x="174" y="159"/>
                </a:cubicBezTo>
                <a:cubicBezTo>
                  <a:pt x="173" y="159"/>
                  <a:pt x="173" y="159"/>
                  <a:pt x="173" y="159"/>
                </a:cubicBezTo>
                <a:cubicBezTo>
                  <a:pt x="173" y="184"/>
                  <a:pt x="173" y="184"/>
                  <a:pt x="173" y="184"/>
                </a:cubicBezTo>
                <a:cubicBezTo>
                  <a:pt x="174" y="185"/>
                  <a:pt x="175" y="186"/>
                  <a:pt x="176" y="188"/>
                </a:cubicBezTo>
                <a:cubicBezTo>
                  <a:pt x="178" y="187"/>
                  <a:pt x="180" y="187"/>
                  <a:pt x="182" y="186"/>
                </a:cubicBezTo>
                <a:cubicBezTo>
                  <a:pt x="182" y="184"/>
                  <a:pt x="182" y="182"/>
                  <a:pt x="182" y="179"/>
                </a:cubicBezTo>
                <a:cubicBezTo>
                  <a:pt x="185" y="179"/>
                  <a:pt x="185" y="179"/>
                  <a:pt x="185" y="179"/>
                </a:cubicBezTo>
                <a:cubicBezTo>
                  <a:pt x="185" y="171"/>
                  <a:pt x="185" y="171"/>
                  <a:pt x="185" y="171"/>
                </a:cubicBezTo>
                <a:close/>
                <a:moveTo>
                  <a:pt x="185" y="179"/>
                </a:moveTo>
                <a:cubicBezTo>
                  <a:pt x="182" y="179"/>
                  <a:pt x="182" y="179"/>
                  <a:pt x="182" y="179"/>
                </a:cubicBezTo>
                <a:cubicBezTo>
                  <a:pt x="182" y="182"/>
                  <a:pt x="182" y="184"/>
                  <a:pt x="182" y="186"/>
                </a:cubicBezTo>
                <a:cubicBezTo>
                  <a:pt x="183" y="185"/>
                  <a:pt x="184" y="184"/>
                  <a:pt x="185" y="183"/>
                </a:cubicBezTo>
                <a:cubicBezTo>
                  <a:pt x="185" y="199"/>
                  <a:pt x="185" y="199"/>
                  <a:pt x="185" y="199"/>
                </a:cubicBezTo>
                <a:cubicBezTo>
                  <a:pt x="183" y="199"/>
                  <a:pt x="183" y="199"/>
                  <a:pt x="183" y="199"/>
                </a:cubicBezTo>
                <a:cubicBezTo>
                  <a:pt x="179" y="205"/>
                  <a:pt x="174" y="209"/>
                  <a:pt x="175" y="216"/>
                </a:cubicBezTo>
                <a:cubicBezTo>
                  <a:pt x="178" y="218"/>
                  <a:pt x="182" y="220"/>
                  <a:pt x="185" y="222"/>
                </a:cubicBezTo>
                <a:cubicBezTo>
                  <a:pt x="185" y="236"/>
                  <a:pt x="185" y="236"/>
                  <a:pt x="185" y="236"/>
                </a:cubicBezTo>
                <a:cubicBezTo>
                  <a:pt x="184" y="236"/>
                  <a:pt x="183" y="236"/>
                  <a:pt x="183" y="236"/>
                </a:cubicBezTo>
                <a:cubicBezTo>
                  <a:pt x="180" y="231"/>
                  <a:pt x="177" y="228"/>
                  <a:pt x="173" y="226"/>
                </a:cubicBezTo>
                <a:cubicBezTo>
                  <a:pt x="173" y="199"/>
                  <a:pt x="173" y="199"/>
                  <a:pt x="173" y="199"/>
                </a:cubicBezTo>
                <a:cubicBezTo>
                  <a:pt x="181" y="189"/>
                  <a:pt x="181" y="188"/>
                  <a:pt x="182" y="186"/>
                </a:cubicBezTo>
                <a:cubicBezTo>
                  <a:pt x="183" y="185"/>
                  <a:pt x="184" y="184"/>
                  <a:pt x="185" y="183"/>
                </a:cubicBezTo>
                <a:cubicBezTo>
                  <a:pt x="185" y="179"/>
                  <a:pt x="185" y="179"/>
                  <a:pt x="185" y="179"/>
                </a:cubicBezTo>
                <a:close/>
                <a:moveTo>
                  <a:pt x="185" y="294"/>
                </a:moveTo>
                <a:cubicBezTo>
                  <a:pt x="185" y="308"/>
                  <a:pt x="185" y="308"/>
                  <a:pt x="185" y="308"/>
                </a:cubicBezTo>
                <a:cubicBezTo>
                  <a:pt x="184" y="309"/>
                  <a:pt x="184" y="309"/>
                  <a:pt x="184" y="309"/>
                </a:cubicBezTo>
                <a:cubicBezTo>
                  <a:pt x="185" y="309"/>
                  <a:pt x="185" y="309"/>
                  <a:pt x="185" y="309"/>
                </a:cubicBezTo>
                <a:cubicBezTo>
                  <a:pt x="185" y="315"/>
                  <a:pt x="185" y="315"/>
                  <a:pt x="185" y="315"/>
                </a:cubicBezTo>
                <a:cubicBezTo>
                  <a:pt x="181" y="317"/>
                  <a:pt x="179" y="320"/>
                  <a:pt x="177" y="328"/>
                </a:cubicBezTo>
                <a:cubicBezTo>
                  <a:pt x="180" y="327"/>
                  <a:pt x="182" y="326"/>
                  <a:pt x="185" y="326"/>
                </a:cubicBezTo>
                <a:cubicBezTo>
                  <a:pt x="185" y="332"/>
                  <a:pt x="185" y="332"/>
                  <a:pt x="185" y="332"/>
                </a:cubicBezTo>
                <a:cubicBezTo>
                  <a:pt x="179" y="333"/>
                  <a:pt x="176" y="334"/>
                  <a:pt x="173" y="340"/>
                </a:cubicBezTo>
                <a:cubicBezTo>
                  <a:pt x="173" y="321"/>
                  <a:pt x="173" y="321"/>
                  <a:pt x="173" y="321"/>
                </a:cubicBezTo>
                <a:cubicBezTo>
                  <a:pt x="177" y="312"/>
                  <a:pt x="180" y="303"/>
                  <a:pt x="185" y="294"/>
                </a:cubicBezTo>
                <a:close/>
                <a:moveTo>
                  <a:pt x="185" y="342"/>
                </a:moveTo>
                <a:cubicBezTo>
                  <a:pt x="185" y="349"/>
                  <a:pt x="185" y="349"/>
                  <a:pt x="185" y="349"/>
                </a:cubicBezTo>
                <a:cubicBezTo>
                  <a:pt x="180" y="350"/>
                  <a:pt x="176" y="351"/>
                  <a:pt x="173" y="353"/>
                </a:cubicBezTo>
                <a:cubicBezTo>
                  <a:pt x="173" y="346"/>
                  <a:pt x="173" y="346"/>
                  <a:pt x="173" y="346"/>
                </a:cubicBezTo>
                <a:cubicBezTo>
                  <a:pt x="178" y="344"/>
                  <a:pt x="182" y="344"/>
                  <a:pt x="185" y="342"/>
                </a:cubicBezTo>
                <a:close/>
                <a:moveTo>
                  <a:pt x="185" y="359"/>
                </a:moveTo>
                <a:cubicBezTo>
                  <a:pt x="185" y="441"/>
                  <a:pt x="185" y="441"/>
                  <a:pt x="185" y="441"/>
                </a:cubicBezTo>
                <a:cubicBezTo>
                  <a:pt x="180" y="445"/>
                  <a:pt x="175" y="448"/>
                  <a:pt x="173" y="452"/>
                </a:cubicBezTo>
                <a:cubicBezTo>
                  <a:pt x="173" y="443"/>
                  <a:pt x="173" y="443"/>
                  <a:pt x="173" y="443"/>
                </a:cubicBezTo>
                <a:cubicBezTo>
                  <a:pt x="181" y="436"/>
                  <a:pt x="184" y="434"/>
                  <a:pt x="182" y="422"/>
                </a:cubicBezTo>
                <a:cubicBezTo>
                  <a:pt x="178" y="425"/>
                  <a:pt x="175" y="427"/>
                  <a:pt x="173" y="429"/>
                </a:cubicBezTo>
                <a:cubicBezTo>
                  <a:pt x="173" y="422"/>
                  <a:pt x="173" y="422"/>
                  <a:pt x="173" y="422"/>
                </a:cubicBezTo>
                <a:cubicBezTo>
                  <a:pt x="177" y="419"/>
                  <a:pt x="178" y="418"/>
                  <a:pt x="181" y="415"/>
                </a:cubicBezTo>
                <a:cubicBezTo>
                  <a:pt x="181" y="411"/>
                  <a:pt x="181" y="407"/>
                  <a:pt x="181" y="403"/>
                </a:cubicBezTo>
                <a:cubicBezTo>
                  <a:pt x="178" y="405"/>
                  <a:pt x="175" y="407"/>
                  <a:pt x="173" y="408"/>
                </a:cubicBezTo>
                <a:cubicBezTo>
                  <a:pt x="173" y="402"/>
                  <a:pt x="173" y="402"/>
                  <a:pt x="173" y="402"/>
                </a:cubicBezTo>
                <a:cubicBezTo>
                  <a:pt x="180" y="398"/>
                  <a:pt x="186" y="392"/>
                  <a:pt x="181" y="385"/>
                </a:cubicBezTo>
                <a:cubicBezTo>
                  <a:pt x="178" y="387"/>
                  <a:pt x="175" y="388"/>
                  <a:pt x="173" y="389"/>
                </a:cubicBezTo>
                <a:cubicBezTo>
                  <a:pt x="173" y="383"/>
                  <a:pt x="173" y="383"/>
                  <a:pt x="173" y="383"/>
                </a:cubicBezTo>
                <a:cubicBezTo>
                  <a:pt x="181" y="379"/>
                  <a:pt x="184" y="377"/>
                  <a:pt x="183" y="367"/>
                </a:cubicBezTo>
                <a:cubicBezTo>
                  <a:pt x="179" y="368"/>
                  <a:pt x="176" y="369"/>
                  <a:pt x="173" y="370"/>
                </a:cubicBezTo>
                <a:cubicBezTo>
                  <a:pt x="173" y="364"/>
                  <a:pt x="173" y="364"/>
                  <a:pt x="173" y="364"/>
                </a:cubicBezTo>
                <a:cubicBezTo>
                  <a:pt x="177" y="362"/>
                  <a:pt x="181" y="361"/>
                  <a:pt x="185" y="359"/>
                </a:cubicBezTo>
                <a:close/>
                <a:moveTo>
                  <a:pt x="185" y="454"/>
                </a:moveTo>
                <a:cubicBezTo>
                  <a:pt x="185" y="464"/>
                  <a:pt x="185" y="464"/>
                  <a:pt x="185" y="464"/>
                </a:cubicBezTo>
                <a:cubicBezTo>
                  <a:pt x="178" y="470"/>
                  <a:pt x="176" y="475"/>
                  <a:pt x="180" y="487"/>
                </a:cubicBezTo>
                <a:cubicBezTo>
                  <a:pt x="181" y="484"/>
                  <a:pt x="183" y="482"/>
                  <a:pt x="185" y="481"/>
                </a:cubicBezTo>
                <a:cubicBezTo>
                  <a:pt x="185" y="508"/>
                  <a:pt x="185" y="508"/>
                  <a:pt x="185" y="508"/>
                </a:cubicBezTo>
                <a:cubicBezTo>
                  <a:pt x="180" y="501"/>
                  <a:pt x="176" y="493"/>
                  <a:pt x="173" y="484"/>
                </a:cubicBezTo>
                <a:cubicBezTo>
                  <a:pt x="173" y="465"/>
                  <a:pt x="173" y="465"/>
                  <a:pt x="173" y="465"/>
                </a:cubicBezTo>
                <a:cubicBezTo>
                  <a:pt x="173" y="465"/>
                  <a:pt x="174" y="466"/>
                  <a:pt x="174" y="466"/>
                </a:cubicBezTo>
                <a:cubicBezTo>
                  <a:pt x="177" y="463"/>
                  <a:pt x="182" y="459"/>
                  <a:pt x="185" y="454"/>
                </a:cubicBezTo>
                <a:close/>
                <a:moveTo>
                  <a:pt x="185" y="579"/>
                </a:moveTo>
                <a:cubicBezTo>
                  <a:pt x="185" y="593"/>
                  <a:pt x="185" y="593"/>
                  <a:pt x="185" y="593"/>
                </a:cubicBezTo>
                <a:cubicBezTo>
                  <a:pt x="181" y="597"/>
                  <a:pt x="177" y="599"/>
                  <a:pt x="173" y="601"/>
                </a:cubicBezTo>
                <a:cubicBezTo>
                  <a:pt x="173" y="588"/>
                  <a:pt x="173" y="588"/>
                  <a:pt x="173" y="588"/>
                </a:cubicBezTo>
                <a:cubicBezTo>
                  <a:pt x="177" y="585"/>
                  <a:pt x="181" y="582"/>
                  <a:pt x="185" y="579"/>
                </a:cubicBezTo>
                <a:close/>
                <a:moveTo>
                  <a:pt x="185" y="610"/>
                </a:moveTo>
                <a:cubicBezTo>
                  <a:pt x="185" y="621"/>
                  <a:pt x="185" y="621"/>
                  <a:pt x="185" y="621"/>
                </a:cubicBezTo>
                <a:cubicBezTo>
                  <a:pt x="178" y="624"/>
                  <a:pt x="178" y="624"/>
                  <a:pt x="178" y="624"/>
                </a:cubicBezTo>
                <a:cubicBezTo>
                  <a:pt x="173" y="621"/>
                  <a:pt x="173" y="621"/>
                  <a:pt x="173" y="621"/>
                </a:cubicBezTo>
                <a:cubicBezTo>
                  <a:pt x="173" y="616"/>
                  <a:pt x="173" y="616"/>
                  <a:pt x="173" y="616"/>
                </a:cubicBezTo>
                <a:cubicBezTo>
                  <a:pt x="185" y="610"/>
                  <a:pt x="185" y="610"/>
                  <a:pt x="185" y="610"/>
                </a:cubicBezTo>
                <a:close/>
                <a:moveTo>
                  <a:pt x="173" y="571"/>
                </a:moveTo>
                <a:cubicBezTo>
                  <a:pt x="173" y="558"/>
                  <a:pt x="173" y="558"/>
                  <a:pt x="173" y="558"/>
                </a:cubicBezTo>
                <a:cubicBezTo>
                  <a:pt x="174" y="558"/>
                  <a:pt x="174" y="558"/>
                  <a:pt x="174" y="558"/>
                </a:cubicBezTo>
                <a:cubicBezTo>
                  <a:pt x="179" y="564"/>
                  <a:pt x="179" y="564"/>
                  <a:pt x="180" y="567"/>
                </a:cubicBezTo>
                <a:cubicBezTo>
                  <a:pt x="179" y="568"/>
                  <a:pt x="176" y="569"/>
                  <a:pt x="173" y="571"/>
                </a:cubicBezTo>
                <a:close/>
                <a:moveTo>
                  <a:pt x="163" y="77"/>
                </a:moveTo>
                <a:cubicBezTo>
                  <a:pt x="165" y="75"/>
                  <a:pt x="167" y="74"/>
                  <a:pt x="169" y="72"/>
                </a:cubicBezTo>
                <a:cubicBezTo>
                  <a:pt x="171" y="71"/>
                  <a:pt x="172" y="70"/>
                  <a:pt x="173" y="69"/>
                </a:cubicBezTo>
                <a:cubicBezTo>
                  <a:pt x="173" y="77"/>
                  <a:pt x="173" y="77"/>
                  <a:pt x="173" y="77"/>
                </a:cubicBezTo>
                <a:cubicBezTo>
                  <a:pt x="171" y="79"/>
                  <a:pt x="169" y="81"/>
                  <a:pt x="167" y="85"/>
                </a:cubicBezTo>
                <a:cubicBezTo>
                  <a:pt x="173" y="88"/>
                  <a:pt x="173" y="88"/>
                  <a:pt x="173" y="88"/>
                </a:cubicBezTo>
                <a:cubicBezTo>
                  <a:pt x="173" y="97"/>
                  <a:pt x="173" y="97"/>
                  <a:pt x="173" y="97"/>
                </a:cubicBezTo>
                <a:cubicBezTo>
                  <a:pt x="166" y="94"/>
                  <a:pt x="166" y="94"/>
                  <a:pt x="166" y="94"/>
                </a:cubicBezTo>
                <a:cubicBezTo>
                  <a:pt x="164" y="94"/>
                  <a:pt x="164" y="94"/>
                  <a:pt x="163" y="94"/>
                </a:cubicBezTo>
                <a:cubicBezTo>
                  <a:pt x="163" y="77"/>
                  <a:pt x="163" y="77"/>
                  <a:pt x="163" y="77"/>
                </a:cubicBezTo>
                <a:close/>
                <a:moveTo>
                  <a:pt x="173" y="726"/>
                </a:moveTo>
                <a:cubicBezTo>
                  <a:pt x="170" y="723"/>
                  <a:pt x="166" y="721"/>
                  <a:pt x="163" y="717"/>
                </a:cubicBezTo>
                <a:cubicBezTo>
                  <a:pt x="163" y="660"/>
                  <a:pt x="163" y="660"/>
                  <a:pt x="163" y="660"/>
                </a:cubicBezTo>
                <a:cubicBezTo>
                  <a:pt x="164" y="662"/>
                  <a:pt x="165" y="664"/>
                  <a:pt x="167" y="666"/>
                </a:cubicBezTo>
                <a:cubicBezTo>
                  <a:pt x="169" y="667"/>
                  <a:pt x="171" y="668"/>
                  <a:pt x="173" y="669"/>
                </a:cubicBezTo>
                <a:cubicBezTo>
                  <a:pt x="173" y="679"/>
                  <a:pt x="173" y="679"/>
                  <a:pt x="173" y="679"/>
                </a:cubicBezTo>
                <a:cubicBezTo>
                  <a:pt x="171" y="677"/>
                  <a:pt x="169" y="676"/>
                  <a:pt x="167" y="675"/>
                </a:cubicBezTo>
                <a:cubicBezTo>
                  <a:pt x="166" y="687"/>
                  <a:pt x="162" y="698"/>
                  <a:pt x="166" y="710"/>
                </a:cubicBezTo>
                <a:cubicBezTo>
                  <a:pt x="169" y="712"/>
                  <a:pt x="171" y="714"/>
                  <a:pt x="173" y="716"/>
                </a:cubicBezTo>
                <a:cubicBezTo>
                  <a:pt x="173" y="726"/>
                  <a:pt x="173" y="726"/>
                  <a:pt x="173" y="726"/>
                </a:cubicBezTo>
                <a:close/>
                <a:moveTo>
                  <a:pt x="173" y="114"/>
                </a:moveTo>
                <a:cubicBezTo>
                  <a:pt x="173" y="124"/>
                  <a:pt x="173" y="124"/>
                  <a:pt x="173" y="124"/>
                </a:cubicBezTo>
                <a:cubicBezTo>
                  <a:pt x="170" y="129"/>
                  <a:pt x="166" y="132"/>
                  <a:pt x="163" y="135"/>
                </a:cubicBezTo>
                <a:cubicBezTo>
                  <a:pt x="163" y="125"/>
                  <a:pt x="163" y="125"/>
                  <a:pt x="163" y="125"/>
                </a:cubicBezTo>
                <a:cubicBezTo>
                  <a:pt x="163" y="125"/>
                  <a:pt x="164" y="124"/>
                  <a:pt x="164" y="123"/>
                </a:cubicBezTo>
                <a:cubicBezTo>
                  <a:pt x="163" y="123"/>
                  <a:pt x="163" y="123"/>
                  <a:pt x="163" y="123"/>
                </a:cubicBezTo>
                <a:cubicBezTo>
                  <a:pt x="163" y="114"/>
                  <a:pt x="163" y="114"/>
                  <a:pt x="163" y="114"/>
                </a:cubicBezTo>
                <a:cubicBezTo>
                  <a:pt x="166" y="114"/>
                  <a:pt x="166" y="114"/>
                  <a:pt x="166" y="114"/>
                </a:cubicBezTo>
                <a:cubicBezTo>
                  <a:pt x="169" y="114"/>
                  <a:pt x="171" y="114"/>
                  <a:pt x="173" y="114"/>
                </a:cubicBezTo>
                <a:close/>
                <a:moveTo>
                  <a:pt x="173" y="159"/>
                </a:moveTo>
                <a:cubicBezTo>
                  <a:pt x="173" y="184"/>
                  <a:pt x="173" y="184"/>
                  <a:pt x="173" y="184"/>
                </a:cubicBezTo>
                <a:cubicBezTo>
                  <a:pt x="170" y="182"/>
                  <a:pt x="167" y="181"/>
                  <a:pt x="166" y="176"/>
                </a:cubicBezTo>
                <a:cubicBezTo>
                  <a:pt x="165" y="175"/>
                  <a:pt x="164" y="175"/>
                  <a:pt x="163" y="175"/>
                </a:cubicBezTo>
                <a:cubicBezTo>
                  <a:pt x="163" y="167"/>
                  <a:pt x="163" y="167"/>
                  <a:pt x="163" y="167"/>
                </a:cubicBezTo>
                <a:cubicBezTo>
                  <a:pt x="163" y="167"/>
                  <a:pt x="164" y="166"/>
                  <a:pt x="164" y="166"/>
                </a:cubicBezTo>
                <a:cubicBezTo>
                  <a:pt x="165" y="161"/>
                  <a:pt x="165" y="161"/>
                  <a:pt x="166" y="159"/>
                </a:cubicBezTo>
                <a:cubicBezTo>
                  <a:pt x="169" y="159"/>
                  <a:pt x="171" y="159"/>
                  <a:pt x="173" y="159"/>
                </a:cubicBezTo>
                <a:close/>
                <a:moveTo>
                  <a:pt x="173" y="199"/>
                </a:moveTo>
                <a:cubicBezTo>
                  <a:pt x="173" y="226"/>
                  <a:pt x="173" y="226"/>
                  <a:pt x="173" y="226"/>
                </a:cubicBezTo>
                <a:cubicBezTo>
                  <a:pt x="170" y="225"/>
                  <a:pt x="167" y="224"/>
                  <a:pt x="163" y="223"/>
                </a:cubicBezTo>
                <a:cubicBezTo>
                  <a:pt x="163" y="210"/>
                  <a:pt x="163" y="210"/>
                  <a:pt x="163" y="210"/>
                </a:cubicBezTo>
                <a:cubicBezTo>
                  <a:pt x="164" y="209"/>
                  <a:pt x="166" y="207"/>
                  <a:pt x="167" y="205"/>
                </a:cubicBezTo>
                <a:cubicBezTo>
                  <a:pt x="166" y="205"/>
                  <a:pt x="164" y="205"/>
                  <a:pt x="163" y="204"/>
                </a:cubicBezTo>
                <a:cubicBezTo>
                  <a:pt x="163" y="191"/>
                  <a:pt x="163" y="191"/>
                  <a:pt x="163" y="191"/>
                </a:cubicBezTo>
                <a:cubicBezTo>
                  <a:pt x="163" y="192"/>
                  <a:pt x="164" y="192"/>
                  <a:pt x="164" y="192"/>
                </a:cubicBezTo>
                <a:cubicBezTo>
                  <a:pt x="165" y="190"/>
                  <a:pt x="165" y="189"/>
                  <a:pt x="166" y="188"/>
                </a:cubicBezTo>
                <a:cubicBezTo>
                  <a:pt x="167" y="187"/>
                  <a:pt x="169" y="187"/>
                  <a:pt x="171" y="187"/>
                </a:cubicBezTo>
                <a:cubicBezTo>
                  <a:pt x="173" y="191"/>
                  <a:pt x="171" y="197"/>
                  <a:pt x="171" y="202"/>
                </a:cubicBezTo>
                <a:cubicBezTo>
                  <a:pt x="173" y="199"/>
                  <a:pt x="173" y="199"/>
                  <a:pt x="173" y="199"/>
                </a:cubicBezTo>
                <a:close/>
                <a:moveTo>
                  <a:pt x="173" y="321"/>
                </a:moveTo>
                <a:cubicBezTo>
                  <a:pt x="173" y="340"/>
                  <a:pt x="173" y="340"/>
                  <a:pt x="173" y="340"/>
                </a:cubicBezTo>
                <a:cubicBezTo>
                  <a:pt x="173" y="342"/>
                  <a:pt x="172" y="344"/>
                  <a:pt x="171" y="346"/>
                </a:cubicBezTo>
                <a:cubicBezTo>
                  <a:pt x="172" y="346"/>
                  <a:pt x="173" y="346"/>
                  <a:pt x="173" y="346"/>
                </a:cubicBezTo>
                <a:cubicBezTo>
                  <a:pt x="173" y="353"/>
                  <a:pt x="173" y="353"/>
                  <a:pt x="173" y="353"/>
                </a:cubicBezTo>
                <a:cubicBezTo>
                  <a:pt x="170" y="355"/>
                  <a:pt x="169" y="359"/>
                  <a:pt x="168" y="366"/>
                </a:cubicBezTo>
                <a:cubicBezTo>
                  <a:pt x="170" y="366"/>
                  <a:pt x="172" y="365"/>
                  <a:pt x="173" y="364"/>
                </a:cubicBezTo>
                <a:cubicBezTo>
                  <a:pt x="173" y="370"/>
                  <a:pt x="173" y="370"/>
                  <a:pt x="173" y="370"/>
                </a:cubicBezTo>
                <a:cubicBezTo>
                  <a:pt x="168" y="373"/>
                  <a:pt x="166" y="377"/>
                  <a:pt x="166" y="386"/>
                </a:cubicBezTo>
                <a:cubicBezTo>
                  <a:pt x="169" y="385"/>
                  <a:pt x="171" y="384"/>
                  <a:pt x="173" y="383"/>
                </a:cubicBezTo>
                <a:cubicBezTo>
                  <a:pt x="173" y="389"/>
                  <a:pt x="173" y="389"/>
                  <a:pt x="173" y="389"/>
                </a:cubicBezTo>
                <a:cubicBezTo>
                  <a:pt x="166" y="393"/>
                  <a:pt x="165" y="395"/>
                  <a:pt x="164" y="408"/>
                </a:cubicBezTo>
                <a:cubicBezTo>
                  <a:pt x="166" y="406"/>
                  <a:pt x="170" y="404"/>
                  <a:pt x="173" y="402"/>
                </a:cubicBezTo>
                <a:cubicBezTo>
                  <a:pt x="173" y="408"/>
                  <a:pt x="173" y="408"/>
                  <a:pt x="173" y="408"/>
                </a:cubicBezTo>
                <a:cubicBezTo>
                  <a:pt x="167" y="413"/>
                  <a:pt x="165" y="417"/>
                  <a:pt x="166" y="427"/>
                </a:cubicBezTo>
                <a:cubicBezTo>
                  <a:pt x="169" y="425"/>
                  <a:pt x="172" y="423"/>
                  <a:pt x="173" y="422"/>
                </a:cubicBezTo>
                <a:cubicBezTo>
                  <a:pt x="173" y="429"/>
                  <a:pt x="173" y="429"/>
                  <a:pt x="173" y="429"/>
                </a:cubicBezTo>
                <a:cubicBezTo>
                  <a:pt x="170" y="433"/>
                  <a:pt x="169" y="437"/>
                  <a:pt x="169" y="446"/>
                </a:cubicBezTo>
                <a:cubicBezTo>
                  <a:pt x="171" y="445"/>
                  <a:pt x="172" y="444"/>
                  <a:pt x="173" y="443"/>
                </a:cubicBezTo>
                <a:cubicBezTo>
                  <a:pt x="173" y="452"/>
                  <a:pt x="173" y="452"/>
                  <a:pt x="173" y="452"/>
                </a:cubicBezTo>
                <a:cubicBezTo>
                  <a:pt x="172" y="456"/>
                  <a:pt x="171" y="459"/>
                  <a:pt x="173" y="465"/>
                </a:cubicBezTo>
                <a:cubicBezTo>
                  <a:pt x="173" y="484"/>
                  <a:pt x="173" y="484"/>
                  <a:pt x="173" y="484"/>
                </a:cubicBezTo>
                <a:cubicBezTo>
                  <a:pt x="169" y="471"/>
                  <a:pt x="165" y="456"/>
                  <a:pt x="163" y="444"/>
                </a:cubicBezTo>
                <a:cubicBezTo>
                  <a:pt x="163" y="363"/>
                  <a:pt x="163" y="363"/>
                  <a:pt x="163" y="363"/>
                </a:cubicBezTo>
                <a:cubicBezTo>
                  <a:pt x="165" y="349"/>
                  <a:pt x="169" y="335"/>
                  <a:pt x="173" y="321"/>
                </a:cubicBezTo>
                <a:close/>
                <a:moveTo>
                  <a:pt x="173" y="558"/>
                </a:moveTo>
                <a:cubicBezTo>
                  <a:pt x="173" y="571"/>
                  <a:pt x="173" y="571"/>
                  <a:pt x="173" y="571"/>
                </a:cubicBezTo>
                <a:cubicBezTo>
                  <a:pt x="170" y="574"/>
                  <a:pt x="166" y="577"/>
                  <a:pt x="163" y="580"/>
                </a:cubicBezTo>
                <a:cubicBezTo>
                  <a:pt x="163" y="565"/>
                  <a:pt x="163" y="565"/>
                  <a:pt x="163" y="565"/>
                </a:cubicBezTo>
                <a:cubicBezTo>
                  <a:pt x="166" y="562"/>
                  <a:pt x="169" y="560"/>
                  <a:pt x="171" y="558"/>
                </a:cubicBezTo>
                <a:cubicBezTo>
                  <a:pt x="173" y="558"/>
                  <a:pt x="173" y="558"/>
                  <a:pt x="173" y="558"/>
                </a:cubicBezTo>
                <a:close/>
                <a:moveTo>
                  <a:pt x="173" y="588"/>
                </a:moveTo>
                <a:cubicBezTo>
                  <a:pt x="173" y="601"/>
                  <a:pt x="173" y="601"/>
                  <a:pt x="173" y="601"/>
                </a:cubicBezTo>
                <a:cubicBezTo>
                  <a:pt x="170" y="603"/>
                  <a:pt x="167" y="604"/>
                  <a:pt x="163" y="605"/>
                </a:cubicBezTo>
                <a:cubicBezTo>
                  <a:pt x="163" y="593"/>
                  <a:pt x="163" y="593"/>
                  <a:pt x="163" y="593"/>
                </a:cubicBezTo>
                <a:cubicBezTo>
                  <a:pt x="164" y="593"/>
                  <a:pt x="165" y="593"/>
                  <a:pt x="167" y="593"/>
                </a:cubicBezTo>
                <a:cubicBezTo>
                  <a:pt x="169" y="591"/>
                  <a:pt x="171" y="589"/>
                  <a:pt x="173" y="588"/>
                </a:cubicBezTo>
                <a:close/>
                <a:moveTo>
                  <a:pt x="173" y="616"/>
                </a:moveTo>
                <a:cubicBezTo>
                  <a:pt x="173" y="621"/>
                  <a:pt x="173" y="621"/>
                  <a:pt x="173" y="621"/>
                </a:cubicBezTo>
                <a:cubicBezTo>
                  <a:pt x="169" y="618"/>
                  <a:pt x="169" y="618"/>
                  <a:pt x="169" y="618"/>
                </a:cubicBezTo>
                <a:cubicBezTo>
                  <a:pt x="173" y="616"/>
                  <a:pt x="173" y="616"/>
                  <a:pt x="173" y="616"/>
                </a:cubicBezTo>
                <a:close/>
                <a:moveTo>
                  <a:pt x="163" y="549"/>
                </a:moveTo>
                <a:cubicBezTo>
                  <a:pt x="163" y="541"/>
                  <a:pt x="163" y="541"/>
                  <a:pt x="163" y="541"/>
                </a:cubicBezTo>
                <a:cubicBezTo>
                  <a:pt x="164" y="543"/>
                  <a:pt x="165" y="545"/>
                  <a:pt x="166" y="547"/>
                </a:cubicBezTo>
                <a:cubicBezTo>
                  <a:pt x="163" y="549"/>
                  <a:pt x="163" y="549"/>
                  <a:pt x="163" y="549"/>
                </a:cubicBezTo>
                <a:close/>
                <a:moveTo>
                  <a:pt x="163" y="190"/>
                </a:moveTo>
                <a:cubicBezTo>
                  <a:pt x="164" y="188"/>
                  <a:pt x="164" y="187"/>
                  <a:pt x="163" y="184"/>
                </a:cubicBezTo>
                <a:cubicBezTo>
                  <a:pt x="163" y="184"/>
                  <a:pt x="163" y="183"/>
                  <a:pt x="163" y="183"/>
                </a:cubicBezTo>
                <a:lnTo>
                  <a:pt x="163" y="190"/>
                </a:lnTo>
                <a:close/>
                <a:moveTo>
                  <a:pt x="148" y="89"/>
                </a:moveTo>
                <a:cubicBezTo>
                  <a:pt x="153" y="85"/>
                  <a:pt x="158" y="81"/>
                  <a:pt x="163" y="77"/>
                </a:cubicBezTo>
                <a:cubicBezTo>
                  <a:pt x="163" y="94"/>
                  <a:pt x="163" y="94"/>
                  <a:pt x="163" y="94"/>
                </a:cubicBezTo>
                <a:cubicBezTo>
                  <a:pt x="156" y="94"/>
                  <a:pt x="152" y="95"/>
                  <a:pt x="148" y="99"/>
                </a:cubicBezTo>
                <a:cubicBezTo>
                  <a:pt x="148" y="89"/>
                  <a:pt x="148" y="89"/>
                  <a:pt x="148" y="89"/>
                </a:cubicBezTo>
                <a:close/>
                <a:moveTo>
                  <a:pt x="163" y="717"/>
                </a:moveTo>
                <a:cubicBezTo>
                  <a:pt x="161" y="716"/>
                  <a:pt x="159" y="714"/>
                  <a:pt x="158" y="712"/>
                </a:cubicBezTo>
                <a:cubicBezTo>
                  <a:pt x="153" y="710"/>
                  <a:pt x="152" y="709"/>
                  <a:pt x="148" y="706"/>
                </a:cubicBezTo>
                <a:cubicBezTo>
                  <a:pt x="148" y="697"/>
                  <a:pt x="148" y="697"/>
                  <a:pt x="148" y="697"/>
                </a:cubicBezTo>
                <a:cubicBezTo>
                  <a:pt x="150" y="698"/>
                  <a:pt x="152" y="700"/>
                  <a:pt x="154" y="702"/>
                </a:cubicBezTo>
                <a:cubicBezTo>
                  <a:pt x="155" y="695"/>
                  <a:pt x="156" y="689"/>
                  <a:pt x="157" y="683"/>
                </a:cubicBezTo>
                <a:cubicBezTo>
                  <a:pt x="157" y="669"/>
                  <a:pt x="157" y="663"/>
                  <a:pt x="148" y="656"/>
                </a:cubicBezTo>
                <a:cubicBezTo>
                  <a:pt x="148" y="647"/>
                  <a:pt x="148" y="647"/>
                  <a:pt x="148" y="647"/>
                </a:cubicBezTo>
                <a:cubicBezTo>
                  <a:pt x="154" y="651"/>
                  <a:pt x="158" y="655"/>
                  <a:pt x="163" y="660"/>
                </a:cubicBezTo>
                <a:cubicBezTo>
                  <a:pt x="163" y="717"/>
                  <a:pt x="163" y="717"/>
                  <a:pt x="163" y="717"/>
                </a:cubicBezTo>
                <a:close/>
                <a:moveTo>
                  <a:pt x="163" y="114"/>
                </a:moveTo>
                <a:cubicBezTo>
                  <a:pt x="163" y="123"/>
                  <a:pt x="163" y="123"/>
                  <a:pt x="163" y="123"/>
                </a:cubicBezTo>
                <a:cubicBezTo>
                  <a:pt x="157" y="121"/>
                  <a:pt x="152" y="119"/>
                  <a:pt x="148" y="118"/>
                </a:cubicBezTo>
                <a:cubicBezTo>
                  <a:pt x="148" y="108"/>
                  <a:pt x="148" y="108"/>
                  <a:pt x="148" y="108"/>
                </a:cubicBezTo>
                <a:cubicBezTo>
                  <a:pt x="163" y="114"/>
                  <a:pt x="163" y="114"/>
                  <a:pt x="163" y="114"/>
                </a:cubicBezTo>
                <a:close/>
                <a:moveTo>
                  <a:pt x="163" y="125"/>
                </a:moveTo>
                <a:cubicBezTo>
                  <a:pt x="163" y="135"/>
                  <a:pt x="163" y="135"/>
                  <a:pt x="163" y="135"/>
                </a:cubicBezTo>
                <a:cubicBezTo>
                  <a:pt x="159" y="138"/>
                  <a:pt x="156" y="141"/>
                  <a:pt x="151" y="144"/>
                </a:cubicBezTo>
                <a:cubicBezTo>
                  <a:pt x="150" y="145"/>
                  <a:pt x="149" y="147"/>
                  <a:pt x="148" y="148"/>
                </a:cubicBezTo>
                <a:cubicBezTo>
                  <a:pt x="148" y="135"/>
                  <a:pt x="148" y="135"/>
                  <a:pt x="148" y="135"/>
                </a:cubicBezTo>
                <a:cubicBezTo>
                  <a:pt x="154" y="133"/>
                  <a:pt x="158" y="131"/>
                  <a:pt x="163" y="125"/>
                </a:cubicBezTo>
                <a:close/>
                <a:moveTo>
                  <a:pt x="163" y="167"/>
                </a:moveTo>
                <a:cubicBezTo>
                  <a:pt x="163" y="175"/>
                  <a:pt x="163" y="175"/>
                  <a:pt x="163" y="175"/>
                </a:cubicBezTo>
                <a:cubicBezTo>
                  <a:pt x="161" y="175"/>
                  <a:pt x="159" y="174"/>
                  <a:pt x="157" y="173"/>
                </a:cubicBezTo>
                <a:cubicBezTo>
                  <a:pt x="157" y="171"/>
                  <a:pt x="157" y="169"/>
                  <a:pt x="157" y="167"/>
                </a:cubicBezTo>
                <a:cubicBezTo>
                  <a:pt x="159" y="167"/>
                  <a:pt x="161" y="167"/>
                  <a:pt x="163" y="167"/>
                </a:cubicBezTo>
                <a:close/>
                <a:moveTo>
                  <a:pt x="163" y="183"/>
                </a:moveTo>
                <a:cubicBezTo>
                  <a:pt x="163" y="190"/>
                  <a:pt x="163" y="190"/>
                  <a:pt x="163" y="190"/>
                </a:cubicBezTo>
                <a:cubicBezTo>
                  <a:pt x="162" y="191"/>
                  <a:pt x="162" y="191"/>
                  <a:pt x="162" y="191"/>
                </a:cubicBezTo>
                <a:cubicBezTo>
                  <a:pt x="162" y="191"/>
                  <a:pt x="162" y="191"/>
                  <a:pt x="163" y="191"/>
                </a:cubicBezTo>
                <a:cubicBezTo>
                  <a:pt x="163" y="204"/>
                  <a:pt x="163" y="204"/>
                  <a:pt x="163" y="204"/>
                </a:cubicBezTo>
                <a:cubicBezTo>
                  <a:pt x="158" y="203"/>
                  <a:pt x="152" y="199"/>
                  <a:pt x="148" y="196"/>
                </a:cubicBezTo>
                <a:cubicBezTo>
                  <a:pt x="148" y="177"/>
                  <a:pt x="148" y="177"/>
                  <a:pt x="148" y="177"/>
                </a:cubicBezTo>
                <a:cubicBezTo>
                  <a:pt x="150" y="176"/>
                  <a:pt x="151" y="177"/>
                  <a:pt x="154" y="178"/>
                </a:cubicBezTo>
                <a:cubicBezTo>
                  <a:pt x="154" y="180"/>
                  <a:pt x="155" y="182"/>
                  <a:pt x="155" y="184"/>
                </a:cubicBezTo>
                <a:cubicBezTo>
                  <a:pt x="158" y="183"/>
                  <a:pt x="160" y="182"/>
                  <a:pt x="163" y="183"/>
                </a:cubicBezTo>
                <a:close/>
                <a:moveTo>
                  <a:pt x="163" y="210"/>
                </a:moveTo>
                <a:cubicBezTo>
                  <a:pt x="163" y="223"/>
                  <a:pt x="163" y="223"/>
                  <a:pt x="163" y="223"/>
                </a:cubicBezTo>
                <a:cubicBezTo>
                  <a:pt x="161" y="223"/>
                  <a:pt x="160" y="223"/>
                  <a:pt x="158" y="223"/>
                </a:cubicBezTo>
                <a:cubicBezTo>
                  <a:pt x="158" y="220"/>
                  <a:pt x="158" y="217"/>
                  <a:pt x="158" y="215"/>
                </a:cubicBezTo>
                <a:cubicBezTo>
                  <a:pt x="160" y="213"/>
                  <a:pt x="161" y="212"/>
                  <a:pt x="163" y="210"/>
                </a:cubicBezTo>
                <a:close/>
                <a:moveTo>
                  <a:pt x="163" y="363"/>
                </a:moveTo>
                <a:cubicBezTo>
                  <a:pt x="163" y="444"/>
                  <a:pt x="163" y="444"/>
                  <a:pt x="163" y="444"/>
                </a:cubicBezTo>
                <a:cubicBezTo>
                  <a:pt x="162" y="444"/>
                  <a:pt x="162" y="444"/>
                  <a:pt x="162" y="444"/>
                </a:cubicBezTo>
                <a:cubicBezTo>
                  <a:pt x="160" y="425"/>
                  <a:pt x="160" y="412"/>
                  <a:pt x="159" y="405"/>
                </a:cubicBezTo>
                <a:cubicBezTo>
                  <a:pt x="159" y="391"/>
                  <a:pt x="160" y="377"/>
                  <a:pt x="163" y="363"/>
                </a:cubicBezTo>
                <a:close/>
                <a:moveTo>
                  <a:pt x="163" y="541"/>
                </a:moveTo>
                <a:cubicBezTo>
                  <a:pt x="163" y="549"/>
                  <a:pt x="163" y="549"/>
                  <a:pt x="163" y="549"/>
                </a:cubicBezTo>
                <a:cubicBezTo>
                  <a:pt x="158" y="552"/>
                  <a:pt x="153" y="554"/>
                  <a:pt x="148" y="557"/>
                </a:cubicBezTo>
                <a:cubicBezTo>
                  <a:pt x="148" y="544"/>
                  <a:pt x="148" y="544"/>
                  <a:pt x="148" y="544"/>
                </a:cubicBezTo>
                <a:cubicBezTo>
                  <a:pt x="152" y="541"/>
                  <a:pt x="156" y="537"/>
                  <a:pt x="161" y="538"/>
                </a:cubicBezTo>
                <a:cubicBezTo>
                  <a:pt x="162" y="539"/>
                  <a:pt x="162" y="540"/>
                  <a:pt x="163" y="541"/>
                </a:cubicBezTo>
                <a:close/>
                <a:moveTo>
                  <a:pt x="163" y="565"/>
                </a:moveTo>
                <a:cubicBezTo>
                  <a:pt x="163" y="580"/>
                  <a:pt x="163" y="580"/>
                  <a:pt x="163" y="580"/>
                </a:cubicBezTo>
                <a:cubicBezTo>
                  <a:pt x="157" y="586"/>
                  <a:pt x="154" y="591"/>
                  <a:pt x="163" y="593"/>
                </a:cubicBezTo>
                <a:cubicBezTo>
                  <a:pt x="163" y="605"/>
                  <a:pt x="163" y="605"/>
                  <a:pt x="163" y="605"/>
                </a:cubicBezTo>
                <a:cubicBezTo>
                  <a:pt x="162" y="605"/>
                  <a:pt x="162" y="605"/>
                  <a:pt x="161" y="605"/>
                </a:cubicBezTo>
                <a:cubicBezTo>
                  <a:pt x="154" y="600"/>
                  <a:pt x="150" y="595"/>
                  <a:pt x="148" y="591"/>
                </a:cubicBezTo>
                <a:cubicBezTo>
                  <a:pt x="148" y="582"/>
                  <a:pt x="148" y="582"/>
                  <a:pt x="148" y="582"/>
                </a:cubicBezTo>
                <a:cubicBezTo>
                  <a:pt x="150" y="576"/>
                  <a:pt x="156" y="571"/>
                  <a:pt x="163" y="565"/>
                </a:cubicBezTo>
                <a:close/>
                <a:moveTo>
                  <a:pt x="148" y="530"/>
                </a:moveTo>
                <a:cubicBezTo>
                  <a:pt x="148" y="517"/>
                  <a:pt x="148" y="517"/>
                  <a:pt x="148" y="517"/>
                </a:cubicBezTo>
                <a:cubicBezTo>
                  <a:pt x="149" y="517"/>
                  <a:pt x="149" y="517"/>
                  <a:pt x="149" y="517"/>
                </a:cubicBezTo>
                <a:cubicBezTo>
                  <a:pt x="151" y="520"/>
                  <a:pt x="153" y="523"/>
                  <a:pt x="154" y="526"/>
                </a:cubicBezTo>
                <a:cubicBezTo>
                  <a:pt x="151" y="528"/>
                  <a:pt x="150" y="529"/>
                  <a:pt x="148" y="530"/>
                </a:cubicBezTo>
                <a:close/>
                <a:moveTo>
                  <a:pt x="132" y="102"/>
                </a:moveTo>
                <a:cubicBezTo>
                  <a:pt x="137" y="98"/>
                  <a:pt x="143" y="93"/>
                  <a:pt x="148" y="89"/>
                </a:cubicBezTo>
                <a:cubicBezTo>
                  <a:pt x="148" y="99"/>
                  <a:pt x="148" y="99"/>
                  <a:pt x="148" y="99"/>
                </a:cubicBezTo>
                <a:cubicBezTo>
                  <a:pt x="145" y="100"/>
                  <a:pt x="143" y="103"/>
                  <a:pt x="140" y="106"/>
                </a:cubicBezTo>
                <a:cubicBezTo>
                  <a:pt x="148" y="108"/>
                  <a:pt x="148" y="108"/>
                  <a:pt x="148" y="108"/>
                </a:cubicBezTo>
                <a:cubicBezTo>
                  <a:pt x="148" y="118"/>
                  <a:pt x="148" y="118"/>
                  <a:pt x="148" y="118"/>
                </a:cubicBezTo>
                <a:cubicBezTo>
                  <a:pt x="142" y="116"/>
                  <a:pt x="137" y="115"/>
                  <a:pt x="132" y="116"/>
                </a:cubicBezTo>
                <a:cubicBezTo>
                  <a:pt x="132" y="102"/>
                  <a:pt x="132" y="102"/>
                  <a:pt x="132" y="102"/>
                </a:cubicBezTo>
                <a:close/>
                <a:moveTo>
                  <a:pt x="148" y="706"/>
                </a:moveTo>
                <a:cubicBezTo>
                  <a:pt x="145" y="705"/>
                  <a:pt x="142" y="702"/>
                  <a:pt x="136" y="697"/>
                </a:cubicBezTo>
                <a:cubicBezTo>
                  <a:pt x="135" y="696"/>
                  <a:pt x="133" y="694"/>
                  <a:pt x="132" y="693"/>
                </a:cubicBezTo>
                <a:cubicBezTo>
                  <a:pt x="132" y="663"/>
                  <a:pt x="132" y="663"/>
                  <a:pt x="132" y="663"/>
                </a:cubicBezTo>
                <a:cubicBezTo>
                  <a:pt x="134" y="655"/>
                  <a:pt x="135" y="648"/>
                  <a:pt x="132" y="642"/>
                </a:cubicBezTo>
                <a:cubicBezTo>
                  <a:pt x="132" y="628"/>
                  <a:pt x="132" y="628"/>
                  <a:pt x="132" y="628"/>
                </a:cubicBezTo>
                <a:cubicBezTo>
                  <a:pt x="133" y="628"/>
                  <a:pt x="133" y="629"/>
                  <a:pt x="133" y="629"/>
                </a:cubicBezTo>
                <a:cubicBezTo>
                  <a:pt x="137" y="633"/>
                  <a:pt x="140" y="638"/>
                  <a:pt x="143" y="643"/>
                </a:cubicBezTo>
                <a:cubicBezTo>
                  <a:pt x="145" y="644"/>
                  <a:pt x="146" y="645"/>
                  <a:pt x="148" y="647"/>
                </a:cubicBezTo>
                <a:cubicBezTo>
                  <a:pt x="148" y="656"/>
                  <a:pt x="148" y="656"/>
                  <a:pt x="148" y="656"/>
                </a:cubicBezTo>
                <a:cubicBezTo>
                  <a:pt x="147" y="656"/>
                  <a:pt x="145" y="654"/>
                  <a:pt x="143" y="654"/>
                </a:cubicBezTo>
                <a:cubicBezTo>
                  <a:pt x="140" y="674"/>
                  <a:pt x="134" y="684"/>
                  <a:pt x="148" y="697"/>
                </a:cubicBezTo>
                <a:cubicBezTo>
                  <a:pt x="148" y="706"/>
                  <a:pt x="148" y="706"/>
                  <a:pt x="148" y="706"/>
                </a:cubicBezTo>
                <a:close/>
                <a:moveTo>
                  <a:pt x="148" y="135"/>
                </a:moveTo>
                <a:cubicBezTo>
                  <a:pt x="148" y="148"/>
                  <a:pt x="148" y="148"/>
                  <a:pt x="148" y="148"/>
                </a:cubicBezTo>
                <a:cubicBezTo>
                  <a:pt x="143" y="154"/>
                  <a:pt x="139" y="161"/>
                  <a:pt x="132" y="165"/>
                </a:cubicBezTo>
                <a:cubicBezTo>
                  <a:pt x="132" y="154"/>
                  <a:pt x="132" y="154"/>
                  <a:pt x="132" y="154"/>
                </a:cubicBezTo>
                <a:cubicBezTo>
                  <a:pt x="135" y="152"/>
                  <a:pt x="138" y="149"/>
                  <a:pt x="141" y="144"/>
                </a:cubicBezTo>
                <a:cubicBezTo>
                  <a:pt x="138" y="144"/>
                  <a:pt x="135" y="143"/>
                  <a:pt x="132" y="142"/>
                </a:cubicBezTo>
                <a:cubicBezTo>
                  <a:pt x="132" y="133"/>
                  <a:pt x="132" y="133"/>
                  <a:pt x="132" y="133"/>
                </a:cubicBezTo>
                <a:cubicBezTo>
                  <a:pt x="142" y="136"/>
                  <a:pt x="142" y="136"/>
                  <a:pt x="142" y="136"/>
                </a:cubicBezTo>
                <a:cubicBezTo>
                  <a:pt x="144" y="135"/>
                  <a:pt x="146" y="135"/>
                  <a:pt x="148" y="135"/>
                </a:cubicBezTo>
                <a:close/>
                <a:moveTo>
                  <a:pt x="148" y="177"/>
                </a:moveTo>
                <a:cubicBezTo>
                  <a:pt x="148" y="196"/>
                  <a:pt x="148" y="196"/>
                  <a:pt x="148" y="196"/>
                </a:cubicBezTo>
                <a:cubicBezTo>
                  <a:pt x="145" y="194"/>
                  <a:pt x="144" y="192"/>
                  <a:pt x="143" y="190"/>
                </a:cubicBezTo>
                <a:cubicBezTo>
                  <a:pt x="144" y="182"/>
                  <a:pt x="144" y="182"/>
                  <a:pt x="145" y="177"/>
                </a:cubicBezTo>
                <a:cubicBezTo>
                  <a:pt x="147" y="177"/>
                  <a:pt x="147" y="177"/>
                  <a:pt x="148" y="177"/>
                </a:cubicBezTo>
                <a:close/>
                <a:moveTo>
                  <a:pt x="148" y="517"/>
                </a:moveTo>
                <a:cubicBezTo>
                  <a:pt x="148" y="530"/>
                  <a:pt x="148" y="530"/>
                  <a:pt x="148" y="530"/>
                </a:cubicBezTo>
                <a:cubicBezTo>
                  <a:pt x="146" y="531"/>
                  <a:pt x="144" y="532"/>
                  <a:pt x="141" y="534"/>
                </a:cubicBezTo>
                <a:cubicBezTo>
                  <a:pt x="146" y="543"/>
                  <a:pt x="146" y="543"/>
                  <a:pt x="147" y="544"/>
                </a:cubicBezTo>
                <a:cubicBezTo>
                  <a:pt x="148" y="544"/>
                  <a:pt x="148" y="544"/>
                  <a:pt x="148" y="544"/>
                </a:cubicBezTo>
                <a:cubicBezTo>
                  <a:pt x="148" y="557"/>
                  <a:pt x="148" y="557"/>
                  <a:pt x="148" y="557"/>
                </a:cubicBezTo>
                <a:cubicBezTo>
                  <a:pt x="143" y="560"/>
                  <a:pt x="137" y="563"/>
                  <a:pt x="132" y="566"/>
                </a:cubicBezTo>
                <a:cubicBezTo>
                  <a:pt x="132" y="553"/>
                  <a:pt x="132" y="553"/>
                  <a:pt x="132" y="553"/>
                </a:cubicBezTo>
                <a:cubicBezTo>
                  <a:pt x="134" y="552"/>
                  <a:pt x="135" y="551"/>
                  <a:pt x="139" y="550"/>
                </a:cubicBezTo>
                <a:cubicBezTo>
                  <a:pt x="137" y="544"/>
                  <a:pt x="137" y="544"/>
                  <a:pt x="133" y="538"/>
                </a:cubicBezTo>
                <a:cubicBezTo>
                  <a:pt x="132" y="539"/>
                  <a:pt x="132" y="539"/>
                  <a:pt x="132" y="539"/>
                </a:cubicBezTo>
                <a:cubicBezTo>
                  <a:pt x="132" y="525"/>
                  <a:pt x="132" y="525"/>
                  <a:pt x="132" y="525"/>
                </a:cubicBezTo>
                <a:cubicBezTo>
                  <a:pt x="137" y="523"/>
                  <a:pt x="143" y="520"/>
                  <a:pt x="148" y="517"/>
                </a:cubicBezTo>
                <a:close/>
                <a:moveTo>
                  <a:pt x="148" y="582"/>
                </a:moveTo>
                <a:cubicBezTo>
                  <a:pt x="148" y="591"/>
                  <a:pt x="148" y="591"/>
                  <a:pt x="148" y="591"/>
                </a:cubicBezTo>
                <a:cubicBezTo>
                  <a:pt x="147" y="588"/>
                  <a:pt x="147" y="585"/>
                  <a:pt x="148" y="582"/>
                </a:cubicBezTo>
                <a:close/>
                <a:moveTo>
                  <a:pt x="132" y="501"/>
                </a:moveTo>
                <a:cubicBezTo>
                  <a:pt x="132" y="481"/>
                  <a:pt x="132" y="481"/>
                  <a:pt x="132" y="481"/>
                </a:cubicBezTo>
                <a:cubicBezTo>
                  <a:pt x="137" y="486"/>
                  <a:pt x="140" y="494"/>
                  <a:pt x="142" y="505"/>
                </a:cubicBezTo>
                <a:cubicBezTo>
                  <a:pt x="139" y="506"/>
                  <a:pt x="136" y="507"/>
                  <a:pt x="133" y="507"/>
                </a:cubicBezTo>
                <a:cubicBezTo>
                  <a:pt x="133" y="505"/>
                  <a:pt x="133" y="503"/>
                  <a:pt x="132" y="501"/>
                </a:cubicBezTo>
                <a:close/>
                <a:moveTo>
                  <a:pt x="132" y="325"/>
                </a:moveTo>
                <a:cubicBezTo>
                  <a:pt x="132" y="310"/>
                  <a:pt x="132" y="310"/>
                  <a:pt x="132" y="310"/>
                </a:cubicBezTo>
                <a:cubicBezTo>
                  <a:pt x="134" y="310"/>
                  <a:pt x="135" y="311"/>
                  <a:pt x="136" y="311"/>
                </a:cubicBezTo>
                <a:cubicBezTo>
                  <a:pt x="135" y="316"/>
                  <a:pt x="134" y="320"/>
                  <a:pt x="132" y="325"/>
                </a:cubicBezTo>
                <a:close/>
                <a:moveTo>
                  <a:pt x="132" y="273"/>
                </a:moveTo>
                <a:cubicBezTo>
                  <a:pt x="132" y="258"/>
                  <a:pt x="132" y="258"/>
                  <a:pt x="132" y="258"/>
                </a:cubicBezTo>
                <a:cubicBezTo>
                  <a:pt x="139" y="257"/>
                  <a:pt x="143" y="264"/>
                  <a:pt x="137" y="273"/>
                </a:cubicBezTo>
                <a:cubicBezTo>
                  <a:pt x="135" y="273"/>
                  <a:pt x="134" y="273"/>
                  <a:pt x="132" y="273"/>
                </a:cubicBezTo>
                <a:close/>
                <a:moveTo>
                  <a:pt x="125" y="109"/>
                </a:moveTo>
                <a:cubicBezTo>
                  <a:pt x="127" y="107"/>
                  <a:pt x="130" y="104"/>
                  <a:pt x="132" y="102"/>
                </a:cubicBezTo>
                <a:cubicBezTo>
                  <a:pt x="132" y="116"/>
                  <a:pt x="132" y="116"/>
                  <a:pt x="132" y="116"/>
                </a:cubicBezTo>
                <a:cubicBezTo>
                  <a:pt x="130" y="117"/>
                  <a:pt x="127" y="118"/>
                  <a:pt x="125" y="120"/>
                </a:cubicBezTo>
                <a:cubicBezTo>
                  <a:pt x="125" y="109"/>
                  <a:pt x="125" y="109"/>
                  <a:pt x="125" y="109"/>
                </a:cubicBezTo>
                <a:close/>
                <a:moveTo>
                  <a:pt x="132" y="693"/>
                </a:moveTo>
                <a:cubicBezTo>
                  <a:pt x="130" y="690"/>
                  <a:pt x="127" y="688"/>
                  <a:pt x="125" y="685"/>
                </a:cubicBezTo>
                <a:cubicBezTo>
                  <a:pt x="125" y="676"/>
                  <a:pt x="125" y="676"/>
                  <a:pt x="125" y="676"/>
                </a:cubicBezTo>
                <a:cubicBezTo>
                  <a:pt x="126" y="677"/>
                  <a:pt x="127" y="678"/>
                  <a:pt x="128" y="679"/>
                </a:cubicBezTo>
                <a:cubicBezTo>
                  <a:pt x="129" y="673"/>
                  <a:pt x="131" y="668"/>
                  <a:pt x="132" y="663"/>
                </a:cubicBezTo>
                <a:cubicBezTo>
                  <a:pt x="132" y="693"/>
                  <a:pt x="132" y="693"/>
                  <a:pt x="132" y="693"/>
                </a:cubicBezTo>
                <a:close/>
                <a:moveTo>
                  <a:pt x="132" y="133"/>
                </a:moveTo>
                <a:cubicBezTo>
                  <a:pt x="132" y="142"/>
                  <a:pt x="132" y="142"/>
                  <a:pt x="132" y="142"/>
                </a:cubicBezTo>
                <a:cubicBezTo>
                  <a:pt x="130" y="142"/>
                  <a:pt x="127" y="141"/>
                  <a:pt x="125" y="141"/>
                </a:cubicBezTo>
                <a:cubicBezTo>
                  <a:pt x="125" y="131"/>
                  <a:pt x="125" y="131"/>
                  <a:pt x="125" y="131"/>
                </a:cubicBezTo>
                <a:cubicBezTo>
                  <a:pt x="132" y="133"/>
                  <a:pt x="132" y="133"/>
                  <a:pt x="132" y="133"/>
                </a:cubicBezTo>
                <a:close/>
                <a:moveTo>
                  <a:pt x="132" y="154"/>
                </a:moveTo>
                <a:cubicBezTo>
                  <a:pt x="132" y="165"/>
                  <a:pt x="132" y="165"/>
                  <a:pt x="132" y="165"/>
                </a:cubicBezTo>
                <a:cubicBezTo>
                  <a:pt x="132" y="165"/>
                  <a:pt x="131" y="166"/>
                  <a:pt x="130" y="166"/>
                </a:cubicBezTo>
                <a:cubicBezTo>
                  <a:pt x="128" y="169"/>
                  <a:pt x="126" y="172"/>
                  <a:pt x="125" y="175"/>
                </a:cubicBezTo>
                <a:cubicBezTo>
                  <a:pt x="125" y="157"/>
                  <a:pt x="125" y="157"/>
                  <a:pt x="125" y="157"/>
                </a:cubicBezTo>
                <a:cubicBezTo>
                  <a:pt x="128" y="156"/>
                  <a:pt x="130" y="156"/>
                  <a:pt x="132" y="154"/>
                </a:cubicBezTo>
                <a:close/>
                <a:moveTo>
                  <a:pt x="132" y="258"/>
                </a:moveTo>
                <a:cubicBezTo>
                  <a:pt x="132" y="273"/>
                  <a:pt x="132" y="273"/>
                  <a:pt x="132" y="273"/>
                </a:cubicBezTo>
                <a:cubicBezTo>
                  <a:pt x="131" y="273"/>
                  <a:pt x="129" y="273"/>
                  <a:pt x="128" y="273"/>
                </a:cubicBezTo>
                <a:cubicBezTo>
                  <a:pt x="124" y="269"/>
                  <a:pt x="125" y="267"/>
                  <a:pt x="125" y="262"/>
                </a:cubicBezTo>
                <a:cubicBezTo>
                  <a:pt x="128" y="260"/>
                  <a:pt x="130" y="258"/>
                  <a:pt x="132" y="258"/>
                </a:cubicBezTo>
                <a:close/>
                <a:moveTo>
                  <a:pt x="132" y="310"/>
                </a:moveTo>
                <a:cubicBezTo>
                  <a:pt x="132" y="325"/>
                  <a:pt x="132" y="325"/>
                  <a:pt x="132" y="325"/>
                </a:cubicBezTo>
                <a:cubicBezTo>
                  <a:pt x="131" y="331"/>
                  <a:pt x="129" y="336"/>
                  <a:pt x="128" y="342"/>
                </a:cubicBezTo>
                <a:cubicBezTo>
                  <a:pt x="125" y="342"/>
                  <a:pt x="125" y="342"/>
                  <a:pt x="125" y="342"/>
                </a:cubicBezTo>
                <a:cubicBezTo>
                  <a:pt x="125" y="317"/>
                  <a:pt x="125" y="317"/>
                  <a:pt x="125" y="317"/>
                </a:cubicBezTo>
                <a:cubicBezTo>
                  <a:pt x="125" y="317"/>
                  <a:pt x="125" y="317"/>
                  <a:pt x="125" y="317"/>
                </a:cubicBezTo>
                <a:cubicBezTo>
                  <a:pt x="125" y="314"/>
                  <a:pt x="126" y="311"/>
                  <a:pt x="127" y="309"/>
                </a:cubicBezTo>
                <a:cubicBezTo>
                  <a:pt x="128" y="309"/>
                  <a:pt x="130" y="310"/>
                  <a:pt x="132" y="310"/>
                </a:cubicBezTo>
                <a:close/>
                <a:moveTo>
                  <a:pt x="132" y="481"/>
                </a:moveTo>
                <a:cubicBezTo>
                  <a:pt x="132" y="501"/>
                  <a:pt x="132" y="501"/>
                  <a:pt x="132" y="501"/>
                </a:cubicBezTo>
                <a:cubicBezTo>
                  <a:pt x="132" y="499"/>
                  <a:pt x="131" y="496"/>
                  <a:pt x="131" y="493"/>
                </a:cubicBezTo>
                <a:cubicBezTo>
                  <a:pt x="129" y="491"/>
                  <a:pt x="127" y="489"/>
                  <a:pt x="125" y="488"/>
                </a:cubicBezTo>
                <a:cubicBezTo>
                  <a:pt x="125" y="476"/>
                  <a:pt x="125" y="476"/>
                  <a:pt x="125" y="476"/>
                </a:cubicBezTo>
                <a:cubicBezTo>
                  <a:pt x="128" y="477"/>
                  <a:pt x="130" y="479"/>
                  <a:pt x="132" y="481"/>
                </a:cubicBezTo>
                <a:close/>
                <a:moveTo>
                  <a:pt x="132" y="525"/>
                </a:moveTo>
                <a:cubicBezTo>
                  <a:pt x="132" y="539"/>
                  <a:pt x="132" y="539"/>
                  <a:pt x="132" y="539"/>
                </a:cubicBezTo>
                <a:cubicBezTo>
                  <a:pt x="130" y="540"/>
                  <a:pt x="127" y="542"/>
                  <a:pt x="125" y="544"/>
                </a:cubicBezTo>
                <a:cubicBezTo>
                  <a:pt x="125" y="529"/>
                  <a:pt x="125" y="529"/>
                  <a:pt x="125" y="529"/>
                </a:cubicBezTo>
                <a:cubicBezTo>
                  <a:pt x="132" y="525"/>
                  <a:pt x="132" y="525"/>
                  <a:pt x="132" y="525"/>
                </a:cubicBezTo>
                <a:close/>
                <a:moveTo>
                  <a:pt x="132" y="553"/>
                </a:moveTo>
                <a:cubicBezTo>
                  <a:pt x="132" y="566"/>
                  <a:pt x="132" y="566"/>
                  <a:pt x="132" y="566"/>
                </a:cubicBezTo>
                <a:cubicBezTo>
                  <a:pt x="129" y="567"/>
                  <a:pt x="129" y="567"/>
                  <a:pt x="129" y="567"/>
                </a:cubicBezTo>
                <a:cubicBezTo>
                  <a:pt x="128" y="564"/>
                  <a:pt x="126" y="561"/>
                  <a:pt x="125" y="558"/>
                </a:cubicBezTo>
                <a:cubicBezTo>
                  <a:pt x="129" y="555"/>
                  <a:pt x="130" y="554"/>
                  <a:pt x="132" y="553"/>
                </a:cubicBezTo>
                <a:close/>
                <a:moveTo>
                  <a:pt x="132" y="628"/>
                </a:moveTo>
                <a:cubicBezTo>
                  <a:pt x="132" y="642"/>
                  <a:pt x="132" y="642"/>
                  <a:pt x="132" y="642"/>
                </a:cubicBezTo>
                <a:cubicBezTo>
                  <a:pt x="131" y="638"/>
                  <a:pt x="128" y="635"/>
                  <a:pt x="125" y="632"/>
                </a:cubicBezTo>
                <a:cubicBezTo>
                  <a:pt x="125" y="621"/>
                  <a:pt x="125" y="621"/>
                  <a:pt x="125" y="621"/>
                </a:cubicBezTo>
                <a:cubicBezTo>
                  <a:pt x="127" y="623"/>
                  <a:pt x="129" y="626"/>
                  <a:pt x="132" y="628"/>
                </a:cubicBezTo>
                <a:close/>
                <a:moveTo>
                  <a:pt x="125" y="512"/>
                </a:moveTo>
                <a:cubicBezTo>
                  <a:pt x="125" y="505"/>
                  <a:pt x="125" y="505"/>
                  <a:pt x="125" y="505"/>
                </a:cubicBezTo>
                <a:cubicBezTo>
                  <a:pt x="125" y="507"/>
                  <a:pt x="126" y="509"/>
                  <a:pt x="127" y="511"/>
                </a:cubicBezTo>
                <a:cubicBezTo>
                  <a:pt x="125" y="512"/>
                  <a:pt x="125" y="512"/>
                  <a:pt x="125" y="512"/>
                </a:cubicBezTo>
                <a:close/>
                <a:moveTo>
                  <a:pt x="125" y="460"/>
                </a:moveTo>
                <a:cubicBezTo>
                  <a:pt x="125" y="449"/>
                  <a:pt x="125" y="449"/>
                  <a:pt x="125" y="449"/>
                </a:cubicBezTo>
                <a:cubicBezTo>
                  <a:pt x="125" y="449"/>
                  <a:pt x="126" y="449"/>
                  <a:pt x="127" y="450"/>
                </a:cubicBezTo>
                <a:cubicBezTo>
                  <a:pt x="128" y="453"/>
                  <a:pt x="128" y="456"/>
                  <a:pt x="129" y="459"/>
                </a:cubicBezTo>
                <a:cubicBezTo>
                  <a:pt x="125" y="460"/>
                  <a:pt x="125" y="460"/>
                  <a:pt x="125" y="460"/>
                </a:cubicBezTo>
                <a:close/>
                <a:moveTo>
                  <a:pt x="125" y="436"/>
                </a:moveTo>
                <a:cubicBezTo>
                  <a:pt x="125" y="432"/>
                  <a:pt x="125" y="432"/>
                  <a:pt x="125" y="432"/>
                </a:cubicBezTo>
                <a:cubicBezTo>
                  <a:pt x="125" y="435"/>
                  <a:pt x="125" y="435"/>
                  <a:pt x="125" y="435"/>
                </a:cubicBezTo>
                <a:lnTo>
                  <a:pt x="125" y="436"/>
                </a:lnTo>
                <a:close/>
                <a:moveTo>
                  <a:pt x="103" y="132"/>
                </a:moveTo>
                <a:cubicBezTo>
                  <a:pt x="104" y="132"/>
                  <a:pt x="104" y="132"/>
                  <a:pt x="105" y="131"/>
                </a:cubicBezTo>
                <a:cubicBezTo>
                  <a:pt x="111" y="123"/>
                  <a:pt x="118" y="116"/>
                  <a:pt x="125" y="109"/>
                </a:cubicBezTo>
                <a:cubicBezTo>
                  <a:pt x="125" y="120"/>
                  <a:pt x="125" y="120"/>
                  <a:pt x="125" y="120"/>
                </a:cubicBezTo>
                <a:cubicBezTo>
                  <a:pt x="122" y="122"/>
                  <a:pt x="118" y="125"/>
                  <a:pt x="115" y="129"/>
                </a:cubicBezTo>
                <a:cubicBezTo>
                  <a:pt x="118" y="130"/>
                  <a:pt x="121" y="131"/>
                  <a:pt x="125" y="131"/>
                </a:cubicBezTo>
                <a:cubicBezTo>
                  <a:pt x="125" y="141"/>
                  <a:pt x="125" y="141"/>
                  <a:pt x="125" y="141"/>
                </a:cubicBezTo>
                <a:cubicBezTo>
                  <a:pt x="116" y="139"/>
                  <a:pt x="109" y="139"/>
                  <a:pt x="103" y="143"/>
                </a:cubicBezTo>
                <a:cubicBezTo>
                  <a:pt x="103" y="132"/>
                  <a:pt x="103" y="132"/>
                  <a:pt x="103" y="132"/>
                </a:cubicBezTo>
                <a:close/>
                <a:moveTo>
                  <a:pt x="125" y="685"/>
                </a:moveTo>
                <a:cubicBezTo>
                  <a:pt x="118" y="679"/>
                  <a:pt x="111" y="673"/>
                  <a:pt x="106" y="665"/>
                </a:cubicBezTo>
                <a:cubicBezTo>
                  <a:pt x="105" y="664"/>
                  <a:pt x="104" y="664"/>
                  <a:pt x="103" y="663"/>
                </a:cubicBezTo>
                <a:cubicBezTo>
                  <a:pt x="103" y="653"/>
                  <a:pt x="103" y="653"/>
                  <a:pt x="103" y="653"/>
                </a:cubicBezTo>
                <a:cubicBezTo>
                  <a:pt x="104" y="655"/>
                  <a:pt x="104" y="655"/>
                  <a:pt x="104" y="655"/>
                </a:cubicBezTo>
                <a:cubicBezTo>
                  <a:pt x="107" y="646"/>
                  <a:pt x="110" y="637"/>
                  <a:pt x="113" y="629"/>
                </a:cubicBezTo>
                <a:cubicBezTo>
                  <a:pt x="113" y="617"/>
                  <a:pt x="112" y="615"/>
                  <a:pt x="104" y="605"/>
                </a:cubicBezTo>
                <a:cubicBezTo>
                  <a:pt x="104" y="605"/>
                  <a:pt x="103" y="605"/>
                  <a:pt x="103" y="606"/>
                </a:cubicBezTo>
                <a:cubicBezTo>
                  <a:pt x="103" y="592"/>
                  <a:pt x="103" y="592"/>
                  <a:pt x="103" y="592"/>
                </a:cubicBezTo>
                <a:cubicBezTo>
                  <a:pt x="104" y="594"/>
                  <a:pt x="105" y="596"/>
                  <a:pt x="105" y="597"/>
                </a:cubicBezTo>
                <a:cubicBezTo>
                  <a:pt x="114" y="605"/>
                  <a:pt x="118" y="613"/>
                  <a:pt x="125" y="621"/>
                </a:cubicBezTo>
                <a:cubicBezTo>
                  <a:pt x="125" y="632"/>
                  <a:pt x="125" y="632"/>
                  <a:pt x="125" y="632"/>
                </a:cubicBezTo>
                <a:cubicBezTo>
                  <a:pt x="124" y="631"/>
                  <a:pt x="123" y="631"/>
                  <a:pt x="123" y="630"/>
                </a:cubicBezTo>
                <a:cubicBezTo>
                  <a:pt x="115" y="654"/>
                  <a:pt x="110" y="661"/>
                  <a:pt x="125" y="676"/>
                </a:cubicBezTo>
                <a:cubicBezTo>
                  <a:pt x="125" y="685"/>
                  <a:pt x="125" y="685"/>
                  <a:pt x="125" y="685"/>
                </a:cubicBezTo>
                <a:close/>
                <a:moveTo>
                  <a:pt x="125" y="157"/>
                </a:moveTo>
                <a:cubicBezTo>
                  <a:pt x="125" y="175"/>
                  <a:pt x="125" y="175"/>
                  <a:pt x="125" y="175"/>
                </a:cubicBezTo>
                <a:cubicBezTo>
                  <a:pt x="121" y="180"/>
                  <a:pt x="117" y="184"/>
                  <a:pt x="111" y="190"/>
                </a:cubicBezTo>
                <a:cubicBezTo>
                  <a:pt x="108" y="195"/>
                  <a:pt x="106" y="200"/>
                  <a:pt x="103" y="205"/>
                </a:cubicBezTo>
                <a:cubicBezTo>
                  <a:pt x="103" y="182"/>
                  <a:pt x="103" y="182"/>
                  <a:pt x="103" y="182"/>
                </a:cubicBezTo>
                <a:cubicBezTo>
                  <a:pt x="111" y="181"/>
                  <a:pt x="115" y="177"/>
                  <a:pt x="120" y="167"/>
                </a:cubicBezTo>
                <a:cubicBezTo>
                  <a:pt x="111" y="166"/>
                  <a:pt x="107" y="165"/>
                  <a:pt x="103" y="165"/>
                </a:cubicBezTo>
                <a:cubicBezTo>
                  <a:pt x="103" y="156"/>
                  <a:pt x="103" y="156"/>
                  <a:pt x="103" y="156"/>
                </a:cubicBezTo>
                <a:cubicBezTo>
                  <a:pt x="113" y="158"/>
                  <a:pt x="113" y="158"/>
                  <a:pt x="113" y="158"/>
                </a:cubicBezTo>
                <a:cubicBezTo>
                  <a:pt x="118" y="158"/>
                  <a:pt x="121" y="158"/>
                  <a:pt x="125" y="157"/>
                </a:cubicBezTo>
                <a:close/>
                <a:moveTo>
                  <a:pt x="125" y="317"/>
                </a:moveTo>
                <a:cubicBezTo>
                  <a:pt x="125" y="342"/>
                  <a:pt x="125" y="342"/>
                  <a:pt x="125" y="342"/>
                </a:cubicBezTo>
                <a:cubicBezTo>
                  <a:pt x="123" y="342"/>
                  <a:pt x="123" y="342"/>
                  <a:pt x="123" y="342"/>
                </a:cubicBezTo>
                <a:cubicBezTo>
                  <a:pt x="122" y="341"/>
                  <a:pt x="120" y="341"/>
                  <a:pt x="118" y="341"/>
                </a:cubicBezTo>
                <a:cubicBezTo>
                  <a:pt x="119" y="337"/>
                  <a:pt x="120" y="333"/>
                  <a:pt x="121" y="330"/>
                </a:cubicBezTo>
                <a:cubicBezTo>
                  <a:pt x="115" y="328"/>
                  <a:pt x="109" y="327"/>
                  <a:pt x="103" y="325"/>
                </a:cubicBezTo>
                <a:cubicBezTo>
                  <a:pt x="103" y="313"/>
                  <a:pt x="103" y="313"/>
                  <a:pt x="103" y="313"/>
                </a:cubicBezTo>
                <a:cubicBezTo>
                  <a:pt x="110" y="315"/>
                  <a:pt x="118" y="317"/>
                  <a:pt x="125" y="317"/>
                </a:cubicBezTo>
                <a:close/>
                <a:moveTo>
                  <a:pt x="125" y="432"/>
                </a:moveTo>
                <a:cubicBezTo>
                  <a:pt x="125" y="436"/>
                  <a:pt x="125" y="436"/>
                  <a:pt x="125" y="436"/>
                </a:cubicBezTo>
                <a:cubicBezTo>
                  <a:pt x="118" y="440"/>
                  <a:pt x="110" y="446"/>
                  <a:pt x="103" y="451"/>
                </a:cubicBezTo>
                <a:cubicBezTo>
                  <a:pt x="103" y="439"/>
                  <a:pt x="103" y="439"/>
                  <a:pt x="103" y="439"/>
                </a:cubicBezTo>
                <a:cubicBezTo>
                  <a:pt x="105" y="438"/>
                  <a:pt x="107" y="436"/>
                  <a:pt x="109" y="435"/>
                </a:cubicBezTo>
                <a:cubicBezTo>
                  <a:pt x="107" y="435"/>
                  <a:pt x="105" y="436"/>
                  <a:pt x="103" y="436"/>
                </a:cubicBezTo>
                <a:cubicBezTo>
                  <a:pt x="103" y="425"/>
                  <a:pt x="103" y="425"/>
                  <a:pt x="103" y="425"/>
                </a:cubicBezTo>
                <a:cubicBezTo>
                  <a:pt x="123" y="422"/>
                  <a:pt x="123" y="422"/>
                  <a:pt x="123" y="422"/>
                </a:cubicBezTo>
                <a:cubicBezTo>
                  <a:pt x="125" y="432"/>
                  <a:pt x="125" y="432"/>
                  <a:pt x="125" y="432"/>
                </a:cubicBezTo>
                <a:close/>
                <a:moveTo>
                  <a:pt x="125" y="449"/>
                </a:moveTo>
                <a:cubicBezTo>
                  <a:pt x="121" y="449"/>
                  <a:pt x="118" y="450"/>
                  <a:pt x="103" y="452"/>
                </a:cubicBezTo>
                <a:cubicBezTo>
                  <a:pt x="103" y="463"/>
                  <a:pt x="103" y="463"/>
                  <a:pt x="103" y="463"/>
                </a:cubicBezTo>
                <a:cubicBezTo>
                  <a:pt x="110" y="462"/>
                  <a:pt x="118" y="461"/>
                  <a:pt x="125" y="460"/>
                </a:cubicBezTo>
                <a:cubicBezTo>
                  <a:pt x="125" y="449"/>
                  <a:pt x="125" y="449"/>
                  <a:pt x="125" y="449"/>
                </a:cubicBezTo>
                <a:close/>
                <a:moveTo>
                  <a:pt x="125" y="476"/>
                </a:moveTo>
                <a:cubicBezTo>
                  <a:pt x="125" y="488"/>
                  <a:pt x="125" y="488"/>
                  <a:pt x="125" y="488"/>
                </a:cubicBezTo>
                <a:cubicBezTo>
                  <a:pt x="115" y="483"/>
                  <a:pt x="102" y="492"/>
                  <a:pt x="107" y="506"/>
                </a:cubicBezTo>
                <a:cubicBezTo>
                  <a:pt x="110" y="506"/>
                  <a:pt x="110" y="506"/>
                  <a:pt x="114" y="504"/>
                </a:cubicBezTo>
                <a:cubicBezTo>
                  <a:pt x="114" y="502"/>
                  <a:pt x="114" y="500"/>
                  <a:pt x="114" y="498"/>
                </a:cubicBezTo>
                <a:cubicBezTo>
                  <a:pt x="116" y="497"/>
                  <a:pt x="118" y="496"/>
                  <a:pt x="121" y="495"/>
                </a:cubicBezTo>
                <a:cubicBezTo>
                  <a:pt x="122" y="498"/>
                  <a:pt x="123" y="501"/>
                  <a:pt x="125" y="505"/>
                </a:cubicBezTo>
                <a:cubicBezTo>
                  <a:pt x="125" y="512"/>
                  <a:pt x="125" y="512"/>
                  <a:pt x="125" y="512"/>
                </a:cubicBezTo>
                <a:cubicBezTo>
                  <a:pt x="118" y="514"/>
                  <a:pt x="111" y="517"/>
                  <a:pt x="104" y="519"/>
                </a:cubicBezTo>
                <a:cubicBezTo>
                  <a:pt x="103" y="516"/>
                  <a:pt x="103" y="516"/>
                  <a:pt x="103" y="516"/>
                </a:cubicBezTo>
                <a:cubicBezTo>
                  <a:pt x="103" y="480"/>
                  <a:pt x="103" y="480"/>
                  <a:pt x="103" y="480"/>
                </a:cubicBezTo>
                <a:cubicBezTo>
                  <a:pt x="112" y="476"/>
                  <a:pt x="119" y="475"/>
                  <a:pt x="125" y="476"/>
                </a:cubicBezTo>
                <a:close/>
                <a:moveTo>
                  <a:pt x="125" y="529"/>
                </a:moveTo>
                <a:cubicBezTo>
                  <a:pt x="125" y="544"/>
                  <a:pt x="125" y="544"/>
                  <a:pt x="125" y="544"/>
                </a:cubicBezTo>
                <a:cubicBezTo>
                  <a:pt x="122" y="545"/>
                  <a:pt x="120" y="546"/>
                  <a:pt x="117" y="546"/>
                </a:cubicBezTo>
                <a:cubicBezTo>
                  <a:pt x="116" y="543"/>
                  <a:pt x="114" y="539"/>
                  <a:pt x="113" y="536"/>
                </a:cubicBezTo>
                <a:cubicBezTo>
                  <a:pt x="117" y="534"/>
                  <a:pt x="121" y="532"/>
                  <a:pt x="125" y="529"/>
                </a:cubicBezTo>
                <a:close/>
                <a:moveTo>
                  <a:pt x="103" y="409"/>
                </a:moveTo>
                <a:cubicBezTo>
                  <a:pt x="103" y="396"/>
                  <a:pt x="103" y="396"/>
                  <a:pt x="103" y="396"/>
                </a:cubicBezTo>
                <a:cubicBezTo>
                  <a:pt x="109" y="396"/>
                  <a:pt x="116" y="396"/>
                  <a:pt x="122" y="396"/>
                </a:cubicBezTo>
                <a:cubicBezTo>
                  <a:pt x="122" y="400"/>
                  <a:pt x="122" y="404"/>
                  <a:pt x="122" y="409"/>
                </a:cubicBezTo>
                <a:cubicBezTo>
                  <a:pt x="103" y="409"/>
                  <a:pt x="103" y="409"/>
                  <a:pt x="103" y="409"/>
                </a:cubicBezTo>
                <a:close/>
                <a:moveTo>
                  <a:pt x="103" y="378"/>
                </a:moveTo>
                <a:cubicBezTo>
                  <a:pt x="103" y="356"/>
                  <a:pt x="103" y="356"/>
                  <a:pt x="103" y="356"/>
                </a:cubicBezTo>
                <a:cubicBezTo>
                  <a:pt x="106" y="353"/>
                  <a:pt x="109" y="353"/>
                  <a:pt x="116" y="353"/>
                </a:cubicBezTo>
                <a:cubicBezTo>
                  <a:pt x="126" y="360"/>
                  <a:pt x="124" y="371"/>
                  <a:pt x="122" y="382"/>
                </a:cubicBezTo>
                <a:cubicBezTo>
                  <a:pt x="119" y="381"/>
                  <a:pt x="116" y="380"/>
                  <a:pt x="113" y="380"/>
                </a:cubicBezTo>
                <a:cubicBezTo>
                  <a:pt x="115" y="374"/>
                  <a:pt x="114" y="370"/>
                  <a:pt x="114" y="364"/>
                </a:cubicBezTo>
                <a:cubicBezTo>
                  <a:pt x="112" y="364"/>
                  <a:pt x="111" y="364"/>
                  <a:pt x="110" y="365"/>
                </a:cubicBezTo>
                <a:cubicBezTo>
                  <a:pt x="107" y="371"/>
                  <a:pt x="105" y="375"/>
                  <a:pt x="103" y="378"/>
                </a:cubicBezTo>
                <a:close/>
                <a:moveTo>
                  <a:pt x="94" y="141"/>
                </a:moveTo>
                <a:cubicBezTo>
                  <a:pt x="97" y="138"/>
                  <a:pt x="100" y="135"/>
                  <a:pt x="103" y="132"/>
                </a:cubicBezTo>
                <a:cubicBezTo>
                  <a:pt x="103" y="143"/>
                  <a:pt x="103" y="143"/>
                  <a:pt x="103" y="143"/>
                </a:cubicBezTo>
                <a:cubicBezTo>
                  <a:pt x="100" y="146"/>
                  <a:pt x="97" y="149"/>
                  <a:pt x="94" y="154"/>
                </a:cubicBezTo>
                <a:cubicBezTo>
                  <a:pt x="94" y="141"/>
                  <a:pt x="94" y="141"/>
                  <a:pt x="94" y="141"/>
                </a:cubicBezTo>
                <a:close/>
                <a:moveTo>
                  <a:pt x="103" y="663"/>
                </a:moveTo>
                <a:cubicBezTo>
                  <a:pt x="100" y="660"/>
                  <a:pt x="97" y="657"/>
                  <a:pt x="94" y="654"/>
                </a:cubicBezTo>
                <a:cubicBezTo>
                  <a:pt x="94" y="641"/>
                  <a:pt x="94" y="641"/>
                  <a:pt x="94" y="641"/>
                </a:cubicBezTo>
                <a:cubicBezTo>
                  <a:pt x="95" y="644"/>
                  <a:pt x="96" y="645"/>
                  <a:pt x="103" y="653"/>
                </a:cubicBezTo>
                <a:cubicBezTo>
                  <a:pt x="103" y="663"/>
                  <a:pt x="103" y="663"/>
                  <a:pt x="103" y="663"/>
                </a:cubicBezTo>
                <a:close/>
                <a:moveTo>
                  <a:pt x="103" y="156"/>
                </a:moveTo>
                <a:cubicBezTo>
                  <a:pt x="103" y="165"/>
                  <a:pt x="103" y="165"/>
                  <a:pt x="103" y="165"/>
                </a:cubicBezTo>
                <a:cubicBezTo>
                  <a:pt x="100" y="165"/>
                  <a:pt x="97" y="165"/>
                  <a:pt x="94" y="165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103" y="156"/>
                  <a:pt x="103" y="156"/>
                  <a:pt x="103" y="156"/>
                </a:cubicBezTo>
                <a:close/>
                <a:moveTo>
                  <a:pt x="103" y="182"/>
                </a:moveTo>
                <a:cubicBezTo>
                  <a:pt x="103" y="205"/>
                  <a:pt x="103" y="205"/>
                  <a:pt x="103" y="205"/>
                </a:cubicBezTo>
                <a:cubicBezTo>
                  <a:pt x="101" y="209"/>
                  <a:pt x="98" y="212"/>
                  <a:pt x="94" y="215"/>
                </a:cubicBezTo>
                <a:cubicBezTo>
                  <a:pt x="94" y="205"/>
                  <a:pt x="94" y="205"/>
                  <a:pt x="94" y="205"/>
                </a:cubicBezTo>
                <a:cubicBezTo>
                  <a:pt x="96" y="202"/>
                  <a:pt x="98" y="199"/>
                  <a:pt x="101" y="192"/>
                </a:cubicBezTo>
                <a:cubicBezTo>
                  <a:pt x="99" y="192"/>
                  <a:pt x="99" y="193"/>
                  <a:pt x="94" y="192"/>
                </a:cubicBezTo>
                <a:cubicBezTo>
                  <a:pt x="94" y="184"/>
                  <a:pt x="94" y="184"/>
                  <a:pt x="94" y="184"/>
                </a:cubicBezTo>
                <a:cubicBezTo>
                  <a:pt x="95" y="184"/>
                  <a:pt x="95" y="184"/>
                  <a:pt x="95" y="184"/>
                </a:cubicBezTo>
                <a:cubicBezTo>
                  <a:pt x="98" y="184"/>
                  <a:pt x="101" y="183"/>
                  <a:pt x="103" y="182"/>
                </a:cubicBezTo>
                <a:close/>
                <a:moveTo>
                  <a:pt x="103" y="313"/>
                </a:moveTo>
                <a:cubicBezTo>
                  <a:pt x="103" y="325"/>
                  <a:pt x="103" y="325"/>
                  <a:pt x="103" y="325"/>
                </a:cubicBezTo>
                <a:cubicBezTo>
                  <a:pt x="94" y="323"/>
                  <a:pt x="94" y="323"/>
                  <a:pt x="94" y="323"/>
                </a:cubicBezTo>
                <a:cubicBezTo>
                  <a:pt x="94" y="310"/>
                  <a:pt x="94" y="310"/>
                  <a:pt x="94" y="310"/>
                </a:cubicBezTo>
                <a:cubicBezTo>
                  <a:pt x="97" y="311"/>
                  <a:pt x="100" y="312"/>
                  <a:pt x="103" y="313"/>
                </a:cubicBezTo>
                <a:close/>
                <a:moveTo>
                  <a:pt x="103" y="356"/>
                </a:moveTo>
                <a:cubicBezTo>
                  <a:pt x="103" y="378"/>
                  <a:pt x="103" y="378"/>
                  <a:pt x="103" y="378"/>
                </a:cubicBezTo>
                <a:cubicBezTo>
                  <a:pt x="101" y="380"/>
                  <a:pt x="99" y="382"/>
                  <a:pt x="94" y="382"/>
                </a:cubicBezTo>
                <a:cubicBezTo>
                  <a:pt x="94" y="369"/>
                  <a:pt x="94" y="369"/>
                  <a:pt x="94" y="369"/>
                </a:cubicBezTo>
                <a:cubicBezTo>
                  <a:pt x="94" y="369"/>
                  <a:pt x="95" y="369"/>
                  <a:pt x="95" y="369"/>
                </a:cubicBezTo>
                <a:cubicBezTo>
                  <a:pt x="99" y="362"/>
                  <a:pt x="101" y="358"/>
                  <a:pt x="103" y="356"/>
                </a:cubicBezTo>
                <a:close/>
                <a:moveTo>
                  <a:pt x="103" y="396"/>
                </a:moveTo>
                <a:cubicBezTo>
                  <a:pt x="103" y="409"/>
                  <a:pt x="103" y="409"/>
                  <a:pt x="103" y="409"/>
                </a:cubicBezTo>
                <a:cubicBezTo>
                  <a:pt x="94" y="409"/>
                  <a:pt x="94" y="409"/>
                  <a:pt x="94" y="409"/>
                </a:cubicBezTo>
                <a:cubicBezTo>
                  <a:pt x="94" y="397"/>
                  <a:pt x="94" y="397"/>
                  <a:pt x="94" y="397"/>
                </a:cubicBezTo>
                <a:cubicBezTo>
                  <a:pt x="103" y="396"/>
                  <a:pt x="103" y="396"/>
                  <a:pt x="103" y="396"/>
                </a:cubicBezTo>
                <a:close/>
                <a:moveTo>
                  <a:pt x="103" y="425"/>
                </a:moveTo>
                <a:cubicBezTo>
                  <a:pt x="103" y="436"/>
                  <a:pt x="103" y="436"/>
                  <a:pt x="103" y="436"/>
                </a:cubicBezTo>
                <a:cubicBezTo>
                  <a:pt x="100" y="436"/>
                  <a:pt x="97" y="436"/>
                  <a:pt x="94" y="437"/>
                </a:cubicBezTo>
                <a:cubicBezTo>
                  <a:pt x="94" y="426"/>
                  <a:pt x="94" y="426"/>
                  <a:pt x="94" y="426"/>
                </a:cubicBezTo>
                <a:cubicBezTo>
                  <a:pt x="103" y="425"/>
                  <a:pt x="103" y="425"/>
                  <a:pt x="103" y="425"/>
                </a:cubicBezTo>
                <a:close/>
                <a:moveTo>
                  <a:pt x="103" y="439"/>
                </a:moveTo>
                <a:cubicBezTo>
                  <a:pt x="103" y="451"/>
                  <a:pt x="103" y="451"/>
                  <a:pt x="103" y="451"/>
                </a:cubicBezTo>
                <a:cubicBezTo>
                  <a:pt x="102" y="452"/>
                  <a:pt x="102" y="452"/>
                  <a:pt x="102" y="452"/>
                </a:cubicBezTo>
                <a:cubicBezTo>
                  <a:pt x="103" y="452"/>
                  <a:pt x="103" y="452"/>
                  <a:pt x="103" y="452"/>
                </a:cubicBezTo>
                <a:cubicBezTo>
                  <a:pt x="103" y="463"/>
                  <a:pt x="103" y="463"/>
                  <a:pt x="103" y="463"/>
                </a:cubicBezTo>
                <a:cubicBezTo>
                  <a:pt x="100" y="463"/>
                  <a:pt x="97" y="464"/>
                  <a:pt x="94" y="464"/>
                </a:cubicBezTo>
                <a:cubicBezTo>
                  <a:pt x="94" y="446"/>
                  <a:pt x="94" y="446"/>
                  <a:pt x="94" y="446"/>
                </a:cubicBezTo>
                <a:cubicBezTo>
                  <a:pt x="97" y="444"/>
                  <a:pt x="100" y="441"/>
                  <a:pt x="103" y="439"/>
                </a:cubicBezTo>
                <a:close/>
                <a:moveTo>
                  <a:pt x="103" y="480"/>
                </a:moveTo>
                <a:cubicBezTo>
                  <a:pt x="103" y="516"/>
                  <a:pt x="103" y="516"/>
                  <a:pt x="103" y="516"/>
                </a:cubicBezTo>
                <a:cubicBezTo>
                  <a:pt x="97" y="503"/>
                  <a:pt x="94" y="495"/>
                  <a:pt x="101" y="480"/>
                </a:cubicBezTo>
                <a:cubicBezTo>
                  <a:pt x="102" y="480"/>
                  <a:pt x="102" y="480"/>
                  <a:pt x="103" y="480"/>
                </a:cubicBezTo>
                <a:close/>
                <a:moveTo>
                  <a:pt x="103" y="592"/>
                </a:moveTo>
                <a:cubicBezTo>
                  <a:pt x="103" y="606"/>
                  <a:pt x="103" y="606"/>
                  <a:pt x="103" y="606"/>
                </a:cubicBezTo>
                <a:cubicBezTo>
                  <a:pt x="98" y="612"/>
                  <a:pt x="95" y="621"/>
                  <a:pt x="94" y="630"/>
                </a:cubicBezTo>
                <a:cubicBezTo>
                  <a:pt x="94" y="603"/>
                  <a:pt x="94" y="603"/>
                  <a:pt x="94" y="603"/>
                </a:cubicBezTo>
                <a:cubicBezTo>
                  <a:pt x="95" y="598"/>
                  <a:pt x="95" y="595"/>
                  <a:pt x="94" y="592"/>
                </a:cubicBezTo>
                <a:cubicBezTo>
                  <a:pt x="94" y="575"/>
                  <a:pt x="94" y="575"/>
                  <a:pt x="94" y="575"/>
                </a:cubicBezTo>
                <a:cubicBezTo>
                  <a:pt x="98" y="580"/>
                  <a:pt x="101" y="587"/>
                  <a:pt x="103" y="592"/>
                </a:cubicBezTo>
                <a:close/>
                <a:moveTo>
                  <a:pt x="84" y="155"/>
                </a:moveTo>
                <a:cubicBezTo>
                  <a:pt x="87" y="150"/>
                  <a:pt x="90" y="145"/>
                  <a:pt x="94" y="141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65"/>
                  <a:pt x="94" y="165"/>
                  <a:pt x="94" y="165"/>
                </a:cubicBezTo>
                <a:cubicBezTo>
                  <a:pt x="93" y="165"/>
                  <a:pt x="92" y="165"/>
                  <a:pt x="90" y="165"/>
                </a:cubicBezTo>
                <a:cubicBezTo>
                  <a:pt x="88" y="166"/>
                  <a:pt x="86" y="167"/>
                  <a:pt x="84" y="168"/>
                </a:cubicBezTo>
                <a:cubicBezTo>
                  <a:pt x="84" y="155"/>
                  <a:pt x="84" y="155"/>
                  <a:pt x="84" y="155"/>
                </a:cubicBezTo>
                <a:close/>
                <a:moveTo>
                  <a:pt x="94" y="654"/>
                </a:moveTo>
                <a:cubicBezTo>
                  <a:pt x="90" y="650"/>
                  <a:pt x="87" y="646"/>
                  <a:pt x="84" y="642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8" y="616"/>
                  <a:pt x="88" y="616"/>
                  <a:pt x="93" y="606"/>
                </a:cubicBezTo>
                <a:cubicBezTo>
                  <a:pt x="93" y="605"/>
                  <a:pt x="94" y="604"/>
                  <a:pt x="94" y="603"/>
                </a:cubicBezTo>
                <a:cubicBezTo>
                  <a:pt x="94" y="630"/>
                  <a:pt x="94" y="630"/>
                  <a:pt x="94" y="630"/>
                </a:cubicBezTo>
                <a:cubicBezTo>
                  <a:pt x="93" y="634"/>
                  <a:pt x="93" y="637"/>
                  <a:pt x="93" y="639"/>
                </a:cubicBezTo>
                <a:cubicBezTo>
                  <a:pt x="94" y="641"/>
                  <a:pt x="94" y="641"/>
                  <a:pt x="94" y="641"/>
                </a:cubicBezTo>
                <a:cubicBezTo>
                  <a:pt x="94" y="654"/>
                  <a:pt x="94" y="654"/>
                  <a:pt x="94" y="654"/>
                </a:cubicBezTo>
                <a:close/>
                <a:moveTo>
                  <a:pt x="94" y="184"/>
                </a:moveTo>
                <a:cubicBezTo>
                  <a:pt x="94" y="192"/>
                  <a:pt x="94" y="192"/>
                  <a:pt x="94" y="192"/>
                </a:cubicBezTo>
                <a:cubicBezTo>
                  <a:pt x="92" y="192"/>
                  <a:pt x="88" y="192"/>
                  <a:pt x="84" y="192"/>
                </a:cubicBezTo>
                <a:cubicBezTo>
                  <a:pt x="84" y="183"/>
                  <a:pt x="84" y="183"/>
                  <a:pt x="84" y="183"/>
                </a:cubicBezTo>
                <a:cubicBezTo>
                  <a:pt x="87" y="183"/>
                  <a:pt x="91" y="184"/>
                  <a:pt x="94" y="184"/>
                </a:cubicBezTo>
                <a:close/>
                <a:moveTo>
                  <a:pt x="94" y="205"/>
                </a:moveTo>
                <a:cubicBezTo>
                  <a:pt x="94" y="215"/>
                  <a:pt x="94" y="215"/>
                  <a:pt x="94" y="215"/>
                </a:cubicBezTo>
                <a:cubicBezTo>
                  <a:pt x="93" y="215"/>
                  <a:pt x="93" y="216"/>
                  <a:pt x="92" y="216"/>
                </a:cubicBezTo>
                <a:cubicBezTo>
                  <a:pt x="91" y="223"/>
                  <a:pt x="88" y="230"/>
                  <a:pt x="84" y="237"/>
                </a:cubicBezTo>
                <a:cubicBezTo>
                  <a:pt x="84" y="220"/>
                  <a:pt x="84" y="220"/>
                  <a:pt x="84" y="220"/>
                </a:cubicBezTo>
                <a:cubicBezTo>
                  <a:pt x="84" y="219"/>
                  <a:pt x="84" y="219"/>
                  <a:pt x="84" y="219"/>
                </a:cubicBezTo>
                <a:cubicBezTo>
                  <a:pt x="84" y="219"/>
                  <a:pt x="84" y="219"/>
                  <a:pt x="84" y="219"/>
                </a:cubicBezTo>
                <a:cubicBezTo>
                  <a:pt x="84" y="209"/>
                  <a:pt x="84" y="209"/>
                  <a:pt x="84" y="209"/>
                </a:cubicBezTo>
                <a:cubicBezTo>
                  <a:pt x="89" y="208"/>
                  <a:pt x="92" y="207"/>
                  <a:pt x="94" y="205"/>
                </a:cubicBezTo>
                <a:close/>
                <a:moveTo>
                  <a:pt x="94" y="310"/>
                </a:moveTo>
                <a:cubicBezTo>
                  <a:pt x="94" y="323"/>
                  <a:pt x="94" y="323"/>
                  <a:pt x="94" y="323"/>
                </a:cubicBezTo>
                <a:cubicBezTo>
                  <a:pt x="90" y="321"/>
                  <a:pt x="90" y="321"/>
                  <a:pt x="90" y="321"/>
                </a:cubicBezTo>
                <a:cubicBezTo>
                  <a:pt x="91" y="318"/>
                  <a:pt x="92" y="314"/>
                  <a:pt x="92" y="310"/>
                </a:cubicBezTo>
                <a:cubicBezTo>
                  <a:pt x="93" y="310"/>
                  <a:pt x="93" y="310"/>
                  <a:pt x="94" y="310"/>
                </a:cubicBezTo>
                <a:close/>
                <a:moveTo>
                  <a:pt x="94" y="369"/>
                </a:moveTo>
                <a:cubicBezTo>
                  <a:pt x="94" y="382"/>
                  <a:pt x="94" y="382"/>
                  <a:pt x="94" y="382"/>
                </a:cubicBezTo>
                <a:cubicBezTo>
                  <a:pt x="93" y="383"/>
                  <a:pt x="92" y="383"/>
                  <a:pt x="90" y="383"/>
                </a:cubicBezTo>
                <a:cubicBezTo>
                  <a:pt x="88" y="381"/>
                  <a:pt x="86" y="379"/>
                  <a:pt x="84" y="377"/>
                </a:cubicBezTo>
                <a:cubicBezTo>
                  <a:pt x="84" y="351"/>
                  <a:pt x="84" y="351"/>
                  <a:pt x="84" y="351"/>
                </a:cubicBezTo>
                <a:cubicBezTo>
                  <a:pt x="87" y="351"/>
                  <a:pt x="90" y="352"/>
                  <a:pt x="92" y="352"/>
                </a:cubicBezTo>
                <a:cubicBezTo>
                  <a:pt x="90" y="358"/>
                  <a:pt x="89" y="364"/>
                  <a:pt x="90" y="370"/>
                </a:cubicBezTo>
                <a:cubicBezTo>
                  <a:pt x="91" y="370"/>
                  <a:pt x="92" y="369"/>
                  <a:pt x="94" y="369"/>
                </a:cubicBezTo>
                <a:close/>
                <a:moveTo>
                  <a:pt x="94" y="397"/>
                </a:moveTo>
                <a:cubicBezTo>
                  <a:pt x="94" y="409"/>
                  <a:pt x="94" y="409"/>
                  <a:pt x="94" y="409"/>
                </a:cubicBezTo>
                <a:cubicBezTo>
                  <a:pt x="84" y="409"/>
                  <a:pt x="84" y="409"/>
                  <a:pt x="84" y="409"/>
                </a:cubicBezTo>
                <a:cubicBezTo>
                  <a:pt x="84" y="397"/>
                  <a:pt x="84" y="397"/>
                  <a:pt x="84" y="397"/>
                </a:cubicBezTo>
                <a:cubicBezTo>
                  <a:pt x="94" y="397"/>
                  <a:pt x="94" y="397"/>
                  <a:pt x="94" y="397"/>
                </a:cubicBezTo>
                <a:close/>
                <a:moveTo>
                  <a:pt x="94" y="426"/>
                </a:moveTo>
                <a:cubicBezTo>
                  <a:pt x="94" y="437"/>
                  <a:pt x="94" y="437"/>
                  <a:pt x="94" y="437"/>
                </a:cubicBezTo>
                <a:cubicBezTo>
                  <a:pt x="91" y="437"/>
                  <a:pt x="87" y="438"/>
                  <a:pt x="84" y="438"/>
                </a:cubicBezTo>
                <a:cubicBezTo>
                  <a:pt x="84" y="427"/>
                  <a:pt x="84" y="427"/>
                  <a:pt x="84" y="427"/>
                </a:cubicBezTo>
                <a:cubicBezTo>
                  <a:pt x="94" y="426"/>
                  <a:pt x="94" y="426"/>
                  <a:pt x="94" y="426"/>
                </a:cubicBezTo>
                <a:close/>
                <a:moveTo>
                  <a:pt x="94" y="446"/>
                </a:moveTo>
                <a:cubicBezTo>
                  <a:pt x="94" y="464"/>
                  <a:pt x="94" y="464"/>
                  <a:pt x="94" y="464"/>
                </a:cubicBezTo>
                <a:cubicBezTo>
                  <a:pt x="91" y="465"/>
                  <a:pt x="89" y="465"/>
                  <a:pt x="87" y="465"/>
                </a:cubicBezTo>
                <a:cubicBezTo>
                  <a:pt x="86" y="461"/>
                  <a:pt x="86" y="456"/>
                  <a:pt x="86" y="451"/>
                </a:cubicBezTo>
                <a:cubicBezTo>
                  <a:pt x="94" y="446"/>
                  <a:pt x="94" y="446"/>
                  <a:pt x="94" y="446"/>
                </a:cubicBezTo>
                <a:close/>
                <a:moveTo>
                  <a:pt x="94" y="575"/>
                </a:moveTo>
                <a:cubicBezTo>
                  <a:pt x="94" y="592"/>
                  <a:pt x="94" y="592"/>
                  <a:pt x="94" y="592"/>
                </a:cubicBezTo>
                <a:cubicBezTo>
                  <a:pt x="93" y="588"/>
                  <a:pt x="91" y="585"/>
                  <a:pt x="88" y="579"/>
                </a:cubicBezTo>
                <a:cubicBezTo>
                  <a:pt x="87" y="579"/>
                  <a:pt x="86" y="579"/>
                  <a:pt x="86" y="579"/>
                </a:cubicBezTo>
                <a:cubicBezTo>
                  <a:pt x="85" y="581"/>
                  <a:pt x="85" y="582"/>
                  <a:pt x="84" y="583"/>
                </a:cubicBezTo>
                <a:cubicBezTo>
                  <a:pt x="84" y="558"/>
                  <a:pt x="84" y="558"/>
                  <a:pt x="84" y="558"/>
                </a:cubicBezTo>
                <a:cubicBezTo>
                  <a:pt x="86" y="561"/>
                  <a:pt x="87" y="566"/>
                  <a:pt x="88" y="571"/>
                </a:cubicBezTo>
                <a:cubicBezTo>
                  <a:pt x="90" y="572"/>
                  <a:pt x="92" y="573"/>
                  <a:pt x="94" y="575"/>
                </a:cubicBezTo>
                <a:close/>
                <a:moveTo>
                  <a:pt x="76" y="164"/>
                </a:moveTo>
                <a:cubicBezTo>
                  <a:pt x="78" y="162"/>
                  <a:pt x="80" y="160"/>
                  <a:pt x="82" y="158"/>
                </a:cubicBezTo>
                <a:cubicBezTo>
                  <a:pt x="83" y="157"/>
                  <a:pt x="84" y="156"/>
                  <a:pt x="84" y="155"/>
                </a:cubicBezTo>
                <a:cubicBezTo>
                  <a:pt x="84" y="168"/>
                  <a:pt x="84" y="168"/>
                  <a:pt x="84" y="168"/>
                </a:cubicBezTo>
                <a:cubicBezTo>
                  <a:pt x="81" y="170"/>
                  <a:pt x="79" y="172"/>
                  <a:pt x="76" y="176"/>
                </a:cubicBezTo>
                <a:cubicBezTo>
                  <a:pt x="76" y="164"/>
                  <a:pt x="76" y="164"/>
                  <a:pt x="76" y="164"/>
                </a:cubicBezTo>
                <a:close/>
                <a:moveTo>
                  <a:pt x="84" y="642"/>
                </a:moveTo>
                <a:cubicBezTo>
                  <a:pt x="82" y="639"/>
                  <a:pt x="79" y="635"/>
                  <a:pt x="76" y="632"/>
                </a:cubicBezTo>
                <a:cubicBezTo>
                  <a:pt x="76" y="618"/>
                  <a:pt x="76" y="618"/>
                  <a:pt x="76" y="618"/>
                </a:cubicBezTo>
                <a:cubicBezTo>
                  <a:pt x="78" y="621"/>
                  <a:pt x="80" y="624"/>
                  <a:pt x="82" y="628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4" y="642"/>
                  <a:pt x="84" y="642"/>
                  <a:pt x="84" y="642"/>
                </a:cubicBezTo>
                <a:close/>
                <a:moveTo>
                  <a:pt x="84" y="183"/>
                </a:moveTo>
                <a:cubicBezTo>
                  <a:pt x="84" y="192"/>
                  <a:pt x="84" y="192"/>
                  <a:pt x="84" y="192"/>
                </a:cubicBezTo>
                <a:cubicBezTo>
                  <a:pt x="76" y="192"/>
                  <a:pt x="76" y="192"/>
                  <a:pt x="76" y="192"/>
                </a:cubicBezTo>
                <a:cubicBezTo>
                  <a:pt x="76" y="182"/>
                  <a:pt x="76" y="182"/>
                  <a:pt x="76" y="182"/>
                </a:cubicBezTo>
                <a:cubicBezTo>
                  <a:pt x="79" y="182"/>
                  <a:pt x="82" y="183"/>
                  <a:pt x="84" y="183"/>
                </a:cubicBezTo>
                <a:close/>
                <a:moveTo>
                  <a:pt x="84" y="209"/>
                </a:moveTo>
                <a:cubicBezTo>
                  <a:pt x="84" y="219"/>
                  <a:pt x="84" y="219"/>
                  <a:pt x="84" y="219"/>
                </a:cubicBezTo>
                <a:cubicBezTo>
                  <a:pt x="82" y="219"/>
                  <a:pt x="79" y="219"/>
                  <a:pt x="76" y="219"/>
                </a:cubicBezTo>
                <a:cubicBezTo>
                  <a:pt x="76" y="211"/>
                  <a:pt x="76" y="211"/>
                  <a:pt x="76" y="211"/>
                </a:cubicBezTo>
                <a:cubicBezTo>
                  <a:pt x="78" y="210"/>
                  <a:pt x="78" y="210"/>
                  <a:pt x="78" y="210"/>
                </a:cubicBezTo>
                <a:cubicBezTo>
                  <a:pt x="81" y="210"/>
                  <a:pt x="82" y="209"/>
                  <a:pt x="84" y="209"/>
                </a:cubicBezTo>
                <a:close/>
                <a:moveTo>
                  <a:pt x="84" y="220"/>
                </a:moveTo>
                <a:cubicBezTo>
                  <a:pt x="84" y="237"/>
                  <a:pt x="84" y="237"/>
                  <a:pt x="84" y="237"/>
                </a:cubicBezTo>
                <a:cubicBezTo>
                  <a:pt x="83" y="239"/>
                  <a:pt x="81" y="241"/>
                  <a:pt x="79" y="243"/>
                </a:cubicBezTo>
                <a:cubicBezTo>
                  <a:pt x="78" y="247"/>
                  <a:pt x="78" y="250"/>
                  <a:pt x="76" y="254"/>
                </a:cubicBezTo>
                <a:cubicBezTo>
                  <a:pt x="76" y="234"/>
                  <a:pt x="76" y="234"/>
                  <a:pt x="76" y="234"/>
                </a:cubicBezTo>
                <a:cubicBezTo>
                  <a:pt x="77" y="234"/>
                  <a:pt x="78" y="234"/>
                  <a:pt x="78" y="233"/>
                </a:cubicBezTo>
                <a:cubicBezTo>
                  <a:pt x="80" y="229"/>
                  <a:pt x="82" y="224"/>
                  <a:pt x="84" y="220"/>
                </a:cubicBezTo>
                <a:close/>
                <a:moveTo>
                  <a:pt x="84" y="351"/>
                </a:moveTo>
                <a:cubicBezTo>
                  <a:pt x="84" y="377"/>
                  <a:pt x="84" y="377"/>
                  <a:pt x="84" y="377"/>
                </a:cubicBezTo>
                <a:cubicBezTo>
                  <a:pt x="79" y="370"/>
                  <a:pt x="80" y="362"/>
                  <a:pt x="82" y="351"/>
                </a:cubicBezTo>
                <a:cubicBezTo>
                  <a:pt x="83" y="351"/>
                  <a:pt x="84" y="351"/>
                  <a:pt x="84" y="351"/>
                </a:cubicBezTo>
                <a:close/>
                <a:moveTo>
                  <a:pt x="84" y="397"/>
                </a:moveTo>
                <a:cubicBezTo>
                  <a:pt x="84" y="409"/>
                  <a:pt x="84" y="409"/>
                  <a:pt x="84" y="409"/>
                </a:cubicBezTo>
                <a:cubicBezTo>
                  <a:pt x="81" y="409"/>
                  <a:pt x="81" y="409"/>
                  <a:pt x="81" y="409"/>
                </a:cubicBezTo>
                <a:cubicBezTo>
                  <a:pt x="81" y="405"/>
                  <a:pt x="81" y="401"/>
                  <a:pt x="81" y="397"/>
                </a:cubicBezTo>
                <a:cubicBezTo>
                  <a:pt x="84" y="397"/>
                  <a:pt x="84" y="397"/>
                  <a:pt x="84" y="397"/>
                </a:cubicBezTo>
                <a:close/>
                <a:moveTo>
                  <a:pt x="84" y="427"/>
                </a:moveTo>
                <a:cubicBezTo>
                  <a:pt x="84" y="438"/>
                  <a:pt x="84" y="438"/>
                  <a:pt x="84" y="438"/>
                </a:cubicBezTo>
                <a:cubicBezTo>
                  <a:pt x="83" y="438"/>
                  <a:pt x="83" y="438"/>
                  <a:pt x="83" y="438"/>
                </a:cubicBezTo>
                <a:cubicBezTo>
                  <a:pt x="83" y="435"/>
                  <a:pt x="82" y="431"/>
                  <a:pt x="82" y="427"/>
                </a:cubicBezTo>
                <a:cubicBezTo>
                  <a:pt x="84" y="427"/>
                  <a:pt x="84" y="427"/>
                  <a:pt x="84" y="427"/>
                </a:cubicBezTo>
                <a:close/>
                <a:moveTo>
                  <a:pt x="84" y="558"/>
                </a:moveTo>
                <a:cubicBezTo>
                  <a:pt x="84" y="583"/>
                  <a:pt x="84" y="583"/>
                  <a:pt x="84" y="583"/>
                </a:cubicBezTo>
                <a:cubicBezTo>
                  <a:pt x="83" y="585"/>
                  <a:pt x="82" y="588"/>
                  <a:pt x="76" y="597"/>
                </a:cubicBezTo>
                <a:cubicBezTo>
                  <a:pt x="76" y="576"/>
                  <a:pt x="76" y="576"/>
                  <a:pt x="76" y="576"/>
                </a:cubicBezTo>
                <a:cubicBezTo>
                  <a:pt x="79" y="571"/>
                  <a:pt x="79" y="571"/>
                  <a:pt x="79" y="571"/>
                </a:cubicBezTo>
                <a:cubicBezTo>
                  <a:pt x="79" y="567"/>
                  <a:pt x="78" y="563"/>
                  <a:pt x="76" y="560"/>
                </a:cubicBezTo>
                <a:cubicBezTo>
                  <a:pt x="76" y="545"/>
                  <a:pt x="76" y="545"/>
                  <a:pt x="76" y="545"/>
                </a:cubicBezTo>
                <a:cubicBezTo>
                  <a:pt x="80" y="550"/>
                  <a:pt x="82" y="553"/>
                  <a:pt x="84" y="558"/>
                </a:cubicBezTo>
                <a:close/>
                <a:moveTo>
                  <a:pt x="68" y="175"/>
                </a:moveTo>
                <a:cubicBezTo>
                  <a:pt x="71" y="171"/>
                  <a:pt x="73" y="168"/>
                  <a:pt x="76" y="164"/>
                </a:cubicBezTo>
                <a:cubicBezTo>
                  <a:pt x="76" y="176"/>
                  <a:pt x="76" y="176"/>
                  <a:pt x="76" y="176"/>
                </a:cubicBezTo>
                <a:cubicBezTo>
                  <a:pt x="75" y="177"/>
                  <a:pt x="74" y="180"/>
                  <a:pt x="73" y="182"/>
                </a:cubicBezTo>
                <a:cubicBezTo>
                  <a:pt x="76" y="182"/>
                  <a:pt x="76" y="182"/>
                  <a:pt x="76" y="182"/>
                </a:cubicBezTo>
                <a:cubicBezTo>
                  <a:pt x="76" y="192"/>
                  <a:pt x="76" y="192"/>
                  <a:pt x="76" y="192"/>
                </a:cubicBezTo>
                <a:cubicBezTo>
                  <a:pt x="74" y="192"/>
                  <a:pt x="74" y="192"/>
                  <a:pt x="74" y="192"/>
                </a:cubicBezTo>
                <a:cubicBezTo>
                  <a:pt x="72" y="192"/>
                  <a:pt x="70" y="193"/>
                  <a:pt x="68" y="194"/>
                </a:cubicBezTo>
                <a:cubicBezTo>
                  <a:pt x="68" y="175"/>
                  <a:pt x="68" y="175"/>
                  <a:pt x="68" y="175"/>
                </a:cubicBezTo>
                <a:close/>
                <a:moveTo>
                  <a:pt x="76" y="632"/>
                </a:moveTo>
                <a:cubicBezTo>
                  <a:pt x="75" y="630"/>
                  <a:pt x="73" y="627"/>
                  <a:pt x="71" y="625"/>
                </a:cubicBezTo>
                <a:cubicBezTo>
                  <a:pt x="70" y="623"/>
                  <a:pt x="69" y="622"/>
                  <a:pt x="68" y="620"/>
                </a:cubicBezTo>
                <a:cubicBezTo>
                  <a:pt x="68" y="593"/>
                  <a:pt x="68" y="593"/>
                  <a:pt x="68" y="593"/>
                </a:cubicBezTo>
                <a:cubicBezTo>
                  <a:pt x="71" y="587"/>
                  <a:pt x="74" y="582"/>
                  <a:pt x="76" y="576"/>
                </a:cubicBezTo>
                <a:cubicBezTo>
                  <a:pt x="76" y="597"/>
                  <a:pt x="76" y="597"/>
                  <a:pt x="76" y="597"/>
                </a:cubicBezTo>
                <a:cubicBezTo>
                  <a:pt x="74" y="601"/>
                  <a:pt x="74" y="601"/>
                  <a:pt x="74" y="601"/>
                </a:cubicBezTo>
                <a:cubicBezTo>
                  <a:pt x="73" y="609"/>
                  <a:pt x="74" y="614"/>
                  <a:pt x="76" y="618"/>
                </a:cubicBezTo>
                <a:cubicBezTo>
                  <a:pt x="76" y="632"/>
                  <a:pt x="76" y="632"/>
                  <a:pt x="76" y="632"/>
                </a:cubicBezTo>
                <a:close/>
                <a:moveTo>
                  <a:pt x="76" y="211"/>
                </a:moveTo>
                <a:cubicBezTo>
                  <a:pt x="76" y="219"/>
                  <a:pt x="76" y="219"/>
                  <a:pt x="76" y="219"/>
                </a:cubicBezTo>
                <a:cubicBezTo>
                  <a:pt x="73" y="220"/>
                  <a:pt x="71" y="220"/>
                  <a:pt x="68" y="220"/>
                </a:cubicBezTo>
                <a:cubicBezTo>
                  <a:pt x="68" y="211"/>
                  <a:pt x="68" y="211"/>
                  <a:pt x="68" y="211"/>
                </a:cubicBezTo>
                <a:cubicBezTo>
                  <a:pt x="76" y="211"/>
                  <a:pt x="76" y="211"/>
                  <a:pt x="76" y="211"/>
                </a:cubicBezTo>
                <a:close/>
                <a:moveTo>
                  <a:pt x="76" y="234"/>
                </a:moveTo>
                <a:cubicBezTo>
                  <a:pt x="76" y="254"/>
                  <a:pt x="76" y="254"/>
                  <a:pt x="76" y="254"/>
                </a:cubicBezTo>
                <a:cubicBezTo>
                  <a:pt x="75" y="259"/>
                  <a:pt x="72" y="264"/>
                  <a:pt x="68" y="269"/>
                </a:cubicBezTo>
                <a:cubicBezTo>
                  <a:pt x="68" y="253"/>
                  <a:pt x="68" y="253"/>
                  <a:pt x="68" y="253"/>
                </a:cubicBezTo>
                <a:cubicBezTo>
                  <a:pt x="70" y="248"/>
                  <a:pt x="70" y="248"/>
                  <a:pt x="70" y="248"/>
                </a:cubicBezTo>
                <a:cubicBezTo>
                  <a:pt x="68" y="248"/>
                  <a:pt x="68" y="248"/>
                  <a:pt x="68" y="248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71" y="237"/>
                  <a:pt x="74" y="236"/>
                  <a:pt x="76" y="234"/>
                </a:cubicBezTo>
                <a:close/>
                <a:moveTo>
                  <a:pt x="76" y="545"/>
                </a:moveTo>
                <a:cubicBezTo>
                  <a:pt x="76" y="560"/>
                  <a:pt x="76" y="560"/>
                  <a:pt x="76" y="560"/>
                </a:cubicBezTo>
                <a:cubicBezTo>
                  <a:pt x="75" y="557"/>
                  <a:pt x="73" y="554"/>
                  <a:pt x="72" y="551"/>
                </a:cubicBezTo>
                <a:cubicBezTo>
                  <a:pt x="71" y="553"/>
                  <a:pt x="69" y="555"/>
                  <a:pt x="68" y="557"/>
                </a:cubicBezTo>
                <a:cubicBezTo>
                  <a:pt x="68" y="522"/>
                  <a:pt x="68" y="522"/>
                  <a:pt x="68" y="522"/>
                </a:cubicBezTo>
                <a:cubicBezTo>
                  <a:pt x="69" y="524"/>
                  <a:pt x="71" y="527"/>
                  <a:pt x="72" y="530"/>
                </a:cubicBezTo>
                <a:cubicBezTo>
                  <a:pt x="73" y="534"/>
                  <a:pt x="73" y="539"/>
                  <a:pt x="74" y="543"/>
                </a:cubicBezTo>
                <a:cubicBezTo>
                  <a:pt x="75" y="544"/>
                  <a:pt x="76" y="545"/>
                  <a:pt x="76" y="545"/>
                </a:cubicBezTo>
                <a:close/>
                <a:moveTo>
                  <a:pt x="61" y="187"/>
                </a:moveTo>
                <a:cubicBezTo>
                  <a:pt x="63" y="183"/>
                  <a:pt x="66" y="179"/>
                  <a:pt x="68" y="175"/>
                </a:cubicBezTo>
                <a:cubicBezTo>
                  <a:pt x="68" y="194"/>
                  <a:pt x="68" y="194"/>
                  <a:pt x="68" y="194"/>
                </a:cubicBezTo>
                <a:cubicBezTo>
                  <a:pt x="65" y="196"/>
                  <a:pt x="63" y="198"/>
                  <a:pt x="61" y="201"/>
                </a:cubicBezTo>
                <a:cubicBezTo>
                  <a:pt x="61" y="187"/>
                  <a:pt x="61" y="187"/>
                  <a:pt x="61" y="187"/>
                </a:cubicBezTo>
                <a:close/>
                <a:moveTo>
                  <a:pt x="68" y="620"/>
                </a:moveTo>
                <a:cubicBezTo>
                  <a:pt x="66" y="616"/>
                  <a:pt x="65" y="612"/>
                  <a:pt x="63" y="609"/>
                </a:cubicBezTo>
                <a:cubicBezTo>
                  <a:pt x="62" y="608"/>
                  <a:pt x="61" y="607"/>
                  <a:pt x="61" y="607"/>
                </a:cubicBezTo>
                <a:cubicBezTo>
                  <a:pt x="61" y="593"/>
                  <a:pt x="61" y="593"/>
                  <a:pt x="61" y="593"/>
                </a:cubicBezTo>
                <a:cubicBezTo>
                  <a:pt x="62" y="595"/>
                  <a:pt x="63" y="598"/>
                  <a:pt x="64" y="601"/>
                </a:cubicBezTo>
                <a:cubicBezTo>
                  <a:pt x="68" y="593"/>
                  <a:pt x="68" y="593"/>
                  <a:pt x="68" y="593"/>
                </a:cubicBezTo>
                <a:cubicBezTo>
                  <a:pt x="68" y="620"/>
                  <a:pt x="68" y="620"/>
                  <a:pt x="68" y="620"/>
                </a:cubicBezTo>
                <a:close/>
                <a:moveTo>
                  <a:pt x="68" y="211"/>
                </a:moveTo>
                <a:cubicBezTo>
                  <a:pt x="68" y="220"/>
                  <a:pt x="68" y="220"/>
                  <a:pt x="68" y="220"/>
                </a:cubicBezTo>
                <a:cubicBezTo>
                  <a:pt x="65" y="220"/>
                  <a:pt x="63" y="220"/>
                  <a:pt x="61" y="220"/>
                </a:cubicBezTo>
                <a:cubicBezTo>
                  <a:pt x="61" y="211"/>
                  <a:pt x="61" y="211"/>
                  <a:pt x="61" y="211"/>
                </a:cubicBezTo>
                <a:cubicBezTo>
                  <a:pt x="63" y="211"/>
                  <a:pt x="66" y="211"/>
                  <a:pt x="68" y="211"/>
                </a:cubicBezTo>
                <a:close/>
                <a:moveTo>
                  <a:pt x="68" y="238"/>
                </a:moveTo>
                <a:cubicBezTo>
                  <a:pt x="68" y="248"/>
                  <a:pt x="68" y="248"/>
                  <a:pt x="68" y="248"/>
                </a:cubicBezTo>
                <a:cubicBezTo>
                  <a:pt x="65" y="249"/>
                  <a:pt x="63" y="249"/>
                  <a:pt x="61" y="249"/>
                </a:cubicBezTo>
                <a:cubicBezTo>
                  <a:pt x="61" y="239"/>
                  <a:pt x="61" y="239"/>
                  <a:pt x="61" y="239"/>
                </a:cubicBezTo>
                <a:cubicBezTo>
                  <a:pt x="63" y="239"/>
                  <a:pt x="66" y="239"/>
                  <a:pt x="68" y="238"/>
                </a:cubicBezTo>
                <a:close/>
                <a:moveTo>
                  <a:pt x="68" y="253"/>
                </a:moveTo>
                <a:cubicBezTo>
                  <a:pt x="68" y="269"/>
                  <a:pt x="68" y="269"/>
                  <a:pt x="68" y="269"/>
                </a:cubicBezTo>
                <a:cubicBezTo>
                  <a:pt x="68" y="269"/>
                  <a:pt x="67" y="270"/>
                  <a:pt x="67" y="270"/>
                </a:cubicBezTo>
                <a:cubicBezTo>
                  <a:pt x="66" y="278"/>
                  <a:pt x="65" y="288"/>
                  <a:pt x="61" y="295"/>
                </a:cubicBezTo>
                <a:cubicBezTo>
                  <a:pt x="61" y="265"/>
                  <a:pt x="61" y="265"/>
                  <a:pt x="61" y="265"/>
                </a:cubicBezTo>
                <a:cubicBezTo>
                  <a:pt x="61" y="265"/>
                  <a:pt x="62" y="264"/>
                  <a:pt x="62" y="264"/>
                </a:cubicBezTo>
                <a:cubicBezTo>
                  <a:pt x="65" y="261"/>
                  <a:pt x="65" y="260"/>
                  <a:pt x="68" y="253"/>
                </a:cubicBezTo>
                <a:close/>
                <a:moveTo>
                  <a:pt x="68" y="522"/>
                </a:moveTo>
                <a:cubicBezTo>
                  <a:pt x="68" y="557"/>
                  <a:pt x="68" y="557"/>
                  <a:pt x="68" y="557"/>
                </a:cubicBezTo>
                <a:cubicBezTo>
                  <a:pt x="65" y="562"/>
                  <a:pt x="63" y="565"/>
                  <a:pt x="61" y="569"/>
                </a:cubicBezTo>
                <a:cubicBezTo>
                  <a:pt x="61" y="551"/>
                  <a:pt x="61" y="551"/>
                  <a:pt x="61" y="551"/>
                </a:cubicBezTo>
                <a:cubicBezTo>
                  <a:pt x="65" y="543"/>
                  <a:pt x="66" y="535"/>
                  <a:pt x="61" y="523"/>
                </a:cubicBezTo>
                <a:cubicBezTo>
                  <a:pt x="61" y="523"/>
                  <a:pt x="61" y="523"/>
                  <a:pt x="61" y="523"/>
                </a:cubicBezTo>
                <a:cubicBezTo>
                  <a:pt x="61" y="501"/>
                  <a:pt x="61" y="501"/>
                  <a:pt x="61" y="501"/>
                </a:cubicBezTo>
                <a:cubicBezTo>
                  <a:pt x="63" y="508"/>
                  <a:pt x="65" y="515"/>
                  <a:pt x="68" y="522"/>
                </a:cubicBezTo>
                <a:close/>
                <a:moveTo>
                  <a:pt x="53" y="199"/>
                </a:moveTo>
                <a:cubicBezTo>
                  <a:pt x="53" y="198"/>
                  <a:pt x="54" y="197"/>
                  <a:pt x="54" y="196"/>
                </a:cubicBezTo>
                <a:cubicBezTo>
                  <a:pt x="56" y="193"/>
                  <a:pt x="59" y="190"/>
                  <a:pt x="61" y="187"/>
                </a:cubicBezTo>
                <a:cubicBezTo>
                  <a:pt x="61" y="201"/>
                  <a:pt x="61" y="201"/>
                  <a:pt x="61" y="201"/>
                </a:cubicBezTo>
                <a:cubicBezTo>
                  <a:pt x="59" y="204"/>
                  <a:pt x="58" y="207"/>
                  <a:pt x="56" y="211"/>
                </a:cubicBezTo>
                <a:cubicBezTo>
                  <a:pt x="58" y="211"/>
                  <a:pt x="59" y="211"/>
                  <a:pt x="61" y="211"/>
                </a:cubicBezTo>
                <a:cubicBezTo>
                  <a:pt x="61" y="220"/>
                  <a:pt x="61" y="220"/>
                  <a:pt x="61" y="220"/>
                </a:cubicBezTo>
                <a:cubicBezTo>
                  <a:pt x="58" y="221"/>
                  <a:pt x="55" y="222"/>
                  <a:pt x="53" y="223"/>
                </a:cubicBezTo>
                <a:cubicBezTo>
                  <a:pt x="53" y="199"/>
                  <a:pt x="53" y="199"/>
                  <a:pt x="53" y="199"/>
                </a:cubicBezTo>
                <a:close/>
                <a:moveTo>
                  <a:pt x="61" y="607"/>
                </a:moveTo>
                <a:cubicBezTo>
                  <a:pt x="58" y="603"/>
                  <a:pt x="55" y="600"/>
                  <a:pt x="53" y="597"/>
                </a:cubicBezTo>
                <a:cubicBezTo>
                  <a:pt x="53" y="563"/>
                  <a:pt x="53" y="563"/>
                  <a:pt x="53" y="563"/>
                </a:cubicBezTo>
                <a:cubicBezTo>
                  <a:pt x="56" y="558"/>
                  <a:pt x="59" y="554"/>
                  <a:pt x="61" y="551"/>
                </a:cubicBezTo>
                <a:cubicBezTo>
                  <a:pt x="61" y="569"/>
                  <a:pt x="61" y="569"/>
                  <a:pt x="61" y="569"/>
                </a:cubicBezTo>
                <a:cubicBezTo>
                  <a:pt x="56" y="576"/>
                  <a:pt x="56" y="582"/>
                  <a:pt x="61" y="593"/>
                </a:cubicBezTo>
                <a:cubicBezTo>
                  <a:pt x="61" y="607"/>
                  <a:pt x="61" y="607"/>
                  <a:pt x="61" y="607"/>
                </a:cubicBezTo>
                <a:close/>
                <a:moveTo>
                  <a:pt x="61" y="239"/>
                </a:moveTo>
                <a:cubicBezTo>
                  <a:pt x="61" y="249"/>
                  <a:pt x="61" y="249"/>
                  <a:pt x="61" y="249"/>
                </a:cubicBezTo>
                <a:cubicBezTo>
                  <a:pt x="58" y="249"/>
                  <a:pt x="55" y="249"/>
                  <a:pt x="53" y="249"/>
                </a:cubicBezTo>
                <a:cubicBezTo>
                  <a:pt x="53" y="241"/>
                  <a:pt x="53" y="241"/>
                  <a:pt x="53" y="241"/>
                </a:cubicBezTo>
                <a:cubicBezTo>
                  <a:pt x="56" y="240"/>
                  <a:pt x="58" y="240"/>
                  <a:pt x="61" y="239"/>
                </a:cubicBezTo>
                <a:close/>
                <a:moveTo>
                  <a:pt x="61" y="265"/>
                </a:moveTo>
                <a:cubicBezTo>
                  <a:pt x="61" y="295"/>
                  <a:pt x="61" y="295"/>
                  <a:pt x="61" y="295"/>
                </a:cubicBezTo>
                <a:cubicBezTo>
                  <a:pt x="60" y="297"/>
                  <a:pt x="58" y="299"/>
                  <a:pt x="57" y="300"/>
                </a:cubicBezTo>
                <a:cubicBezTo>
                  <a:pt x="56" y="310"/>
                  <a:pt x="56" y="316"/>
                  <a:pt x="53" y="323"/>
                </a:cubicBezTo>
                <a:cubicBezTo>
                  <a:pt x="53" y="290"/>
                  <a:pt x="53" y="290"/>
                  <a:pt x="53" y="290"/>
                </a:cubicBezTo>
                <a:cubicBezTo>
                  <a:pt x="55" y="287"/>
                  <a:pt x="57" y="282"/>
                  <a:pt x="58" y="276"/>
                </a:cubicBezTo>
                <a:cubicBezTo>
                  <a:pt x="56" y="276"/>
                  <a:pt x="55" y="277"/>
                  <a:pt x="53" y="277"/>
                </a:cubicBezTo>
                <a:cubicBezTo>
                  <a:pt x="53" y="268"/>
                  <a:pt x="53" y="268"/>
                  <a:pt x="53" y="268"/>
                </a:cubicBezTo>
                <a:cubicBezTo>
                  <a:pt x="56" y="267"/>
                  <a:pt x="58" y="266"/>
                  <a:pt x="61" y="265"/>
                </a:cubicBezTo>
                <a:close/>
                <a:moveTo>
                  <a:pt x="61" y="501"/>
                </a:moveTo>
                <a:cubicBezTo>
                  <a:pt x="61" y="523"/>
                  <a:pt x="61" y="523"/>
                  <a:pt x="61" y="523"/>
                </a:cubicBezTo>
                <a:cubicBezTo>
                  <a:pt x="60" y="523"/>
                  <a:pt x="59" y="523"/>
                  <a:pt x="58" y="524"/>
                </a:cubicBezTo>
                <a:cubicBezTo>
                  <a:pt x="56" y="526"/>
                  <a:pt x="54" y="528"/>
                  <a:pt x="53" y="530"/>
                </a:cubicBezTo>
                <a:cubicBezTo>
                  <a:pt x="53" y="512"/>
                  <a:pt x="53" y="512"/>
                  <a:pt x="53" y="512"/>
                </a:cubicBezTo>
                <a:cubicBezTo>
                  <a:pt x="53" y="509"/>
                  <a:pt x="53" y="507"/>
                  <a:pt x="53" y="504"/>
                </a:cubicBezTo>
                <a:cubicBezTo>
                  <a:pt x="53" y="469"/>
                  <a:pt x="53" y="469"/>
                  <a:pt x="53" y="469"/>
                </a:cubicBezTo>
                <a:cubicBezTo>
                  <a:pt x="53" y="470"/>
                  <a:pt x="54" y="472"/>
                  <a:pt x="54" y="474"/>
                </a:cubicBezTo>
                <a:cubicBezTo>
                  <a:pt x="54" y="477"/>
                  <a:pt x="54" y="481"/>
                  <a:pt x="54" y="485"/>
                </a:cubicBezTo>
                <a:cubicBezTo>
                  <a:pt x="57" y="491"/>
                  <a:pt x="59" y="496"/>
                  <a:pt x="61" y="501"/>
                </a:cubicBezTo>
                <a:close/>
                <a:moveTo>
                  <a:pt x="44" y="216"/>
                </a:moveTo>
                <a:cubicBezTo>
                  <a:pt x="47" y="210"/>
                  <a:pt x="50" y="204"/>
                  <a:pt x="53" y="199"/>
                </a:cubicBezTo>
                <a:cubicBezTo>
                  <a:pt x="53" y="223"/>
                  <a:pt x="53" y="223"/>
                  <a:pt x="53" y="223"/>
                </a:cubicBezTo>
                <a:cubicBezTo>
                  <a:pt x="50" y="224"/>
                  <a:pt x="47" y="227"/>
                  <a:pt x="44" y="231"/>
                </a:cubicBezTo>
                <a:cubicBezTo>
                  <a:pt x="44" y="216"/>
                  <a:pt x="44" y="216"/>
                  <a:pt x="44" y="216"/>
                </a:cubicBezTo>
                <a:close/>
                <a:moveTo>
                  <a:pt x="53" y="597"/>
                </a:moveTo>
                <a:cubicBezTo>
                  <a:pt x="50" y="592"/>
                  <a:pt x="48" y="586"/>
                  <a:pt x="46" y="580"/>
                </a:cubicBezTo>
                <a:cubicBezTo>
                  <a:pt x="46" y="580"/>
                  <a:pt x="45" y="579"/>
                  <a:pt x="44" y="578"/>
                </a:cubicBezTo>
                <a:cubicBezTo>
                  <a:pt x="44" y="563"/>
                  <a:pt x="44" y="563"/>
                  <a:pt x="44" y="563"/>
                </a:cubicBezTo>
                <a:cubicBezTo>
                  <a:pt x="45" y="565"/>
                  <a:pt x="46" y="567"/>
                  <a:pt x="48" y="570"/>
                </a:cubicBezTo>
                <a:cubicBezTo>
                  <a:pt x="50" y="567"/>
                  <a:pt x="51" y="565"/>
                  <a:pt x="53" y="563"/>
                </a:cubicBezTo>
                <a:cubicBezTo>
                  <a:pt x="53" y="597"/>
                  <a:pt x="53" y="597"/>
                  <a:pt x="53" y="597"/>
                </a:cubicBezTo>
                <a:close/>
                <a:moveTo>
                  <a:pt x="53" y="241"/>
                </a:moveTo>
                <a:cubicBezTo>
                  <a:pt x="53" y="249"/>
                  <a:pt x="53" y="249"/>
                  <a:pt x="53" y="249"/>
                </a:cubicBezTo>
                <a:cubicBezTo>
                  <a:pt x="50" y="249"/>
                  <a:pt x="47" y="250"/>
                  <a:pt x="44" y="251"/>
                </a:cubicBezTo>
                <a:cubicBezTo>
                  <a:pt x="44" y="241"/>
                  <a:pt x="44" y="241"/>
                  <a:pt x="44" y="241"/>
                </a:cubicBezTo>
                <a:cubicBezTo>
                  <a:pt x="47" y="241"/>
                  <a:pt x="50" y="241"/>
                  <a:pt x="53" y="241"/>
                </a:cubicBezTo>
                <a:close/>
                <a:moveTo>
                  <a:pt x="53" y="268"/>
                </a:moveTo>
                <a:cubicBezTo>
                  <a:pt x="53" y="277"/>
                  <a:pt x="53" y="277"/>
                  <a:pt x="53" y="277"/>
                </a:cubicBezTo>
                <a:cubicBezTo>
                  <a:pt x="50" y="278"/>
                  <a:pt x="48" y="278"/>
                  <a:pt x="44" y="279"/>
                </a:cubicBezTo>
                <a:cubicBezTo>
                  <a:pt x="44" y="270"/>
                  <a:pt x="44" y="270"/>
                  <a:pt x="44" y="270"/>
                </a:cubicBezTo>
                <a:cubicBezTo>
                  <a:pt x="47" y="270"/>
                  <a:pt x="50" y="269"/>
                  <a:pt x="53" y="268"/>
                </a:cubicBezTo>
                <a:close/>
                <a:moveTo>
                  <a:pt x="53" y="290"/>
                </a:moveTo>
                <a:cubicBezTo>
                  <a:pt x="53" y="323"/>
                  <a:pt x="53" y="323"/>
                  <a:pt x="53" y="323"/>
                </a:cubicBezTo>
                <a:cubicBezTo>
                  <a:pt x="52" y="325"/>
                  <a:pt x="51" y="327"/>
                  <a:pt x="50" y="330"/>
                </a:cubicBezTo>
                <a:cubicBezTo>
                  <a:pt x="50" y="336"/>
                  <a:pt x="50" y="343"/>
                  <a:pt x="50" y="349"/>
                </a:cubicBezTo>
                <a:cubicBezTo>
                  <a:pt x="45" y="363"/>
                  <a:pt x="47" y="377"/>
                  <a:pt x="44" y="391"/>
                </a:cubicBezTo>
                <a:cubicBezTo>
                  <a:pt x="44" y="323"/>
                  <a:pt x="44" y="323"/>
                  <a:pt x="44" y="323"/>
                </a:cubicBezTo>
                <a:cubicBezTo>
                  <a:pt x="47" y="317"/>
                  <a:pt x="48" y="313"/>
                  <a:pt x="49" y="306"/>
                </a:cubicBezTo>
                <a:cubicBezTo>
                  <a:pt x="48" y="307"/>
                  <a:pt x="46" y="307"/>
                  <a:pt x="44" y="308"/>
                </a:cubicBezTo>
                <a:cubicBezTo>
                  <a:pt x="44" y="298"/>
                  <a:pt x="44" y="298"/>
                  <a:pt x="44" y="298"/>
                </a:cubicBezTo>
                <a:cubicBezTo>
                  <a:pt x="48" y="296"/>
                  <a:pt x="51" y="294"/>
                  <a:pt x="53" y="290"/>
                </a:cubicBezTo>
                <a:close/>
                <a:moveTo>
                  <a:pt x="53" y="469"/>
                </a:moveTo>
                <a:cubicBezTo>
                  <a:pt x="53" y="504"/>
                  <a:pt x="53" y="504"/>
                  <a:pt x="53" y="504"/>
                </a:cubicBezTo>
                <a:cubicBezTo>
                  <a:pt x="52" y="501"/>
                  <a:pt x="51" y="497"/>
                  <a:pt x="50" y="492"/>
                </a:cubicBezTo>
                <a:cubicBezTo>
                  <a:pt x="48" y="495"/>
                  <a:pt x="46" y="496"/>
                  <a:pt x="44" y="498"/>
                </a:cubicBezTo>
                <a:cubicBezTo>
                  <a:pt x="44" y="481"/>
                  <a:pt x="44" y="481"/>
                  <a:pt x="44" y="481"/>
                </a:cubicBezTo>
                <a:cubicBezTo>
                  <a:pt x="45" y="478"/>
                  <a:pt x="46" y="474"/>
                  <a:pt x="44" y="469"/>
                </a:cubicBezTo>
                <a:cubicBezTo>
                  <a:pt x="44" y="398"/>
                  <a:pt x="44" y="398"/>
                  <a:pt x="44" y="398"/>
                </a:cubicBezTo>
                <a:cubicBezTo>
                  <a:pt x="46" y="407"/>
                  <a:pt x="46" y="415"/>
                  <a:pt x="45" y="425"/>
                </a:cubicBezTo>
                <a:cubicBezTo>
                  <a:pt x="49" y="440"/>
                  <a:pt x="49" y="454"/>
                  <a:pt x="53" y="469"/>
                </a:cubicBezTo>
                <a:close/>
                <a:moveTo>
                  <a:pt x="53" y="512"/>
                </a:moveTo>
                <a:cubicBezTo>
                  <a:pt x="53" y="530"/>
                  <a:pt x="53" y="530"/>
                  <a:pt x="53" y="530"/>
                </a:cubicBezTo>
                <a:cubicBezTo>
                  <a:pt x="49" y="535"/>
                  <a:pt x="46" y="538"/>
                  <a:pt x="44" y="542"/>
                </a:cubicBezTo>
                <a:cubicBezTo>
                  <a:pt x="44" y="527"/>
                  <a:pt x="44" y="527"/>
                  <a:pt x="44" y="527"/>
                </a:cubicBezTo>
                <a:cubicBezTo>
                  <a:pt x="49" y="522"/>
                  <a:pt x="52" y="517"/>
                  <a:pt x="53" y="512"/>
                </a:cubicBezTo>
                <a:close/>
                <a:moveTo>
                  <a:pt x="33" y="241"/>
                </a:moveTo>
                <a:cubicBezTo>
                  <a:pt x="36" y="232"/>
                  <a:pt x="40" y="224"/>
                  <a:pt x="44" y="216"/>
                </a:cubicBezTo>
                <a:cubicBezTo>
                  <a:pt x="44" y="231"/>
                  <a:pt x="44" y="231"/>
                  <a:pt x="44" y="231"/>
                </a:cubicBezTo>
                <a:cubicBezTo>
                  <a:pt x="43" y="234"/>
                  <a:pt x="42" y="237"/>
                  <a:pt x="41" y="242"/>
                </a:cubicBezTo>
                <a:cubicBezTo>
                  <a:pt x="42" y="241"/>
                  <a:pt x="43" y="241"/>
                  <a:pt x="44" y="241"/>
                </a:cubicBezTo>
                <a:cubicBezTo>
                  <a:pt x="44" y="251"/>
                  <a:pt x="44" y="251"/>
                  <a:pt x="44" y="251"/>
                </a:cubicBezTo>
                <a:cubicBezTo>
                  <a:pt x="39" y="253"/>
                  <a:pt x="36" y="256"/>
                  <a:pt x="33" y="261"/>
                </a:cubicBezTo>
                <a:cubicBezTo>
                  <a:pt x="33" y="241"/>
                  <a:pt x="33" y="241"/>
                  <a:pt x="33" y="241"/>
                </a:cubicBezTo>
                <a:close/>
                <a:moveTo>
                  <a:pt x="44" y="578"/>
                </a:moveTo>
                <a:cubicBezTo>
                  <a:pt x="40" y="571"/>
                  <a:pt x="36" y="563"/>
                  <a:pt x="33" y="555"/>
                </a:cubicBezTo>
                <a:cubicBezTo>
                  <a:pt x="33" y="537"/>
                  <a:pt x="33" y="537"/>
                  <a:pt x="33" y="537"/>
                </a:cubicBezTo>
                <a:cubicBezTo>
                  <a:pt x="33" y="537"/>
                  <a:pt x="33" y="538"/>
                  <a:pt x="34" y="539"/>
                </a:cubicBezTo>
                <a:cubicBezTo>
                  <a:pt x="38" y="535"/>
                  <a:pt x="42" y="531"/>
                  <a:pt x="44" y="527"/>
                </a:cubicBezTo>
                <a:cubicBezTo>
                  <a:pt x="44" y="542"/>
                  <a:pt x="44" y="542"/>
                  <a:pt x="44" y="542"/>
                </a:cubicBezTo>
                <a:cubicBezTo>
                  <a:pt x="41" y="548"/>
                  <a:pt x="41" y="554"/>
                  <a:pt x="44" y="563"/>
                </a:cubicBezTo>
                <a:cubicBezTo>
                  <a:pt x="44" y="578"/>
                  <a:pt x="44" y="578"/>
                  <a:pt x="44" y="578"/>
                </a:cubicBezTo>
                <a:close/>
                <a:moveTo>
                  <a:pt x="44" y="270"/>
                </a:moveTo>
                <a:cubicBezTo>
                  <a:pt x="44" y="279"/>
                  <a:pt x="44" y="279"/>
                  <a:pt x="44" y="279"/>
                </a:cubicBezTo>
                <a:cubicBezTo>
                  <a:pt x="40" y="280"/>
                  <a:pt x="36" y="281"/>
                  <a:pt x="33" y="282"/>
                </a:cubicBezTo>
                <a:cubicBezTo>
                  <a:pt x="33" y="273"/>
                  <a:pt x="33" y="273"/>
                  <a:pt x="33" y="273"/>
                </a:cubicBezTo>
                <a:cubicBezTo>
                  <a:pt x="37" y="272"/>
                  <a:pt x="41" y="271"/>
                  <a:pt x="44" y="270"/>
                </a:cubicBezTo>
                <a:close/>
                <a:moveTo>
                  <a:pt x="44" y="298"/>
                </a:moveTo>
                <a:cubicBezTo>
                  <a:pt x="44" y="308"/>
                  <a:pt x="44" y="308"/>
                  <a:pt x="44" y="308"/>
                </a:cubicBezTo>
                <a:cubicBezTo>
                  <a:pt x="40" y="309"/>
                  <a:pt x="36" y="310"/>
                  <a:pt x="33" y="311"/>
                </a:cubicBezTo>
                <a:cubicBezTo>
                  <a:pt x="33" y="302"/>
                  <a:pt x="33" y="302"/>
                  <a:pt x="33" y="302"/>
                </a:cubicBezTo>
                <a:cubicBezTo>
                  <a:pt x="37" y="301"/>
                  <a:pt x="41" y="300"/>
                  <a:pt x="44" y="298"/>
                </a:cubicBezTo>
                <a:close/>
                <a:moveTo>
                  <a:pt x="44" y="323"/>
                </a:moveTo>
                <a:cubicBezTo>
                  <a:pt x="44" y="391"/>
                  <a:pt x="44" y="391"/>
                  <a:pt x="44" y="391"/>
                </a:cubicBezTo>
                <a:cubicBezTo>
                  <a:pt x="44" y="392"/>
                  <a:pt x="44" y="393"/>
                  <a:pt x="44" y="395"/>
                </a:cubicBezTo>
                <a:cubicBezTo>
                  <a:pt x="44" y="396"/>
                  <a:pt x="44" y="397"/>
                  <a:pt x="44" y="398"/>
                </a:cubicBezTo>
                <a:cubicBezTo>
                  <a:pt x="44" y="469"/>
                  <a:pt x="44" y="469"/>
                  <a:pt x="44" y="469"/>
                </a:cubicBezTo>
                <a:cubicBezTo>
                  <a:pt x="44" y="467"/>
                  <a:pt x="43" y="465"/>
                  <a:pt x="42" y="462"/>
                </a:cubicBezTo>
                <a:cubicBezTo>
                  <a:pt x="39" y="465"/>
                  <a:pt x="35" y="468"/>
                  <a:pt x="33" y="470"/>
                </a:cubicBezTo>
                <a:cubicBezTo>
                  <a:pt x="33" y="459"/>
                  <a:pt x="33" y="459"/>
                  <a:pt x="33" y="459"/>
                </a:cubicBezTo>
                <a:cubicBezTo>
                  <a:pt x="39" y="452"/>
                  <a:pt x="43" y="445"/>
                  <a:pt x="39" y="432"/>
                </a:cubicBezTo>
                <a:cubicBezTo>
                  <a:pt x="38" y="432"/>
                  <a:pt x="36" y="433"/>
                  <a:pt x="33" y="436"/>
                </a:cubicBezTo>
                <a:cubicBezTo>
                  <a:pt x="33" y="423"/>
                  <a:pt x="33" y="423"/>
                  <a:pt x="33" y="423"/>
                </a:cubicBezTo>
                <a:cubicBezTo>
                  <a:pt x="38" y="417"/>
                  <a:pt x="41" y="409"/>
                  <a:pt x="36" y="400"/>
                </a:cubicBezTo>
                <a:cubicBezTo>
                  <a:pt x="35" y="400"/>
                  <a:pt x="34" y="401"/>
                  <a:pt x="33" y="402"/>
                </a:cubicBezTo>
                <a:cubicBezTo>
                  <a:pt x="33" y="391"/>
                  <a:pt x="33" y="391"/>
                  <a:pt x="33" y="391"/>
                </a:cubicBezTo>
                <a:cubicBezTo>
                  <a:pt x="34" y="390"/>
                  <a:pt x="35" y="389"/>
                  <a:pt x="35" y="389"/>
                </a:cubicBezTo>
                <a:cubicBezTo>
                  <a:pt x="39" y="382"/>
                  <a:pt x="37" y="375"/>
                  <a:pt x="37" y="368"/>
                </a:cubicBezTo>
                <a:cubicBezTo>
                  <a:pt x="36" y="369"/>
                  <a:pt x="34" y="370"/>
                  <a:pt x="33" y="371"/>
                </a:cubicBezTo>
                <a:cubicBezTo>
                  <a:pt x="33" y="360"/>
                  <a:pt x="33" y="360"/>
                  <a:pt x="33" y="360"/>
                </a:cubicBezTo>
                <a:cubicBezTo>
                  <a:pt x="41" y="354"/>
                  <a:pt x="41" y="350"/>
                  <a:pt x="41" y="337"/>
                </a:cubicBezTo>
                <a:cubicBezTo>
                  <a:pt x="39" y="338"/>
                  <a:pt x="36" y="339"/>
                  <a:pt x="33" y="341"/>
                </a:cubicBezTo>
                <a:cubicBezTo>
                  <a:pt x="33" y="330"/>
                  <a:pt x="33" y="330"/>
                  <a:pt x="33" y="330"/>
                </a:cubicBezTo>
                <a:cubicBezTo>
                  <a:pt x="36" y="329"/>
                  <a:pt x="40" y="327"/>
                  <a:pt x="43" y="326"/>
                </a:cubicBezTo>
                <a:cubicBezTo>
                  <a:pt x="44" y="325"/>
                  <a:pt x="44" y="324"/>
                  <a:pt x="44" y="323"/>
                </a:cubicBezTo>
                <a:close/>
                <a:moveTo>
                  <a:pt x="44" y="481"/>
                </a:moveTo>
                <a:cubicBezTo>
                  <a:pt x="44" y="498"/>
                  <a:pt x="44" y="498"/>
                  <a:pt x="44" y="498"/>
                </a:cubicBezTo>
                <a:cubicBezTo>
                  <a:pt x="42" y="500"/>
                  <a:pt x="40" y="503"/>
                  <a:pt x="34" y="508"/>
                </a:cubicBezTo>
                <a:cubicBezTo>
                  <a:pt x="34" y="509"/>
                  <a:pt x="33" y="510"/>
                  <a:pt x="33" y="511"/>
                </a:cubicBezTo>
                <a:cubicBezTo>
                  <a:pt x="33" y="498"/>
                  <a:pt x="33" y="498"/>
                  <a:pt x="33" y="498"/>
                </a:cubicBezTo>
                <a:cubicBezTo>
                  <a:pt x="38" y="492"/>
                  <a:pt x="43" y="487"/>
                  <a:pt x="44" y="481"/>
                </a:cubicBezTo>
                <a:close/>
                <a:moveTo>
                  <a:pt x="0" y="436"/>
                </a:moveTo>
                <a:cubicBezTo>
                  <a:pt x="0" y="410"/>
                  <a:pt x="0" y="384"/>
                  <a:pt x="0" y="357"/>
                </a:cubicBezTo>
                <a:cubicBezTo>
                  <a:pt x="5" y="355"/>
                  <a:pt x="5" y="335"/>
                  <a:pt x="5" y="330"/>
                </a:cubicBezTo>
                <a:cubicBezTo>
                  <a:pt x="10" y="313"/>
                  <a:pt x="10" y="296"/>
                  <a:pt x="19" y="280"/>
                </a:cubicBezTo>
                <a:cubicBezTo>
                  <a:pt x="21" y="269"/>
                  <a:pt x="22" y="257"/>
                  <a:pt x="31" y="249"/>
                </a:cubicBezTo>
                <a:cubicBezTo>
                  <a:pt x="31" y="246"/>
                  <a:pt x="32" y="244"/>
                  <a:pt x="33" y="241"/>
                </a:cubicBezTo>
                <a:cubicBezTo>
                  <a:pt x="33" y="261"/>
                  <a:pt x="33" y="261"/>
                  <a:pt x="33" y="261"/>
                </a:cubicBezTo>
                <a:cubicBezTo>
                  <a:pt x="31" y="264"/>
                  <a:pt x="29" y="269"/>
                  <a:pt x="28" y="273"/>
                </a:cubicBezTo>
                <a:cubicBezTo>
                  <a:pt x="29" y="273"/>
                  <a:pt x="31" y="273"/>
                  <a:pt x="33" y="273"/>
                </a:cubicBezTo>
                <a:cubicBezTo>
                  <a:pt x="33" y="282"/>
                  <a:pt x="33" y="282"/>
                  <a:pt x="33" y="282"/>
                </a:cubicBezTo>
                <a:cubicBezTo>
                  <a:pt x="32" y="282"/>
                  <a:pt x="32" y="282"/>
                  <a:pt x="31" y="282"/>
                </a:cubicBezTo>
                <a:cubicBezTo>
                  <a:pt x="22" y="290"/>
                  <a:pt x="20" y="295"/>
                  <a:pt x="18" y="306"/>
                </a:cubicBezTo>
                <a:cubicBezTo>
                  <a:pt x="24" y="305"/>
                  <a:pt x="28" y="303"/>
                  <a:pt x="33" y="302"/>
                </a:cubicBezTo>
                <a:cubicBezTo>
                  <a:pt x="33" y="311"/>
                  <a:pt x="33" y="311"/>
                  <a:pt x="33" y="311"/>
                </a:cubicBezTo>
                <a:cubicBezTo>
                  <a:pt x="20" y="315"/>
                  <a:pt x="13" y="320"/>
                  <a:pt x="12" y="339"/>
                </a:cubicBezTo>
                <a:cubicBezTo>
                  <a:pt x="19" y="336"/>
                  <a:pt x="26" y="333"/>
                  <a:pt x="33" y="330"/>
                </a:cubicBezTo>
                <a:cubicBezTo>
                  <a:pt x="33" y="341"/>
                  <a:pt x="33" y="341"/>
                  <a:pt x="33" y="341"/>
                </a:cubicBezTo>
                <a:cubicBezTo>
                  <a:pt x="27" y="343"/>
                  <a:pt x="19" y="346"/>
                  <a:pt x="14" y="349"/>
                </a:cubicBezTo>
                <a:cubicBezTo>
                  <a:pt x="10" y="357"/>
                  <a:pt x="8" y="364"/>
                  <a:pt x="9" y="372"/>
                </a:cubicBezTo>
                <a:cubicBezTo>
                  <a:pt x="15" y="369"/>
                  <a:pt x="22" y="366"/>
                  <a:pt x="28" y="363"/>
                </a:cubicBezTo>
                <a:cubicBezTo>
                  <a:pt x="30" y="362"/>
                  <a:pt x="31" y="361"/>
                  <a:pt x="33" y="360"/>
                </a:cubicBezTo>
                <a:cubicBezTo>
                  <a:pt x="33" y="371"/>
                  <a:pt x="33" y="371"/>
                  <a:pt x="33" y="371"/>
                </a:cubicBezTo>
                <a:cubicBezTo>
                  <a:pt x="13" y="383"/>
                  <a:pt x="7" y="381"/>
                  <a:pt x="8" y="408"/>
                </a:cubicBezTo>
                <a:cubicBezTo>
                  <a:pt x="12" y="404"/>
                  <a:pt x="25" y="396"/>
                  <a:pt x="33" y="391"/>
                </a:cubicBezTo>
                <a:cubicBezTo>
                  <a:pt x="33" y="402"/>
                  <a:pt x="33" y="402"/>
                  <a:pt x="33" y="402"/>
                </a:cubicBezTo>
                <a:cubicBezTo>
                  <a:pt x="14" y="413"/>
                  <a:pt x="6" y="417"/>
                  <a:pt x="10" y="440"/>
                </a:cubicBezTo>
                <a:cubicBezTo>
                  <a:pt x="17" y="436"/>
                  <a:pt x="27" y="430"/>
                  <a:pt x="33" y="423"/>
                </a:cubicBezTo>
                <a:cubicBezTo>
                  <a:pt x="33" y="436"/>
                  <a:pt x="33" y="436"/>
                  <a:pt x="33" y="436"/>
                </a:cubicBezTo>
                <a:cubicBezTo>
                  <a:pt x="27" y="440"/>
                  <a:pt x="18" y="446"/>
                  <a:pt x="16" y="449"/>
                </a:cubicBezTo>
                <a:cubicBezTo>
                  <a:pt x="12" y="457"/>
                  <a:pt x="13" y="465"/>
                  <a:pt x="15" y="475"/>
                </a:cubicBezTo>
                <a:cubicBezTo>
                  <a:pt x="21" y="469"/>
                  <a:pt x="28" y="464"/>
                  <a:pt x="33" y="459"/>
                </a:cubicBezTo>
                <a:cubicBezTo>
                  <a:pt x="33" y="470"/>
                  <a:pt x="33" y="470"/>
                  <a:pt x="33" y="470"/>
                </a:cubicBezTo>
                <a:cubicBezTo>
                  <a:pt x="21" y="480"/>
                  <a:pt x="17" y="488"/>
                  <a:pt x="23" y="508"/>
                </a:cubicBezTo>
                <a:cubicBezTo>
                  <a:pt x="27" y="504"/>
                  <a:pt x="30" y="501"/>
                  <a:pt x="33" y="498"/>
                </a:cubicBezTo>
                <a:cubicBezTo>
                  <a:pt x="33" y="511"/>
                  <a:pt x="33" y="511"/>
                  <a:pt x="33" y="511"/>
                </a:cubicBezTo>
                <a:cubicBezTo>
                  <a:pt x="29" y="521"/>
                  <a:pt x="29" y="526"/>
                  <a:pt x="33" y="537"/>
                </a:cubicBezTo>
                <a:cubicBezTo>
                  <a:pt x="33" y="555"/>
                  <a:pt x="33" y="555"/>
                  <a:pt x="33" y="555"/>
                </a:cubicBezTo>
                <a:cubicBezTo>
                  <a:pt x="27" y="542"/>
                  <a:pt x="21" y="527"/>
                  <a:pt x="18" y="513"/>
                </a:cubicBezTo>
                <a:cubicBezTo>
                  <a:pt x="12" y="498"/>
                  <a:pt x="10" y="482"/>
                  <a:pt x="5" y="465"/>
                </a:cubicBezTo>
                <a:cubicBezTo>
                  <a:pt x="5" y="459"/>
                  <a:pt x="6" y="438"/>
                  <a:pt x="0" y="436"/>
                </a:cubicBezTo>
                <a:close/>
              </a:path>
            </a:pathLst>
          </a:custGeom>
          <a:solidFill>
            <a:srgbClr val="2A719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09FAF63-A9A0-45F6-9EEF-86D898F4D941}"/>
              </a:ext>
            </a:extLst>
          </p:cNvPr>
          <p:cNvSpPr/>
          <p:nvPr userDrawn="1"/>
        </p:nvSpPr>
        <p:spPr>
          <a:xfrm>
            <a:off x="479425" y="398589"/>
            <a:ext cx="45719" cy="438743"/>
          </a:xfrm>
          <a:prstGeom prst="rect">
            <a:avLst/>
          </a:prstGeom>
          <a:solidFill>
            <a:srgbClr val="2A71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C6BDBB67-F1B1-49EA-8F70-36C2EA49FE89}"/>
              </a:ext>
            </a:extLst>
          </p:cNvPr>
          <p:cNvSpPr/>
          <p:nvPr userDrawn="1"/>
        </p:nvSpPr>
        <p:spPr>
          <a:xfrm>
            <a:off x="479425" y="1089025"/>
            <a:ext cx="11233150" cy="5435600"/>
          </a:xfrm>
          <a:prstGeom prst="roundRect">
            <a:avLst>
              <a:gd name="adj" fmla="val 5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5128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3261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7475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FBDA61-90C5-4C36-93EF-A8A3A4C2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A3768-6B44-4606-A60F-17481A60F540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7A0FB57-83A5-4847-B26A-08BA93956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918D0C-1B29-48D5-8521-AC2474653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44FB6-9BE4-47A6-BA67-C18ED7F7B4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525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5CF674-23B2-4C93-A127-5B2B052E3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D00277CA-AA1C-4AFC-9C9A-D516A13393C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AD4E1D9-7856-4365-BF21-B4932BA14875}"/>
              </a:ext>
            </a:extLst>
          </p:cNvPr>
          <p:cNvSpPr/>
          <p:nvPr userDrawn="1"/>
        </p:nvSpPr>
        <p:spPr>
          <a:xfrm>
            <a:off x="-640864" y="21411"/>
            <a:ext cx="518378" cy="518378"/>
          </a:xfrm>
          <a:prstGeom prst="ellipse">
            <a:avLst/>
          </a:prstGeom>
          <a:solidFill>
            <a:srgbClr val="2A71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1E8B579-1419-4978-BEEB-394B47286F87}"/>
              </a:ext>
            </a:extLst>
          </p:cNvPr>
          <p:cNvSpPr/>
          <p:nvPr userDrawn="1"/>
        </p:nvSpPr>
        <p:spPr>
          <a:xfrm>
            <a:off x="-640864" y="1183461"/>
            <a:ext cx="518378" cy="518378"/>
          </a:xfrm>
          <a:prstGeom prst="ellipse">
            <a:avLst/>
          </a:prstGeom>
          <a:gradFill>
            <a:gsLst>
              <a:gs pos="0">
                <a:srgbClr val="2A719D"/>
              </a:gs>
              <a:gs pos="100000">
                <a:srgbClr val="23A09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73A62AC-9FFB-4672-AFB3-B5CBEEBF6C6C}"/>
              </a:ext>
            </a:extLst>
          </p:cNvPr>
          <p:cNvSpPr/>
          <p:nvPr userDrawn="1"/>
        </p:nvSpPr>
        <p:spPr>
          <a:xfrm>
            <a:off x="-669925" y="2034322"/>
            <a:ext cx="518378" cy="518378"/>
          </a:xfrm>
          <a:prstGeom prst="ellipse">
            <a:avLst/>
          </a:prstGeom>
          <a:solidFill>
            <a:srgbClr val="C65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0BF939C-7AE1-4B45-9FA6-66A56734CA9F}"/>
              </a:ext>
            </a:extLst>
          </p:cNvPr>
          <p:cNvSpPr/>
          <p:nvPr userDrawn="1"/>
        </p:nvSpPr>
        <p:spPr>
          <a:xfrm>
            <a:off x="-669925" y="2631832"/>
            <a:ext cx="518378" cy="518378"/>
          </a:xfrm>
          <a:prstGeom prst="ellipse">
            <a:avLst/>
          </a:prstGeom>
          <a:solidFill>
            <a:srgbClr val="7B2E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14749D5-6024-470C-BE5D-50BD26A18D11}"/>
              </a:ext>
            </a:extLst>
          </p:cNvPr>
          <p:cNvSpPr/>
          <p:nvPr userDrawn="1"/>
        </p:nvSpPr>
        <p:spPr>
          <a:xfrm>
            <a:off x="-2611370" y="-32535"/>
            <a:ext cx="1590902" cy="1590902"/>
          </a:xfrm>
          <a:prstGeom prst="ellipse">
            <a:avLst/>
          </a:prstGeom>
          <a:solidFill>
            <a:srgbClr val="E7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FE687D-C490-4DB4-968B-F1B9786B1E2C}"/>
              </a:ext>
            </a:extLst>
          </p:cNvPr>
          <p:cNvSpPr txBox="1"/>
          <p:nvPr userDrawn="1"/>
        </p:nvSpPr>
        <p:spPr>
          <a:xfrm>
            <a:off x="-2577925" y="480923"/>
            <a:ext cx="1524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2A719D"/>
                </a:solidFill>
                <a:ea typeface="微软雅黑" panose="020B0503020204020204" pitchFamily="34" charset="-122"/>
              </a:rPr>
              <a:t>直流电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412B4DE-189E-4764-9F88-E4C19FEBA076}"/>
              </a:ext>
            </a:extLst>
          </p:cNvPr>
          <p:cNvSpPr/>
          <p:nvPr userDrawn="1"/>
        </p:nvSpPr>
        <p:spPr>
          <a:xfrm>
            <a:off x="-2611370" y="1640947"/>
            <a:ext cx="1590901" cy="1590901"/>
          </a:xfrm>
          <a:prstGeom prst="ellipse">
            <a:avLst/>
          </a:prstGeom>
          <a:solidFill>
            <a:srgbClr val="E6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29CF73A-6DAC-4365-816D-E3DB1E36B33F}"/>
              </a:ext>
            </a:extLst>
          </p:cNvPr>
          <p:cNvSpPr/>
          <p:nvPr userDrawn="1"/>
        </p:nvSpPr>
        <p:spPr>
          <a:xfrm>
            <a:off x="-640864" y="592911"/>
            <a:ext cx="518378" cy="518378"/>
          </a:xfrm>
          <a:prstGeom prst="ellipse">
            <a:avLst/>
          </a:prstGeom>
          <a:solidFill>
            <a:srgbClr val="23A0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B6F92A0-AF6E-48E8-B2D6-FDBE94985060}"/>
              </a:ext>
            </a:extLst>
          </p:cNvPr>
          <p:cNvSpPr txBox="1"/>
          <p:nvPr userDrawn="1"/>
        </p:nvSpPr>
        <p:spPr>
          <a:xfrm>
            <a:off x="-2577925" y="2138254"/>
            <a:ext cx="1524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23A09C"/>
                </a:solidFill>
                <a:ea typeface="微软雅黑" panose="020B0503020204020204" pitchFamily="34" charset="-122"/>
              </a:rPr>
              <a:t>直流电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F20A145-8D4D-4129-AD2F-157233C6BAF9}"/>
              </a:ext>
            </a:extLst>
          </p:cNvPr>
          <p:cNvSpPr/>
          <p:nvPr userDrawn="1"/>
        </p:nvSpPr>
        <p:spPr>
          <a:xfrm>
            <a:off x="-2611370" y="3307565"/>
            <a:ext cx="1590902" cy="1590902"/>
          </a:xfrm>
          <a:prstGeom prst="ellipse">
            <a:avLst/>
          </a:prstGeom>
          <a:solidFill>
            <a:srgbClr val="F7E5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E41181E-A4D1-4CD7-BFF9-3BF2F17DED92}"/>
              </a:ext>
            </a:extLst>
          </p:cNvPr>
          <p:cNvSpPr txBox="1"/>
          <p:nvPr userDrawn="1"/>
        </p:nvSpPr>
        <p:spPr>
          <a:xfrm>
            <a:off x="-2577925" y="3821023"/>
            <a:ext cx="1524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C65B34"/>
                </a:solidFill>
                <a:ea typeface="微软雅黑" panose="020B0503020204020204" pitchFamily="34" charset="-122"/>
              </a:rPr>
              <a:t>直流电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6815A67B-5AD7-47E0-8443-FA78028F5723}"/>
              </a:ext>
            </a:extLst>
          </p:cNvPr>
          <p:cNvSpPr/>
          <p:nvPr userDrawn="1"/>
        </p:nvSpPr>
        <p:spPr>
          <a:xfrm>
            <a:off x="-2611370" y="4981047"/>
            <a:ext cx="1590901" cy="1590901"/>
          </a:xfrm>
          <a:prstGeom prst="ellipse">
            <a:avLst/>
          </a:prstGeom>
          <a:solidFill>
            <a:srgbClr val="F5E9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26AF69C-4C0B-4507-8518-A389EE0C80BB}"/>
              </a:ext>
            </a:extLst>
          </p:cNvPr>
          <p:cNvSpPr txBox="1"/>
          <p:nvPr userDrawn="1"/>
        </p:nvSpPr>
        <p:spPr>
          <a:xfrm>
            <a:off x="-2577925" y="5478354"/>
            <a:ext cx="1524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7B2E86"/>
                </a:solidFill>
                <a:ea typeface="微软雅黑" panose="020B0503020204020204" pitchFamily="34" charset="-122"/>
              </a:rPr>
              <a:t>直流电</a:t>
            </a:r>
          </a:p>
        </p:txBody>
      </p:sp>
    </p:spTree>
    <p:extLst>
      <p:ext uri="{BB962C8B-B14F-4D97-AF65-F5344CB8AC3E}">
        <p14:creationId xmlns:p14="http://schemas.microsoft.com/office/powerpoint/2010/main" val="348106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0.png"/><Relationship Id="rId3" Type="http://schemas.openxmlformats.org/officeDocument/2006/relationships/image" Target="../media/image81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21.png"/><Relationship Id="rId2" Type="http://schemas.openxmlformats.org/officeDocument/2006/relationships/image" Target="../media/image8.png"/><Relationship Id="rId16" Type="http://schemas.openxmlformats.org/officeDocument/2006/relationships/image" Target="../media/image17.emf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emf"/><Relationship Id="rId24" Type="http://schemas.openxmlformats.org/officeDocument/2006/relationships/image" Target="../media/image29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830.png"/><Relationship Id="rId18" Type="http://schemas.openxmlformats.org/officeDocument/2006/relationships/image" Target="../media/image1431.png"/><Relationship Id="rId3" Type="http://schemas.openxmlformats.org/officeDocument/2006/relationships/image" Target="../media/image136.png"/><Relationship Id="rId7" Type="http://schemas.openxmlformats.org/officeDocument/2006/relationships/image" Target="../media/image141.png"/><Relationship Id="rId12" Type="http://schemas.openxmlformats.org/officeDocument/2006/relationships/image" Target="../media/image260.png"/><Relationship Id="rId17" Type="http://schemas.openxmlformats.org/officeDocument/2006/relationships/image" Target="../media/image870.png"/><Relationship Id="rId2" Type="http://schemas.openxmlformats.org/officeDocument/2006/relationships/image" Target="../media/image135.png"/><Relationship Id="rId16" Type="http://schemas.openxmlformats.org/officeDocument/2006/relationships/image" Target="../media/image8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9.png"/><Relationship Id="rId11" Type="http://schemas.openxmlformats.org/officeDocument/2006/relationships/image" Target="../media/image142.png"/><Relationship Id="rId5" Type="http://schemas.openxmlformats.org/officeDocument/2006/relationships/image" Target="../media/image138.png"/><Relationship Id="rId15" Type="http://schemas.openxmlformats.org/officeDocument/2006/relationships/image" Target="../media/image850.png"/><Relationship Id="rId10" Type="http://schemas.openxmlformats.org/officeDocument/2006/relationships/image" Target="../media/image80.png"/><Relationship Id="rId4" Type="http://schemas.openxmlformats.org/officeDocument/2006/relationships/image" Target="../media/image137.png"/><Relationship Id="rId9" Type="http://schemas.openxmlformats.org/officeDocument/2006/relationships/image" Target="../media/image79.png"/><Relationship Id="rId14" Type="http://schemas.openxmlformats.org/officeDocument/2006/relationships/image" Target="../media/image84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A719D"/>
            </a:gs>
            <a:gs pos="100000">
              <a:srgbClr val="23A09C"/>
            </a:gs>
          </a:gsLst>
          <a:lin ang="27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208BE2-F342-58FE-7EB3-120D89A04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3CDC0DA1-E058-8B2B-77DE-B4AFB60E980F}"/>
              </a:ext>
            </a:extLst>
          </p:cNvPr>
          <p:cNvGrpSpPr/>
          <p:nvPr/>
        </p:nvGrpSpPr>
        <p:grpSpPr>
          <a:xfrm>
            <a:off x="10867696" y="354418"/>
            <a:ext cx="887854" cy="486410"/>
            <a:chOff x="1487488" y="2636838"/>
            <a:chExt cx="3154363" cy="1577975"/>
          </a:xfrm>
          <a:solidFill>
            <a:schemeClr val="bg1"/>
          </a:solidFill>
        </p:grpSpPr>
        <p:sp>
          <p:nvSpPr>
            <p:cNvPr id="155" name="Freeform 53">
              <a:extLst>
                <a:ext uri="{FF2B5EF4-FFF2-40B4-BE49-F238E27FC236}">
                  <a16:creationId xmlns:a16="http://schemas.microsoft.com/office/drawing/2014/main" id="{5DF6942A-2454-982E-0BBC-ECC0B0EB8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488" y="2636838"/>
              <a:ext cx="1447800" cy="425450"/>
            </a:xfrm>
            <a:custGeom>
              <a:avLst/>
              <a:gdLst>
                <a:gd name="T0" fmla="*/ 0 w 517"/>
                <a:gd name="T1" fmla="*/ 0 h 151"/>
                <a:gd name="T2" fmla="*/ 268 w 517"/>
                <a:gd name="T3" fmla="*/ 0 h 151"/>
                <a:gd name="T4" fmla="*/ 517 w 517"/>
                <a:gd name="T5" fmla="*/ 151 h 151"/>
                <a:gd name="T6" fmla="*/ 0 w 517"/>
                <a:gd name="T7" fmla="*/ 151 h 151"/>
                <a:gd name="T8" fmla="*/ 0 w 517"/>
                <a:gd name="T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7" h="151">
                  <a:moveTo>
                    <a:pt x="0" y="0"/>
                  </a:moveTo>
                  <a:cubicBezTo>
                    <a:pt x="268" y="0"/>
                    <a:pt x="268" y="0"/>
                    <a:pt x="268" y="0"/>
                  </a:cubicBezTo>
                  <a:cubicBezTo>
                    <a:pt x="376" y="0"/>
                    <a:pt x="470" y="61"/>
                    <a:pt x="517" y="151"/>
                  </a:cubicBezTo>
                  <a:cubicBezTo>
                    <a:pt x="0" y="151"/>
                    <a:pt x="0" y="151"/>
                    <a:pt x="0" y="15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al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6" name="Freeform 54">
              <a:extLst>
                <a:ext uri="{FF2B5EF4-FFF2-40B4-BE49-F238E27FC236}">
                  <a16:creationId xmlns:a16="http://schemas.microsoft.com/office/drawing/2014/main" id="{6EC36E45-9EAE-291C-2479-54380D30B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488" y="3802063"/>
              <a:ext cx="1439863" cy="412750"/>
            </a:xfrm>
            <a:custGeom>
              <a:avLst/>
              <a:gdLst>
                <a:gd name="T0" fmla="*/ 268 w 514"/>
                <a:gd name="T1" fmla="*/ 147 h 147"/>
                <a:gd name="T2" fmla="*/ 0 w 514"/>
                <a:gd name="T3" fmla="*/ 147 h 147"/>
                <a:gd name="T4" fmla="*/ 0 w 514"/>
                <a:gd name="T5" fmla="*/ 0 h 147"/>
                <a:gd name="T6" fmla="*/ 514 w 514"/>
                <a:gd name="T7" fmla="*/ 0 h 147"/>
                <a:gd name="T8" fmla="*/ 268 w 514"/>
                <a:gd name="T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4" h="147">
                  <a:moveTo>
                    <a:pt x="268" y="147"/>
                  </a:moveTo>
                  <a:cubicBezTo>
                    <a:pt x="0" y="147"/>
                    <a:pt x="0" y="147"/>
                    <a:pt x="0" y="1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14" y="0"/>
                    <a:pt x="514" y="0"/>
                    <a:pt x="514" y="0"/>
                  </a:cubicBezTo>
                  <a:cubicBezTo>
                    <a:pt x="467" y="88"/>
                    <a:pt x="374" y="147"/>
                    <a:pt x="268" y="1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al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7" name="Freeform 55">
              <a:extLst>
                <a:ext uri="{FF2B5EF4-FFF2-40B4-BE49-F238E27FC236}">
                  <a16:creationId xmlns:a16="http://schemas.microsoft.com/office/drawing/2014/main" id="{A8DCDA63-804D-E5E4-4067-D907BEA6A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488" y="3241676"/>
              <a:ext cx="1535113" cy="382588"/>
            </a:xfrm>
            <a:custGeom>
              <a:avLst/>
              <a:gdLst>
                <a:gd name="T0" fmla="*/ 548 w 548"/>
                <a:gd name="T1" fmla="*/ 65 h 136"/>
                <a:gd name="T2" fmla="*/ 539 w 548"/>
                <a:gd name="T3" fmla="*/ 136 h 136"/>
                <a:gd name="T4" fmla="*/ 0 w 548"/>
                <a:gd name="T5" fmla="*/ 136 h 136"/>
                <a:gd name="T6" fmla="*/ 0 w 548"/>
                <a:gd name="T7" fmla="*/ 0 h 136"/>
                <a:gd name="T8" fmla="*/ 540 w 548"/>
                <a:gd name="T9" fmla="*/ 0 h 136"/>
                <a:gd name="T10" fmla="*/ 548 w 548"/>
                <a:gd name="T11" fmla="*/ 65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8" h="136">
                  <a:moveTo>
                    <a:pt x="548" y="65"/>
                  </a:moveTo>
                  <a:cubicBezTo>
                    <a:pt x="548" y="90"/>
                    <a:pt x="545" y="114"/>
                    <a:pt x="539" y="136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40" y="0"/>
                    <a:pt x="540" y="0"/>
                    <a:pt x="540" y="0"/>
                  </a:cubicBezTo>
                  <a:cubicBezTo>
                    <a:pt x="545" y="21"/>
                    <a:pt x="548" y="43"/>
                    <a:pt x="548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al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8" name="Freeform 56">
              <a:extLst>
                <a:ext uri="{FF2B5EF4-FFF2-40B4-BE49-F238E27FC236}">
                  <a16:creationId xmlns:a16="http://schemas.microsoft.com/office/drawing/2014/main" id="{F1FB9009-449C-D917-3EF0-C4713A262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563" y="3241676"/>
              <a:ext cx="603250" cy="382588"/>
            </a:xfrm>
            <a:custGeom>
              <a:avLst/>
              <a:gdLst>
                <a:gd name="T0" fmla="*/ 0 w 215"/>
                <a:gd name="T1" fmla="*/ 65 h 136"/>
                <a:gd name="T2" fmla="*/ 0 w 215"/>
                <a:gd name="T3" fmla="*/ 65 h 136"/>
                <a:gd name="T4" fmla="*/ 8 w 215"/>
                <a:gd name="T5" fmla="*/ 0 h 136"/>
                <a:gd name="T6" fmla="*/ 215 w 215"/>
                <a:gd name="T7" fmla="*/ 0 h 136"/>
                <a:gd name="T8" fmla="*/ 207 w 215"/>
                <a:gd name="T9" fmla="*/ 72 h 136"/>
                <a:gd name="T10" fmla="*/ 213 w 215"/>
                <a:gd name="T11" fmla="*/ 136 h 136"/>
                <a:gd name="T12" fmla="*/ 9 w 215"/>
                <a:gd name="T13" fmla="*/ 136 h 136"/>
                <a:gd name="T14" fmla="*/ 0 w 215"/>
                <a:gd name="T15" fmla="*/ 65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5" h="136">
                  <a:moveTo>
                    <a:pt x="0" y="65"/>
                  </a:moveTo>
                  <a:cubicBezTo>
                    <a:pt x="0" y="65"/>
                    <a:pt x="0" y="65"/>
                    <a:pt x="0" y="65"/>
                  </a:cubicBezTo>
                  <a:cubicBezTo>
                    <a:pt x="0" y="43"/>
                    <a:pt x="3" y="21"/>
                    <a:pt x="8" y="0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210" y="23"/>
                    <a:pt x="207" y="47"/>
                    <a:pt x="207" y="72"/>
                  </a:cubicBezTo>
                  <a:cubicBezTo>
                    <a:pt x="207" y="94"/>
                    <a:pt x="209" y="116"/>
                    <a:pt x="213" y="136"/>
                  </a:cubicBezTo>
                  <a:cubicBezTo>
                    <a:pt x="9" y="136"/>
                    <a:pt x="9" y="136"/>
                    <a:pt x="9" y="136"/>
                  </a:cubicBezTo>
                  <a:cubicBezTo>
                    <a:pt x="4" y="114"/>
                    <a:pt x="0" y="90"/>
                    <a:pt x="0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al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9" name="Freeform 57">
              <a:extLst>
                <a:ext uri="{FF2B5EF4-FFF2-40B4-BE49-F238E27FC236}">
                  <a16:creationId xmlns:a16="http://schemas.microsoft.com/office/drawing/2014/main" id="{7CE95643-F7B9-FB5B-D3D4-772D23F47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8813" y="3802063"/>
              <a:ext cx="1443038" cy="412750"/>
            </a:xfrm>
            <a:custGeom>
              <a:avLst/>
              <a:gdLst>
                <a:gd name="T0" fmla="*/ 515 w 515"/>
                <a:gd name="T1" fmla="*/ 147 h 147"/>
                <a:gd name="T2" fmla="*/ 247 w 515"/>
                <a:gd name="T3" fmla="*/ 147 h 147"/>
                <a:gd name="T4" fmla="*/ 0 w 515"/>
                <a:gd name="T5" fmla="*/ 0 h 147"/>
                <a:gd name="T6" fmla="*/ 515 w 515"/>
                <a:gd name="T7" fmla="*/ 0 h 147"/>
                <a:gd name="T8" fmla="*/ 515 w 515"/>
                <a:gd name="T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5" h="147">
                  <a:moveTo>
                    <a:pt x="515" y="147"/>
                  </a:moveTo>
                  <a:cubicBezTo>
                    <a:pt x="247" y="147"/>
                    <a:pt x="247" y="147"/>
                    <a:pt x="247" y="147"/>
                  </a:cubicBezTo>
                  <a:cubicBezTo>
                    <a:pt x="141" y="147"/>
                    <a:pt x="48" y="88"/>
                    <a:pt x="0" y="0"/>
                  </a:cubicBezTo>
                  <a:cubicBezTo>
                    <a:pt x="515" y="0"/>
                    <a:pt x="515" y="0"/>
                    <a:pt x="515" y="0"/>
                  </a:cubicBezTo>
                  <a:lnTo>
                    <a:pt x="515" y="1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al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0" name="Freeform 58">
              <a:extLst>
                <a:ext uri="{FF2B5EF4-FFF2-40B4-BE49-F238E27FC236}">
                  <a16:creationId xmlns:a16="http://schemas.microsoft.com/office/drawing/2014/main" id="{C15328B8-8E76-787A-0C9C-3175BD495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051" y="2636838"/>
              <a:ext cx="1447800" cy="425450"/>
            </a:xfrm>
            <a:custGeom>
              <a:avLst/>
              <a:gdLst>
                <a:gd name="T0" fmla="*/ 0 w 517"/>
                <a:gd name="T1" fmla="*/ 151 h 151"/>
                <a:gd name="T2" fmla="*/ 249 w 517"/>
                <a:gd name="T3" fmla="*/ 0 h 151"/>
                <a:gd name="T4" fmla="*/ 517 w 517"/>
                <a:gd name="T5" fmla="*/ 0 h 151"/>
                <a:gd name="T6" fmla="*/ 517 w 517"/>
                <a:gd name="T7" fmla="*/ 151 h 151"/>
                <a:gd name="T8" fmla="*/ 0 w 517"/>
                <a:gd name="T9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7" h="151">
                  <a:moveTo>
                    <a:pt x="0" y="151"/>
                  </a:moveTo>
                  <a:cubicBezTo>
                    <a:pt x="47" y="61"/>
                    <a:pt x="141" y="0"/>
                    <a:pt x="249" y="0"/>
                  </a:cubicBezTo>
                  <a:cubicBezTo>
                    <a:pt x="517" y="0"/>
                    <a:pt x="517" y="0"/>
                    <a:pt x="517" y="0"/>
                  </a:cubicBezTo>
                  <a:cubicBezTo>
                    <a:pt x="517" y="151"/>
                    <a:pt x="517" y="151"/>
                    <a:pt x="517" y="151"/>
                  </a:cubicBezTo>
                  <a:lnTo>
                    <a:pt x="0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al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61" name="Freeform 5">
            <a:extLst>
              <a:ext uri="{FF2B5EF4-FFF2-40B4-BE49-F238E27FC236}">
                <a16:creationId xmlns:a16="http://schemas.microsoft.com/office/drawing/2014/main" id="{C0121592-5A40-70AE-0287-812A6C0C3A54}"/>
              </a:ext>
            </a:extLst>
          </p:cNvPr>
          <p:cNvSpPr>
            <a:spLocks noEditPoints="1"/>
          </p:cNvSpPr>
          <p:nvPr/>
        </p:nvSpPr>
        <p:spPr bwMode="auto">
          <a:xfrm>
            <a:off x="9835714" y="217805"/>
            <a:ext cx="797698" cy="769441"/>
          </a:xfrm>
          <a:custGeom>
            <a:avLst/>
            <a:gdLst>
              <a:gd name="T0" fmla="*/ 743 w 795"/>
              <a:gd name="T1" fmla="*/ 555 h 794"/>
              <a:gd name="T2" fmla="*/ 700 w 795"/>
              <a:gd name="T3" fmla="*/ 141 h 794"/>
              <a:gd name="T4" fmla="*/ 677 w 795"/>
              <a:gd name="T5" fmla="*/ 400 h 794"/>
              <a:gd name="T6" fmla="*/ 629 w 795"/>
              <a:gd name="T7" fmla="*/ 566 h 794"/>
              <a:gd name="T8" fmla="*/ 611 w 795"/>
              <a:gd name="T9" fmla="*/ 685 h 794"/>
              <a:gd name="T10" fmla="*/ 603 w 795"/>
              <a:gd name="T11" fmla="*/ 683 h 794"/>
              <a:gd name="T12" fmla="*/ 589 w 795"/>
              <a:gd name="T13" fmla="*/ 745 h 794"/>
              <a:gd name="T14" fmla="*/ 575 w 795"/>
              <a:gd name="T15" fmla="*/ 158 h 794"/>
              <a:gd name="T16" fmla="*/ 569 w 795"/>
              <a:gd name="T17" fmla="*/ 555 h 794"/>
              <a:gd name="T18" fmla="*/ 559 w 795"/>
              <a:gd name="T19" fmla="*/ 535 h 794"/>
              <a:gd name="T20" fmla="*/ 540 w 795"/>
              <a:gd name="T21" fmla="*/ 405 h 794"/>
              <a:gd name="T22" fmla="*/ 535 w 795"/>
              <a:gd name="T23" fmla="*/ 302 h 794"/>
              <a:gd name="T24" fmla="*/ 522 w 795"/>
              <a:gd name="T25" fmla="*/ 774 h 794"/>
              <a:gd name="T26" fmla="*/ 509 w 795"/>
              <a:gd name="T27" fmla="*/ 132 h 794"/>
              <a:gd name="T28" fmla="*/ 499 w 795"/>
              <a:gd name="T29" fmla="*/ 668 h 794"/>
              <a:gd name="T30" fmla="*/ 496 w 795"/>
              <a:gd name="T31" fmla="*/ 319 h 794"/>
              <a:gd name="T32" fmla="*/ 491 w 795"/>
              <a:gd name="T33" fmla="*/ 598 h 794"/>
              <a:gd name="T34" fmla="*/ 486 w 795"/>
              <a:gd name="T35" fmla="*/ 329 h 794"/>
              <a:gd name="T36" fmla="*/ 486 w 795"/>
              <a:gd name="T37" fmla="*/ 751 h 794"/>
              <a:gd name="T38" fmla="*/ 484 w 795"/>
              <a:gd name="T39" fmla="*/ 344 h 794"/>
              <a:gd name="T40" fmla="*/ 476 w 795"/>
              <a:gd name="T41" fmla="*/ 626 h 794"/>
              <a:gd name="T42" fmla="*/ 468 w 795"/>
              <a:gd name="T43" fmla="*/ 218 h 794"/>
              <a:gd name="T44" fmla="*/ 468 w 795"/>
              <a:gd name="T45" fmla="*/ 622 h 794"/>
              <a:gd name="T46" fmla="*/ 456 w 795"/>
              <a:gd name="T47" fmla="*/ 234 h 794"/>
              <a:gd name="T48" fmla="*/ 452 w 795"/>
              <a:gd name="T49" fmla="*/ 563 h 794"/>
              <a:gd name="T50" fmla="*/ 446 w 795"/>
              <a:gd name="T51" fmla="*/ 127 h 794"/>
              <a:gd name="T52" fmla="*/ 437 w 795"/>
              <a:gd name="T53" fmla="*/ 613 h 794"/>
              <a:gd name="T54" fmla="*/ 427 w 795"/>
              <a:gd name="T55" fmla="*/ 495 h 794"/>
              <a:gd name="T56" fmla="*/ 419 w 795"/>
              <a:gd name="T57" fmla="*/ 712 h 794"/>
              <a:gd name="T58" fmla="*/ 404 w 795"/>
              <a:gd name="T59" fmla="*/ 563 h 794"/>
              <a:gd name="T60" fmla="*/ 402 w 795"/>
              <a:gd name="T61" fmla="*/ 185 h 794"/>
              <a:gd name="T62" fmla="*/ 402 w 795"/>
              <a:gd name="T63" fmla="*/ 342 h 794"/>
              <a:gd name="T64" fmla="*/ 393 w 795"/>
              <a:gd name="T65" fmla="*/ 591 h 794"/>
              <a:gd name="T66" fmla="*/ 391 w 795"/>
              <a:gd name="T67" fmla="*/ 188 h 794"/>
              <a:gd name="T68" fmla="*/ 379 w 795"/>
              <a:gd name="T69" fmla="*/ 299 h 794"/>
              <a:gd name="T70" fmla="*/ 373 w 795"/>
              <a:gd name="T71" fmla="*/ 680 h 794"/>
              <a:gd name="T72" fmla="*/ 370 w 795"/>
              <a:gd name="T73" fmla="*/ 543 h 794"/>
              <a:gd name="T74" fmla="*/ 354 w 795"/>
              <a:gd name="T75" fmla="*/ 378 h 794"/>
              <a:gd name="T76" fmla="*/ 349 w 795"/>
              <a:gd name="T77" fmla="*/ 283 h 794"/>
              <a:gd name="T78" fmla="*/ 337 w 795"/>
              <a:gd name="T79" fmla="*/ 14 h 794"/>
              <a:gd name="T80" fmla="*/ 328 w 795"/>
              <a:gd name="T81" fmla="*/ 336 h 794"/>
              <a:gd name="T82" fmla="*/ 311 w 795"/>
              <a:gd name="T83" fmla="*/ 23 h 794"/>
              <a:gd name="T84" fmla="*/ 311 w 795"/>
              <a:gd name="T85" fmla="*/ 494 h 794"/>
              <a:gd name="T86" fmla="*/ 307 w 795"/>
              <a:gd name="T87" fmla="*/ 356 h 794"/>
              <a:gd name="T88" fmla="*/ 301 w 795"/>
              <a:gd name="T89" fmla="*/ 81 h 794"/>
              <a:gd name="T90" fmla="*/ 301 w 795"/>
              <a:gd name="T91" fmla="*/ 422 h 794"/>
              <a:gd name="T92" fmla="*/ 295 w 795"/>
              <a:gd name="T93" fmla="*/ 187 h 794"/>
              <a:gd name="T94" fmla="*/ 293 w 795"/>
              <a:gd name="T95" fmla="*/ 616 h 794"/>
              <a:gd name="T96" fmla="*/ 291 w 795"/>
              <a:gd name="T97" fmla="*/ 469 h 794"/>
              <a:gd name="T98" fmla="*/ 280 w 795"/>
              <a:gd name="T99" fmla="*/ 298 h 794"/>
              <a:gd name="T100" fmla="*/ 272 w 795"/>
              <a:gd name="T101" fmla="*/ 442 h 794"/>
              <a:gd name="T102" fmla="*/ 262 w 795"/>
              <a:gd name="T103" fmla="*/ 381 h 794"/>
              <a:gd name="T104" fmla="*/ 251 w 795"/>
              <a:gd name="T105" fmla="*/ 66 h 794"/>
              <a:gd name="T106" fmla="*/ 248 w 795"/>
              <a:gd name="T107" fmla="*/ 534 h 794"/>
              <a:gd name="T108" fmla="*/ 222 w 795"/>
              <a:gd name="T109" fmla="*/ 217 h 794"/>
              <a:gd name="T110" fmla="*/ 210 w 795"/>
              <a:gd name="T111" fmla="*/ 598 h 794"/>
              <a:gd name="T112" fmla="*/ 200 w 795"/>
              <a:gd name="T113" fmla="*/ 622 h 794"/>
              <a:gd name="T114" fmla="*/ 192 w 795"/>
              <a:gd name="T115" fmla="*/ 59 h 794"/>
              <a:gd name="T116" fmla="*/ 189 w 795"/>
              <a:gd name="T117" fmla="*/ 576 h 794"/>
              <a:gd name="T118" fmla="*/ 173 w 795"/>
              <a:gd name="T119" fmla="*/ 588 h 794"/>
              <a:gd name="T120" fmla="*/ 148 w 795"/>
              <a:gd name="T121" fmla="*/ 196 h 794"/>
              <a:gd name="T122" fmla="*/ 103 w 795"/>
              <a:gd name="T123" fmla="*/ 313 h 794"/>
              <a:gd name="T124" fmla="*/ 68 w 795"/>
              <a:gd name="T125" fmla="*/ 211 h 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95" h="794">
                <a:moveTo>
                  <a:pt x="770" y="265"/>
                </a:moveTo>
                <a:cubicBezTo>
                  <a:pt x="775" y="277"/>
                  <a:pt x="779" y="289"/>
                  <a:pt x="783" y="302"/>
                </a:cubicBezTo>
                <a:cubicBezTo>
                  <a:pt x="783" y="304"/>
                  <a:pt x="783" y="306"/>
                  <a:pt x="783" y="309"/>
                </a:cubicBezTo>
                <a:cubicBezTo>
                  <a:pt x="789" y="331"/>
                  <a:pt x="795" y="357"/>
                  <a:pt x="792" y="381"/>
                </a:cubicBezTo>
                <a:cubicBezTo>
                  <a:pt x="795" y="400"/>
                  <a:pt x="792" y="420"/>
                  <a:pt x="792" y="439"/>
                </a:cubicBezTo>
                <a:cubicBezTo>
                  <a:pt x="787" y="453"/>
                  <a:pt x="791" y="467"/>
                  <a:pt x="784" y="480"/>
                </a:cubicBezTo>
                <a:cubicBezTo>
                  <a:pt x="782" y="498"/>
                  <a:pt x="775" y="512"/>
                  <a:pt x="772" y="529"/>
                </a:cubicBezTo>
                <a:cubicBezTo>
                  <a:pt x="772" y="530"/>
                  <a:pt x="771" y="532"/>
                  <a:pt x="770" y="534"/>
                </a:cubicBezTo>
                <a:cubicBezTo>
                  <a:pt x="770" y="506"/>
                  <a:pt x="770" y="506"/>
                  <a:pt x="770" y="506"/>
                </a:cubicBezTo>
                <a:cubicBezTo>
                  <a:pt x="773" y="502"/>
                  <a:pt x="775" y="496"/>
                  <a:pt x="774" y="489"/>
                </a:cubicBezTo>
                <a:cubicBezTo>
                  <a:pt x="773" y="490"/>
                  <a:pt x="772" y="491"/>
                  <a:pt x="770" y="491"/>
                </a:cubicBezTo>
                <a:cubicBezTo>
                  <a:pt x="770" y="480"/>
                  <a:pt x="770" y="480"/>
                  <a:pt x="770" y="480"/>
                </a:cubicBezTo>
                <a:cubicBezTo>
                  <a:pt x="777" y="476"/>
                  <a:pt x="781" y="470"/>
                  <a:pt x="780" y="456"/>
                </a:cubicBezTo>
                <a:cubicBezTo>
                  <a:pt x="776" y="457"/>
                  <a:pt x="773" y="459"/>
                  <a:pt x="770" y="460"/>
                </a:cubicBezTo>
                <a:cubicBezTo>
                  <a:pt x="770" y="451"/>
                  <a:pt x="770" y="451"/>
                  <a:pt x="770" y="451"/>
                </a:cubicBezTo>
                <a:cubicBezTo>
                  <a:pt x="781" y="446"/>
                  <a:pt x="785" y="441"/>
                  <a:pt x="786" y="423"/>
                </a:cubicBezTo>
                <a:cubicBezTo>
                  <a:pt x="781" y="423"/>
                  <a:pt x="775" y="426"/>
                  <a:pt x="770" y="429"/>
                </a:cubicBezTo>
                <a:cubicBezTo>
                  <a:pt x="770" y="420"/>
                  <a:pt x="770" y="420"/>
                  <a:pt x="770" y="420"/>
                </a:cubicBezTo>
                <a:cubicBezTo>
                  <a:pt x="783" y="414"/>
                  <a:pt x="787" y="410"/>
                  <a:pt x="786" y="389"/>
                </a:cubicBezTo>
                <a:cubicBezTo>
                  <a:pt x="781" y="390"/>
                  <a:pt x="775" y="393"/>
                  <a:pt x="770" y="397"/>
                </a:cubicBezTo>
                <a:cubicBezTo>
                  <a:pt x="770" y="388"/>
                  <a:pt x="770" y="388"/>
                  <a:pt x="770" y="388"/>
                </a:cubicBezTo>
                <a:cubicBezTo>
                  <a:pt x="782" y="381"/>
                  <a:pt x="787" y="374"/>
                  <a:pt x="784" y="355"/>
                </a:cubicBezTo>
                <a:cubicBezTo>
                  <a:pt x="779" y="357"/>
                  <a:pt x="775" y="360"/>
                  <a:pt x="770" y="363"/>
                </a:cubicBezTo>
                <a:cubicBezTo>
                  <a:pt x="770" y="354"/>
                  <a:pt x="770" y="354"/>
                  <a:pt x="770" y="354"/>
                </a:cubicBezTo>
                <a:cubicBezTo>
                  <a:pt x="777" y="348"/>
                  <a:pt x="781" y="342"/>
                  <a:pt x="781" y="328"/>
                </a:cubicBezTo>
                <a:cubicBezTo>
                  <a:pt x="780" y="325"/>
                  <a:pt x="778" y="323"/>
                  <a:pt x="778" y="321"/>
                </a:cubicBezTo>
                <a:cubicBezTo>
                  <a:pt x="775" y="323"/>
                  <a:pt x="772" y="326"/>
                  <a:pt x="770" y="328"/>
                </a:cubicBezTo>
                <a:cubicBezTo>
                  <a:pt x="770" y="314"/>
                  <a:pt x="770" y="314"/>
                  <a:pt x="770" y="314"/>
                </a:cubicBezTo>
                <a:cubicBezTo>
                  <a:pt x="774" y="308"/>
                  <a:pt x="775" y="300"/>
                  <a:pt x="770" y="288"/>
                </a:cubicBezTo>
                <a:lnTo>
                  <a:pt x="770" y="265"/>
                </a:lnTo>
                <a:close/>
                <a:moveTo>
                  <a:pt x="755" y="228"/>
                </a:moveTo>
                <a:cubicBezTo>
                  <a:pt x="761" y="240"/>
                  <a:pt x="766" y="252"/>
                  <a:pt x="770" y="265"/>
                </a:cubicBezTo>
                <a:cubicBezTo>
                  <a:pt x="770" y="288"/>
                  <a:pt x="770" y="288"/>
                  <a:pt x="770" y="288"/>
                </a:cubicBezTo>
                <a:cubicBezTo>
                  <a:pt x="770" y="288"/>
                  <a:pt x="770" y="288"/>
                  <a:pt x="770" y="288"/>
                </a:cubicBezTo>
                <a:cubicBezTo>
                  <a:pt x="769" y="290"/>
                  <a:pt x="769" y="290"/>
                  <a:pt x="755" y="303"/>
                </a:cubicBezTo>
                <a:cubicBezTo>
                  <a:pt x="755" y="290"/>
                  <a:pt x="755" y="290"/>
                  <a:pt x="755" y="290"/>
                </a:cubicBezTo>
                <a:cubicBezTo>
                  <a:pt x="764" y="281"/>
                  <a:pt x="767" y="274"/>
                  <a:pt x="759" y="256"/>
                </a:cubicBezTo>
                <a:cubicBezTo>
                  <a:pt x="757" y="258"/>
                  <a:pt x="756" y="260"/>
                  <a:pt x="755" y="261"/>
                </a:cubicBezTo>
                <a:cubicBezTo>
                  <a:pt x="755" y="228"/>
                  <a:pt x="755" y="228"/>
                  <a:pt x="755" y="228"/>
                </a:cubicBezTo>
                <a:close/>
                <a:moveTo>
                  <a:pt x="770" y="534"/>
                </a:moveTo>
                <a:cubicBezTo>
                  <a:pt x="766" y="545"/>
                  <a:pt x="760" y="556"/>
                  <a:pt x="755" y="567"/>
                </a:cubicBezTo>
                <a:cubicBezTo>
                  <a:pt x="755" y="540"/>
                  <a:pt x="755" y="540"/>
                  <a:pt x="755" y="540"/>
                </a:cubicBezTo>
                <a:cubicBezTo>
                  <a:pt x="759" y="537"/>
                  <a:pt x="763" y="531"/>
                  <a:pt x="766" y="522"/>
                </a:cubicBezTo>
                <a:cubicBezTo>
                  <a:pt x="762" y="523"/>
                  <a:pt x="759" y="523"/>
                  <a:pt x="755" y="524"/>
                </a:cubicBezTo>
                <a:cubicBezTo>
                  <a:pt x="755" y="514"/>
                  <a:pt x="755" y="514"/>
                  <a:pt x="755" y="514"/>
                </a:cubicBezTo>
                <a:cubicBezTo>
                  <a:pt x="762" y="513"/>
                  <a:pt x="767" y="510"/>
                  <a:pt x="770" y="506"/>
                </a:cubicBezTo>
                <a:cubicBezTo>
                  <a:pt x="770" y="534"/>
                  <a:pt x="770" y="534"/>
                  <a:pt x="770" y="534"/>
                </a:cubicBezTo>
                <a:close/>
                <a:moveTo>
                  <a:pt x="770" y="314"/>
                </a:moveTo>
                <a:cubicBezTo>
                  <a:pt x="770" y="328"/>
                  <a:pt x="770" y="328"/>
                  <a:pt x="770" y="328"/>
                </a:cubicBezTo>
                <a:cubicBezTo>
                  <a:pt x="763" y="333"/>
                  <a:pt x="758" y="338"/>
                  <a:pt x="755" y="344"/>
                </a:cubicBezTo>
                <a:cubicBezTo>
                  <a:pt x="755" y="329"/>
                  <a:pt x="755" y="329"/>
                  <a:pt x="755" y="329"/>
                </a:cubicBezTo>
                <a:cubicBezTo>
                  <a:pt x="762" y="324"/>
                  <a:pt x="767" y="319"/>
                  <a:pt x="770" y="314"/>
                </a:cubicBezTo>
                <a:close/>
                <a:moveTo>
                  <a:pt x="770" y="354"/>
                </a:moveTo>
                <a:cubicBezTo>
                  <a:pt x="770" y="363"/>
                  <a:pt x="770" y="363"/>
                  <a:pt x="770" y="363"/>
                </a:cubicBezTo>
                <a:cubicBezTo>
                  <a:pt x="764" y="368"/>
                  <a:pt x="758" y="374"/>
                  <a:pt x="756" y="381"/>
                </a:cubicBezTo>
                <a:cubicBezTo>
                  <a:pt x="756" y="386"/>
                  <a:pt x="756" y="391"/>
                  <a:pt x="756" y="396"/>
                </a:cubicBezTo>
                <a:cubicBezTo>
                  <a:pt x="762" y="393"/>
                  <a:pt x="766" y="390"/>
                  <a:pt x="770" y="388"/>
                </a:cubicBezTo>
                <a:cubicBezTo>
                  <a:pt x="770" y="397"/>
                  <a:pt x="770" y="397"/>
                  <a:pt x="770" y="397"/>
                </a:cubicBezTo>
                <a:cubicBezTo>
                  <a:pt x="764" y="401"/>
                  <a:pt x="758" y="406"/>
                  <a:pt x="756" y="412"/>
                </a:cubicBezTo>
                <a:cubicBezTo>
                  <a:pt x="755" y="416"/>
                  <a:pt x="755" y="420"/>
                  <a:pt x="755" y="424"/>
                </a:cubicBezTo>
                <a:cubicBezTo>
                  <a:pt x="755" y="364"/>
                  <a:pt x="755" y="364"/>
                  <a:pt x="755" y="364"/>
                </a:cubicBezTo>
                <a:cubicBezTo>
                  <a:pt x="762" y="360"/>
                  <a:pt x="766" y="357"/>
                  <a:pt x="770" y="354"/>
                </a:cubicBezTo>
                <a:close/>
                <a:moveTo>
                  <a:pt x="770" y="420"/>
                </a:moveTo>
                <a:cubicBezTo>
                  <a:pt x="766" y="422"/>
                  <a:pt x="761" y="424"/>
                  <a:pt x="755" y="427"/>
                </a:cubicBezTo>
                <a:cubicBezTo>
                  <a:pt x="755" y="440"/>
                  <a:pt x="755" y="440"/>
                  <a:pt x="755" y="440"/>
                </a:cubicBezTo>
                <a:cubicBezTo>
                  <a:pt x="755" y="439"/>
                  <a:pt x="756" y="438"/>
                  <a:pt x="756" y="438"/>
                </a:cubicBezTo>
                <a:cubicBezTo>
                  <a:pt x="760" y="435"/>
                  <a:pt x="765" y="432"/>
                  <a:pt x="770" y="429"/>
                </a:cubicBezTo>
                <a:cubicBezTo>
                  <a:pt x="770" y="420"/>
                  <a:pt x="770" y="420"/>
                  <a:pt x="770" y="420"/>
                </a:cubicBezTo>
                <a:close/>
                <a:moveTo>
                  <a:pt x="770" y="451"/>
                </a:moveTo>
                <a:cubicBezTo>
                  <a:pt x="770" y="460"/>
                  <a:pt x="770" y="460"/>
                  <a:pt x="770" y="460"/>
                </a:cubicBezTo>
                <a:cubicBezTo>
                  <a:pt x="764" y="463"/>
                  <a:pt x="759" y="464"/>
                  <a:pt x="755" y="467"/>
                </a:cubicBezTo>
                <a:cubicBezTo>
                  <a:pt x="755" y="457"/>
                  <a:pt x="755" y="457"/>
                  <a:pt x="755" y="457"/>
                </a:cubicBezTo>
                <a:cubicBezTo>
                  <a:pt x="761" y="455"/>
                  <a:pt x="766" y="453"/>
                  <a:pt x="770" y="451"/>
                </a:cubicBezTo>
                <a:close/>
                <a:moveTo>
                  <a:pt x="770" y="480"/>
                </a:moveTo>
                <a:cubicBezTo>
                  <a:pt x="770" y="491"/>
                  <a:pt x="770" y="491"/>
                  <a:pt x="770" y="491"/>
                </a:cubicBezTo>
                <a:cubicBezTo>
                  <a:pt x="764" y="494"/>
                  <a:pt x="759" y="495"/>
                  <a:pt x="755" y="497"/>
                </a:cubicBezTo>
                <a:cubicBezTo>
                  <a:pt x="755" y="486"/>
                  <a:pt x="755" y="486"/>
                  <a:pt x="755" y="486"/>
                </a:cubicBezTo>
                <a:cubicBezTo>
                  <a:pt x="761" y="484"/>
                  <a:pt x="766" y="483"/>
                  <a:pt x="770" y="480"/>
                </a:cubicBezTo>
                <a:close/>
                <a:moveTo>
                  <a:pt x="749" y="214"/>
                </a:moveTo>
                <a:cubicBezTo>
                  <a:pt x="751" y="219"/>
                  <a:pt x="753" y="224"/>
                  <a:pt x="755" y="228"/>
                </a:cubicBezTo>
                <a:cubicBezTo>
                  <a:pt x="755" y="261"/>
                  <a:pt x="755" y="261"/>
                  <a:pt x="755" y="261"/>
                </a:cubicBezTo>
                <a:cubicBezTo>
                  <a:pt x="753" y="264"/>
                  <a:pt x="752" y="266"/>
                  <a:pt x="749" y="269"/>
                </a:cubicBezTo>
                <a:cubicBezTo>
                  <a:pt x="749" y="253"/>
                  <a:pt x="749" y="253"/>
                  <a:pt x="749" y="253"/>
                </a:cubicBezTo>
                <a:cubicBezTo>
                  <a:pt x="753" y="246"/>
                  <a:pt x="755" y="238"/>
                  <a:pt x="749" y="230"/>
                </a:cubicBezTo>
                <a:cubicBezTo>
                  <a:pt x="749" y="214"/>
                  <a:pt x="749" y="214"/>
                  <a:pt x="749" y="214"/>
                </a:cubicBezTo>
                <a:close/>
                <a:moveTo>
                  <a:pt x="755" y="567"/>
                </a:moveTo>
                <a:cubicBezTo>
                  <a:pt x="753" y="571"/>
                  <a:pt x="751" y="576"/>
                  <a:pt x="749" y="580"/>
                </a:cubicBezTo>
                <a:cubicBezTo>
                  <a:pt x="749" y="564"/>
                  <a:pt x="749" y="564"/>
                  <a:pt x="749" y="564"/>
                </a:cubicBezTo>
                <a:cubicBezTo>
                  <a:pt x="751" y="561"/>
                  <a:pt x="752" y="558"/>
                  <a:pt x="753" y="553"/>
                </a:cubicBezTo>
                <a:cubicBezTo>
                  <a:pt x="749" y="554"/>
                  <a:pt x="749" y="554"/>
                  <a:pt x="749" y="554"/>
                </a:cubicBezTo>
                <a:cubicBezTo>
                  <a:pt x="749" y="544"/>
                  <a:pt x="749" y="544"/>
                  <a:pt x="749" y="544"/>
                </a:cubicBezTo>
                <a:cubicBezTo>
                  <a:pt x="751" y="543"/>
                  <a:pt x="753" y="542"/>
                  <a:pt x="755" y="540"/>
                </a:cubicBezTo>
                <a:cubicBezTo>
                  <a:pt x="755" y="567"/>
                  <a:pt x="755" y="567"/>
                  <a:pt x="755" y="567"/>
                </a:cubicBezTo>
                <a:close/>
                <a:moveTo>
                  <a:pt x="755" y="290"/>
                </a:moveTo>
                <a:cubicBezTo>
                  <a:pt x="755" y="303"/>
                  <a:pt x="755" y="303"/>
                  <a:pt x="755" y="303"/>
                </a:cubicBezTo>
                <a:cubicBezTo>
                  <a:pt x="753" y="305"/>
                  <a:pt x="753" y="305"/>
                  <a:pt x="753" y="305"/>
                </a:cubicBezTo>
                <a:cubicBezTo>
                  <a:pt x="751" y="309"/>
                  <a:pt x="750" y="311"/>
                  <a:pt x="749" y="314"/>
                </a:cubicBezTo>
                <a:cubicBezTo>
                  <a:pt x="749" y="297"/>
                  <a:pt x="749" y="297"/>
                  <a:pt x="749" y="297"/>
                </a:cubicBezTo>
                <a:cubicBezTo>
                  <a:pt x="751" y="294"/>
                  <a:pt x="753" y="292"/>
                  <a:pt x="755" y="290"/>
                </a:cubicBezTo>
                <a:close/>
                <a:moveTo>
                  <a:pt x="755" y="329"/>
                </a:moveTo>
                <a:cubicBezTo>
                  <a:pt x="755" y="344"/>
                  <a:pt x="755" y="344"/>
                  <a:pt x="755" y="344"/>
                </a:cubicBezTo>
                <a:cubicBezTo>
                  <a:pt x="753" y="349"/>
                  <a:pt x="753" y="355"/>
                  <a:pt x="755" y="364"/>
                </a:cubicBezTo>
                <a:cubicBezTo>
                  <a:pt x="755" y="364"/>
                  <a:pt x="755" y="364"/>
                  <a:pt x="755" y="364"/>
                </a:cubicBezTo>
                <a:cubicBezTo>
                  <a:pt x="755" y="424"/>
                  <a:pt x="755" y="424"/>
                  <a:pt x="755" y="424"/>
                </a:cubicBezTo>
                <a:cubicBezTo>
                  <a:pt x="755" y="427"/>
                  <a:pt x="755" y="427"/>
                  <a:pt x="755" y="427"/>
                </a:cubicBezTo>
                <a:cubicBezTo>
                  <a:pt x="755" y="427"/>
                  <a:pt x="755" y="427"/>
                  <a:pt x="755" y="427"/>
                </a:cubicBezTo>
                <a:cubicBezTo>
                  <a:pt x="755" y="440"/>
                  <a:pt x="755" y="440"/>
                  <a:pt x="755" y="440"/>
                </a:cubicBezTo>
                <a:cubicBezTo>
                  <a:pt x="753" y="446"/>
                  <a:pt x="752" y="451"/>
                  <a:pt x="752" y="458"/>
                </a:cubicBezTo>
                <a:cubicBezTo>
                  <a:pt x="753" y="458"/>
                  <a:pt x="754" y="457"/>
                  <a:pt x="755" y="457"/>
                </a:cubicBezTo>
                <a:cubicBezTo>
                  <a:pt x="755" y="467"/>
                  <a:pt x="755" y="467"/>
                  <a:pt x="755" y="467"/>
                </a:cubicBezTo>
                <a:cubicBezTo>
                  <a:pt x="753" y="469"/>
                  <a:pt x="751" y="472"/>
                  <a:pt x="749" y="475"/>
                </a:cubicBezTo>
                <a:cubicBezTo>
                  <a:pt x="749" y="408"/>
                  <a:pt x="749" y="408"/>
                  <a:pt x="749" y="408"/>
                </a:cubicBezTo>
                <a:cubicBezTo>
                  <a:pt x="749" y="407"/>
                  <a:pt x="749" y="406"/>
                  <a:pt x="750" y="405"/>
                </a:cubicBezTo>
                <a:cubicBezTo>
                  <a:pt x="749" y="400"/>
                  <a:pt x="749" y="395"/>
                  <a:pt x="749" y="390"/>
                </a:cubicBezTo>
                <a:cubicBezTo>
                  <a:pt x="749" y="328"/>
                  <a:pt x="749" y="328"/>
                  <a:pt x="749" y="328"/>
                </a:cubicBezTo>
                <a:cubicBezTo>
                  <a:pt x="749" y="330"/>
                  <a:pt x="750" y="331"/>
                  <a:pt x="751" y="333"/>
                </a:cubicBezTo>
                <a:cubicBezTo>
                  <a:pt x="752" y="332"/>
                  <a:pt x="754" y="331"/>
                  <a:pt x="755" y="329"/>
                </a:cubicBezTo>
                <a:close/>
                <a:moveTo>
                  <a:pt x="755" y="486"/>
                </a:moveTo>
                <a:cubicBezTo>
                  <a:pt x="755" y="497"/>
                  <a:pt x="755" y="497"/>
                  <a:pt x="755" y="497"/>
                </a:cubicBezTo>
                <a:cubicBezTo>
                  <a:pt x="753" y="497"/>
                  <a:pt x="751" y="498"/>
                  <a:pt x="749" y="498"/>
                </a:cubicBezTo>
                <a:cubicBezTo>
                  <a:pt x="749" y="488"/>
                  <a:pt x="749" y="488"/>
                  <a:pt x="749" y="488"/>
                </a:cubicBezTo>
                <a:cubicBezTo>
                  <a:pt x="751" y="487"/>
                  <a:pt x="753" y="487"/>
                  <a:pt x="755" y="486"/>
                </a:cubicBezTo>
                <a:close/>
                <a:moveTo>
                  <a:pt x="755" y="514"/>
                </a:moveTo>
                <a:cubicBezTo>
                  <a:pt x="755" y="524"/>
                  <a:pt x="755" y="524"/>
                  <a:pt x="755" y="524"/>
                </a:cubicBezTo>
                <a:cubicBezTo>
                  <a:pt x="753" y="524"/>
                  <a:pt x="751" y="525"/>
                  <a:pt x="749" y="525"/>
                </a:cubicBezTo>
                <a:cubicBezTo>
                  <a:pt x="749" y="516"/>
                  <a:pt x="749" y="516"/>
                  <a:pt x="749" y="516"/>
                </a:cubicBezTo>
                <a:cubicBezTo>
                  <a:pt x="751" y="516"/>
                  <a:pt x="753" y="515"/>
                  <a:pt x="755" y="514"/>
                </a:cubicBezTo>
                <a:close/>
                <a:moveTo>
                  <a:pt x="747" y="211"/>
                </a:moveTo>
                <a:cubicBezTo>
                  <a:pt x="748" y="212"/>
                  <a:pt x="748" y="213"/>
                  <a:pt x="749" y="214"/>
                </a:cubicBezTo>
                <a:cubicBezTo>
                  <a:pt x="749" y="230"/>
                  <a:pt x="749" y="230"/>
                  <a:pt x="749" y="230"/>
                </a:cubicBezTo>
                <a:cubicBezTo>
                  <a:pt x="748" y="229"/>
                  <a:pt x="748" y="228"/>
                  <a:pt x="747" y="227"/>
                </a:cubicBezTo>
                <a:cubicBezTo>
                  <a:pt x="747" y="211"/>
                  <a:pt x="747" y="211"/>
                  <a:pt x="747" y="211"/>
                </a:cubicBezTo>
                <a:close/>
                <a:moveTo>
                  <a:pt x="749" y="580"/>
                </a:moveTo>
                <a:cubicBezTo>
                  <a:pt x="747" y="584"/>
                  <a:pt x="747" y="584"/>
                  <a:pt x="747" y="584"/>
                </a:cubicBezTo>
                <a:cubicBezTo>
                  <a:pt x="747" y="567"/>
                  <a:pt x="747" y="567"/>
                  <a:pt x="747" y="567"/>
                </a:cubicBezTo>
                <a:cubicBezTo>
                  <a:pt x="748" y="566"/>
                  <a:pt x="748" y="565"/>
                  <a:pt x="749" y="564"/>
                </a:cubicBezTo>
                <a:cubicBezTo>
                  <a:pt x="749" y="580"/>
                  <a:pt x="749" y="580"/>
                  <a:pt x="749" y="580"/>
                </a:cubicBezTo>
                <a:close/>
                <a:moveTo>
                  <a:pt x="749" y="253"/>
                </a:moveTo>
                <a:cubicBezTo>
                  <a:pt x="749" y="269"/>
                  <a:pt x="749" y="269"/>
                  <a:pt x="749" y="269"/>
                </a:cubicBezTo>
                <a:cubicBezTo>
                  <a:pt x="747" y="271"/>
                  <a:pt x="747" y="271"/>
                  <a:pt x="747" y="271"/>
                </a:cubicBezTo>
                <a:cubicBezTo>
                  <a:pt x="747" y="256"/>
                  <a:pt x="747" y="256"/>
                  <a:pt x="747" y="256"/>
                </a:cubicBezTo>
                <a:cubicBezTo>
                  <a:pt x="748" y="255"/>
                  <a:pt x="748" y="254"/>
                  <a:pt x="749" y="253"/>
                </a:cubicBezTo>
                <a:close/>
                <a:moveTo>
                  <a:pt x="749" y="297"/>
                </a:moveTo>
                <a:cubicBezTo>
                  <a:pt x="749" y="314"/>
                  <a:pt x="749" y="314"/>
                  <a:pt x="749" y="314"/>
                </a:cubicBezTo>
                <a:cubicBezTo>
                  <a:pt x="747" y="318"/>
                  <a:pt x="748" y="322"/>
                  <a:pt x="749" y="328"/>
                </a:cubicBezTo>
                <a:cubicBezTo>
                  <a:pt x="749" y="390"/>
                  <a:pt x="749" y="390"/>
                  <a:pt x="749" y="390"/>
                </a:cubicBezTo>
                <a:cubicBezTo>
                  <a:pt x="749" y="382"/>
                  <a:pt x="749" y="374"/>
                  <a:pt x="747" y="366"/>
                </a:cubicBezTo>
                <a:cubicBezTo>
                  <a:pt x="747" y="298"/>
                  <a:pt x="747" y="298"/>
                  <a:pt x="747" y="298"/>
                </a:cubicBezTo>
                <a:cubicBezTo>
                  <a:pt x="748" y="298"/>
                  <a:pt x="748" y="297"/>
                  <a:pt x="749" y="297"/>
                </a:cubicBezTo>
                <a:close/>
                <a:moveTo>
                  <a:pt x="749" y="408"/>
                </a:moveTo>
                <a:cubicBezTo>
                  <a:pt x="749" y="475"/>
                  <a:pt x="749" y="475"/>
                  <a:pt x="749" y="475"/>
                </a:cubicBezTo>
                <a:cubicBezTo>
                  <a:pt x="748" y="476"/>
                  <a:pt x="748" y="477"/>
                  <a:pt x="747" y="478"/>
                </a:cubicBezTo>
                <a:cubicBezTo>
                  <a:pt x="747" y="437"/>
                  <a:pt x="747" y="437"/>
                  <a:pt x="747" y="437"/>
                </a:cubicBezTo>
                <a:cubicBezTo>
                  <a:pt x="748" y="436"/>
                  <a:pt x="748" y="436"/>
                  <a:pt x="749" y="435"/>
                </a:cubicBezTo>
                <a:cubicBezTo>
                  <a:pt x="748" y="425"/>
                  <a:pt x="747" y="417"/>
                  <a:pt x="749" y="408"/>
                </a:cubicBezTo>
                <a:close/>
                <a:moveTo>
                  <a:pt x="749" y="488"/>
                </a:moveTo>
                <a:cubicBezTo>
                  <a:pt x="749" y="498"/>
                  <a:pt x="749" y="498"/>
                  <a:pt x="749" y="498"/>
                </a:cubicBezTo>
                <a:cubicBezTo>
                  <a:pt x="748" y="499"/>
                  <a:pt x="748" y="499"/>
                  <a:pt x="747" y="499"/>
                </a:cubicBezTo>
                <a:cubicBezTo>
                  <a:pt x="747" y="488"/>
                  <a:pt x="747" y="488"/>
                  <a:pt x="747" y="488"/>
                </a:cubicBezTo>
                <a:cubicBezTo>
                  <a:pt x="749" y="488"/>
                  <a:pt x="749" y="488"/>
                  <a:pt x="749" y="488"/>
                </a:cubicBezTo>
                <a:close/>
                <a:moveTo>
                  <a:pt x="749" y="516"/>
                </a:moveTo>
                <a:cubicBezTo>
                  <a:pt x="749" y="525"/>
                  <a:pt x="749" y="525"/>
                  <a:pt x="749" y="525"/>
                </a:cubicBezTo>
                <a:cubicBezTo>
                  <a:pt x="748" y="525"/>
                  <a:pt x="748" y="525"/>
                  <a:pt x="747" y="525"/>
                </a:cubicBezTo>
                <a:cubicBezTo>
                  <a:pt x="747" y="516"/>
                  <a:pt x="747" y="516"/>
                  <a:pt x="747" y="516"/>
                </a:cubicBezTo>
                <a:cubicBezTo>
                  <a:pt x="748" y="516"/>
                  <a:pt x="748" y="516"/>
                  <a:pt x="749" y="516"/>
                </a:cubicBezTo>
                <a:close/>
                <a:moveTo>
                  <a:pt x="749" y="544"/>
                </a:moveTo>
                <a:cubicBezTo>
                  <a:pt x="749" y="554"/>
                  <a:pt x="749" y="554"/>
                  <a:pt x="749" y="554"/>
                </a:cubicBezTo>
                <a:cubicBezTo>
                  <a:pt x="747" y="554"/>
                  <a:pt x="747" y="554"/>
                  <a:pt x="747" y="554"/>
                </a:cubicBezTo>
                <a:cubicBezTo>
                  <a:pt x="747" y="545"/>
                  <a:pt x="747" y="545"/>
                  <a:pt x="747" y="545"/>
                </a:cubicBezTo>
                <a:cubicBezTo>
                  <a:pt x="748" y="544"/>
                  <a:pt x="748" y="544"/>
                  <a:pt x="749" y="544"/>
                </a:cubicBezTo>
                <a:close/>
                <a:moveTo>
                  <a:pt x="743" y="202"/>
                </a:moveTo>
                <a:cubicBezTo>
                  <a:pt x="745" y="205"/>
                  <a:pt x="746" y="208"/>
                  <a:pt x="747" y="211"/>
                </a:cubicBezTo>
                <a:cubicBezTo>
                  <a:pt x="747" y="227"/>
                  <a:pt x="747" y="227"/>
                  <a:pt x="747" y="227"/>
                </a:cubicBezTo>
                <a:cubicBezTo>
                  <a:pt x="747" y="227"/>
                  <a:pt x="746" y="226"/>
                  <a:pt x="745" y="225"/>
                </a:cubicBezTo>
                <a:cubicBezTo>
                  <a:pt x="745" y="226"/>
                  <a:pt x="744" y="227"/>
                  <a:pt x="743" y="228"/>
                </a:cubicBezTo>
                <a:cubicBezTo>
                  <a:pt x="743" y="202"/>
                  <a:pt x="743" y="202"/>
                  <a:pt x="743" y="202"/>
                </a:cubicBezTo>
                <a:close/>
                <a:moveTo>
                  <a:pt x="747" y="584"/>
                </a:moveTo>
                <a:cubicBezTo>
                  <a:pt x="746" y="586"/>
                  <a:pt x="745" y="589"/>
                  <a:pt x="743" y="592"/>
                </a:cubicBezTo>
                <a:cubicBezTo>
                  <a:pt x="743" y="571"/>
                  <a:pt x="743" y="571"/>
                  <a:pt x="743" y="571"/>
                </a:cubicBezTo>
                <a:cubicBezTo>
                  <a:pt x="745" y="569"/>
                  <a:pt x="746" y="568"/>
                  <a:pt x="747" y="567"/>
                </a:cubicBezTo>
                <a:cubicBezTo>
                  <a:pt x="747" y="584"/>
                  <a:pt x="747" y="584"/>
                  <a:pt x="747" y="584"/>
                </a:cubicBezTo>
                <a:close/>
                <a:moveTo>
                  <a:pt x="747" y="256"/>
                </a:moveTo>
                <a:cubicBezTo>
                  <a:pt x="747" y="271"/>
                  <a:pt x="747" y="271"/>
                  <a:pt x="747" y="271"/>
                </a:cubicBezTo>
                <a:cubicBezTo>
                  <a:pt x="744" y="275"/>
                  <a:pt x="744" y="275"/>
                  <a:pt x="744" y="275"/>
                </a:cubicBezTo>
                <a:cubicBezTo>
                  <a:pt x="744" y="275"/>
                  <a:pt x="743" y="276"/>
                  <a:pt x="743" y="276"/>
                </a:cubicBezTo>
                <a:cubicBezTo>
                  <a:pt x="743" y="261"/>
                  <a:pt x="743" y="261"/>
                  <a:pt x="743" y="261"/>
                </a:cubicBezTo>
                <a:cubicBezTo>
                  <a:pt x="745" y="259"/>
                  <a:pt x="746" y="258"/>
                  <a:pt x="747" y="256"/>
                </a:cubicBezTo>
                <a:close/>
                <a:moveTo>
                  <a:pt x="747" y="298"/>
                </a:moveTo>
                <a:cubicBezTo>
                  <a:pt x="747" y="366"/>
                  <a:pt x="747" y="366"/>
                  <a:pt x="747" y="366"/>
                </a:cubicBezTo>
                <a:cubicBezTo>
                  <a:pt x="747" y="362"/>
                  <a:pt x="746" y="359"/>
                  <a:pt x="745" y="356"/>
                </a:cubicBezTo>
                <a:cubicBezTo>
                  <a:pt x="745" y="350"/>
                  <a:pt x="745" y="345"/>
                  <a:pt x="745" y="339"/>
                </a:cubicBezTo>
                <a:cubicBezTo>
                  <a:pt x="744" y="337"/>
                  <a:pt x="744" y="336"/>
                  <a:pt x="743" y="334"/>
                </a:cubicBezTo>
                <a:cubicBezTo>
                  <a:pt x="743" y="302"/>
                  <a:pt x="743" y="302"/>
                  <a:pt x="743" y="302"/>
                </a:cubicBezTo>
                <a:cubicBezTo>
                  <a:pt x="743" y="303"/>
                  <a:pt x="743" y="303"/>
                  <a:pt x="743" y="303"/>
                </a:cubicBezTo>
                <a:cubicBezTo>
                  <a:pt x="745" y="301"/>
                  <a:pt x="746" y="300"/>
                  <a:pt x="747" y="298"/>
                </a:cubicBezTo>
                <a:close/>
                <a:moveTo>
                  <a:pt x="747" y="437"/>
                </a:moveTo>
                <a:cubicBezTo>
                  <a:pt x="747" y="478"/>
                  <a:pt x="747" y="478"/>
                  <a:pt x="747" y="478"/>
                </a:cubicBezTo>
                <a:cubicBezTo>
                  <a:pt x="746" y="481"/>
                  <a:pt x="745" y="485"/>
                  <a:pt x="745" y="489"/>
                </a:cubicBezTo>
                <a:cubicBezTo>
                  <a:pt x="745" y="489"/>
                  <a:pt x="746" y="488"/>
                  <a:pt x="747" y="488"/>
                </a:cubicBezTo>
                <a:cubicBezTo>
                  <a:pt x="747" y="499"/>
                  <a:pt x="747" y="499"/>
                  <a:pt x="747" y="499"/>
                </a:cubicBezTo>
                <a:cubicBezTo>
                  <a:pt x="746" y="500"/>
                  <a:pt x="744" y="500"/>
                  <a:pt x="743" y="502"/>
                </a:cubicBezTo>
                <a:cubicBezTo>
                  <a:pt x="743" y="467"/>
                  <a:pt x="743" y="467"/>
                  <a:pt x="743" y="467"/>
                </a:cubicBezTo>
                <a:cubicBezTo>
                  <a:pt x="743" y="466"/>
                  <a:pt x="744" y="466"/>
                  <a:pt x="744" y="465"/>
                </a:cubicBezTo>
                <a:cubicBezTo>
                  <a:pt x="744" y="456"/>
                  <a:pt x="743" y="446"/>
                  <a:pt x="747" y="437"/>
                </a:cubicBezTo>
                <a:close/>
                <a:moveTo>
                  <a:pt x="747" y="516"/>
                </a:moveTo>
                <a:cubicBezTo>
                  <a:pt x="747" y="525"/>
                  <a:pt x="747" y="525"/>
                  <a:pt x="747" y="525"/>
                </a:cubicBezTo>
                <a:cubicBezTo>
                  <a:pt x="746" y="526"/>
                  <a:pt x="745" y="526"/>
                  <a:pt x="743" y="527"/>
                </a:cubicBezTo>
                <a:cubicBezTo>
                  <a:pt x="743" y="517"/>
                  <a:pt x="743" y="517"/>
                  <a:pt x="743" y="517"/>
                </a:cubicBezTo>
                <a:cubicBezTo>
                  <a:pt x="745" y="517"/>
                  <a:pt x="746" y="517"/>
                  <a:pt x="747" y="516"/>
                </a:cubicBezTo>
                <a:close/>
                <a:moveTo>
                  <a:pt x="747" y="545"/>
                </a:moveTo>
                <a:cubicBezTo>
                  <a:pt x="747" y="554"/>
                  <a:pt x="747" y="554"/>
                  <a:pt x="747" y="554"/>
                </a:cubicBezTo>
                <a:cubicBezTo>
                  <a:pt x="743" y="555"/>
                  <a:pt x="743" y="555"/>
                  <a:pt x="743" y="555"/>
                </a:cubicBezTo>
                <a:cubicBezTo>
                  <a:pt x="743" y="546"/>
                  <a:pt x="743" y="546"/>
                  <a:pt x="743" y="546"/>
                </a:cubicBezTo>
                <a:cubicBezTo>
                  <a:pt x="745" y="545"/>
                  <a:pt x="746" y="545"/>
                  <a:pt x="747" y="545"/>
                </a:cubicBezTo>
                <a:close/>
                <a:moveTo>
                  <a:pt x="731" y="184"/>
                </a:moveTo>
                <a:cubicBezTo>
                  <a:pt x="734" y="188"/>
                  <a:pt x="737" y="192"/>
                  <a:pt x="740" y="197"/>
                </a:cubicBezTo>
                <a:cubicBezTo>
                  <a:pt x="741" y="199"/>
                  <a:pt x="742" y="201"/>
                  <a:pt x="743" y="202"/>
                </a:cubicBezTo>
                <a:cubicBezTo>
                  <a:pt x="743" y="228"/>
                  <a:pt x="743" y="228"/>
                  <a:pt x="743" y="228"/>
                </a:cubicBezTo>
                <a:cubicBezTo>
                  <a:pt x="739" y="235"/>
                  <a:pt x="735" y="241"/>
                  <a:pt x="731" y="248"/>
                </a:cubicBezTo>
                <a:cubicBezTo>
                  <a:pt x="731" y="231"/>
                  <a:pt x="731" y="231"/>
                  <a:pt x="731" y="231"/>
                </a:cubicBezTo>
                <a:cubicBezTo>
                  <a:pt x="738" y="220"/>
                  <a:pt x="740" y="211"/>
                  <a:pt x="731" y="198"/>
                </a:cubicBezTo>
                <a:cubicBezTo>
                  <a:pt x="731" y="184"/>
                  <a:pt x="731" y="184"/>
                  <a:pt x="731" y="184"/>
                </a:cubicBezTo>
                <a:close/>
                <a:moveTo>
                  <a:pt x="743" y="592"/>
                </a:moveTo>
                <a:cubicBezTo>
                  <a:pt x="742" y="594"/>
                  <a:pt x="741" y="596"/>
                  <a:pt x="740" y="598"/>
                </a:cubicBezTo>
                <a:cubicBezTo>
                  <a:pt x="737" y="602"/>
                  <a:pt x="734" y="606"/>
                  <a:pt x="731" y="611"/>
                </a:cubicBezTo>
                <a:cubicBezTo>
                  <a:pt x="731" y="596"/>
                  <a:pt x="731" y="596"/>
                  <a:pt x="731" y="596"/>
                </a:cubicBezTo>
                <a:cubicBezTo>
                  <a:pt x="733" y="594"/>
                  <a:pt x="736" y="590"/>
                  <a:pt x="738" y="585"/>
                </a:cubicBezTo>
                <a:cubicBezTo>
                  <a:pt x="736" y="585"/>
                  <a:pt x="734" y="585"/>
                  <a:pt x="731" y="585"/>
                </a:cubicBezTo>
                <a:cubicBezTo>
                  <a:pt x="731" y="575"/>
                  <a:pt x="731" y="575"/>
                  <a:pt x="731" y="575"/>
                </a:cubicBezTo>
                <a:cubicBezTo>
                  <a:pt x="736" y="574"/>
                  <a:pt x="740" y="573"/>
                  <a:pt x="743" y="571"/>
                </a:cubicBezTo>
                <a:cubicBezTo>
                  <a:pt x="743" y="592"/>
                  <a:pt x="743" y="592"/>
                  <a:pt x="743" y="592"/>
                </a:cubicBezTo>
                <a:close/>
                <a:moveTo>
                  <a:pt x="743" y="261"/>
                </a:moveTo>
                <a:cubicBezTo>
                  <a:pt x="743" y="276"/>
                  <a:pt x="743" y="276"/>
                  <a:pt x="743" y="276"/>
                </a:cubicBezTo>
                <a:cubicBezTo>
                  <a:pt x="738" y="287"/>
                  <a:pt x="739" y="290"/>
                  <a:pt x="743" y="302"/>
                </a:cubicBezTo>
                <a:cubicBezTo>
                  <a:pt x="743" y="334"/>
                  <a:pt x="743" y="334"/>
                  <a:pt x="743" y="334"/>
                </a:cubicBezTo>
                <a:cubicBezTo>
                  <a:pt x="740" y="326"/>
                  <a:pt x="739" y="319"/>
                  <a:pt x="739" y="310"/>
                </a:cubicBezTo>
                <a:cubicBezTo>
                  <a:pt x="734" y="302"/>
                  <a:pt x="731" y="293"/>
                  <a:pt x="731" y="284"/>
                </a:cubicBezTo>
                <a:cubicBezTo>
                  <a:pt x="731" y="266"/>
                  <a:pt x="731" y="266"/>
                  <a:pt x="731" y="266"/>
                </a:cubicBezTo>
                <a:cubicBezTo>
                  <a:pt x="732" y="268"/>
                  <a:pt x="733" y="271"/>
                  <a:pt x="734" y="273"/>
                </a:cubicBezTo>
                <a:cubicBezTo>
                  <a:pt x="736" y="269"/>
                  <a:pt x="740" y="265"/>
                  <a:pt x="743" y="261"/>
                </a:cubicBezTo>
                <a:close/>
                <a:moveTo>
                  <a:pt x="743" y="467"/>
                </a:moveTo>
                <a:cubicBezTo>
                  <a:pt x="743" y="502"/>
                  <a:pt x="743" y="502"/>
                  <a:pt x="743" y="502"/>
                </a:cubicBezTo>
                <a:cubicBezTo>
                  <a:pt x="740" y="504"/>
                  <a:pt x="738" y="509"/>
                  <a:pt x="736" y="518"/>
                </a:cubicBezTo>
                <a:cubicBezTo>
                  <a:pt x="738" y="518"/>
                  <a:pt x="741" y="517"/>
                  <a:pt x="743" y="517"/>
                </a:cubicBezTo>
                <a:cubicBezTo>
                  <a:pt x="743" y="527"/>
                  <a:pt x="743" y="527"/>
                  <a:pt x="743" y="527"/>
                </a:cubicBezTo>
                <a:cubicBezTo>
                  <a:pt x="739" y="528"/>
                  <a:pt x="734" y="529"/>
                  <a:pt x="731" y="531"/>
                </a:cubicBezTo>
                <a:cubicBezTo>
                  <a:pt x="731" y="506"/>
                  <a:pt x="731" y="506"/>
                  <a:pt x="731" y="506"/>
                </a:cubicBezTo>
                <a:cubicBezTo>
                  <a:pt x="732" y="503"/>
                  <a:pt x="734" y="499"/>
                  <a:pt x="737" y="495"/>
                </a:cubicBezTo>
                <a:cubicBezTo>
                  <a:pt x="738" y="483"/>
                  <a:pt x="738" y="477"/>
                  <a:pt x="743" y="467"/>
                </a:cubicBezTo>
                <a:close/>
                <a:moveTo>
                  <a:pt x="743" y="546"/>
                </a:moveTo>
                <a:cubicBezTo>
                  <a:pt x="743" y="555"/>
                  <a:pt x="743" y="555"/>
                  <a:pt x="743" y="555"/>
                </a:cubicBezTo>
                <a:cubicBezTo>
                  <a:pt x="737" y="555"/>
                  <a:pt x="734" y="556"/>
                  <a:pt x="731" y="556"/>
                </a:cubicBezTo>
                <a:cubicBezTo>
                  <a:pt x="731" y="547"/>
                  <a:pt x="731" y="547"/>
                  <a:pt x="731" y="547"/>
                </a:cubicBezTo>
                <a:cubicBezTo>
                  <a:pt x="736" y="547"/>
                  <a:pt x="740" y="546"/>
                  <a:pt x="743" y="546"/>
                </a:cubicBezTo>
                <a:close/>
                <a:moveTo>
                  <a:pt x="718" y="165"/>
                </a:moveTo>
                <a:cubicBezTo>
                  <a:pt x="723" y="171"/>
                  <a:pt x="727" y="177"/>
                  <a:pt x="731" y="184"/>
                </a:cubicBezTo>
                <a:cubicBezTo>
                  <a:pt x="731" y="198"/>
                  <a:pt x="731" y="198"/>
                  <a:pt x="731" y="198"/>
                </a:cubicBezTo>
                <a:cubicBezTo>
                  <a:pt x="730" y="197"/>
                  <a:pt x="730" y="196"/>
                  <a:pt x="729" y="194"/>
                </a:cubicBezTo>
                <a:cubicBezTo>
                  <a:pt x="725" y="203"/>
                  <a:pt x="721" y="209"/>
                  <a:pt x="718" y="215"/>
                </a:cubicBezTo>
                <a:cubicBezTo>
                  <a:pt x="718" y="195"/>
                  <a:pt x="718" y="195"/>
                  <a:pt x="718" y="195"/>
                </a:cubicBezTo>
                <a:cubicBezTo>
                  <a:pt x="721" y="188"/>
                  <a:pt x="722" y="181"/>
                  <a:pt x="718" y="175"/>
                </a:cubicBezTo>
                <a:cubicBezTo>
                  <a:pt x="718" y="165"/>
                  <a:pt x="718" y="165"/>
                  <a:pt x="718" y="165"/>
                </a:cubicBezTo>
                <a:close/>
                <a:moveTo>
                  <a:pt x="731" y="611"/>
                </a:moveTo>
                <a:cubicBezTo>
                  <a:pt x="727" y="617"/>
                  <a:pt x="723" y="624"/>
                  <a:pt x="718" y="630"/>
                </a:cubicBezTo>
                <a:cubicBezTo>
                  <a:pt x="718" y="617"/>
                  <a:pt x="718" y="617"/>
                  <a:pt x="718" y="617"/>
                </a:cubicBezTo>
                <a:cubicBezTo>
                  <a:pt x="719" y="616"/>
                  <a:pt x="720" y="615"/>
                  <a:pt x="721" y="613"/>
                </a:cubicBezTo>
                <a:cubicBezTo>
                  <a:pt x="720" y="613"/>
                  <a:pt x="719" y="613"/>
                  <a:pt x="718" y="613"/>
                </a:cubicBezTo>
                <a:cubicBezTo>
                  <a:pt x="718" y="603"/>
                  <a:pt x="718" y="603"/>
                  <a:pt x="718" y="603"/>
                </a:cubicBezTo>
                <a:cubicBezTo>
                  <a:pt x="724" y="602"/>
                  <a:pt x="728" y="600"/>
                  <a:pt x="731" y="596"/>
                </a:cubicBezTo>
                <a:cubicBezTo>
                  <a:pt x="731" y="611"/>
                  <a:pt x="731" y="611"/>
                  <a:pt x="731" y="611"/>
                </a:cubicBezTo>
                <a:close/>
                <a:moveTo>
                  <a:pt x="731" y="231"/>
                </a:moveTo>
                <a:cubicBezTo>
                  <a:pt x="731" y="248"/>
                  <a:pt x="731" y="248"/>
                  <a:pt x="731" y="248"/>
                </a:cubicBezTo>
                <a:cubicBezTo>
                  <a:pt x="730" y="249"/>
                  <a:pt x="730" y="251"/>
                  <a:pt x="729" y="252"/>
                </a:cubicBezTo>
                <a:cubicBezTo>
                  <a:pt x="729" y="258"/>
                  <a:pt x="730" y="262"/>
                  <a:pt x="731" y="266"/>
                </a:cubicBezTo>
                <a:cubicBezTo>
                  <a:pt x="731" y="284"/>
                  <a:pt x="731" y="284"/>
                  <a:pt x="731" y="284"/>
                </a:cubicBezTo>
                <a:cubicBezTo>
                  <a:pt x="731" y="283"/>
                  <a:pt x="731" y="283"/>
                  <a:pt x="731" y="282"/>
                </a:cubicBezTo>
                <a:cubicBezTo>
                  <a:pt x="725" y="271"/>
                  <a:pt x="721" y="264"/>
                  <a:pt x="719" y="252"/>
                </a:cubicBezTo>
                <a:cubicBezTo>
                  <a:pt x="719" y="252"/>
                  <a:pt x="719" y="251"/>
                  <a:pt x="718" y="251"/>
                </a:cubicBezTo>
                <a:cubicBezTo>
                  <a:pt x="718" y="237"/>
                  <a:pt x="718" y="237"/>
                  <a:pt x="718" y="237"/>
                </a:cubicBezTo>
                <a:cubicBezTo>
                  <a:pt x="719" y="239"/>
                  <a:pt x="720" y="241"/>
                  <a:pt x="721" y="243"/>
                </a:cubicBezTo>
                <a:cubicBezTo>
                  <a:pt x="722" y="243"/>
                  <a:pt x="723" y="243"/>
                  <a:pt x="723" y="243"/>
                </a:cubicBezTo>
                <a:cubicBezTo>
                  <a:pt x="726" y="239"/>
                  <a:pt x="729" y="235"/>
                  <a:pt x="731" y="231"/>
                </a:cubicBezTo>
                <a:close/>
                <a:moveTo>
                  <a:pt x="731" y="506"/>
                </a:moveTo>
                <a:cubicBezTo>
                  <a:pt x="731" y="531"/>
                  <a:pt x="731" y="531"/>
                  <a:pt x="731" y="531"/>
                </a:cubicBezTo>
                <a:cubicBezTo>
                  <a:pt x="731" y="532"/>
                  <a:pt x="730" y="532"/>
                  <a:pt x="730" y="532"/>
                </a:cubicBezTo>
                <a:cubicBezTo>
                  <a:pt x="728" y="537"/>
                  <a:pt x="726" y="542"/>
                  <a:pt x="723" y="548"/>
                </a:cubicBezTo>
                <a:cubicBezTo>
                  <a:pt x="726" y="547"/>
                  <a:pt x="729" y="547"/>
                  <a:pt x="731" y="547"/>
                </a:cubicBezTo>
                <a:cubicBezTo>
                  <a:pt x="731" y="556"/>
                  <a:pt x="731" y="556"/>
                  <a:pt x="731" y="556"/>
                </a:cubicBezTo>
                <a:cubicBezTo>
                  <a:pt x="727" y="557"/>
                  <a:pt x="724" y="558"/>
                  <a:pt x="719" y="559"/>
                </a:cubicBezTo>
                <a:cubicBezTo>
                  <a:pt x="719" y="560"/>
                  <a:pt x="719" y="560"/>
                  <a:pt x="718" y="561"/>
                </a:cubicBezTo>
                <a:cubicBezTo>
                  <a:pt x="718" y="541"/>
                  <a:pt x="718" y="541"/>
                  <a:pt x="718" y="541"/>
                </a:cubicBezTo>
                <a:cubicBezTo>
                  <a:pt x="720" y="535"/>
                  <a:pt x="722" y="529"/>
                  <a:pt x="728" y="524"/>
                </a:cubicBezTo>
                <a:cubicBezTo>
                  <a:pt x="728" y="517"/>
                  <a:pt x="729" y="512"/>
                  <a:pt x="731" y="506"/>
                </a:cubicBezTo>
                <a:close/>
                <a:moveTo>
                  <a:pt x="731" y="575"/>
                </a:moveTo>
                <a:cubicBezTo>
                  <a:pt x="731" y="585"/>
                  <a:pt x="731" y="585"/>
                  <a:pt x="731" y="585"/>
                </a:cubicBezTo>
                <a:cubicBezTo>
                  <a:pt x="727" y="584"/>
                  <a:pt x="722" y="584"/>
                  <a:pt x="718" y="585"/>
                </a:cubicBezTo>
                <a:cubicBezTo>
                  <a:pt x="718" y="576"/>
                  <a:pt x="718" y="576"/>
                  <a:pt x="718" y="576"/>
                </a:cubicBezTo>
                <a:cubicBezTo>
                  <a:pt x="723" y="576"/>
                  <a:pt x="727" y="576"/>
                  <a:pt x="731" y="575"/>
                </a:cubicBezTo>
                <a:close/>
                <a:moveTo>
                  <a:pt x="710" y="156"/>
                </a:moveTo>
                <a:cubicBezTo>
                  <a:pt x="713" y="159"/>
                  <a:pt x="716" y="162"/>
                  <a:pt x="718" y="165"/>
                </a:cubicBezTo>
                <a:cubicBezTo>
                  <a:pt x="718" y="175"/>
                  <a:pt x="718" y="175"/>
                  <a:pt x="718" y="175"/>
                </a:cubicBezTo>
                <a:cubicBezTo>
                  <a:pt x="716" y="172"/>
                  <a:pt x="714" y="170"/>
                  <a:pt x="710" y="168"/>
                </a:cubicBezTo>
                <a:cubicBezTo>
                  <a:pt x="710" y="156"/>
                  <a:pt x="710" y="156"/>
                  <a:pt x="710" y="156"/>
                </a:cubicBezTo>
                <a:close/>
                <a:moveTo>
                  <a:pt x="718" y="630"/>
                </a:moveTo>
                <a:cubicBezTo>
                  <a:pt x="716" y="633"/>
                  <a:pt x="714" y="635"/>
                  <a:pt x="712" y="637"/>
                </a:cubicBezTo>
                <a:cubicBezTo>
                  <a:pt x="710" y="640"/>
                  <a:pt x="710" y="640"/>
                  <a:pt x="710" y="640"/>
                </a:cubicBezTo>
                <a:cubicBezTo>
                  <a:pt x="710" y="627"/>
                  <a:pt x="710" y="627"/>
                  <a:pt x="710" y="627"/>
                </a:cubicBezTo>
                <a:cubicBezTo>
                  <a:pt x="713" y="625"/>
                  <a:pt x="715" y="622"/>
                  <a:pt x="718" y="617"/>
                </a:cubicBezTo>
                <a:cubicBezTo>
                  <a:pt x="718" y="630"/>
                  <a:pt x="718" y="630"/>
                  <a:pt x="718" y="630"/>
                </a:cubicBezTo>
                <a:close/>
                <a:moveTo>
                  <a:pt x="718" y="195"/>
                </a:moveTo>
                <a:cubicBezTo>
                  <a:pt x="718" y="215"/>
                  <a:pt x="718" y="215"/>
                  <a:pt x="718" y="215"/>
                </a:cubicBezTo>
                <a:cubicBezTo>
                  <a:pt x="715" y="222"/>
                  <a:pt x="714" y="228"/>
                  <a:pt x="718" y="237"/>
                </a:cubicBezTo>
                <a:cubicBezTo>
                  <a:pt x="718" y="251"/>
                  <a:pt x="718" y="251"/>
                  <a:pt x="718" y="251"/>
                </a:cubicBezTo>
                <a:cubicBezTo>
                  <a:pt x="715" y="246"/>
                  <a:pt x="712" y="241"/>
                  <a:pt x="710" y="237"/>
                </a:cubicBezTo>
                <a:cubicBezTo>
                  <a:pt x="710" y="211"/>
                  <a:pt x="710" y="211"/>
                  <a:pt x="710" y="211"/>
                </a:cubicBezTo>
                <a:cubicBezTo>
                  <a:pt x="713" y="206"/>
                  <a:pt x="716" y="201"/>
                  <a:pt x="718" y="195"/>
                </a:cubicBezTo>
                <a:close/>
                <a:moveTo>
                  <a:pt x="718" y="541"/>
                </a:moveTo>
                <a:cubicBezTo>
                  <a:pt x="718" y="561"/>
                  <a:pt x="718" y="561"/>
                  <a:pt x="718" y="561"/>
                </a:cubicBezTo>
                <a:cubicBezTo>
                  <a:pt x="715" y="565"/>
                  <a:pt x="712" y="569"/>
                  <a:pt x="710" y="574"/>
                </a:cubicBezTo>
                <a:cubicBezTo>
                  <a:pt x="710" y="558"/>
                  <a:pt x="710" y="558"/>
                  <a:pt x="710" y="558"/>
                </a:cubicBezTo>
                <a:cubicBezTo>
                  <a:pt x="711" y="557"/>
                  <a:pt x="712" y="555"/>
                  <a:pt x="713" y="553"/>
                </a:cubicBezTo>
                <a:cubicBezTo>
                  <a:pt x="715" y="549"/>
                  <a:pt x="717" y="545"/>
                  <a:pt x="718" y="541"/>
                </a:cubicBezTo>
                <a:close/>
                <a:moveTo>
                  <a:pt x="718" y="576"/>
                </a:moveTo>
                <a:cubicBezTo>
                  <a:pt x="718" y="585"/>
                  <a:pt x="718" y="585"/>
                  <a:pt x="718" y="585"/>
                </a:cubicBezTo>
                <a:cubicBezTo>
                  <a:pt x="715" y="585"/>
                  <a:pt x="713" y="585"/>
                  <a:pt x="710" y="586"/>
                </a:cubicBezTo>
                <a:cubicBezTo>
                  <a:pt x="710" y="576"/>
                  <a:pt x="710" y="576"/>
                  <a:pt x="710" y="576"/>
                </a:cubicBezTo>
                <a:cubicBezTo>
                  <a:pt x="713" y="576"/>
                  <a:pt x="715" y="576"/>
                  <a:pt x="718" y="576"/>
                </a:cubicBezTo>
                <a:close/>
                <a:moveTo>
                  <a:pt x="718" y="603"/>
                </a:moveTo>
                <a:cubicBezTo>
                  <a:pt x="718" y="613"/>
                  <a:pt x="718" y="613"/>
                  <a:pt x="718" y="613"/>
                </a:cubicBezTo>
                <a:cubicBezTo>
                  <a:pt x="715" y="613"/>
                  <a:pt x="713" y="612"/>
                  <a:pt x="710" y="612"/>
                </a:cubicBezTo>
                <a:cubicBezTo>
                  <a:pt x="710" y="604"/>
                  <a:pt x="710" y="604"/>
                  <a:pt x="710" y="604"/>
                </a:cubicBezTo>
                <a:cubicBezTo>
                  <a:pt x="713" y="604"/>
                  <a:pt x="716" y="603"/>
                  <a:pt x="718" y="603"/>
                </a:cubicBezTo>
                <a:close/>
                <a:moveTo>
                  <a:pt x="710" y="450"/>
                </a:moveTo>
                <a:cubicBezTo>
                  <a:pt x="710" y="448"/>
                  <a:pt x="710" y="448"/>
                  <a:pt x="710" y="448"/>
                </a:cubicBezTo>
                <a:cubicBezTo>
                  <a:pt x="710" y="448"/>
                  <a:pt x="710" y="448"/>
                  <a:pt x="710" y="448"/>
                </a:cubicBezTo>
                <a:cubicBezTo>
                  <a:pt x="710" y="450"/>
                  <a:pt x="710" y="450"/>
                  <a:pt x="710" y="450"/>
                </a:cubicBezTo>
                <a:close/>
                <a:moveTo>
                  <a:pt x="710" y="436"/>
                </a:moveTo>
                <a:cubicBezTo>
                  <a:pt x="710" y="411"/>
                  <a:pt x="710" y="411"/>
                  <a:pt x="710" y="411"/>
                </a:cubicBezTo>
                <a:cubicBezTo>
                  <a:pt x="715" y="416"/>
                  <a:pt x="716" y="425"/>
                  <a:pt x="712" y="437"/>
                </a:cubicBezTo>
                <a:cubicBezTo>
                  <a:pt x="711" y="436"/>
                  <a:pt x="711" y="436"/>
                  <a:pt x="710" y="436"/>
                </a:cubicBezTo>
                <a:close/>
                <a:moveTo>
                  <a:pt x="710" y="400"/>
                </a:moveTo>
                <a:cubicBezTo>
                  <a:pt x="710" y="389"/>
                  <a:pt x="710" y="389"/>
                  <a:pt x="710" y="389"/>
                </a:cubicBezTo>
                <a:cubicBezTo>
                  <a:pt x="713" y="389"/>
                  <a:pt x="713" y="389"/>
                  <a:pt x="713" y="389"/>
                </a:cubicBezTo>
                <a:cubicBezTo>
                  <a:pt x="713" y="393"/>
                  <a:pt x="713" y="396"/>
                  <a:pt x="713" y="400"/>
                </a:cubicBezTo>
                <a:cubicBezTo>
                  <a:pt x="710" y="400"/>
                  <a:pt x="710" y="400"/>
                  <a:pt x="710" y="400"/>
                </a:cubicBezTo>
                <a:close/>
                <a:moveTo>
                  <a:pt x="710" y="369"/>
                </a:moveTo>
                <a:cubicBezTo>
                  <a:pt x="710" y="358"/>
                  <a:pt x="710" y="358"/>
                  <a:pt x="710" y="358"/>
                </a:cubicBezTo>
                <a:cubicBezTo>
                  <a:pt x="711" y="358"/>
                  <a:pt x="711" y="358"/>
                  <a:pt x="711" y="358"/>
                </a:cubicBezTo>
                <a:cubicBezTo>
                  <a:pt x="711" y="362"/>
                  <a:pt x="711" y="365"/>
                  <a:pt x="712" y="369"/>
                </a:cubicBezTo>
                <a:lnTo>
                  <a:pt x="710" y="369"/>
                </a:lnTo>
                <a:close/>
                <a:moveTo>
                  <a:pt x="700" y="141"/>
                </a:moveTo>
                <a:cubicBezTo>
                  <a:pt x="704" y="145"/>
                  <a:pt x="706" y="150"/>
                  <a:pt x="710" y="156"/>
                </a:cubicBezTo>
                <a:cubicBezTo>
                  <a:pt x="710" y="156"/>
                  <a:pt x="710" y="156"/>
                  <a:pt x="710" y="156"/>
                </a:cubicBezTo>
                <a:cubicBezTo>
                  <a:pt x="710" y="168"/>
                  <a:pt x="710" y="168"/>
                  <a:pt x="710" y="168"/>
                </a:cubicBezTo>
                <a:cubicBezTo>
                  <a:pt x="710" y="168"/>
                  <a:pt x="709" y="168"/>
                  <a:pt x="709" y="167"/>
                </a:cubicBezTo>
                <a:cubicBezTo>
                  <a:pt x="709" y="171"/>
                  <a:pt x="709" y="171"/>
                  <a:pt x="700" y="192"/>
                </a:cubicBezTo>
                <a:cubicBezTo>
                  <a:pt x="700" y="169"/>
                  <a:pt x="700" y="169"/>
                  <a:pt x="700" y="169"/>
                </a:cubicBezTo>
                <a:cubicBezTo>
                  <a:pt x="700" y="167"/>
                  <a:pt x="700" y="167"/>
                  <a:pt x="700" y="167"/>
                </a:cubicBezTo>
                <a:cubicBezTo>
                  <a:pt x="700" y="163"/>
                  <a:pt x="700" y="159"/>
                  <a:pt x="700" y="156"/>
                </a:cubicBezTo>
                <a:cubicBezTo>
                  <a:pt x="700" y="141"/>
                  <a:pt x="700" y="141"/>
                  <a:pt x="700" y="141"/>
                </a:cubicBezTo>
                <a:close/>
                <a:moveTo>
                  <a:pt x="710" y="640"/>
                </a:moveTo>
                <a:cubicBezTo>
                  <a:pt x="706" y="645"/>
                  <a:pt x="703" y="649"/>
                  <a:pt x="700" y="654"/>
                </a:cubicBezTo>
                <a:cubicBezTo>
                  <a:pt x="700" y="643"/>
                  <a:pt x="700" y="643"/>
                  <a:pt x="700" y="643"/>
                </a:cubicBezTo>
                <a:cubicBezTo>
                  <a:pt x="701" y="641"/>
                  <a:pt x="701" y="641"/>
                  <a:pt x="701" y="641"/>
                </a:cubicBezTo>
                <a:cubicBezTo>
                  <a:pt x="700" y="641"/>
                  <a:pt x="700" y="641"/>
                  <a:pt x="700" y="641"/>
                </a:cubicBezTo>
                <a:cubicBezTo>
                  <a:pt x="700" y="631"/>
                  <a:pt x="700" y="631"/>
                  <a:pt x="700" y="631"/>
                </a:cubicBezTo>
                <a:cubicBezTo>
                  <a:pt x="704" y="630"/>
                  <a:pt x="707" y="629"/>
                  <a:pt x="710" y="627"/>
                </a:cubicBezTo>
                <a:cubicBezTo>
                  <a:pt x="710" y="640"/>
                  <a:pt x="710" y="640"/>
                  <a:pt x="710" y="640"/>
                </a:cubicBezTo>
                <a:close/>
                <a:moveTo>
                  <a:pt x="710" y="211"/>
                </a:moveTo>
                <a:cubicBezTo>
                  <a:pt x="710" y="237"/>
                  <a:pt x="710" y="237"/>
                  <a:pt x="710" y="237"/>
                </a:cubicBezTo>
                <a:cubicBezTo>
                  <a:pt x="707" y="230"/>
                  <a:pt x="704" y="225"/>
                  <a:pt x="700" y="219"/>
                </a:cubicBezTo>
                <a:cubicBezTo>
                  <a:pt x="700" y="201"/>
                  <a:pt x="700" y="201"/>
                  <a:pt x="700" y="201"/>
                </a:cubicBezTo>
                <a:cubicBezTo>
                  <a:pt x="701" y="206"/>
                  <a:pt x="703" y="209"/>
                  <a:pt x="707" y="216"/>
                </a:cubicBezTo>
                <a:cubicBezTo>
                  <a:pt x="708" y="214"/>
                  <a:pt x="709" y="213"/>
                  <a:pt x="710" y="211"/>
                </a:cubicBezTo>
                <a:close/>
                <a:moveTo>
                  <a:pt x="710" y="358"/>
                </a:moveTo>
                <a:cubicBezTo>
                  <a:pt x="710" y="369"/>
                  <a:pt x="710" y="369"/>
                  <a:pt x="710" y="369"/>
                </a:cubicBezTo>
                <a:cubicBezTo>
                  <a:pt x="706" y="369"/>
                  <a:pt x="703" y="370"/>
                  <a:pt x="700" y="370"/>
                </a:cubicBezTo>
                <a:cubicBezTo>
                  <a:pt x="700" y="358"/>
                  <a:pt x="700" y="358"/>
                  <a:pt x="700" y="358"/>
                </a:cubicBezTo>
                <a:cubicBezTo>
                  <a:pt x="704" y="357"/>
                  <a:pt x="706" y="358"/>
                  <a:pt x="710" y="358"/>
                </a:cubicBezTo>
                <a:close/>
                <a:moveTo>
                  <a:pt x="710" y="389"/>
                </a:moveTo>
                <a:cubicBezTo>
                  <a:pt x="710" y="400"/>
                  <a:pt x="710" y="400"/>
                  <a:pt x="710" y="400"/>
                </a:cubicBezTo>
                <a:cubicBezTo>
                  <a:pt x="700" y="400"/>
                  <a:pt x="700" y="400"/>
                  <a:pt x="700" y="400"/>
                </a:cubicBezTo>
                <a:cubicBezTo>
                  <a:pt x="700" y="389"/>
                  <a:pt x="700" y="389"/>
                  <a:pt x="700" y="389"/>
                </a:cubicBezTo>
                <a:cubicBezTo>
                  <a:pt x="710" y="389"/>
                  <a:pt x="710" y="389"/>
                  <a:pt x="710" y="389"/>
                </a:cubicBezTo>
                <a:close/>
                <a:moveTo>
                  <a:pt x="710" y="411"/>
                </a:moveTo>
                <a:cubicBezTo>
                  <a:pt x="710" y="436"/>
                  <a:pt x="710" y="436"/>
                  <a:pt x="710" y="436"/>
                </a:cubicBezTo>
                <a:cubicBezTo>
                  <a:pt x="707" y="436"/>
                  <a:pt x="705" y="436"/>
                  <a:pt x="702" y="436"/>
                </a:cubicBezTo>
                <a:cubicBezTo>
                  <a:pt x="704" y="429"/>
                  <a:pt x="704" y="425"/>
                  <a:pt x="703" y="418"/>
                </a:cubicBezTo>
                <a:cubicBezTo>
                  <a:pt x="700" y="418"/>
                  <a:pt x="700" y="418"/>
                  <a:pt x="700" y="418"/>
                </a:cubicBezTo>
                <a:cubicBezTo>
                  <a:pt x="700" y="407"/>
                  <a:pt x="700" y="407"/>
                  <a:pt x="700" y="407"/>
                </a:cubicBezTo>
                <a:cubicBezTo>
                  <a:pt x="704" y="407"/>
                  <a:pt x="707" y="408"/>
                  <a:pt x="710" y="411"/>
                </a:cubicBezTo>
                <a:close/>
                <a:moveTo>
                  <a:pt x="710" y="448"/>
                </a:moveTo>
                <a:cubicBezTo>
                  <a:pt x="710" y="450"/>
                  <a:pt x="710" y="450"/>
                  <a:pt x="710" y="450"/>
                </a:cubicBezTo>
                <a:cubicBezTo>
                  <a:pt x="709" y="453"/>
                  <a:pt x="709" y="456"/>
                  <a:pt x="708" y="459"/>
                </a:cubicBezTo>
                <a:cubicBezTo>
                  <a:pt x="700" y="460"/>
                  <a:pt x="700" y="460"/>
                  <a:pt x="700" y="460"/>
                </a:cubicBezTo>
                <a:cubicBezTo>
                  <a:pt x="700" y="449"/>
                  <a:pt x="700" y="449"/>
                  <a:pt x="700" y="449"/>
                </a:cubicBezTo>
                <a:cubicBezTo>
                  <a:pt x="703" y="448"/>
                  <a:pt x="705" y="448"/>
                  <a:pt x="710" y="448"/>
                </a:cubicBezTo>
                <a:close/>
                <a:moveTo>
                  <a:pt x="710" y="558"/>
                </a:moveTo>
                <a:cubicBezTo>
                  <a:pt x="710" y="574"/>
                  <a:pt x="710" y="574"/>
                  <a:pt x="710" y="574"/>
                </a:cubicBezTo>
                <a:cubicBezTo>
                  <a:pt x="709" y="576"/>
                  <a:pt x="709" y="576"/>
                  <a:pt x="709" y="576"/>
                </a:cubicBezTo>
                <a:cubicBezTo>
                  <a:pt x="710" y="576"/>
                  <a:pt x="710" y="576"/>
                  <a:pt x="710" y="576"/>
                </a:cubicBezTo>
                <a:cubicBezTo>
                  <a:pt x="710" y="586"/>
                  <a:pt x="710" y="586"/>
                  <a:pt x="710" y="586"/>
                </a:cubicBezTo>
                <a:cubicBezTo>
                  <a:pt x="706" y="586"/>
                  <a:pt x="703" y="587"/>
                  <a:pt x="700" y="589"/>
                </a:cubicBezTo>
                <a:cubicBezTo>
                  <a:pt x="700" y="580"/>
                  <a:pt x="700" y="580"/>
                  <a:pt x="700" y="580"/>
                </a:cubicBezTo>
                <a:cubicBezTo>
                  <a:pt x="700" y="580"/>
                  <a:pt x="700" y="580"/>
                  <a:pt x="700" y="580"/>
                </a:cubicBezTo>
                <a:cubicBezTo>
                  <a:pt x="703" y="571"/>
                  <a:pt x="705" y="565"/>
                  <a:pt x="710" y="558"/>
                </a:cubicBezTo>
                <a:close/>
                <a:moveTo>
                  <a:pt x="710" y="604"/>
                </a:moveTo>
                <a:cubicBezTo>
                  <a:pt x="710" y="612"/>
                  <a:pt x="710" y="612"/>
                  <a:pt x="710" y="612"/>
                </a:cubicBezTo>
                <a:cubicBezTo>
                  <a:pt x="706" y="612"/>
                  <a:pt x="703" y="612"/>
                  <a:pt x="700" y="612"/>
                </a:cubicBezTo>
                <a:cubicBezTo>
                  <a:pt x="700" y="603"/>
                  <a:pt x="700" y="603"/>
                  <a:pt x="700" y="603"/>
                </a:cubicBezTo>
                <a:cubicBezTo>
                  <a:pt x="702" y="603"/>
                  <a:pt x="704" y="603"/>
                  <a:pt x="709" y="604"/>
                </a:cubicBezTo>
                <a:cubicBezTo>
                  <a:pt x="710" y="604"/>
                  <a:pt x="710" y="604"/>
                  <a:pt x="710" y="604"/>
                </a:cubicBezTo>
                <a:close/>
                <a:moveTo>
                  <a:pt x="700" y="482"/>
                </a:moveTo>
                <a:cubicBezTo>
                  <a:pt x="700" y="469"/>
                  <a:pt x="700" y="469"/>
                  <a:pt x="700" y="469"/>
                </a:cubicBezTo>
                <a:cubicBezTo>
                  <a:pt x="701" y="469"/>
                  <a:pt x="702" y="470"/>
                  <a:pt x="704" y="470"/>
                </a:cubicBezTo>
                <a:cubicBezTo>
                  <a:pt x="704" y="474"/>
                  <a:pt x="703" y="478"/>
                  <a:pt x="702" y="482"/>
                </a:cubicBezTo>
                <a:cubicBezTo>
                  <a:pt x="701" y="482"/>
                  <a:pt x="700" y="482"/>
                  <a:pt x="700" y="482"/>
                </a:cubicBezTo>
                <a:close/>
                <a:moveTo>
                  <a:pt x="700" y="325"/>
                </a:moveTo>
                <a:cubicBezTo>
                  <a:pt x="700" y="313"/>
                  <a:pt x="700" y="313"/>
                  <a:pt x="700" y="313"/>
                </a:cubicBezTo>
                <a:cubicBezTo>
                  <a:pt x="700" y="313"/>
                  <a:pt x="701" y="312"/>
                  <a:pt x="702" y="312"/>
                </a:cubicBezTo>
                <a:cubicBezTo>
                  <a:pt x="703" y="316"/>
                  <a:pt x="704" y="320"/>
                  <a:pt x="704" y="324"/>
                </a:cubicBezTo>
                <a:lnTo>
                  <a:pt x="700" y="325"/>
                </a:lnTo>
                <a:close/>
                <a:moveTo>
                  <a:pt x="697" y="138"/>
                </a:moveTo>
                <a:cubicBezTo>
                  <a:pt x="698" y="139"/>
                  <a:pt x="699" y="140"/>
                  <a:pt x="700" y="141"/>
                </a:cubicBezTo>
                <a:cubicBezTo>
                  <a:pt x="700" y="156"/>
                  <a:pt x="700" y="156"/>
                  <a:pt x="700" y="156"/>
                </a:cubicBezTo>
                <a:cubicBezTo>
                  <a:pt x="699" y="153"/>
                  <a:pt x="698" y="151"/>
                  <a:pt x="697" y="149"/>
                </a:cubicBezTo>
                <a:cubicBezTo>
                  <a:pt x="697" y="138"/>
                  <a:pt x="697" y="138"/>
                  <a:pt x="697" y="138"/>
                </a:cubicBezTo>
                <a:close/>
                <a:moveTo>
                  <a:pt x="700" y="654"/>
                </a:moveTo>
                <a:cubicBezTo>
                  <a:pt x="697" y="657"/>
                  <a:pt x="697" y="657"/>
                  <a:pt x="697" y="657"/>
                </a:cubicBezTo>
                <a:cubicBezTo>
                  <a:pt x="697" y="646"/>
                  <a:pt x="697" y="646"/>
                  <a:pt x="697" y="646"/>
                </a:cubicBezTo>
                <a:cubicBezTo>
                  <a:pt x="698" y="645"/>
                  <a:pt x="699" y="644"/>
                  <a:pt x="700" y="643"/>
                </a:cubicBezTo>
                <a:cubicBezTo>
                  <a:pt x="700" y="654"/>
                  <a:pt x="700" y="654"/>
                  <a:pt x="700" y="654"/>
                </a:cubicBezTo>
                <a:close/>
                <a:moveTo>
                  <a:pt x="700" y="169"/>
                </a:moveTo>
                <a:cubicBezTo>
                  <a:pt x="700" y="192"/>
                  <a:pt x="700" y="192"/>
                  <a:pt x="700" y="192"/>
                </a:cubicBezTo>
                <a:cubicBezTo>
                  <a:pt x="699" y="193"/>
                  <a:pt x="699" y="193"/>
                  <a:pt x="699" y="193"/>
                </a:cubicBezTo>
                <a:cubicBezTo>
                  <a:pt x="699" y="197"/>
                  <a:pt x="699" y="199"/>
                  <a:pt x="700" y="201"/>
                </a:cubicBezTo>
                <a:cubicBezTo>
                  <a:pt x="700" y="219"/>
                  <a:pt x="700" y="219"/>
                  <a:pt x="700" y="219"/>
                </a:cubicBezTo>
                <a:cubicBezTo>
                  <a:pt x="699" y="218"/>
                  <a:pt x="698" y="217"/>
                  <a:pt x="697" y="216"/>
                </a:cubicBezTo>
                <a:cubicBezTo>
                  <a:pt x="697" y="174"/>
                  <a:pt x="697" y="174"/>
                  <a:pt x="697" y="174"/>
                </a:cubicBezTo>
                <a:cubicBezTo>
                  <a:pt x="700" y="169"/>
                  <a:pt x="700" y="169"/>
                  <a:pt x="700" y="169"/>
                </a:cubicBezTo>
                <a:close/>
                <a:moveTo>
                  <a:pt x="700" y="313"/>
                </a:moveTo>
                <a:cubicBezTo>
                  <a:pt x="700" y="325"/>
                  <a:pt x="700" y="325"/>
                  <a:pt x="700" y="325"/>
                </a:cubicBezTo>
                <a:cubicBezTo>
                  <a:pt x="697" y="326"/>
                  <a:pt x="697" y="326"/>
                  <a:pt x="697" y="326"/>
                </a:cubicBezTo>
                <a:cubicBezTo>
                  <a:pt x="697" y="313"/>
                  <a:pt x="697" y="313"/>
                  <a:pt x="697" y="313"/>
                </a:cubicBezTo>
                <a:cubicBezTo>
                  <a:pt x="698" y="313"/>
                  <a:pt x="699" y="313"/>
                  <a:pt x="700" y="313"/>
                </a:cubicBezTo>
                <a:close/>
                <a:moveTo>
                  <a:pt x="700" y="358"/>
                </a:moveTo>
                <a:cubicBezTo>
                  <a:pt x="700" y="370"/>
                  <a:pt x="700" y="370"/>
                  <a:pt x="700" y="370"/>
                </a:cubicBezTo>
                <a:cubicBezTo>
                  <a:pt x="697" y="370"/>
                  <a:pt x="697" y="370"/>
                  <a:pt x="697" y="370"/>
                </a:cubicBezTo>
                <a:cubicBezTo>
                  <a:pt x="697" y="358"/>
                  <a:pt x="697" y="358"/>
                  <a:pt x="697" y="358"/>
                </a:cubicBezTo>
                <a:cubicBezTo>
                  <a:pt x="698" y="358"/>
                  <a:pt x="699" y="358"/>
                  <a:pt x="700" y="358"/>
                </a:cubicBezTo>
                <a:close/>
                <a:moveTo>
                  <a:pt x="700" y="389"/>
                </a:moveTo>
                <a:cubicBezTo>
                  <a:pt x="700" y="400"/>
                  <a:pt x="700" y="400"/>
                  <a:pt x="700" y="400"/>
                </a:cubicBezTo>
                <a:cubicBezTo>
                  <a:pt x="697" y="400"/>
                  <a:pt x="697" y="400"/>
                  <a:pt x="697" y="400"/>
                </a:cubicBezTo>
                <a:cubicBezTo>
                  <a:pt x="697" y="389"/>
                  <a:pt x="697" y="389"/>
                  <a:pt x="697" y="389"/>
                </a:cubicBezTo>
                <a:cubicBezTo>
                  <a:pt x="700" y="389"/>
                  <a:pt x="700" y="389"/>
                  <a:pt x="700" y="389"/>
                </a:cubicBezTo>
                <a:close/>
                <a:moveTo>
                  <a:pt x="700" y="407"/>
                </a:moveTo>
                <a:cubicBezTo>
                  <a:pt x="700" y="418"/>
                  <a:pt x="700" y="418"/>
                  <a:pt x="700" y="418"/>
                </a:cubicBezTo>
                <a:cubicBezTo>
                  <a:pt x="699" y="418"/>
                  <a:pt x="699" y="418"/>
                  <a:pt x="699" y="418"/>
                </a:cubicBezTo>
                <a:cubicBezTo>
                  <a:pt x="698" y="420"/>
                  <a:pt x="698" y="421"/>
                  <a:pt x="697" y="422"/>
                </a:cubicBezTo>
                <a:cubicBezTo>
                  <a:pt x="697" y="407"/>
                  <a:pt x="697" y="407"/>
                  <a:pt x="697" y="407"/>
                </a:cubicBezTo>
                <a:cubicBezTo>
                  <a:pt x="698" y="407"/>
                  <a:pt x="699" y="407"/>
                  <a:pt x="700" y="407"/>
                </a:cubicBezTo>
                <a:close/>
                <a:moveTo>
                  <a:pt x="700" y="449"/>
                </a:moveTo>
                <a:cubicBezTo>
                  <a:pt x="700" y="460"/>
                  <a:pt x="700" y="460"/>
                  <a:pt x="700" y="460"/>
                </a:cubicBezTo>
                <a:cubicBezTo>
                  <a:pt x="697" y="461"/>
                  <a:pt x="697" y="461"/>
                  <a:pt x="697" y="461"/>
                </a:cubicBezTo>
                <a:cubicBezTo>
                  <a:pt x="697" y="449"/>
                  <a:pt x="697" y="449"/>
                  <a:pt x="697" y="449"/>
                </a:cubicBezTo>
                <a:cubicBezTo>
                  <a:pt x="698" y="449"/>
                  <a:pt x="699" y="449"/>
                  <a:pt x="700" y="449"/>
                </a:cubicBezTo>
                <a:close/>
                <a:moveTo>
                  <a:pt x="700" y="469"/>
                </a:moveTo>
                <a:cubicBezTo>
                  <a:pt x="700" y="482"/>
                  <a:pt x="700" y="482"/>
                  <a:pt x="700" y="482"/>
                </a:cubicBezTo>
                <a:cubicBezTo>
                  <a:pt x="697" y="481"/>
                  <a:pt x="697" y="481"/>
                  <a:pt x="697" y="481"/>
                </a:cubicBezTo>
                <a:cubicBezTo>
                  <a:pt x="697" y="468"/>
                  <a:pt x="697" y="468"/>
                  <a:pt x="697" y="468"/>
                </a:cubicBezTo>
                <a:cubicBezTo>
                  <a:pt x="698" y="468"/>
                  <a:pt x="699" y="469"/>
                  <a:pt x="700" y="469"/>
                </a:cubicBezTo>
                <a:close/>
                <a:moveTo>
                  <a:pt x="700" y="580"/>
                </a:moveTo>
                <a:cubicBezTo>
                  <a:pt x="700" y="589"/>
                  <a:pt x="700" y="589"/>
                  <a:pt x="700" y="589"/>
                </a:cubicBezTo>
                <a:cubicBezTo>
                  <a:pt x="700" y="590"/>
                  <a:pt x="699" y="591"/>
                  <a:pt x="697" y="594"/>
                </a:cubicBezTo>
                <a:cubicBezTo>
                  <a:pt x="697" y="582"/>
                  <a:pt x="697" y="582"/>
                  <a:pt x="697" y="582"/>
                </a:cubicBezTo>
                <a:cubicBezTo>
                  <a:pt x="698" y="581"/>
                  <a:pt x="699" y="580"/>
                  <a:pt x="700" y="580"/>
                </a:cubicBezTo>
                <a:close/>
                <a:moveTo>
                  <a:pt x="700" y="603"/>
                </a:moveTo>
                <a:cubicBezTo>
                  <a:pt x="700" y="612"/>
                  <a:pt x="700" y="612"/>
                  <a:pt x="700" y="612"/>
                </a:cubicBezTo>
                <a:cubicBezTo>
                  <a:pt x="699" y="612"/>
                  <a:pt x="698" y="612"/>
                  <a:pt x="697" y="612"/>
                </a:cubicBezTo>
                <a:cubicBezTo>
                  <a:pt x="697" y="603"/>
                  <a:pt x="697" y="603"/>
                  <a:pt x="697" y="603"/>
                </a:cubicBezTo>
                <a:cubicBezTo>
                  <a:pt x="698" y="603"/>
                  <a:pt x="699" y="603"/>
                  <a:pt x="700" y="603"/>
                </a:cubicBezTo>
                <a:close/>
                <a:moveTo>
                  <a:pt x="700" y="631"/>
                </a:moveTo>
                <a:cubicBezTo>
                  <a:pt x="700" y="641"/>
                  <a:pt x="700" y="641"/>
                  <a:pt x="700" y="641"/>
                </a:cubicBezTo>
                <a:cubicBezTo>
                  <a:pt x="699" y="641"/>
                  <a:pt x="698" y="641"/>
                  <a:pt x="697" y="640"/>
                </a:cubicBezTo>
                <a:cubicBezTo>
                  <a:pt x="697" y="631"/>
                  <a:pt x="697" y="631"/>
                  <a:pt x="697" y="631"/>
                </a:cubicBezTo>
                <a:cubicBezTo>
                  <a:pt x="698" y="631"/>
                  <a:pt x="699" y="631"/>
                  <a:pt x="700" y="631"/>
                </a:cubicBezTo>
                <a:close/>
                <a:moveTo>
                  <a:pt x="697" y="496"/>
                </a:moveTo>
                <a:cubicBezTo>
                  <a:pt x="697" y="492"/>
                  <a:pt x="697" y="492"/>
                  <a:pt x="697" y="492"/>
                </a:cubicBezTo>
                <a:cubicBezTo>
                  <a:pt x="698" y="492"/>
                  <a:pt x="698" y="492"/>
                  <a:pt x="699" y="492"/>
                </a:cubicBezTo>
                <a:lnTo>
                  <a:pt x="697" y="496"/>
                </a:lnTo>
                <a:close/>
                <a:moveTo>
                  <a:pt x="677" y="118"/>
                </a:moveTo>
                <a:cubicBezTo>
                  <a:pt x="681" y="122"/>
                  <a:pt x="685" y="125"/>
                  <a:pt x="688" y="130"/>
                </a:cubicBezTo>
                <a:cubicBezTo>
                  <a:pt x="692" y="133"/>
                  <a:pt x="694" y="136"/>
                  <a:pt x="697" y="138"/>
                </a:cubicBezTo>
                <a:cubicBezTo>
                  <a:pt x="697" y="149"/>
                  <a:pt x="697" y="149"/>
                  <a:pt x="697" y="149"/>
                </a:cubicBezTo>
                <a:cubicBezTo>
                  <a:pt x="696" y="146"/>
                  <a:pt x="693" y="144"/>
                  <a:pt x="689" y="140"/>
                </a:cubicBezTo>
                <a:cubicBezTo>
                  <a:pt x="682" y="163"/>
                  <a:pt x="675" y="172"/>
                  <a:pt x="689" y="190"/>
                </a:cubicBezTo>
                <a:cubicBezTo>
                  <a:pt x="691" y="189"/>
                  <a:pt x="691" y="189"/>
                  <a:pt x="697" y="174"/>
                </a:cubicBezTo>
                <a:cubicBezTo>
                  <a:pt x="697" y="216"/>
                  <a:pt x="697" y="216"/>
                  <a:pt x="697" y="216"/>
                </a:cubicBezTo>
                <a:cubicBezTo>
                  <a:pt x="696" y="214"/>
                  <a:pt x="696" y="213"/>
                  <a:pt x="694" y="212"/>
                </a:cubicBezTo>
                <a:cubicBezTo>
                  <a:pt x="693" y="208"/>
                  <a:pt x="691" y="203"/>
                  <a:pt x="690" y="199"/>
                </a:cubicBezTo>
                <a:cubicBezTo>
                  <a:pt x="684" y="194"/>
                  <a:pt x="681" y="190"/>
                  <a:pt x="677" y="186"/>
                </a:cubicBezTo>
                <a:cubicBezTo>
                  <a:pt x="677" y="146"/>
                  <a:pt x="677" y="146"/>
                  <a:pt x="677" y="146"/>
                </a:cubicBezTo>
                <a:cubicBezTo>
                  <a:pt x="679" y="140"/>
                  <a:pt x="679" y="135"/>
                  <a:pt x="677" y="131"/>
                </a:cubicBezTo>
                <a:cubicBezTo>
                  <a:pt x="677" y="118"/>
                  <a:pt x="677" y="118"/>
                  <a:pt x="677" y="118"/>
                </a:cubicBezTo>
                <a:close/>
                <a:moveTo>
                  <a:pt x="697" y="657"/>
                </a:moveTo>
                <a:cubicBezTo>
                  <a:pt x="696" y="659"/>
                  <a:pt x="696" y="659"/>
                  <a:pt x="696" y="659"/>
                </a:cubicBezTo>
                <a:cubicBezTo>
                  <a:pt x="688" y="664"/>
                  <a:pt x="683" y="671"/>
                  <a:pt x="677" y="678"/>
                </a:cubicBezTo>
                <a:cubicBezTo>
                  <a:pt x="677" y="667"/>
                  <a:pt x="677" y="667"/>
                  <a:pt x="677" y="667"/>
                </a:cubicBezTo>
                <a:cubicBezTo>
                  <a:pt x="678" y="667"/>
                  <a:pt x="678" y="667"/>
                  <a:pt x="678" y="666"/>
                </a:cubicBezTo>
                <a:cubicBezTo>
                  <a:pt x="677" y="666"/>
                  <a:pt x="677" y="666"/>
                  <a:pt x="677" y="666"/>
                </a:cubicBezTo>
                <a:cubicBezTo>
                  <a:pt x="677" y="657"/>
                  <a:pt x="677" y="657"/>
                  <a:pt x="677" y="657"/>
                </a:cubicBezTo>
                <a:cubicBezTo>
                  <a:pt x="688" y="654"/>
                  <a:pt x="691" y="653"/>
                  <a:pt x="697" y="646"/>
                </a:cubicBezTo>
                <a:cubicBezTo>
                  <a:pt x="697" y="657"/>
                  <a:pt x="697" y="657"/>
                  <a:pt x="697" y="657"/>
                </a:cubicBezTo>
                <a:close/>
                <a:moveTo>
                  <a:pt x="697" y="313"/>
                </a:moveTo>
                <a:cubicBezTo>
                  <a:pt x="697" y="326"/>
                  <a:pt x="697" y="326"/>
                  <a:pt x="697" y="326"/>
                </a:cubicBezTo>
                <a:cubicBezTo>
                  <a:pt x="689" y="328"/>
                  <a:pt x="689" y="328"/>
                  <a:pt x="689" y="328"/>
                </a:cubicBezTo>
                <a:cubicBezTo>
                  <a:pt x="685" y="332"/>
                  <a:pt x="681" y="335"/>
                  <a:pt x="677" y="339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13"/>
                  <a:pt x="677" y="313"/>
                  <a:pt x="677" y="313"/>
                </a:cubicBezTo>
                <a:cubicBezTo>
                  <a:pt x="684" y="315"/>
                  <a:pt x="690" y="315"/>
                  <a:pt x="697" y="313"/>
                </a:cubicBezTo>
                <a:close/>
                <a:moveTo>
                  <a:pt x="697" y="358"/>
                </a:moveTo>
                <a:cubicBezTo>
                  <a:pt x="697" y="370"/>
                  <a:pt x="697" y="370"/>
                  <a:pt x="697" y="370"/>
                </a:cubicBezTo>
                <a:cubicBezTo>
                  <a:pt x="692" y="371"/>
                  <a:pt x="685" y="372"/>
                  <a:pt x="680" y="372"/>
                </a:cubicBezTo>
                <a:cubicBezTo>
                  <a:pt x="680" y="375"/>
                  <a:pt x="680" y="379"/>
                  <a:pt x="680" y="382"/>
                </a:cubicBezTo>
                <a:cubicBezTo>
                  <a:pt x="679" y="382"/>
                  <a:pt x="678" y="382"/>
                  <a:pt x="677" y="382"/>
                </a:cubicBezTo>
                <a:cubicBezTo>
                  <a:pt x="677" y="350"/>
                  <a:pt x="677" y="350"/>
                  <a:pt x="677" y="350"/>
                </a:cubicBezTo>
                <a:cubicBezTo>
                  <a:pt x="677" y="350"/>
                  <a:pt x="677" y="350"/>
                  <a:pt x="677" y="350"/>
                </a:cubicBezTo>
                <a:cubicBezTo>
                  <a:pt x="678" y="358"/>
                  <a:pt x="678" y="358"/>
                  <a:pt x="679" y="360"/>
                </a:cubicBezTo>
                <a:cubicBezTo>
                  <a:pt x="688" y="359"/>
                  <a:pt x="694" y="359"/>
                  <a:pt x="697" y="358"/>
                </a:cubicBezTo>
                <a:close/>
                <a:moveTo>
                  <a:pt x="697" y="389"/>
                </a:moveTo>
                <a:cubicBezTo>
                  <a:pt x="697" y="400"/>
                  <a:pt x="697" y="400"/>
                  <a:pt x="697" y="400"/>
                </a:cubicBezTo>
                <a:cubicBezTo>
                  <a:pt x="677" y="400"/>
                  <a:pt x="677" y="400"/>
                  <a:pt x="677" y="400"/>
                </a:cubicBezTo>
                <a:cubicBezTo>
                  <a:pt x="677" y="389"/>
                  <a:pt x="677" y="389"/>
                  <a:pt x="677" y="389"/>
                </a:cubicBezTo>
                <a:cubicBezTo>
                  <a:pt x="697" y="389"/>
                  <a:pt x="697" y="389"/>
                  <a:pt x="697" y="389"/>
                </a:cubicBezTo>
                <a:close/>
                <a:moveTo>
                  <a:pt x="697" y="407"/>
                </a:moveTo>
                <a:cubicBezTo>
                  <a:pt x="697" y="422"/>
                  <a:pt x="697" y="422"/>
                  <a:pt x="697" y="422"/>
                </a:cubicBezTo>
                <a:cubicBezTo>
                  <a:pt x="694" y="431"/>
                  <a:pt x="692" y="435"/>
                  <a:pt x="682" y="438"/>
                </a:cubicBezTo>
                <a:cubicBezTo>
                  <a:pt x="680" y="437"/>
                  <a:pt x="679" y="436"/>
                  <a:pt x="677" y="436"/>
                </a:cubicBezTo>
                <a:cubicBezTo>
                  <a:pt x="677" y="409"/>
                  <a:pt x="677" y="409"/>
                  <a:pt x="677" y="409"/>
                </a:cubicBezTo>
                <a:cubicBezTo>
                  <a:pt x="679" y="409"/>
                  <a:pt x="679" y="409"/>
                  <a:pt x="681" y="410"/>
                </a:cubicBezTo>
                <a:cubicBezTo>
                  <a:pt x="679" y="415"/>
                  <a:pt x="679" y="419"/>
                  <a:pt x="680" y="425"/>
                </a:cubicBezTo>
                <a:cubicBezTo>
                  <a:pt x="681" y="425"/>
                  <a:pt x="683" y="425"/>
                  <a:pt x="685" y="425"/>
                </a:cubicBezTo>
                <a:cubicBezTo>
                  <a:pt x="686" y="420"/>
                  <a:pt x="688" y="414"/>
                  <a:pt x="690" y="409"/>
                </a:cubicBezTo>
                <a:cubicBezTo>
                  <a:pt x="693" y="408"/>
                  <a:pt x="695" y="407"/>
                  <a:pt x="697" y="407"/>
                </a:cubicBezTo>
                <a:close/>
                <a:moveTo>
                  <a:pt x="697" y="449"/>
                </a:moveTo>
                <a:cubicBezTo>
                  <a:pt x="697" y="461"/>
                  <a:pt x="697" y="461"/>
                  <a:pt x="697" y="461"/>
                </a:cubicBezTo>
                <a:cubicBezTo>
                  <a:pt x="691" y="461"/>
                  <a:pt x="691" y="461"/>
                  <a:pt x="691" y="461"/>
                </a:cubicBezTo>
                <a:cubicBezTo>
                  <a:pt x="691" y="463"/>
                  <a:pt x="690" y="464"/>
                  <a:pt x="690" y="465"/>
                </a:cubicBezTo>
                <a:cubicBezTo>
                  <a:pt x="693" y="467"/>
                  <a:pt x="695" y="468"/>
                  <a:pt x="697" y="468"/>
                </a:cubicBezTo>
                <a:cubicBezTo>
                  <a:pt x="697" y="481"/>
                  <a:pt x="697" y="481"/>
                  <a:pt x="697" y="481"/>
                </a:cubicBezTo>
                <a:cubicBezTo>
                  <a:pt x="689" y="479"/>
                  <a:pt x="682" y="477"/>
                  <a:pt x="677" y="476"/>
                </a:cubicBezTo>
                <a:cubicBezTo>
                  <a:pt x="677" y="464"/>
                  <a:pt x="677" y="464"/>
                  <a:pt x="677" y="464"/>
                </a:cubicBezTo>
                <a:cubicBezTo>
                  <a:pt x="677" y="464"/>
                  <a:pt x="677" y="464"/>
                  <a:pt x="677" y="464"/>
                </a:cubicBezTo>
                <a:cubicBezTo>
                  <a:pt x="679" y="464"/>
                  <a:pt x="681" y="464"/>
                  <a:pt x="682" y="464"/>
                </a:cubicBezTo>
                <a:cubicBezTo>
                  <a:pt x="682" y="461"/>
                  <a:pt x="682" y="458"/>
                  <a:pt x="682" y="455"/>
                </a:cubicBezTo>
                <a:cubicBezTo>
                  <a:pt x="681" y="455"/>
                  <a:pt x="679" y="455"/>
                  <a:pt x="677" y="454"/>
                </a:cubicBezTo>
                <a:cubicBezTo>
                  <a:pt x="677" y="442"/>
                  <a:pt x="677" y="442"/>
                  <a:pt x="677" y="442"/>
                </a:cubicBezTo>
                <a:cubicBezTo>
                  <a:pt x="679" y="443"/>
                  <a:pt x="682" y="443"/>
                  <a:pt x="685" y="444"/>
                </a:cubicBezTo>
                <a:cubicBezTo>
                  <a:pt x="686" y="446"/>
                  <a:pt x="687" y="449"/>
                  <a:pt x="689" y="451"/>
                </a:cubicBezTo>
                <a:cubicBezTo>
                  <a:pt x="693" y="450"/>
                  <a:pt x="695" y="449"/>
                  <a:pt x="697" y="449"/>
                </a:cubicBezTo>
                <a:close/>
                <a:moveTo>
                  <a:pt x="697" y="492"/>
                </a:moveTo>
                <a:cubicBezTo>
                  <a:pt x="697" y="496"/>
                  <a:pt x="697" y="496"/>
                  <a:pt x="697" y="496"/>
                </a:cubicBezTo>
                <a:cubicBezTo>
                  <a:pt x="694" y="504"/>
                  <a:pt x="692" y="512"/>
                  <a:pt x="689" y="521"/>
                </a:cubicBezTo>
                <a:cubicBezTo>
                  <a:pt x="688" y="521"/>
                  <a:pt x="687" y="521"/>
                  <a:pt x="686" y="521"/>
                </a:cubicBezTo>
                <a:cubicBezTo>
                  <a:pt x="684" y="520"/>
                  <a:pt x="681" y="518"/>
                  <a:pt x="677" y="517"/>
                </a:cubicBezTo>
                <a:cubicBezTo>
                  <a:pt x="677" y="504"/>
                  <a:pt x="677" y="504"/>
                  <a:pt x="677" y="504"/>
                </a:cubicBezTo>
                <a:cubicBezTo>
                  <a:pt x="680" y="504"/>
                  <a:pt x="682" y="505"/>
                  <a:pt x="684" y="506"/>
                </a:cubicBezTo>
                <a:cubicBezTo>
                  <a:pt x="686" y="500"/>
                  <a:pt x="688" y="495"/>
                  <a:pt x="690" y="490"/>
                </a:cubicBezTo>
                <a:cubicBezTo>
                  <a:pt x="693" y="491"/>
                  <a:pt x="695" y="491"/>
                  <a:pt x="697" y="492"/>
                </a:cubicBezTo>
                <a:close/>
                <a:moveTo>
                  <a:pt x="697" y="582"/>
                </a:moveTo>
                <a:cubicBezTo>
                  <a:pt x="697" y="594"/>
                  <a:pt x="697" y="594"/>
                  <a:pt x="697" y="594"/>
                </a:cubicBezTo>
                <a:cubicBezTo>
                  <a:pt x="696" y="596"/>
                  <a:pt x="695" y="599"/>
                  <a:pt x="693" y="603"/>
                </a:cubicBezTo>
                <a:cubicBezTo>
                  <a:pt x="695" y="603"/>
                  <a:pt x="696" y="603"/>
                  <a:pt x="697" y="603"/>
                </a:cubicBezTo>
                <a:cubicBezTo>
                  <a:pt x="697" y="612"/>
                  <a:pt x="697" y="612"/>
                  <a:pt x="697" y="612"/>
                </a:cubicBezTo>
                <a:cubicBezTo>
                  <a:pt x="692" y="612"/>
                  <a:pt x="687" y="612"/>
                  <a:pt x="683" y="614"/>
                </a:cubicBezTo>
                <a:cubicBezTo>
                  <a:pt x="680" y="618"/>
                  <a:pt x="679" y="620"/>
                  <a:pt x="677" y="622"/>
                </a:cubicBezTo>
                <a:cubicBezTo>
                  <a:pt x="677" y="610"/>
                  <a:pt x="677" y="610"/>
                  <a:pt x="677" y="610"/>
                </a:cubicBezTo>
                <a:cubicBezTo>
                  <a:pt x="679" y="608"/>
                  <a:pt x="681" y="606"/>
                  <a:pt x="684" y="604"/>
                </a:cubicBezTo>
                <a:cubicBezTo>
                  <a:pt x="688" y="595"/>
                  <a:pt x="690" y="588"/>
                  <a:pt x="697" y="582"/>
                </a:cubicBezTo>
                <a:close/>
                <a:moveTo>
                  <a:pt x="697" y="631"/>
                </a:moveTo>
                <a:cubicBezTo>
                  <a:pt x="697" y="640"/>
                  <a:pt x="697" y="640"/>
                  <a:pt x="697" y="640"/>
                </a:cubicBezTo>
                <a:cubicBezTo>
                  <a:pt x="690" y="639"/>
                  <a:pt x="683" y="637"/>
                  <a:pt x="677" y="637"/>
                </a:cubicBezTo>
                <a:cubicBezTo>
                  <a:pt x="677" y="628"/>
                  <a:pt x="677" y="628"/>
                  <a:pt x="677" y="628"/>
                </a:cubicBezTo>
                <a:cubicBezTo>
                  <a:pt x="687" y="629"/>
                  <a:pt x="687" y="630"/>
                  <a:pt x="693" y="631"/>
                </a:cubicBezTo>
                <a:cubicBezTo>
                  <a:pt x="694" y="631"/>
                  <a:pt x="696" y="631"/>
                  <a:pt x="697" y="631"/>
                </a:cubicBezTo>
                <a:close/>
                <a:moveTo>
                  <a:pt x="677" y="542"/>
                </a:moveTo>
                <a:cubicBezTo>
                  <a:pt x="677" y="540"/>
                  <a:pt x="677" y="540"/>
                  <a:pt x="677" y="540"/>
                </a:cubicBezTo>
                <a:cubicBezTo>
                  <a:pt x="678" y="541"/>
                  <a:pt x="678" y="541"/>
                  <a:pt x="678" y="541"/>
                </a:cubicBezTo>
                <a:cubicBezTo>
                  <a:pt x="677" y="542"/>
                  <a:pt x="677" y="542"/>
                  <a:pt x="677" y="542"/>
                </a:cubicBezTo>
                <a:close/>
                <a:moveTo>
                  <a:pt x="677" y="501"/>
                </a:moveTo>
                <a:cubicBezTo>
                  <a:pt x="679" y="496"/>
                  <a:pt x="681" y="492"/>
                  <a:pt x="682" y="487"/>
                </a:cubicBezTo>
                <a:cubicBezTo>
                  <a:pt x="681" y="487"/>
                  <a:pt x="679" y="487"/>
                  <a:pt x="677" y="486"/>
                </a:cubicBezTo>
                <a:lnTo>
                  <a:pt x="677" y="501"/>
                </a:lnTo>
                <a:close/>
                <a:moveTo>
                  <a:pt x="654" y="95"/>
                </a:moveTo>
                <a:cubicBezTo>
                  <a:pt x="656" y="97"/>
                  <a:pt x="658" y="99"/>
                  <a:pt x="660" y="100"/>
                </a:cubicBezTo>
                <a:cubicBezTo>
                  <a:pt x="664" y="108"/>
                  <a:pt x="671" y="112"/>
                  <a:pt x="677" y="118"/>
                </a:cubicBezTo>
                <a:cubicBezTo>
                  <a:pt x="677" y="131"/>
                  <a:pt x="677" y="131"/>
                  <a:pt x="677" y="131"/>
                </a:cubicBezTo>
                <a:cubicBezTo>
                  <a:pt x="676" y="126"/>
                  <a:pt x="672" y="121"/>
                  <a:pt x="665" y="116"/>
                </a:cubicBezTo>
                <a:cubicBezTo>
                  <a:pt x="664" y="123"/>
                  <a:pt x="662" y="130"/>
                  <a:pt x="660" y="137"/>
                </a:cubicBezTo>
                <a:cubicBezTo>
                  <a:pt x="659" y="153"/>
                  <a:pt x="660" y="154"/>
                  <a:pt x="670" y="165"/>
                </a:cubicBezTo>
                <a:cubicBezTo>
                  <a:pt x="673" y="158"/>
                  <a:pt x="676" y="151"/>
                  <a:pt x="677" y="146"/>
                </a:cubicBezTo>
                <a:cubicBezTo>
                  <a:pt x="677" y="186"/>
                  <a:pt x="677" y="186"/>
                  <a:pt x="677" y="186"/>
                </a:cubicBezTo>
                <a:cubicBezTo>
                  <a:pt x="675" y="182"/>
                  <a:pt x="672" y="178"/>
                  <a:pt x="669" y="173"/>
                </a:cubicBezTo>
                <a:cubicBezTo>
                  <a:pt x="662" y="168"/>
                  <a:pt x="657" y="163"/>
                  <a:pt x="654" y="156"/>
                </a:cubicBezTo>
                <a:cubicBezTo>
                  <a:pt x="654" y="125"/>
                  <a:pt x="654" y="125"/>
                  <a:pt x="654" y="125"/>
                </a:cubicBezTo>
                <a:cubicBezTo>
                  <a:pt x="655" y="118"/>
                  <a:pt x="656" y="111"/>
                  <a:pt x="654" y="106"/>
                </a:cubicBezTo>
                <a:cubicBezTo>
                  <a:pt x="654" y="95"/>
                  <a:pt x="654" y="95"/>
                  <a:pt x="654" y="95"/>
                </a:cubicBezTo>
                <a:close/>
                <a:moveTo>
                  <a:pt x="677" y="678"/>
                </a:moveTo>
                <a:cubicBezTo>
                  <a:pt x="674" y="681"/>
                  <a:pt x="670" y="685"/>
                  <a:pt x="664" y="688"/>
                </a:cubicBezTo>
                <a:cubicBezTo>
                  <a:pt x="663" y="691"/>
                  <a:pt x="663" y="691"/>
                  <a:pt x="654" y="701"/>
                </a:cubicBezTo>
                <a:cubicBezTo>
                  <a:pt x="654" y="690"/>
                  <a:pt x="654" y="690"/>
                  <a:pt x="654" y="690"/>
                </a:cubicBezTo>
                <a:cubicBezTo>
                  <a:pt x="654" y="689"/>
                  <a:pt x="654" y="689"/>
                  <a:pt x="654" y="689"/>
                </a:cubicBezTo>
                <a:cubicBezTo>
                  <a:pt x="654" y="689"/>
                  <a:pt x="654" y="689"/>
                  <a:pt x="654" y="689"/>
                </a:cubicBezTo>
                <a:cubicBezTo>
                  <a:pt x="654" y="680"/>
                  <a:pt x="654" y="680"/>
                  <a:pt x="654" y="680"/>
                </a:cubicBezTo>
                <a:cubicBezTo>
                  <a:pt x="655" y="681"/>
                  <a:pt x="655" y="681"/>
                  <a:pt x="655" y="681"/>
                </a:cubicBezTo>
                <a:cubicBezTo>
                  <a:pt x="666" y="678"/>
                  <a:pt x="670" y="676"/>
                  <a:pt x="677" y="667"/>
                </a:cubicBezTo>
                <a:cubicBezTo>
                  <a:pt x="677" y="678"/>
                  <a:pt x="677" y="678"/>
                  <a:pt x="677" y="678"/>
                </a:cubicBezTo>
                <a:close/>
                <a:moveTo>
                  <a:pt x="677" y="313"/>
                </a:moveTo>
                <a:cubicBezTo>
                  <a:pt x="677" y="325"/>
                  <a:pt x="677" y="325"/>
                  <a:pt x="677" y="325"/>
                </a:cubicBezTo>
                <a:cubicBezTo>
                  <a:pt x="672" y="323"/>
                  <a:pt x="666" y="322"/>
                  <a:pt x="660" y="320"/>
                </a:cubicBezTo>
                <a:cubicBezTo>
                  <a:pt x="659" y="316"/>
                  <a:pt x="658" y="313"/>
                  <a:pt x="657" y="309"/>
                </a:cubicBezTo>
                <a:cubicBezTo>
                  <a:pt x="665" y="311"/>
                  <a:pt x="672" y="313"/>
                  <a:pt x="677" y="313"/>
                </a:cubicBezTo>
                <a:close/>
                <a:moveTo>
                  <a:pt x="677" y="325"/>
                </a:moveTo>
                <a:cubicBezTo>
                  <a:pt x="677" y="339"/>
                  <a:pt x="677" y="339"/>
                  <a:pt x="677" y="339"/>
                </a:cubicBezTo>
                <a:cubicBezTo>
                  <a:pt x="674" y="342"/>
                  <a:pt x="670" y="345"/>
                  <a:pt x="667" y="349"/>
                </a:cubicBezTo>
                <a:cubicBezTo>
                  <a:pt x="666" y="345"/>
                  <a:pt x="666" y="340"/>
                  <a:pt x="665" y="336"/>
                </a:cubicBezTo>
                <a:cubicBezTo>
                  <a:pt x="669" y="332"/>
                  <a:pt x="673" y="328"/>
                  <a:pt x="677" y="325"/>
                </a:cubicBezTo>
                <a:close/>
                <a:moveTo>
                  <a:pt x="677" y="350"/>
                </a:moveTo>
                <a:cubicBezTo>
                  <a:pt x="677" y="382"/>
                  <a:pt x="677" y="382"/>
                  <a:pt x="677" y="382"/>
                </a:cubicBezTo>
                <a:cubicBezTo>
                  <a:pt x="675" y="382"/>
                  <a:pt x="673" y="383"/>
                  <a:pt x="672" y="383"/>
                </a:cubicBezTo>
                <a:cubicBezTo>
                  <a:pt x="670" y="372"/>
                  <a:pt x="669" y="362"/>
                  <a:pt x="668" y="351"/>
                </a:cubicBezTo>
                <a:cubicBezTo>
                  <a:pt x="671" y="351"/>
                  <a:pt x="674" y="350"/>
                  <a:pt x="677" y="350"/>
                </a:cubicBezTo>
                <a:close/>
                <a:moveTo>
                  <a:pt x="677" y="389"/>
                </a:moveTo>
                <a:cubicBezTo>
                  <a:pt x="677" y="400"/>
                  <a:pt x="677" y="400"/>
                  <a:pt x="677" y="400"/>
                </a:cubicBezTo>
                <a:cubicBezTo>
                  <a:pt x="672" y="400"/>
                  <a:pt x="672" y="400"/>
                  <a:pt x="672" y="400"/>
                </a:cubicBezTo>
                <a:cubicBezTo>
                  <a:pt x="672" y="397"/>
                  <a:pt x="672" y="393"/>
                  <a:pt x="672" y="389"/>
                </a:cubicBezTo>
                <a:cubicBezTo>
                  <a:pt x="677" y="389"/>
                  <a:pt x="677" y="389"/>
                  <a:pt x="677" y="389"/>
                </a:cubicBezTo>
                <a:close/>
                <a:moveTo>
                  <a:pt x="677" y="409"/>
                </a:moveTo>
                <a:cubicBezTo>
                  <a:pt x="677" y="436"/>
                  <a:pt x="677" y="436"/>
                  <a:pt x="677" y="436"/>
                </a:cubicBezTo>
                <a:cubicBezTo>
                  <a:pt x="668" y="430"/>
                  <a:pt x="671" y="422"/>
                  <a:pt x="670" y="409"/>
                </a:cubicBezTo>
                <a:cubicBezTo>
                  <a:pt x="673" y="409"/>
                  <a:pt x="675" y="409"/>
                  <a:pt x="677" y="409"/>
                </a:cubicBezTo>
                <a:close/>
                <a:moveTo>
                  <a:pt x="677" y="442"/>
                </a:moveTo>
                <a:cubicBezTo>
                  <a:pt x="677" y="454"/>
                  <a:pt x="677" y="454"/>
                  <a:pt x="677" y="454"/>
                </a:cubicBezTo>
                <a:cubicBezTo>
                  <a:pt x="676" y="454"/>
                  <a:pt x="676" y="454"/>
                  <a:pt x="676" y="454"/>
                </a:cubicBezTo>
                <a:cubicBezTo>
                  <a:pt x="675" y="456"/>
                  <a:pt x="675" y="456"/>
                  <a:pt x="673" y="463"/>
                </a:cubicBezTo>
                <a:cubicBezTo>
                  <a:pt x="674" y="463"/>
                  <a:pt x="676" y="463"/>
                  <a:pt x="677" y="464"/>
                </a:cubicBezTo>
                <a:cubicBezTo>
                  <a:pt x="677" y="476"/>
                  <a:pt x="677" y="476"/>
                  <a:pt x="677" y="476"/>
                </a:cubicBezTo>
                <a:cubicBezTo>
                  <a:pt x="664" y="473"/>
                  <a:pt x="664" y="472"/>
                  <a:pt x="661" y="471"/>
                </a:cubicBezTo>
                <a:cubicBezTo>
                  <a:pt x="665" y="460"/>
                  <a:pt x="666" y="442"/>
                  <a:pt x="677" y="442"/>
                </a:cubicBezTo>
                <a:close/>
                <a:moveTo>
                  <a:pt x="677" y="486"/>
                </a:moveTo>
                <a:cubicBezTo>
                  <a:pt x="677" y="501"/>
                  <a:pt x="677" y="501"/>
                  <a:pt x="677" y="501"/>
                </a:cubicBezTo>
                <a:cubicBezTo>
                  <a:pt x="677" y="503"/>
                  <a:pt x="677" y="503"/>
                  <a:pt x="677" y="503"/>
                </a:cubicBezTo>
                <a:cubicBezTo>
                  <a:pt x="677" y="504"/>
                  <a:pt x="677" y="504"/>
                  <a:pt x="677" y="504"/>
                </a:cubicBezTo>
                <a:cubicBezTo>
                  <a:pt x="677" y="517"/>
                  <a:pt x="677" y="517"/>
                  <a:pt x="677" y="517"/>
                </a:cubicBezTo>
                <a:cubicBezTo>
                  <a:pt x="670" y="514"/>
                  <a:pt x="660" y="510"/>
                  <a:pt x="654" y="508"/>
                </a:cubicBezTo>
                <a:cubicBezTo>
                  <a:pt x="654" y="494"/>
                  <a:pt x="654" y="494"/>
                  <a:pt x="654" y="494"/>
                </a:cubicBezTo>
                <a:cubicBezTo>
                  <a:pt x="659" y="479"/>
                  <a:pt x="660" y="479"/>
                  <a:pt x="661" y="478"/>
                </a:cubicBezTo>
                <a:cubicBezTo>
                  <a:pt x="667" y="481"/>
                  <a:pt x="667" y="481"/>
                  <a:pt x="668" y="482"/>
                </a:cubicBezTo>
                <a:cubicBezTo>
                  <a:pt x="666" y="488"/>
                  <a:pt x="664" y="493"/>
                  <a:pt x="662" y="498"/>
                </a:cubicBezTo>
                <a:cubicBezTo>
                  <a:pt x="664" y="499"/>
                  <a:pt x="667" y="500"/>
                  <a:pt x="669" y="500"/>
                </a:cubicBezTo>
                <a:cubicBezTo>
                  <a:pt x="671" y="495"/>
                  <a:pt x="672" y="490"/>
                  <a:pt x="674" y="485"/>
                </a:cubicBezTo>
                <a:cubicBezTo>
                  <a:pt x="677" y="486"/>
                  <a:pt x="677" y="486"/>
                  <a:pt x="677" y="486"/>
                </a:cubicBezTo>
                <a:close/>
                <a:moveTo>
                  <a:pt x="677" y="540"/>
                </a:moveTo>
                <a:cubicBezTo>
                  <a:pt x="670" y="532"/>
                  <a:pt x="662" y="523"/>
                  <a:pt x="654" y="514"/>
                </a:cubicBezTo>
                <a:cubicBezTo>
                  <a:pt x="654" y="531"/>
                  <a:pt x="654" y="531"/>
                  <a:pt x="654" y="531"/>
                </a:cubicBezTo>
                <a:cubicBezTo>
                  <a:pt x="657" y="534"/>
                  <a:pt x="661" y="537"/>
                  <a:pt x="664" y="541"/>
                </a:cubicBezTo>
                <a:cubicBezTo>
                  <a:pt x="661" y="540"/>
                  <a:pt x="657" y="540"/>
                  <a:pt x="654" y="539"/>
                </a:cubicBezTo>
                <a:cubicBezTo>
                  <a:pt x="654" y="551"/>
                  <a:pt x="654" y="551"/>
                  <a:pt x="654" y="551"/>
                </a:cubicBezTo>
                <a:cubicBezTo>
                  <a:pt x="658" y="552"/>
                  <a:pt x="662" y="552"/>
                  <a:pt x="666" y="553"/>
                </a:cubicBezTo>
                <a:cubicBezTo>
                  <a:pt x="668" y="553"/>
                  <a:pt x="670" y="553"/>
                  <a:pt x="673" y="553"/>
                </a:cubicBezTo>
                <a:cubicBezTo>
                  <a:pt x="674" y="550"/>
                  <a:pt x="676" y="546"/>
                  <a:pt x="677" y="542"/>
                </a:cubicBezTo>
                <a:cubicBezTo>
                  <a:pt x="677" y="540"/>
                  <a:pt x="677" y="540"/>
                  <a:pt x="677" y="540"/>
                </a:cubicBezTo>
                <a:close/>
                <a:moveTo>
                  <a:pt x="677" y="610"/>
                </a:moveTo>
                <a:cubicBezTo>
                  <a:pt x="677" y="622"/>
                  <a:pt x="677" y="622"/>
                  <a:pt x="677" y="622"/>
                </a:cubicBezTo>
                <a:cubicBezTo>
                  <a:pt x="677" y="623"/>
                  <a:pt x="676" y="625"/>
                  <a:pt x="674" y="628"/>
                </a:cubicBezTo>
                <a:cubicBezTo>
                  <a:pt x="677" y="628"/>
                  <a:pt x="677" y="628"/>
                  <a:pt x="677" y="628"/>
                </a:cubicBezTo>
                <a:cubicBezTo>
                  <a:pt x="677" y="637"/>
                  <a:pt x="677" y="637"/>
                  <a:pt x="677" y="637"/>
                </a:cubicBezTo>
                <a:cubicBezTo>
                  <a:pt x="668" y="637"/>
                  <a:pt x="660" y="639"/>
                  <a:pt x="654" y="650"/>
                </a:cubicBezTo>
                <a:cubicBezTo>
                  <a:pt x="654" y="637"/>
                  <a:pt x="654" y="637"/>
                  <a:pt x="654" y="637"/>
                </a:cubicBezTo>
                <a:cubicBezTo>
                  <a:pt x="657" y="633"/>
                  <a:pt x="661" y="631"/>
                  <a:pt x="665" y="628"/>
                </a:cubicBezTo>
                <a:cubicBezTo>
                  <a:pt x="669" y="620"/>
                  <a:pt x="673" y="615"/>
                  <a:pt x="677" y="610"/>
                </a:cubicBezTo>
                <a:close/>
                <a:moveTo>
                  <a:pt x="677" y="657"/>
                </a:moveTo>
                <a:cubicBezTo>
                  <a:pt x="677" y="666"/>
                  <a:pt x="677" y="666"/>
                  <a:pt x="677" y="666"/>
                </a:cubicBezTo>
                <a:cubicBezTo>
                  <a:pt x="667" y="663"/>
                  <a:pt x="660" y="661"/>
                  <a:pt x="654" y="660"/>
                </a:cubicBezTo>
                <a:cubicBezTo>
                  <a:pt x="654" y="651"/>
                  <a:pt x="654" y="651"/>
                  <a:pt x="654" y="651"/>
                </a:cubicBezTo>
                <a:cubicBezTo>
                  <a:pt x="663" y="653"/>
                  <a:pt x="664" y="653"/>
                  <a:pt x="676" y="657"/>
                </a:cubicBezTo>
                <a:cubicBezTo>
                  <a:pt x="677" y="657"/>
                  <a:pt x="677" y="657"/>
                  <a:pt x="677" y="657"/>
                </a:cubicBezTo>
                <a:close/>
                <a:moveTo>
                  <a:pt x="654" y="581"/>
                </a:moveTo>
                <a:cubicBezTo>
                  <a:pt x="654" y="568"/>
                  <a:pt x="654" y="568"/>
                  <a:pt x="654" y="568"/>
                </a:cubicBezTo>
                <a:cubicBezTo>
                  <a:pt x="656" y="569"/>
                  <a:pt x="658" y="571"/>
                  <a:pt x="661" y="573"/>
                </a:cubicBezTo>
                <a:cubicBezTo>
                  <a:pt x="658" y="576"/>
                  <a:pt x="656" y="578"/>
                  <a:pt x="654" y="581"/>
                </a:cubicBezTo>
                <a:close/>
                <a:moveTo>
                  <a:pt x="654" y="270"/>
                </a:moveTo>
                <a:cubicBezTo>
                  <a:pt x="654" y="263"/>
                  <a:pt x="654" y="263"/>
                  <a:pt x="654" y="263"/>
                </a:cubicBezTo>
                <a:cubicBezTo>
                  <a:pt x="656" y="259"/>
                  <a:pt x="661" y="256"/>
                  <a:pt x="668" y="261"/>
                </a:cubicBezTo>
                <a:cubicBezTo>
                  <a:pt x="668" y="264"/>
                  <a:pt x="668" y="267"/>
                  <a:pt x="668" y="270"/>
                </a:cubicBezTo>
                <a:cubicBezTo>
                  <a:pt x="665" y="273"/>
                  <a:pt x="662" y="273"/>
                  <a:pt x="657" y="273"/>
                </a:cubicBezTo>
                <a:cubicBezTo>
                  <a:pt x="656" y="273"/>
                  <a:pt x="654" y="271"/>
                  <a:pt x="654" y="270"/>
                </a:cubicBezTo>
                <a:close/>
                <a:moveTo>
                  <a:pt x="629" y="76"/>
                </a:moveTo>
                <a:cubicBezTo>
                  <a:pt x="638" y="82"/>
                  <a:pt x="646" y="88"/>
                  <a:pt x="654" y="95"/>
                </a:cubicBezTo>
                <a:cubicBezTo>
                  <a:pt x="654" y="106"/>
                  <a:pt x="654" y="106"/>
                  <a:pt x="654" y="106"/>
                </a:cubicBezTo>
                <a:cubicBezTo>
                  <a:pt x="652" y="101"/>
                  <a:pt x="648" y="97"/>
                  <a:pt x="640" y="95"/>
                </a:cubicBezTo>
                <a:cubicBezTo>
                  <a:pt x="638" y="107"/>
                  <a:pt x="633" y="122"/>
                  <a:pt x="639" y="134"/>
                </a:cubicBezTo>
                <a:cubicBezTo>
                  <a:pt x="646" y="139"/>
                  <a:pt x="646" y="139"/>
                  <a:pt x="648" y="141"/>
                </a:cubicBezTo>
                <a:cubicBezTo>
                  <a:pt x="649" y="141"/>
                  <a:pt x="649" y="141"/>
                  <a:pt x="650" y="141"/>
                </a:cubicBezTo>
                <a:cubicBezTo>
                  <a:pt x="651" y="136"/>
                  <a:pt x="653" y="130"/>
                  <a:pt x="654" y="125"/>
                </a:cubicBezTo>
                <a:cubicBezTo>
                  <a:pt x="654" y="156"/>
                  <a:pt x="654" y="156"/>
                  <a:pt x="654" y="156"/>
                </a:cubicBezTo>
                <a:cubicBezTo>
                  <a:pt x="653" y="155"/>
                  <a:pt x="652" y="153"/>
                  <a:pt x="651" y="151"/>
                </a:cubicBezTo>
                <a:cubicBezTo>
                  <a:pt x="643" y="148"/>
                  <a:pt x="630" y="139"/>
                  <a:pt x="629" y="130"/>
                </a:cubicBezTo>
                <a:cubicBezTo>
                  <a:pt x="629" y="106"/>
                  <a:pt x="629" y="106"/>
                  <a:pt x="629" y="106"/>
                </a:cubicBezTo>
                <a:cubicBezTo>
                  <a:pt x="630" y="103"/>
                  <a:pt x="630" y="103"/>
                  <a:pt x="630" y="103"/>
                </a:cubicBezTo>
                <a:cubicBezTo>
                  <a:pt x="630" y="99"/>
                  <a:pt x="630" y="95"/>
                  <a:pt x="629" y="93"/>
                </a:cubicBezTo>
                <a:cubicBezTo>
                  <a:pt x="629" y="76"/>
                  <a:pt x="629" y="76"/>
                  <a:pt x="629" y="76"/>
                </a:cubicBezTo>
                <a:close/>
                <a:moveTo>
                  <a:pt x="654" y="701"/>
                </a:moveTo>
                <a:cubicBezTo>
                  <a:pt x="653" y="702"/>
                  <a:pt x="653" y="702"/>
                  <a:pt x="653" y="702"/>
                </a:cubicBezTo>
                <a:cubicBezTo>
                  <a:pt x="644" y="707"/>
                  <a:pt x="637" y="713"/>
                  <a:pt x="629" y="719"/>
                </a:cubicBezTo>
                <a:cubicBezTo>
                  <a:pt x="629" y="702"/>
                  <a:pt x="629" y="702"/>
                  <a:pt x="629" y="702"/>
                </a:cubicBezTo>
                <a:cubicBezTo>
                  <a:pt x="641" y="701"/>
                  <a:pt x="646" y="700"/>
                  <a:pt x="654" y="690"/>
                </a:cubicBezTo>
                <a:cubicBezTo>
                  <a:pt x="654" y="701"/>
                  <a:pt x="654" y="701"/>
                  <a:pt x="654" y="701"/>
                </a:cubicBezTo>
                <a:close/>
                <a:moveTo>
                  <a:pt x="654" y="263"/>
                </a:moveTo>
                <a:cubicBezTo>
                  <a:pt x="654" y="270"/>
                  <a:pt x="654" y="270"/>
                  <a:pt x="654" y="270"/>
                </a:cubicBezTo>
                <a:cubicBezTo>
                  <a:pt x="653" y="268"/>
                  <a:pt x="653" y="265"/>
                  <a:pt x="654" y="263"/>
                </a:cubicBezTo>
                <a:close/>
                <a:moveTo>
                  <a:pt x="654" y="494"/>
                </a:moveTo>
                <a:cubicBezTo>
                  <a:pt x="654" y="508"/>
                  <a:pt x="654" y="508"/>
                  <a:pt x="654" y="508"/>
                </a:cubicBezTo>
                <a:cubicBezTo>
                  <a:pt x="651" y="506"/>
                  <a:pt x="650" y="506"/>
                  <a:pt x="649" y="506"/>
                </a:cubicBezTo>
                <a:cubicBezTo>
                  <a:pt x="651" y="501"/>
                  <a:pt x="653" y="497"/>
                  <a:pt x="654" y="494"/>
                </a:cubicBezTo>
                <a:close/>
                <a:moveTo>
                  <a:pt x="654" y="514"/>
                </a:moveTo>
                <a:cubicBezTo>
                  <a:pt x="654" y="531"/>
                  <a:pt x="654" y="531"/>
                  <a:pt x="654" y="531"/>
                </a:cubicBezTo>
                <a:cubicBezTo>
                  <a:pt x="650" y="527"/>
                  <a:pt x="646" y="523"/>
                  <a:pt x="642" y="520"/>
                </a:cubicBezTo>
                <a:cubicBezTo>
                  <a:pt x="644" y="516"/>
                  <a:pt x="646" y="512"/>
                  <a:pt x="649" y="509"/>
                </a:cubicBezTo>
                <a:cubicBezTo>
                  <a:pt x="654" y="514"/>
                  <a:pt x="654" y="514"/>
                  <a:pt x="654" y="514"/>
                </a:cubicBezTo>
                <a:close/>
                <a:moveTo>
                  <a:pt x="654" y="539"/>
                </a:moveTo>
                <a:cubicBezTo>
                  <a:pt x="654" y="551"/>
                  <a:pt x="654" y="551"/>
                  <a:pt x="654" y="551"/>
                </a:cubicBezTo>
                <a:cubicBezTo>
                  <a:pt x="645" y="549"/>
                  <a:pt x="637" y="547"/>
                  <a:pt x="629" y="546"/>
                </a:cubicBezTo>
                <a:cubicBezTo>
                  <a:pt x="629" y="544"/>
                  <a:pt x="629" y="544"/>
                  <a:pt x="629" y="544"/>
                </a:cubicBezTo>
                <a:cubicBezTo>
                  <a:pt x="631" y="541"/>
                  <a:pt x="633" y="538"/>
                  <a:pt x="635" y="535"/>
                </a:cubicBezTo>
                <a:cubicBezTo>
                  <a:pt x="641" y="536"/>
                  <a:pt x="647" y="537"/>
                  <a:pt x="654" y="539"/>
                </a:cubicBezTo>
                <a:close/>
                <a:moveTo>
                  <a:pt x="654" y="568"/>
                </a:moveTo>
                <a:cubicBezTo>
                  <a:pt x="645" y="562"/>
                  <a:pt x="637" y="556"/>
                  <a:pt x="629" y="550"/>
                </a:cubicBezTo>
                <a:cubicBezTo>
                  <a:pt x="629" y="566"/>
                  <a:pt x="629" y="566"/>
                  <a:pt x="629" y="566"/>
                </a:cubicBezTo>
                <a:cubicBezTo>
                  <a:pt x="637" y="571"/>
                  <a:pt x="645" y="576"/>
                  <a:pt x="653" y="582"/>
                </a:cubicBezTo>
                <a:cubicBezTo>
                  <a:pt x="654" y="581"/>
                  <a:pt x="654" y="581"/>
                  <a:pt x="654" y="581"/>
                </a:cubicBezTo>
                <a:cubicBezTo>
                  <a:pt x="654" y="568"/>
                  <a:pt x="654" y="568"/>
                  <a:pt x="654" y="568"/>
                </a:cubicBezTo>
                <a:close/>
                <a:moveTo>
                  <a:pt x="654" y="637"/>
                </a:moveTo>
                <a:cubicBezTo>
                  <a:pt x="654" y="650"/>
                  <a:pt x="654" y="650"/>
                  <a:pt x="654" y="650"/>
                </a:cubicBezTo>
                <a:cubicBezTo>
                  <a:pt x="654" y="650"/>
                  <a:pt x="653" y="651"/>
                  <a:pt x="653" y="651"/>
                </a:cubicBezTo>
                <a:cubicBezTo>
                  <a:pt x="654" y="651"/>
                  <a:pt x="654" y="651"/>
                  <a:pt x="654" y="651"/>
                </a:cubicBezTo>
                <a:cubicBezTo>
                  <a:pt x="654" y="660"/>
                  <a:pt x="654" y="660"/>
                  <a:pt x="654" y="660"/>
                </a:cubicBezTo>
                <a:cubicBezTo>
                  <a:pt x="645" y="659"/>
                  <a:pt x="639" y="662"/>
                  <a:pt x="629" y="672"/>
                </a:cubicBezTo>
                <a:cubicBezTo>
                  <a:pt x="629" y="661"/>
                  <a:pt x="629" y="661"/>
                  <a:pt x="629" y="661"/>
                </a:cubicBezTo>
                <a:cubicBezTo>
                  <a:pt x="634" y="656"/>
                  <a:pt x="639" y="653"/>
                  <a:pt x="645" y="649"/>
                </a:cubicBezTo>
                <a:cubicBezTo>
                  <a:pt x="647" y="644"/>
                  <a:pt x="650" y="640"/>
                  <a:pt x="654" y="637"/>
                </a:cubicBezTo>
                <a:close/>
                <a:moveTo>
                  <a:pt x="654" y="680"/>
                </a:moveTo>
                <a:cubicBezTo>
                  <a:pt x="645" y="677"/>
                  <a:pt x="637" y="674"/>
                  <a:pt x="629" y="672"/>
                </a:cubicBezTo>
                <a:cubicBezTo>
                  <a:pt x="629" y="681"/>
                  <a:pt x="629" y="681"/>
                  <a:pt x="629" y="681"/>
                </a:cubicBezTo>
                <a:cubicBezTo>
                  <a:pt x="637" y="684"/>
                  <a:pt x="645" y="687"/>
                  <a:pt x="654" y="689"/>
                </a:cubicBezTo>
                <a:cubicBezTo>
                  <a:pt x="654" y="680"/>
                  <a:pt x="654" y="680"/>
                  <a:pt x="654" y="680"/>
                </a:cubicBezTo>
                <a:close/>
                <a:moveTo>
                  <a:pt x="629" y="600"/>
                </a:moveTo>
                <a:cubicBezTo>
                  <a:pt x="629" y="576"/>
                  <a:pt x="629" y="576"/>
                  <a:pt x="629" y="576"/>
                </a:cubicBezTo>
                <a:cubicBezTo>
                  <a:pt x="635" y="581"/>
                  <a:pt x="641" y="586"/>
                  <a:pt x="646" y="592"/>
                </a:cubicBezTo>
                <a:cubicBezTo>
                  <a:pt x="643" y="596"/>
                  <a:pt x="641" y="599"/>
                  <a:pt x="638" y="603"/>
                </a:cubicBezTo>
                <a:cubicBezTo>
                  <a:pt x="629" y="600"/>
                  <a:pt x="629" y="600"/>
                  <a:pt x="629" y="600"/>
                </a:cubicBezTo>
                <a:close/>
                <a:moveTo>
                  <a:pt x="629" y="457"/>
                </a:moveTo>
                <a:cubicBezTo>
                  <a:pt x="629" y="362"/>
                  <a:pt x="629" y="362"/>
                  <a:pt x="629" y="362"/>
                </a:cubicBezTo>
                <a:cubicBezTo>
                  <a:pt x="635" y="393"/>
                  <a:pt x="639" y="427"/>
                  <a:pt x="629" y="457"/>
                </a:cubicBezTo>
                <a:close/>
                <a:moveTo>
                  <a:pt x="629" y="215"/>
                </a:moveTo>
                <a:cubicBezTo>
                  <a:pt x="629" y="162"/>
                  <a:pt x="629" y="162"/>
                  <a:pt x="629" y="162"/>
                </a:cubicBezTo>
                <a:cubicBezTo>
                  <a:pt x="631" y="162"/>
                  <a:pt x="633" y="162"/>
                  <a:pt x="637" y="163"/>
                </a:cubicBezTo>
                <a:cubicBezTo>
                  <a:pt x="639" y="174"/>
                  <a:pt x="642" y="177"/>
                  <a:pt x="651" y="185"/>
                </a:cubicBezTo>
                <a:cubicBezTo>
                  <a:pt x="651" y="187"/>
                  <a:pt x="651" y="188"/>
                  <a:pt x="651" y="190"/>
                </a:cubicBezTo>
                <a:cubicBezTo>
                  <a:pt x="648" y="192"/>
                  <a:pt x="648" y="192"/>
                  <a:pt x="642" y="192"/>
                </a:cubicBezTo>
                <a:cubicBezTo>
                  <a:pt x="642" y="191"/>
                  <a:pt x="641" y="190"/>
                  <a:pt x="641" y="190"/>
                </a:cubicBezTo>
                <a:cubicBezTo>
                  <a:pt x="640" y="192"/>
                  <a:pt x="639" y="195"/>
                  <a:pt x="639" y="197"/>
                </a:cubicBezTo>
                <a:cubicBezTo>
                  <a:pt x="637" y="198"/>
                  <a:pt x="634" y="198"/>
                  <a:pt x="632" y="199"/>
                </a:cubicBezTo>
                <a:cubicBezTo>
                  <a:pt x="637" y="205"/>
                  <a:pt x="641" y="210"/>
                  <a:pt x="648" y="213"/>
                </a:cubicBezTo>
                <a:cubicBezTo>
                  <a:pt x="648" y="218"/>
                  <a:pt x="648" y="220"/>
                  <a:pt x="646" y="224"/>
                </a:cubicBezTo>
                <a:cubicBezTo>
                  <a:pt x="641" y="224"/>
                  <a:pt x="639" y="224"/>
                  <a:pt x="635" y="222"/>
                </a:cubicBezTo>
                <a:cubicBezTo>
                  <a:pt x="633" y="219"/>
                  <a:pt x="631" y="217"/>
                  <a:pt x="629" y="215"/>
                </a:cubicBezTo>
                <a:close/>
                <a:moveTo>
                  <a:pt x="616" y="67"/>
                </a:moveTo>
                <a:cubicBezTo>
                  <a:pt x="620" y="70"/>
                  <a:pt x="625" y="73"/>
                  <a:pt x="629" y="76"/>
                </a:cubicBezTo>
                <a:cubicBezTo>
                  <a:pt x="629" y="93"/>
                  <a:pt x="629" y="93"/>
                  <a:pt x="629" y="93"/>
                </a:cubicBezTo>
                <a:cubicBezTo>
                  <a:pt x="628" y="85"/>
                  <a:pt x="624" y="81"/>
                  <a:pt x="616" y="76"/>
                </a:cubicBezTo>
                <a:cubicBezTo>
                  <a:pt x="616" y="67"/>
                  <a:pt x="616" y="67"/>
                  <a:pt x="616" y="67"/>
                </a:cubicBezTo>
                <a:close/>
                <a:moveTo>
                  <a:pt x="629" y="719"/>
                </a:moveTo>
                <a:cubicBezTo>
                  <a:pt x="625" y="722"/>
                  <a:pt x="621" y="725"/>
                  <a:pt x="616" y="728"/>
                </a:cubicBezTo>
                <a:cubicBezTo>
                  <a:pt x="616" y="719"/>
                  <a:pt x="616" y="719"/>
                  <a:pt x="616" y="719"/>
                </a:cubicBezTo>
                <a:cubicBezTo>
                  <a:pt x="620" y="717"/>
                  <a:pt x="623" y="715"/>
                  <a:pt x="628" y="711"/>
                </a:cubicBezTo>
                <a:cubicBezTo>
                  <a:pt x="624" y="709"/>
                  <a:pt x="620" y="707"/>
                  <a:pt x="616" y="705"/>
                </a:cubicBezTo>
                <a:cubicBezTo>
                  <a:pt x="616" y="696"/>
                  <a:pt x="616" y="696"/>
                  <a:pt x="616" y="696"/>
                </a:cubicBezTo>
                <a:cubicBezTo>
                  <a:pt x="620" y="698"/>
                  <a:pt x="624" y="700"/>
                  <a:pt x="628" y="702"/>
                </a:cubicBezTo>
                <a:cubicBezTo>
                  <a:pt x="629" y="702"/>
                  <a:pt x="629" y="702"/>
                  <a:pt x="629" y="702"/>
                </a:cubicBezTo>
                <a:cubicBezTo>
                  <a:pt x="629" y="719"/>
                  <a:pt x="629" y="719"/>
                  <a:pt x="629" y="719"/>
                </a:cubicBezTo>
                <a:close/>
                <a:moveTo>
                  <a:pt x="629" y="106"/>
                </a:moveTo>
                <a:cubicBezTo>
                  <a:pt x="629" y="130"/>
                  <a:pt x="629" y="130"/>
                  <a:pt x="629" y="130"/>
                </a:cubicBezTo>
                <a:cubicBezTo>
                  <a:pt x="624" y="127"/>
                  <a:pt x="620" y="125"/>
                  <a:pt x="616" y="122"/>
                </a:cubicBezTo>
                <a:cubicBezTo>
                  <a:pt x="616" y="114"/>
                  <a:pt x="616" y="114"/>
                  <a:pt x="616" y="114"/>
                </a:cubicBezTo>
                <a:cubicBezTo>
                  <a:pt x="618" y="115"/>
                  <a:pt x="620" y="117"/>
                  <a:pt x="624" y="120"/>
                </a:cubicBezTo>
                <a:cubicBezTo>
                  <a:pt x="625" y="120"/>
                  <a:pt x="626" y="120"/>
                  <a:pt x="627" y="120"/>
                </a:cubicBezTo>
                <a:cubicBezTo>
                  <a:pt x="628" y="116"/>
                  <a:pt x="628" y="111"/>
                  <a:pt x="629" y="106"/>
                </a:cubicBezTo>
                <a:close/>
                <a:moveTo>
                  <a:pt x="629" y="162"/>
                </a:moveTo>
                <a:cubicBezTo>
                  <a:pt x="629" y="215"/>
                  <a:pt x="629" y="215"/>
                  <a:pt x="629" y="215"/>
                </a:cubicBezTo>
                <a:cubicBezTo>
                  <a:pt x="623" y="208"/>
                  <a:pt x="620" y="210"/>
                  <a:pt x="616" y="214"/>
                </a:cubicBezTo>
                <a:cubicBezTo>
                  <a:pt x="616" y="199"/>
                  <a:pt x="616" y="199"/>
                  <a:pt x="616" y="199"/>
                </a:cubicBezTo>
                <a:cubicBezTo>
                  <a:pt x="616" y="198"/>
                  <a:pt x="616" y="198"/>
                  <a:pt x="616" y="198"/>
                </a:cubicBezTo>
                <a:cubicBezTo>
                  <a:pt x="617" y="198"/>
                  <a:pt x="617" y="197"/>
                  <a:pt x="616" y="196"/>
                </a:cubicBezTo>
                <a:cubicBezTo>
                  <a:pt x="616" y="171"/>
                  <a:pt x="616" y="171"/>
                  <a:pt x="616" y="171"/>
                </a:cubicBezTo>
                <a:cubicBezTo>
                  <a:pt x="617" y="172"/>
                  <a:pt x="618" y="173"/>
                  <a:pt x="619" y="173"/>
                </a:cubicBezTo>
                <a:cubicBezTo>
                  <a:pt x="620" y="173"/>
                  <a:pt x="621" y="173"/>
                  <a:pt x="622" y="173"/>
                </a:cubicBezTo>
                <a:cubicBezTo>
                  <a:pt x="622" y="172"/>
                  <a:pt x="622" y="171"/>
                  <a:pt x="621" y="171"/>
                </a:cubicBezTo>
                <a:cubicBezTo>
                  <a:pt x="620" y="170"/>
                  <a:pt x="618" y="169"/>
                  <a:pt x="616" y="168"/>
                </a:cubicBezTo>
                <a:cubicBezTo>
                  <a:pt x="616" y="154"/>
                  <a:pt x="616" y="154"/>
                  <a:pt x="616" y="154"/>
                </a:cubicBezTo>
                <a:cubicBezTo>
                  <a:pt x="618" y="154"/>
                  <a:pt x="619" y="154"/>
                  <a:pt x="620" y="154"/>
                </a:cubicBezTo>
                <a:cubicBezTo>
                  <a:pt x="623" y="160"/>
                  <a:pt x="625" y="162"/>
                  <a:pt x="629" y="162"/>
                </a:cubicBezTo>
                <a:close/>
                <a:moveTo>
                  <a:pt x="629" y="362"/>
                </a:moveTo>
                <a:cubicBezTo>
                  <a:pt x="629" y="457"/>
                  <a:pt x="629" y="457"/>
                  <a:pt x="629" y="457"/>
                </a:cubicBezTo>
                <a:cubicBezTo>
                  <a:pt x="628" y="461"/>
                  <a:pt x="626" y="466"/>
                  <a:pt x="624" y="470"/>
                </a:cubicBezTo>
                <a:cubicBezTo>
                  <a:pt x="622" y="477"/>
                  <a:pt x="620" y="485"/>
                  <a:pt x="616" y="493"/>
                </a:cubicBezTo>
                <a:cubicBezTo>
                  <a:pt x="616" y="470"/>
                  <a:pt x="616" y="470"/>
                  <a:pt x="616" y="470"/>
                </a:cubicBezTo>
                <a:cubicBezTo>
                  <a:pt x="620" y="467"/>
                  <a:pt x="622" y="463"/>
                  <a:pt x="621" y="457"/>
                </a:cubicBezTo>
                <a:cubicBezTo>
                  <a:pt x="620" y="458"/>
                  <a:pt x="618" y="458"/>
                  <a:pt x="616" y="459"/>
                </a:cubicBezTo>
                <a:cubicBezTo>
                  <a:pt x="616" y="453"/>
                  <a:pt x="616" y="453"/>
                  <a:pt x="616" y="453"/>
                </a:cubicBezTo>
                <a:cubicBezTo>
                  <a:pt x="622" y="451"/>
                  <a:pt x="627" y="447"/>
                  <a:pt x="626" y="437"/>
                </a:cubicBezTo>
                <a:cubicBezTo>
                  <a:pt x="622" y="439"/>
                  <a:pt x="619" y="440"/>
                  <a:pt x="616" y="441"/>
                </a:cubicBezTo>
                <a:cubicBezTo>
                  <a:pt x="616" y="435"/>
                  <a:pt x="616" y="435"/>
                  <a:pt x="616" y="435"/>
                </a:cubicBezTo>
                <a:cubicBezTo>
                  <a:pt x="625" y="432"/>
                  <a:pt x="629" y="429"/>
                  <a:pt x="628" y="417"/>
                </a:cubicBezTo>
                <a:cubicBezTo>
                  <a:pt x="623" y="420"/>
                  <a:pt x="619" y="421"/>
                  <a:pt x="616" y="423"/>
                </a:cubicBezTo>
                <a:cubicBezTo>
                  <a:pt x="616" y="417"/>
                  <a:pt x="616" y="417"/>
                  <a:pt x="616" y="417"/>
                </a:cubicBezTo>
                <a:cubicBezTo>
                  <a:pt x="626" y="411"/>
                  <a:pt x="628" y="411"/>
                  <a:pt x="628" y="397"/>
                </a:cubicBezTo>
                <a:cubicBezTo>
                  <a:pt x="624" y="400"/>
                  <a:pt x="620" y="403"/>
                  <a:pt x="616" y="406"/>
                </a:cubicBezTo>
                <a:cubicBezTo>
                  <a:pt x="616" y="398"/>
                  <a:pt x="616" y="398"/>
                  <a:pt x="616" y="398"/>
                </a:cubicBezTo>
                <a:cubicBezTo>
                  <a:pt x="624" y="393"/>
                  <a:pt x="632" y="387"/>
                  <a:pt x="627" y="377"/>
                </a:cubicBezTo>
                <a:cubicBezTo>
                  <a:pt x="622" y="381"/>
                  <a:pt x="618" y="383"/>
                  <a:pt x="616" y="385"/>
                </a:cubicBezTo>
                <a:cubicBezTo>
                  <a:pt x="616" y="378"/>
                  <a:pt x="616" y="378"/>
                  <a:pt x="616" y="378"/>
                </a:cubicBezTo>
                <a:cubicBezTo>
                  <a:pt x="624" y="373"/>
                  <a:pt x="629" y="368"/>
                  <a:pt x="625" y="358"/>
                </a:cubicBezTo>
                <a:cubicBezTo>
                  <a:pt x="621" y="359"/>
                  <a:pt x="618" y="361"/>
                  <a:pt x="616" y="363"/>
                </a:cubicBezTo>
                <a:cubicBezTo>
                  <a:pt x="616" y="357"/>
                  <a:pt x="616" y="357"/>
                  <a:pt x="616" y="357"/>
                </a:cubicBezTo>
                <a:cubicBezTo>
                  <a:pt x="622" y="352"/>
                  <a:pt x="624" y="347"/>
                  <a:pt x="619" y="337"/>
                </a:cubicBezTo>
                <a:cubicBezTo>
                  <a:pt x="618" y="338"/>
                  <a:pt x="617" y="339"/>
                  <a:pt x="616" y="341"/>
                </a:cubicBezTo>
                <a:cubicBezTo>
                  <a:pt x="616" y="312"/>
                  <a:pt x="616" y="312"/>
                  <a:pt x="616" y="312"/>
                </a:cubicBezTo>
                <a:cubicBezTo>
                  <a:pt x="617" y="314"/>
                  <a:pt x="618" y="316"/>
                  <a:pt x="620" y="320"/>
                </a:cubicBezTo>
                <a:cubicBezTo>
                  <a:pt x="623" y="333"/>
                  <a:pt x="626" y="347"/>
                  <a:pt x="629" y="362"/>
                </a:cubicBezTo>
                <a:close/>
                <a:moveTo>
                  <a:pt x="629" y="544"/>
                </a:moveTo>
                <a:cubicBezTo>
                  <a:pt x="629" y="546"/>
                  <a:pt x="629" y="546"/>
                  <a:pt x="629" y="546"/>
                </a:cubicBezTo>
                <a:cubicBezTo>
                  <a:pt x="628" y="546"/>
                  <a:pt x="628" y="546"/>
                  <a:pt x="628" y="546"/>
                </a:cubicBezTo>
                <a:cubicBezTo>
                  <a:pt x="629" y="544"/>
                  <a:pt x="629" y="544"/>
                  <a:pt x="629" y="544"/>
                </a:cubicBezTo>
                <a:close/>
                <a:moveTo>
                  <a:pt x="629" y="550"/>
                </a:moveTo>
                <a:cubicBezTo>
                  <a:pt x="629" y="566"/>
                  <a:pt x="629" y="566"/>
                  <a:pt x="629" y="566"/>
                </a:cubicBezTo>
                <a:cubicBezTo>
                  <a:pt x="626" y="564"/>
                  <a:pt x="623" y="561"/>
                  <a:pt x="620" y="559"/>
                </a:cubicBezTo>
                <a:cubicBezTo>
                  <a:pt x="622" y="554"/>
                  <a:pt x="623" y="551"/>
                  <a:pt x="628" y="549"/>
                </a:cubicBezTo>
                <a:cubicBezTo>
                  <a:pt x="629" y="550"/>
                  <a:pt x="629" y="550"/>
                  <a:pt x="629" y="550"/>
                </a:cubicBezTo>
                <a:close/>
                <a:moveTo>
                  <a:pt x="629" y="576"/>
                </a:moveTo>
                <a:cubicBezTo>
                  <a:pt x="625" y="572"/>
                  <a:pt x="621" y="568"/>
                  <a:pt x="616" y="565"/>
                </a:cubicBezTo>
                <a:cubicBezTo>
                  <a:pt x="616" y="578"/>
                  <a:pt x="616" y="578"/>
                  <a:pt x="616" y="578"/>
                </a:cubicBezTo>
                <a:cubicBezTo>
                  <a:pt x="620" y="582"/>
                  <a:pt x="623" y="585"/>
                  <a:pt x="627" y="588"/>
                </a:cubicBezTo>
                <a:cubicBezTo>
                  <a:pt x="624" y="588"/>
                  <a:pt x="620" y="587"/>
                  <a:pt x="616" y="586"/>
                </a:cubicBezTo>
                <a:cubicBezTo>
                  <a:pt x="616" y="596"/>
                  <a:pt x="616" y="596"/>
                  <a:pt x="616" y="596"/>
                </a:cubicBezTo>
                <a:cubicBezTo>
                  <a:pt x="619" y="597"/>
                  <a:pt x="623" y="598"/>
                  <a:pt x="629" y="600"/>
                </a:cubicBezTo>
                <a:cubicBezTo>
                  <a:pt x="629" y="576"/>
                  <a:pt x="629" y="576"/>
                  <a:pt x="629" y="576"/>
                </a:cubicBezTo>
                <a:close/>
                <a:moveTo>
                  <a:pt x="629" y="661"/>
                </a:moveTo>
                <a:cubicBezTo>
                  <a:pt x="629" y="672"/>
                  <a:pt x="629" y="672"/>
                  <a:pt x="629" y="672"/>
                </a:cubicBezTo>
                <a:cubicBezTo>
                  <a:pt x="629" y="681"/>
                  <a:pt x="629" y="681"/>
                  <a:pt x="629" y="681"/>
                </a:cubicBezTo>
                <a:cubicBezTo>
                  <a:pt x="628" y="681"/>
                  <a:pt x="628" y="681"/>
                  <a:pt x="628" y="681"/>
                </a:cubicBezTo>
                <a:cubicBezTo>
                  <a:pt x="622" y="681"/>
                  <a:pt x="619" y="681"/>
                  <a:pt x="616" y="682"/>
                </a:cubicBezTo>
                <a:cubicBezTo>
                  <a:pt x="616" y="674"/>
                  <a:pt x="616" y="674"/>
                  <a:pt x="616" y="674"/>
                </a:cubicBezTo>
                <a:cubicBezTo>
                  <a:pt x="618" y="673"/>
                  <a:pt x="619" y="673"/>
                  <a:pt x="621" y="672"/>
                </a:cubicBezTo>
                <a:cubicBezTo>
                  <a:pt x="623" y="668"/>
                  <a:pt x="626" y="664"/>
                  <a:pt x="629" y="661"/>
                </a:cubicBezTo>
                <a:close/>
                <a:moveTo>
                  <a:pt x="616" y="616"/>
                </a:moveTo>
                <a:cubicBezTo>
                  <a:pt x="616" y="601"/>
                  <a:pt x="616" y="601"/>
                  <a:pt x="616" y="601"/>
                </a:cubicBezTo>
                <a:cubicBezTo>
                  <a:pt x="620" y="605"/>
                  <a:pt x="625" y="608"/>
                  <a:pt x="629" y="612"/>
                </a:cubicBezTo>
                <a:cubicBezTo>
                  <a:pt x="626" y="615"/>
                  <a:pt x="624" y="618"/>
                  <a:pt x="621" y="620"/>
                </a:cubicBezTo>
                <a:lnTo>
                  <a:pt x="616" y="616"/>
                </a:lnTo>
                <a:close/>
                <a:moveTo>
                  <a:pt x="611" y="64"/>
                </a:moveTo>
                <a:cubicBezTo>
                  <a:pt x="613" y="65"/>
                  <a:pt x="615" y="66"/>
                  <a:pt x="616" y="67"/>
                </a:cubicBezTo>
                <a:cubicBezTo>
                  <a:pt x="616" y="76"/>
                  <a:pt x="616" y="76"/>
                  <a:pt x="616" y="76"/>
                </a:cubicBezTo>
                <a:cubicBezTo>
                  <a:pt x="615" y="75"/>
                  <a:pt x="614" y="74"/>
                  <a:pt x="612" y="74"/>
                </a:cubicBezTo>
                <a:cubicBezTo>
                  <a:pt x="612" y="85"/>
                  <a:pt x="612" y="97"/>
                  <a:pt x="612" y="109"/>
                </a:cubicBezTo>
                <a:cubicBezTo>
                  <a:pt x="614" y="111"/>
                  <a:pt x="615" y="112"/>
                  <a:pt x="616" y="114"/>
                </a:cubicBezTo>
                <a:cubicBezTo>
                  <a:pt x="616" y="122"/>
                  <a:pt x="616" y="122"/>
                  <a:pt x="616" y="122"/>
                </a:cubicBezTo>
                <a:cubicBezTo>
                  <a:pt x="615" y="121"/>
                  <a:pt x="613" y="120"/>
                  <a:pt x="611" y="118"/>
                </a:cubicBezTo>
                <a:cubicBezTo>
                  <a:pt x="611" y="64"/>
                  <a:pt x="611" y="64"/>
                  <a:pt x="611" y="64"/>
                </a:cubicBezTo>
                <a:close/>
                <a:moveTo>
                  <a:pt x="616" y="728"/>
                </a:moveTo>
                <a:cubicBezTo>
                  <a:pt x="615" y="728"/>
                  <a:pt x="613" y="729"/>
                  <a:pt x="611" y="730"/>
                </a:cubicBezTo>
                <a:cubicBezTo>
                  <a:pt x="611" y="720"/>
                  <a:pt x="611" y="720"/>
                  <a:pt x="611" y="720"/>
                </a:cubicBezTo>
                <a:cubicBezTo>
                  <a:pt x="613" y="720"/>
                  <a:pt x="615" y="719"/>
                  <a:pt x="616" y="719"/>
                </a:cubicBezTo>
                <a:cubicBezTo>
                  <a:pt x="616" y="728"/>
                  <a:pt x="616" y="728"/>
                  <a:pt x="616" y="728"/>
                </a:cubicBezTo>
                <a:close/>
                <a:moveTo>
                  <a:pt x="616" y="154"/>
                </a:moveTo>
                <a:cubicBezTo>
                  <a:pt x="616" y="168"/>
                  <a:pt x="616" y="168"/>
                  <a:pt x="616" y="168"/>
                </a:cubicBezTo>
                <a:cubicBezTo>
                  <a:pt x="615" y="167"/>
                  <a:pt x="614" y="167"/>
                  <a:pt x="613" y="166"/>
                </a:cubicBezTo>
                <a:cubicBezTo>
                  <a:pt x="613" y="169"/>
                  <a:pt x="613" y="169"/>
                  <a:pt x="616" y="171"/>
                </a:cubicBezTo>
                <a:cubicBezTo>
                  <a:pt x="616" y="196"/>
                  <a:pt x="616" y="196"/>
                  <a:pt x="616" y="196"/>
                </a:cubicBezTo>
                <a:cubicBezTo>
                  <a:pt x="615" y="194"/>
                  <a:pt x="613" y="192"/>
                  <a:pt x="611" y="190"/>
                </a:cubicBezTo>
                <a:cubicBezTo>
                  <a:pt x="611" y="153"/>
                  <a:pt x="611" y="153"/>
                  <a:pt x="611" y="153"/>
                </a:cubicBezTo>
                <a:cubicBezTo>
                  <a:pt x="613" y="154"/>
                  <a:pt x="615" y="154"/>
                  <a:pt x="616" y="154"/>
                </a:cubicBezTo>
                <a:close/>
                <a:moveTo>
                  <a:pt x="616" y="199"/>
                </a:moveTo>
                <a:cubicBezTo>
                  <a:pt x="616" y="214"/>
                  <a:pt x="616" y="214"/>
                  <a:pt x="616" y="214"/>
                </a:cubicBezTo>
                <a:cubicBezTo>
                  <a:pt x="615" y="217"/>
                  <a:pt x="613" y="219"/>
                  <a:pt x="611" y="222"/>
                </a:cubicBezTo>
                <a:cubicBezTo>
                  <a:pt x="611" y="196"/>
                  <a:pt x="611" y="196"/>
                  <a:pt x="611" y="196"/>
                </a:cubicBezTo>
                <a:cubicBezTo>
                  <a:pt x="612" y="197"/>
                  <a:pt x="612" y="198"/>
                  <a:pt x="613" y="199"/>
                </a:cubicBezTo>
                <a:cubicBezTo>
                  <a:pt x="614" y="199"/>
                  <a:pt x="615" y="199"/>
                  <a:pt x="616" y="199"/>
                </a:cubicBezTo>
                <a:close/>
                <a:moveTo>
                  <a:pt x="616" y="312"/>
                </a:moveTo>
                <a:cubicBezTo>
                  <a:pt x="616" y="341"/>
                  <a:pt x="616" y="341"/>
                  <a:pt x="616" y="341"/>
                </a:cubicBezTo>
                <a:cubicBezTo>
                  <a:pt x="615" y="343"/>
                  <a:pt x="613" y="344"/>
                  <a:pt x="611" y="346"/>
                </a:cubicBezTo>
                <a:cubicBezTo>
                  <a:pt x="611" y="338"/>
                  <a:pt x="611" y="338"/>
                  <a:pt x="611" y="338"/>
                </a:cubicBezTo>
                <a:cubicBezTo>
                  <a:pt x="616" y="333"/>
                  <a:pt x="616" y="325"/>
                  <a:pt x="613" y="317"/>
                </a:cubicBezTo>
                <a:cubicBezTo>
                  <a:pt x="613" y="318"/>
                  <a:pt x="612" y="319"/>
                  <a:pt x="611" y="320"/>
                </a:cubicBezTo>
                <a:cubicBezTo>
                  <a:pt x="611" y="300"/>
                  <a:pt x="611" y="300"/>
                  <a:pt x="611" y="300"/>
                </a:cubicBezTo>
                <a:cubicBezTo>
                  <a:pt x="613" y="303"/>
                  <a:pt x="613" y="303"/>
                  <a:pt x="613" y="303"/>
                </a:cubicBezTo>
                <a:cubicBezTo>
                  <a:pt x="615" y="307"/>
                  <a:pt x="615" y="309"/>
                  <a:pt x="616" y="312"/>
                </a:cubicBezTo>
                <a:close/>
                <a:moveTo>
                  <a:pt x="616" y="357"/>
                </a:moveTo>
                <a:cubicBezTo>
                  <a:pt x="616" y="363"/>
                  <a:pt x="616" y="363"/>
                  <a:pt x="616" y="363"/>
                </a:cubicBezTo>
                <a:cubicBezTo>
                  <a:pt x="613" y="366"/>
                  <a:pt x="612" y="368"/>
                  <a:pt x="611" y="372"/>
                </a:cubicBezTo>
                <a:cubicBezTo>
                  <a:pt x="611" y="360"/>
                  <a:pt x="611" y="360"/>
                  <a:pt x="611" y="360"/>
                </a:cubicBezTo>
                <a:cubicBezTo>
                  <a:pt x="613" y="359"/>
                  <a:pt x="615" y="358"/>
                  <a:pt x="616" y="357"/>
                </a:cubicBezTo>
                <a:close/>
                <a:moveTo>
                  <a:pt x="616" y="378"/>
                </a:moveTo>
                <a:cubicBezTo>
                  <a:pt x="616" y="385"/>
                  <a:pt x="616" y="385"/>
                  <a:pt x="616" y="385"/>
                </a:cubicBezTo>
                <a:cubicBezTo>
                  <a:pt x="613" y="388"/>
                  <a:pt x="612" y="392"/>
                  <a:pt x="611" y="400"/>
                </a:cubicBezTo>
                <a:cubicBezTo>
                  <a:pt x="613" y="400"/>
                  <a:pt x="615" y="399"/>
                  <a:pt x="616" y="398"/>
                </a:cubicBezTo>
                <a:cubicBezTo>
                  <a:pt x="616" y="406"/>
                  <a:pt x="616" y="406"/>
                  <a:pt x="616" y="406"/>
                </a:cubicBezTo>
                <a:cubicBezTo>
                  <a:pt x="615" y="407"/>
                  <a:pt x="613" y="408"/>
                  <a:pt x="612" y="409"/>
                </a:cubicBezTo>
                <a:cubicBezTo>
                  <a:pt x="612" y="412"/>
                  <a:pt x="612" y="416"/>
                  <a:pt x="611" y="419"/>
                </a:cubicBezTo>
                <a:cubicBezTo>
                  <a:pt x="613" y="418"/>
                  <a:pt x="615" y="417"/>
                  <a:pt x="616" y="417"/>
                </a:cubicBezTo>
                <a:cubicBezTo>
                  <a:pt x="616" y="423"/>
                  <a:pt x="616" y="423"/>
                  <a:pt x="616" y="423"/>
                </a:cubicBezTo>
                <a:cubicBezTo>
                  <a:pt x="614" y="425"/>
                  <a:pt x="613" y="426"/>
                  <a:pt x="611" y="429"/>
                </a:cubicBezTo>
                <a:cubicBezTo>
                  <a:pt x="611" y="381"/>
                  <a:pt x="611" y="381"/>
                  <a:pt x="611" y="381"/>
                </a:cubicBezTo>
                <a:cubicBezTo>
                  <a:pt x="613" y="380"/>
                  <a:pt x="615" y="379"/>
                  <a:pt x="616" y="378"/>
                </a:cubicBezTo>
                <a:close/>
                <a:moveTo>
                  <a:pt x="616" y="435"/>
                </a:moveTo>
                <a:cubicBezTo>
                  <a:pt x="616" y="441"/>
                  <a:pt x="616" y="441"/>
                  <a:pt x="616" y="441"/>
                </a:cubicBezTo>
                <a:cubicBezTo>
                  <a:pt x="614" y="442"/>
                  <a:pt x="613" y="443"/>
                  <a:pt x="611" y="444"/>
                </a:cubicBezTo>
                <a:cubicBezTo>
                  <a:pt x="611" y="436"/>
                  <a:pt x="611" y="436"/>
                  <a:pt x="611" y="436"/>
                </a:cubicBezTo>
                <a:cubicBezTo>
                  <a:pt x="613" y="436"/>
                  <a:pt x="615" y="435"/>
                  <a:pt x="616" y="435"/>
                </a:cubicBezTo>
                <a:close/>
                <a:moveTo>
                  <a:pt x="616" y="453"/>
                </a:moveTo>
                <a:cubicBezTo>
                  <a:pt x="616" y="459"/>
                  <a:pt x="616" y="459"/>
                  <a:pt x="616" y="459"/>
                </a:cubicBezTo>
                <a:cubicBezTo>
                  <a:pt x="615" y="459"/>
                  <a:pt x="613" y="460"/>
                  <a:pt x="611" y="460"/>
                </a:cubicBezTo>
                <a:cubicBezTo>
                  <a:pt x="611" y="454"/>
                  <a:pt x="611" y="454"/>
                  <a:pt x="611" y="454"/>
                </a:cubicBezTo>
                <a:cubicBezTo>
                  <a:pt x="613" y="454"/>
                  <a:pt x="615" y="453"/>
                  <a:pt x="616" y="453"/>
                </a:cubicBezTo>
                <a:close/>
                <a:moveTo>
                  <a:pt x="616" y="470"/>
                </a:moveTo>
                <a:cubicBezTo>
                  <a:pt x="616" y="493"/>
                  <a:pt x="616" y="493"/>
                  <a:pt x="616" y="493"/>
                </a:cubicBezTo>
                <a:cubicBezTo>
                  <a:pt x="615" y="497"/>
                  <a:pt x="613" y="500"/>
                  <a:pt x="611" y="504"/>
                </a:cubicBezTo>
                <a:cubicBezTo>
                  <a:pt x="611" y="487"/>
                  <a:pt x="611" y="487"/>
                  <a:pt x="611" y="487"/>
                </a:cubicBezTo>
                <a:cubicBezTo>
                  <a:pt x="613" y="485"/>
                  <a:pt x="615" y="482"/>
                  <a:pt x="616" y="477"/>
                </a:cubicBezTo>
                <a:cubicBezTo>
                  <a:pt x="614" y="477"/>
                  <a:pt x="613" y="478"/>
                  <a:pt x="611" y="478"/>
                </a:cubicBezTo>
                <a:cubicBezTo>
                  <a:pt x="611" y="472"/>
                  <a:pt x="611" y="472"/>
                  <a:pt x="611" y="472"/>
                </a:cubicBezTo>
                <a:cubicBezTo>
                  <a:pt x="613" y="471"/>
                  <a:pt x="615" y="470"/>
                  <a:pt x="616" y="470"/>
                </a:cubicBezTo>
                <a:close/>
                <a:moveTo>
                  <a:pt x="616" y="565"/>
                </a:moveTo>
                <a:cubicBezTo>
                  <a:pt x="616" y="578"/>
                  <a:pt x="616" y="578"/>
                  <a:pt x="616" y="578"/>
                </a:cubicBezTo>
                <a:cubicBezTo>
                  <a:pt x="611" y="574"/>
                  <a:pt x="611" y="574"/>
                  <a:pt x="611" y="574"/>
                </a:cubicBezTo>
                <a:cubicBezTo>
                  <a:pt x="611" y="569"/>
                  <a:pt x="611" y="569"/>
                  <a:pt x="611" y="569"/>
                </a:cubicBezTo>
                <a:cubicBezTo>
                  <a:pt x="613" y="567"/>
                  <a:pt x="614" y="566"/>
                  <a:pt x="616" y="564"/>
                </a:cubicBezTo>
                <a:cubicBezTo>
                  <a:pt x="616" y="565"/>
                  <a:pt x="616" y="565"/>
                  <a:pt x="616" y="565"/>
                </a:cubicBezTo>
                <a:close/>
                <a:moveTo>
                  <a:pt x="616" y="586"/>
                </a:moveTo>
                <a:cubicBezTo>
                  <a:pt x="616" y="596"/>
                  <a:pt x="616" y="596"/>
                  <a:pt x="616" y="596"/>
                </a:cubicBezTo>
                <a:cubicBezTo>
                  <a:pt x="614" y="596"/>
                  <a:pt x="612" y="595"/>
                  <a:pt x="611" y="595"/>
                </a:cubicBezTo>
                <a:cubicBezTo>
                  <a:pt x="611" y="585"/>
                  <a:pt x="611" y="585"/>
                  <a:pt x="611" y="585"/>
                </a:cubicBezTo>
                <a:cubicBezTo>
                  <a:pt x="613" y="585"/>
                  <a:pt x="615" y="586"/>
                  <a:pt x="616" y="586"/>
                </a:cubicBezTo>
                <a:close/>
                <a:moveTo>
                  <a:pt x="616" y="601"/>
                </a:moveTo>
                <a:cubicBezTo>
                  <a:pt x="616" y="616"/>
                  <a:pt x="616" y="616"/>
                  <a:pt x="616" y="616"/>
                </a:cubicBezTo>
                <a:cubicBezTo>
                  <a:pt x="614" y="614"/>
                  <a:pt x="613" y="613"/>
                  <a:pt x="611" y="611"/>
                </a:cubicBezTo>
                <a:cubicBezTo>
                  <a:pt x="611" y="597"/>
                  <a:pt x="611" y="597"/>
                  <a:pt x="611" y="597"/>
                </a:cubicBezTo>
                <a:cubicBezTo>
                  <a:pt x="613" y="598"/>
                  <a:pt x="615" y="600"/>
                  <a:pt x="616" y="601"/>
                </a:cubicBezTo>
                <a:close/>
                <a:moveTo>
                  <a:pt x="616" y="674"/>
                </a:moveTo>
                <a:cubicBezTo>
                  <a:pt x="616" y="682"/>
                  <a:pt x="616" y="682"/>
                  <a:pt x="616" y="682"/>
                </a:cubicBezTo>
                <a:cubicBezTo>
                  <a:pt x="615" y="683"/>
                  <a:pt x="613" y="684"/>
                  <a:pt x="611" y="685"/>
                </a:cubicBezTo>
                <a:cubicBezTo>
                  <a:pt x="611" y="676"/>
                  <a:pt x="611" y="676"/>
                  <a:pt x="611" y="676"/>
                </a:cubicBezTo>
                <a:cubicBezTo>
                  <a:pt x="613" y="675"/>
                  <a:pt x="614" y="675"/>
                  <a:pt x="616" y="674"/>
                </a:cubicBezTo>
                <a:close/>
                <a:moveTo>
                  <a:pt x="616" y="696"/>
                </a:moveTo>
                <a:cubicBezTo>
                  <a:pt x="616" y="705"/>
                  <a:pt x="616" y="705"/>
                  <a:pt x="616" y="705"/>
                </a:cubicBezTo>
                <a:cubicBezTo>
                  <a:pt x="615" y="705"/>
                  <a:pt x="613" y="704"/>
                  <a:pt x="611" y="703"/>
                </a:cubicBezTo>
                <a:cubicBezTo>
                  <a:pt x="611" y="694"/>
                  <a:pt x="611" y="694"/>
                  <a:pt x="611" y="694"/>
                </a:cubicBezTo>
                <a:lnTo>
                  <a:pt x="616" y="696"/>
                </a:lnTo>
                <a:close/>
                <a:moveTo>
                  <a:pt x="606" y="60"/>
                </a:moveTo>
                <a:cubicBezTo>
                  <a:pt x="607" y="61"/>
                  <a:pt x="609" y="62"/>
                  <a:pt x="611" y="64"/>
                </a:cubicBezTo>
                <a:cubicBezTo>
                  <a:pt x="611" y="118"/>
                  <a:pt x="611" y="118"/>
                  <a:pt x="611" y="118"/>
                </a:cubicBezTo>
                <a:cubicBezTo>
                  <a:pt x="609" y="117"/>
                  <a:pt x="608" y="115"/>
                  <a:pt x="606" y="113"/>
                </a:cubicBezTo>
                <a:cubicBezTo>
                  <a:pt x="606" y="60"/>
                  <a:pt x="606" y="60"/>
                  <a:pt x="606" y="60"/>
                </a:cubicBezTo>
                <a:close/>
                <a:moveTo>
                  <a:pt x="611" y="730"/>
                </a:moveTo>
                <a:cubicBezTo>
                  <a:pt x="610" y="730"/>
                  <a:pt x="610" y="730"/>
                  <a:pt x="610" y="730"/>
                </a:cubicBezTo>
                <a:cubicBezTo>
                  <a:pt x="609" y="732"/>
                  <a:pt x="607" y="733"/>
                  <a:pt x="606" y="734"/>
                </a:cubicBezTo>
                <a:cubicBezTo>
                  <a:pt x="606" y="722"/>
                  <a:pt x="606" y="722"/>
                  <a:pt x="606" y="722"/>
                </a:cubicBezTo>
                <a:cubicBezTo>
                  <a:pt x="608" y="721"/>
                  <a:pt x="610" y="721"/>
                  <a:pt x="611" y="720"/>
                </a:cubicBezTo>
                <a:cubicBezTo>
                  <a:pt x="611" y="730"/>
                  <a:pt x="611" y="730"/>
                  <a:pt x="611" y="730"/>
                </a:cubicBezTo>
                <a:close/>
                <a:moveTo>
                  <a:pt x="611" y="153"/>
                </a:moveTo>
                <a:cubicBezTo>
                  <a:pt x="611" y="190"/>
                  <a:pt x="611" y="190"/>
                  <a:pt x="611" y="190"/>
                </a:cubicBezTo>
                <a:cubicBezTo>
                  <a:pt x="609" y="189"/>
                  <a:pt x="607" y="187"/>
                  <a:pt x="606" y="186"/>
                </a:cubicBezTo>
                <a:cubicBezTo>
                  <a:pt x="606" y="164"/>
                  <a:pt x="606" y="164"/>
                  <a:pt x="606" y="164"/>
                </a:cubicBezTo>
                <a:cubicBezTo>
                  <a:pt x="607" y="163"/>
                  <a:pt x="609" y="163"/>
                  <a:pt x="610" y="162"/>
                </a:cubicBezTo>
                <a:cubicBezTo>
                  <a:pt x="610" y="159"/>
                  <a:pt x="610" y="156"/>
                  <a:pt x="610" y="153"/>
                </a:cubicBezTo>
                <a:cubicBezTo>
                  <a:pt x="611" y="153"/>
                  <a:pt x="611" y="153"/>
                  <a:pt x="611" y="153"/>
                </a:cubicBezTo>
                <a:close/>
                <a:moveTo>
                  <a:pt x="611" y="196"/>
                </a:moveTo>
                <a:cubicBezTo>
                  <a:pt x="611" y="222"/>
                  <a:pt x="611" y="222"/>
                  <a:pt x="611" y="222"/>
                </a:cubicBezTo>
                <a:cubicBezTo>
                  <a:pt x="610" y="225"/>
                  <a:pt x="608" y="228"/>
                  <a:pt x="606" y="230"/>
                </a:cubicBezTo>
                <a:cubicBezTo>
                  <a:pt x="606" y="213"/>
                  <a:pt x="606" y="213"/>
                  <a:pt x="606" y="213"/>
                </a:cubicBezTo>
                <a:cubicBezTo>
                  <a:pt x="607" y="212"/>
                  <a:pt x="607" y="211"/>
                  <a:pt x="609" y="211"/>
                </a:cubicBezTo>
                <a:cubicBezTo>
                  <a:pt x="608" y="206"/>
                  <a:pt x="608" y="206"/>
                  <a:pt x="607" y="205"/>
                </a:cubicBezTo>
                <a:cubicBezTo>
                  <a:pt x="606" y="205"/>
                  <a:pt x="606" y="205"/>
                  <a:pt x="606" y="205"/>
                </a:cubicBezTo>
                <a:cubicBezTo>
                  <a:pt x="606" y="192"/>
                  <a:pt x="606" y="192"/>
                  <a:pt x="606" y="192"/>
                </a:cubicBezTo>
                <a:cubicBezTo>
                  <a:pt x="608" y="193"/>
                  <a:pt x="610" y="194"/>
                  <a:pt x="611" y="196"/>
                </a:cubicBezTo>
                <a:close/>
                <a:moveTo>
                  <a:pt x="611" y="300"/>
                </a:moveTo>
                <a:cubicBezTo>
                  <a:pt x="611" y="320"/>
                  <a:pt x="611" y="320"/>
                  <a:pt x="611" y="320"/>
                </a:cubicBezTo>
                <a:cubicBezTo>
                  <a:pt x="609" y="323"/>
                  <a:pt x="607" y="325"/>
                  <a:pt x="606" y="328"/>
                </a:cubicBezTo>
                <a:cubicBezTo>
                  <a:pt x="606" y="317"/>
                  <a:pt x="606" y="317"/>
                  <a:pt x="606" y="317"/>
                </a:cubicBezTo>
                <a:cubicBezTo>
                  <a:pt x="609" y="312"/>
                  <a:pt x="610" y="308"/>
                  <a:pt x="606" y="300"/>
                </a:cubicBezTo>
                <a:cubicBezTo>
                  <a:pt x="606" y="289"/>
                  <a:pt x="606" y="289"/>
                  <a:pt x="606" y="289"/>
                </a:cubicBezTo>
                <a:cubicBezTo>
                  <a:pt x="607" y="292"/>
                  <a:pt x="608" y="294"/>
                  <a:pt x="611" y="300"/>
                </a:cubicBezTo>
                <a:close/>
                <a:moveTo>
                  <a:pt x="611" y="338"/>
                </a:moveTo>
                <a:cubicBezTo>
                  <a:pt x="611" y="346"/>
                  <a:pt x="611" y="346"/>
                  <a:pt x="611" y="346"/>
                </a:cubicBezTo>
                <a:cubicBezTo>
                  <a:pt x="610" y="348"/>
                  <a:pt x="609" y="349"/>
                  <a:pt x="607" y="351"/>
                </a:cubicBezTo>
                <a:cubicBezTo>
                  <a:pt x="607" y="355"/>
                  <a:pt x="608" y="359"/>
                  <a:pt x="608" y="363"/>
                </a:cubicBezTo>
                <a:cubicBezTo>
                  <a:pt x="609" y="362"/>
                  <a:pt x="610" y="361"/>
                  <a:pt x="611" y="360"/>
                </a:cubicBezTo>
                <a:cubicBezTo>
                  <a:pt x="611" y="372"/>
                  <a:pt x="611" y="372"/>
                  <a:pt x="611" y="372"/>
                </a:cubicBezTo>
                <a:cubicBezTo>
                  <a:pt x="611" y="375"/>
                  <a:pt x="611" y="378"/>
                  <a:pt x="610" y="382"/>
                </a:cubicBezTo>
                <a:cubicBezTo>
                  <a:pt x="611" y="381"/>
                  <a:pt x="611" y="381"/>
                  <a:pt x="611" y="381"/>
                </a:cubicBezTo>
                <a:cubicBezTo>
                  <a:pt x="611" y="429"/>
                  <a:pt x="611" y="429"/>
                  <a:pt x="611" y="429"/>
                </a:cubicBezTo>
                <a:cubicBezTo>
                  <a:pt x="610" y="431"/>
                  <a:pt x="609" y="433"/>
                  <a:pt x="609" y="437"/>
                </a:cubicBezTo>
                <a:cubicBezTo>
                  <a:pt x="610" y="437"/>
                  <a:pt x="611" y="436"/>
                  <a:pt x="611" y="436"/>
                </a:cubicBezTo>
                <a:cubicBezTo>
                  <a:pt x="611" y="444"/>
                  <a:pt x="611" y="444"/>
                  <a:pt x="611" y="444"/>
                </a:cubicBezTo>
                <a:cubicBezTo>
                  <a:pt x="608" y="446"/>
                  <a:pt x="606" y="449"/>
                  <a:pt x="606" y="455"/>
                </a:cubicBezTo>
                <a:cubicBezTo>
                  <a:pt x="606" y="421"/>
                  <a:pt x="606" y="421"/>
                  <a:pt x="606" y="421"/>
                </a:cubicBezTo>
                <a:cubicBezTo>
                  <a:pt x="606" y="419"/>
                  <a:pt x="606" y="417"/>
                  <a:pt x="606" y="415"/>
                </a:cubicBezTo>
                <a:cubicBezTo>
                  <a:pt x="606" y="410"/>
                  <a:pt x="606" y="410"/>
                  <a:pt x="606" y="410"/>
                </a:cubicBezTo>
                <a:cubicBezTo>
                  <a:pt x="607" y="410"/>
                  <a:pt x="607" y="410"/>
                  <a:pt x="607" y="410"/>
                </a:cubicBezTo>
                <a:cubicBezTo>
                  <a:pt x="607" y="404"/>
                  <a:pt x="607" y="399"/>
                  <a:pt x="606" y="393"/>
                </a:cubicBezTo>
                <a:cubicBezTo>
                  <a:pt x="606" y="389"/>
                  <a:pt x="606" y="389"/>
                  <a:pt x="606" y="389"/>
                </a:cubicBezTo>
                <a:cubicBezTo>
                  <a:pt x="606" y="389"/>
                  <a:pt x="606" y="389"/>
                  <a:pt x="606" y="389"/>
                </a:cubicBezTo>
                <a:cubicBezTo>
                  <a:pt x="606" y="389"/>
                  <a:pt x="607" y="388"/>
                  <a:pt x="607" y="387"/>
                </a:cubicBezTo>
                <a:cubicBezTo>
                  <a:pt x="607" y="385"/>
                  <a:pt x="606" y="383"/>
                  <a:pt x="606" y="381"/>
                </a:cubicBezTo>
                <a:cubicBezTo>
                  <a:pt x="606" y="343"/>
                  <a:pt x="606" y="343"/>
                  <a:pt x="606" y="343"/>
                </a:cubicBezTo>
                <a:cubicBezTo>
                  <a:pt x="608" y="342"/>
                  <a:pt x="610" y="340"/>
                  <a:pt x="611" y="338"/>
                </a:cubicBezTo>
                <a:close/>
                <a:moveTo>
                  <a:pt x="611" y="454"/>
                </a:moveTo>
                <a:cubicBezTo>
                  <a:pt x="609" y="455"/>
                  <a:pt x="607" y="455"/>
                  <a:pt x="606" y="456"/>
                </a:cubicBezTo>
                <a:cubicBezTo>
                  <a:pt x="606" y="462"/>
                  <a:pt x="606" y="462"/>
                  <a:pt x="606" y="462"/>
                </a:cubicBezTo>
                <a:cubicBezTo>
                  <a:pt x="607" y="461"/>
                  <a:pt x="609" y="461"/>
                  <a:pt x="611" y="460"/>
                </a:cubicBezTo>
                <a:cubicBezTo>
                  <a:pt x="611" y="454"/>
                  <a:pt x="611" y="454"/>
                  <a:pt x="611" y="454"/>
                </a:cubicBezTo>
                <a:close/>
                <a:moveTo>
                  <a:pt x="611" y="472"/>
                </a:moveTo>
                <a:cubicBezTo>
                  <a:pt x="611" y="478"/>
                  <a:pt x="611" y="478"/>
                  <a:pt x="611" y="478"/>
                </a:cubicBezTo>
                <a:cubicBezTo>
                  <a:pt x="609" y="478"/>
                  <a:pt x="607" y="478"/>
                  <a:pt x="606" y="479"/>
                </a:cubicBezTo>
                <a:cubicBezTo>
                  <a:pt x="606" y="473"/>
                  <a:pt x="606" y="473"/>
                  <a:pt x="606" y="473"/>
                </a:cubicBezTo>
                <a:cubicBezTo>
                  <a:pt x="608" y="472"/>
                  <a:pt x="609" y="472"/>
                  <a:pt x="611" y="472"/>
                </a:cubicBezTo>
                <a:close/>
                <a:moveTo>
                  <a:pt x="611" y="487"/>
                </a:moveTo>
                <a:cubicBezTo>
                  <a:pt x="611" y="504"/>
                  <a:pt x="611" y="504"/>
                  <a:pt x="611" y="504"/>
                </a:cubicBezTo>
                <a:cubicBezTo>
                  <a:pt x="609" y="508"/>
                  <a:pt x="608" y="512"/>
                  <a:pt x="606" y="516"/>
                </a:cubicBezTo>
                <a:cubicBezTo>
                  <a:pt x="606" y="503"/>
                  <a:pt x="606" y="503"/>
                  <a:pt x="606" y="503"/>
                </a:cubicBezTo>
                <a:cubicBezTo>
                  <a:pt x="607" y="501"/>
                  <a:pt x="608" y="499"/>
                  <a:pt x="609" y="496"/>
                </a:cubicBezTo>
                <a:cubicBezTo>
                  <a:pt x="608" y="496"/>
                  <a:pt x="607" y="496"/>
                  <a:pt x="606" y="496"/>
                </a:cubicBezTo>
                <a:cubicBezTo>
                  <a:pt x="606" y="490"/>
                  <a:pt x="606" y="490"/>
                  <a:pt x="606" y="490"/>
                </a:cubicBezTo>
                <a:cubicBezTo>
                  <a:pt x="608" y="489"/>
                  <a:pt x="610" y="488"/>
                  <a:pt x="611" y="487"/>
                </a:cubicBezTo>
                <a:close/>
                <a:moveTo>
                  <a:pt x="611" y="569"/>
                </a:moveTo>
                <a:cubicBezTo>
                  <a:pt x="611" y="574"/>
                  <a:pt x="611" y="574"/>
                  <a:pt x="611" y="574"/>
                </a:cubicBezTo>
                <a:cubicBezTo>
                  <a:pt x="609" y="572"/>
                  <a:pt x="609" y="572"/>
                  <a:pt x="609" y="572"/>
                </a:cubicBezTo>
                <a:cubicBezTo>
                  <a:pt x="611" y="569"/>
                  <a:pt x="611" y="569"/>
                  <a:pt x="611" y="569"/>
                </a:cubicBezTo>
                <a:close/>
                <a:moveTo>
                  <a:pt x="611" y="585"/>
                </a:moveTo>
                <a:cubicBezTo>
                  <a:pt x="611" y="595"/>
                  <a:pt x="611" y="595"/>
                  <a:pt x="611" y="595"/>
                </a:cubicBezTo>
                <a:cubicBezTo>
                  <a:pt x="611" y="595"/>
                  <a:pt x="610" y="595"/>
                  <a:pt x="609" y="595"/>
                </a:cubicBezTo>
                <a:cubicBezTo>
                  <a:pt x="611" y="597"/>
                  <a:pt x="611" y="597"/>
                  <a:pt x="611" y="597"/>
                </a:cubicBezTo>
                <a:cubicBezTo>
                  <a:pt x="611" y="611"/>
                  <a:pt x="611" y="611"/>
                  <a:pt x="611" y="611"/>
                </a:cubicBezTo>
                <a:cubicBezTo>
                  <a:pt x="609" y="609"/>
                  <a:pt x="607" y="608"/>
                  <a:pt x="606" y="606"/>
                </a:cubicBezTo>
                <a:cubicBezTo>
                  <a:pt x="606" y="584"/>
                  <a:pt x="606" y="584"/>
                  <a:pt x="606" y="584"/>
                </a:cubicBezTo>
                <a:cubicBezTo>
                  <a:pt x="607" y="584"/>
                  <a:pt x="609" y="584"/>
                  <a:pt x="611" y="585"/>
                </a:cubicBezTo>
                <a:close/>
                <a:moveTo>
                  <a:pt x="611" y="676"/>
                </a:moveTo>
                <a:cubicBezTo>
                  <a:pt x="611" y="685"/>
                  <a:pt x="611" y="685"/>
                  <a:pt x="611" y="685"/>
                </a:cubicBezTo>
                <a:cubicBezTo>
                  <a:pt x="610" y="686"/>
                  <a:pt x="608" y="688"/>
                  <a:pt x="606" y="690"/>
                </a:cubicBezTo>
                <a:cubicBezTo>
                  <a:pt x="606" y="681"/>
                  <a:pt x="606" y="681"/>
                  <a:pt x="606" y="681"/>
                </a:cubicBezTo>
                <a:cubicBezTo>
                  <a:pt x="607" y="679"/>
                  <a:pt x="609" y="677"/>
                  <a:pt x="611" y="676"/>
                </a:cubicBezTo>
                <a:close/>
                <a:moveTo>
                  <a:pt x="611" y="694"/>
                </a:moveTo>
                <a:cubicBezTo>
                  <a:pt x="611" y="703"/>
                  <a:pt x="611" y="703"/>
                  <a:pt x="611" y="703"/>
                </a:cubicBezTo>
                <a:cubicBezTo>
                  <a:pt x="609" y="703"/>
                  <a:pt x="607" y="702"/>
                  <a:pt x="606" y="701"/>
                </a:cubicBezTo>
                <a:cubicBezTo>
                  <a:pt x="606" y="691"/>
                  <a:pt x="606" y="691"/>
                  <a:pt x="606" y="691"/>
                </a:cubicBezTo>
                <a:cubicBezTo>
                  <a:pt x="611" y="694"/>
                  <a:pt x="611" y="694"/>
                  <a:pt x="611" y="694"/>
                </a:cubicBezTo>
                <a:close/>
                <a:moveTo>
                  <a:pt x="606" y="632"/>
                </a:moveTo>
                <a:cubicBezTo>
                  <a:pt x="606" y="623"/>
                  <a:pt x="606" y="623"/>
                  <a:pt x="606" y="623"/>
                </a:cubicBezTo>
                <a:cubicBezTo>
                  <a:pt x="606" y="626"/>
                  <a:pt x="606" y="629"/>
                  <a:pt x="606" y="632"/>
                </a:cubicBezTo>
                <a:close/>
                <a:moveTo>
                  <a:pt x="603" y="58"/>
                </a:moveTo>
                <a:cubicBezTo>
                  <a:pt x="606" y="60"/>
                  <a:pt x="606" y="60"/>
                  <a:pt x="606" y="60"/>
                </a:cubicBezTo>
                <a:cubicBezTo>
                  <a:pt x="606" y="113"/>
                  <a:pt x="606" y="113"/>
                  <a:pt x="606" y="113"/>
                </a:cubicBezTo>
                <a:cubicBezTo>
                  <a:pt x="605" y="112"/>
                  <a:pt x="604" y="111"/>
                  <a:pt x="603" y="110"/>
                </a:cubicBezTo>
                <a:cubicBezTo>
                  <a:pt x="603" y="110"/>
                  <a:pt x="603" y="110"/>
                  <a:pt x="603" y="110"/>
                </a:cubicBezTo>
                <a:cubicBezTo>
                  <a:pt x="603" y="58"/>
                  <a:pt x="603" y="58"/>
                  <a:pt x="603" y="58"/>
                </a:cubicBezTo>
                <a:close/>
                <a:moveTo>
                  <a:pt x="606" y="734"/>
                </a:moveTo>
                <a:cubicBezTo>
                  <a:pt x="605" y="735"/>
                  <a:pt x="604" y="735"/>
                  <a:pt x="603" y="736"/>
                </a:cubicBezTo>
                <a:cubicBezTo>
                  <a:pt x="603" y="721"/>
                  <a:pt x="603" y="721"/>
                  <a:pt x="603" y="721"/>
                </a:cubicBezTo>
                <a:cubicBezTo>
                  <a:pt x="604" y="722"/>
                  <a:pt x="604" y="722"/>
                  <a:pt x="604" y="722"/>
                </a:cubicBezTo>
                <a:cubicBezTo>
                  <a:pt x="606" y="722"/>
                  <a:pt x="606" y="722"/>
                  <a:pt x="606" y="722"/>
                </a:cubicBezTo>
                <a:cubicBezTo>
                  <a:pt x="606" y="734"/>
                  <a:pt x="606" y="734"/>
                  <a:pt x="606" y="734"/>
                </a:cubicBezTo>
                <a:close/>
                <a:moveTo>
                  <a:pt x="606" y="164"/>
                </a:moveTo>
                <a:cubicBezTo>
                  <a:pt x="606" y="186"/>
                  <a:pt x="606" y="186"/>
                  <a:pt x="606" y="186"/>
                </a:cubicBezTo>
                <a:cubicBezTo>
                  <a:pt x="605" y="186"/>
                  <a:pt x="604" y="186"/>
                  <a:pt x="603" y="185"/>
                </a:cubicBezTo>
                <a:cubicBezTo>
                  <a:pt x="603" y="174"/>
                  <a:pt x="603" y="174"/>
                  <a:pt x="603" y="174"/>
                </a:cubicBezTo>
                <a:cubicBezTo>
                  <a:pt x="604" y="174"/>
                  <a:pt x="604" y="174"/>
                  <a:pt x="604" y="174"/>
                </a:cubicBezTo>
                <a:cubicBezTo>
                  <a:pt x="604" y="173"/>
                  <a:pt x="603" y="171"/>
                  <a:pt x="603" y="170"/>
                </a:cubicBezTo>
                <a:cubicBezTo>
                  <a:pt x="603" y="165"/>
                  <a:pt x="603" y="165"/>
                  <a:pt x="603" y="165"/>
                </a:cubicBezTo>
                <a:cubicBezTo>
                  <a:pt x="604" y="164"/>
                  <a:pt x="605" y="164"/>
                  <a:pt x="606" y="164"/>
                </a:cubicBezTo>
                <a:close/>
                <a:moveTo>
                  <a:pt x="606" y="192"/>
                </a:moveTo>
                <a:cubicBezTo>
                  <a:pt x="606" y="205"/>
                  <a:pt x="606" y="205"/>
                  <a:pt x="606" y="205"/>
                </a:cubicBezTo>
                <a:cubicBezTo>
                  <a:pt x="603" y="205"/>
                  <a:pt x="603" y="205"/>
                  <a:pt x="603" y="205"/>
                </a:cubicBezTo>
                <a:cubicBezTo>
                  <a:pt x="603" y="190"/>
                  <a:pt x="603" y="190"/>
                  <a:pt x="603" y="190"/>
                </a:cubicBezTo>
                <a:cubicBezTo>
                  <a:pt x="604" y="191"/>
                  <a:pt x="605" y="191"/>
                  <a:pt x="606" y="192"/>
                </a:cubicBezTo>
                <a:close/>
                <a:moveTo>
                  <a:pt x="606" y="213"/>
                </a:moveTo>
                <a:cubicBezTo>
                  <a:pt x="606" y="230"/>
                  <a:pt x="606" y="230"/>
                  <a:pt x="606" y="230"/>
                </a:cubicBezTo>
                <a:cubicBezTo>
                  <a:pt x="605" y="231"/>
                  <a:pt x="604" y="232"/>
                  <a:pt x="603" y="233"/>
                </a:cubicBezTo>
                <a:cubicBezTo>
                  <a:pt x="603" y="212"/>
                  <a:pt x="603" y="212"/>
                  <a:pt x="603" y="212"/>
                </a:cubicBezTo>
                <a:cubicBezTo>
                  <a:pt x="604" y="212"/>
                  <a:pt x="604" y="213"/>
                  <a:pt x="604" y="213"/>
                </a:cubicBezTo>
                <a:cubicBezTo>
                  <a:pt x="606" y="213"/>
                  <a:pt x="606" y="213"/>
                  <a:pt x="606" y="213"/>
                </a:cubicBezTo>
                <a:close/>
                <a:moveTo>
                  <a:pt x="606" y="289"/>
                </a:moveTo>
                <a:cubicBezTo>
                  <a:pt x="606" y="300"/>
                  <a:pt x="606" y="300"/>
                  <a:pt x="606" y="300"/>
                </a:cubicBezTo>
                <a:cubicBezTo>
                  <a:pt x="605" y="300"/>
                  <a:pt x="605" y="300"/>
                  <a:pt x="605" y="299"/>
                </a:cubicBezTo>
                <a:cubicBezTo>
                  <a:pt x="604" y="300"/>
                  <a:pt x="604" y="301"/>
                  <a:pt x="603" y="302"/>
                </a:cubicBezTo>
                <a:cubicBezTo>
                  <a:pt x="603" y="283"/>
                  <a:pt x="603" y="283"/>
                  <a:pt x="603" y="283"/>
                </a:cubicBezTo>
                <a:cubicBezTo>
                  <a:pt x="604" y="284"/>
                  <a:pt x="604" y="284"/>
                  <a:pt x="604" y="284"/>
                </a:cubicBezTo>
                <a:cubicBezTo>
                  <a:pt x="605" y="286"/>
                  <a:pt x="605" y="288"/>
                  <a:pt x="606" y="289"/>
                </a:cubicBezTo>
                <a:close/>
                <a:moveTo>
                  <a:pt x="606" y="317"/>
                </a:moveTo>
                <a:cubicBezTo>
                  <a:pt x="606" y="328"/>
                  <a:pt x="606" y="328"/>
                  <a:pt x="606" y="328"/>
                </a:cubicBezTo>
                <a:cubicBezTo>
                  <a:pt x="605" y="329"/>
                  <a:pt x="604" y="330"/>
                  <a:pt x="603" y="331"/>
                </a:cubicBezTo>
                <a:cubicBezTo>
                  <a:pt x="603" y="320"/>
                  <a:pt x="603" y="320"/>
                  <a:pt x="603" y="320"/>
                </a:cubicBezTo>
                <a:cubicBezTo>
                  <a:pt x="604" y="319"/>
                  <a:pt x="605" y="318"/>
                  <a:pt x="606" y="317"/>
                </a:cubicBezTo>
                <a:close/>
                <a:moveTo>
                  <a:pt x="606" y="343"/>
                </a:moveTo>
                <a:cubicBezTo>
                  <a:pt x="606" y="381"/>
                  <a:pt x="606" y="381"/>
                  <a:pt x="606" y="381"/>
                </a:cubicBezTo>
                <a:cubicBezTo>
                  <a:pt x="605" y="375"/>
                  <a:pt x="604" y="370"/>
                  <a:pt x="603" y="365"/>
                </a:cubicBezTo>
                <a:cubicBezTo>
                  <a:pt x="603" y="343"/>
                  <a:pt x="603" y="343"/>
                  <a:pt x="603" y="343"/>
                </a:cubicBezTo>
                <a:cubicBezTo>
                  <a:pt x="603" y="344"/>
                  <a:pt x="603" y="344"/>
                  <a:pt x="603" y="344"/>
                </a:cubicBezTo>
                <a:cubicBezTo>
                  <a:pt x="604" y="344"/>
                  <a:pt x="605" y="343"/>
                  <a:pt x="606" y="343"/>
                </a:cubicBezTo>
                <a:close/>
                <a:moveTo>
                  <a:pt x="606" y="389"/>
                </a:moveTo>
                <a:cubicBezTo>
                  <a:pt x="606" y="393"/>
                  <a:pt x="606" y="393"/>
                  <a:pt x="606" y="393"/>
                </a:cubicBezTo>
                <a:cubicBezTo>
                  <a:pt x="606" y="393"/>
                  <a:pt x="606" y="393"/>
                  <a:pt x="606" y="393"/>
                </a:cubicBezTo>
                <a:cubicBezTo>
                  <a:pt x="603" y="393"/>
                  <a:pt x="603" y="393"/>
                  <a:pt x="603" y="393"/>
                </a:cubicBezTo>
                <a:cubicBezTo>
                  <a:pt x="603" y="389"/>
                  <a:pt x="603" y="389"/>
                  <a:pt x="603" y="389"/>
                </a:cubicBezTo>
                <a:cubicBezTo>
                  <a:pt x="606" y="389"/>
                  <a:pt x="606" y="389"/>
                  <a:pt x="606" y="389"/>
                </a:cubicBezTo>
                <a:close/>
                <a:moveTo>
                  <a:pt x="606" y="410"/>
                </a:moveTo>
                <a:cubicBezTo>
                  <a:pt x="606" y="415"/>
                  <a:pt x="606" y="415"/>
                  <a:pt x="606" y="415"/>
                </a:cubicBezTo>
                <a:cubicBezTo>
                  <a:pt x="606" y="415"/>
                  <a:pt x="606" y="415"/>
                  <a:pt x="606" y="415"/>
                </a:cubicBezTo>
                <a:cubicBezTo>
                  <a:pt x="603" y="415"/>
                  <a:pt x="603" y="415"/>
                  <a:pt x="603" y="415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6" y="410"/>
                  <a:pt x="606" y="410"/>
                  <a:pt x="606" y="410"/>
                </a:cubicBezTo>
                <a:close/>
                <a:moveTo>
                  <a:pt x="606" y="421"/>
                </a:moveTo>
                <a:cubicBezTo>
                  <a:pt x="606" y="455"/>
                  <a:pt x="606" y="455"/>
                  <a:pt x="606" y="455"/>
                </a:cubicBezTo>
                <a:cubicBezTo>
                  <a:pt x="606" y="456"/>
                  <a:pt x="606" y="456"/>
                  <a:pt x="606" y="456"/>
                </a:cubicBezTo>
                <a:cubicBezTo>
                  <a:pt x="606" y="456"/>
                  <a:pt x="606" y="456"/>
                  <a:pt x="606" y="456"/>
                </a:cubicBezTo>
                <a:cubicBezTo>
                  <a:pt x="606" y="462"/>
                  <a:pt x="606" y="462"/>
                  <a:pt x="606" y="462"/>
                </a:cubicBezTo>
                <a:cubicBezTo>
                  <a:pt x="603" y="463"/>
                  <a:pt x="603" y="463"/>
                  <a:pt x="603" y="463"/>
                </a:cubicBezTo>
                <a:cubicBezTo>
                  <a:pt x="603" y="463"/>
                  <a:pt x="603" y="463"/>
                  <a:pt x="603" y="463"/>
                </a:cubicBezTo>
                <a:cubicBezTo>
                  <a:pt x="603" y="440"/>
                  <a:pt x="603" y="440"/>
                  <a:pt x="603" y="440"/>
                </a:cubicBezTo>
                <a:cubicBezTo>
                  <a:pt x="605" y="434"/>
                  <a:pt x="605" y="428"/>
                  <a:pt x="606" y="421"/>
                </a:cubicBezTo>
                <a:close/>
                <a:moveTo>
                  <a:pt x="606" y="473"/>
                </a:moveTo>
                <a:cubicBezTo>
                  <a:pt x="606" y="479"/>
                  <a:pt x="606" y="479"/>
                  <a:pt x="606" y="479"/>
                </a:cubicBezTo>
                <a:cubicBezTo>
                  <a:pt x="605" y="479"/>
                  <a:pt x="604" y="479"/>
                  <a:pt x="603" y="479"/>
                </a:cubicBezTo>
                <a:cubicBezTo>
                  <a:pt x="603" y="473"/>
                  <a:pt x="603" y="473"/>
                  <a:pt x="603" y="473"/>
                </a:cubicBezTo>
                <a:cubicBezTo>
                  <a:pt x="604" y="473"/>
                  <a:pt x="605" y="473"/>
                  <a:pt x="606" y="473"/>
                </a:cubicBezTo>
                <a:close/>
                <a:moveTo>
                  <a:pt x="606" y="490"/>
                </a:moveTo>
                <a:cubicBezTo>
                  <a:pt x="606" y="496"/>
                  <a:pt x="606" y="496"/>
                  <a:pt x="606" y="496"/>
                </a:cubicBezTo>
                <a:cubicBezTo>
                  <a:pt x="605" y="496"/>
                  <a:pt x="604" y="496"/>
                  <a:pt x="603" y="496"/>
                </a:cubicBezTo>
                <a:cubicBezTo>
                  <a:pt x="603" y="490"/>
                  <a:pt x="603" y="490"/>
                  <a:pt x="603" y="490"/>
                </a:cubicBezTo>
                <a:cubicBezTo>
                  <a:pt x="604" y="490"/>
                  <a:pt x="605" y="490"/>
                  <a:pt x="606" y="490"/>
                </a:cubicBezTo>
                <a:close/>
                <a:moveTo>
                  <a:pt x="606" y="503"/>
                </a:moveTo>
                <a:cubicBezTo>
                  <a:pt x="606" y="516"/>
                  <a:pt x="606" y="516"/>
                  <a:pt x="606" y="516"/>
                </a:cubicBezTo>
                <a:cubicBezTo>
                  <a:pt x="605" y="517"/>
                  <a:pt x="604" y="519"/>
                  <a:pt x="603" y="521"/>
                </a:cubicBezTo>
                <a:cubicBezTo>
                  <a:pt x="603" y="505"/>
                  <a:pt x="603" y="505"/>
                  <a:pt x="603" y="505"/>
                </a:cubicBezTo>
                <a:cubicBezTo>
                  <a:pt x="604" y="505"/>
                  <a:pt x="605" y="504"/>
                  <a:pt x="606" y="503"/>
                </a:cubicBezTo>
                <a:close/>
                <a:moveTo>
                  <a:pt x="606" y="584"/>
                </a:moveTo>
                <a:cubicBezTo>
                  <a:pt x="606" y="606"/>
                  <a:pt x="606" y="606"/>
                  <a:pt x="606" y="606"/>
                </a:cubicBezTo>
                <a:cubicBezTo>
                  <a:pt x="605" y="605"/>
                  <a:pt x="604" y="605"/>
                  <a:pt x="603" y="604"/>
                </a:cubicBezTo>
                <a:cubicBezTo>
                  <a:pt x="603" y="583"/>
                  <a:pt x="603" y="583"/>
                  <a:pt x="603" y="583"/>
                </a:cubicBezTo>
                <a:cubicBezTo>
                  <a:pt x="604" y="583"/>
                  <a:pt x="605" y="583"/>
                  <a:pt x="606" y="584"/>
                </a:cubicBezTo>
                <a:close/>
                <a:moveTo>
                  <a:pt x="606" y="623"/>
                </a:moveTo>
                <a:cubicBezTo>
                  <a:pt x="606" y="632"/>
                  <a:pt x="606" y="632"/>
                  <a:pt x="606" y="632"/>
                </a:cubicBezTo>
                <a:cubicBezTo>
                  <a:pt x="605" y="634"/>
                  <a:pt x="605" y="635"/>
                  <a:pt x="604" y="637"/>
                </a:cubicBezTo>
                <a:cubicBezTo>
                  <a:pt x="603" y="637"/>
                  <a:pt x="603" y="637"/>
                  <a:pt x="603" y="637"/>
                </a:cubicBezTo>
                <a:cubicBezTo>
                  <a:pt x="603" y="618"/>
                  <a:pt x="603" y="618"/>
                  <a:pt x="603" y="618"/>
                </a:cubicBezTo>
                <a:cubicBezTo>
                  <a:pt x="604" y="620"/>
                  <a:pt x="605" y="621"/>
                  <a:pt x="606" y="623"/>
                </a:cubicBezTo>
                <a:close/>
                <a:moveTo>
                  <a:pt x="606" y="681"/>
                </a:moveTo>
                <a:cubicBezTo>
                  <a:pt x="606" y="690"/>
                  <a:pt x="606" y="690"/>
                  <a:pt x="606" y="690"/>
                </a:cubicBezTo>
                <a:cubicBezTo>
                  <a:pt x="604" y="690"/>
                  <a:pt x="604" y="690"/>
                  <a:pt x="604" y="690"/>
                </a:cubicBezTo>
                <a:cubicBezTo>
                  <a:pt x="606" y="691"/>
                  <a:pt x="606" y="691"/>
                  <a:pt x="606" y="691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5" y="701"/>
                  <a:pt x="604" y="701"/>
                  <a:pt x="603" y="701"/>
                </a:cubicBezTo>
                <a:cubicBezTo>
                  <a:pt x="603" y="683"/>
                  <a:pt x="603" y="683"/>
                  <a:pt x="603" y="683"/>
                </a:cubicBezTo>
                <a:cubicBezTo>
                  <a:pt x="604" y="682"/>
                  <a:pt x="605" y="681"/>
                  <a:pt x="606" y="681"/>
                </a:cubicBezTo>
                <a:close/>
                <a:moveTo>
                  <a:pt x="598" y="55"/>
                </a:moveTo>
                <a:cubicBezTo>
                  <a:pt x="603" y="58"/>
                  <a:pt x="603" y="58"/>
                  <a:pt x="603" y="58"/>
                </a:cubicBezTo>
                <a:cubicBezTo>
                  <a:pt x="603" y="110"/>
                  <a:pt x="603" y="110"/>
                  <a:pt x="603" y="110"/>
                </a:cubicBezTo>
                <a:cubicBezTo>
                  <a:pt x="601" y="110"/>
                  <a:pt x="600" y="109"/>
                  <a:pt x="598" y="108"/>
                </a:cubicBezTo>
                <a:cubicBezTo>
                  <a:pt x="598" y="101"/>
                  <a:pt x="598" y="101"/>
                  <a:pt x="598" y="101"/>
                </a:cubicBezTo>
                <a:cubicBezTo>
                  <a:pt x="598" y="101"/>
                  <a:pt x="599" y="101"/>
                  <a:pt x="600" y="101"/>
                </a:cubicBezTo>
                <a:cubicBezTo>
                  <a:pt x="601" y="101"/>
                  <a:pt x="601" y="101"/>
                  <a:pt x="602" y="101"/>
                </a:cubicBezTo>
                <a:cubicBezTo>
                  <a:pt x="602" y="92"/>
                  <a:pt x="603" y="83"/>
                  <a:pt x="603" y="73"/>
                </a:cubicBezTo>
                <a:cubicBezTo>
                  <a:pt x="601" y="70"/>
                  <a:pt x="599" y="67"/>
                  <a:pt x="598" y="65"/>
                </a:cubicBezTo>
                <a:cubicBezTo>
                  <a:pt x="598" y="55"/>
                  <a:pt x="598" y="55"/>
                  <a:pt x="598" y="55"/>
                </a:cubicBezTo>
                <a:close/>
                <a:moveTo>
                  <a:pt x="603" y="736"/>
                </a:moveTo>
                <a:cubicBezTo>
                  <a:pt x="601" y="737"/>
                  <a:pt x="600" y="739"/>
                  <a:pt x="598" y="740"/>
                </a:cubicBezTo>
                <a:cubicBezTo>
                  <a:pt x="598" y="731"/>
                  <a:pt x="598" y="731"/>
                  <a:pt x="598" y="731"/>
                </a:cubicBezTo>
                <a:cubicBezTo>
                  <a:pt x="598" y="730"/>
                  <a:pt x="599" y="730"/>
                  <a:pt x="600" y="729"/>
                </a:cubicBezTo>
                <a:cubicBezTo>
                  <a:pt x="598" y="728"/>
                  <a:pt x="598" y="728"/>
                  <a:pt x="598" y="728"/>
                </a:cubicBezTo>
                <a:cubicBezTo>
                  <a:pt x="598" y="719"/>
                  <a:pt x="598" y="719"/>
                  <a:pt x="598" y="719"/>
                </a:cubicBezTo>
                <a:cubicBezTo>
                  <a:pt x="600" y="720"/>
                  <a:pt x="601" y="720"/>
                  <a:pt x="603" y="721"/>
                </a:cubicBezTo>
                <a:cubicBezTo>
                  <a:pt x="603" y="736"/>
                  <a:pt x="603" y="736"/>
                  <a:pt x="603" y="736"/>
                </a:cubicBezTo>
                <a:close/>
                <a:moveTo>
                  <a:pt x="603" y="165"/>
                </a:moveTo>
                <a:cubicBezTo>
                  <a:pt x="603" y="170"/>
                  <a:pt x="603" y="170"/>
                  <a:pt x="603" y="170"/>
                </a:cubicBezTo>
                <a:cubicBezTo>
                  <a:pt x="603" y="168"/>
                  <a:pt x="603" y="167"/>
                  <a:pt x="603" y="165"/>
                </a:cubicBezTo>
                <a:cubicBezTo>
                  <a:pt x="603" y="165"/>
                  <a:pt x="603" y="165"/>
                  <a:pt x="603" y="165"/>
                </a:cubicBezTo>
                <a:close/>
                <a:moveTo>
                  <a:pt x="603" y="174"/>
                </a:moveTo>
                <a:cubicBezTo>
                  <a:pt x="603" y="185"/>
                  <a:pt x="603" y="185"/>
                  <a:pt x="603" y="185"/>
                </a:cubicBezTo>
                <a:cubicBezTo>
                  <a:pt x="603" y="185"/>
                  <a:pt x="603" y="185"/>
                  <a:pt x="602" y="185"/>
                </a:cubicBezTo>
                <a:cubicBezTo>
                  <a:pt x="602" y="187"/>
                  <a:pt x="603" y="188"/>
                  <a:pt x="603" y="190"/>
                </a:cubicBezTo>
                <a:cubicBezTo>
                  <a:pt x="603" y="190"/>
                  <a:pt x="603" y="190"/>
                  <a:pt x="603" y="190"/>
                </a:cubicBezTo>
                <a:cubicBezTo>
                  <a:pt x="603" y="205"/>
                  <a:pt x="603" y="205"/>
                  <a:pt x="603" y="205"/>
                </a:cubicBezTo>
                <a:cubicBezTo>
                  <a:pt x="602" y="205"/>
                  <a:pt x="602" y="205"/>
                  <a:pt x="602" y="205"/>
                </a:cubicBezTo>
                <a:cubicBezTo>
                  <a:pt x="602" y="209"/>
                  <a:pt x="602" y="210"/>
                  <a:pt x="603" y="212"/>
                </a:cubicBezTo>
                <a:cubicBezTo>
                  <a:pt x="603" y="233"/>
                  <a:pt x="603" y="233"/>
                  <a:pt x="603" y="233"/>
                </a:cubicBezTo>
                <a:cubicBezTo>
                  <a:pt x="602" y="234"/>
                  <a:pt x="600" y="235"/>
                  <a:pt x="598" y="236"/>
                </a:cubicBezTo>
                <a:cubicBezTo>
                  <a:pt x="598" y="170"/>
                  <a:pt x="598" y="170"/>
                  <a:pt x="598" y="170"/>
                </a:cubicBezTo>
                <a:cubicBezTo>
                  <a:pt x="600" y="171"/>
                  <a:pt x="602" y="173"/>
                  <a:pt x="603" y="174"/>
                </a:cubicBezTo>
                <a:close/>
                <a:moveTo>
                  <a:pt x="603" y="283"/>
                </a:moveTo>
                <a:cubicBezTo>
                  <a:pt x="603" y="302"/>
                  <a:pt x="603" y="302"/>
                  <a:pt x="603" y="302"/>
                </a:cubicBezTo>
                <a:cubicBezTo>
                  <a:pt x="601" y="305"/>
                  <a:pt x="599" y="308"/>
                  <a:pt x="598" y="311"/>
                </a:cubicBezTo>
                <a:cubicBezTo>
                  <a:pt x="598" y="300"/>
                  <a:pt x="598" y="300"/>
                  <a:pt x="598" y="300"/>
                </a:cubicBezTo>
                <a:cubicBezTo>
                  <a:pt x="600" y="296"/>
                  <a:pt x="600" y="292"/>
                  <a:pt x="598" y="286"/>
                </a:cubicBezTo>
                <a:cubicBezTo>
                  <a:pt x="598" y="277"/>
                  <a:pt x="598" y="277"/>
                  <a:pt x="598" y="277"/>
                </a:cubicBezTo>
                <a:cubicBezTo>
                  <a:pt x="599" y="279"/>
                  <a:pt x="601" y="281"/>
                  <a:pt x="603" y="283"/>
                </a:cubicBezTo>
                <a:close/>
                <a:moveTo>
                  <a:pt x="603" y="320"/>
                </a:moveTo>
                <a:cubicBezTo>
                  <a:pt x="603" y="331"/>
                  <a:pt x="603" y="331"/>
                  <a:pt x="603" y="331"/>
                </a:cubicBezTo>
                <a:cubicBezTo>
                  <a:pt x="603" y="332"/>
                  <a:pt x="603" y="332"/>
                  <a:pt x="603" y="332"/>
                </a:cubicBezTo>
                <a:cubicBezTo>
                  <a:pt x="603" y="336"/>
                  <a:pt x="603" y="340"/>
                  <a:pt x="603" y="343"/>
                </a:cubicBezTo>
                <a:cubicBezTo>
                  <a:pt x="603" y="365"/>
                  <a:pt x="603" y="365"/>
                  <a:pt x="603" y="365"/>
                </a:cubicBezTo>
                <a:cubicBezTo>
                  <a:pt x="602" y="357"/>
                  <a:pt x="601" y="350"/>
                  <a:pt x="598" y="343"/>
                </a:cubicBezTo>
                <a:cubicBezTo>
                  <a:pt x="598" y="342"/>
                  <a:pt x="598" y="342"/>
                  <a:pt x="598" y="342"/>
                </a:cubicBezTo>
                <a:cubicBezTo>
                  <a:pt x="598" y="326"/>
                  <a:pt x="598" y="326"/>
                  <a:pt x="598" y="326"/>
                </a:cubicBezTo>
                <a:cubicBezTo>
                  <a:pt x="600" y="326"/>
                  <a:pt x="600" y="326"/>
                  <a:pt x="600" y="326"/>
                </a:cubicBezTo>
                <a:cubicBezTo>
                  <a:pt x="601" y="324"/>
                  <a:pt x="602" y="322"/>
                  <a:pt x="603" y="320"/>
                </a:cubicBezTo>
                <a:close/>
                <a:moveTo>
                  <a:pt x="603" y="389"/>
                </a:moveTo>
                <a:cubicBezTo>
                  <a:pt x="603" y="393"/>
                  <a:pt x="603" y="393"/>
                  <a:pt x="603" y="393"/>
                </a:cubicBezTo>
                <a:cubicBezTo>
                  <a:pt x="600" y="393"/>
                  <a:pt x="600" y="393"/>
                  <a:pt x="600" y="393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3" y="415"/>
                  <a:pt x="603" y="415"/>
                  <a:pt x="603" y="415"/>
                </a:cubicBezTo>
                <a:cubicBezTo>
                  <a:pt x="598" y="415"/>
                  <a:pt x="598" y="415"/>
                  <a:pt x="598" y="415"/>
                </a:cubicBezTo>
                <a:cubicBezTo>
                  <a:pt x="598" y="410"/>
                  <a:pt x="598" y="410"/>
                  <a:pt x="598" y="410"/>
                </a:cubicBezTo>
                <a:cubicBezTo>
                  <a:pt x="598" y="410"/>
                  <a:pt x="599" y="410"/>
                  <a:pt x="599" y="410"/>
                </a:cubicBezTo>
                <a:cubicBezTo>
                  <a:pt x="599" y="408"/>
                  <a:pt x="598" y="405"/>
                  <a:pt x="598" y="403"/>
                </a:cubicBezTo>
                <a:cubicBezTo>
                  <a:pt x="598" y="389"/>
                  <a:pt x="598" y="389"/>
                  <a:pt x="598" y="389"/>
                </a:cubicBezTo>
                <a:cubicBezTo>
                  <a:pt x="603" y="389"/>
                  <a:pt x="603" y="389"/>
                  <a:pt x="603" y="389"/>
                </a:cubicBezTo>
                <a:close/>
                <a:moveTo>
                  <a:pt x="603" y="440"/>
                </a:moveTo>
                <a:cubicBezTo>
                  <a:pt x="603" y="463"/>
                  <a:pt x="603" y="463"/>
                  <a:pt x="603" y="463"/>
                </a:cubicBezTo>
                <a:cubicBezTo>
                  <a:pt x="602" y="466"/>
                  <a:pt x="601" y="470"/>
                  <a:pt x="600" y="474"/>
                </a:cubicBezTo>
                <a:cubicBezTo>
                  <a:pt x="603" y="473"/>
                  <a:pt x="603" y="473"/>
                  <a:pt x="603" y="473"/>
                </a:cubicBezTo>
                <a:cubicBezTo>
                  <a:pt x="603" y="479"/>
                  <a:pt x="603" y="479"/>
                  <a:pt x="603" y="479"/>
                </a:cubicBezTo>
                <a:cubicBezTo>
                  <a:pt x="601" y="480"/>
                  <a:pt x="599" y="481"/>
                  <a:pt x="598" y="482"/>
                </a:cubicBezTo>
                <a:cubicBezTo>
                  <a:pt x="598" y="462"/>
                  <a:pt x="598" y="462"/>
                  <a:pt x="598" y="462"/>
                </a:cubicBezTo>
                <a:cubicBezTo>
                  <a:pt x="598" y="462"/>
                  <a:pt x="599" y="461"/>
                  <a:pt x="599" y="461"/>
                </a:cubicBezTo>
                <a:cubicBezTo>
                  <a:pt x="601" y="453"/>
                  <a:pt x="602" y="447"/>
                  <a:pt x="603" y="440"/>
                </a:cubicBezTo>
                <a:close/>
                <a:moveTo>
                  <a:pt x="603" y="490"/>
                </a:moveTo>
                <a:cubicBezTo>
                  <a:pt x="603" y="496"/>
                  <a:pt x="603" y="496"/>
                  <a:pt x="603" y="496"/>
                </a:cubicBezTo>
                <a:cubicBezTo>
                  <a:pt x="601" y="496"/>
                  <a:pt x="599" y="497"/>
                  <a:pt x="598" y="497"/>
                </a:cubicBezTo>
                <a:cubicBezTo>
                  <a:pt x="598" y="491"/>
                  <a:pt x="598" y="491"/>
                  <a:pt x="598" y="491"/>
                </a:cubicBezTo>
                <a:cubicBezTo>
                  <a:pt x="600" y="490"/>
                  <a:pt x="602" y="490"/>
                  <a:pt x="603" y="490"/>
                </a:cubicBezTo>
                <a:close/>
                <a:moveTo>
                  <a:pt x="603" y="505"/>
                </a:moveTo>
                <a:cubicBezTo>
                  <a:pt x="603" y="521"/>
                  <a:pt x="603" y="521"/>
                  <a:pt x="603" y="521"/>
                </a:cubicBezTo>
                <a:cubicBezTo>
                  <a:pt x="601" y="524"/>
                  <a:pt x="600" y="527"/>
                  <a:pt x="598" y="530"/>
                </a:cubicBezTo>
                <a:cubicBezTo>
                  <a:pt x="598" y="518"/>
                  <a:pt x="598" y="518"/>
                  <a:pt x="598" y="518"/>
                </a:cubicBezTo>
                <a:cubicBezTo>
                  <a:pt x="599" y="517"/>
                  <a:pt x="600" y="516"/>
                  <a:pt x="601" y="514"/>
                </a:cubicBezTo>
                <a:cubicBezTo>
                  <a:pt x="600" y="514"/>
                  <a:pt x="599" y="514"/>
                  <a:pt x="598" y="514"/>
                </a:cubicBezTo>
                <a:cubicBezTo>
                  <a:pt x="598" y="507"/>
                  <a:pt x="598" y="507"/>
                  <a:pt x="598" y="507"/>
                </a:cubicBezTo>
                <a:cubicBezTo>
                  <a:pt x="600" y="507"/>
                  <a:pt x="602" y="506"/>
                  <a:pt x="603" y="505"/>
                </a:cubicBezTo>
                <a:close/>
                <a:moveTo>
                  <a:pt x="603" y="583"/>
                </a:moveTo>
                <a:cubicBezTo>
                  <a:pt x="603" y="604"/>
                  <a:pt x="603" y="604"/>
                  <a:pt x="603" y="604"/>
                </a:cubicBezTo>
                <a:cubicBezTo>
                  <a:pt x="602" y="603"/>
                  <a:pt x="600" y="601"/>
                  <a:pt x="598" y="599"/>
                </a:cubicBezTo>
                <a:cubicBezTo>
                  <a:pt x="598" y="584"/>
                  <a:pt x="598" y="584"/>
                  <a:pt x="598" y="584"/>
                </a:cubicBezTo>
                <a:cubicBezTo>
                  <a:pt x="599" y="582"/>
                  <a:pt x="599" y="582"/>
                  <a:pt x="599" y="582"/>
                </a:cubicBezTo>
                <a:cubicBezTo>
                  <a:pt x="600" y="582"/>
                  <a:pt x="601" y="583"/>
                  <a:pt x="603" y="583"/>
                </a:cubicBezTo>
                <a:close/>
                <a:moveTo>
                  <a:pt x="603" y="618"/>
                </a:moveTo>
                <a:cubicBezTo>
                  <a:pt x="603" y="637"/>
                  <a:pt x="603" y="637"/>
                  <a:pt x="603" y="637"/>
                </a:cubicBezTo>
                <a:cubicBezTo>
                  <a:pt x="601" y="639"/>
                  <a:pt x="599" y="640"/>
                  <a:pt x="598" y="641"/>
                </a:cubicBezTo>
                <a:cubicBezTo>
                  <a:pt x="598" y="610"/>
                  <a:pt x="598" y="610"/>
                  <a:pt x="598" y="610"/>
                </a:cubicBezTo>
                <a:cubicBezTo>
                  <a:pt x="600" y="612"/>
                  <a:pt x="602" y="615"/>
                  <a:pt x="603" y="618"/>
                </a:cubicBezTo>
                <a:close/>
                <a:moveTo>
                  <a:pt x="603" y="683"/>
                </a:moveTo>
                <a:cubicBezTo>
                  <a:pt x="603" y="701"/>
                  <a:pt x="603" y="701"/>
                  <a:pt x="603" y="701"/>
                </a:cubicBezTo>
                <a:cubicBezTo>
                  <a:pt x="601" y="700"/>
                  <a:pt x="600" y="700"/>
                  <a:pt x="598" y="700"/>
                </a:cubicBezTo>
                <a:cubicBezTo>
                  <a:pt x="598" y="688"/>
                  <a:pt x="598" y="688"/>
                  <a:pt x="598" y="688"/>
                </a:cubicBezTo>
                <a:cubicBezTo>
                  <a:pt x="600" y="686"/>
                  <a:pt x="602" y="684"/>
                  <a:pt x="603" y="683"/>
                </a:cubicBezTo>
                <a:close/>
                <a:moveTo>
                  <a:pt x="592" y="52"/>
                </a:moveTo>
                <a:cubicBezTo>
                  <a:pt x="593" y="52"/>
                  <a:pt x="594" y="52"/>
                  <a:pt x="595" y="53"/>
                </a:cubicBezTo>
                <a:cubicBezTo>
                  <a:pt x="598" y="55"/>
                  <a:pt x="598" y="55"/>
                  <a:pt x="598" y="55"/>
                </a:cubicBezTo>
                <a:cubicBezTo>
                  <a:pt x="598" y="65"/>
                  <a:pt x="598" y="65"/>
                  <a:pt x="598" y="65"/>
                </a:cubicBezTo>
                <a:cubicBezTo>
                  <a:pt x="596" y="63"/>
                  <a:pt x="594" y="62"/>
                  <a:pt x="592" y="61"/>
                </a:cubicBezTo>
                <a:cubicBezTo>
                  <a:pt x="592" y="52"/>
                  <a:pt x="592" y="52"/>
                  <a:pt x="592" y="52"/>
                </a:cubicBezTo>
                <a:close/>
                <a:moveTo>
                  <a:pt x="598" y="740"/>
                </a:moveTo>
                <a:cubicBezTo>
                  <a:pt x="596" y="741"/>
                  <a:pt x="594" y="742"/>
                  <a:pt x="592" y="743"/>
                </a:cubicBezTo>
                <a:cubicBezTo>
                  <a:pt x="592" y="734"/>
                  <a:pt x="592" y="734"/>
                  <a:pt x="592" y="734"/>
                </a:cubicBezTo>
                <a:cubicBezTo>
                  <a:pt x="594" y="734"/>
                  <a:pt x="596" y="732"/>
                  <a:pt x="598" y="731"/>
                </a:cubicBezTo>
                <a:cubicBezTo>
                  <a:pt x="598" y="740"/>
                  <a:pt x="598" y="740"/>
                  <a:pt x="598" y="740"/>
                </a:cubicBezTo>
                <a:close/>
                <a:moveTo>
                  <a:pt x="598" y="101"/>
                </a:moveTo>
                <a:cubicBezTo>
                  <a:pt x="598" y="108"/>
                  <a:pt x="598" y="108"/>
                  <a:pt x="598" y="108"/>
                </a:cubicBezTo>
                <a:cubicBezTo>
                  <a:pt x="596" y="107"/>
                  <a:pt x="594" y="106"/>
                  <a:pt x="592" y="105"/>
                </a:cubicBezTo>
                <a:cubicBezTo>
                  <a:pt x="592" y="97"/>
                  <a:pt x="592" y="97"/>
                  <a:pt x="592" y="97"/>
                </a:cubicBezTo>
                <a:cubicBezTo>
                  <a:pt x="594" y="98"/>
                  <a:pt x="596" y="99"/>
                  <a:pt x="598" y="101"/>
                </a:cubicBezTo>
                <a:close/>
                <a:moveTo>
                  <a:pt x="598" y="170"/>
                </a:moveTo>
                <a:cubicBezTo>
                  <a:pt x="598" y="236"/>
                  <a:pt x="598" y="236"/>
                  <a:pt x="598" y="236"/>
                </a:cubicBezTo>
                <a:cubicBezTo>
                  <a:pt x="597" y="237"/>
                  <a:pt x="597" y="237"/>
                  <a:pt x="596" y="237"/>
                </a:cubicBezTo>
                <a:cubicBezTo>
                  <a:pt x="591" y="228"/>
                  <a:pt x="596" y="228"/>
                  <a:pt x="596" y="219"/>
                </a:cubicBezTo>
                <a:cubicBezTo>
                  <a:pt x="594" y="218"/>
                  <a:pt x="593" y="216"/>
                  <a:pt x="592" y="215"/>
                </a:cubicBezTo>
                <a:cubicBezTo>
                  <a:pt x="592" y="200"/>
                  <a:pt x="592" y="200"/>
                  <a:pt x="592" y="200"/>
                </a:cubicBezTo>
                <a:cubicBezTo>
                  <a:pt x="593" y="200"/>
                  <a:pt x="594" y="199"/>
                  <a:pt x="595" y="198"/>
                </a:cubicBezTo>
                <a:cubicBezTo>
                  <a:pt x="595" y="197"/>
                  <a:pt x="595" y="196"/>
                  <a:pt x="595" y="195"/>
                </a:cubicBezTo>
                <a:cubicBezTo>
                  <a:pt x="594" y="195"/>
                  <a:pt x="593" y="195"/>
                  <a:pt x="592" y="196"/>
                </a:cubicBezTo>
                <a:cubicBezTo>
                  <a:pt x="592" y="183"/>
                  <a:pt x="592" y="183"/>
                  <a:pt x="592" y="183"/>
                </a:cubicBezTo>
                <a:cubicBezTo>
                  <a:pt x="593" y="183"/>
                  <a:pt x="593" y="183"/>
                  <a:pt x="594" y="182"/>
                </a:cubicBezTo>
                <a:cubicBezTo>
                  <a:pt x="593" y="182"/>
                  <a:pt x="593" y="181"/>
                  <a:pt x="592" y="181"/>
                </a:cubicBezTo>
                <a:cubicBezTo>
                  <a:pt x="592" y="167"/>
                  <a:pt x="592" y="167"/>
                  <a:pt x="592" y="167"/>
                </a:cubicBezTo>
                <a:cubicBezTo>
                  <a:pt x="594" y="167"/>
                  <a:pt x="596" y="169"/>
                  <a:pt x="598" y="170"/>
                </a:cubicBezTo>
                <a:close/>
                <a:moveTo>
                  <a:pt x="598" y="277"/>
                </a:moveTo>
                <a:cubicBezTo>
                  <a:pt x="598" y="286"/>
                  <a:pt x="598" y="286"/>
                  <a:pt x="598" y="286"/>
                </a:cubicBezTo>
                <a:cubicBezTo>
                  <a:pt x="597" y="285"/>
                  <a:pt x="596" y="283"/>
                  <a:pt x="596" y="282"/>
                </a:cubicBezTo>
                <a:cubicBezTo>
                  <a:pt x="594" y="284"/>
                  <a:pt x="593" y="286"/>
                  <a:pt x="592" y="288"/>
                </a:cubicBezTo>
                <a:cubicBezTo>
                  <a:pt x="592" y="266"/>
                  <a:pt x="592" y="266"/>
                  <a:pt x="592" y="266"/>
                </a:cubicBezTo>
                <a:cubicBezTo>
                  <a:pt x="593" y="268"/>
                  <a:pt x="594" y="269"/>
                  <a:pt x="594" y="270"/>
                </a:cubicBezTo>
                <a:cubicBezTo>
                  <a:pt x="595" y="273"/>
                  <a:pt x="596" y="275"/>
                  <a:pt x="598" y="277"/>
                </a:cubicBezTo>
                <a:close/>
                <a:moveTo>
                  <a:pt x="598" y="300"/>
                </a:moveTo>
                <a:cubicBezTo>
                  <a:pt x="598" y="311"/>
                  <a:pt x="598" y="311"/>
                  <a:pt x="598" y="311"/>
                </a:cubicBezTo>
                <a:cubicBezTo>
                  <a:pt x="596" y="315"/>
                  <a:pt x="595" y="319"/>
                  <a:pt x="597" y="326"/>
                </a:cubicBezTo>
                <a:cubicBezTo>
                  <a:pt x="598" y="326"/>
                  <a:pt x="598" y="326"/>
                  <a:pt x="598" y="326"/>
                </a:cubicBezTo>
                <a:cubicBezTo>
                  <a:pt x="598" y="342"/>
                  <a:pt x="598" y="342"/>
                  <a:pt x="598" y="342"/>
                </a:cubicBezTo>
                <a:cubicBezTo>
                  <a:pt x="596" y="336"/>
                  <a:pt x="595" y="330"/>
                  <a:pt x="592" y="324"/>
                </a:cubicBezTo>
                <a:cubicBezTo>
                  <a:pt x="592" y="308"/>
                  <a:pt x="592" y="308"/>
                  <a:pt x="592" y="308"/>
                </a:cubicBezTo>
                <a:cubicBezTo>
                  <a:pt x="595" y="305"/>
                  <a:pt x="596" y="302"/>
                  <a:pt x="598" y="300"/>
                </a:cubicBezTo>
                <a:close/>
                <a:moveTo>
                  <a:pt x="598" y="389"/>
                </a:moveTo>
                <a:cubicBezTo>
                  <a:pt x="598" y="403"/>
                  <a:pt x="598" y="403"/>
                  <a:pt x="598" y="403"/>
                </a:cubicBezTo>
                <a:cubicBezTo>
                  <a:pt x="597" y="400"/>
                  <a:pt x="597" y="397"/>
                  <a:pt x="596" y="395"/>
                </a:cubicBezTo>
                <a:cubicBezTo>
                  <a:pt x="595" y="394"/>
                  <a:pt x="594" y="394"/>
                  <a:pt x="592" y="394"/>
                </a:cubicBezTo>
                <a:cubicBezTo>
                  <a:pt x="592" y="390"/>
                  <a:pt x="592" y="390"/>
                  <a:pt x="592" y="390"/>
                </a:cubicBezTo>
                <a:cubicBezTo>
                  <a:pt x="598" y="389"/>
                  <a:pt x="598" y="389"/>
                  <a:pt x="598" y="389"/>
                </a:cubicBezTo>
                <a:close/>
                <a:moveTo>
                  <a:pt x="598" y="410"/>
                </a:moveTo>
                <a:cubicBezTo>
                  <a:pt x="598" y="415"/>
                  <a:pt x="598" y="415"/>
                  <a:pt x="598" y="415"/>
                </a:cubicBezTo>
                <a:cubicBezTo>
                  <a:pt x="592" y="415"/>
                  <a:pt x="592" y="415"/>
                  <a:pt x="592" y="415"/>
                </a:cubicBezTo>
                <a:cubicBezTo>
                  <a:pt x="592" y="410"/>
                  <a:pt x="592" y="410"/>
                  <a:pt x="592" y="410"/>
                </a:cubicBezTo>
                <a:cubicBezTo>
                  <a:pt x="592" y="410"/>
                  <a:pt x="592" y="411"/>
                  <a:pt x="593" y="411"/>
                </a:cubicBezTo>
                <a:cubicBezTo>
                  <a:pt x="594" y="411"/>
                  <a:pt x="596" y="410"/>
                  <a:pt x="598" y="410"/>
                </a:cubicBezTo>
                <a:close/>
                <a:moveTo>
                  <a:pt x="598" y="462"/>
                </a:moveTo>
                <a:cubicBezTo>
                  <a:pt x="598" y="482"/>
                  <a:pt x="598" y="482"/>
                  <a:pt x="598" y="482"/>
                </a:cubicBezTo>
                <a:cubicBezTo>
                  <a:pt x="596" y="484"/>
                  <a:pt x="594" y="487"/>
                  <a:pt x="593" y="491"/>
                </a:cubicBezTo>
                <a:cubicBezTo>
                  <a:pt x="594" y="491"/>
                  <a:pt x="596" y="491"/>
                  <a:pt x="598" y="491"/>
                </a:cubicBezTo>
                <a:cubicBezTo>
                  <a:pt x="598" y="497"/>
                  <a:pt x="598" y="497"/>
                  <a:pt x="598" y="497"/>
                </a:cubicBezTo>
                <a:cubicBezTo>
                  <a:pt x="596" y="497"/>
                  <a:pt x="594" y="497"/>
                  <a:pt x="592" y="498"/>
                </a:cubicBezTo>
                <a:cubicBezTo>
                  <a:pt x="592" y="479"/>
                  <a:pt x="592" y="479"/>
                  <a:pt x="592" y="479"/>
                </a:cubicBezTo>
                <a:cubicBezTo>
                  <a:pt x="594" y="474"/>
                  <a:pt x="596" y="469"/>
                  <a:pt x="597" y="464"/>
                </a:cubicBezTo>
                <a:cubicBezTo>
                  <a:pt x="597" y="463"/>
                  <a:pt x="597" y="463"/>
                  <a:pt x="598" y="462"/>
                </a:cubicBezTo>
                <a:close/>
                <a:moveTo>
                  <a:pt x="598" y="507"/>
                </a:moveTo>
                <a:cubicBezTo>
                  <a:pt x="598" y="514"/>
                  <a:pt x="598" y="514"/>
                  <a:pt x="598" y="514"/>
                </a:cubicBezTo>
                <a:cubicBezTo>
                  <a:pt x="596" y="514"/>
                  <a:pt x="594" y="514"/>
                  <a:pt x="592" y="514"/>
                </a:cubicBezTo>
                <a:cubicBezTo>
                  <a:pt x="592" y="507"/>
                  <a:pt x="592" y="507"/>
                  <a:pt x="592" y="507"/>
                </a:cubicBezTo>
                <a:cubicBezTo>
                  <a:pt x="594" y="507"/>
                  <a:pt x="596" y="507"/>
                  <a:pt x="598" y="507"/>
                </a:cubicBezTo>
                <a:close/>
                <a:moveTo>
                  <a:pt x="598" y="518"/>
                </a:moveTo>
                <a:cubicBezTo>
                  <a:pt x="598" y="530"/>
                  <a:pt x="598" y="530"/>
                  <a:pt x="598" y="530"/>
                </a:cubicBezTo>
                <a:cubicBezTo>
                  <a:pt x="596" y="533"/>
                  <a:pt x="594" y="535"/>
                  <a:pt x="592" y="538"/>
                </a:cubicBezTo>
                <a:cubicBezTo>
                  <a:pt x="592" y="523"/>
                  <a:pt x="592" y="523"/>
                  <a:pt x="592" y="523"/>
                </a:cubicBezTo>
                <a:cubicBezTo>
                  <a:pt x="594" y="522"/>
                  <a:pt x="596" y="521"/>
                  <a:pt x="598" y="518"/>
                </a:cubicBezTo>
                <a:close/>
                <a:moveTo>
                  <a:pt x="598" y="584"/>
                </a:moveTo>
                <a:cubicBezTo>
                  <a:pt x="598" y="599"/>
                  <a:pt x="598" y="599"/>
                  <a:pt x="598" y="599"/>
                </a:cubicBezTo>
                <a:cubicBezTo>
                  <a:pt x="596" y="598"/>
                  <a:pt x="594" y="596"/>
                  <a:pt x="592" y="595"/>
                </a:cubicBezTo>
                <a:cubicBezTo>
                  <a:pt x="592" y="591"/>
                  <a:pt x="592" y="591"/>
                  <a:pt x="592" y="591"/>
                </a:cubicBezTo>
                <a:cubicBezTo>
                  <a:pt x="594" y="588"/>
                  <a:pt x="596" y="586"/>
                  <a:pt x="598" y="584"/>
                </a:cubicBezTo>
                <a:close/>
                <a:moveTo>
                  <a:pt x="598" y="610"/>
                </a:moveTo>
                <a:cubicBezTo>
                  <a:pt x="598" y="641"/>
                  <a:pt x="598" y="641"/>
                  <a:pt x="598" y="641"/>
                </a:cubicBezTo>
                <a:cubicBezTo>
                  <a:pt x="596" y="643"/>
                  <a:pt x="594" y="643"/>
                  <a:pt x="592" y="644"/>
                </a:cubicBezTo>
                <a:cubicBezTo>
                  <a:pt x="592" y="634"/>
                  <a:pt x="592" y="634"/>
                  <a:pt x="592" y="634"/>
                </a:cubicBezTo>
                <a:cubicBezTo>
                  <a:pt x="597" y="631"/>
                  <a:pt x="596" y="626"/>
                  <a:pt x="592" y="621"/>
                </a:cubicBezTo>
                <a:cubicBezTo>
                  <a:pt x="592" y="603"/>
                  <a:pt x="592" y="603"/>
                  <a:pt x="592" y="603"/>
                </a:cubicBezTo>
                <a:cubicBezTo>
                  <a:pt x="594" y="605"/>
                  <a:pt x="596" y="608"/>
                  <a:pt x="598" y="610"/>
                </a:cubicBezTo>
                <a:close/>
                <a:moveTo>
                  <a:pt x="598" y="688"/>
                </a:moveTo>
                <a:cubicBezTo>
                  <a:pt x="598" y="700"/>
                  <a:pt x="598" y="700"/>
                  <a:pt x="598" y="700"/>
                </a:cubicBezTo>
                <a:cubicBezTo>
                  <a:pt x="596" y="700"/>
                  <a:pt x="594" y="700"/>
                  <a:pt x="592" y="700"/>
                </a:cubicBezTo>
                <a:cubicBezTo>
                  <a:pt x="592" y="691"/>
                  <a:pt x="592" y="691"/>
                  <a:pt x="592" y="691"/>
                </a:cubicBezTo>
                <a:cubicBezTo>
                  <a:pt x="593" y="691"/>
                  <a:pt x="593" y="691"/>
                  <a:pt x="594" y="690"/>
                </a:cubicBezTo>
                <a:cubicBezTo>
                  <a:pt x="595" y="690"/>
                  <a:pt x="596" y="688"/>
                  <a:pt x="598" y="688"/>
                </a:cubicBezTo>
                <a:close/>
                <a:moveTo>
                  <a:pt x="598" y="719"/>
                </a:moveTo>
                <a:cubicBezTo>
                  <a:pt x="598" y="728"/>
                  <a:pt x="598" y="728"/>
                  <a:pt x="598" y="728"/>
                </a:cubicBezTo>
                <a:cubicBezTo>
                  <a:pt x="595" y="728"/>
                  <a:pt x="594" y="727"/>
                  <a:pt x="592" y="726"/>
                </a:cubicBezTo>
                <a:cubicBezTo>
                  <a:pt x="592" y="715"/>
                  <a:pt x="592" y="715"/>
                  <a:pt x="592" y="715"/>
                </a:cubicBezTo>
                <a:cubicBezTo>
                  <a:pt x="594" y="717"/>
                  <a:pt x="596" y="717"/>
                  <a:pt x="598" y="719"/>
                </a:cubicBezTo>
                <a:close/>
                <a:moveTo>
                  <a:pt x="592" y="147"/>
                </a:moveTo>
                <a:cubicBezTo>
                  <a:pt x="592" y="134"/>
                  <a:pt x="592" y="134"/>
                  <a:pt x="592" y="134"/>
                </a:cubicBezTo>
                <a:cubicBezTo>
                  <a:pt x="594" y="135"/>
                  <a:pt x="595" y="136"/>
                  <a:pt x="596" y="137"/>
                </a:cubicBezTo>
                <a:cubicBezTo>
                  <a:pt x="596" y="139"/>
                  <a:pt x="596" y="141"/>
                  <a:pt x="597" y="144"/>
                </a:cubicBezTo>
                <a:cubicBezTo>
                  <a:pt x="595" y="146"/>
                  <a:pt x="594" y="146"/>
                  <a:pt x="592" y="147"/>
                </a:cubicBezTo>
                <a:close/>
                <a:moveTo>
                  <a:pt x="589" y="50"/>
                </a:moveTo>
                <a:cubicBezTo>
                  <a:pt x="590" y="51"/>
                  <a:pt x="591" y="51"/>
                  <a:pt x="592" y="52"/>
                </a:cubicBezTo>
                <a:cubicBezTo>
                  <a:pt x="592" y="61"/>
                  <a:pt x="592" y="61"/>
                  <a:pt x="592" y="61"/>
                </a:cubicBezTo>
                <a:cubicBezTo>
                  <a:pt x="591" y="60"/>
                  <a:pt x="590" y="60"/>
                  <a:pt x="589" y="59"/>
                </a:cubicBezTo>
                <a:cubicBezTo>
                  <a:pt x="589" y="50"/>
                  <a:pt x="589" y="50"/>
                  <a:pt x="589" y="50"/>
                </a:cubicBezTo>
                <a:close/>
                <a:moveTo>
                  <a:pt x="592" y="743"/>
                </a:moveTo>
                <a:cubicBezTo>
                  <a:pt x="591" y="744"/>
                  <a:pt x="590" y="744"/>
                  <a:pt x="589" y="745"/>
                </a:cubicBezTo>
                <a:cubicBezTo>
                  <a:pt x="589" y="736"/>
                  <a:pt x="589" y="736"/>
                  <a:pt x="589" y="736"/>
                </a:cubicBezTo>
                <a:cubicBezTo>
                  <a:pt x="590" y="735"/>
                  <a:pt x="591" y="735"/>
                  <a:pt x="592" y="734"/>
                </a:cubicBezTo>
                <a:cubicBezTo>
                  <a:pt x="592" y="743"/>
                  <a:pt x="592" y="743"/>
                  <a:pt x="592" y="743"/>
                </a:cubicBezTo>
                <a:close/>
                <a:moveTo>
                  <a:pt x="592" y="97"/>
                </a:moveTo>
                <a:cubicBezTo>
                  <a:pt x="592" y="105"/>
                  <a:pt x="592" y="105"/>
                  <a:pt x="592" y="105"/>
                </a:cubicBezTo>
                <a:cubicBezTo>
                  <a:pt x="591" y="105"/>
                  <a:pt x="590" y="104"/>
                  <a:pt x="589" y="104"/>
                </a:cubicBezTo>
                <a:cubicBezTo>
                  <a:pt x="589" y="94"/>
                  <a:pt x="589" y="94"/>
                  <a:pt x="589" y="94"/>
                </a:cubicBezTo>
                <a:cubicBezTo>
                  <a:pt x="590" y="95"/>
                  <a:pt x="591" y="96"/>
                  <a:pt x="592" y="97"/>
                </a:cubicBezTo>
                <a:close/>
                <a:moveTo>
                  <a:pt x="592" y="134"/>
                </a:moveTo>
                <a:cubicBezTo>
                  <a:pt x="592" y="147"/>
                  <a:pt x="592" y="147"/>
                  <a:pt x="592" y="147"/>
                </a:cubicBezTo>
                <a:cubicBezTo>
                  <a:pt x="591" y="147"/>
                  <a:pt x="590" y="147"/>
                  <a:pt x="589" y="147"/>
                </a:cubicBezTo>
                <a:cubicBezTo>
                  <a:pt x="589" y="133"/>
                  <a:pt x="589" y="133"/>
                  <a:pt x="589" y="133"/>
                </a:cubicBezTo>
                <a:cubicBezTo>
                  <a:pt x="590" y="133"/>
                  <a:pt x="591" y="134"/>
                  <a:pt x="592" y="134"/>
                </a:cubicBezTo>
                <a:close/>
                <a:moveTo>
                  <a:pt x="592" y="167"/>
                </a:moveTo>
                <a:cubicBezTo>
                  <a:pt x="592" y="181"/>
                  <a:pt x="592" y="181"/>
                  <a:pt x="592" y="181"/>
                </a:cubicBezTo>
                <a:cubicBezTo>
                  <a:pt x="591" y="180"/>
                  <a:pt x="590" y="179"/>
                  <a:pt x="589" y="178"/>
                </a:cubicBezTo>
                <a:cubicBezTo>
                  <a:pt x="589" y="166"/>
                  <a:pt x="589" y="166"/>
                  <a:pt x="589" y="166"/>
                </a:cubicBezTo>
                <a:cubicBezTo>
                  <a:pt x="590" y="166"/>
                  <a:pt x="591" y="166"/>
                  <a:pt x="592" y="167"/>
                </a:cubicBezTo>
                <a:close/>
                <a:moveTo>
                  <a:pt x="592" y="183"/>
                </a:moveTo>
                <a:cubicBezTo>
                  <a:pt x="592" y="196"/>
                  <a:pt x="592" y="196"/>
                  <a:pt x="592" y="196"/>
                </a:cubicBezTo>
                <a:cubicBezTo>
                  <a:pt x="591" y="196"/>
                  <a:pt x="590" y="196"/>
                  <a:pt x="589" y="196"/>
                </a:cubicBezTo>
                <a:cubicBezTo>
                  <a:pt x="589" y="185"/>
                  <a:pt x="589" y="185"/>
                  <a:pt x="589" y="185"/>
                </a:cubicBezTo>
                <a:cubicBezTo>
                  <a:pt x="590" y="184"/>
                  <a:pt x="591" y="184"/>
                  <a:pt x="592" y="183"/>
                </a:cubicBezTo>
                <a:close/>
                <a:moveTo>
                  <a:pt x="592" y="200"/>
                </a:moveTo>
                <a:cubicBezTo>
                  <a:pt x="592" y="215"/>
                  <a:pt x="592" y="215"/>
                  <a:pt x="592" y="215"/>
                </a:cubicBezTo>
                <a:cubicBezTo>
                  <a:pt x="589" y="211"/>
                  <a:pt x="589" y="211"/>
                  <a:pt x="589" y="211"/>
                </a:cubicBezTo>
                <a:cubicBezTo>
                  <a:pt x="589" y="201"/>
                  <a:pt x="589" y="201"/>
                  <a:pt x="589" y="201"/>
                </a:cubicBezTo>
                <a:cubicBezTo>
                  <a:pt x="591" y="200"/>
                  <a:pt x="592" y="200"/>
                  <a:pt x="592" y="200"/>
                </a:cubicBezTo>
                <a:close/>
                <a:moveTo>
                  <a:pt x="592" y="266"/>
                </a:moveTo>
                <a:cubicBezTo>
                  <a:pt x="592" y="288"/>
                  <a:pt x="592" y="288"/>
                  <a:pt x="592" y="288"/>
                </a:cubicBezTo>
                <a:cubicBezTo>
                  <a:pt x="591" y="290"/>
                  <a:pt x="590" y="292"/>
                  <a:pt x="589" y="294"/>
                </a:cubicBezTo>
                <a:cubicBezTo>
                  <a:pt x="589" y="278"/>
                  <a:pt x="589" y="278"/>
                  <a:pt x="589" y="278"/>
                </a:cubicBezTo>
                <a:cubicBezTo>
                  <a:pt x="590" y="275"/>
                  <a:pt x="590" y="273"/>
                  <a:pt x="589" y="270"/>
                </a:cubicBezTo>
                <a:cubicBezTo>
                  <a:pt x="589" y="262"/>
                  <a:pt x="589" y="262"/>
                  <a:pt x="589" y="262"/>
                </a:cubicBezTo>
                <a:cubicBezTo>
                  <a:pt x="590" y="264"/>
                  <a:pt x="591" y="265"/>
                  <a:pt x="592" y="266"/>
                </a:cubicBezTo>
                <a:close/>
                <a:moveTo>
                  <a:pt x="592" y="308"/>
                </a:moveTo>
                <a:cubicBezTo>
                  <a:pt x="592" y="324"/>
                  <a:pt x="592" y="324"/>
                  <a:pt x="592" y="324"/>
                </a:cubicBezTo>
                <a:cubicBezTo>
                  <a:pt x="591" y="321"/>
                  <a:pt x="590" y="318"/>
                  <a:pt x="589" y="316"/>
                </a:cubicBezTo>
                <a:cubicBezTo>
                  <a:pt x="589" y="307"/>
                  <a:pt x="589" y="307"/>
                  <a:pt x="589" y="307"/>
                </a:cubicBezTo>
                <a:cubicBezTo>
                  <a:pt x="590" y="308"/>
                  <a:pt x="590" y="309"/>
                  <a:pt x="590" y="310"/>
                </a:cubicBezTo>
                <a:cubicBezTo>
                  <a:pt x="592" y="308"/>
                  <a:pt x="592" y="308"/>
                  <a:pt x="592" y="308"/>
                </a:cubicBezTo>
                <a:close/>
                <a:moveTo>
                  <a:pt x="592" y="390"/>
                </a:moveTo>
                <a:cubicBezTo>
                  <a:pt x="592" y="394"/>
                  <a:pt x="592" y="394"/>
                  <a:pt x="592" y="394"/>
                </a:cubicBezTo>
                <a:cubicBezTo>
                  <a:pt x="591" y="394"/>
                  <a:pt x="590" y="394"/>
                  <a:pt x="589" y="394"/>
                </a:cubicBezTo>
                <a:cubicBezTo>
                  <a:pt x="589" y="390"/>
                  <a:pt x="589" y="390"/>
                  <a:pt x="589" y="390"/>
                </a:cubicBezTo>
                <a:cubicBezTo>
                  <a:pt x="592" y="390"/>
                  <a:pt x="592" y="390"/>
                  <a:pt x="592" y="390"/>
                </a:cubicBezTo>
                <a:close/>
                <a:moveTo>
                  <a:pt x="592" y="410"/>
                </a:moveTo>
                <a:cubicBezTo>
                  <a:pt x="592" y="415"/>
                  <a:pt x="592" y="415"/>
                  <a:pt x="592" y="415"/>
                </a:cubicBezTo>
                <a:cubicBezTo>
                  <a:pt x="589" y="415"/>
                  <a:pt x="589" y="415"/>
                  <a:pt x="589" y="415"/>
                </a:cubicBezTo>
                <a:cubicBezTo>
                  <a:pt x="589" y="402"/>
                  <a:pt x="589" y="402"/>
                  <a:pt x="589" y="402"/>
                </a:cubicBezTo>
                <a:cubicBezTo>
                  <a:pt x="591" y="408"/>
                  <a:pt x="591" y="409"/>
                  <a:pt x="592" y="410"/>
                </a:cubicBezTo>
                <a:close/>
                <a:moveTo>
                  <a:pt x="592" y="479"/>
                </a:moveTo>
                <a:cubicBezTo>
                  <a:pt x="592" y="498"/>
                  <a:pt x="592" y="498"/>
                  <a:pt x="592" y="498"/>
                </a:cubicBezTo>
                <a:cubicBezTo>
                  <a:pt x="591" y="499"/>
                  <a:pt x="590" y="499"/>
                  <a:pt x="589" y="500"/>
                </a:cubicBezTo>
                <a:cubicBezTo>
                  <a:pt x="589" y="487"/>
                  <a:pt x="589" y="487"/>
                  <a:pt x="589" y="487"/>
                </a:cubicBezTo>
                <a:cubicBezTo>
                  <a:pt x="590" y="484"/>
                  <a:pt x="591" y="482"/>
                  <a:pt x="592" y="479"/>
                </a:cubicBezTo>
                <a:close/>
                <a:moveTo>
                  <a:pt x="592" y="507"/>
                </a:moveTo>
                <a:cubicBezTo>
                  <a:pt x="592" y="514"/>
                  <a:pt x="592" y="514"/>
                  <a:pt x="592" y="514"/>
                </a:cubicBezTo>
                <a:cubicBezTo>
                  <a:pt x="591" y="514"/>
                  <a:pt x="590" y="514"/>
                  <a:pt x="589" y="514"/>
                </a:cubicBezTo>
                <a:cubicBezTo>
                  <a:pt x="589" y="508"/>
                  <a:pt x="589" y="508"/>
                  <a:pt x="589" y="508"/>
                </a:cubicBezTo>
                <a:cubicBezTo>
                  <a:pt x="590" y="508"/>
                  <a:pt x="591" y="508"/>
                  <a:pt x="592" y="507"/>
                </a:cubicBezTo>
                <a:close/>
                <a:moveTo>
                  <a:pt x="592" y="523"/>
                </a:moveTo>
                <a:cubicBezTo>
                  <a:pt x="592" y="538"/>
                  <a:pt x="592" y="538"/>
                  <a:pt x="592" y="538"/>
                </a:cubicBezTo>
                <a:cubicBezTo>
                  <a:pt x="591" y="540"/>
                  <a:pt x="590" y="541"/>
                  <a:pt x="589" y="542"/>
                </a:cubicBezTo>
                <a:cubicBezTo>
                  <a:pt x="589" y="531"/>
                  <a:pt x="589" y="531"/>
                  <a:pt x="589" y="531"/>
                </a:cubicBezTo>
                <a:cubicBezTo>
                  <a:pt x="589" y="524"/>
                  <a:pt x="589" y="524"/>
                  <a:pt x="589" y="524"/>
                </a:cubicBezTo>
                <a:cubicBezTo>
                  <a:pt x="590" y="524"/>
                  <a:pt x="591" y="524"/>
                  <a:pt x="592" y="523"/>
                </a:cubicBezTo>
                <a:close/>
                <a:moveTo>
                  <a:pt x="592" y="591"/>
                </a:moveTo>
                <a:cubicBezTo>
                  <a:pt x="592" y="595"/>
                  <a:pt x="592" y="595"/>
                  <a:pt x="592" y="595"/>
                </a:cubicBezTo>
                <a:cubicBezTo>
                  <a:pt x="590" y="593"/>
                  <a:pt x="590" y="593"/>
                  <a:pt x="590" y="593"/>
                </a:cubicBezTo>
                <a:cubicBezTo>
                  <a:pt x="592" y="591"/>
                  <a:pt x="592" y="591"/>
                  <a:pt x="592" y="591"/>
                </a:cubicBezTo>
                <a:close/>
                <a:moveTo>
                  <a:pt x="592" y="603"/>
                </a:moveTo>
                <a:cubicBezTo>
                  <a:pt x="592" y="621"/>
                  <a:pt x="592" y="621"/>
                  <a:pt x="592" y="621"/>
                </a:cubicBezTo>
                <a:cubicBezTo>
                  <a:pt x="591" y="619"/>
                  <a:pt x="590" y="618"/>
                  <a:pt x="589" y="617"/>
                </a:cubicBezTo>
                <a:cubicBezTo>
                  <a:pt x="589" y="600"/>
                  <a:pt x="589" y="600"/>
                  <a:pt x="589" y="600"/>
                </a:cubicBezTo>
                <a:cubicBezTo>
                  <a:pt x="590" y="601"/>
                  <a:pt x="591" y="602"/>
                  <a:pt x="592" y="603"/>
                </a:cubicBezTo>
                <a:close/>
                <a:moveTo>
                  <a:pt x="592" y="634"/>
                </a:moveTo>
                <a:cubicBezTo>
                  <a:pt x="592" y="644"/>
                  <a:pt x="592" y="644"/>
                  <a:pt x="592" y="644"/>
                </a:cubicBezTo>
                <a:cubicBezTo>
                  <a:pt x="591" y="645"/>
                  <a:pt x="590" y="645"/>
                  <a:pt x="589" y="645"/>
                </a:cubicBezTo>
                <a:cubicBezTo>
                  <a:pt x="589" y="635"/>
                  <a:pt x="589" y="635"/>
                  <a:pt x="589" y="635"/>
                </a:cubicBezTo>
                <a:cubicBezTo>
                  <a:pt x="590" y="635"/>
                  <a:pt x="591" y="635"/>
                  <a:pt x="592" y="634"/>
                </a:cubicBezTo>
                <a:close/>
                <a:moveTo>
                  <a:pt x="592" y="691"/>
                </a:moveTo>
                <a:cubicBezTo>
                  <a:pt x="592" y="700"/>
                  <a:pt x="592" y="700"/>
                  <a:pt x="592" y="700"/>
                </a:cubicBezTo>
                <a:cubicBezTo>
                  <a:pt x="591" y="701"/>
                  <a:pt x="590" y="701"/>
                  <a:pt x="589" y="701"/>
                </a:cubicBezTo>
                <a:cubicBezTo>
                  <a:pt x="589" y="692"/>
                  <a:pt x="589" y="692"/>
                  <a:pt x="589" y="692"/>
                </a:cubicBezTo>
                <a:cubicBezTo>
                  <a:pt x="590" y="692"/>
                  <a:pt x="591" y="692"/>
                  <a:pt x="592" y="691"/>
                </a:cubicBezTo>
                <a:close/>
                <a:moveTo>
                  <a:pt x="592" y="715"/>
                </a:moveTo>
                <a:cubicBezTo>
                  <a:pt x="592" y="726"/>
                  <a:pt x="592" y="726"/>
                  <a:pt x="592" y="726"/>
                </a:cubicBezTo>
                <a:cubicBezTo>
                  <a:pt x="591" y="725"/>
                  <a:pt x="590" y="725"/>
                  <a:pt x="589" y="724"/>
                </a:cubicBezTo>
                <a:cubicBezTo>
                  <a:pt x="589" y="714"/>
                  <a:pt x="589" y="714"/>
                  <a:pt x="589" y="714"/>
                </a:cubicBezTo>
                <a:lnTo>
                  <a:pt x="592" y="715"/>
                </a:lnTo>
                <a:close/>
                <a:moveTo>
                  <a:pt x="585" y="48"/>
                </a:moveTo>
                <a:cubicBezTo>
                  <a:pt x="586" y="49"/>
                  <a:pt x="588" y="50"/>
                  <a:pt x="589" y="50"/>
                </a:cubicBezTo>
                <a:cubicBezTo>
                  <a:pt x="589" y="59"/>
                  <a:pt x="589" y="59"/>
                  <a:pt x="589" y="59"/>
                </a:cubicBezTo>
                <a:cubicBezTo>
                  <a:pt x="588" y="59"/>
                  <a:pt x="586" y="58"/>
                  <a:pt x="585" y="57"/>
                </a:cubicBezTo>
                <a:cubicBezTo>
                  <a:pt x="585" y="48"/>
                  <a:pt x="585" y="48"/>
                  <a:pt x="585" y="48"/>
                </a:cubicBezTo>
                <a:close/>
                <a:moveTo>
                  <a:pt x="589" y="745"/>
                </a:moveTo>
                <a:cubicBezTo>
                  <a:pt x="588" y="746"/>
                  <a:pt x="586" y="747"/>
                  <a:pt x="585" y="747"/>
                </a:cubicBezTo>
                <a:cubicBezTo>
                  <a:pt x="585" y="737"/>
                  <a:pt x="585" y="737"/>
                  <a:pt x="585" y="737"/>
                </a:cubicBezTo>
                <a:cubicBezTo>
                  <a:pt x="586" y="737"/>
                  <a:pt x="588" y="736"/>
                  <a:pt x="589" y="736"/>
                </a:cubicBezTo>
                <a:cubicBezTo>
                  <a:pt x="589" y="745"/>
                  <a:pt x="589" y="745"/>
                  <a:pt x="589" y="745"/>
                </a:cubicBezTo>
                <a:close/>
                <a:moveTo>
                  <a:pt x="589" y="94"/>
                </a:moveTo>
                <a:cubicBezTo>
                  <a:pt x="589" y="104"/>
                  <a:pt x="589" y="104"/>
                  <a:pt x="589" y="104"/>
                </a:cubicBezTo>
                <a:cubicBezTo>
                  <a:pt x="588" y="103"/>
                  <a:pt x="586" y="102"/>
                  <a:pt x="585" y="100"/>
                </a:cubicBezTo>
                <a:cubicBezTo>
                  <a:pt x="585" y="82"/>
                  <a:pt x="585" y="82"/>
                  <a:pt x="585" y="82"/>
                </a:cubicBezTo>
                <a:cubicBezTo>
                  <a:pt x="585" y="87"/>
                  <a:pt x="585" y="87"/>
                  <a:pt x="585" y="87"/>
                </a:cubicBezTo>
                <a:cubicBezTo>
                  <a:pt x="586" y="91"/>
                  <a:pt x="588" y="93"/>
                  <a:pt x="589" y="94"/>
                </a:cubicBezTo>
                <a:close/>
                <a:moveTo>
                  <a:pt x="589" y="133"/>
                </a:moveTo>
                <a:cubicBezTo>
                  <a:pt x="589" y="147"/>
                  <a:pt x="589" y="147"/>
                  <a:pt x="589" y="147"/>
                </a:cubicBezTo>
                <a:cubicBezTo>
                  <a:pt x="588" y="147"/>
                  <a:pt x="588" y="147"/>
                  <a:pt x="587" y="148"/>
                </a:cubicBezTo>
                <a:cubicBezTo>
                  <a:pt x="586" y="147"/>
                  <a:pt x="585" y="146"/>
                  <a:pt x="585" y="146"/>
                </a:cubicBezTo>
                <a:cubicBezTo>
                  <a:pt x="585" y="131"/>
                  <a:pt x="585" y="131"/>
                  <a:pt x="585" y="131"/>
                </a:cubicBezTo>
                <a:cubicBezTo>
                  <a:pt x="586" y="131"/>
                  <a:pt x="588" y="132"/>
                  <a:pt x="589" y="133"/>
                </a:cubicBezTo>
                <a:close/>
                <a:moveTo>
                  <a:pt x="589" y="166"/>
                </a:moveTo>
                <a:cubicBezTo>
                  <a:pt x="589" y="178"/>
                  <a:pt x="589" y="178"/>
                  <a:pt x="589" y="178"/>
                </a:cubicBezTo>
                <a:cubicBezTo>
                  <a:pt x="586" y="176"/>
                  <a:pt x="585" y="175"/>
                  <a:pt x="585" y="167"/>
                </a:cubicBezTo>
                <a:cubicBezTo>
                  <a:pt x="586" y="166"/>
                  <a:pt x="588" y="166"/>
                  <a:pt x="589" y="166"/>
                </a:cubicBezTo>
                <a:close/>
                <a:moveTo>
                  <a:pt x="589" y="185"/>
                </a:moveTo>
                <a:cubicBezTo>
                  <a:pt x="589" y="196"/>
                  <a:pt x="589" y="196"/>
                  <a:pt x="589" y="196"/>
                </a:cubicBezTo>
                <a:cubicBezTo>
                  <a:pt x="589" y="197"/>
                  <a:pt x="589" y="199"/>
                  <a:pt x="589" y="201"/>
                </a:cubicBezTo>
                <a:cubicBezTo>
                  <a:pt x="589" y="211"/>
                  <a:pt x="589" y="211"/>
                  <a:pt x="589" y="211"/>
                </a:cubicBezTo>
                <a:cubicBezTo>
                  <a:pt x="588" y="210"/>
                  <a:pt x="587" y="209"/>
                  <a:pt x="586" y="207"/>
                </a:cubicBezTo>
                <a:cubicBezTo>
                  <a:pt x="586" y="207"/>
                  <a:pt x="585" y="207"/>
                  <a:pt x="585" y="207"/>
                </a:cubicBezTo>
                <a:cubicBezTo>
                  <a:pt x="585" y="186"/>
                  <a:pt x="585" y="186"/>
                  <a:pt x="585" y="186"/>
                </a:cubicBezTo>
                <a:cubicBezTo>
                  <a:pt x="586" y="186"/>
                  <a:pt x="588" y="186"/>
                  <a:pt x="589" y="185"/>
                </a:cubicBezTo>
                <a:close/>
                <a:moveTo>
                  <a:pt x="589" y="262"/>
                </a:moveTo>
                <a:cubicBezTo>
                  <a:pt x="589" y="270"/>
                  <a:pt x="589" y="270"/>
                  <a:pt x="589" y="270"/>
                </a:cubicBezTo>
                <a:cubicBezTo>
                  <a:pt x="588" y="268"/>
                  <a:pt x="587" y="267"/>
                  <a:pt x="585" y="266"/>
                </a:cubicBezTo>
                <a:cubicBezTo>
                  <a:pt x="585" y="256"/>
                  <a:pt x="585" y="256"/>
                  <a:pt x="585" y="256"/>
                </a:cubicBezTo>
                <a:cubicBezTo>
                  <a:pt x="586" y="258"/>
                  <a:pt x="588" y="260"/>
                  <a:pt x="589" y="262"/>
                </a:cubicBezTo>
                <a:close/>
                <a:moveTo>
                  <a:pt x="589" y="278"/>
                </a:moveTo>
                <a:cubicBezTo>
                  <a:pt x="589" y="294"/>
                  <a:pt x="589" y="294"/>
                  <a:pt x="589" y="294"/>
                </a:cubicBezTo>
                <a:cubicBezTo>
                  <a:pt x="588" y="298"/>
                  <a:pt x="587" y="301"/>
                  <a:pt x="589" y="307"/>
                </a:cubicBezTo>
                <a:cubicBezTo>
                  <a:pt x="589" y="316"/>
                  <a:pt x="589" y="316"/>
                  <a:pt x="589" y="316"/>
                </a:cubicBezTo>
                <a:cubicBezTo>
                  <a:pt x="588" y="313"/>
                  <a:pt x="586" y="309"/>
                  <a:pt x="585" y="306"/>
                </a:cubicBezTo>
                <a:cubicBezTo>
                  <a:pt x="585" y="289"/>
                  <a:pt x="585" y="289"/>
                  <a:pt x="585" y="289"/>
                </a:cubicBezTo>
                <a:cubicBezTo>
                  <a:pt x="586" y="286"/>
                  <a:pt x="588" y="282"/>
                  <a:pt x="589" y="278"/>
                </a:cubicBezTo>
                <a:close/>
                <a:moveTo>
                  <a:pt x="589" y="390"/>
                </a:moveTo>
                <a:cubicBezTo>
                  <a:pt x="589" y="394"/>
                  <a:pt x="589" y="394"/>
                  <a:pt x="589" y="394"/>
                </a:cubicBezTo>
                <a:cubicBezTo>
                  <a:pt x="587" y="394"/>
                  <a:pt x="587" y="394"/>
                  <a:pt x="587" y="394"/>
                </a:cubicBezTo>
                <a:cubicBezTo>
                  <a:pt x="588" y="398"/>
                  <a:pt x="589" y="400"/>
                  <a:pt x="589" y="402"/>
                </a:cubicBezTo>
                <a:cubicBezTo>
                  <a:pt x="589" y="415"/>
                  <a:pt x="589" y="415"/>
                  <a:pt x="589" y="415"/>
                </a:cubicBezTo>
                <a:cubicBezTo>
                  <a:pt x="585" y="415"/>
                  <a:pt x="585" y="415"/>
                  <a:pt x="585" y="415"/>
                </a:cubicBezTo>
                <a:cubicBezTo>
                  <a:pt x="585" y="411"/>
                  <a:pt x="585" y="411"/>
                  <a:pt x="585" y="411"/>
                </a:cubicBezTo>
                <a:cubicBezTo>
                  <a:pt x="587" y="411"/>
                  <a:pt x="587" y="411"/>
                  <a:pt x="587" y="411"/>
                </a:cubicBezTo>
                <a:cubicBezTo>
                  <a:pt x="586" y="406"/>
                  <a:pt x="586" y="402"/>
                  <a:pt x="585" y="399"/>
                </a:cubicBezTo>
                <a:cubicBezTo>
                  <a:pt x="585" y="390"/>
                  <a:pt x="585" y="390"/>
                  <a:pt x="585" y="390"/>
                </a:cubicBezTo>
                <a:cubicBezTo>
                  <a:pt x="589" y="390"/>
                  <a:pt x="589" y="390"/>
                  <a:pt x="589" y="390"/>
                </a:cubicBezTo>
                <a:close/>
                <a:moveTo>
                  <a:pt x="589" y="487"/>
                </a:moveTo>
                <a:cubicBezTo>
                  <a:pt x="589" y="500"/>
                  <a:pt x="589" y="500"/>
                  <a:pt x="589" y="500"/>
                </a:cubicBezTo>
                <a:cubicBezTo>
                  <a:pt x="588" y="502"/>
                  <a:pt x="586" y="504"/>
                  <a:pt x="585" y="507"/>
                </a:cubicBezTo>
                <a:cubicBezTo>
                  <a:pt x="585" y="497"/>
                  <a:pt x="585" y="497"/>
                  <a:pt x="585" y="497"/>
                </a:cubicBezTo>
                <a:cubicBezTo>
                  <a:pt x="586" y="493"/>
                  <a:pt x="588" y="490"/>
                  <a:pt x="589" y="487"/>
                </a:cubicBezTo>
                <a:close/>
                <a:moveTo>
                  <a:pt x="589" y="508"/>
                </a:moveTo>
                <a:cubicBezTo>
                  <a:pt x="589" y="514"/>
                  <a:pt x="589" y="514"/>
                  <a:pt x="589" y="514"/>
                </a:cubicBezTo>
                <a:cubicBezTo>
                  <a:pt x="588" y="514"/>
                  <a:pt x="586" y="514"/>
                  <a:pt x="585" y="514"/>
                </a:cubicBezTo>
                <a:cubicBezTo>
                  <a:pt x="585" y="508"/>
                  <a:pt x="585" y="508"/>
                  <a:pt x="585" y="508"/>
                </a:cubicBezTo>
                <a:cubicBezTo>
                  <a:pt x="586" y="508"/>
                  <a:pt x="588" y="508"/>
                  <a:pt x="589" y="508"/>
                </a:cubicBezTo>
                <a:close/>
                <a:moveTo>
                  <a:pt x="589" y="524"/>
                </a:moveTo>
                <a:cubicBezTo>
                  <a:pt x="589" y="531"/>
                  <a:pt x="589" y="531"/>
                  <a:pt x="589" y="531"/>
                </a:cubicBezTo>
                <a:cubicBezTo>
                  <a:pt x="588" y="535"/>
                  <a:pt x="586" y="536"/>
                  <a:pt x="585" y="538"/>
                </a:cubicBezTo>
                <a:cubicBezTo>
                  <a:pt x="585" y="548"/>
                  <a:pt x="585" y="548"/>
                  <a:pt x="585" y="548"/>
                </a:cubicBezTo>
                <a:cubicBezTo>
                  <a:pt x="586" y="546"/>
                  <a:pt x="588" y="544"/>
                  <a:pt x="589" y="542"/>
                </a:cubicBezTo>
                <a:cubicBezTo>
                  <a:pt x="589" y="531"/>
                  <a:pt x="589" y="531"/>
                  <a:pt x="589" y="531"/>
                </a:cubicBezTo>
                <a:cubicBezTo>
                  <a:pt x="588" y="531"/>
                  <a:pt x="586" y="531"/>
                  <a:pt x="585" y="531"/>
                </a:cubicBezTo>
                <a:cubicBezTo>
                  <a:pt x="585" y="525"/>
                  <a:pt x="585" y="525"/>
                  <a:pt x="585" y="525"/>
                </a:cubicBezTo>
                <a:cubicBezTo>
                  <a:pt x="586" y="525"/>
                  <a:pt x="588" y="525"/>
                  <a:pt x="589" y="524"/>
                </a:cubicBezTo>
                <a:close/>
                <a:moveTo>
                  <a:pt x="589" y="600"/>
                </a:moveTo>
                <a:cubicBezTo>
                  <a:pt x="589" y="617"/>
                  <a:pt x="589" y="617"/>
                  <a:pt x="589" y="617"/>
                </a:cubicBezTo>
                <a:cubicBezTo>
                  <a:pt x="588" y="615"/>
                  <a:pt x="586" y="613"/>
                  <a:pt x="585" y="612"/>
                </a:cubicBezTo>
                <a:cubicBezTo>
                  <a:pt x="585" y="598"/>
                  <a:pt x="585" y="598"/>
                  <a:pt x="585" y="598"/>
                </a:cubicBezTo>
                <a:cubicBezTo>
                  <a:pt x="585" y="598"/>
                  <a:pt x="586" y="598"/>
                  <a:pt x="587" y="598"/>
                </a:cubicBezTo>
                <a:cubicBezTo>
                  <a:pt x="588" y="599"/>
                  <a:pt x="588" y="599"/>
                  <a:pt x="589" y="600"/>
                </a:cubicBezTo>
                <a:close/>
                <a:moveTo>
                  <a:pt x="589" y="635"/>
                </a:moveTo>
                <a:cubicBezTo>
                  <a:pt x="589" y="645"/>
                  <a:pt x="589" y="645"/>
                  <a:pt x="589" y="645"/>
                </a:cubicBezTo>
                <a:cubicBezTo>
                  <a:pt x="588" y="646"/>
                  <a:pt x="587" y="646"/>
                  <a:pt x="586" y="646"/>
                </a:cubicBezTo>
                <a:cubicBezTo>
                  <a:pt x="585" y="646"/>
                  <a:pt x="585" y="646"/>
                  <a:pt x="585" y="646"/>
                </a:cubicBezTo>
                <a:cubicBezTo>
                  <a:pt x="585" y="631"/>
                  <a:pt x="585" y="631"/>
                  <a:pt x="585" y="631"/>
                </a:cubicBezTo>
                <a:cubicBezTo>
                  <a:pt x="586" y="633"/>
                  <a:pt x="588" y="634"/>
                  <a:pt x="589" y="635"/>
                </a:cubicBezTo>
                <a:close/>
                <a:moveTo>
                  <a:pt x="589" y="692"/>
                </a:moveTo>
                <a:cubicBezTo>
                  <a:pt x="589" y="701"/>
                  <a:pt x="589" y="701"/>
                  <a:pt x="589" y="701"/>
                </a:cubicBezTo>
                <a:cubicBezTo>
                  <a:pt x="588" y="702"/>
                  <a:pt x="586" y="703"/>
                  <a:pt x="585" y="703"/>
                </a:cubicBezTo>
                <a:cubicBezTo>
                  <a:pt x="585" y="695"/>
                  <a:pt x="585" y="695"/>
                  <a:pt x="585" y="695"/>
                </a:cubicBezTo>
                <a:cubicBezTo>
                  <a:pt x="586" y="694"/>
                  <a:pt x="588" y="693"/>
                  <a:pt x="589" y="692"/>
                </a:cubicBezTo>
                <a:close/>
                <a:moveTo>
                  <a:pt x="589" y="714"/>
                </a:moveTo>
                <a:cubicBezTo>
                  <a:pt x="589" y="724"/>
                  <a:pt x="589" y="724"/>
                  <a:pt x="589" y="724"/>
                </a:cubicBezTo>
                <a:cubicBezTo>
                  <a:pt x="588" y="724"/>
                  <a:pt x="586" y="723"/>
                  <a:pt x="585" y="722"/>
                </a:cubicBezTo>
                <a:cubicBezTo>
                  <a:pt x="585" y="711"/>
                  <a:pt x="585" y="711"/>
                  <a:pt x="585" y="711"/>
                </a:cubicBezTo>
                <a:cubicBezTo>
                  <a:pt x="586" y="712"/>
                  <a:pt x="588" y="713"/>
                  <a:pt x="589" y="714"/>
                </a:cubicBezTo>
                <a:close/>
                <a:moveTo>
                  <a:pt x="585" y="454"/>
                </a:moveTo>
                <a:cubicBezTo>
                  <a:pt x="585" y="442"/>
                  <a:pt x="585" y="442"/>
                  <a:pt x="585" y="442"/>
                </a:cubicBezTo>
                <a:cubicBezTo>
                  <a:pt x="586" y="446"/>
                  <a:pt x="585" y="449"/>
                  <a:pt x="585" y="454"/>
                </a:cubicBezTo>
                <a:close/>
                <a:moveTo>
                  <a:pt x="585" y="358"/>
                </a:moveTo>
                <a:cubicBezTo>
                  <a:pt x="585" y="341"/>
                  <a:pt x="585" y="341"/>
                  <a:pt x="585" y="341"/>
                </a:cubicBezTo>
                <a:cubicBezTo>
                  <a:pt x="587" y="347"/>
                  <a:pt x="588" y="350"/>
                  <a:pt x="589" y="356"/>
                </a:cubicBezTo>
                <a:cubicBezTo>
                  <a:pt x="588" y="357"/>
                  <a:pt x="586" y="357"/>
                  <a:pt x="585" y="358"/>
                </a:cubicBezTo>
                <a:close/>
                <a:moveTo>
                  <a:pt x="575" y="44"/>
                </a:moveTo>
                <a:cubicBezTo>
                  <a:pt x="578" y="45"/>
                  <a:pt x="582" y="47"/>
                  <a:pt x="585" y="48"/>
                </a:cubicBezTo>
                <a:cubicBezTo>
                  <a:pt x="585" y="57"/>
                  <a:pt x="585" y="57"/>
                  <a:pt x="585" y="57"/>
                </a:cubicBezTo>
                <a:cubicBezTo>
                  <a:pt x="583" y="57"/>
                  <a:pt x="583" y="57"/>
                  <a:pt x="583" y="57"/>
                </a:cubicBezTo>
                <a:cubicBezTo>
                  <a:pt x="585" y="82"/>
                  <a:pt x="585" y="82"/>
                  <a:pt x="585" y="82"/>
                </a:cubicBezTo>
                <a:cubicBezTo>
                  <a:pt x="585" y="100"/>
                  <a:pt x="585" y="100"/>
                  <a:pt x="585" y="100"/>
                </a:cubicBezTo>
                <a:cubicBezTo>
                  <a:pt x="583" y="99"/>
                  <a:pt x="581" y="97"/>
                  <a:pt x="579" y="94"/>
                </a:cubicBezTo>
                <a:cubicBezTo>
                  <a:pt x="575" y="93"/>
                  <a:pt x="575" y="93"/>
                  <a:pt x="575" y="93"/>
                </a:cubicBezTo>
                <a:cubicBezTo>
                  <a:pt x="575" y="44"/>
                  <a:pt x="575" y="44"/>
                  <a:pt x="575" y="44"/>
                </a:cubicBezTo>
                <a:close/>
                <a:moveTo>
                  <a:pt x="585" y="747"/>
                </a:moveTo>
                <a:cubicBezTo>
                  <a:pt x="582" y="749"/>
                  <a:pt x="578" y="751"/>
                  <a:pt x="575" y="752"/>
                </a:cubicBezTo>
                <a:cubicBezTo>
                  <a:pt x="575" y="738"/>
                  <a:pt x="575" y="738"/>
                  <a:pt x="575" y="738"/>
                </a:cubicBezTo>
                <a:cubicBezTo>
                  <a:pt x="579" y="738"/>
                  <a:pt x="582" y="738"/>
                  <a:pt x="585" y="737"/>
                </a:cubicBezTo>
                <a:cubicBezTo>
                  <a:pt x="585" y="747"/>
                  <a:pt x="585" y="747"/>
                  <a:pt x="585" y="747"/>
                </a:cubicBezTo>
                <a:close/>
                <a:moveTo>
                  <a:pt x="585" y="131"/>
                </a:moveTo>
                <a:cubicBezTo>
                  <a:pt x="585" y="146"/>
                  <a:pt x="585" y="146"/>
                  <a:pt x="585" y="146"/>
                </a:cubicBezTo>
                <a:cubicBezTo>
                  <a:pt x="582" y="144"/>
                  <a:pt x="579" y="144"/>
                  <a:pt x="575" y="143"/>
                </a:cubicBezTo>
                <a:cubicBezTo>
                  <a:pt x="575" y="131"/>
                  <a:pt x="575" y="131"/>
                  <a:pt x="575" y="131"/>
                </a:cubicBezTo>
                <a:cubicBezTo>
                  <a:pt x="579" y="130"/>
                  <a:pt x="582" y="130"/>
                  <a:pt x="585" y="131"/>
                </a:cubicBezTo>
                <a:close/>
                <a:moveTo>
                  <a:pt x="585" y="186"/>
                </a:moveTo>
                <a:cubicBezTo>
                  <a:pt x="585" y="207"/>
                  <a:pt x="585" y="207"/>
                  <a:pt x="585" y="207"/>
                </a:cubicBezTo>
                <a:cubicBezTo>
                  <a:pt x="582" y="205"/>
                  <a:pt x="578" y="204"/>
                  <a:pt x="575" y="204"/>
                </a:cubicBezTo>
                <a:cubicBezTo>
                  <a:pt x="575" y="188"/>
                  <a:pt x="575" y="188"/>
                  <a:pt x="575" y="188"/>
                </a:cubicBezTo>
                <a:cubicBezTo>
                  <a:pt x="578" y="188"/>
                  <a:pt x="582" y="188"/>
                  <a:pt x="585" y="186"/>
                </a:cubicBezTo>
                <a:close/>
                <a:moveTo>
                  <a:pt x="585" y="256"/>
                </a:moveTo>
                <a:cubicBezTo>
                  <a:pt x="585" y="266"/>
                  <a:pt x="585" y="266"/>
                  <a:pt x="585" y="266"/>
                </a:cubicBezTo>
                <a:cubicBezTo>
                  <a:pt x="584" y="265"/>
                  <a:pt x="584" y="265"/>
                  <a:pt x="583" y="265"/>
                </a:cubicBezTo>
                <a:cubicBezTo>
                  <a:pt x="581" y="278"/>
                  <a:pt x="575" y="280"/>
                  <a:pt x="581" y="292"/>
                </a:cubicBezTo>
                <a:cubicBezTo>
                  <a:pt x="582" y="292"/>
                  <a:pt x="582" y="292"/>
                  <a:pt x="583" y="292"/>
                </a:cubicBezTo>
                <a:cubicBezTo>
                  <a:pt x="584" y="291"/>
                  <a:pt x="584" y="290"/>
                  <a:pt x="585" y="289"/>
                </a:cubicBezTo>
                <a:cubicBezTo>
                  <a:pt x="585" y="306"/>
                  <a:pt x="585" y="306"/>
                  <a:pt x="585" y="306"/>
                </a:cubicBezTo>
                <a:cubicBezTo>
                  <a:pt x="582" y="300"/>
                  <a:pt x="579" y="294"/>
                  <a:pt x="575" y="289"/>
                </a:cubicBezTo>
                <a:cubicBezTo>
                  <a:pt x="575" y="271"/>
                  <a:pt x="575" y="271"/>
                  <a:pt x="575" y="271"/>
                </a:cubicBezTo>
                <a:cubicBezTo>
                  <a:pt x="578" y="264"/>
                  <a:pt x="579" y="260"/>
                  <a:pt x="575" y="253"/>
                </a:cubicBezTo>
                <a:cubicBezTo>
                  <a:pt x="575" y="245"/>
                  <a:pt x="575" y="245"/>
                  <a:pt x="575" y="245"/>
                </a:cubicBezTo>
                <a:cubicBezTo>
                  <a:pt x="578" y="248"/>
                  <a:pt x="582" y="252"/>
                  <a:pt x="585" y="256"/>
                </a:cubicBezTo>
                <a:close/>
                <a:moveTo>
                  <a:pt x="585" y="341"/>
                </a:moveTo>
                <a:cubicBezTo>
                  <a:pt x="585" y="358"/>
                  <a:pt x="585" y="358"/>
                  <a:pt x="585" y="358"/>
                </a:cubicBezTo>
                <a:cubicBezTo>
                  <a:pt x="581" y="359"/>
                  <a:pt x="578" y="359"/>
                  <a:pt x="575" y="357"/>
                </a:cubicBezTo>
                <a:cubicBezTo>
                  <a:pt x="575" y="349"/>
                  <a:pt x="575" y="349"/>
                  <a:pt x="575" y="349"/>
                </a:cubicBezTo>
                <a:cubicBezTo>
                  <a:pt x="580" y="349"/>
                  <a:pt x="580" y="349"/>
                  <a:pt x="580" y="349"/>
                </a:cubicBezTo>
                <a:cubicBezTo>
                  <a:pt x="579" y="343"/>
                  <a:pt x="579" y="337"/>
                  <a:pt x="575" y="335"/>
                </a:cubicBezTo>
                <a:cubicBezTo>
                  <a:pt x="575" y="322"/>
                  <a:pt x="575" y="322"/>
                  <a:pt x="575" y="322"/>
                </a:cubicBezTo>
                <a:cubicBezTo>
                  <a:pt x="577" y="321"/>
                  <a:pt x="577" y="321"/>
                  <a:pt x="577" y="321"/>
                </a:cubicBezTo>
                <a:cubicBezTo>
                  <a:pt x="581" y="332"/>
                  <a:pt x="583" y="337"/>
                  <a:pt x="585" y="341"/>
                </a:cubicBezTo>
                <a:close/>
                <a:moveTo>
                  <a:pt x="585" y="390"/>
                </a:moveTo>
                <a:cubicBezTo>
                  <a:pt x="585" y="399"/>
                  <a:pt x="585" y="399"/>
                  <a:pt x="585" y="399"/>
                </a:cubicBezTo>
                <a:cubicBezTo>
                  <a:pt x="584" y="396"/>
                  <a:pt x="582" y="394"/>
                  <a:pt x="575" y="393"/>
                </a:cubicBezTo>
                <a:cubicBezTo>
                  <a:pt x="575" y="390"/>
                  <a:pt x="575" y="390"/>
                  <a:pt x="575" y="390"/>
                </a:cubicBezTo>
                <a:cubicBezTo>
                  <a:pt x="585" y="390"/>
                  <a:pt x="585" y="390"/>
                  <a:pt x="585" y="390"/>
                </a:cubicBezTo>
                <a:close/>
                <a:moveTo>
                  <a:pt x="585" y="411"/>
                </a:moveTo>
                <a:cubicBezTo>
                  <a:pt x="581" y="411"/>
                  <a:pt x="581" y="411"/>
                  <a:pt x="581" y="411"/>
                </a:cubicBezTo>
                <a:cubicBezTo>
                  <a:pt x="580" y="411"/>
                  <a:pt x="579" y="410"/>
                  <a:pt x="579" y="410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415"/>
                  <a:pt x="575" y="415"/>
                  <a:pt x="575" y="415"/>
                </a:cubicBezTo>
                <a:cubicBezTo>
                  <a:pt x="585" y="415"/>
                  <a:pt x="585" y="415"/>
                  <a:pt x="585" y="415"/>
                </a:cubicBezTo>
                <a:cubicBezTo>
                  <a:pt x="585" y="411"/>
                  <a:pt x="585" y="411"/>
                  <a:pt x="585" y="411"/>
                </a:cubicBezTo>
                <a:close/>
                <a:moveTo>
                  <a:pt x="585" y="442"/>
                </a:moveTo>
                <a:cubicBezTo>
                  <a:pt x="585" y="454"/>
                  <a:pt x="585" y="454"/>
                  <a:pt x="585" y="454"/>
                </a:cubicBezTo>
                <a:cubicBezTo>
                  <a:pt x="583" y="462"/>
                  <a:pt x="579" y="472"/>
                  <a:pt x="575" y="481"/>
                </a:cubicBezTo>
                <a:cubicBezTo>
                  <a:pt x="575" y="448"/>
                  <a:pt x="575" y="448"/>
                  <a:pt x="575" y="448"/>
                </a:cubicBezTo>
                <a:cubicBezTo>
                  <a:pt x="576" y="445"/>
                  <a:pt x="576" y="442"/>
                  <a:pt x="576" y="438"/>
                </a:cubicBezTo>
                <a:cubicBezTo>
                  <a:pt x="578" y="438"/>
                  <a:pt x="580" y="438"/>
                  <a:pt x="582" y="438"/>
                </a:cubicBezTo>
                <a:cubicBezTo>
                  <a:pt x="583" y="439"/>
                  <a:pt x="584" y="440"/>
                  <a:pt x="585" y="442"/>
                </a:cubicBezTo>
                <a:close/>
                <a:moveTo>
                  <a:pt x="585" y="497"/>
                </a:moveTo>
                <a:cubicBezTo>
                  <a:pt x="585" y="507"/>
                  <a:pt x="585" y="507"/>
                  <a:pt x="585" y="507"/>
                </a:cubicBezTo>
                <a:cubicBezTo>
                  <a:pt x="584" y="508"/>
                  <a:pt x="584" y="508"/>
                  <a:pt x="584" y="508"/>
                </a:cubicBezTo>
                <a:cubicBezTo>
                  <a:pt x="585" y="508"/>
                  <a:pt x="585" y="508"/>
                  <a:pt x="585" y="508"/>
                </a:cubicBezTo>
                <a:cubicBezTo>
                  <a:pt x="585" y="514"/>
                  <a:pt x="585" y="514"/>
                  <a:pt x="585" y="514"/>
                </a:cubicBezTo>
                <a:cubicBezTo>
                  <a:pt x="581" y="515"/>
                  <a:pt x="578" y="517"/>
                  <a:pt x="575" y="521"/>
                </a:cubicBezTo>
                <a:cubicBezTo>
                  <a:pt x="575" y="513"/>
                  <a:pt x="575" y="513"/>
                  <a:pt x="575" y="513"/>
                </a:cubicBezTo>
                <a:cubicBezTo>
                  <a:pt x="579" y="508"/>
                  <a:pt x="582" y="502"/>
                  <a:pt x="585" y="497"/>
                </a:cubicBezTo>
                <a:close/>
                <a:moveTo>
                  <a:pt x="585" y="525"/>
                </a:moveTo>
                <a:cubicBezTo>
                  <a:pt x="585" y="531"/>
                  <a:pt x="585" y="531"/>
                  <a:pt x="585" y="531"/>
                </a:cubicBezTo>
                <a:cubicBezTo>
                  <a:pt x="581" y="531"/>
                  <a:pt x="578" y="530"/>
                  <a:pt x="575" y="530"/>
                </a:cubicBezTo>
                <a:cubicBezTo>
                  <a:pt x="575" y="523"/>
                  <a:pt x="575" y="523"/>
                  <a:pt x="575" y="523"/>
                </a:cubicBezTo>
                <a:cubicBezTo>
                  <a:pt x="577" y="524"/>
                  <a:pt x="580" y="525"/>
                  <a:pt x="582" y="525"/>
                </a:cubicBezTo>
                <a:cubicBezTo>
                  <a:pt x="583" y="525"/>
                  <a:pt x="584" y="525"/>
                  <a:pt x="585" y="525"/>
                </a:cubicBezTo>
                <a:close/>
                <a:moveTo>
                  <a:pt x="585" y="538"/>
                </a:moveTo>
                <a:cubicBezTo>
                  <a:pt x="585" y="548"/>
                  <a:pt x="585" y="548"/>
                  <a:pt x="585" y="548"/>
                </a:cubicBezTo>
                <a:cubicBezTo>
                  <a:pt x="582" y="552"/>
                  <a:pt x="578" y="555"/>
                  <a:pt x="575" y="558"/>
                </a:cubicBezTo>
                <a:cubicBezTo>
                  <a:pt x="575" y="551"/>
                  <a:pt x="575" y="551"/>
                  <a:pt x="575" y="551"/>
                </a:cubicBezTo>
                <a:cubicBezTo>
                  <a:pt x="576" y="550"/>
                  <a:pt x="576" y="549"/>
                  <a:pt x="577" y="548"/>
                </a:cubicBezTo>
                <a:cubicBezTo>
                  <a:pt x="577" y="548"/>
                  <a:pt x="576" y="547"/>
                  <a:pt x="576" y="547"/>
                </a:cubicBezTo>
                <a:cubicBezTo>
                  <a:pt x="575" y="547"/>
                  <a:pt x="575" y="547"/>
                  <a:pt x="575" y="547"/>
                </a:cubicBezTo>
                <a:cubicBezTo>
                  <a:pt x="575" y="542"/>
                  <a:pt x="575" y="542"/>
                  <a:pt x="575" y="542"/>
                </a:cubicBezTo>
                <a:cubicBezTo>
                  <a:pt x="579" y="540"/>
                  <a:pt x="582" y="540"/>
                  <a:pt x="585" y="538"/>
                </a:cubicBezTo>
                <a:close/>
                <a:moveTo>
                  <a:pt x="585" y="598"/>
                </a:moveTo>
                <a:cubicBezTo>
                  <a:pt x="585" y="612"/>
                  <a:pt x="585" y="612"/>
                  <a:pt x="585" y="612"/>
                </a:cubicBezTo>
                <a:cubicBezTo>
                  <a:pt x="582" y="608"/>
                  <a:pt x="579" y="605"/>
                  <a:pt x="577" y="604"/>
                </a:cubicBezTo>
                <a:cubicBezTo>
                  <a:pt x="580" y="601"/>
                  <a:pt x="582" y="599"/>
                  <a:pt x="585" y="598"/>
                </a:cubicBezTo>
                <a:close/>
                <a:moveTo>
                  <a:pt x="585" y="631"/>
                </a:moveTo>
                <a:cubicBezTo>
                  <a:pt x="585" y="646"/>
                  <a:pt x="585" y="646"/>
                  <a:pt x="585" y="646"/>
                </a:cubicBezTo>
                <a:cubicBezTo>
                  <a:pt x="581" y="643"/>
                  <a:pt x="578" y="641"/>
                  <a:pt x="575" y="638"/>
                </a:cubicBezTo>
                <a:cubicBezTo>
                  <a:pt x="575" y="621"/>
                  <a:pt x="575" y="621"/>
                  <a:pt x="575" y="621"/>
                </a:cubicBezTo>
                <a:cubicBezTo>
                  <a:pt x="578" y="624"/>
                  <a:pt x="582" y="628"/>
                  <a:pt x="585" y="631"/>
                </a:cubicBezTo>
                <a:close/>
                <a:moveTo>
                  <a:pt x="585" y="695"/>
                </a:moveTo>
                <a:cubicBezTo>
                  <a:pt x="585" y="703"/>
                  <a:pt x="585" y="703"/>
                  <a:pt x="585" y="703"/>
                </a:cubicBezTo>
                <a:cubicBezTo>
                  <a:pt x="583" y="705"/>
                  <a:pt x="581" y="706"/>
                  <a:pt x="579" y="708"/>
                </a:cubicBezTo>
                <a:cubicBezTo>
                  <a:pt x="581" y="709"/>
                  <a:pt x="583" y="710"/>
                  <a:pt x="585" y="711"/>
                </a:cubicBezTo>
                <a:cubicBezTo>
                  <a:pt x="585" y="722"/>
                  <a:pt x="585" y="722"/>
                  <a:pt x="585" y="722"/>
                </a:cubicBezTo>
                <a:cubicBezTo>
                  <a:pt x="584" y="721"/>
                  <a:pt x="583" y="721"/>
                  <a:pt x="582" y="720"/>
                </a:cubicBezTo>
                <a:cubicBezTo>
                  <a:pt x="579" y="719"/>
                  <a:pt x="577" y="718"/>
                  <a:pt x="575" y="717"/>
                </a:cubicBezTo>
                <a:cubicBezTo>
                  <a:pt x="575" y="702"/>
                  <a:pt x="575" y="702"/>
                  <a:pt x="575" y="702"/>
                </a:cubicBezTo>
                <a:cubicBezTo>
                  <a:pt x="578" y="699"/>
                  <a:pt x="581" y="697"/>
                  <a:pt x="585" y="695"/>
                </a:cubicBezTo>
                <a:close/>
                <a:moveTo>
                  <a:pt x="575" y="158"/>
                </a:moveTo>
                <a:cubicBezTo>
                  <a:pt x="575" y="147"/>
                  <a:pt x="575" y="147"/>
                  <a:pt x="575" y="147"/>
                </a:cubicBezTo>
                <a:cubicBezTo>
                  <a:pt x="578" y="148"/>
                  <a:pt x="581" y="149"/>
                  <a:pt x="584" y="150"/>
                </a:cubicBezTo>
                <a:cubicBezTo>
                  <a:pt x="585" y="153"/>
                  <a:pt x="585" y="154"/>
                  <a:pt x="584" y="157"/>
                </a:cubicBezTo>
                <a:cubicBezTo>
                  <a:pt x="582" y="157"/>
                  <a:pt x="580" y="158"/>
                  <a:pt x="579" y="158"/>
                </a:cubicBezTo>
                <a:cubicBezTo>
                  <a:pt x="579" y="161"/>
                  <a:pt x="579" y="161"/>
                  <a:pt x="577" y="161"/>
                </a:cubicBezTo>
                <a:cubicBezTo>
                  <a:pt x="577" y="159"/>
                  <a:pt x="577" y="158"/>
                  <a:pt x="576" y="158"/>
                </a:cubicBezTo>
                <a:cubicBezTo>
                  <a:pt x="576" y="158"/>
                  <a:pt x="575" y="158"/>
                  <a:pt x="575" y="158"/>
                </a:cubicBezTo>
                <a:close/>
                <a:moveTo>
                  <a:pt x="569" y="40"/>
                </a:moveTo>
                <a:cubicBezTo>
                  <a:pt x="571" y="41"/>
                  <a:pt x="573" y="42"/>
                  <a:pt x="575" y="44"/>
                </a:cubicBezTo>
                <a:cubicBezTo>
                  <a:pt x="575" y="93"/>
                  <a:pt x="575" y="93"/>
                  <a:pt x="575" y="93"/>
                </a:cubicBezTo>
                <a:cubicBezTo>
                  <a:pt x="573" y="92"/>
                  <a:pt x="571" y="91"/>
                  <a:pt x="569" y="91"/>
                </a:cubicBezTo>
                <a:cubicBezTo>
                  <a:pt x="569" y="82"/>
                  <a:pt x="569" y="82"/>
                  <a:pt x="569" y="82"/>
                </a:cubicBezTo>
                <a:cubicBezTo>
                  <a:pt x="570" y="83"/>
                  <a:pt x="571" y="84"/>
                  <a:pt x="573" y="85"/>
                </a:cubicBezTo>
                <a:cubicBezTo>
                  <a:pt x="573" y="85"/>
                  <a:pt x="574" y="85"/>
                  <a:pt x="575" y="85"/>
                </a:cubicBezTo>
                <a:cubicBezTo>
                  <a:pt x="575" y="70"/>
                  <a:pt x="576" y="57"/>
                  <a:pt x="569" y="49"/>
                </a:cubicBezTo>
                <a:cubicBezTo>
                  <a:pt x="569" y="40"/>
                  <a:pt x="569" y="40"/>
                  <a:pt x="569" y="40"/>
                </a:cubicBezTo>
                <a:close/>
                <a:moveTo>
                  <a:pt x="575" y="752"/>
                </a:moveTo>
                <a:cubicBezTo>
                  <a:pt x="573" y="753"/>
                  <a:pt x="571" y="754"/>
                  <a:pt x="569" y="756"/>
                </a:cubicBezTo>
                <a:cubicBezTo>
                  <a:pt x="569" y="746"/>
                  <a:pt x="569" y="746"/>
                  <a:pt x="569" y="746"/>
                </a:cubicBezTo>
                <a:cubicBezTo>
                  <a:pt x="569" y="746"/>
                  <a:pt x="569" y="746"/>
                  <a:pt x="569" y="745"/>
                </a:cubicBezTo>
                <a:cubicBezTo>
                  <a:pt x="569" y="745"/>
                  <a:pt x="569" y="745"/>
                  <a:pt x="569" y="745"/>
                </a:cubicBezTo>
                <a:cubicBezTo>
                  <a:pt x="569" y="734"/>
                  <a:pt x="569" y="734"/>
                  <a:pt x="569" y="734"/>
                </a:cubicBezTo>
                <a:cubicBezTo>
                  <a:pt x="574" y="738"/>
                  <a:pt x="574" y="738"/>
                  <a:pt x="574" y="738"/>
                </a:cubicBezTo>
                <a:cubicBezTo>
                  <a:pt x="575" y="738"/>
                  <a:pt x="575" y="738"/>
                  <a:pt x="575" y="738"/>
                </a:cubicBezTo>
                <a:cubicBezTo>
                  <a:pt x="575" y="752"/>
                  <a:pt x="575" y="752"/>
                  <a:pt x="575" y="752"/>
                </a:cubicBezTo>
                <a:close/>
                <a:moveTo>
                  <a:pt x="575" y="131"/>
                </a:moveTo>
                <a:cubicBezTo>
                  <a:pt x="575" y="143"/>
                  <a:pt x="575" y="143"/>
                  <a:pt x="575" y="143"/>
                </a:cubicBezTo>
                <a:cubicBezTo>
                  <a:pt x="575" y="143"/>
                  <a:pt x="575" y="143"/>
                  <a:pt x="575" y="143"/>
                </a:cubicBezTo>
                <a:cubicBezTo>
                  <a:pt x="575" y="139"/>
                  <a:pt x="575" y="135"/>
                  <a:pt x="575" y="131"/>
                </a:cubicBezTo>
                <a:cubicBezTo>
                  <a:pt x="575" y="131"/>
                  <a:pt x="575" y="131"/>
                  <a:pt x="575" y="131"/>
                </a:cubicBezTo>
                <a:close/>
                <a:moveTo>
                  <a:pt x="575" y="147"/>
                </a:moveTo>
                <a:cubicBezTo>
                  <a:pt x="575" y="158"/>
                  <a:pt x="575" y="158"/>
                  <a:pt x="575" y="158"/>
                </a:cubicBezTo>
                <a:cubicBezTo>
                  <a:pt x="572" y="158"/>
                  <a:pt x="570" y="158"/>
                  <a:pt x="569" y="158"/>
                </a:cubicBezTo>
                <a:cubicBezTo>
                  <a:pt x="569" y="145"/>
                  <a:pt x="569" y="145"/>
                  <a:pt x="569" y="145"/>
                </a:cubicBezTo>
                <a:cubicBezTo>
                  <a:pt x="571" y="146"/>
                  <a:pt x="573" y="146"/>
                  <a:pt x="575" y="147"/>
                </a:cubicBezTo>
                <a:close/>
                <a:moveTo>
                  <a:pt x="575" y="188"/>
                </a:moveTo>
                <a:cubicBezTo>
                  <a:pt x="575" y="204"/>
                  <a:pt x="575" y="204"/>
                  <a:pt x="575" y="204"/>
                </a:cubicBezTo>
                <a:cubicBezTo>
                  <a:pt x="573" y="204"/>
                  <a:pt x="571" y="203"/>
                  <a:pt x="569" y="203"/>
                </a:cubicBezTo>
                <a:cubicBezTo>
                  <a:pt x="569" y="188"/>
                  <a:pt x="569" y="188"/>
                  <a:pt x="569" y="188"/>
                </a:cubicBezTo>
                <a:cubicBezTo>
                  <a:pt x="570" y="189"/>
                  <a:pt x="570" y="189"/>
                  <a:pt x="570" y="189"/>
                </a:cubicBezTo>
                <a:cubicBezTo>
                  <a:pt x="572" y="189"/>
                  <a:pt x="573" y="189"/>
                  <a:pt x="575" y="188"/>
                </a:cubicBezTo>
                <a:close/>
                <a:moveTo>
                  <a:pt x="575" y="245"/>
                </a:moveTo>
                <a:cubicBezTo>
                  <a:pt x="575" y="253"/>
                  <a:pt x="575" y="253"/>
                  <a:pt x="575" y="253"/>
                </a:cubicBezTo>
                <a:cubicBezTo>
                  <a:pt x="574" y="252"/>
                  <a:pt x="573" y="250"/>
                  <a:pt x="572" y="249"/>
                </a:cubicBezTo>
                <a:cubicBezTo>
                  <a:pt x="571" y="253"/>
                  <a:pt x="569" y="256"/>
                  <a:pt x="569" y="259"/>
                </a:cubicBezTo>
                <a:cubicBezTo>
                  <a:pt x="569" y="238"/>
                  <a:pt x="569" y="238"/>
                  <a:pt x="569" y="238"/>
                </a:cubicBezTo>
                <a:cubicBezTo>
                  <a:pt x="571" y="240"/>
                  <a:pt x="573" y="242"/>
                  <a:pt x="575" y="245"/>
                </a:cubicBezTo>
                <a:close/>
                <a:moveTo>
                  <a:pt x="575" y="271"/>
                </a:moveTo>
                <a:cubicBezTo>
                  <a:pt x="575" y="289"/>
                  <a:pt x="575" y="289"/>
                  <a:pt x="575" y="289"/>
                </a:cubicBezTo>
                <a:cubicBezTo>
                  <a:pt x="573" y="285"/>
                  <a:pt x="571" y="282"/>
                  <a:pt x="569" y="279"/>
                </a:cubicBezTo>
                <a:cubicBezTo>
                  <a:pt x="569" y="272"/>
                  <a:pt x="569" y="272"/>
                  <a:pt x="569" y="272"/>
                </a:cubicBezTo>
                <a:cubicBezTo>
                  <a:pt x="569" y="273"/>
                  <a:pt x="570" y="275"/>
                  <a:pt x="571" y="277"/>
                </a:cubicBezTo>
                <a:cubicBezTo>
                  <a:pt x="573" y="275"/>
                  <a:pt x="574" y="272"/>
                  <a:pt x="575" y="271"/>
                </a:cubicBezTo>
                <a:close/>
                <a:moveTo>
                  <a:pt x="575" y="322"/>
                </a:moveTo>
                <a:cubicBezTo>
                  <a:pt x="575" y="335"/>
                  <a:pt x="575" y="335"/>
                  <a:pt x="575" y="335"/>
                </a:cubicBezTo>
                <a:cubicBezTo>
                  <a:pt x="574" y="334"/>
                  <a:pt x="572" y="334"/>
                  <a:pt x="570" y="334"/>
                </a:cubicBezTo>
                <a:cubicBezTo>
                  <a:pt x="569" y="335"/>
                  <a:pt x="569" y="336"/>
                  <a:pt x="569" y="337"/>
                </a:cubicBezTo>
                <a:cubicBezTo>
                  <a:pt x="569" y="322"/>
                  <a:pt x="569" y="322"/>
                  <a:pt x="569" y="322"/>
                </a:cubicBezTo>
                <a:cubicBezTo>
                  <a:pt x="571" y="322"/>
                  <a:pt x="573" y="322"/>
                  <a:pt x="575" y="322"/>
                </a:cubicBezTo>
                <a:close/>
                <a:moveTo>
                  <a:pt x="575" y="349"/>
                </a:moveTo>
                <a:cubicBezTo>
                  <a:pt x="575" y="357"/>
                  <a:pt x="575" y="357"/>
                  <a:pt x="575" y="357"/>
                </a:cubicBezTo>
                <a:cubicBezTo>
                  <a:pt x="573" y="357"/>
                  <a:pt x="571" y="355"/>
                  <a:pt x="569" y="353"/>
                </a:cubicBezTo>
                <a:cubicBezTo>
                  <a:pt x="569" y="341"/>
                  <a:pt x="569" y="341"/>
                  <a:pt x="569" y="341"/>
                </a:cubicBezTo>
                <a:cubicBezTo>
                  <a:pt x="571" y="343"/>
                  <a:pt x="572" y="346"/>
                  <a:pt x="574" y="349"/>
                </a:cubicBezTo>
                <a:cubicBezTo>
                  <a:pt x="575" y="349"/>
                  <a:pt x="575" y="349"/>
                  <a:pt x="575" y="349"/>
                </a:cubicBezTo>
                <a:close/>
                <a:moveTo>
                  <a:pt x="575" y="390"/>
                </a:moveTo>
                <a:cubicBezTo>
                  <a:pt x="575" y="393"/>
                  <a:pt x="575" y="393"/>
                  <a:pt x="575" y="393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415"/>
                  <a:pt x="575" y="415"/>
                  <a:pt x="575" y="415"/>
                </a:cubicBezTo>
                <a:cubicBezTo>
                  <a:pt x="569" y="415"/>
                  <a:pt x="569" y="415"/>
                  <a:pt x="569" y="415"/>
                </a:cubicBezTo>
                <a:cubicBezTo>
                  <a:pt x="569" y="411"/>
                  <a:pt x="569" y="411"/>
                  <a:pt x="569" y="411"/>
                </a:cubicBezTo>
                <a:cubicBezTo>
                  <a:pt x="571" y="411"/>
                  <a:pt x="573" y="410"/>
                  <a:pt x="575" y="410"/>
                </a:cubicBezTo>
                <a:cubicBezTo>
                  <a:pt x="573" y="404"/>
                  <a:pt x="573" y="399"/>
                  <a:pt x="569" y="394"/>
                </a:cubicBezTo>
                <a:cubicBezTo>
                  <a:pt x="569" y="394"/>
                  <a:pt x="569" y="394"/>
                  <a:pt x="569" y="394"/>
                </a:cubicBezTo>
                <a:cubicBezTo>
                  <a:pt x="569" y="390"/>
                  <a:pt x="569" y="390"/>
                  <a:pt x="569" y="390"/>
                </a:cubicBezTo>
                <a:cubicBezTo>
                  <a:pt x="575" y="390"/>
                  <a:pt x="575" y="390"/>
                  <a:pt x="575" y="390"/>
                </a:cubicBezTo>
                <a:close/>
                <a:moveTo>
                  <a:pt x="575" y="448"/>
                </a:moveTo>
                <a:cubicBezTo>
                  <a:pt x="575" y="481"/>
                  <a:pt x="575" y="481"/>
                  <a:pt x="575" y="481"/>
                </a:cubicBezTo>
                <a:cubicBezTo>
                  <a:pt x="573" y="486"/>
                  <a:pt x="571" y="490"/>
                  <a:pt x="569" y="494"/>
                </a:cubicBezTo>
                <a:cubicBezTo>
                  <a:pt x="569" y="468"/>
                  <a:pt x="569" y="468"/>
                  <a:pt x="569" y="468"/>
                </a:cubicBezTo>
                <a:cubicBezTo>
                  <a:pt x="571" y="462"/>
                  <a:pt x="574" y="455"/>
                  <a:pt x="575" y="448"/>
                </a:cubicBezTo>
                <a:close/>
                <a:moveTo>
                  <a:pt x="575" y="513"/>
                </a:moveTo>
                <a:cubicBezTo>
                  <a:pt x="575" y="521"/>
                  <a:pt x="575" y="521"/>
                  <a:pt x="575" y="521"/>
                </a:cubicBezTo>
                <a:cubicBezTo>
                  <a:pt x="575" y="522"/>
                  <a:pt x="574" y="523"/>
                  <a:pt x="574" y="523"/>
                </a:cubicBezTo>
                <a:cubicBezTo>
                  <a:pt x="575" y="523"/>
                  <a:pt x="575" y="523"/>
                  <a:pt x="575" y="523"/>
                </a:cubicBezTo>
                <a:cubicBezTo>
                  <a:pt x="575" y="530"/>
                  <a:pt x="575" y="530"/>
                  <a:pt x="575" y="530"/>
                </a:cubicBezTo>
                <a:cubicBezTo>
                  <a:pt x="573" y="531"/>
                  <a:pt x="570" y="531"/>
                  <a:pt x="569" y="532"/>
                </a:cubicBezTo>
                <a:cubicBezTo>
                  <a:pt x="569" y="524"/>
                  <a:pt x="569" y="524"/>
                  <a:pt x="569" y="524"/>
                </a:cubicBezTo>
                <a:cubicBezTo>
                  <a:pt x="570" y="522"/>
                  <a:pt x="571" y="519"/>
                  <a:pt x="572" y="517"/>
                </a:cubicBezTo>
                <a:cubicBezTo>
                  <a:pt x="573" y="516"/>
                  <a:pt x="574" y="514"/>
                  <a:pt x="575" y="513"/>
                </a:cubicBezTo>
                <a:close/>
                <a:moveTo>
                  <a:pt x="575" y="542"/>
                </a:moveTo>
                <a:cubicBezTo>
                  <a:pt x="575" y="547"/>
                  <a:pt x="575" y="547"/>
                  <a:pt x="575" y="547"/>
                </a:cubicBezTo>
                <a:cubicBezTo>
                  <a:pt x="573" y="546"/>
                  <a:pt x="571" y="546"/>
                  <a:pt x="569" y="546"/>
                </a:cubicBezTo>
                <a:cubicBezTo>
                  <a:pt x="569" y="540"/>
                  <a:pt x="569" y="540"/>
                  <a:pt x="569" y="540"/>
                </a:cubicBezTo>
                <a:cubicBezTo>
                  <a:pt x="570" y="540"/>
                  <a:pt x="572" y="541"/>
                  <a:pt x="575" y="542"/>
                </a:cubicBezTo>
                <a:cubicBezTo>
                  <a:pt x="575" y="542"/>
                  <a:pt x="575" y="542"/>
                  <a:pt x="575" y="542"/>
                </a:cubicBezTo>
                <a:close/>
                <a:moveTo>
                  <a:pt x="575" y="551"/>
                </a:moveTo>
                <a:cubicBezTo>
                  <a:pt x="575" y="558"/>
                  <a:pt x="575" y="558"/>
                  <a:pt x="575" y="558"/>
                </a:cubicBezTo>
                <a:cubicBezTo>
                  <a:pt x="574" y="559"/>
                  <a:pt x="573" y="560"/>
                  <a:pt x="571" y="561"/>
                </a:cubicBezTo>
                <a:cubicBezTo>
                  <a:pt x="571" y="562"/>
                  <a:pt x="569" y="564"/>
                  <a:pt x="569" y="566"/>
                </a:cubicBezTo>
                <a:cubicBezTo>
                  <a:pt x="569" y="555"/>
                  <a:pt x="569" y="555"/>
                  <a:pt x="569" y="555"/>
                </a:cubicBezTo>
                <a:cubicBezTo>
                  <a:pt x="571" y="554"/>
                  <a:pt x="573" y="553"/>
                  <a:pt x="575" y="551"/>
                </a:cubicBezTo>
                <a:close/>
                <a:moveTo>
                  <a:pt x="575" y="621"/>
                </a:moveTo>
                <a:cubicBezTo>
                  <a:pt x="575" y="638"/>
                  <a:pt x="575" y="638"/>
                  <a:pt x="575" y="638"/>
                </a:cubicBezTo>
                <a:cubicBezTo>
                  <a:pt x="573" y="636"/>
                  <a:pt x="571" y="633"/>
                  <a:pt x="569" y="631"/>
                </a:cubicBezTo>
                <a:cubicBezTo>
                  <a:pt x="569" y="614"/>
                  <a:pt x="569" y="614"/>
                  <a:pt x="569" y="614"/>
                </a:cubicBezTo>
                <a:cubicBezTo>
                  <a:pt x="570" y="616"/>
                  <a:pt x="573" y="618"/>
                  <a:pt x="575" y="621"/>
                </a:cubicBezTo>
                <a:close/>
                <a:moveTo>
                  <a:pt x="575" y="702"/>
                </a:moveTo>
                <a:cubicBezTo>
                  <a:pt x="575" y="717"/>
                  <a:pt x="575" y="717"/>
                  <a:pt x="575" y="717"/>
                </a:cubicBezTo>
                <a:cubicBezTo>
                  <a:pt x="573" y="716"/>
                  <a:pt x="570" y="716"/>
                  <a:pt x="569" y="716"/>
                </a:cubicBezTo>
                <a:cubicBezTo>
                  <a:pt x="569" y="706"/>
                  <a:pt x="569" y="706"/>
                  <a:pt x="569" y="706"/>
                </a:cubicBezTo>
                <a:cubicBezTo>
                  <a:pt x="569" y="706"/>
                  <a:pt x="570" y="706"/>
                  <a:pt x="570" y="706"/>
                </a:cubicBezTo>
                <a:cubicBezTo>
                  <a:pt x="572" y="704"/>
                  <a:pt x="573" y="703"/>
                  <a:pt x="575" y="702"/>
                </a:cubicBezTo>
                <a:close/>
                <a:moveTo>
                  <a:pt x="569" y="449"/>
                </a:moveTo>
                <a:cubicBezTo>
                  <a:pt x="569" y="449"/>
                  <a:pt x="570" y="449"/>
                  <a:pt x="570" y="449"/>
                </a:cubicBezTo>
                <a:cubicBezTo>
                  <a:pt x="571" y="444"/>
                  <a:pt x="570" y="443"/>
                  <a:pt x="569" y="440"/>
                </a:cubicBezTo>
                <a:cubicBezTo>
                  <a:pt x="569" y="449"/>
                  <a:pt x="569" y="449"/>
                  <a:pt x="569" y="449"/>
                </a:cubicBezTo>
                <a:close/>
                <a:moveTo>
                  <a:pt x="569" y="171"/>
                </a:moveTo>
                <a:cubicBezTo>
                  <a:pt x="569" y="163"/>
                  <a:pt x="569" y="163"/>
                  <a:pt x="569" y="163"/>
                </a:cubicBezTo>
                <a:cubicBezTo>
                  <a:pt x="570" y="164"/>
                  <a:pt x="572" y="164"/>
                  <a:pt x="574" y="165"/>
                </a:cubicBezTo>
                <a:cubicBezTo>
                  <a:pt x="574" y="167"/>
                  <a:pt x="574" y="167"/>
                  <a:pt x="573" y="171"/>
                </a:cubicBezTo>
                <a:cubicBezTo>
                  <a:pt x="571" y="171"/>
                  <a:pt x="570" y="171"/>
                  <a:pt x="569" y="171"/>
                </a:cubicBezTo>
                <a:close/>
                <a:moveTo>
                  <a:pt x="560" y="36"/>
                </a:moveTo>
                <a:cubicBezTo>
                  <a:pt x="563" y="38"/>
                  <a:pt x="566" y="39"/>
                  <a:pt x="569" y="40"/>
                </a:cubicBezTo>
                <a:cubicBezTo>
                  <a:pt x="569" y="49"/>
                  <a:pt x="569" y="49"/>
                  <a:pt x="569" y="49"/>
                </a:cubicBezTo>
                <a:cubicBezTo>
                  <a:pt x="566" y="47"/>
                  <a:pt x="563" y="45"/>
                  <a:pt x="560" y="44"/>
                </a:cubicBezTo>
                <a:cubicBezTo>
                  <a:pt x="560" y="36"/>
                  <a:pt x="560" y="36"/>
                  <a:pt x="560" y="36"/>
                </a:cubicBezTo>
                <a:close/>
                <a:moveTo>
                  <a:pt x="569" y="756"/>
                </a:moveTo>
                <a:cubicBezTo>
                  <a:pt x="566" y="757"/>
                  <a:pt x="563" y="758"/>
                  <a:pt x="560" y="759"/>
                </a:cubicBezTo>
                <a:cubicBezTo>
                  <a:pt x="560" y="751"/>
                  <a:pt x="560" y="751"/>
                  <a:pt x="560" y="751"/>
                </a:cubicBezTo>
                <a:cubicBezTo>
                  <a:pt x="563" y="750"/>
                  <a:pt x="566" y="748"/>
                  <a:pt x="569" y="746"/>
                </a:cubicBezTo>
                <a:cubicBezTo>
                  <a:pt x="569" y="756"/>
                  <a:pt x="569" y="756"/>
                  <a:pt x="569" y="756"/>
                </a:cubicBezTo>
                <a:close/>
                <a:moveTo>
                  <a:pt x="569" y="82"/>
                </a:moveTo>
                <a:cubicBezTo>
                  <a:pt x="569" y="91"/>
                  <a:pt x="569" y="91"/>
                  <a:pt x="569" y="91"/>
                </a:cubicBezTo>
                <a:cubicBezTo>
                  <a:pt x="565" y="89"/>
                  <a:pt x="562" y="88"/>
                  <a:pt x="560" y="86"/>
                </a:cubicBezTo>
                <a:cubicBezTo>
                  <a:pt x="560" y="74"/>
                  <a:pt x="560" y="74"/>
                  <a:pt x="560" y="74"/>
                </a:cubicBezTo>
                <a:cubicBezTo>
                  <a:pt x="562" y="77"/>
                  <a:pt x="565" y="80"/>
                  <a:pt x="569" y="82"/>
                </a:cubicBezTo>
                <a:close/>
                <a:moveTo>
                  <a:pt x="569" y="145"/>
                </a:moveTo>
                <a:cubicBezTo>
                  <a:pt x="569" y="158"/>
                  <a:pt x="569" y="158"/>
                  <a:pt x="569" y="158"/>
                </a:cubicBezTo>
                <a:cubicBezTo>
                  <a:pt x="567" y="158"/>
                  <a:pt x="565" y="157"/>
                  <a:pt x="563" y="156"/>
                </a:cubicBezTo>
                <a:cubicBezTo>
                  <a:pt x="563" y="152"/>
                  <a:pt x="563" y="148"/>
                  <a:pt x="563" y="144"/>
                </a:cubicBezTo>
                <a:cubicBezTo>
                  <a:pt x="565" y="144"/>
                  <a:pt x="567" y="144"/>
                  <a:pt x="569" y="145"/>
                </a:cubicBezTo>
                <a:close/>
                <a:moveTo>
                  <a:pt x="569" y="163"/>
                </a:moveTo>
                <a:cubicBezTo>
                  <a:pt x="569" y="171"/>
                  <a:pt x="569" y="171"/>
                  <a:pt x="569" y="171"/>
                </a:cubicBezTo>
                <a:cubicBezTo>
                  <a:pt x="565" y="172"/>
                  <a:pt x="562" y="173"/>
                  <a:pt x="560" y="173"/>
                </a:cubicBezTo>
                <a:cubicBezTo>
                  <a:pt x="560" y="160"/>
                  <a:pt x="560" y="160"/>
                  <a:pt x="560" y="160"/>
                </a:cubicBezTo>
                <a:cubicBezTo>
                  <a:pt x="562" y="162"/>
                  <a:pt x="565" y="163"/>
                  <a:pt x="569" y="163"/>
                </a:cubicBezTo>
                <a:close/>
                <a:moveTo>
                  <a:pt x="569" y="188"/>
                </a:moveTo>
                <a:cubicBezTo>
                  <a:pt x="569" y="203"/>
                  <a:pt x="569" y="203"/>
                  <a:pt x="569" y="203"/>
                </a:cubicBezTo>
                <a:cubicBezTo>
                  <a:pt x="565" y="203"/>
                  <a:pt x="562" y="202"/>
                  <a:pt x="560" y="199"/>
                </a:cubicBezTo>
                <a:cubicBezTo>
                  <a:pt x="560" y="188"/>
                  <a:pt x="560" y="188"/>
                  <a:pt x="560" y="188"/>
                </a:cubicBezTo>
                <a:cubicBezTo>
                  <a:pt x="563" y="187"/>
                  <a:pt x="565" y="187"/>
                  <a:pt x="569" y="188"/>
                </a:cubicBezTo>
                <a:close/>
                <a:moveTo>
                  <a:pt x="569" y="238"/>
                </a:moveTo>
                <a:cubicBezTo>
                  <a:pt x="569" y="259"/>
                  <a:pt x="569" y="259"/>
                  <a:pt x="569" y="259"/>
                </a:cubicBezTo>
                <a:cubicBezTo>
                  <a:pt x="567" y="263"/>
                  <a:pt x="566" y="267"/>
                  <a:pt x="569" y="272"/>
                </a:cubicBezTo>
                <a:cubicBezTo>
                  <a:pt x="569" y="279"/>
                  <a:pt x="569" y="279"/>
                  <a:pt x="569" y="279"/>
                </a:cubicBezTo>
                <a:cubicBezTo>
                  <a:pt x="566" y="275"/>
                  <a:pt x="563" y="272"/>
                  <a:pt x="560" y="269"/>
                </a:cubicBezTo>
                <a:cubicBezTo>
                  <a:pt x="560" y="263"/>
                  <a:pt x="560" y="263"/>
                  <a:pt x="560" y="263"/>
                </a:cubicBezTo>
                <a:cubicBezTo>
                  <a:pt x="564" y="253"/>
                  <a:pt x="569" y="243"/>
                  <a:pt x="560" y="236"/>
                </a:cubicBezTo>
                <a:cubicBezTo>
                  <a:pt x="560" y="229"/>
                  <a:pt x="560" y="229"/>
                  <a:pt x="560" y="229"/>
                </a:cubicBezTo>
                <a:cubicBezTo>
                  <a:pt x="563" y="232"/>
                  <a:pt x="566" y="235"/>
                  <a:pt x="569" y="238"/>
                </a:cubicBezTo>
                <a:close/>
                <a:moveTo>
                  <a:pt x="569" y="322"/>
                </a:moveTo>
                <a:cubicBezTo>
                  <a:pt x="569" y="337"/>
                  <a:pt x="569" y="337"/>
                  <a:pt x="569" y="337"/>
                </a:cubicBezTo>
                <a:cubicBezTo>
                  <a:pt x="568" y="338"/>
                  <a:pt x="567" y="339"/>
                  <a:pt x="567" y="341"/>
                </a:cubicBezTo>
                <a:cubicBezTo>
                  <a:pt x="567" y="341"/>
                  <a:pt x="568" y="341"/>
                  <a:pt x="569" y="341"/>
                </a:cubicBezTo>
                <a:cubicBezTo>
                  <a:pt x="569" y="353"/>
                  <a:pt x="569" y="353"/>
                  <a:pt x="569" y="353"/>
                </a:cubicBezTo>
                <a:cubicBezTo>
                  <a:pt x="568" y="353"/>
                  <a:pt x="567" y="352"/>
                  <a:pt x="567" y="352"/>
                </a:cubicBezTo>
                <a:cubicBezTo>
                  <a:pt x="566" y="352"/>
                  <a:pt x="565" y="352"/>
                  <a:pt x="564" y="352"/>
                </a:cubicBezTo>
                <a:cubicBezTo>
                  <a:pt x="562" y="362"/>
                  <a:pt x="571" y="366"/>
                  <a:pt x="567" y="376"/>
                </a:cubicBezTo>
                <a:cubicBezTo>
                  <a:pt x="564" y="377"/>
                  <a:pt x="562" y="377"/>
                  <a:pt x="560" y="378"/>
                </a:cubicBezTo>
                <a:cubicBezTo>
                  <a:pt x="560" y="345"/>
                  <a:pt x="560" y="345"/>
                  <a:pt x="560" y="345"/>
                </a:cubicBezTo>
                <a:cubicBezTo>
                  <a:pt x="560" y="345"/>
                  <a:pt x="560" y="345"/>
                  <a:pt x="561" y="345"/>
                </a:cubicBezTo>
                <a:cubicBezTo>
                  <a:pt x="560" y="343"/>
                  <a:pt x="560" y="340"/>
                  <a:pt x="560" y="337"/>
                </a:cubicBezTo>
                <a:cubicBezTo>
                  <a:pt x="560" y="331"/>
                  <a:pt x="560" y="331"/>
                  <a:pt x="560" y="331"/>
                </a:cubicBezTo>
                <a:cubicBezTo>
                  <a:pt x="563" y="329"/>
                  <a:pt x="564" y="326"/>
                  <a:pt x="567" y="322"/>
                </a:cubicBezTo>
                <a:cubicBezTo>
                  <a:pt x="567" y="322"/>
                  <a:pt x="568" y="322"/>
                  <a:pt x="569" y="322"/>
                </a:cubicBezTo>
                <a:close/>
                <a:moveTo>
                  <a:pt x="569" y="390"/>
                </a:moveTo>
                <a:cubicBezTo>
                  <a:pt x="569" y="394"/>
                  <a:pt x="569" y="394"/>
                  <a:pt x="569" y="394"/>
                </a:cubicBezTo>
                <a:cubicBezTo>
                  <a:pt x="562" y="394"/>
                  <a:pt x="562" y="394"/>
                  <a:pt x="562" y="394"/>
                </a:cubicBezTo>
                <a:cubicBezTo>
                  <a:pt x="563" y="399"/>
                  <a:pt x="565" y="405"/>
                  <a:pt x="566" y="410"/>
                </a:cubicBezTo>
                <a:cubicBezTo>
                  <a:pt x="566" y="410"/>
                  <a:pt x="567" y="411"/>
                  <a:pt x="568" y="411"/>
                </a:cubicBezTo>
                <a:cubicBezTo>
                  <a:pt x="569" y="411"/>
                  <a:pt x="569" y="411"/>
                  <a:pt x="569" y="411"/>
                </a:cubicBezTo>
                <a:cubicBezTo>
                  <a:pt x="569" y="415"/>
                  <a:pt x="569" y="415"/>
                  <a:pt x="569" y="415"/>
                </a:cubicBezTo>
                <a:cubicBezTo>
                  <a:pt x="560" y="415"/>
                  <a:pt x="560" y="415"/>
                  <a:pt x="560" y="415"/>
                </a:cubicBezTo>
                <a:cubicBezTo>
                  <a:pt x="560" y="411"/>
                  <a:pt x="560" y="411"/>
                  <a:pt x="560" y="411"/>
                </a:cubicBezTo>
                <a:cubicBezTo>
                  <a:pt x="562" y="411"/>
                  <a:pt x="562" y="411"/>
                  <a:pt x="562" y="411"/>
                </a:cubicBezTo>
                <a:cubicBezTo>
                  <a:pt x="561" y="406"/>
                  <a:pt x="560" y="402"/>
                  <a:pt x="560" y="400"/>
                </a:cubicBezTo>
                <a:cubicBezTo>
                  <a:pt x="560" y="390"/>
                  <a:pt x="560" y="390"/>
                  <a:pt x="560" y="390"/>
                </a:cubicBezTo>
                <a:cubicBezTo>
                  <a:pt x="569" y="390"/>
                  <a:pt x="569" y="390"/>
                  <a:pt x="569" y="390"/>
                </a:cubicBezTo>
                <a:close/>
                <a:moveTo>
                  <a:pt x="569" y="440"/>
                </a:moveTo>
                <a:cubicBezTo>
                  <a:pt x="569" y="449"/>
                  <a:pt x="569" y="449"/>
                  <a:pt x="569" y="449"/>
                </a:cubicBezTo>
                <a:cubicBezTo>
                  <a:pt x="565" y="451"/>
                  <a:pt x="563" y="453"/>
                  <a:pt x="560" y="453"/>
                </a:cubicBezTo>
                <a:cubicBezTo>
                  <a:pt x="560" y="444"/>
                  <a:pt x="560" y="444"/>
                  <a:pt x="560" y="444"/>
                </a:cubicBezTo>
                <a:cubicBezTo>
                  <a:pt x="560" y="443"/>
                  <a:pt x="562" y="441"/>
                  <a:pt x="563" y="439"/>
                </a:cubicBezTo>
                <a:cubicBezTo>
                  <a:pt x="565" y="439"/>
                  <a:pt x="566" y="439"/>
                  <a:pt x="568" y="439"/>
                </a:cubicBezTo>
                <a:cubicBezTo>
                  <a:pt x="569" y="440"/>
                  <a:pt x="569" y="440"/>
                  <a:pt x="569" y="440"/>
                </a:cubicBezTo>
                <a:close/>
                <a:moveTo>
                  <a:pt x="569" y="468"/>
                </a:moveTo>
                <a:cubicBezTo>
                  <a:pt x="569" y="494"/>
                  <a:pt x="569" y="494"/>
                  <a:pt x="569" y="494"/>
                </a:cubicBezTo>
                <a:cubicBezTo>
                  <a:pt x="565" y="499"/>
                  <a:pt x="562" y="504"/>
                  <a:pt x="560" y="507"/>
                </a:cubicBezTo>
                <a:cubicBezTo>
                  <a:pt x="560" y="486"/>
                  <a:pt x="560" y="486"/>
                  <a:pt x="560" y="486"/>
                </a:cubicBezTo>
                <a:cubicBezTo>
                  <a:pt x="563" y="480"/>
                  <a:pt x="566" y="474"/>
                  <a:pt x="569" y="468"/>
                </a:cubicBezTo>
                <a:close/>
                <a:moveTo>
                  <a:pt x="569" y="524"/>
                </a:moveTo>
                <a:cubicBezTo>
                  <a:pt x="569" y="532"/>
                  <a:pt x="569" y="532"/>
                  <a:pt x="569" y="532"/>
                </a:cubicBezTo>
                <a:cubicBezTo>
                  <a:pt x="566" y="533"/>
                  <a:pt x="565" y="536"/>
                  <a:pt x="563" y="539"/>
                </a:cubicBezTo>
                <a:cubicBezTo>
                  <a:pt x="566" y="540"/>
                  <a:pt x="567" y="540"/>
                  <a:pt x="569" y="540"/>
                </a:cubicBezTo>
                <a:cubicBezTo>
                  <a:pt x="569" y="546"/>
                  <a:pt x="569" y="546"/>
                  <a:pt x="569" y="546"/>
                </a:cubicBezTo>
                <a:cubicBezTo>
                  <a:pt x="565" y="546"/>
                  <a:pt x="562" y="545"/>
                  <a:pt x="560" y="546"/>
                </a:cubicBezTo>
                <a:cubicBezTo>
                  <a:pt x="560" y="535"/>
                  <a:pt x="560" y="535"/>
                  <a:pt x="560" y="535"/>
                </a:cubicBezTo>
                <a:cubicBezTo>
                  <a:pt x="563" y="531"/>
                  <a:pt x="566" y="527"/>
                  <a:pt x="569" y="524"/>
                </a:cubicBezTo>
                <a:close/>
                <a:moveTo>
                  <a:pt x="569" y="555"/>
                </a:moveTo>
                <a:cubicBezTo>
                  <a:pt x="569" y="566"/>
                  <a:pt x="569" y="566"/>
                  <a:pt x="569" y="566"/>
                </a:cubicBezTo>
                <a:cubicBezTo>
                  <a:pt x="567" y="567"/>
                  <a:pt x="567" y="567"/>
                  <a:pt x="567" y="567"/>
                </a:cubicBezTo>
                <a:cubicBezTo>
                  <a:pt x="565" y="570"/>
                  <a:pt x="562" y="572"/>
                  <a:pt x="560" y="574"/>
                </a:cubicBezTo>
                <a:cubicBezTo>
                  <a:pt x="560" y="567"/>
                  <a:pt x="560" y="567"/>
                  <a:pt x="560" y="567"/>
                </a:cubicBezTo>
                <a:cubicBezTo>
                  <a:pt x="562" y="566"/>
                  <a:pt x="563" y="565"/>
                  <a:pt x="565" y="562"/>
                </a:cubicBezTo>
                <a:cubicBezTo>
                  <a:pt x="563" y="561"/>
                  <a:pt x="561" y="561"/>
                  <a:pt x="560" y="561"/>
                </a:cubicBezTo>
                <a:cubicBezTo>
                  <a:pt x="560" y="556"/>
                  <a:pt x="560" y="556"/>
                  <a:pt x="560" y="556"/>
                </a:cubicBezTo>
                <a:cubicBezTo>
                  <a:pt x="563" y="556"/>
                  <a:pt x="566" y="556"/>
                  <a:pt x="569" y="555"/>
                </a:cubicBezTo>
                <a:close/>
                <a:moveTo>
                  <a:pt x="569" y="614"/>
                </a:moveTo>
                <a:cubicBezTo>
                  <a:pt x="569" y="631"/>
                  <a:pt x="569" y="631"/>
                  <a:pt x="569" y="631"/>
                </a:cubicBezTo>
                <a:cubicBezTo>
                  <a:pt x="566" y="628"/>
                  <a:pt x="563" y="624"/>
                  <a:pt x="560" y="621"/>
                </a:cubicBezTo>
                <a:cubicBezTo>
                  <a:pt x="560" y="619"/>
                  <a:pt x="560" y="619"/>
                  <a:pt x="560" y="619"/>
                </a:cubicBezTo>
                <a:cubicBezTo>
                  <a:pt x="561" y="617"/>
                  <a:pt x="562" y="617"/>
                  <a:pt x="567" y="613"/>
                </a:cubicBezTo>
                <a:cubicBezTo>
                  <a:pt x="568" y="613"/>
                  <a:pt x="568" y="614"/>
                  <a:pt x="569" y="614"/>
                </a:cubicBezTo>
                <a:close/>
                <a:moveTo>
                  <a:pt x="569" y="706"/>
                </a:moveTo>
                <a:cubicBezTo>
                  <a:pt x="569" y="716"/>
                  <a:pt x="569" y="716"/>
                  <a:pt x="569" y="716"/>
                </a:cubicBezTo>
                <a:cubicBezTo>
                  <a:pt x="566" y="716"/>
                  <a:pt x="563" y="716"/>
                  <a:pt x="560" y="718"/>
                </a:cubicBezTo>
                <a:cubicBezTo>
                  <a:pt x="560" y="709"/>
                  <a:pt x="560" y="709"/>
                  <a:pt x="560" y="709"/>
                </a:cubicBezTo>
                <a:cubicBezTo>
                  <a:pt x="562" y="708"/>
                  <a:pt x="565" y="707"/>
                  <a:pt x="569" y="706"/>
                </a:cubicBezTo>
                <a:close/>
                <a:moveTo>
                  <a:pt x="569" y="734"/>
                </a:moveTo>
                <a:cubicBezTo>
                  <a:pt x="569" y="745"/>
                  <a:pt x="569" y="745"/>
                  <a:pt x="569" y="745"/>
                </a:cubicBezTo>
                <a:cubicBezTo>
                  <a:pt x="566" y="743"/>
                  <a:pt x="563" y="741"/>
                  <a:pt x="560" y="739"/>
                </a:cubicBezTo>
                <a:cubicBezTo>
                  <a:pt x="560" y="729"/>
                  <a:pt x="560" y="729"/>
                  <a:pt x="560" y="729"/>
                </a:cubicBezTo>
                <a:cubicBezTo>
                  <a:pt x="569" y="734"/>
                  <a:pt x="569" y="734"/>
                  <a:pt x="569" y="734"/>
                </a:cubicBezTo>
                <a:close/>
                <a:moveTo>
                  <a:pt x="560" y="317"/>
                </a:moveTo>
                <a:cubicBezTo>
                  <a:pt x="560" y="304"/>
                  <a:pt x="560" y="304"/>
                  <a:pt x="560" y="304"/>
                </a:cubicBezTo>
                <a:cubicBezTo>
                  <a:pt x="561" y="307"/>
                  <a:pt x="562" y="311"/>
                  <a:pt x="562" y="316"/>
                </a:cubicBezTo>
                <a:cubicBezTo>
                  <a:pt x="561" y="316"/>
                  <a:pt x="560" y="316"/>
                  <a:pt x="560" y="317"/>
                </a:cubicBezTo>
                <a:close/>
                <a:moveTo>
                  <a:pt x="559" y="36"/>
                </a:moveTo>
                <a:cubicBezTo>
                  <a:pt x="560" y="36"/>
                  <a:pt x="560" y="36"/>
                  <a:pt x="560" y="36"/>
                </a:cubicBezTo>
                <a:cubicBezTo>
                  <a:pt x="560" y="44"/>
                  <a:pt x="560" y="44"/>
                  <a:pt x="560" y="44"/>
                </a:cubicBezTo>
                <a:cubicBezTo>
                  <a:pt x="560" y="44"/>
                  <a:pt x="559" y="44"/>
                  <a:pt x="559" y="43"/>
                </a:cubicBezTo>
                <a:cubicBezTo>
                  <a:pt x="559" y="36"/>
                  <a:pt x="559" y="36"/>
                  <a:pt x="559" y="36"/>
                </a:cubicBezTo>
                <a:close/>
                <a:moveTo>
                  <a:pt x="560" y="759"/>
                </a:moveTo>
                <a:cubicBezTo>
                  <a:pt x="559" y="759"/>
                  <a:pt x="559" y="759"/>
                  <a:pt x="559" y="759"/>
                </a:cubicBezTo>
                <a:cubicBezTo>
                  <a:pt x="559" y="751"/>
                  <a:pt x="559" y="751"/>
                  <a:pt x="559" y="751"/>
                </a:cubicBezTo>
                <a:cubicBezTo>
                  <a:pt x="560" y="751"/>
                  <a:pt x="560" y="751"/>
                  <a:pt x="560" y="751"/>
                </a:cubicBezTo>
                <a:cubicBezTo>
                  <a:pt x="560" y="759"/>
                  <a:pt x="560" y="759"/>
                  <a:pt x="560" y="759"/>
                </a:cubicBezTo>
                <a:close/>
                <a:moveTo>
                  <a:pt x="560" y="74"/>
                </a:moveTo>
                <a:cubicBezTo>
                  <a:pt x="560" y="86"/>
                  <a:pt x="560" y="86"/>
                  <a:pt x="560" y="86"/>
                </a:cubicBezTo>
                <a:cubicBezTo>
                  <a:pt x="559" y="86"/>
                  <a:pt x="559" y="86"/>
                  <a:pt x="559" y="86"/>
                </a:cubicBezTo>
                <a:cubicBezTo>
                  <a:pt x="559" y="74"/>
                  <a:pt x="559" y="74"/>
                  <a:pt x="559" y="74"/>
                </a:cubicBezTo>
                <a:cubicBezTo>
                  <a:pt x="559" y="74"/>
                  <a:pt x="560" y="74"/>
                  <a:pt x="560" y="74"/>
                </a:cubicBezTo>
                <a:close/>
                <a:moveTo>
                  <a:pt x="560" y="160"/>
                </a:moveTo>
                <a:cubicBezTo>
                  <a:pt x="560" y="173"/>
                  <a:pt x="560" y="173"/>
                  <a:pt x="560" y="173"/>
                </a:cubicBezTo>
                <a:cubicBezTo>
                  <a:pt x="559" y="173"/>
                  <a:pt x="559" y="173"/>
                  <a:pt x="559" y="173"/>
                </a:cubicBezTo>
                <a:cubicBezTo>
                  <a:pt x="559" y="159"/>
                  <a:pt x="559" y="159"/>
                  <a:pt x="559" y="159"/>
                </a:cubicBezTo>
                <a:cubicBezTo>
                  <a:pt x="559" y="159"/>
                  <a:pt x="560" y="159"/>
                  <a:pt x="560" y="160"/>
                </a:cubicBezTo>
                <a:close/>
                <a:moveTo>
                  <a:pt x="560" y="188"/>
                </a:moveTo>
                <a:cubicBezTo>
                  <a:pt x="560" y="199"/>
                  <a:pt x="560" y="199"/>
                  <a:pt x="560" y="199"/>
                </a:cubicBezTo>
                <a:cubicBezTo>
                  <a:pt x="560" y="199"/>
                  <a:pt x="559" y="199"/>
                  <a:pt x="559" y="199"/>
                </a:cubicBezTo>
                <a:cubicBezTo>
                  <a:pt x="559" y="188"/>
                  <a:pt x="559" y="188"/>
                  <a:pt x="559" y="188"/>
                </a:cubicBezTo>
                <a:cubicBezTo>
                  <a:pt x="559" y="188"/>
                  <a:pt x="560" y="188"/>
                  <a:pt x="560" y="188"/>
                </a:cubicBezTo>
                <a:close/>
                <a:moveTo>
                  <a:pt x="560" y="229"/>
                </a:moveTo>
                <a:cubicBezTo>
                  <a:pt x="560" y="236"/>
                  <a:pt x="560" y="236"/>
                  <a:pt x="560" y="236"/>
                </a:cubicBezTo>
                <a:cubicBezTo>
                  <a:pt x="560" y="236"/>
                  <a:pt x="559" y="236"/>
                  <a:pt x="559" y="235"/>
                </a:cubicBezTo>
                <a:cubicBezTo>
                  <a:pt x="559" y="228"/>
                  <a:pt x="559" y="228"/>
                  <a:pt x="559" y="228"/>
                </a:cubicBezTo>
                <a:cubicBezTo>
                  <a:pt x="560" y="229"/>
                  <a:pt x="560" y="229"/>
                  <a:pt x="560" y="229"/>
                </a:cubicBezTo>
                <a:close/>
                <a:moveTo>
                  <a:pt x="560" y="263"/>
                </a:moveTo>
                <a:cubicBezTo>
                  <a:pt x="560" y="269"/>
                  <a:pt x="560" y="269"/>
                  <a:pt x="560" y="269"/>
                </a:cubicBezTo>
                <a:cubicBezTo>
                  <a:pt x="559" y="268"/>
                  <a:pt x="559" y="268"/>
                  <a:pt x="559" y="268"/>
                </a:cubicBezTo>
                <a:cubicBezTo>
                  <a:pt x="559" y="262"/>
                  <a:pt x="559" y="262"/>
                  <a:pt x="559" y="262"/>
                </a:cubicBezTo>
                <a:cubicBezTo>
                  <a:pt x="559" y="262"/>
                  <a:pt x="560" y="262"/>
                  <a:pt x="560" y="263"/>
                </a:cubicBezTo>
                <a:cubicBezTo>
                  <a:pt x="560" y="263"/>
                  <a:pt x="560" y="263"/>
                  <a:pt x="560" y="263"/>
                </a:cubicBezTo>
                <a:close/>
                <a:moveTo>
                  <a:pt x="560" y="304"/>
                </a:moveTo>
                <a:cubicBezTo>
                  <a:pt x="560" y="317"/>
                  <a:pt x="560" y="317"/>
                  <a:pt x="560" y="317"/>
                </a:cubicBezTo>
                <a:cubicBezTo>
                  <a:pt x="559" y="317"/>
                  <a:pt x="559" y="317"/>
                  <a:pt x="559" y="317"/>
                </a:cubicBezTo>
                <a:cubicBezTo>
                  <a:pt x="559" y="302"/>
                  <a:pt x="559" y="302"/>
                  <a:pt x="559" y="302"/>
                </a:cubicBezTo>
                <a:cubicBezTo>
                  <a:pt x="559" y="303"/>
                  <a:pt x="560" y="303"/>
                  <a:pt x="560" y="304"/>
                </a:cubicBezTo>
                <a:close/>
                <a:moveTo>
                  <a:pt x="560" y="331"/>
                </a:moveTo>
                <a:cubicBezTo>
                  <a:pt x="560" y="337"/>
                  <a:pt x="560" y="337"/>
                  <a:pt x="560" y="337"/>
                </a:cubicBezTo>
                <a:cubicBezTo>
                  <a:pt x="560" y="337"/>
                  <a:pt x="560" y="337"/>
                  <a:pt x="560" y="337"/>
                </a:cubicBezTo>
                <a:cubicBezTo>
                  <a:pt x="559" y="337"/>
                  <a:pt x="559" y="337"/>
                  <a:pt x="559" y="337"/>
                </a:cubicBezTo>
                <a:cubicBezTo>
                  <a:pt x="559" y="332"/>
                  <a:pt x="559" y="332"/>
                  <a:pt x="559" y="332"/>
                </a:cubicBezTo>
                <a:cubicBezTo>
                  <a:pt x="559" y="331"/>
                  <a:pt x="560" y="331"/>
                  <a:pt x="560" y="331"/>
                </a:cubicBezTo>
                <a:close/>
                <a:moveTo>
                  <a:pt x="560" y="345"/>
                </a:moveTo>
                <a:cubicBezTo>
                  <a:pt x="560" y="378"/>
                  <a:pt x="560" y="378"/>
                  <a:pt x="560" y="378"/>
                </a:cubicBezTo>
                <a:cubicBezTo>
                  <a:pt x="559" y="378"/>
                  <a:pt x="559" y="378"/>
                  <a:pt x="559" y="378"/>
                </a:cubicBezTo>
                <a:cubicBezTo>
                  <a:pt x="559" y="345"/>
                  <a:pt x="559" y="345"/>
                  <a:pt x="559" y="345"/>
                </a:cubicBezTo>
                <a:cubicBezTo>
                  <a:pt x="559" y="345"/>
                  <a:pt x="560" y="345"/>
                  <a:pt x="560" y="345"/>
                </a:cubicBezTo>
                <a:close/>
                <a:moveTo>
                  <a:pt x="560" y="390"/>
                </a:moveTo>
                <a:cubicBezTo>
                  <a:pt x="560" y="400"/>
                  <a:pt x="560" y="400"/>
                  <a:pt x="560" y="400"/>
                </a:cubicBezTo>
                <a:cubicBezTo>
                  <a:pt x="559" y="399"/>
                  <a:pt x="559" y="398"/>
                  <a:pt x="559" y="398"/>
                </a:cubicBezTo>
                <a:cubicBezTo>
                  <a:pt x="559" y="390"/>
                  <a:pt x="559" y="390"/>
                  <a:pt x="559" y="390"/>
                </a:cubicBezTo>
                <a:cubicBezTo>
                  <a:pt x="560" y="390"/>
                  <a:pt x="560" y="390"/>
                  <a:pt x="560" y="390"/>
                </a:cubicBezTo>
                <a:close/>
                <a:moveTo>
                  <a:pt x="560" y="411"/>
                </a:moveTo>
                <a:cubicBezTo>
                  <a:pt x="560" y="415"/>
                  <a:pt x="560" y="415"/>
                  <a:pt x="560" y="415"/>
                </a:cubicBezTo>
                <a:cubicBezTo>
                  <a:pt x="559" y="415"/>
                  <a:pt x="559" y="415"/>
                  <a:pt x="559" y="415"/>
                </a:cubicBezTo>
                <a:cubicBezTo>
                  <a:pt x="559" y="411"/>
                  <a:pt x="559" y="411"/>
                  <a:pt x="559" y="411"/>
                </a:cubicBezTo>
                <a:cubicBezTo>
                  <a:pt x="560" y="411"/>
                  <a:pt x="560" y="411"/>
                  <a:pt x="560" y="411"/>
                </a:cubicBezTo>
                <a:close/>
                <a:moveTo>
                  <a:pt x="560" y="444"/>
                </a:moveTo>
                <a:cubicBezTo>
                  <a:pt x="560" y="453"/>
                  <a:pt x="560" y="453"/>
                  <a:pt x="560" y="453"/>
                </a:cubicBezTo>
                <a:cubicBezTo>
                  <a:pt x="560" y="453"/>
                  <a:pt x="559" y="453"/>
                  <a:pt x="559" y="453"/>
                </a:cubicBezTo>
                <a:cubicBezTo>
                  <a:pt x="559" y="446"/>
                  <a:pt x="559" y="446"/>
                  <a:pt x="559" y="446"/>
                </a:cubicBezTo>
                <a:cubicBezTo>
                  <a:pt x="559" y="446"/>
                  <a:pt x="559" y="445"/>
                  <a:pt x="560" y="444"/>
                </a:cubicBezTo>
                <a:close/>
                <a:moveTo>
                  <a:pt x="560" y="486"/>
                </a:moveTo>
                <a:cubicBezTo>
                  <a:pt x="560" y="507"/>
                  <a:pt x="560" y="507"/>
                  <a:pt x="560" y="507"/>
                </a:cubicBezTo>
                <a:cubicBezTo>
                  <a:pt x="559" y="508"/>
                  <a:pt x="559" y="508"/>
                  <a:pt x="559" y="508"/>
                </a:cubicBezTo>
                <a:cubicBezTo>
                  <a:pt x="559" y="487"/>
                  <a:pt x="559" y="487"/>
                  <a:pt x="559" y="487"/>
                </a:cubicBezTo>
                <a:cubicBezTo>
                  <a:pt x="560" y="486"/>
                  <a:pt x="560" y="486"/>
                  <a:pt x="560" y="486"/>
                </a:cubicBezTo>
                <a:close/>
                <a:moveTo>
                  <a:pt x="560" y="535"/>
                </a:moveTo>
                <a:cubicBezTo>
                  <a:pt x="560" y="546"/>
                  <a:pt x="560" y="546"/>
                  <a:pt x="560" y="546"/>
                </a:cubicBezTo>
                <a:cubicBezTo>
                  <a:pt x="560" y="546"/>
                  <a:pt x="559" y="546"/>
                  <a:pt x="559" y="546"/>
                </a:cubicBezTo>
                <a:cubicBezTo>
                  <a:pt x="559" y="535"/>
                  <a:pt x="559" y="535"/>
                  <a:pt x="559" y="535"/>
                </a:cubicBezTo>
                <a:cubicBezTo>
                  <a:pt x="560" y="535"/>
                  <a:pt x="560" y="535"/>
                  <a:pt x="560" y="535"/>
                </a:cubicBezTo>
                <a:close/>
                <a:moveTo>
                  <a:pt x="560" y="556"/>
                </a:moveTo>
                <a:cubicBezTo>
                  <a:pt x="560" y="561"/>
                  <a:pt x="560" y="561"/>
                  <a:pt x="560" y="561"/>
                </a:cubicBezTo>
                <a:cubicBezTo>
                  <a:pt x="559" y="561"/>
                  <a:pt x="559" y="561"/>
                  <a:pt x="559" y="561"/>
                </a:cubicBezTo>
                <a:cubicBezTo>
                  <a:pt x="559" y="556"/>
                  <a:pt x="559" y="556"/>
                  <a:pt x="559" y="556"/>
                </a:cubicBezTo>
                <a:cubicBezTo>
                  <a:pt x="560" y="556"/>
                  <a:pt x="560" y="556"/>
                  <a:pt x="560" y="556"/>
                </a:cubicBezTo>
                <a:close/>
                <a:moveTo>
                  <a:pt x="560" y="567"/>
                </a:moveTo>
                <a:cubicBezTo>
                  <a:pt x="560" y="574"/>
                  <a:pt x="560" y="574"/>
                  <a:pt x="560" y="574"/>
                </a:cubicBezTo>
                <a:cubicBezTo>
                  <a:pt x="559" y="575"/>
                  <a:pt x="559" y="575"/>
                  <a:pt x="559" y="575"/>
                </a:cubicBezTo>
                <a:cubicBezTo>
                  <a:pt x="559" y="568"/>
                  <a:pt x="559" y="568"/>
                  <a:pt x="559" y="568"/>
                </a:cubicBezTo>
                <a:cubicBezTo>
                  <a:pt x="559" y="568"/>
                  <a:pt x="560" y="567"/>
                  <a:pt x="560" y="567"/>
                </a:cubicBezTo>
                <a:close/>
                <a:moveTo>
                  <a:pt x="560" y="619"/>
                </a:moveTo>
                <a:cubicBezTo>
                  <a:pt x="560" y="621"/>
                  <a:pt x="560" y="621"/>
                  <a:pt x="560" y="621"/>
                </a:cubicBezTo>
                <a:cubicBezTo>
                  <a:pt x="559" y="620"/>
                  <a:pt x="559" y="620"/>
                  <a:pt x="559" y="620"/>
                </a:cubicBezTo>
                <a:cubicBezTo>
                  <a:pt x="560" y="619"/>
                  <a:pt x="560" y="619"/>
                  <a:pt x="560" y="619"/>
                </a:cubicBezTo>
                <a:close/>
                <a:moveTo>
                  <a:pt x="560" y="709"/>
                </a:moveTo>
                <a:cubicBezTo>
                  <a:pt x="560" y="718"/>
                  <a:pt x="560" y="718"/>
                  <a:pt x="560" y="718"/>
                </a:cubicBezTo>
                <a:cubicBezTo>
                  <a:pt x="559" y="718"/>
                  <a:pt x="559" y="718"/>
                  <a:pt x="559" y="718"/>
                </a:cubicBezTo>
                <a:cubicBezTo>
                  <a:pt x="559" y="709"/>
                  <a:pt x="559" y="709"/>
                  <a:pt x="559" y="709"/>
                </a:cubicBezTo>
                <a:cubicBezTo>
                  <a:pt x="560" y="709"/>
                  <a:pt x="560" y="709"/>
                  <a:pt x="560" y="709"/>
                </a:cubicBezTo>
                <a:close/>
                <a:moveTo>
                  <a:pt x="560" y="729"/>
                </a:moveTo>
                <a:cubicBezTo>
                  <a:pt x="560" y="739"/>
                  <a:pt x="560" y="739"/>
                  <a:pt x="560" y="739"/>
                </a:cubicBezTo>
                <a:cubicBezTo>
                  <a:pt x="559" y="739"/>
                  <a:pt x="559" y="739"/>
                  <a:pt x="559" y="739"/>
                </a:cubicBezTo>
                <a:cubicBezTo>
                  <a:pt x="559" y="728"/>
                  <a:pt x="559" y="728"/>
                  <a:pt x="559" y="728"/>
                </a:cubicBezTo>
                <a:cubicBezTo>
                  <a:pt x="560" y="729"/>
                  <a:pt x="560" y="729"/>
                  <a:pt x="560" y="729"/>
                </a:cubicBezTo>
                <a:close/>
                <a:moveTo>
                  <a:pt x="559" y="469"/>
                </a:moveTo>
                <a:cubicBezTo>
                  <a:pt x="559" y="464"/>
                  <a:pt x="559" y="464"/>
                  <a:pt x="559" y="464"/>
                </a:cubicBezTo>
                <a:cubicBezTo>
                  <a:pt x="560" y="464"/>
                  <a:pt x="560" y="464"/>
                  <a:pt x="560" y="464"/>
                </a:cubicBezTo>
                <a:cubicBezTo>
                  <a:pt x="559" y="467"/>
                  <a:pt x="559" y="468"/>
                  <a:pt x="559" y="469"/>
                </a:cubicBezTo>
                <a:close/>
                <a:moveTo>
                  <a:pt x="556" y="35"/>
                </a:moveTo>
                <a:cubicBezTo>
                  <a:pt x="557" y="35"/>
                  <a:pt x="558" y="36"/>
                  <a:pt x="559" y="36"/>
                </a:cubicBezTo>
                <a:cubicBezTo>
                  <a:pt x="559" y="43"/>
                  <a:pt x="559" y="43"/>
                  <a:pt x="559" y="43"/>
                </a:cubicBezTo>
                <a:cubicBezTo>
                  <a:pt x="558" y="43"/>
                  <a:pt x="557" y="43"/>
                  <a:pt x="556" y="43"/>
                </a:cubicBezTo>
                <a:cubicBezTo>
                  <a:pt x="556" y="35"/>
                  <a:pt x="556" y="35"/>
                  <a:pt x="556" y="35"/>
                </a:cubicBezTo>
                <a:close/>
                <a:moveTo>
                  <a:pt x="559" y="759"/>
                </a:moveTo>
                <a:cubicBezTo>
                  <a:pt x="558" y="760"/>
                  <a:pt x="557" y="760"/>
                  <a:pt x="556" y="760"/>
                </a:cubicBezTo>
                <a:cubicBezTo>
                  <a:pt x="556" y="752"/>
                  <a:pt x="556" y="752"/>
                  <a:pt x="556" y="752"/>
                </a:cubicBezTo>
                <a:cubicBezTo>
                  <a:pt x="557" y="751"/>
                  <a:pt x="558" y="751"/>
                  <a:pt x="559" y="751"/>
                </a:cubicBezTo>
                <a:cubicBezTo>
                  <a:pt x="559" y="759"/>
                  <a:pt x="559" y="759"/>
                  <a:pt x="559" y="759"/>
                </a:cubicBezTo>
                <a:close/>
                <a:moveTo>
                  <a:pt x="559" y="74"/>
                </a:moveTo>
                <a:cubicBezTo>
                  <a:pt x="559" y="86"/>
                  <a:pt x="559" y="86"/>
                  <a:pt x="559" y="86"/>
                </a:cubicBezTo>
                <a:cubicBezTo>
                  <a:pt x="558" y="85"/>
                  <a:pt x="557" y="85"/>
                  <a:pt x="556" y="84"/>
                </a:cubicBezTo>
                <a:cubicBezTo>
                  <a:pt x="556" y="68"/>
                  <a:pt x="556" y="68"/>
                  <a:pt x="556" y="68"/>
                </a:cubicBezTo>
                <a:cubicBezTo>
                  <a:pt x="557" y="70"/>
                  <a:pt x="558" y="72"/>
                  <a:pt x="559" y="74"/>
                </a:cubicBezTo>
                <a:close/>
                <a:moveTo>
                  <a:pt x="559" y="159"/>
                </a:moveTo>
                <a:cubicBezTo>
                  <a:pt x="559" y="173"/>
                  <a:pt x="559" y="173"/>
                  <a:pt x="559" y="173"/>
                </a:cubicBezTo>
                <a:cubicBezTo>
                  <a:pt x="558" y="174"/>
                  <a:pt x="557" y="174"/>
                  <a:pt x="556" y="174"/>
                </a:cubicBezTo>
                <a:cubicBezTo>
                  <a:pt x="556" y="159"/>
                  <a:pt x="556" y="159"/>
                  <a:pt x="556" y="159"/>
                </a:cubicBezTo>
                <a:cubicBezTo>
                  <a:pt x="557" y="159"/>
                  <a:pt x="558" y="158"/>
                  <a:pt x="558" y="158"/>
                </a:cubicBezTo>
                <a:cubicBezTo>
                  <a:pt x="559" y="159"/>
                  <a:pt x="559" y="159"/>
                  <a:pt x="559" y="159"/>
                </a:cubicBezTo>
                <a:close/>
                <a:moveTo>
                  <a:pt x="559" y="188"/>
                </a:moveTo>
                <a:cubicBezTo>
                  <a:pt x="559" y="199"/>
                  <a:pt x="559" y="199"/>
                  <a:pt x="559" y="199"/>
                </a:cubicBezTo>
                <a:cubicBezTo>
                  <a:pt x="558" y="197"/>
                  <a:pt x="557" y="194"/>
                  <a:pt x="557" y="190"/>
                </a:cubicBezTo>
                <a:cubicBezTo>
                  <a:pt x="558" y="189"/>
                  <a:pt x="558" y="189"/>
                  <a:pt x="559" y="188"/>
                </a:cubicBezTo>
                <a:close/>
                <a:moveTo>
                  <a:pt x="559" y="228"/>
                </a:moveTo>
                <a:cubicBezTo>
                  <a:pt x="559" y="235"/>
                  <a:pt x="559" y="235"/>
                  <a:pt x="559" y="235"/>
                </a:cubicBezTo>
                <a:cubicBezTo>
                  <a:pt x="559" y="235"/>
                  <a:pt x="558" y="235"/>
                  <a:pt x="558" y="235"/>
                </a:cubicBezTo>
                <a:cubicBezTo>
                  <a:pt x="558" y="237"/>
                  <a:pt x="557" y="239"/>
                  <a:pt x="556" y="240"/>
                </a:cubicBezTo>
                <a:cubicBezTo>
                  <a:pt x="556" y="226"/>
                  <a:pt x="556" y="226"/>
                  <a:pt x="556" y="226"/>
                </a:cubicBezTo>
                <a:cubicBezTo>
                  <a:pt x="557" y="227"/>
                  <a:pt x="558" y="228"/>
                  <a:pt x="559" y="228"/>
                </a:cubicBezTo>
                <a:close/>
                <a:moveTo>
                  <a:pt x="559" y="262"/>
                </a:moveTo>
                <a:cubicBezTo>
                  <a:pt x="559" y="268"/>
                  <a:pt x="559" y="268"/>
                  <a:pt x="559" y="268"/>
                </a:cubicBezTo>
                <a:cubicBezTo>
                  <a:pt x="558" y="267"/>
                  <a:pt x="557" y="266"/>
                  <a:pt x="556" y="266"/>
                </a:cubicBezTo>
                <a:cubicBezTo>
                  <a:pt x="556" y="258"/>
                  <a:pt x="556" y="258"/>
                  <a:pt x="556" y="258"/>
                </a:cubicBezTo>
                <a:cubicBezTo>
                  <a:pt x="557" y="259"/>
                  <a:pt x="558" y="260"/>
                  <a:pt x="559" y="262"/>
                </a:cubicBezTo>
                <a:close/>
                <a:moveTo>
                  <a:pt x="559" y="302"/>
                </a:moveTo>
                <a:cubicBezTo>
                  <a:pt x="559" y="317"/>
                  <a:pt x="559" y="317"/>
                  <a:pt x="559" y="317"/>
                </a:cubicBezTo>
                <a:cubicBezTo>
                  <a:pt x="558" y="317"/>
                  <a:pt x="557" y="317"/>
                  <a:pt x="556" y="318"/>
                </a:cubicBezTo>
                <a:cubicBezTo>
                  <a:pt x="556" y="298"/>
                  <a:pt x="556" y="298"/>
                  <a:pt x="556" y="298"/>
                </a:cubicBezTo>
                <a:cubicBezTo>
                  <a:pt x="557" y="300"/>
                  <a:pt x="558" y="301"/>
                  <a:pt x="559" y="302"/>
                </a:cubicBezTo>
                <a:close/>
                <a:moveTo>
                  <a:pt x="559" y="332"/>
                </a:moveTo>
                <a:cubicBezTo>
                  <a:pt x="559" y="337"/>
                  <a:pt x="559" y="337"/>
                  <a:pt x="559" y="337"/>
                </a:cubicBezTo>
                <a:cubicBezTo>
                  <a:pt x="557" y="337"/>
                  <a:pt x="557" y="337"/>
                  <a:pt x="557" y="337"/>
                </a:cubicBezTo>
                <a:cubicBezTo>
                  <a:pt x="558" y="335"/>
                  <a:pt x="558" y="334"/>
                  <a:pt x="558" y="332"/>
                </a:cubicBezTo>
                <a:cubicBezTo>
                  <a:pt x="558" y="332"/>
                  <a:pt x="559" y="332"/>
                  <a:pt x="559" y="332"/>
                </a:cubicBezTo>
                <a:close/>
                <a:moveTo>
                  <a:pt x="559" y="345"/>
                </a:moveTo>
                <a:cubicBezTo>
                  <a:pt x="559" y="378"/>
                  <a:pt x="559" y="378"/>
                  <a:pt x="559" y="378"/>
                </a:cubicBezTo>
                <a:cubicBezTo>
                  <a:pt x="558" y="378"/>
                  <a:pt x="557" y="378"/>
                  <a:pt x="556" y="378"/>
                </a:cubicBezTo>
                <a:cubicBezTo>
                  <a:pt x="556" y="370"/>
                  <a:pt x="556" y="370"/>
                  <a:pt x="556" y="370"/>
                </a:cubicBezTo>
                <a:cubicBezTo>
                  <a:pt x="557" y="370"/>
                  <a:pt x="558" y="370"/>
                  <a:pt x="559" y="370"/>
                </a:cubicBezTo>
                <a:cubicBezTo>
                  <a:pt x="559" y="364"/>
                  <a:pt x="559" y="362"/>
                  <a:pt x="556" y="358"/>
                </a:cubicBezTo>
                <a:cubicBezTo>
                  <a:pt x="556" y="343"/>
                  <a:pt x="556" y="343"/>
                  <a:pt x="556" y="343"/>
                </a:cubicBezTo>
                <a:cubicBezTo>
                  <a:pt x="557" y="344"/>
                  <a:pt x="558" y="344"/>
                  <a:pt x="559" y="345"/>
                </a:cubicBezTo>
                <a:close/>
                <a:moveTo>
                  <a:pt x="559" y="390"/>
                </a:moveTo>
                <a:cubicBezTo>
                  <a:pt x="559" y="398"/>
                  <a:pt x="559" y="398"/>
                  <a:pt x="559" y="398"/>
                </a:cubicBezTo>
                <a:cubicBezTo>
                  <a:pt x="559" y="396"/>
                  <a:pt x="558" y="396"/>
                  <a:pt x="558" y="394"/>
                </a:cubicBezTo>
                <a:cubicBezTo>
                  <a:pt x="556" y="394"/>
                  <a:pt x="556" y="394"/>
                  <a:pt x="556" y="394"/>
                </a:cubicBezTo>
                <a:cubicBezTo>
                  <a:pt x="556" y="390"/>
                  <a:pt x="556" y="390"/>
                  <a:pt x="556" y="390"/>
                </a:cubicBezTo>
                <a:cubicBezTo>
                  <a:pt x="559" y="390"/>
                  <a:pt x="559" y="390"/>
                  <a:pt x="559" y="390"/>
                </a:cubicBezTo>
                <a:close/>
                <a:moveTo>
                  <a:pt x="559" y="411"/>
                </a:moveTo>
                <a:cubicBezTo>
                  <a:pt x="559" y="415"/>
                  <a:pt x="559" y="415"/>
                  <a:pt x="559" y="415"/>
                </a:cubicBezTo>
                <a:cubicBezTo>
                  <a:pt x="556" y="415"/>
                  <a:pt x="556" y="415"/>
                  <a:pt x="556" y="415"/>
                </a:cubicBezTo>
                <a:cubicBezTo>
                  <a:pt x="556" y="411"/>
                  <a:pt x="556" y="411"/>
                  <a:pt x="556" y="411"/>
                </a:cubicBezTo>
                <a:cubicBezTo>
                  <a:pt x="559" y="411"/>
                  <a:pt x="559" y="411"/>
                  <a:pt x="559" y="411"/>
                </a:cubicBezTo>
                <a:close/>
                <a:moveTo>
                  <a:pt x="559" y="446"/>
                </a:moveTo>
                <a:cubicBezTo>
                  <a:pt x="559" y="453"/>
                  <a:pt x="559" y="453"/>
                  <a:pt x="559" y="453"/>
                </a:cubicBezTo>
                <a:cubicBezTo>
                  <a:pt x="558" y="453"/>
                  <a:pt x="558" y="453"/>
                  <a:pt x="558" y="453"/>
                </a:cubicBezTo>
                <a:cubicBezTo>
                  <a:pt x="558" y="450"/>
                  <a:pt x="558" y="448"/>
                  <a:pt x="559" y="446"/>
                </a:cubicBezTo>
                <a:close/>
                <a:moveTo>
                  <a:pt x="559" y="464"/>
                </a:moveTo>
                <a:cubicBezTo>
                  <a:pt x="559" y="469"/>
                  <a:pt x="559" y="469"/>
                  <a:pt x="559" y="469"/>
                </a:cubicBezTo>
                <a:cubicBezTo>
                  <a:pt x="559" y="470"/>
                  <a:pt x="558" y="471"/>
                  <a:pt x="558" y="471"/>
                </a:cubicBezTo>
                <a:cubicBezTo>
                  <a:pt x="556" y="472"/>
                  <a:pt x="556" y="472"/>
                  <a:pt x="556" y="472"/>
                </a:cubicBezTo>
                <a:cubicBezTo>
                  <a:pt x="556" y="461"/>
                  <a:pt x="556" y="461"/>
                  <a:pt x="556" y="461"/>
                </a:cubicBezTo>
                <a:cubicBezTo>
                  <a:pt x="557" y="462"/>
                  <a:pt x="557" y="463"/>
                  <a:pt x="557" y="463"/>
                </a:cubicBezTo>
                <a:cubicBezTo>
                  <a:pt x="558" y="463"/>
                  <a:pt x="558" y="463"/>
                  <a:pt x="559" y="464"/>
                </a:cubicBezTo>
                <a:close/>
                <a:moveTo>
                  <a:pt x="559" y="487"/>
                </a:moveTo>
                <a:cubicBezTo>
                  <a:pt x="559" y="508"/>
                  <a:pt x="559" y="508"/>
                  <a:pt x="559" y="508"/>
                </a:cubicBezTo>
                <a:cubicBezTo>
                  <a:pt x="558" y="509"/>
                  <a:pt x="558" y="509"/>
                  <a:pt x="557" y="510"/>
                </a:cubicBezTo>
                <a:cubicBezTo>
                  <a:pt x="557" y="509"/>
                  <a:pt x="557" y="509"/>
                  <a:pt x="556" y="508"/>
                </a:cubicBezTo>
                <a:cubicBezTo>
                  <a:pt x="556" y="492"/>
                  <a:pt x="556" y="492"/>
                  <a:pt x="556" y="492"/>
                </a:cubicBezTo>
                <a:cubicBezTo>
                  <a:pt x="557" y="491"/>
                  <a:pt x="558" y="489"/>
                  <a:pt x="559" y="487"/>
                </a:cubicBezTo>
                <a:close/>
                <a:moveTo>
                  <a:pt x="559" y="535"/>
                </a:moveTo>
                <a:cubicBezTo>
                  <a:pt x="559" y="546"/>
                  <a:pt x="559" y="546"/>
                  <a:pt x="559" y="546"/>
                </a:cubicBezTo>
                <a:cubicBezTo>
                  <a:pt x="558" y="546"/>
                  <a:pt x="557" y="546"/>
                  <a:pt x="556" y="547"/>
                </a:cubicBezTo>
                <a:cubicBezTo>
                  <a:pt x="556" y="540"/>
                  <a:pt x="556" y="540"/>
                  <a:pt x="556" y="540"/>
                </a:cubicBezTo>
                <a:cubicBezTo>
                  <a:pt x="557" y="538"/>
                  <a:pt x="558" y="537"/>
                  <a:pt x="559" y="535"/>
                </a:cubicBezTo>
                <a:close/>
                <a:moveTo>
                  <a:pt x="559" y="556"/>
                </a:moveTo>
                <a:cubicBezTo>
                  <a:pt x="559" y="561"/>
                  <a:pt x="559" y="561"/>
                  <a:pt x="559" y="561"/>
                </a:cubicBezTo>
                <a:cubicBezTo>
                  <a:pt x="558" y="561"/>
                  <a:pt x="557" y="560"/>
                  <a:pt x="556" y="560"/>
                </a:cubicBezTo>
                <a:cubicBezTo>
                  <a:pt x="556" y="555"/>
                  <a:pt x="556" y="555"/>
                  <a:pt x="556" y="555"/>
                </a:cubicBezTo>
                <a:cubicBezTo>
                  <a:pt x="557" y="555"/>
                  <a:pt x="558" y="555"/>
                  <a:pt x="558" y="556"/>
                </a:cubicBezTo>
                <a:cubicBezTo>
                  <a:pt x="559" y="556"/>
                  <a:pt x="559" y="556"/>
                  <a:pt x="559" y="556"/>
                </a:cubicBezTo>
                <a:close/>
                <a:moveTo>
                  <a:pt x="559" y="568"/>
                </a:moveTo>
                <a:cubicBezTo>
                  <a:pt x="559" y="575"/>
                  <a:pt x="559" y="575"/>
                  <a:pt x="559" y="575"/>
                </a:cubicBezTo>
                <a:cubicBezTo>
                  <a:pt x="556" y="577"/>
                  <a:pt x="556" y="577"/>
                  <a:pt x="556" y="577"/>
                </a:cubicBezTo>
                <a:cubicBezTo>
                  <a:pt x="556" y="569"/>
                  <a:pt x="556" y="569"/>
                  <a:pt x="556" y="569"/>
                </a:cubicBezTo>
                <a:cubicBezTo>
                  <a:pt x="557" y="569"/>
                  <a:pt x="558" y="568"/>
                  <a:pt x="559" y="568"/>
                </a:cubicBezTo>
                <a:close/>
                <a:moveTo>
                  <a:pt x="559" y="709"/>
                </a:moveTo>
                <a:cubicBezTo>
                  <a:pt x="559" y="718"/>
                  <a:pt x="559" y="718"/>
                  <a:pt x="559" y="718"/>
                </a:cubicBezTo>
                <a:cubicBezTo>
                  <a:pt x="558" y="718"/>
                  <a:pt x="557" y="719"/>
                  <a:pt x="556" y="719"/>
                </a:cubicBezTo>
                <a:cubicBezTo>
                  <a:pt x="556" y="710"/>
                  <a:pt x="556" y="710"/>
                  <a:pt x="556" y="710"/>
                </a:cubicBezTo>
                <a:cubicBezTo>
                  <a:pt x="557" y="710"/>
                  <a:pt x="558" y="709"/>
                  <a:pt x="559" y="709"/>
                </a:cubicBezTo>
                <a:close/>
                <a:moveTo>
                  <a:pt x="559" y="728"/>
                </a:moveTo>
                <a:cubicBezTo>
                  <a:pt x="559" y="739"/>
                  <a:pt x="559" y="739"/>
                  <a:pt x="559" y="739"/>
                </a:cubicBezTo>
                <a:cubicBezTo>
                  <a:pt x="558" y="738"/>
                  <a:pt x="557" y="738"/>
                  <a:pt x="556" y="737"/>
                </a:cubicBezTo>
                <a:cubicBezTo>
                  <a:pt x="556" y="726"/>
                  <a:pt x="556" y="726"/>
                  <a:pt x="556" y="726"/>
                </a:cubicBezTo>
                <a:lnTo>
                  <a:pt x="559" y="728"/>
                </a:lnTo>
                <a:close/>
                <a:moveTo>
                  <a:pt x="546" y="31"/>
                </a:moveTo>
                <a:cubicBezTo>
                  <a:pt x="547" y="31"/>
                  <a:pt x="547" y="31"/>
                  <a:pt x="547" y="31"/>
                </a:cubicBezTo>
                <a:cubicBezTo>
                  <a:pt x="550" y="33"/>
                  <a:pt x="553" y="34"/>
                  <a:pt x="556" y="35"/>
                </a:cubicBezTo>
                <a:cubicBezTo>
                  <a:pt x="556" y="43"/>
                  <a:pt x="556" y="43"/>
                  <a:pt x="556" y="43"/>
                </a:cubicBezTo>
                <a:cubicBezTo>
                  <a:pt x="555" y="42"/>
                  <a:pt x="554" y="42"/>
                  <a:pt x="553" y="42"/>
                </a:cubicBezTo>
                <a:cubicBezTo>
                  <a:pt x="554" y="53"/>
                  <a:pt x="554" y="61"/>
                  <a:pt x="556" y="68"/>
                </a:cubicBezTo>
                <a:cubicBezTo>
                  <a:pt x="556" y="84"/>
                  <a:pt x="556" y="84"/>
                  <a:pt x="556" y="84"/>
                </a:cubicBezTo>
                <a:cubicBezTo>
                  <a:pt x="555" y="83"/>
                  <a:pt x="553" y="81"/>
                  <a:pt x="552" y="80"/>
                </a:cubicBezTo>
                <a:cubicBezTo>
                  <a:pt x="550" y="79"/>
                  <a:pt x="548" y="79"/>
                  <a:pt x="546" y="78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31"/>
                  <a:pt x="546" y="31"/>
                  <a:pt x="546" y="31"/>
                </a:cubicBezTo>
                <a:close/>
                <a:moveTo>
                  <a:pt x="556" y="760"/>
                </a:moveTo>
                <a:cubicBezTo>
                  <a:pt x="553" y="761"/>
                  <a:pt x="550" y="762"/>
                  <a:pt x="547" y="763"/>
                </a:cubicBezTo>
                <a:cubicBezTo>
                  <a:pt x="546" y="764"/>
                  <a:pt x="546" y="764"/>
                  <a:pt x="546" y="764"/>
                </a:cubicBezTo>
                <a:cubicBezTo>
                  <a:pt x="546" y="752"/>
                  <a:pt x="546" y="752"/>
                  <a:pt x="546" y="752"/>
                </a:cubicBezTo>
                <a:cubicBezTo>
                  <a:pt x="546" y="752"/>
                  <a:pt x="547" y="753"/>
                  <a:pt x="548" y="753"/>
                </a:cubicBezTo>
                <a:cubicBezTo>
                  <a:pt x="551" y="753"/>
                  <a:pt x="554" y="753"/>
                  <a:pt x="556" y="752"/>
                </a:cubicBezTo>
                <a:cubicBezTo>
                  <a:pt x="556" y="760"/>
                  <a:pt x="556" y="760"/>
                  <a:pt x="556" y="760"/>
                </a:cubicBezTo>
                <a:close/>
                <a:moveTo>
                  <a:pt x="556" y="159"/>
                </a:moveTo>
                <a:cubicBezTo>
                  <a:pt x="556" y="174"/>
                  <a:pt x="556" y="174"/>
                  <a:pt x="556" y="174"/>
                </a:cubicBezTo>
                <a:cubicBezTo>
                  <a:pt x="554" y="175"/>
                  <a:pt x="551" y="175"/>
                  <a:pt x="548" y="176"/>
                </a:cubicBezTo>
                <a:cubicBezTo>
                  <a:pt x="547" y="174"/>
                  <a:pt x="546" y="173"/>
                  <a:pt x="546" y="172"/>
                </a:cubicBezTo>
                <a:cubicBezTo>
                  <a:pt x="546" y="165"/>
                  <a:pt x="546" y="165"/>
                  <a:pt x="546" y="165"/>
                </a:cubicBezTo>
                <a:cubicBezTo>
                  <a:pt x="547" y="162"/>
                  <a:pt x="551" y="159"/>
                  <a:pt x="556" y="159"/>
                </a:cubicBezTo>
                <a:close/>
                <a:moveTo>
                  <a:pt x="556" y="226"/>
                </a:moveTo>
                <a:cubicBezTo>
                  <a:pt x="556" y="240"/>
                  <a:pt x="556" y="240"/>
                  <a:pt x="556" y="240"/>
                </a:cubicBezTo>
                <a:cubicBezTo>
                  <a:pt x="554" y="247"/>
                  <a:pt x="554" y="252"/>
                  <a:pt x="556" y="258"/>
                </a:cubicBezTo>
                <a:cubicBezTo>
                  <a:pt x="556" y="266"/>
                  <a:pt x="556" y="266"/>
                  <a:pt x="556" y="266"/>
                </a:cubicBezTo>
                <a:cubicBezTo>
                  <a:pt x="555" y="265"/>
                  <a:pt x="554" y="264"/>
                  <a:pt x="553" y="263"/>
                </a:cubicBezTo>
                <a:cubicBezTo>
                  <a:pt x="551" y="265"/>
                  <a:pt x="549" y="268"/>
                  <a:pt x="547" y="270"/>
                </a:cubicBezTo>
                <a:cubicBezTo>
                  <a:pt x="547" y="271"/>
                  <a:pt x="546" y="271"/>
                  <a:pt x="546" y="271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0"/>
                  <a:pt x="546" y="260"/>
                  <a:pt x="546" y="260"/>
                </a:cubicBezTo>
                <a:cubicBezTo>
                  <a:pt x="550" y="260"/>
                  <a:pt x="550" y="260"/>
                  <a:pt x="550" y="260"/>
                </a:cubicBezTo>
                <a:cubicBezTo>
                  <a:pt x="550" y="258"/>
                  <a:pt x="550" y="256"/>
                  <a:pt x="549" y="254"/>
                </a:cubicBezTo>
                <a:cubicBezTo>
                  <a:pt x="548" y="254"/>
                  <a:pt x="547" y="254"/>
                  <a:pt x="546" y="253"/>
                </a:cubicBezTo>
                <a:cubicBezTo>
                  <a:pt x="546" y="247"/>
                  <a:pt x="546" y="247"/>
                  <a:pt x="546" y="247"/>
                </a:cubicBezTo>
                <a:cubicBezTo>
                  <a:pt x="546" y="248"/>
                  <a:pt x="546" y="248"/>
                  <a:pt x="547" y="249"/>
                </a:cubicBezTo>
                <a:cubicBezTo>
                  <a:pt x="550" y="238"/>
                  <a:pt x="554" y="230"/>
                  <a:pt x="546" y="223"/>
                </a:cubicBezTo>
                <a:cubicBezTo>
                  <a:pt x="546" y="217"/>
                  <a:pt x="546" y="217"/>
                  <a:pt x="546" y="217"/>
                </a:cubicBezTo>
                <a:cubicBezTo>
                  <a:pt x="549" y="220"/>
                  <a:pt x="553" y="223"/>
                  <a:pt x="556" y="226"/>
                </a:cubicBezTo>
                <a:close/>
                <a:moveTo>
                  <a:pt x="556" y="298"/>
                </a:moveTo>
                <a:cubicBezTo>
                  <a:pt x="556" y="318"/>
                  <a:pt x="556" y="318"/>
                  <a:pt x="556" y="318"/>
                </a:cubicBezTo>
                <a:cubicBezTo>
                  <a:pt x="553" y="319"/>
                  <a:pt x="550" y="321"/>
                  <a:pt x="546" y="321"/>
                </a:cubicBezTo>
                <a:cubicBezTo>
                  <a:pt x="546" y="309"/>
                  <a:pt x="546" y="309"/>
                  <a:pt x="546" y="309"/>
                </a:cubicBezTo>
                <a:cubicBezTo>
                  <a:pt x="548" y="310"/>
                  <a:pt x="550" y="311"/>
                  <a:pt x="554" y="311"/>
                </a:cubicBezTo>
                <a:cubicBezTo>
                  <a:pt x="554" y="309"/>
                  <a:pt x="554" y="308"/>
                  <a:pt x="554" y="306"/>
                </a:cubicBezTo>
                <a:cubicBezTo>
                  <a:pt x="548" y="305"/>
                  <a:pt x="548" y="299"/>
                  <a:pt x="547" y="295"/>
                </a:cubicBezTo>
                <a:cubicBezTo>
                  <a:pt x="549" y="292"/>
                  <a:pt x="551" y="293"/>
                  <a:pt x="554" y="293"/>
                </a:cubicBezTo>
                <a:cubicBezTo>
                  <a:pt x="555" y="295"/>
                  <a:pt x="556" y="297"/>
                  <a:pt x="556" y="298"/>
                </a:cubicBezTo>
                <a:close/>
                <a:moveTo>
                  <a:pt x="556" y="343"/>
                </a:moveTo>
                <a:cubicBezTo>
                  <a:pt x="556" y="358"/>
                  <a:pt x="556" y="358"/>
                  <a:pt x="556" y="358"/>
                </a:cubicBezTo>
                <a:cubicBezTo>
                  <a:pt x="556" y="357"/>
                  <a:pt x="556" y="357"/>
                  <a:pt x="555" y="356"/>
                </a:cubicBezTo>
                <a:cubicBezTo>
                  <a:pt x="553" y="356"/>
                  <a:pt x="550" y="356"/>
                  <a:pt x="548" y="356"/>
                </a:cubicBezTo>
                <a:cubicBezTo>
                  <a:pt x="547" y="362"/>
                  <a:pt x="551" y="365"/>
                  <a:pt x="554" y="371"/>
                </a:cubicBezTo>
                <a:cubicBezTo>
                  <a:pt x="555" y="371"/>
                  <a:pt x="556" y="371"/>
                  <a:pt x="556" y="370"/>
                </a:cubicBezTo>
                <a:cubicBezTo>
                  <a:pt x="556" y="378"/>
                  <a:pt x="556" y="378"/>
                  <a:pt x="556" y="378"/>
                </a:cubicBezTo>
                <a:cubicBezTo>
                  <a:pt x="550" y="378"/>
                  <a:pt x="548" y="375"/>
                  <a:pt x="546" y="369"/>
                </a:cubicBezTo>
                <a:cubicBezTo>
                  <a:pt x="546" y="349"/>
                  <a:pt x="546" y="349"/>
                  <a:pt x="546" y="349"/>
                </a:cubicBezTo>
                <a:cubicBezTo>
                  <a:pt x="546" y="348"/>
                  <a:pt x="547" y="348"/>
                  <a:pt x="548" y="348"/>
                </a:cubicBezTo>
                <a:cubicBezTo>
                  <a:pt x="548" y="346"/>
                  <a:pt x="548" y="345"/>
                  <a:pt x="548" y="344"/>
                </a:cubicBezTo>
                <a:cubicBezTo>
                  <a:pt x="546" y="344"/>
                  <a:pt x="546" y="344"/>
                  <a:pt x="546" y="344"/>
                </a:cubicBezTo>
                <a:cubicBezTo>
                  <a:pt x="546" y="328"/>
                  <a:pt x="546" y="328"/>
                  <a:pt x="546" y="328"/>
                </a:cubicBezTo>
                <a:cubicBezTo>
                  <a:pt x="548" y="328"/>
                  <a:pt x="548" y="328"/>
                  <a:pt x="551" y="330"/>
                </a:cubicBezTo>
                <a:cubicBezTo>
                  <a:pt x="552" y="335"/>
                  <a:pt x="552" y="341"/>
                  <a:pt x="556" y="343"/>
                </a:cubicBezTo>
                <a:close/>
                <a:moveTo>
                  <a:pt x="556" y="390"/>
                </a:moveTo>
                <a:cubicBezTo>
                  <a:pt x="556" y="394"/>
                  <a:pt x="556" y="394"/>
                  <a:pt x="556" y="394"/>
                </a:cubicBezTo>
                <a:cubicBezTo>
                  <a:pt x="554" y="394"/>
                  <a:pt x="552" y="393"/>
                  <a:pt x="550" y="393"/>
                </a:cubicBezTo>
                <a:cubicBezTo>
                  <a:pt x="552" y="400"/>
                  <a:pt x="551" y="407"/>
                  <a:pt x="556" y="411"/>
                </a:cubicBezTo>
                <a:cubicBezTo>
                  <a:pt x="556" y="411"/>
                  <a:pt x="556" y="411"/>
                  <a:pt x="556" y="411"/>
                </a:cubicBezTo>
                <a:cubicBezTo>
                  <a:pt x="556" y="415"/>
                  <a:pt x="556" y="415"/>
                  <a:pt x="556" y="415"/>
                </a:cubicBezTo>
                <a:cubicBezTo>
                  <a:pt x="546" y="415"/>
                  <a:pt x="546" y="415"/>
                  <a:pt x="546" y="415"/>
                </a:cubicBezTo>
                <a:cubicBezTo>
                  <a:pt x="546" y="411"/>
                  <a:pt x="546" y="411"/>
                  <a:pt x="546" y="411"/>
                </a:cubicBezTo>
                <a:cubicBezTo>
                  <a:pt x="547" y="410"/>
                  <a:pt x="548" y="410"/>
                  <a:pt x="550" y="410"/>
                </a:cubicBezTo>
                <a:cubicBezTo>
                  <a:pt x="548" y="401"/>
                  <a:pt x="548" y="400"/>
                  <a:pt x="546" y="396"/>
                </a:cubicBezTo>
                <a:cubicBezTo>
                  <a:pt x="546" y="390"/>
                  <a:pt x="546" y="390"/>
                  <a:pt x="546" y="390"/>
                </a:cubicBezTo>
                <a:cubicBezTo>
                  <a:pt x="556" y="390"/>
                  <a:pt x="556" y="390"/>
                  <a:pt x="556" y="390"/>
                </a:cubicBezTo>
                <a:close/>
                <a:moveTo>
                  <a:pt x="556" y="461"/>
                </a:moveTo>
                <a:cubicBezTo>
                  <a:pt x="556" y="472"/>
                  <a:pt x="556" y="472"/>
                  <a:pt x="556" y="472"/>
                </a:cubicBezTo>
                <a:cubicBezTo>
                  <a:pt x="553" y="472"/>
                  <a:pt x="549" y="473"/>
                  <a:pt x="546" y="474"/>
                </a:cubicBezTo>
                <a:cubicBezTo>
                  <a:pt x="546" y="449"/>
                  <a:pt x="546" y="449"/>
                  <a:pt x="546" y="449"/>
                </a:cubicBezTo>
                <a:cubicBezTo>
                  <a:pt x="548" y="454"/>
                  <a:pt x="551" y="458"/>
                  <a:pt x="556" y="461"/>
                </a:cubicBezTo>
                <a:cubicBezTo>
                  <a:pt x="556" y="461"/>
                  <a:pt x="556" y="461"/>
                  <a:pt x="556" y="461"/>
                </a:cubicBezTo>
                <a:close/>
                <a:moveTo>
                  <a:pt x="556" y="492"/>
                </a:moveTo>
                <a:cubicBezTo>
                  <a:pt x="556" y="508"/>
                  <a:pt x="556" y="508"/>
                  <a:pt x="556" y="508"/>
                </a:cubicBezTo>
                <a:cubicBezTo>
                  <a:pt x="555" y="505"/>
                  <a:pt x="553" y="503"/>
                  <a:pt x="553" y="499"/>
                </a:cubicBezTo>
                <a:cubicBezTo>
                  <a:pt x="554" y="497"/>
                  <a:pt x="555" y="495"/>
                  <a:pt x="556" y="492"/>
                </a:cubicBezTo>
                <a:close/>
                <a:moveTo>
                  <a:pt x="556" y="540"/>
                </a:moveTo>
                <a:cubicBezTo>
                  <a:pt x="556" y="547"/>
                  <a:pt x="556" y="547"/>
                  <a:pt x="556" y="547"/>
                </a:cubicBezTo>
                <a:cubicBezTo>
                  <a:pt x="554" y="548"/>
                  <a:pt x="552" y="550"/>
                  <a:pt x="550" y="553"/>
                </a:cubicBezTo>
                <a:cubicBezTo>
                  <a:pt x="554" y="554"/>
                  <a:pt x="555" y="554"/>
                  <a:pt x="556" y="555"/>
                </a:cubicBezTo>
                <a:cubicBezTo>
                  <a:pt x="556" y="560"/>
                  <a:pt x="556" y="560"/>
                  <a:pt x="556" y="560"/>
                </a:cubicBezTo>
                <a:cubicBezTo>
                  <a:pt x="552" y="559"/>
                  <a:pt x="549" y="559"/>
                  <a:pt x="546" y="560"/>
                </a:cubicBezTo>
                <a:cubicBezTo>
                  <a:pt x="546" y="550"/>
                  <a:pt x="546" y="550"/>
                  <a:pt x="546" y="550"/>
                </a:cubicBezTo>
                <a:cubicBezTo>
                  <a:pt x="550" y="546"/>
                  <a:pt x="552" y="541"/>
                  <a:pt x="546" y="539"/>
                </a:cubicBezTo>
                <a:cubicBezTo>
                  <a:pt x="546" y="539"/>
                  <a:pt x="546" y="539"/>
                  <a:pt x="546" y="539"/>
                </a:cubicBezTo>
                <a:cubicBezTo>
                  <a:pt x="546" y="533"/>
                  <a:pt x="546" y="533"/>
                  <a:pt x="546" y="533"/>
                </a:cubicBezTo>
                <a:cubicBezTo>
                  <a:pt x="553" y="540"/>
                  <a:pt x="553" y="540"/>
                  <a:pt x="553" y="540"/>
                </a:cubicBezTo>
                <a:cubicBezTo>
                  <a:pt x="554" y="540"/>
                  <a:pt x="555" y="540"/>
                  <a:pt x="556" y="540"/>
                </a:cubicBezTo>
                <a:cubicBezTo>
                  <a:pt x="556" y="540"/>
                  <a:pt x="556" y="540"/>
                  <a:pt x="556" y="540"/>
                </a:cubicBezTo>
                <a:close/>
                <a:moveTo>
                  <a:pt x="556" y="569"/>
                </a:moveTo>
                <a:cubicBezTo>
                  <a:pt x="556" y="577"/>
                  <a:pt x="556" y="577"/>
                  <a:pt x="556" y="577"/>
                </a:cubicBezTo>
                <a:cubicBezTo>
                  <a:pt x="553" y="580"/>
                  <a:pt x="549" y="584"/>
                  <a:pt x="546" y="587"/>
                </a:cubicBezTo>
                <a:cubicBezTo>
                  <a:pt x="546" y="580"/>
                  <a:pt x="546" y="580"/>
                  <a:pt x="546" y="580"/>
                </a:cubicBezTo>
                <a:cubicBezTo>
                  <a:pt x="547" y="579"/>
                  <a:pt x="549" y="578"/>
                  <a:pt x="550" y="576"/>
                </a:cubicBezTo>
                <a:cubicBezTo>
                  <a:pt x="549" y="576"/>
                  <a:pt x="547" y="575"/>
                  <a:pt x="546" y="575"/>
                </a:cubicBezTo>
                <a:cubicBezTo>
                  <a:pt x="546" y="569"/>
                  <a:pt x="546" y="569"/>
                  <a:pt x="546" y="569"/>
                </a:cubicBezTo>
                <a:cubicBezTo>
                  <a:pt x="552" y="571"/>
                  <a:pt x="552" y="571"/>
                  <a:pt x="552" y="571"/>
                </a:cubicBezTo>
                <a:cubicBezTo>
                  <a:pt x="553" y="570"/>
                  <a:pt x="555" y="570"/>
                  <a:pt x="556" y="569"/>
                </a:cubicBezTo>
                <a:close/>
                <a:moveTo>
                  <a:pt x="556" y="710"/>
                </a:moveTo>
                <a:cubicBezTo>
                  <a:pt x="556" y="719"/>
                  <a:pt x="556" y="719"/>
                  <a:pt x="556" y="719"/>
                </a:cubicBezTo>
                <a:cubicBezTo>
                  <a:pt x="555" y="720"/>
                  <a:pt x="553" y="721"/>
                  <a:pt x="550" y="722"/>
                </a:cubicBezTo>
                <a:cubicBezTo>
                  <a:pt x="552" y="724"/>
                  <a:pt x="554" y="725"/>
                  <a:pt x="556" y="726"/>
                </a:cubicBezTo>
                <a:cubicBezTo>
                  <a:pt x="556" y="737"/>
                  <a:pt x="556" y="737"/>
                  <a:pt x="556" y="737"/>
                </a:cubicBezTo>
                <a:cubicBezTo>
                  <a:pt x="553" y="735"/>
                  <a:pt x="549" y="733"/>
                  <a:pt x="546" y="731"/>
                </a:cubicBezTo>
                <a:cubicBezTo>
                  <a:pt x="546" y="717"/>
                  <a:pt x="546" y="717"/>
                  <a:pt x="546" y="717"/>
                </a:cubicBezTo>
                <a:cubicBezTo>
                  <a:pt x="549" y="714"/>
                  <a:pt x="553" y="712"/>
                  <a:pt x="556" y="710"/>
                </a:cubicBezTo>
                <a:close/>
                <a:moveTo>
                  <a:pt x="546" y="496"/>
                </a:moveTo>
                <a:cubicBezTo>
                  <a:pt x="546" y="483"/>
                  <a:pt x="546" y="483"/>
                  <a:pt x="546" y="483"/>
                </a:cubicBezTo>
                <a:cubicBezTo>
                  <a:pt x="549" y="485"/>
                  <a:pt x="547" y="490"/>
                  <a:pt x="547" y="495"/>
                </a:cubicBezTo>
                <a:lnTo>
                  <a:pt x="546" y="496"/>
                </a:lnTo>
                <a:close/>
                <a:moveTo>
                  <a:pt x="540" y="27"/>
                </a:moveTo>
                <a:cubicBezTo>
                  <a:pt x="542" y="29"/>
                  <a:pt x="544" y="30"/>
                  <a:pt x="546" y="3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5" y="56"/>
                  <a:pt x="546" y="46"/>
                  <a:pt x="540" y="38"/>
                </a:cubicBezTo>
                <a:cubicBezTo>
                  <a:pt x="540" y="27"/>
                  <a:pt x="540" y="27"/>
                  <a:pt x="540" y="27"/>
                </a:cubicBezTo>
                <a:close/>
                <a:moveTo>
                  <a:pt x="546" y="764"/>
                </a:moveTo>
                <a:cubicBezTo>
                  <a:pt x="544" y="765"/>
                  <a:pt x="542" y="766"/>
                  <a:pt x="540" y="767"/>
                </a:cubicBezTo>
                <a:cubicBezTo>
                  <a:pt x="540" y="749"/>
                  <a:pt x="540" y="749"/>
                  <a:pt x="540" y="749"/>
                </a:cubicBezTo>
                <a:cubicBezTo>
                  <a:pt x="542" y="750"/>
                  <a:pt x="543" y="751"/>
                  <a:pt x="546" y="752"/>
                </a:cubicBezTo>
                <a:cubicBezTo>
                  <a:pt x="546" y="764"/>
                  <a:pt x="546" y="764"/>
                  <a:pt x="546" y="764"/>
                </a:cubicBezTo>
                <a:close/>
                <a:moveTo>
                  <a:pt x="546" y="71"/>
                </a:moveTo>
                <a:cubicBezTo>
                  <a:pt x="543" y="70"/>
                  <a:pt x="541" y="69"/>
                  <a:pt x="540" y="68"/>
                </a:cubicBezTo>
                <a:cubicBezTo>
                  <a:pt x="540" y="76"/>
                  <a:pt x="540" y="76"/>
                  <a:pt x="540" y="76"/>
                </a:cubicBezTo>
                <a:cubicBezTo>
                  <a:pt x="542" y="77"/>
                  <a:pt x="543" y="78"/>
                  <a:pt x="546" y="78"/>
                </a:cubicBezTo>
                <a:cubicBezTo>
                  <a:pt x="546" y="71"/>
                  <a:pt x="546" y="71"/>
                  <a:pt x="546" y="71"/>
                </a:cubicBezTo>
                <a:close/>
                <a:moveTo>
                  <a:pt x="546" y="165"/>
                </a:moveTo>
                <a:cubicBezTo>
                  <a:pt x="546" y="172"/>
                  <a:pt x="546" y="172"/>
                  <a:pt x="546" y="172"/>
                </a:cubicBezTo>
                <a:cubicBezTo>
                  <a:pt x="545" y="169"/>
                  <a:pt x="545" y="167"/>
                  <a:pt x="546" y="165"/>
                </a:cubicBezTo>
                <a:close/>
                <a:moveTo>
                  <a:pt x="546" y="217"/>
                </a:moveTo>
                <a:cubicBezTo>
                  <a:pt x="546" y="223"/>
                  <a:pt x="546" y="223"/>
                  <a:pt x="546" y="223"/>
                </a:cubicBezTo>
                <a:cubicBezTo>
                  <a:pt x="545" y="222"/>
                  <a:pt x="544" y="221"/>
                  <a:pt x="543" y="220"/>
                </a:cubicBezTo>
                <a:cubicBezTo>
                  <a:pt x="541" y="231"/>
                  <a:pt x="537" y="240"/>
                  <a:pt x="546" y="247"/>
                </a:cubicBezTo>
                <a:cubicBezTo>
                  <a:pt x="546" y="253"/>
                  <a:pt x="546" y="253"/>
                  <a:pt x="546" y="253"/>
                </a:cubicBezTo>
                <a:cubicBezTo>
                  <a:pt x="543" y="252"/>
                  <a:pt x="542" y="251"/>
                  <a:pt x="540" y="250"/>
                </a:cubicBezTo>
                <a:cubicBezTo>
                  <a:pt x="540" y="212"/>
                  <a:pt x="540" y="212"/>
                  <a:pt x="540" y="212"/>
                </a:cubicBezTo>
                <a:cubicBezTo>
                  <a:pt x="542" y="214"/>
                  <a:pt x="544" y="215"/>
                  <a:pt x="546" y="217"/>
                </a:cubicBezTo>
                <a:close/>
                <a:moveTo>
                  <a:pt x="546" y="260"/>
                </a:moveTo>
                <a:cubicBezTo>
                  <a:pt x="546" y="264"/>
                  <a:pt x="546" y="264"/>
                  <a:pt x="546" y="264"/>
                </a:cubicBezTo>
                <a:cubicBezTo>
                  <a:pt x="545" y="264"/>
                  <a:pt x="542" y="262"/>
                  <a:pt x="540" y="261"/>
                </a:cubicBezTo>
                <a:cubicBezTo>
                  <a:pt x="540" y="257"/>
                  <a:pt x="540" y="257"/>
                  <a:pt x="540" y="257"/>
                </a:cubicBezTo>
                <a:cubicBezTo>
                  <a:pt x="541" y="258"/>
                  <a:pt x="543" y="259"/>
                  <a:pt x="544" y="260"/>
                </a:cubicBezTo>
                <a:cubicBezTo>
                  <a:pt x="546" y="260"/>
                  <a:pt x="546" y="260"/>
                  <a:pt x="546" y="260"/>
                </a:cubicBezTo>
                <a:close/>
                <a:moveTo>
                  <a:pt x="546" y="264"/>
                </a:moveTo>
                <a:cubicBezTo>
                  <a:pt x="546" y="271"/>
                  <a:pt x="546" y="271"/>
                  <a:pt x="546" y="271"/>
                </a:cubicBezTo>
                <a:cubicBezTo>
                  <a:pt x="543" y="272"/>
                  <a:pt x="542" y="274"/>
                  <a:pt x="540" y="275"/>
                </a:cubicBezTo>
                <a:cubicBezTo>
                  <a:pt x="540" y="269"/>
                  <a:pt x="540" y="269"/>
                  <a:pt x="540" y="269"/>
                </a:cubicBezTo>
                <a:cubicBezTo>
                  <a:pt x="543" y="269"/>
                  <a:pt x="545" y="267"/>
                  <a:pt x="546" y="264"/>
                </a:cubicBezTo>
                <a:close/>
                <a:moveTo>
                  <a:pt x="546" y="309"/>
                </a:moveTo>
                <a:cubicBezTo>
                  <a:pt x="546" y="321"/>
                  <a:pt x="546" y="321"/>
                  <a:pt x="546" y="321"/>
                </a:cubicBezTo>
                <a:cubicBezTo>
                  <a:pt x="545" y="321"/>
                  <a:pt x="545" y="320"/>
                  <a:pt x="544" y="320"/>
                </a:cubicBezTo>
                <a:cubicBezTo>
                  <a:pt x="543" y="318"/>
                  <a:pt x="541" y="316"/>
                  <a:pt x="540" y="314"/>
                </a:cubicBezTo>
                <a:cubicBezTo>
                  <a:pt x="540" y="314"/>
                  <a:pt x="540" y="314"/>
                  <a:pt x="540" y="314"/>
                </a:cubicBezTo>
                <a:cubicBezTo>
                  <a:pt x="540" y="304"/>
                  <a:pt x="540" y="304"/>
                  <a:pt x="540" y="304"/>
                </a:cubicBezTo>
                <a:cubicBezTo>
                  <a:pt x="542" y="307"/>
                  <a:pt x="543" y="308"/>
                  <a:pt x="546" y="309"/>
                </a:cubicBezTo>
                <a:close/>
                <a:moveTo>
                  <a:pt x="546" y="328"/>
                </a:moveTo>
                <a:cubicBezTo>
                  <a:pt x="546" y="344"/>
                  <a:pt x="546" y="344"/>
                  <a:pt x="546" y="344"/>
                </a:cubicBezTo>
                <a:cubicBezTo>
                  <a:pt x="544" y="344"/>
                  <a:pt x="542" y="344"/>
                  <a:pt x="541" y="344"/>
                </a:cubicBezTo>
                <a:cubicBezTo>
                  <a:pt x="541" y="346"/>
                  <a:pt x="541" y="348"/>
                  <a:pt x="542" y="350"/>
                </a:cubicBezTo>
                <a:cubicBezTo>
                  <a:pt x="546" y="349"/>
                  <a:pt x="546" y="349"/>
                  <a:pt x="546" y="349"/>
                </a:cubicBezTo>
                <a:cubicBezTo>
                  <a:pt x="546" y="369"/>
                  <a:pt x="546" y="369"/>
                  <a:pt x="546" y="369"/>
                </a:cubicBezTo>
                <a:cubicBezTo>
                  <a:pt x="545" y="367"/>
                  <a:pt x="544" y="365"/>
                  <a:pt x="543" y="363"/>
                </a:cubicBezTo>
                <a:cubicBezTo>
                  <a:pt x="542" y="363"/>
                  <a:pt x="541" y="363"/>
                  <a:pt x="541" y="364"/>
                </a:cubicBezTo>
                <a:cubicBezTo>
                  <a:pt x="540" y="364"/>
                  <a:pt x="540" y="365"/>
                  <a:pt x="540" y="366"/>
                </a:cubicBezTo>
                <a:cubicBezTo>
                  <a:pt x="540" y="334"/>
                  <a:pt x="540" y="334"/>
                  <a:pt x="540" y="334"/>
                </a:cubicBezTo>
                <a:cubicBezTo>
                  <a:pt x="543" y="331"/>
                  <a:pt x="543" y="330"/>
                  <a:pt x="544" y="328"/>
                </a:cubicBezTo>
                <a:cubicBezTo>
                  <a:pt x="545" y="328"/>
                  <a:pt x="545" y="328"/>
                  <a:pt x="546" y="328"/>
                </a:cubicBezTo>
                <a:close/>
                <a:moveTo>
                  <a:pt x="546" y="390"/>
                </a:moveTo>
                <a:cubicBezTo>
                  <a:pt x="546" y="396"/>
                  <a:pt x="546" y="396"/>
                  <a:pt x="546" y="396"/>
                </a:cubicBezTo>
                <a:cubicBezTo>
                  <a:pt x="545" y="396"/>
                  <a:pt x="545" y="395"/>
                  <a:pt x="544" y="394"/>
                </a:cubicBezTo>
                <a:cubicBezTo>
                  <a:pt x="540" y="394"/>
                  <a:pt x="540" y="394"/>
                  <a:pt x="540" y="394"/>
                </a:cubicBezTo>
                <a:cubicBezTo>
                  <a:pt x="540" y="390"/>
                  <a:pt x="540" y="390"/>
                  <a:pt x="540" y="390"/>
                </a:cubicBezTo>
                <a:cubicBezTo>
                  <a:pt x="546" y="390"/>
                  <a:pt x="546" y="390"/>
                  <a:pt x="546" y="390"/>
                </a:cubicBezTo>
                <a:close/>
                <a:moveTo>
                  <a:pt x="546" y="411"/>
                </a:moveTo>
                <a:cubicBezTo>
                  <a:pt x="546" y="415"/>
                  <a:pt x="546" y="415"/>
                  <a:pt x="546" y="415"/>
                </a:cubicBezTo>
                <a:cubicBezTo>
                  <a:pt x="540" y="415"/>
                  <a:pt x="540" y="415"/>
                  <a:pt x="540" y="415"/>
                </a:cubicBezTo>
                <a:cubicBezTo>
                  <a:pt x="540" y="405"/>
                  <a:pt x="540" y="405"/>
                  <a:pt x="540" y="405"/>
                </a:cubicBezTo>
                <a:cubicBezTo>
                  <a:pt x="541" y="410"/>
                  <a:pt x="541" y="410"/>
                  <a:pt x="541" y="410"/>
                </a:cubicBezTo>
                <a:cubicBezTo>
                  <a:pt x="541" y="410"/>
                  <a:pt x="542" y="411"/>
                  <a:pt x="543" y="411"/>
                </a:cubicBezTo>
                <a:cubicBezTo>
                  <a:pt x="544" y="411"/>
                  <a:pt x="545" y="411"/>
                  <a:pt x="546" y="411"/>
                </a:cubicBezTo>
                <a:close/>
                <a:moveTo>
                  <a:pt x="546" y="449"/>
                </a:moveTo>
                <a:cubicBezTo>
                  <a:pt x="546" y="474"/>
                  <a:pt x="546" y="474"/>
                  <a:pt x="546" y="474"/>
                </a:cubicBezTo>
                <a:cubicBezTo>
                  <a:pt x="543" y="474"/>
                  <a:pt x="542" y="474"/>
                  <a:pt x="540" y="475"/>
                </a:cubicBezTo>
                <a:cubicBezTo>
                  <a:pt x="540" y="467"/>
                  <a:pt x="540" y="467"/>
                  <a:pt x="540" y="467"/>
                </a:cubicBezTo>
                <a:cubicBezTo>
                  <a:pt x="540" y="467"/>
                  <a:pt x="541" y="467"/>
                  <a:pt x="541" y="467"/>
                </a:cubicBezTo>
                <a:cubicBezTo>
                  <a:pt x="541" y="465"/>
                  <a:pt x="541" y="463"/>
                  <a:pt x="541" y="461"/>
                </a:cubicBezTo>
                <a:cubicBezTo>
                  <a:pt x="540" y="461"/>
                  <a:pt x="540" y="461"/>
                  <a:pt x="540" y="461"/>
                </a:cubicBezTo>
                <a:cubicBezTo>
                  <a:pt x="540" y="423"/>
                  <a:pt x="540" y="423"/>
                  <a:pt x="540" y="423"/>
                </a:cubicBezTo>
                <a:cubicBezTo>
                  <a:pt x="541" y="430"/>
                  <a:pt x="542" y="441"/>
                  <a:pt x="546" y="449"/>
                </a:cubicBezTo>
                <a:close/>
                <a:moveTo>
                  <a:pt x="546" y="483"/>
                </a:moveTo>
                <a:cubicBezTo>
                  <a:pt x="546" y="496"/>
                  <a:pt x="546" y="496"/>
                  <a:pt x="546" y="496"/>
                </a:cubicBezTo>
                <a:cubicBezTo>
                  <a:pt x="545" y="496"/>
                  <a:pt x="544" y="497"/>
                  <a:pt x="543" y="497"/>
                </a:cubicBezTo>
                <a:cubicBezTo>
                  <a:pt x="539" y="491"/>
                  <a:pt x="541" y="489"/>
                  <a:pt x="542" y="482"/>
                </a:cubicBezTo>
                <a:cubicBezTo>
                  <a:pt x="543" y="482"/>
                  <a:pt x="545" y="482"/>
                  <a:pt x="546" y="483"/>
                </a:cubicBezTo>
                <a:close/>
                <a:moveTo>
                  <a:pt x="546" y="533"/>
                </a:moveTo>
                <a:cubicBezTo>
                  <a:pt x="546" y="539"/>
                  <a:pt x="546" y="539"/>
                  <a:pt x="546" y="539"/>
                </a:cubicBezTo>
                <a:cubicBezTo>
                  <a:pt x="544" y="543"/>
                  <a:pt x="541" y="546"/>
                  <a:pt x="540" y="549"/>
                </a:cubicBezTo>
                <a:cubicBezTo>
                  <a:pt x="540" y="544"/>
                  <a:pt x="540" y="544"/>
                  <a:pt x="540" y="544"/>
                </a:cubicBezTo>
                <a:cubicBezTo>
                  <a:pt x="542" y="541"/>
                  <a:pt x="542" y="537"/>
                  <a:pt x="540" y="533"/>
                </a:cubicBezTo>
                <a:cubicBezTo>
                  <a:pt x="540" y="527"/>
                  <a:pt x="540" y="527"/>
                  <a:pt x="540" y="527"/>
                </a:cubicBezTo>
                <a:cubicBezTo>
                  <a:pt x="546" y="533"/>
                  <a:pt x="546" y="533"/>
                  <a:pt x="546" y="533"/>
                </a:cubicBezTo>
                <a:close/>
                <a:moveTo>
                  <a:pt x="546" y="550"/>
                </a:moveTo>
                <a:cubicBezTo>
                  <a:pt x="546" y="560"/>
                  <a:pt x="546" y="560"/>
                  <a:pt x="546" y="560"/>
                </a:cubicBezTo>
                <a:cubicBezTo>
                  <a:pt x="544" y="560"/>
                  <a:pt x="542" y="561"/>
                  <a:pt x="540" y="563"/>
                </a:cubicBezTo>
                <a:cubicBezTo>
                  <a:pt x="540" y="555"/>
                  <a:pt x="540" y="555"/>
                  <a:pt x="540" y="555"/>
                </a:cubicBezTo>
                <a:cubicBezTo>
                  <a:pt x="541" y="554"/>
                  <a:pt x="544" y="552"/>
                  <a:pt x="546" y="550"/>
                </a:cubicBezTo>
                <a:close/>
                <a:moveTo>
                  <a:pt x="546" y="569"/>
                </a:moveTo>
                <a:cubicBezTo>
                  <a:pt x="546" y="575"/>
                  <a:pt x="546" y="575"/>
                  <a:pt x="546" y="575"/>
                </a:cubicBezTo>
                <a:cubicBezTo>
                  <a:pt x="544" y="574"/>
                  <a:pt x="542" y="573"/>
                  <a:pt x="540" y="573"/>
                </a:cubicBezTo>
                <a:cubicBezTo>
                  <a:pt x="540" y="567"/>
                  <a:pt x="540" y="567"/>
                  <a:pt x="540" y="567"/>
                </a:cubicBezTo>
                <a:cubicBezTo>
                  <a:pt x="546" y="569"/>
                  <a:pt x="546" y="569"/>
                  <a:pt x="546" y="569"/>
                </a:cubicBezTo>
                <a:close/>
                <a:moveTo>
                  <a:pt x="546" y="580"/>
                </a:moveTo>
                <a:cubicBezTo>
                  <a:pt x="546" y="587"/>
                  <a:pt x="546" y="587"/>
                  <a:pt x="546" y="587"/>
                </a:cubicBezTo>
                <a:cubicBezTo>
                  <a:pt x="544" y="588"/>
                  <a:pt x="542" y="590"/>
                  <a:pt x="540" y="592"/>
                </a:cubicBezTo>
                <a:cubicBezTo>
                  <a:pt x="540" y="583"/>
                  <a:pt x="540" y="583"/>
                  <a:pt x="540" y="583"/>
                </a:cubicBezTo>
                <a:cubicBezTo>
                  <a:pt x="542" y="582"/>
                  <a:pt x="544" y="582"/>
                  <a:pt x="546" y="580"/>
                </a:cubicBezTo>
                <a:close/>
                <a:moveTo>
                  <a:pt x="546" y="717"/>
                </a:moveTo>
                <a:cubicBezTo>
                  <a:pt x="546" y="731"/>
                  <a:pt x="546" y="731"/>
                  <a:pt x="546" y="731"/>
                </a:cubicBezTo>
                <a:cubicBezTo>
                  <a:pt x="544" y="730"/>
                  <a:pt x="542" y="730"/>
                  <a:pt x="540" y="730"/>
                </a:cubicBezTo>
                <a:cubicBezTo>
                  <a:pt x="540" y="720"/>
                  <a:pt x="540" y="720"/>
                  <a:pt x="540" y="720"/>
                </a:cubicBezTo>
                <a:cubicBezTo>
                  <a:pt x="541" y="720"/>
                  <a:pt x="541" y="720"/>
                  <a:pt x="542" y="720"/>
                </a:cubicBezTo>
                <a:cubicBezTo>
                  <a:pt x="543" y="719"/>
                  <a:pt x="544" y="718"/>
                  <a:pt x="546" y="717"/>
                </a:cubicBezTo>
                <a:close/>
                <a:moveTo>
                  <a:pt x="535" y="25"/>
                </a:moveTo>
                <a:cubicBezTo>
                  <a:pt x="535" y="25"/>
                  <a:pt x="535" y="25"/>
                  <a:pt x="535" y="25"/>
                </a:cubicBezTo>
                <a:cubicBezTo>
                  <a:pt x="537" y="25"/>
                  <a:pt x="538" y="26"/>
                  <a:pt x="540" y="27"/>
                </a:cubicBezTo>
                <a:cubicBezTo>
                  <a:pt x="540" y="38"/>
                  <a:pt x="540" y="38"/>
                  <a:pt x="540" y="38"/>
                </a:cubicBezTo>
                <a:cubicBezTo>
                  <a:pt x="539" y="37"/>
                  <a:pt x="537" y="36"/>
                  <a:pt x="535" y="34"/>
                </a:cubicBezTo>
                <a:cubicBezTo>
                  <a:pt x="535" y="25"/>
                  <a:pt x="535" y="25"/>
                  <a:pt x="535" y="25"/>
                </a:cubicBezTo>
                <a:close/>
                <a:moveTo>
                  <a:pt x="540" y="767"/>
                </a:moveTo>
                <a:cubicBezTo>
                  <a:pt x="538" y="768"/>
                  <a:pt x="536" y="769"/>
                  <a:pt x="535" y="770"/>
                </a:cubicBezTo>
                <a:cubicBezTo>
                  <a:pt x="535" y="761"/>
                  <a:pt x="535" y="761"/>
                  <a:pt x="535" y="761"/>
                </a:cubicBezTo>
                <a:cubicBezTo>
                  <a:pt x="536" y="761"/>
                  <a:pt x="537" y="760"/>
                  <a:pt x="539" y="760"/>
                </a:cubicBezTo>
                <a:cubicBezTo>
                  <a:pt x="537" y="759"/>
                  <a:pt x="536" y="758"/>
                  <a:pt x="535" y="756"/>
                </a:cubicBezTo>
                <a:cubicBezTo>
                  <a:pt x="535" y="745"/>
                  <a:pt x="535" y="745"/>
                  <a:pt x="535" y="745"/>
                </a:cubicBezTo>
                <a:cubicBezTo>
                  <a:pt x="536" y="746"/>
                  <a:pt x="538" y="747"/>
                  <a:pt x="540" y="749"/>
                </a:cubicBezTo>
                <a:cubicBezTo>
                  <a:pt x="540" y="767"/>
                  <a:pt x="540" y="767"/>
                  <a:pt x="540" y="767"/>
                </a:cubicBezTo>
                <a:close/>
                <a:moveTo>
                  <a:pt x="540" y="68"/>
                </a:moveTo>
                <a:cubicBezTo>
                  <a:pt x="540" y="76"/>
                  <a:pt x="540" y="76"/>
                  <a:pt x="540" y="76"/>
                </a:cubicBezTo>
                <a:cubicBezTo>
                  <a:pt x="538" y="75"/>
                  <a:pt x="536" y="75"/>
                  <a:pt x="535" y="74"/>
                </a:cubicBezTo>
                <a:cubicBezTo>
                  <a:pt x="535" y="66"/>
                  <a:pt x="535" y="66"/>
                  <a:pt x="535" y="66"/>
                </a:cubicBezTo>
                <a:cubicBezTo>
                  <a:pt x="536" y="67"/>
                  <a:pt x="538" y="67"/>
                  <a:pt x="540" y="68"/>
                </a:cubicBezTo>
                <a:close/>
                <a:moveTo>
                  <a:pt x="540" y="212"/>
                </a:moveTo>
                <a:cubicBezTo>
                  <a:pt x="540" y="250"/>
                  <a:pt x="540" y="250"/>
                  <a:pt x="540" y="250"/>
                </a:cubicBezTo>
                <a:cubicBezTo>
                  <a:pt x="539" y="249"/>
                  <a:pt x="537" y="249"/>
                  <a:pt x="536" y="249"/>
                </a:cubicBezTo>
                <a:cubicBezTo>
                  <a:pt x="535" y="250"/>
                  <a:pt x="535" y="251"/>
                  <a:pt x="535" y="252"/>
                </a:cubicBezTo>
                <a:cubicBezTo>
                  <a:pt x="535" y="245"/>
                  <a:pt x="535" y="245"/>
                  <a:pt x="535" y="245"/>
                </a:cubicBezTo>
                <a:cubicBezTo>
                  <a:pt x="535" y="245"/>
                  <a:pt x="535" y="245"/>
                  <a:pt x="535" y="245"/>
                </a:cubicBezTo>
                <a:cubicBezTo>
                  <a:pt x="535" y="243"/>
                  <a:pt x="535" y="243"/>
                  <a:pt x="535" y="242"/>
                </a:cubicBezTo>
                <a:cubicBezTo>
                  <a:pt x="535" y="241"/>
                  <a:pt x="535" y="241"/>
                  <a:pt x="535" y="241"/>
                </a:cubicBezTo>
                <a:cubicBezTo>
                  <a:pt x="535" y="229"/>
                  <a:pt x="535" y="229"/>
                  <a:pt x="535" y="229"/>
                </a:cubicBezTo>
                <a:cubicBezTo>
                  <a:pt x="536" y="224"/>
                  <a:pt x="536" y="220"/>
                  <a:pt x="535" y="217"/>
                </a:cubicBezTo>
                <a:cubicBezTo>
                  <a:pt x="535" y="209"/>
                  <a:pt x="535" y="209"/>
                  <a:pt x="535" y="209"/>
                </a:cubicBezTo>
                <a:cubicBezTo>
                  <a:pt x="536" y="210"/>
                  <a:pt x="538" y="211"/>
                  <a:pt x="540" y="212"/>
                </a:cubicBezTo>
                <a:close/>
                <a:moveTo>
                  <a:pt x="540" y="257"/>
                </a:moveTo>
                <a:cubicBezTo>
                  <a:pt x="540" y="261"/>
                  <a:pt x="540" y="261"/>
                  <a:pt x="540" y="261"/>
                </a:cubicBezTo>
                <a:cubicBezTo>
                  <a:pt x="538" y="260"/>
                  <a:pt x="536" y="259"/>
                  <a:pt x="535" y="258"/>
                </a:cubicBezTo>
                <a:cubicBezTo>
                  <a:pt x="535" y="254"/>
                  <a:pt x="535" y="254"/>
                  <a:pt x="535" y="254"/>
                </a:cubicBezTo>
                <a:cubicBezTo>
                  <a:pt x="537" y="255"/>
                  <a:pt x="538" y="256"/>
                  <a:pt x="540" y="257"/>
                </a:cubicBezTo>
                <a:close/>
                <a:moveTo>
                  <a:pt x="540" y="269"/>
                </a:moveTo>
                <a:cubicBezTo>
                  <a:pt x="540" y="275"/>
                  <a:pt x="540" y="275"/>
                  <a:pt x="540" y="275"/>
                </a:cubicBezTo>
                <a:cubicBezTo>
                  <a:pt x="538" y="277"/>
                  <a:pt x="536" y="279"/>
                  <a:pt x="535" y="281"/>
                </a:cubicBezTo>
                <a:cubicBezTo>
                  <a:pt x="535" y="276"/>
                  <a:pt x="535" y="276"/>
                  <a:pt x="535" y="276"/>
                </a:cubicBezTo>
                <a:cubicBezTo>
                  <a:pt x="535" y="275"/>
                  <a:pt x="536" y="275"/>
                  <a:pt x="537" y="274"/>
                </a:cubicBezTo>
                <a:cubicBezTo>
                  <a:pt x="537" y="273"/>
                  <a:pt x="536" y="273"/>
                  <a:pt x="535" y="272"/>
                </a:cubicBezTo>
                <a:cubicBezTo>
                  <a:pt x="535" y="268"/>
                  <a:pt x="535" y="268"/>
                  <a:pt x="535" y="268"/>
                </a:cubicBezTo>
                <a:cubicBezTo>
                  <a:pt x="535" y="269"/>
                  <a:pt x="537" y="269"/>
                  <a:pt x="537" y="270"/>
                </a:cubicBezTo>
                <a:cubicBezTo>
                  <a:pt x="538" y="270"/>
                  <a:pt x="539" y="270"/>
                  <a:pt x="540" y="269"/>
                </a:cubicBezTo>
                <a:close/>
                <a:moveTo>
                  <a:pt x="540" y="304"/>
                </a:moveTo>
                <a:cubicBezTo>
                  <a:pt x="540" y="314"/>
                  <a:pt x="540" y="314"/>
                  <a:pt x="540" y="314"/>
                </a:cubicBezTo>
                <a:cubicBezTo>
                  <a:pt x="535" y="314"/>
                  <a:pt x="535" y="314"/>
                  <a:pt x="535" y="314"/>
                </a:cubicBezTo>
                <a:cubicBezTo>
                  <a:pt x="535" y="302"/>
                  <a:pt x="535" y="302"/>
                  <a:pt x="535" y="302"/>
                </a:cubicBezTo>
                <a:cubicBezTo>
                  <a:pt x="535" y="301"/>
                  <a:pt x="537" y="301"/>
                  <a:pt x="537" y="301"/>
                </a:cubicBezTo>
                <a:cubicBezTo>
                  <a:pt x="538" y="302"/>
                  <a:pt x="539" y="303"/>
                  <a:pt x="540" y="304"/>
                </a:cubicBezTo>
                <a:close/>
                <a:moveTo>
                  <a:pt x="540" y="334"/>
                </a:moveTo>
                <a:cubicBezTo>
                  <a:pt x="540" y="366"/>
                  <a:pt x="540" y="366"/>
                  <a:pt x="540" y="366"/>
                </a:cubicBezTo>
                <a:cubicBezTo>
                  <a:pt x="539" y="369"/>
                  <a:pt x="537" y="372"/>
                  <a:pt x="535" y="374"/>
                </a:cubicBezTo>
                <a:cubicBezTo>
                  <a:pt x="535" y="361"/>
                  <a:pt x="535" y="361"/>
                  <a:pt x="535" y="361"/>
                </a:cubicBezTo>
                <a:cubicBezTo>
                  <a:pt x="535" y="361"/>
                  <a:pt x="536" y="360"/>
                  <a:pt x="536" y="360"/>
                </a:cubicBezTo>
                <a:cubicBezTo>
                  <a:pt x="535" y="360"/>
                  <a:pt x="535" y="360"/>
                  <a:pt x="535" y="360"/>
                </a:cubicBezTo>
                <a:cubicBezTo>
                  <a:pt x="535" y="340"/>
                  <a:pt x="535" y="340"/>
                  <a:pt x="535" y="340"/>
                </a:cubicBezTo>
                <a:cubicBezTo>
                  <a:pt x="537" y="337"/>
                  <a:pt x="539" y="336"/>
                  <a:pt x="540" y="334"/>
                </a:cubicBezTo>
                <a:close/>
                <a:moveTo>
                  <a:pt x="540" y="390"/>
                </a:moveTo>
                <a:cubicBezTo>
                  <a:pt x="540" y="394"/>
                  <a:pt x="540" y="394"/>
                  <a:pt x="540" y="394"/>
                </a:cubicBezTo>
                <a:cubicBezTo>
                  <a:pt x="538" y="394"/>
                  <a:pt x="538" y="394"/>
                  <a:pt x="538" y="394"/>
                </a:cubicBezTo>
                <a:cubicBezTo>
                  <a:pt x="538" y="398"/>
                  <a:pt x="539" y="402"/>
                  <a:pt x="540" y="405"/>
                </a:cubicBezTo>
                <a:cubicBezTo>
                  <a:pt x="540" y="415"/>
                  <a:pt x="540" y="415"/>
                  <a:pt x="540" y="415"/>
                </a:cubicBezTo>
                <a:cubicBezTo>
                  <a:pt x="535" y="415"/>
                  <a:pt x="535" y="415"/>
                  <a:pt x="535" y="415"/>
                </a:cubicBezTo>
                <a:cubicBezTo>
                  <a:pt x="535" y="411"/>
                  <a:pt x="535" y="411"/>
                  <a:pt x="535" y="411"/>
                </a:cubicBezTo>
                <a:cubicBezTo>
                  <a:pt x="537" y="411"/>
                  <a:pt x="537" y="411"/>
                  <a:pt x="537" y="411"/>
                </a:cubicBezTo>
                <a:cubicBezTo>
                  <a:pt x="536" y="404"/>
                  <a:pt x="535" y="401"/>
                  <a:pt x="535" y="399"/>
                </a:cubicBezTo>
                <a:cubicBezTo>
                  <a:pt x="535" y="390"/>
                  <a:pt x="535" y="390"/>
                  <a:pt x="535" y="390"/>
                </a:cubicBezTo>
                <a:cubicBezTo>
                  <a:pt x="540" y="390"/>
                  <a:pt x="540" y="390"/>
                  <a:pt x="540" y="390"/>
                </a:cubicBezTo>
                <a:close/>
                <a:moveTo>
                  <a:pt x="540" y="423"/>
                </a:moveTo>
                <a:cubicBezTo>
                  <a:pt x="540" y="461"/>
                  <a:pt x="540" y="461"/>
                  <a:pt x="540" y="461"/>
                </a:cubicBezTo>
                <a:cubicBezTo>
                  <a:pt x="538" y="461"/>
                  <a:pt x="537" y="461"/>
                  <a:pt x="535" y="461"/>
                </a:cubicBezTo>
                <a:cubicBezTo>
                  <a:pt x="535" y="452"/>
                  <a:pt x="535" y="452"/>
                  <a:pt x="535" y="452"/>
                </a:cubicBezTo>
                <a:cubicBezTo>
                  <a:pt x="536" y="452"/>
                  <a:pt x="538" y="452"/>
                  <a:pt x="540" y="452"/>
                </a:cubicBezTo>
                <a:cubicBezTo>
                  <a:pt x="539" y="447"/>
                  <a:pt x="537" y="444"/>
                  <a:pt x="535" y="440"/>
                </a:cubicBezTo>
                <a:cubicBezTo>
                  <a:pt x="535" y="421"/>
                  <a:pt x="535" y="421"/>
                  <a:pt x="535" y="421"/>
                </a:cubicBezTo>
                <a:cubicBezTo>
                  <a:pt x="536" y="421"/>
                  <a:pt x="537" y="421"/>
                  <a:pt x="540" y="422"/>
                </a:cubicBezTo>
                <a:cubicBezTo>
                  <a:pt x="540" y="423"/>
                  <a:pt x="540" y="423"/>
                  <a:pt x="540" y="423"/>
                </a:cubicBezTo>
                <a:close/>
                <a:moveTo>
                  <a:pt x="540" y="467"/>
                </a:moveTo>
                <a:cubicBezTo>
                  <a:pt x="540" y="475"/>
                  <a:pt x="540" y="475"/>
                  <a:pt x="540" y="475"/>
                </a:cubicBezTo>
                <a:cubicBezTo>
                  <a:pt x="538" y="475"/>
                  <a:pt x="536" y="476"/>
                  <a:pt x="535" y="476"/>
                </a:cubicBezTo>
                <a:cubicBezTo>
                  <a:pt x="535" y="466"/>
                  <a:pt x="535" y="466"/>
                  <a:pt x="535" y="466"/>
                </a:cubicBezTo>
                <a:cubicBezTo>
                  <a:pt x="535" y="466"/>
                  <a:pt x="536" y="466"/>
                  <a:pt x="537" y="466"/>
                </a:cubicBezTo>
                <a:cubicBezTo>
                  <a:pt x="538" y="467"/>
                  <a:pt x="539" y="467"/>
                  <a:pt x="540" y="467"/>
                </a:cubicBezTo>
                <a:close/>
                <a:moveTo>
                  <a:pt x="540" y="527"/>
                </a:moveTo>
                <a:cubicBezTo>
                  <a:pt x="540" y="533"/>
                  <a:pt x="540" y="533"/>
                  <a:pt x="540" y="533"/>
                </a:cubicBezTo>
                <a:cubicBezTo>
                  <a:pt x="539" y="532"/>
                  <a:pt x="539" y="531"/>
                  <a:pt x="538" y="530"/>
                </a:cubicBezTo>
                <a:cubicBezTo>
                  <a:pt x="537" y="531"/>
                  <a:pt x="536" y="533"/>
                  <a:pt x="535" y="534"/>
                </a:cubicBezTo>
                <a:cubicBezTo>
                  <a:pt x="535" y="522"/>
                  <a:pt x="535" y="522"/>
                  <a:pt x="535" y="522"/>
                </a:cubicBezTo>
                <a:cubicBezTo>
                  <a:pt x="540" y="527"/>
                  <a:pt x="540" y="527"/>
                  <a:pt x="540" y="527"/>
                </a:cubicBezTo>
                <a:close/>
                <a:moveTo>
                  <a:pt x="540" y="544"/>
                </a:moveTo>
                <a:cubicBezTo>
                  <a:pt x="540" y="549"/>
                  <a:pt x="540" y="549"/>
                  <a:pt x="540" y="549"/>
                </a:cubicBezTo>
                <a:cubicBezTo>
                  <a:pt x="539" y="551"/>
                  <a:pt x="538" y="553"/>
                  <a:pt x="539" y="556"/>
                </a:cubicBezTo>
                <a:cubicBezTo>
                  <a:pt x="539" y="556"/>
                  <a:pt x="539" y="555"/>
                  <a:pt x="540" y="555"/>
                </a:cubicBezTo>
                <a:cubicBezTo>
                  <a:pt x="540" y="563"/>
                  <a:pt x="540" y="563"/>
                  <a:pt x="540" y="563"/>
                </a:cubicBezTo>
                <a:cubicBezTo>
                  <a:pt x="539" y="563"/>
                  <a:pt x="537" y="565"/>
                  <a:pt x="536" y="566"/>
                </a:cubicBezTo>
                <a:cubicBezTo>
                  <a:pt x="540" y="567"/>
                  <a:pt x="540" y="567"/>
                  <a:pt x="540" y="567"/>
                </a:cubicBezTo>
                <a:cubicBezTo>
                  <a:pt x="540" y="573"/>
                  <a:pt x="540" y="573"/>
                  <a:pt x="540" y="573"/>
                </a:cubicBezTo>
                <a:cubicBezTo>
                  <a:pt x="538" y="572"/>
                  <a:pt x="536" y="572"/>
                  <a:pt x="535" y="572"/>
                </a:cubicBezTo>
                <a:cubicBezTo>
                  <a:pt x="535" y="560"/>
                  <a:pt x="535" y="560"/>
                  <a:pt x="535" y="560"/>
                </a:cubicBezTo>
                <a:cubicBezTo>
                  <a:pt x="536" y="559"/>
                  <a:pt x="536" y="559"/>
                  <a:pt x="536" y="559"/>
                </a:cubicBezTo>
                <a:cubicBezTo>
                  <a:pt x="535" y="557"/>
                  <a:pt x="535" y="557"/>
                  <a:pt x="535" y="557"/>
                </a:cubicBezTo>
                <a:cubicBezTo>
                  <a:pt x="535" y="550"/>
                  <a:pt x="535" y="550"/>
                  <a:pt x="535" y="550"/>
                </a:cubicBezTo>
                <a:cubicBezTo>
                  <a:pt x="537" y="548"/>
                  <a:pt x="539" y="546"/>
                  <a:pt x="540" y="544"/>
                </a:cubicBezTo>
                <a:close/>
                <a:moveTo>
                  <a:pt x="540" y="583"/>
                </a:moveTo>
                <a:cubicBezTo>
                  <a:pt x="540" y="592"/>
                  <a:pt x="540" y="592"/>
                  <a:pt x="540" y="592"/>
                </a:cubicBezTo>
                <a:cubicBezTo>
                  <a:pt x="538" y="593"/>
                  <a:pt x="536" y="595"/>
                  <a:pt x="535" y="596"/>
                </a:cubicBezTo>
                <a:cubicBezTo>
                  <a:pt x="535" y="583"/>
                  <a:pt x="535" y="583"/>
                  <a:pt x="535" y="583"/>
                </a:cubicBezTo>
                <a:cubicBezTo>
                  <a:pt x="537" y="584"/>
                  <a:pt x="537" y="584"/>
                  <a:pt x="537" y="584"/>
                </a:cubicBezTo>
                <a:cubicBezTo>
                  <a:pt x="538" y="584"/>
                  <a:pt x="539" y="583"/>
                  <a:pt x="540" y="583"/>
                </a:cubicBezTo>
                <a:close/>
                <a:moveTo>
                  <a:pt x="540" y="720"/>
                </a:moveTo>
                <a:cubicBezTo>
                  <a:pt x="540" y="730"/>
                  <a:pt x="540" y="730"/>
                  <a:pt x="540" y="730"/>
                </a:cubicBezTo>
                <a:cubicBezTo>
                  <a:pt x="538" y="729"/>
                  <a:pt x="536" y="729"/>
                  <a:pt x="535" y="729"/>
                </a:cubicBezTo>
                <a:cubicBezTo>
                  <a:pt x="535" y="722"/>
                  <a:pt x="535" y="722"/>
                  <a:pt x="535" y="722"/>
                </a:cubicBezTo>
                <a:cubicBezTo>
                  <a:pt x="536" y="721"/>
                  <a:pt x="538" y="721"/>
                  <a:pt x="540" y="720"/>
                </a:cubicBezTo>
                <a:close/>
                <a:moveTo>
                  <a:pt x="530" y="23"/>
                </a:moveTo>
                <a:cubicBezTo>
                  <a:pt x="532" y="24"/>
                  <a:pt x="533" y="24"/>
                  <a:pt x="535" y="25"/>
                </a:cubicBezTo>
                <a:cubicBezTo>
                  <a:pt x="535" y="34"/>
                  <a:pt x="535" y="34"/>
                  <a:pt x="535" y="34"/>
                </a:cubicBezTo>
                <a:cubicBezTo>
                  <a:pt x="533" y="33"/>
                  <a:pt x="532" y="33"/>
                  <a:pt x="530" y="32"/>
                </a:cubicBezTo>
                <a:cubicBezTo>
                  <a:pt x="530" y="23"/>
                  <a:pt x="530" y="23"/>
                  <a:pt x="530" y="23"/>
                </a:cubicBezTo>
                <a:close/>
                <a:moveTo>
                  <a:pt x="535" y="770"/>
                </a:moveTo>
                <a:cubicBezTo>
                  <a:pt x="533" y="770"/>
                  <a:pt x="532" y="771"/>
                  <a:pt x="530" y="771"/>
                </a:cubicBezTo>
                <a:cubicBezTo>
                  <a:pt x="530" y="763"/>
                  <a:pt x="530" y="763"/>
                  <a:pt x="530" y="763"/>
                </a:cubicBezTo>
                <a:cubicBezTo>
                  <a:pt x="532" y="762"/>
                  <a:pt x="533" y="762"/>
                  <a:pt x="535" y="761"/>
                </a:cubicBezTo>
                <a:cubicBezTo>
                  <a:pt x="535" y="770"/>
                  <a:pt x="535" y="770"/>
                  <a:pt x="535" y="770"/>
                </a:cubicBezTo>
                <a:close/>
                <a:moveTo>
                  <a:pt x="535" y="66"/>
                </a:moveTo>
                <a:cubicBezTo>
                  <a:pt x="535" y="74"/>
                  <a:pt x="535" y="74"/>
                  <a:pt x="535" y="74"/>
                </a:cubicBezTo>
                <a:cubicBezTo>
                  <a:pt x="533" y="73"/>
                  <a:pt x="532" y="73"/>
                  <a:pt x="530" y="72"/>
                </a:cubicBezTo>
                <a:cubicBezTo>
                  <a:pt x="530" y="62"/>
                  <a:pt x="530" y="62"/>
                  <a:pt x="530" y="62"/>
                </a:cubicBezTo>
                <a:cubicBezTo>
                  <a:pt x="531" y="63"/>
                  <a:pt x="533" y="65"/>
                  <a:pt x="535" y="66"/>
                </a:cubicBezTo>
                <a:close/>
                <a:moveTo>
                  <a:pt x="535" y="209"/>
                </a:moveTo>
                <a:cubicBezTo>
                  <a:pt x="535" y="217"/>
                  <a:pt x="535" y="217"/>
                  <a:pt x="535" y="217"/>
                </a:cubicBezTo>
                <a:cubicBezTo>
                  <a:pt x="534" y="215"/>
                  <a:pt x="533" y="213"/>
                  <a:pt x="530" y="211"/>
                </a:cubicBezTo>
                <a:cubicBezTo>
                  <a:pt x="530" y="205"/>
                  <a:pt x="530" y="205"/>
                  <a:pt x="530" y="205"/>
                </a:cubicBezTo>
                <a:cubicBezTo>
                  <a:pt x="532" y="207"/>
                  <a:pt x="533" y="207"/>
                  <a:pt x="535" y="209"/>
                </a:cubicBezTo>
                <a:close/>
                <a:moveTo>
                  <a:pt x="535" y="229"/>
                </a:moveTo>
                <a:cubicBezTo>
                  <a:pt x="535" y="241"/>
                  <a:pt x="535" y="241"/>
                  <a:pt x="535" y="241"/>
                </a:cubicBezTo>
                <a:cubicBezTo>
                  <a:pt x="533" y="241"/>
                  <a:pt x="532" y="241"/>
                  <a:pt x="530" y="240"/>
                </a:cubicBezTo>
                <a:cubicBezTo>
                  <a:pt x="530" y="234"/>
                  <a:pt x="530" y="234"/>
                  <a:pt x="530" y="234"/>
                </a:cubicBezTo>
                <a:cubicBezTo>
                  <a:pt x="531" y="234"/>
                  <a:pt x="532" y="235"/>
                  <a:pt x="533" y="236"/>
                </a:cubicBezTo>
                <a:cubicBezTo>
                  <a:pt x="533" y="233"/>
                  <a:pt x="534" y="231"/>
                  <a:pt x="535" y="229"/>
                </a:cubicBezTo>
                <a:close/>
                <a:moveTo>
                  <a:pt x="535" y="245"/>
                </a:moveTo>
                <a:cubicBezTo>
                  <a:pt x="535" y="252"/>
                  <a:pt x="535" y="252"/>
                  <a:pt x="535" y="252"/>
                </a:cubicBezTo>
                <a:cubicBezTo>
                  <a:pt x="534" y="252"/>
                  <a:pt x="534" y="253"/>
                  <a:pt x="534" y="254"/>
                </a:cubicBezTo>
                <a:cubicBezTo>
                  <a:pt x="534" y="254"/>
                  <a:pt x="534" y="254"/>
                  <a:pt x="535" y="254"/>
                </a:cubicBezTo>
                <a:cubicBezTo>
                  <a:pt x="535" y="258"/>
                  <a:pt x="535" y="258"/>
                  <a:pt x="535" y="258"/>
                </a:cubicBezTo>
                <a:cubicBezTo>
                  <a:pt x="533" y="258"/>
                  <a:pt x="532" y="257"/>
                  <a:pt x="530" y="257"/>
                </a:cubicBezTo>
                <a:cubicBezTo>
                  <a:pt x="530" y="250"/>
                  <a:pt x="530" y="250"/>
                  <a:pt x="530" y="250"/>
                </a:cubicBezTo>
                <a:cubicBezTo>
                  <a:pt x="532" y="249"/>
                  <a:pt x="533" y="247"/>
                  <a:pt x="535" y="245"/>
                </a:cubicBezTo>
                <a:close/>
                <a:moveTo>
                  <a:pt x="535" y="268"/>
                </a:moveTo>
                <a:cubicBezTo>
                  <a:pt x="535" y="272"/>
                  <a:pt x="535" y="272"/>
                  <a:pt x="535" y="272"/>
                </a:cubicBezTo>
                <a:cubicBezTo>
                  <a:pt x="533" y="271"/>
                  <a:pt x="532" y="270"/>
                  <a:pt x="530" y="269"/>
                </a:cubicBezTo>
                <a:cubicBezTo>
                  <a:pt x="530" y="265"/>
                  <a:pt x="530" y="265"/>
                  <a:pt x="530" y="265"/>
                </a:cubicBezTo>
                <a:cubicBezTo>
                  <a:pt x="532" y="266"/>
                  <a:pt x="533" y="267"/>
                  <a:pt x="535" y="268"/>
                </a:cubicBezTo>
                <a:close/>
                <a:moveTo>
                  <a:pt x="535" y="276"/>
                </a:moveTo>
                <a:cubicBezTo>
                  <a:pt x="535" y="281"/>
                  <a:pt x="535" y="281"/>
                  <a:pt x="535" y="281"/>
                </a:cubicBezTo>
                <a:cubicBezTo>
                  <a:pt x="533" y="282"/>
                  <a:pt x="532" y="284"/>
                  <a:pt x="530" y="286"/>
                </a:cubicBezTo>
                <a:cubicBezTo>
                  <a:pt x="530" y="277"/>
                  <a:pt x="530" y="277"/>
                  <a:pt x="530" y="277"/>
                </a:cubicBezTo>
                <a:cubicBezTo>
                  <a:pt x="532" y="277"/>
                  <a:pt x="533" y="277"/>
                  <a:pt x="535" y="276"/>
                </a:cubicBezTo>
                <a:close/>
                <a:moveTo>
                  <a:pt x="535" y="302"/>
                </a:moveTo>
                <a:cubicBezTo>
                  <a:pt x="535" y="314"/>
                  <a:pt x="535" y="314"/>
                  <a:pt x="535" y="314"/>
                </a:cubicBezTo>
                <a:cubicBezTo>
                  <a:pt x="533" y="314"/>
                  <a:pt x="533" y="314"/>
                  <a:pt x="533" y="314"/>
                </a:cubicBezTo>
                <a:cubicBezTo>
                  <a:pt x="533" y="329"/>
                  <a:pt x="533" y="329"/>
                  <a:pt x="532" y="334"/>
                </a:cubicBezTo>
                <a:cubicBezTo>
                  <a:pt x="530" y="334"/>
                  <a:pt x="530" y="334"/>
                  <a:pt x="530" y="334"/>
                </a:cubicBezTo>
                <a:cubicBezTo>
                  <a:pt x="530" y="304"/>
                  <a:pt x="530" y="304"/>
                  <a:pt x="530" y="304"/>
                </a:cubicBezTo>
                <a:cubicBezTo>
                  <a:pt x="532" y="303"/>
                  <a:pt x="533" y="302"/>
                  <a:pt x="535" y="302"/>
                </a:cubicBezTo>
                <a:close/>
                <a:moveTo>
                  <a:pt x="535" y="340"/>
                </a:moveTo>
                <a:cubicBezTo>
                  <a:pt x="535" y="360"/>
                  <a:pt x="535" y="360"/>
                  <a:pt x="535" y="360"/>
                </a:cubicBezTo>
                <a:cubicBezTo>
                  <a:pt x="530" y="360"/>
                  <a:pt x="530" y="360"/>
                  <a:pt x="530" y="360"/>
                </a:cubicBezTo>
                <a:cubicBezTo>
                  <a:pt x="530" y="351"/>
                  <a:pt x="530" y="351"/>
                  <a:pt x="530" y="351"/>
                </a:cubicBezTo>
                <a:cubicBezTo>
                  <a:pt x="531" y="351"/>
                  <a:pt x="531" y="351"/>
                  <a:pt x="532" y="351"/>
                </a:cubicBezTo>
                <a:cubicBezTo>
                  <a:pt x="532" y="348"/>
                  <a:pt x="533" y="345"/>
                  <a:pt x="533" y="342"/>
                </a:cubicBezTo>
                <a:cubicBezTo>
                  <a:pt x="535" y="340"/>
                  <a:pt x="535" y="340"/>
                  <a:pt x="535" y="340"/>
                </a:cubicBezTo>
                <a:close/>
                <a:moveTo>
                  <a:pt x="535" y="361"/>
                </a:moveTo>
                <a:cubicBezTo>
                  <a:pt x="535" y="374"/>
                  <a:pt x="535" y="374"/>
                  <a:pt x="535" y="374"/>
                </a:cubicBezTo>
                <a:cubicBezTo>
                  <a:pt x="533" y="377"/>
                  <a:pt x="532" y="379"/>
                  <a:pt x="531" y="381"/>
                </a:cubicBezTo>
                <a:cubicBezTo>
                  <a:pt x="530" y="381"/>
                  <a:pt x="530" y="381"/>
                  <a:pt x="530" y="381"/>
                </a:cubicBezTo>
                <a:cubicBezTo>
                  <a:pt x="530" y="364"/>
                  <a:pt x="530" y="364"/>
                  <a:pt x="530" y="364"/>
                </a:cubicBezTo>
                <a:cubicBezTo>
                  <a:pt x="532" y="364"/>
                  <a:pt x="533" y="363"/>
                  <a:pt x="535" y="361"/>
                </a:cubicBezTo>
                <a:close/>
                <a:moveTo>
                  <a:pt x="535" y="390"/>
                </a:moveTo>
                <a:cubicBezTo>
                  <a:pt x="535" y="399"/>
                  <a:pt x="535" y="399"/>
                  <a:pt x="535" y="399"/>
                </a:cubicBezTo>
                <a:cubicBezTo>
                  <a:pt x="534" y="396"/>
                  <a:pt x="534" y="396"/>
                  <a:pt x="533" y="394"/>
                </a:cubicBezTo>
                <a:cubicBezTo>
                  <a:pt x="532" y="394"/>
                  <a:pt x="531" y="394"/>
                  <a:pt x="530" y="394"/>
                </a:cubicBezTo>
                <a:cubicBezTo>
                  <a:pt x="530" y="390"/>
                  <a:pt x="530" y="390"/>
                  <a:pt x="530" y="390"/>
                </a:cubicBezTo>
                <a:cubicBezTo>
                  <a:pt x="535" y="390"/>
                  <a:pt x="535" y="390"/>
                  <a:pt x="535" y="390"/>
                </a:cubicBezTo>
                <a:close/>
                <a:moveTo>
                  <a:pt x="535" y="411"/>
                </a:moveTo>
                <a:cubicBezTo>
                  <a:pt x="535" y="415"/>
                  <a:pt x="535" y="415"/>
                  <a:pt x="535" y="415"/>
                </a:cubicBezTo>
                <a:cubicBezTo>
                  <a:pt x="530" y="415"/>
                  <a:pt x="530" y="415"/>
                  <a:pt x="530" y="415"/>
                </a:cubicBezTo>
                <a:cubicBezTo>
                  <a:pt x="530" y="410"/>
                  <a:pt x="530" y="410"/>
                  <a:pt x="530" y="410"/>
                </a:cubicBezTo>
                <a:cubicBezTo>
                  <a:pt x="531" y="410"/>
                  <a:pt x="531" y="411"/>
                  <a:pt x="531" y="411"/>
                </a:cubicBezTo>
                <a:cubicBezTo>
                  <a:pt x="535" y="411"/>
                  <a:pt x="535" y="411"/>
                  <a:pt x="535" y="411"/>
                </a:cubicBezTo>
                <a:close/>
                <a:moveTo>
                  <a:pt x="535" y="421"/>
                </a:moveTo>
                <a:cubicBezTo>
                  <a:pt x="535" y="440"/>
                  <a:pt x="535" y="440"/>
                  <a:pt x="535" y="440"/>
                </a:cubicBezTo>
                <a:cubicBezTo>
                  <a:pt x="533" y="438"/>
                  <a:pt x="532" y="436"/>
                  <a:pt x="531" y="435"/>
                </a:cubicBezTo>
                <a:cubicBezTo>
                  <a:pt x="531" y="430"/>
                  <a:pt x="531" y="427"/>
                  <a:pt x="531" y="423"/>
                </a:cubicBezTo>
                <a:cubicBezTo>
                  <a:pt x="533" y="422"/>
                  <a:pt x="534" y="422"/>
                  <a:pt x="535" y="421"/>
                </a:cubicBezTo>
                <a:close/>
                <a:moveTo>
                  <a:pt x="535" y="452"/>
                </a:moveTo>
                <a:cubicBezTo>
                  <a:pt x="535" y="461"/>
                  <a:pt x="535" y="461"/>
                  <a:pt x="535" y="461"/>
                </a:cubicBezTo>
                <a:cubicBezTo>
                  <a:pt x="533" y="461"/>
                  <a:pt x="532" y="461"/>
                  <a:pt x="530" y="461"/>
                </a:cubicBezTo>
                <a:cubicBezTo>
                  <a:pt x="530" y="451"/>
                  <a:pt x="530" y="451"/>
                  <a:pt x="530" y="451"/>
                </a:cubicBezTo>
                <a:cubicBezTo>
                  <a:pt x="531" y="451"/>
                  <a:pt x="531" y="451"/>
                  <a:pt x="531" y="452"/>
                </a:cubicBezTo>
                <a:cubicBezTo>
                  <a:pt x="535" y="452"/>
                  <a:pt x="535" y="452"/>
                  <a:pt x="535" y="452"/>
                </a:cubicBezTo>
                <a:close/>
                <a:moveTo>
                  <a:pt x="535" y="466"/>
                </a:moveTo>
                <a:cubicBezTo>
                  <a:pt x="535" y="476"/>
                  <a:pt x="535" y="476"/>
                  <a:pt x="535" y="476"/>
                </a:cubicBezTo>
                <a:cubicBezTo>
                  <a:pt x="533" y="476"/>
                  <a:pt x="532" y="477"/>
                  <a:pt x="530" y="477"/>
                </a:cubicBezTo>
                <a:cubicBezTo>
                  <a:pt x="530" y="467"/>
                  <a:pt x="530" y="467"/>
                  <a:pt x="530" y="467"/>
                </a:cubicBezTo>
                <a:cubicBezTo>
                  <a:pt x="532" y="467"/>
                  <a:pt x="533" y="466"/>
                  <a:pt x="535" y="466"/>
                </a:cubicBezTo>
                <a:close/>
                <a:moveTo>
                  <a:pt x="535" y="522"/>
                </a:moveTo>
                <a:cubicBezTo>
                  <a:pt x="535" y="534"/>
                  <a:pt x="535" y="534"/>
                  <a:pt x="535" y="534"/>
                </a:cubicBezTo>
                <a:cubicBezTo>
                  <a:pt x="533" y="537"/>
                  <a:pt x="531" y="539"/>
                  <a:pt x="530" y="541"/>
                </a:cubicBezTo>
                <a:cubicBezTo>
                  <a:pt x="530" y="533"/>
                  <a:pt x="530" y="533"/>
                  <a:pt x="530" y="533"/>
                </a:cubicBezTo>
                <a:cubicBezTo>
                  <a:pt x="531" y="531"/>
                  <a:pt x="532" y="530"/>
                  <a:pt x="533" y="528"/>
                </a:cubicBezTo>
                <a:cubicBezTo>
                  <a:pt x="532" y="526"/>
                  <a:pt x="532" y="524"/>
                  <a:pt x="530" y="523"/>
                </a:cubicBezTo>
                <a:cubicBezTo>
                  <a:pt x="530" y="518"/>
                  <a:pt x="530" y="518"/>
                  <a:pt x="530" y="518"/>
                </a:cubicBezTo>
                <a:cubicBezTo>
                  <a:pt x="535" y="522"/>
                  <a:pt x="535" y="522"/>
                  <a:pt x="535" y="522"/>
                </a:cubicBezTo>
                <a:close/>
                <a:moveTo>
                  <a:pt x="535" y="550"/>
                </a:moveTo>
                <a:cubicBezTo>
                  <a:pt x="535" y="557"/>
                  <a:pt x="535" y="557"/>
                  <a:pt x="535" y="557"/>
                </a:cubicBezTo>
                <a:cubicBezTo>
                  <a:pt x="530" y="553"/>
                  <a:pt x="530" y="553"/>
                  <a:pt x="530" y="553"/>
                </a:cubicBezTo>
                <a:cubicBezTo>
                  <a:pt x="530" y="547"/>
                  <a:pt x="530" y="547"/>
                  <a:pt x="530" y="547"/>
                </a:cubicBezTo>
                <a:cubicBezTo>
                  <a:pt x="531" y="548"/>
                  <a:pt x="531" y="550"/>
                  <a:pt x="533" y="551"/>
                </a:cubicBezTo>
                <a:cubicBezTo>
                  <a:pt x="533" y="550"/>
                  <a:pt x="534" y="550"/>
                  <a:pt x="535" y="550"/>
                </a:cubicBezTo>
                <a:close/>
                <a:moveTo>
                  <a:pt x="535" y="560"/>
                </a:moveTo>
                <a:cubicBezTo>
                  <a:pt x="535" y="572"/>
                  <a:pt x="535" y="572"/>
                  <a:pt x="535" y="572"/>
                </a:cubicBezTo>
                <a:cubicBezTo>
                  <a:pt x="533" y="571"/>
                  <a:pt x="532" y="571"/>
                  <a:pt x="530" y="572"/>
                </a:cubicBezTo>
                <a:cubicBezTo>
                  <a:pt x="530" y="566"/>
                  <a:pt x="530" y="566"/>
                  <a:pt x="530" y="566"/>
                </a:cubicBezTo>
                <a:cubicBezTo>
                  <a:pt x="531" y="565"/>
                  <a:pt x="531" y="565"/>
                  <a:pt x="531" y="565"/>
                </a:cubicBezTo>
                <a:cubicBezTo>
                  <a:pt x="532" y="563"/>
                  <a:pt x="532" y="563"/>
                  <a:pt x="535" y="560"/>
                </a:cubicBezTo>
                <a:close/>
                <a:moveTo>
                  <a:pt x="535" y="583"/>
                </a:moveTo>
                <a:cubicBezTo>
                  <a:pt x="535" y="596"/>
                  <a:pt x="535" y="596"/>
                  <a:pt x="535" y="596"/>
                </a:cubicBezTo>
                <a:cubicBezTo>
                  <a:pt x="533" y="597"/>
                  <a:pt x="532" y="598"/>
                  <a:pt x="530" y="599"/>
                </a:cubicBezTo>
                <a:cubicBezTo>
                  <a:pt x="530" y="592"/>
                  <a:pt x="530" y="592"/>
                  <a:pt x="530" y="592"/>
                </a:cubicBezTo>
                <a:cubicBezTo>
                  <a:pt x="531" y="591"/>
                  <a:pt x="533" y="590"/>
                  <a:pt x="534" y="589"/>
                </a:cubicBezTo>
                <a:cubicBezTo>
                  <a:pt x="532" y="589"/>
                  <a:pt x="531" y="588"/>
                  <a:pt x="530" y="588"/>
                </a:cubicBezTo>
                <a:cubicBezTo>
                  <a:pt x="530" y="581"/>
                  <a:pt x="530" y="581"/>
                  <a:pt x="530" y="581"/>
                </a:cubicBezTo>
                <a:cubicBezTo>
                  <a:pt x="535" y="583"/>
                  <a:pt x="535" y="583"/>
                  <a:pt x="535" y="583"/>
                </a:cubicBezTo>
                <a:close/>
                <a:moveTo>
                  <a:pt x="535" y="722"/>
                </a:moveTo>
                <a:cubicBezTo>
                  <a:pt x="535" y="729"/>
                  <a:pt x="535" y="729"/>
                  <a:pt x="535" y="729"/>
                </a:cubicBezTo>
                <a:cubicBezTo>
                  <a:pt x="533" y="729"/>
                  <a:pt x="532" y="730"/>
                  <a:pt x="530" y="730"/>
                </a:cubicBezTo>
                <a:cubicBezTo>
                  <a:pt x="530" y="723"/>
                  <a:pt x="530" y="723"/>
                  <a:pt x="530" y="723"/>
                </a:cubicBezTo>
                <a:cubicBezTo>
                  <a:pt x="532" y="722"/>
                  <a:pt x="533" y="722"/>
                  <a:pt x="535" y="722"/>
                </a:cubicBezTo>
                <a:close/>
                <a:moveTo>
                  <a:pt x="535" y="745"/>
                </a:moveTo>
                <a:cubicBezTo>
                  <a:pt x="535" y="756"/>
                  <a:pt x="535" y="756"/>
                  <a:pt x="535" y="756"/>
                </a:cubicBezTo>
                <a:cubicBezTo>
                  <a:pt x="533" y="755"/>
                  <a:pt x="532" y="754"/>
                  <a:pt x="530" y="753"/>
                </a:cubicBezTo>
                <a:cubicBezTo>
                  <a:pt x="530" y="742"/>
                  <a:pt x="530" y="742"/>
                  <a:pt x="530" y="742"/>
                </a:cubicBezTo>
                <a:cubicBezTo>
                  <a:pt x="532" y="743"/>
                  <a:pt x="533" y="744"/>
                  <a:pt x="535" y="745"/>
                </a:cubicBezTo>
                <a:close/>
                <a:moveTo>
                  <a:pt x="522" y="21"/>
                </a:moveTo>
                <a:cubicBezTo>
                  <a:pt x="524" y="22"/>
                  <a:pt x="527" y="23"/>
                  <a:pt x="530" y="23"/>
                </a:cubicBezTo>
                <a:cubicBezTo>
                  <a:pt x="530" y="32"/>
                  <a:pt x="530" y="32"/>
                  <a:pt x="530" y="32"/>
                </a:cubicBezTo>
                <a:cubicBezTo>
                  <a:pt x="528" y="31"/>
                  <a:pt x="525" y="30"/>
                  <a:pt x="522" y="29"/>
                </a:cubicBezTo>
                <a:cubicBezTo>
                  <a:pt x="522" y="21"/>
                  <a:pt x="522" y="21"/>
                  <a:pt x="522" y="21"/>
                </a:cubicBezTo>
                <a:close/>
                <a:moveTo>
                  <a:pt x="530" y="771"/>
                </a:moveTo>
                <a:cubicBezTo>
                  <a:pt x="528" y="772"/>
                  <a:pt x="525" y="773"/>
                  <a:pt x="522" y="774"/>
                </a:cubicBezTo>
                <a:cubicBezTo>
                  <a:pt x="522" y="764"/>
                  <a:pt x="522" y="764"/>
                  <a:pt x="522" y="764"/>
                </a:cubicBezTo>
                <a:cubicBezTo>
                  <a:pt x="525" y="764"/>
                  <a:pt x="528" y="763"/>
                  <a:pt x="530" y="763"/>
                </a:cubicBezTo>
                <a:cubicBezTo>
                  <a:pt x="530" y="771"/>
                  <a:pt x="530" y="771"/>
                  <a:pt x="530" y="771"/>
                </a:cubicBezTo>
                <a:close/>
                <a:moveTo>
                  <a:pt x="530" y="62"/>
                </a:moveTo>
                <a:cubicBezTo>
                  <a:pt x="530" y="72"/>
                  <a:pt x="530" y="72"/>
                  <a:pt x="530" y="72"/>
                </a:cubicBezTo>
                <a:cubicBezTo>
                  <a:pt x="527" y="71"/>
                  <a:pt x="525" y="70"/>
                  <a:pt x="522" y="69"/>
                </a:cubicBezTo>
                <a:cubicBezTo>
                  <a:pt x="522" y="33"/>
                  <a:pt x="522" y="33"/>
                  <a:pt x="522" y="33"/>
                </a:cubicBezTo>
                <a:cubicBezTo>
                  <a:pt x="522" y="36"/>
                  <a:pt x="524" y="41"/>
                  <a:pt x="526" y="53"/>
                </a:cubicBezTo>
                <a:cubicBezTo>
                  <a:pt x="527" y="57"/>
                  <a:pt x="529" y="60"/>
                  <a:pt x="530" y="62"/>
                </a:cubicBezTo>
                <a:close/>
                <a:moveTo>
                  <a:pt x="530" y="205"/>
                </a:moveTo>
                <a:cubicBezTo>
                  <a:pt x="530" y="211"/>
                  <a:pt x="530" y="211"/>
                  <a:pt x="530" y="211"/>
                </a:cubicBezTo>
                <a:cubicBezTo>
                  <a:pt x="529" y="211"/>
                  <a:pt x="528" y="210"/>
                  <a:pt x="526" y="209"/>
                </a:cubicBezTo>
                <a:cubicBezTo>
                  <a:pt x="526" y="216"/>
                  <a:pt x="526" y="223"/>
                  <a:pt x="526" y="230"/>
                </a:cubicBezTo>
                <a:cubicBezTo>
                  <a:pt x="528" y="231"/>
                  <a:pt x="529" y="233"/>
                  <a:pt x="530" y="234"/>
                </a:cubicBezTo>
                <a:cubicBezTo>
                  <a:pt x="530" y="240"/>
                  <a:pt x="530" y="240"/>
                  <a:pt x="530" y="240"/>
                </a:cubicBezTo>
                <a:cubicBezTo>
                  <a:pt x="530" y="240"/>
                  <a:pt x="530" y="240"/>
                  <a:pt x="530" y="240"/>
                </a:cubicBezTo>
                <a:cubicBezTo>
                  <a:pt x="528" y="238"/>
                  <a:pt x="525" y="235"/>
                  <a:pt x="522" y="233"/>
                </a:cubicBezTo>
                <a:cubicBezTo>
                  <a:pt x="522" y="200"/>
                  <a:pt x="522" y="200"/>
                  <a:pt x="522" y="200"/>
                </a:cubicBezTo>
                <a:cubicBezTo>
                  <a:pt x="525" y="202"/>
                  <a:pt x="528" y="204"/>
                  <a:pt x="530" y="205"/>
                </a:cubicBezTo>
                <a:close/>
                <a:moveTo>
                  <a:pt x="530" y="250"/>
                </a:moveTo>
                <a:cubicBezTo>
                  <a:pt x="530" y="257"/>
                  <a:pt x="530" y="257"/>
                  <a:pt x="530" y="257"/>
                </a:cubicBezTo>
                <a:cubicBezTo>
                  <a:pt x="528" y="257"/>
                  <a:pt x="526" y="258"/>
                  <a:pt x="526" y="262"/>
                </a:cubicBezTo>
                <a:cubicBezTo>
                  <a:pt x="530" y="265"/>
                  <a:pt x="530" y="265"/>
                  <a:pt x="530" y="265"/>
                </a:cubicBezTo>
                <a:cubicBezTo>
                  <a:pt x="530" y="269"/>
                  <a:pt x="530" y="269"/>
                  <a:pt x="530" y="269"/>
                </a:cubicBezTo>
                <a:cubicBezTo>
                  <a:pt x="527" y="267"/>
                  <a:pt x="524" y="266"/>
                  <a:pt x="522" y="266"/>
                </a:cubicBezTo>
                <a:cubicBezTo>
                  <a:pt x="522" y="259"/>
                  <a:pt x="522" y="259"/>
                  <a:pt x="522" y="259"/>
                </a:cubicBezTo>
                <a:cubicBezTo>
                  <a:pt x="525" y="256"/>
                  <a:pt x="527" y="253"/>
                  <a:pt x="530" y="250"/>
                </a:cubicBezTo>
                <a:close/>
                <a:moveTo>
                  <a:pt x="530" y="277"/>
                </a:moveTo>
                <a:cubicBezTo>
                  <a:pt x="530" y="286"/>
                  <a:pt x="530" y="286"/>
                  <a:pt x="530" y="286"/>
                </a:cubicBezTo>
                <a:cubicBezTo>
                  <a:pt x="527" y="289"/>
                  <a:pt x="525" y="293"/>
                  <a:pt x="522" y="296"/>
                </a:cubicBezTo>
                <a:cubicBezTo>
                  <a:pt x="522" y="286"/>
                  <a:pt x="522" y="286"/>
                  <a:pt x="522" y="286"/>
                </a:cubicBezTo>
                <a:cubicBezTo>
                  <a:pt x="524" y="285"/>
                  <a:pt x="525" y="285"/>
                  <a:pt x="527" y="284"/>
                </a:cubicBezTo>
                <a:cubicBezTo>
                  <a:pt x="528" y="283"/>
                  <a:pt x="528" y="282"/>
                  <a:pt x="528" y="282"/>
                </a:cubicBezTo>
                <a:cubicBezTo>
                  <a:pt x="527" y="281"/>
                  <a:pt x="524" y="280"/>
                  <a:pt x="522" y="278"/>
                </a:cubicBezTo>
                <a:cubicBezTo>
                  <a:pt x="522" y="274"/>
                  <a:pt x="522" y="274"/>
                  <a:pt x="522" y="274"/>
                </a:cubicBezTo>
                <a:cubicBezTo>
                  <a:pt x="524" y="275"/>
                  <a:pt x="525" y="277"/>
                  <a:pt x="527" y="278"/>
                </a:cubicBezTo>
                <a:cubicBezTo>
                  <a:pt x="528" y="278"/>
                  <a:pt x="529" y="278"/>
                  <a:pt x="530" y="277"/>
                </a:cubicBezTo>
                <a:close/>
                <a:moveTo>
                  <a:pt x="530" y="304"/>
                </a:moveTo>
                <a:cubicBezTo>
                  <a:pt x="530" y="334"/>
                  <a:pt x="530" y="334"/>
                  <a:pt x="530" y="334"/>
                </a:cubicBezTo>
                <a:cubicBezTo>
                  <a:pt x="527" y="336"/>
                  <a:pt x="524" y="338"/>
                  <a:pt x="522" y="339"/>
                </a:cubicBezTo>
                <a:cubicBezTo>
                  <a:pt x="522" y="328"/>
                  <a:pt x="522" y="328"/>
                  <a:pt x="522" y="328"/>
                </a:cubicBezTo>
                <a:cubicBezTo>
                  <a:pt x="523" y="328"/>
                  <a:pt x="524" y="328"/>
                  <a:pt x="526" y="328"/>
                </a:cubicBezTo>
                <a:cubicBezTo>
                  <a:pt x="526" y="320"/>
                  <a:pt x="520" y="318"/>
                  <a:pt x="522" y="311"/>
                </a:cubicBezTo>
                <a:cubicBezTo>
                  <a:pt x="525" y="309"/>
                  <a:pt x="527" y="306"/>
                  <a:pt x="530" y="304"/>
                </a:cubicBezTo>
                <a:close/>
                <a:moveTo>
                  <a:pt x="530" y="351"/>
                </a:moveTo>
                <a:cubicBezTo>
                  <a:pt x="530" y="360"/>
                  <a:pt x="530" y="360"/>
                  <a:pt x="530" y="360"/>
                </a:cubicBezTo>
                <a:cubicBezTo>
                  <a:pt x="524" y="360"/>
                  <a:pt x="524" y="360"/>
                  <a:pt x="524" y="360"/>
                </a:cubicBezTo>
                <a:cubicBezTo>
                  <a:pt x="524" y="362"/>
                  <a:pt x="524" y="364"/>
                  <a:pt x="524" y="365"/>
                </a:cubicBezTo>
                <a:cubicBezTo>
                  <a:pt x="527" y="365"/>
                  <a:pt x="529" y="365"/>
                  <a:pt x="530" y="364"/>
                </a:cubicBezTo>
                <a:cubicBezTo>
                  <a:pt x="530" y="381"/>
                  <a:pt x="530" y="381"/>
                  <a:pt x="530" y="381"/>
                </a:cubicBezTo>
                <a:cubicBezTo>
                  <a:pt x="528" y="381"/>
                  <a:pt x="526" y="381"/>
                  <a:pt x="524" y="382"/>
                </a:cubicBezTo>
                <a:cubicBezTo>
                  <a:pt x="523" y="380"/>
                  <a:pt x="523" y="379"/>
                  <a:pt x="522" y="377"/>
                </a:cubicBezTo>
                <a:cubicBezTo>
                  <a:pt x="522" y="351"/>
                  <a:pt x="522" y="351"/>
                  <a:pt x="522" y="351"/>
                </a:cubicBezTo>
                <a:cubicBezTo>
                  <a:pt x="525" y="351"/>
                  <a:pt x="528" y="351"/>
                  <a:pt x="530" y="351"/>
                </a:cubicBezTo>
                <a:close/>
                <a:moveTo>
                  <a:pt x="530" y="390"/>
                </a:moveTo>
                <a:cubicBezTo>
                  <a:pt x="530" y="394"/>
                  <a:pt x="530" y="394"/>
                  <a:pt x="530" y="394"/>
                </a:cubicBezTo>
                <a:cubicBezTo>
                  <a:pt x="529" y="394"/>
                  <a:pt x="527" y="393"/>
                  <a:pt x="526" y="393"/>
                </a:cubicBezTo>
                <a:cubicBezTo>
                  <a:pt x="527" y="399"/>
                  <a:pt x="526" y="406"/>
                  <a:pt x="530" y="410"/>
                </a:cubicBezTo>
                <a:cubicBezTo>
                  <a:pt x="530" y="415"/>
                  <a:pt x="530" y="415"/>
                  <a:pt x="530" y="415"/>
                </a:cubicBezTo>
                <a:cubicBezTo>
                  <a:pt x="522" y="415"/>
                  <a:pt x="522" y="415"/>
                  <a:pt x="522" y="415"/>
                </a:cubicBezTo>
                <a:cubicBezTo>
                  <a:pt x="522" y="411"/>
                  <a:pt x="522" y="411"/>
                  <a:pt x="522" y="411"/>
                </a:cubicBezTo>
                <a:cubicBezTo>
                  <a:pt x="524" y="411"/>
                  <a:pt x="524" y="411"/>
                  <a:pt x="524" y="411"/>
                </a:cubicBezTo>
                <a:cubicBezTo>
                  <a:pt x="523" y="405"/>
                  <a:pt x="523" y="401"/>
                  <a:pt x="522" y="398"/>
                </a:cubicBezTo>
                <a:cubicBezTo>
                  <a:pt x="522" y="390"/>
                  <a:pt x="522" y="390"/>
                  <a:pt x="522" y="390"/>
                </a:cubicBezTo>
                <a:cubicBezTo>
                  <a:pt x="530" y="390"/>
                  <a:pt x="530" y="390"/>
                  <a:pt x="530" y="390"/>
                </a:cubicBezTo>
                <a:close/>
                <a:moveTo>
                  <a:pt x="530" y="451"/>
                </a:moveTo>
                <a:cubicBezTo>
                  <a:pt x="530" y="461"/>
                  <a:pt x="530" y="461"/>
                  <a:pt x="530" y="461"/>
                </a:cubicBezTo>
                <a:cubicBezTo>
                  <a:pt x="527" y="460"/>
                  <a:pt x="524" y="460"/>
                  <a:pt x="522" y="459"/>
                </a:cubicBezTo>
                <a:cubicBezTo>
                  <a:pt x="522" y="446"/>
                  <a:pt x="522" y="446"/>
                  <a:pt x="522" y="446"/>
                </a:cubicBezTo>
                <a:cubicBezTo>
                  <a:pt x="525" y="447"/>
                  <a:pt x="528" y="449"/>
                  <a:pt x="530" y="451"/>
                </a:cubicBezTo>
                <a:close/>
                <a:moveTo>
                  <a:pt x="530" y="467"/>
                </a:moveTo>
                <a:cubicBezTo>
                  <a:pt x="530" y="477"/>
                  <a:pt x="530" y="477"/>
                  <a:pt x="530" y="477"/>
                </a:cubicBezTo>
                <a:cubicBezTo>
                  <a:pt x="527" y="478"/>
                  <a:pt x="525" y="479"/>
                  <a:pt x="522" y="480"/>
                </a:cubicBezTo>
                <a:cubicBezTo>
                  <a:pt x="522" y="469"/>
                  <a:pt x="522" y="469"/>
                  <a:pt x="522" y="469"/>
                </a:cubicBezTo>
                <a:cubicBezTo>
                  <a:pt x="525" y="468"/>
                  <a:pt x="528" y="468"/>
                  <a:pt x="530" y="467"/>
                </a:cubicBezTo>
                <a:close/>
                <a:moveTo>
                  <a:pt x="530" y="518"/>
                </a:moveTo>
                <a:cubicBezTo>
                  <a:pt x="530" y="523"/>
                  <a:pt x="530" y="523"/>
                  <a:pt x="530" y="523"/>
                </a:cubicBezTo>
                <a:cubicBezTo>
                  <a:pt x="530" y="522"/>
                  <a:pt x="529" y="522"/>
                  <a:pt x="528" y="522"/>
                </a:cubicBezTo>
                <a:cubicBezTo>
                  <a:pt x="526" y="526"/>
                  <a:pt x="524" y="529"/>
                  <a:pt x="522" y="533"/>
                </a:cubicBezTo>
                <a:cubicBezTo>
                  <a:pt x="522" y="525"/>
                  <a:pt x="522" y="525"/>
                  <a:pt x="522" y="525"/>
                </a:cubicBezTo>
                <a:cubicBezTo>
                  <a:pt x="524" y="522"/>
                  <a:pt x="524" y="519"/>
                  <a:pt x="522" y="515"/>
                </a:cubicBezTo>
                <a:cubicBezTo>
                  <a:pt x="522" y="509"/>
                  <a:pt x="522" y="509"/>
                  <a:pt x="522" y="509"/>
                </a:cubicBezTo>
                <a:cubicBezTo>
                  <a:pt x="530" y="518"/>
                  <a:pt x="530" y="518"/>
                  <a:pt x="530" y="518"/>
                </a:cubicBezTo>
                <a:close/>
                <a:moveTo>
                  <a:pt x="530" y="533"/>
                </a:moveTo>
                <a:cubicBezTo>
                  <a:pt x="530" y="541"/>
                  <a:pt x="530" y="541"/>
                  <a:pt x="530" y="541"/>
                </a:cubicBezTo>
                <a:cubicBezTo>
                  <a:pt x="530" y="543"/>
                  <a:pt x="529" y="545"/>
                  <a:pt x="530" y="547"/>
                </a:cubicBezTo>
                <a:cubicBezTo>
                  <a:pt x="530" y="553"/>
                  <a:pt x="530" y="553"/>
                  <a:pt x="530" y="553"/>
                </a:cubicBezTo>
                <a:cubicBezTo>
                  <a:pt x="522" y="544"/>
                  <a:pt x="522" y="544"/>
                  <a:pt x="522" y="544"/>
                </a:cubicBezTo>
                <a:cubicBezTo>
                  <a:pt x="522" y="539"/>
                  <a:pt x="522" y="539"/>
                  <a:pt x="522" y="539"/>
                </a:cubicBezTo>
                <a:cubicBezTo>
                  <a:pt x="523" y="541"/>
                  <a:pt x="524" y="542"/>
                  <a:pt x="524" y="543"/>
                </a:cubicBezTo>
                <a:cubicBezTo>
                  <a:pt x="526" y="540"/>
                  <a:pt x="528" y="536"/>
                  <a:pt x="530" y="533"/>
                </a:cubicBezTo>
                <a:close/>
                <a:moveTo>
                  <a:pt x="530" y="566"/>
                </a:moveTo>
                <a:cubicBezTo>
                  <a:pt x="530" y="572"/>
                  <a:pt x="530" y="572"/>
                  <a:pt x="530" y="572"/>
                </a:cubicBezTo>
                <a:cubicBezTo>
                  <a:pt x="527" y="572"/>
                  <a:pt x="524" y="574"/>
                  <a:pt x="522" y="578"/>
                </a:cubicBezTo>
                <a:cubicBezTo>
                  <a:pt x="525" y="579"/>
                  <a:pt x="527" y="580"/>
                  <a:pt x="530" y="581"/>
                </a:cubicBezTo>
                <a:cubicBezTo>
                  <a:pt x="530" y="588"/>
                  <a:pt x="530" y="588"/>
                  <a:pt x="530" y="588"/>
                </a:cubicBezTo>
                <a:cubicBezTo>
                  <a:pt x="528" y="586"/>
                  <a:pt x="526" y="586"/>
                  <a:pt x="522" y="584"/>
                </a:cubicBezTo>
                <a:cubicBezTo>
                  <a:pt x="522" y="569"/>
                  <a:pt x="522" y="569"/>
                  <a:pt x="522" y="569"/>
                </a:cubicBezTo>
                <a:cubicBezTo>
                  <a:pt x="522" y="569"/>
                  <a:pt x="522" y="569"/>
                  <a:pt x="522" y="569"/>
                </a:cubicBezTo>
                <a:cubicBezTo>
                  <a:pt x="525" y="568"/>
                  <a:pt x="528" y="567"/>
                  <a:pt x="530" y="566"/>
                </a:cubicBezTo>
                <a:close/>
                <a:moveTo>
                  <a:pt x="530" y="592"/>
                </a:moveTo>
                <a:cubicBezTo>
                  <a:pt x="530" y="599"/>
                  <a:pt x="530" y="599"/>
                  <a:pt x="530" y="599"/>
                </a:cubicBezTo>
                <a:cubicBezTo>
                  <a:pt x="527" y="601"/>
                  <a:pt x="525" y="603"/>
                  <a:pt x="522" y="605"/>
                </a:cubicBezTo>
                <a:cubicBezTo>
                  <a:pt x="522" y="595"/>
                  <a:pt x="522" y="595"/>
                  <a:pt x="522" y="595"/>
                </a:cubicBezTo>
                <a:cubicBezTo>
                  <a:pt x="525" y="595"/>
                  <a:pt x="528" y="594"/>
                  <a:pt x="530" y="592"/>
                </a:cubicBezTo>
                <a:close/>
                <a:moveTo>
                  <a:pt x="530" y="723"/>
                </a:moveTo>
                <a:cubicBezTo>
                  <a:pt x="530" y="730"/>
                  <a:pt x="530" y="730"/>
                  <a:pt x="530" y="730"/>
                </a:cubicBezTo>
                <a:cubicBezTo>
                  <a:pt x="527" y="731"/>
                  <a:pt x="525" y="732"/>
                  <a:pt x="522" y="735"/>
                </a:cubicBezTo>
                <a:cubicBezTo>
                  <a:pt x="525" y="737"/>
                  <a:pt x="528" y="740"/>
                  <a:pt x="530" y="742"/>
                </a:cubicBezTo>
                <a:cubicBezTo>
                  <a:pt x="530" y="753"/>
                  <a:pt x="530" y="753"/>
                  <a:pt x="530" y="753"/>
                </a:cubicBezTo>
                <a:cubicBezTo>
                  <a:pt x="527" y="750"/>
                  <a:pt x="524" y="748"/>
                  <a:pt x="522" y="746"/>
                </a:cubicBezTo>
                <a:cubicBezTo>
                  <a:pt x="522" y="726"/>
                  <a:pt x="522" y="726"/>
                  <a:pt x="522" y="726"/>
                </a:cubicBezTo>
                <a:cubicBezTo>
                  <a:pt x="525" y="725"/>
                  <a:pt x="527" y="724"/>
                  <a:pt x="530" y="723"/>
                </a:cubicBezTo>
                <a:close/>
                <a:moveTo>
                  <a:pt x="515" y="19"/>
                </a:moveTo>
                <a:cubicBezTo>
                  <a:pt x="517" y="20"/>
                  <a:pt x="520" y="21"/>
                  <a:pt x="522" y="21"/>
                </a:cubicBezTo>
                <a:cubicBezTo>
                  <a:pt x="522" y="29"/>
                  <a:pt x="522" y="29"/>
                  <a:pt x="522" y="29"/>
                </a:cubicBezTo>
                <a:cubicBezTo>
                  <a:pt x="522" y="29"/>
                  <a:pt x="522" y="29"/>
                  <a:pt x="522" y="29"/>
                </a:cubicBezTo>
                <a:cubicBezTo>
                  <a:pt x="522" y="30"/>
                  <a:pt x="522" y="30"/>
                  <a:pt x="522" y="33"/>
                </a:cubicBezTo>
                <a:cubicBezTo>
                  <a:pt x="522" y="69"/>
                  <a:pt x="522" y="69"/>
                  <a:pt x="522" y="69"/>
                </a:cubicBezTo>
                <a:cubicBezTo>
                  <a:pt x="520" y="68"/>
                  <a:pt x="517" y="67"/>
                  <a:pt x="515" y="66"/>
                </a:cubicBezTo>
                <a:cubicBezTo>
                  <a:pt x="515" y="59"/>
                  <a:pt x="515" y="59"/>
                  <a:pt x="515" y="59"/>
                </a:cubicBezTo>
                <a:cubicBezTo>
                  <a:pt x="515" y="59"/>
                  <a:pt x="516" y="59"/>
                  <a:pt x="516" y="59"/>
                </a:cubicBezTo>
                <a:cubicBezTo>
                  <a:pt x="517" y="59"/>
                  <a:pt x="518" y="59"/>
                  <a:pt x="518" y="58"/>
                </a:cubicBezTo>
                <a:cubicBezTo>
                  <a:pt x="517" y="55"/>
                  <a:pt x="517" y="55"/>
                  <a:pt x="515" y="43"/>
                </a:cubicBezTo>
                <a:cubicBezTo>
                  <a:pt x="515" y="19"/>
                  <a:pt x="515" y="19"/>
                  <a:pt x="515" y="19"/>
                </a:cubicBezTo>
                <a:close/>
                <a:moveTo>
                  <a:pt x="522" y="774"/>
                </a:moveTo>
                <a:cubicBezTo>
                  <a:pt x="520" y="775"/>
                  <a:pt x="517" y="775"/>
                  <a:pt x="515" y="776"/>
                </a:cubicBezTo>
                <a:cubicBezTo>
                  <a:pt x="515" y="764"/>
                  <a:pt x="515" y="764"/>
                  <a:pt x="515" y="764"/>
                </a:cubicBezTo>
                <a:cubicBezTo>
                  <a:pt x="515" y="764"/>
                  <a:pt x="516" y="765"/>
                  <a:pt x="516" y="765"/>
                </a:cubicBezTo>
                <a:cubicBezTo>
                  <a:pt x="518" y="765"/>
                  <a:pt x="520" y="765"/>
                  <a:pt x="522" y="764"/>
                </a:cubicBezTo>
                <a:cubicBezTo>
                  <a:pt x="522" y="774"/>
                  <a:pt x="522" y="774"/>
                  <a:pt x="522" y="774"/>
                </a:cubicBezTo>
                <a:close/>
                <a:moveTo>
                  <a:pt x="522" y="200"/>
                </a:moveTo>
                <a:cubicBezTo>
                  <a:pt x="522" y="233"/>
                  <a:pt x="522" y="233"/>
                  <a:pt x="522" y="233"/>
                </a:cubicBezTo>
                <a:cubicBezTo>
                  <a:pt x="520" y="231"/>
                  <a:pt x="517" y="229"/>
                  <a:pt x="515" y="228"/>
                </a:cubicBezTo>
                <a:cubicBezTo>
                  <a:pt x="515" y="223"/>
                  <a:pt x="515" y="223"/>
                  <a:pt x="515" y="223"/>
                </a:cubicBezTo>
                <a:cubicBezTo>
                  <a:pt x="515" y="223"/>
                  <a:pt x="516" y="224"/>
                  <a:pt x="516" y="224"/>
                </a:cubicBezTo>
                <a:cubicBezTo>
                  <a:pt x="517" y="224"/>
                  <a:pt x="518" y="224"/>
                  <a:pt x="518" y="224"/>
                </a:cubicBezTo>
                <a:cubicBezTo>
                  <a:pt x="519" y="214"/>
                  <a:pt x="521" y="206"/>
                  <a:pt x="515" y="202"/>
                </a:cubicBezTo>
                <a:cubicBezTo>
                  <a:pt x="515" y="196"/>
                  <a:pt x="515" y="196"/>
                  <a:pt x="515" y="196"/>
                </a:cubicBezTo>
                <a:cubicBezTo>
                  <a:pt x="517" y="197"/>
                  <a:pt x="520" y="199"/>
                  <a:pt x="522" y="200"/>
                </a:cubicBezTo>
                <a:close/>
                <a:moveTo>
                  <a:pt x="522" y="259"/>
                </a:moveTo>
                <a:cubicBezTo>
                  <a:pt x="522" y="266"/>
                  <a:pt x="522" y="266"/>
                  <a:pt x="522" y="266"/>
                </a:cubicBezTo>
                <a:cubicBezTo>
                  <a:pt x="520" y="266"/>
                  <a:pt x="518" y="267"/>
                  <a:pt x="516" y="270"/>
                </a:cubicBezTo>
                <a:cubicBezTo>
                  <a:pt x="518" y="271"/>
                  <a:pt x="520" y="273"/>
                  <a:pt x="522" y="274"/>
                </a:cubicBezTo>
                <a:cubicBezTo>
                  <a:pt x="522" y="278"/>
                  <a:pt x="522" y="278"/>
                  <a:pt x="522" y="278"/>
                </a:cubicBezTo>
                <a:cubicBezTo>
                  <a:pt x="520" y="277"/>
                  <a:pt x="517" y="276"/>
                  <a:pt x="515" y="275"/>
                </a:cubicBezTo>
                <a:cubicBezTo>
                  <a:pt x="515" y="266"/>
                  <a:pt x="515" y="266"/>
                  <a:pt x="515" y="266"/>
                </a:cubicBezTo>
                <a:cubicBezTo>
                  <a:pt x="517" y="264"/>
                  <a:pt x="520" y="262"/>
                  <a:pt x="522" y="259"/>
                </a:cubicBezTo>
                <a:close/>
                <a:moveTo>
                  <a:pt x="522" y="286"/>
                </a:moveTo>
                <a:cubicBezTo>
                  <a:pt x="522" y="296"/>
                  <a:pt x="522" y="296"/>
                  <a:pt x="522" y="296"/>
                </a:cubicBezTo>
                <a:cubicBezTo>
                  <a:pt x="520" y="298"/>
                  <a:pt x="517" y="300"/>
                  <a:pt x="515" y="303"/>
                </a:cubicBezTo>
                <a:cubicBezTo>
                  <a:pt x="515" y="294"/>
                  <a:pt x="515" y="294"/>
                  <a:pt x="515" y="294"/>
                </a:cubicBezTo>
                <a:cubicBezTo>
                  <a:pt x="516" y="294"/>
                  <a:pt x="518" y="293"/>
                  <a:pt x="520" y="292"/>
                </a:cubicBezTo>
                <a:cubicBezTo>
                  <a:pt x="518" y="291"/>
                  <a:pt x="517" y="290"/>
                  <a:pt x="515" y="288"/>
                </a:cubicBezTo>
                <a:cubicBezTo>
                  <a:pt x="515" y="284"/>
                  <a:pt x="515" y="284"/>
                  <a:pt x="515" y="284"/>
                </a:cubicBezTo>
                <a:cubicBezTo>
                  <a:pt x="516" y="285"/>
                  <a:pt x="518" y="286"/>
                  <a:pt x="520" y="288"/>
                </a:cubicBezTo>
                <a:cubicBezTo>
                  <a:pt x="522" y="286"/>
                  <a:pt x="522" y="286"/>
                  <a:pt x="522" y="286"/>
                </a:cubicBezTo>
                <a:close/>
                <a:moveTo>
                  <a:pt x="522" y="328"/>
                </a:moveTo>
                <a:cubicBezTo>
                  <a:pt x="522" y="339"/>
                  <a:pt x="522" y="339"/>
                  <a:pt x="522" y="339"/>
                </a:cubicBezTo>
                <a:cubicBezTo>
                  <a:pt x="520" y="340"/>
                  <a:pt x="517" y="341"/>
                  <a:pt x="515" y="341"/>
                </a:cubicBezTo>
                <a:cubicBezTo>
                  <a:pt x="515" y="329"/>
                  <a:pt x="515" y="329"/>
                  <a:pt x="515" y="329"/>
                </a:cubicBezTo>
                <a:cubicBezTo>
                  <a:pt x="517" y="329"/>
                  <a:pt x="519" y="329"/>
                  <a:pt x="522" y="328"/>
                </a:cubicBezTo>
                <a:close/>
                <a:moveTo>
                  <a:pt x="522" y="351"/>
                </a:moveTo>
                <a:cubicBezTo>
                  <a:pt x="522" y="377"/>
                  <a:pt x="522" y="377"/>
                  <a:pt x="522" y="377"/>
                </a:cubicBezTo>
                <a:cubicBezTo>
                  <a:pt x="518" y="370"/>
                  <a:pt x="517" y="363"/>
                  <a:pt x="517" y="353"/>
                </a:cubicBezTo>
                <a:cubicBezTo>
                  <a:pt x="518" y="352"/>
                  <a:pt x="520" y="351"/>
                  <a:pt x="522" y="351"/>
                </a:cubicBezTo>
                <a:close/>
                <a:moveTo>
                  <a:pt x="522" y="390"/>
                </a:moveTo>
                <a:cubicBezTo>
                  <a:pt x="522" y="398"/>
                  <a:pt x="522" y="398"/>
                  <a:pt x="522" y="398"/>
                </a:cubicBezTo>
                <a:cubicBezTo>
                  <a:pt x="521" y="396"/>
                  <a:pt x="519" y="394"/>
                  <a:pt x="515" y="394"/>
                </a:cubicBezTo>
                <a:cubicBezTo>
                  <a:pt x="515" y="390"/>
                  <a:pt x="515" y="390"/>
                  <a:pt x="515" y="390"/>
                </a:cubicBezTo>
                <a:cubicBezTo>
                  <a:pt x="522" y="390"/>
                  <a:pt x="522" y="390"/>
                  <a:pt x="522" y="390"/>
                </a:cubicBezTo>
                <a:close/>
                <a:moveTo>
                  <a:pt x="522" y="411"/>
                </a:moveTo>
                <a:cubicBezTo>
                  <a:pt x="522" y="415"/>
                  <a:pt x="522" y="415"/>
                  <a:pt x="522" y="415"/>
                </a:cubicBezTo>
                <a:cubicBezTo>
                  <a:pt x="515" y="415"/>
                  <a:pt x="515" y="415"/>
                  <a:pt x="515" y="415"/>
                </a:cubicBezTo>
                <a:cubicBezTo>
                  <a:pt x="515" y="404"/>
                  <a:pt x="515" y="404"/>
                  <a:pt x="515" y="404"/>
                </a:cubicBezTo>
                <a:cubicBezTo>
                  <a:pt x="516" y="410"/>
                  <a:pt x="516" y="410"/>
                  <a:pt x="516" y="410"/>
                </a:cubicBezTo>
                <a:cubicBezTo>
                  <a:pt x="517" y="410"/>
                  <a:pt x="518" y="411"/>
                  <a:pt x="518" y="411"/>
                </a:cubicBezTo>
                <a:cubicBezTo>
                  <a:pt x="522" y="411"/>
                  <a:pt x="522" y="411"/>
                  <a:pt x="522" y="411"/>
                </a:cubicBezTo>
                <a:close/>
                <a:moveTo>
                  <a:pt x="522" y="446"/>
                </a:moveTo>
                <a:cubicBezTo>
                  <a:pt x="522" y="459"/>
                  <a:pt x="522" y="459"/>
                  <a:pt x="522" y="459"/>
                </a:cubicBezTo>
                <a:cubicBezTo>
                  <a:pt x="519" y="458"/>
                  <a:pt x="517" y="457"/>
                  <a:pt x="515" y="456"/>
                </a:cubicBezTo>
                <a:cubicBezTo>
                  <a:pt x="515" y="443"/>
                  <a:pt x="515" y="443"/>
                  <a:pt x="515" y="443"/>
                </a:cubicBezTo>
                <a:cubicBezTo>
                  <a:pt x="517" y="444"/>
                  <a:pt x="520" y="444"/>
                  <a:pt x="522" y="446"/>
                </a:cubicBezTo>
                <a:close/>
                <a:moveTo>
                  <a:pt x="522" y="469"/>
                </a:moveTo>
                <a:cubicBezTo>
                  <a:pt x="522" y="480"/>
                  <a:pt x="522" y="480"/>
                  <a:pt x="522" y="480"/>
                </a:cubicBezTo>
                <a:cubicBezTo>
                  <a:pt x="520" y="481"/>
                  <a:pt x="517" y="482"/>
                  <a:pt x="515" y="484"/>
                </a:cubicBezTo>
                <a:cubicBezTo>
                  <a:pt x="515" y="471"/>
                  <a:pt x="515" y="471"/>
                  <a:pt x="515" y="471"/>
                </a:cubicBezTo>
                <a:cubicBezTo>
                  <a:pt x="517" y="470"/>
                  <a:pt x="520" y="469"/>
                  <a:pt x="522" y="469"/>
                </a:cubicBezTo>
                <a:close/>
                <a:moveTo>
                  <a:pt x="522" y="509"/>
                </a:moveTo>
                <a:cubicBezTo>
                  <a:pt x="522" y="515"/>
                  <a:pt x="522" y="515"/>
                  <a:pt x="522" y="515"/>
                </a:cubicBezTo>
                <a:cubicBezTo>
                  <a:pt x="521" y="514"/>
                  <a:pt x="521" y="513"/>
                  <a:pt x="520" y="512"/>
                </a:cubicBezTo>
                <a:cubicBezTo>
                  <a:pt x="518" y="515"/>
                  <a:pt x="516" y="517"/>
                  <a:pt x="515" y="520"/>
                </a:cubicBezTo>
                <a:cubicBezTo>
                  <a:pt x="515" y="512"/>
                  <a:pt x="515" y="512"/>
                  <a:pt x="515" y="512"/>
                </a:cubicBezTo>
                <a:cubicBezTo>
                  <a:pt x="515" y="510"/>
                  <a:pt x="515" y="509"/>
                  <a:pt x="515" y="508"/>
                </a:cubicBezTo>
                <a:cubicBezTo>
                  <a:pt x="515" y="502"/>
                  <a:pt x="515" y="502"/>
                  <a:pt x="515" y="502"/>
                </a:cubicBezTo>
                <a:cubicBezTo>
                  <a:pt x="522" y="509"/>
                  <a:pt x="522" y="509"/>
                  <a:pt x="522" y="509"/>
                </a:cubicBezTo>
                <a:close/>
                <a:moveTo>
                  <a:pt x="522" y="525"/>
                </a:moveTo>
                <a:cubicBezTo>
                  <a:pt x="522" y="533"/>
                  <a:pt x="522" y="533"/>
                  <a:pt x="522" y="533"/>
                </a:cubicBezTo>
                <a:cubicBezTo>
                  <a:pt x="521" y="534"/>
                  <a:pt x="520" y="535"/>
                  <a:pt x="520" y="537"/>
                </a:cubicBezTo>
                <a:cubicBezTo>
                  <a:pt x="521" y="538"/>
                  <a:pt x="521" y="539"/>
                  <a:pt x="522" y="539"/>
                </a:cubicBezTo>
                <a:cubicBezTo>
                  <a:pt x="522" y="544"/>
                  <a:pt x="522" y="544"/>
                  <a:pt x="522" y="544"/>
                </a:cubicBezTo>
                <a:cubicBezTo>
                  <a:pt x="515" y="537"/>
                  <a:pt x="515" y="537"/>
                  <a:pt x="515" y="537"/>
                </a:cubicBezTo>
                <a:cubicBezTo>
                  <a:pt x="515" y="533"/>
                  <a:pt x="515" y="533"/>
                  <a:pt x="515" y="533"/>
                </a:cubicBezTo>
                <a:cubicBezTo>
                  <a:pt x="516" y="533"/>
                  <a:pt x="516" y="533"/>
                  <a:pt x="517" y="533"/>
                </a:cubicBezTo>
                <a:cubicBezTo>
                  <a:pt x="519" y="530"/>
                  <a:pt x="520" y="527"/>
                  <a:pt x="522" y="525"/>
                </a:cubicBezTo>
                <a:close/>
                <a:moveTo>
                  <a:pt x="522" y="569"/>
                </a:moveTo>
                <a:cubicBezTo>
                  <a:pt x="522" y="584"/>
                  <a:pt x="522" y="584"/>
                  <a:pt x="522" y="584"/>
                </a:cubicBezTo>
                <a:cubicBezTo>
                  <a:pt x="520" y="584"/>
                  <a:pt x="518" y="583"/>
                  <a:pt x="515" y="582"/>
                </a:cubicBezTo>
                <a:cubicBezTo>
                  <a:pt x="515" y="576"/>
                  <a:pt x="515" y="576"/>
                  <a:pt x="515" y="576"/>
                </a:cubicBezTo>
                <a:cubicBezTo>
                  <a:pt x="517" y="574"/>
                  <a:pt x="520" y="572"/>
                  <a:pt x="522" y="569"/>
                </a:cubicBezTo>
                <a:close/>
                <a:moveTo>
                  <a:pt x="522" y="595"/>
                </a:moveTo>
                <a:cubicBezTo>
                  <a:pt x="522" y="605"/>
                  <a:pt x="522" y="605"/>
                  <a:pt x="522" y="605"/>
                </a:cubicBezTo>
                <a:cubicBezTo>
                  <a:pt x="520" y="606"/>
                  <a:pt x="517" y="607"/>
                  <a:pt x="515" y="608"/>
                </a:cubicBezTo>
                <a:cubicBezTo>
                  <a:pt x="515" y="602"/>
                  <a:pt x="515" y="602"/>
                  <a:pt x="515" y="602"/>
                </a:cubicBezTo>
                <a:cubicBezTo>
                  <a:pt x="516" y="601"/>
                  <a:pt x="516" y="600"/>
                  <a:pt x="516" y="599"/>
                </a:cubicBezTo>
                <a:cubicBezTo>
                  <a:pt x="515" y="599"/>
                  <a:pt x="515" y="599"/>
                  <a:pt x="515" y="599"/>
                </a:cubicBezTo>
                <a:cubicBezTo>
                  <a:pt x="515" y="593"/>
                  <a:pt x="515" y="593"/>
                  <a:pt x="515" y="593"/>
                </a:cubicBezTo>
                <a:cubicBezTo>
                  <a:pt x="521" y="596"/>
                  <a:pt x="521" y="596"/>
                  <a:pt x="521" y="596"/>
                </a:cubicBezTo>
                <a:cubicBezTo>
                  <a:pt x="521" y="596"/>
                  <a:pt x="522" y="596"/>
                  <a:pt x="522" y="595"/>
                </a:cubicBezTo>
                <a:close/>
                <a:moveTo>
                  <a:pt x="522" y="726"/>
                </a:moveTo>
                <a:cubicBezTo>
                  <a:pt x="522" y="746"/>
                  <a:pt x="522" y="746"/>
                  <a:pt x="522" y="746"/>
                </a:cubicBezTo>
                <a:cubicBezTo>
                  <a:pt x="520" y="744"/>
                  <a:pt x="517" y="743"/>
                  <a:pt x="515" y="743"/>
                </a:cubicBezTo>
                <a:cubicBezTo>
                  <a:pt x="515" y="730"/>
                  <a:pt x="515" y="730"/>
                  <a:pt x="515" y="730"/>
                </a:cubicBezTo>
                <a:cubicBezTo>
                  <a:pt x="517" y="729"/>
                  <a:pt x="520" y="727"/>
                  <a:pt x="522" y="726"/>
                </a:cubicBezTo>
                <a:close/>
                <a:moveTo>
                  <a:pt x="515" y="674"/>
                </a:moveTo>
                <a:cubicBezTo>
                  <a:pt x="515" y="671"/>
                  <a:pt x="515" y="671"/>
                  <a:pt x="515" y="671"/>
                </a:cubicBezTo>
                <a:cubicBezTo>
                  <a:pt x="516" y="674"/>
                  <a:pt x="516" y="674"/>
                  <a:pt x="516" y="674"/>
                </a:cubicBezTo>
                <a:lnTo>
                  <a:pt x="515" y="674"/>
                </a:lnTo>
                <a:close/>
                <a:moveTo>
                  <a:pt x="509" y="17"/>
                </a:moveTo>
                <a:cubicBezTo>
                  <a:pt x="511" y="18"/>
                  <a:pt x="513" y="19"/>
                  <a:pt x="515" y="19"/>
                </a:cubicBezTo>
                <a:cubicBezTo>
                  <a:pt x="515" y="43"/>
                  <a:pt x="515" y="43"/>
                  <a:pt x="515" y="43"/>
                </a:cubicBezTo>
                <a:cubicBezTo>
                  <a:pt x="514" y="39"/>
                  <a:pt x="514" y="39"/>
                  <a:pt x="514" y="39"/>
                </a:cubicBezTo>
                <a:cubicBezTo>
                  <a:pt x="513" y="34"/>
                  <a:pt x="511" y="31"/>
                  <a:pt x="509" y="28"/>
                </a:cubicBezTo>
                <a:cubicBezTo>
                  <a:pt x="509" y="17"/>
                  <a:pt x="509" y="17"/>
                  <a:pt x="509" y="17"/>
                </a:cubicBezTo>
                <a:close/>
                <a:moveTo>
                  <a:pt x="515" y="776"/>
                </a:moveTo>
                <a:cubicBezTo>
                  <a:pt x="513" y="777"/>
                  <a:pt x="511" y="777"/>
                  <a:pt x="509" y="778"/>
                </a:cubicBezTo>
                <a:cubicBezTo>
                  <a:pt x="509" y="760"/>
                  <a:pt x="509" y="760"/>
                  <a:pt x="509" y="760"/>
                </a:cubicBezTo>
                <a:cubicBezTo>
                  <a:pt x="511" y="761"/>
                  <a:pt x="513" y="763"/>
                  <a:pt x="515" y="764"/>
                </a:cubicBezTo>
                <a:cubicBezTo>
                  <a:pt x="515" y="776"/>
                  <a:pt x="515" y="776"/>
                  <a:pt x="515" y="776"/>
                </a:cubicBezTo>
                <a:close/>
                <a:moveTo>
                  <a:pt x="515" y="59"/>
                </a:moveTo>
                <a:cubicBezTo>
                  <a:pt x="515" y="66"/>
                  <a:pt x="515" y="66"/>
                  <a:pt x="515" y="66"/>
                </a:cubicBezTo>
                <a:cubicBezTo>
                  <a:pt x="513" y="66"/>
                  <a:pt x="511" y="65"/>
                  <a:pt x="509" y="65"/>
                </a:cubicBezTo>
                <a:cubicBezTo>
                  <a:pt x="509" y="56"/>
                  <a:pt x="509" y="56"/>
                  <a:pt x="509" y="56"/>
                </a:cubicBezTo>
                <a:cubicBezTo>
                  <a:pt x="511" y="57"/>
                  <a:pt x="513" y="58"/>
                  <a:pt x="515" y="59"/>
                </a:cubicBezTo>
                <a:close/>
                <a:moveTo>
                  <a:pt x="515" y="196"/>
                </a:moveTo>
                <a:cubicBezTo>
                  <a:pt x="515" y="202"/>
                  <a:pt x="515" y="202"/>
                  <a:pt x="515" y="202"/>
                </a:cubicBezTo>
                <a:cubicBezTo>
                  <a:pt x="514" y="201"/>
                  <a:pt x="512" y="200"/>
                  <a:pt x="509" y="199"/>
                </a:cubicBezTo>
                <a:cubicBezTo>
                  <a:pt x="510" y="210"/>
                  <a:pt x="507" y="216"/>
                  <a:pt x="515" y="223"/>
                </a:cubicBezTo>
                <a:cubicBezTo>
                  <a:pt x="515" y="228"/>
                  <a:pt x="515" y="228"/>
                  <a:pt x="515" y="228"/>
                </a:cubicBezTo>
                <a:cubicBezTo>
                  <a:pt x="513" y="226"/>
                  <a:pt x="511" y="225"/>
                  <a:pt x="509" y="224"/>
                </a:cubicBezTo>
                <a:cubicBezTo>
                  <a:pt x="509" y="193"/>
                  <a:pt x="509" y="193"/>
                  <a:pt x="509" y="193"/>
                </a:cubicBezTo>
                <a:cubicBezTo>
                  <a:pt x="511" y="194"/>
                  <a:pt x="513" y="195"/>
                  <a:pt x="515" y="196"/>
                </a:cubicBezTo>
                <a:close/>
                <a:moveTo>
                  <a:pt x="515" y="266"/>
                </a:moveTo>
                <a:cubicBezTo>
                  <a:pt x="515" y="275"/>
                  <a:pt x="515" y="275"/>
                  <a:pt x="515" y="275"/>
                </a:cubicBezTo>
                <a:cubicBezTo>
                  <a:pt x="512" y="275"/>
                  <a:pt x="510" y="275"/>
                  <a:pt x="509" y="277"/>
                </a:cubicBezTo>
                <a:cubicBezTo>
                  <a:pt x="509" y="272"/>
                  <a:pt x="509" y="272"/>
                  <a:pt x="509" y="272"/>
                </a:cubicBezTo>
                <a:cubicBezTo>
                  <a:pt x="511" y="270"/>
                  <a:pt x="513" y="268"/>
                  <a:pt x="515" y="266"/>
                </a:cubicBezTo>
                <a:close/>
                <a:moveTo>
                  <a:pt x="515" y="284"/>
                </a:moveTo>
                <a:cubicBezTo>
                  <a:pt x="515" y="288"/>
                  <a:pt x="515" y="288"/>
                  <a:pt x="515" y="288"/>
                </a:cubicBezTo>
                <a:cubicBezTo>
                  <a:pt x="513" y="287"/>
                  <a:pt x="511" y="285"/>
                  <a:pt x="509" y="284"/>
                </a:cubicBezTo>
                <a:cubicBezTo>
                  <a:pt x="509" y="280"/>
                  <a:pt x="509" y="280"/>
                  <a:pt x="509" y="280"/>
                </a:cubicBezTo>
                <a:cubicBezTo>
                  <a:pt x="511" y="281"/>
                  <a:pt x="513" y="283"/>
                  <a:pt x="515" y="284"/>
                </a:cubicBezTo>
                <a:close/>
                <a:moveTo>
                  <a:pt x="515" y="294"/>
                </a:moveTo>
                <a:cubicBezTo>
                  <a:pt x="515" y="303"/>
                  <a:pt x="515" y="303"/>
                  <a:pt x="515" y="303"/>
                </a:cubicBezTo>
                <a:cubicBezTo>
                  <a:pt x="513" y="304"/>
                  <a:pt x="511" y="306"/>
                  <a:pt x="509" y="307"/>
                </a:cubicBezTo>
                <a:cubicBezTo>
                  <a:pt x="509" y="301"/>
                  <a:pt x="509" y="301"/>
                  <a:pt x="509" y="301"/>
                </a:cubicBezTo>
                <a:cubicBezTo>
                  <a:pt x="509" y="301"/>
                  <a:pt x="510" y="300"/>
                  <a:pt x="510" y="299"/>
                </a:cubicBezTo>
                <a:cubicBezTo>
                  <a:pt x="510" y="299"/>
                  <a:pt x="509" y="299"/>
                  <a:pt x="509" y="299"/>
                </a:cubicBezTo>
                <a:cubicBezTo>
                  <a:pt x="509" y="296"/>
                  <a:pt x="509" y="296"/>
                  <a:pt x="509" y="296"/>
                </a:cubicBezTo>
                <a:cubicBezTo>
                  <a:pt x="509" y="296"/>
                  <a:pt x="509" y="296"/>
                  <a:pt x="509" y="296"/>
                </a:cubicBezTo>
                <a:cubicBezTo>
                  <a:pt x="512" y="296"/>
                  <a:pt x="513" y="295"/>
                  <a:pt x="515" y="294"/>
                </a:cubicBezTo>
                <a:close/>
                <a:moveTo>
                  <a:pt x="515" y="329"/>
                </a:moveTo>
                <a:cubicBezTo>
                  <a:pt x="515" y="341"/>
                  <a:pt x="515" y="341"/>
                  <a:pt x="515" y="341"/>
                </a:cubicBezTo>
                <a:cubicBezTo>
                  <a:pt x="513" y="342"/>
                  <a:pt x="511" y="342"/>
                  <a:pt x="509" y="343"/>
                </a:cubicBezTo>
                <a:cubicBezTo>
                  <a:pt x="509" y="330"/>
                  <a:pt x="509" y="330"/>
                  <a:pt x="509" y="330"/>
                </a:cubicBezTo>
                <a:cubicBezTo>
                  <a:pt x="512" y="329"/>
                  <a:pt x="513" y="329"/>
                  <a:pt x="515" y="329"/>
                </a:cubicBezTo>
                <a:close/>
                <a:moveTo>
                  <a:pt x="515" y="390"/>
                </a:moveTo>
                <a:cubicBezTo>
                  <a:pt x="515" y="394"/>
                  <a:pt x="515" y="394"/>
                  <a:pt x="515" y="394"/>
                </a:cubicBezTo>
                <a:cubicBezTo>
                  <a:pt x="514" y="393"/>
                  <a:pt x="514" y="393"/>
                  <a:pt x="513" y="393"/>
                </a:cubicBezTo>
                <a:cubicBezTo>
                  <a:pt x="515" y="404"/>
                  <a:pt x="515" y="404"/>
                  <a:pt x="515" y="404"/>
                </a:cubicBezTo>
                <a:cubicBezTo>
                  <a:pt x="515" y="415"/>
                  <a:pt x="515" y="415"/>
                  <a:pt x="515" y="415"/>
                </a:cubicBezTo>
                <a:cubicBezTo>
                  <a:pt x="509" y="415"/>
                  <a:pt x="509" y="415"/>
                  <a:pt x="509" y="415"/>
                </a:cubicBezTo>
                <a:cubicBezTo>
                  <a:pt x="509" y="410"/>
                  <a:pt x="509" y="410"/>
                  <a:pt x="509" y="410"/>
                </a:cubicBezTo>
                <a:cubicBezTo>
                  <a:pt x="510" y="410"/>
                  <a:pt x="511" y="410"/>
                  <a:pt x="512" y="410"/>
                </a:cubicBezTo>
                <a:cubicBezTo>
                  <a:pt x="511" y="406"/>
                  <a:pt x="510" y="402"/>
                  <a:pt x="509" y="399"/>
                </a:cubicBezTo>
                <a:cubicBezTo>
                  <a:pt x="509" y="390"/>
                  <a:pt x="509" y="390"/>
                  <a:pt x="509" y="390"/>
                </a:cubicBezTo>
                <a:cubicBezTo>
                  <a:pt x="515" y="390"/>
                  <a:pt x="515" y="390"/>
                  <a:pt x="515" y="390"/>
                </a:cubicBezTo>
                <a:close/>
                <a:moveTo>
                  <a:pt x="515" y="443"/>
                </a:moveTo>
                <a:cubicBezTo>
                  <a:pt x="515" y="456"/>
                  <a:pt x="515" y="456"/>
                  <a:pt x="515" y="456"/>
                </a:cubicBezTo>
                <a:cubicBezTo>
                  <a:pt x="512" y="453"/>
                  <a:pt x="510" y="450"/>
                  <a:pt x="510" y="445"/>
                </a:cubicBezTo>
                <a:cubicBezTo>
                  <a:pt x="511" y="444"/>
                  <a:pt x="513" y="443"/>
                  <a:pt x="515" y="443"/>
                </a:cubicBezTo>
                <a:close/>
                <a:moveTo>
                  <a:pt x="515" y="471"/>
                </a:moveTo>
                <a:cubicBezTo>
                  <a:pt x="515" y="484"/>
                  <a:pt x="515" y="484"/>
                  <a:pt x="515" y="484"/>
                </a:cubicBezTo>
                <a:cubicBezTo>
                  <a:pt x="513" y="485"/>
                  <a:pt x="512" y="485"/>
                  <a:pt x="510" y="487"/>
                </a:cubicBezTo>
                <a:cubicBezTo>
                  <a:pt x="510" y="486"/>
                  <a:pt x="509" y="485"/>
                  <a:pt x="509" y="485"/>
                </a:cubicBezTo>
                <a:cubicBezTo>
                  <a:pt x="509" y="474"/>
                  <a:pt x="509" y="474"/>
                  <a:pt x="509" y="474"/>
                </a:cubicBezTo>
                <a:cubicBezTo>
                  <a:pt x="510" y="473"/>
                  <a:pt x="512" y="472"/>
                  <a:pt x="515" y="471"/>
                </a:cubicBezTo>
                <a:close/>
                <a:moveTo>
                  <a:pt x="515" y="502"/>
                </a:moveTo>
                <a:cubicBezTo>
                  <a:pt x="515" y="508"/>
                  <a:pt x="515" y="508"/>
                  <a:pt x="515" y="508"/>
                </a:cubicBezTo>
                <a:cubicBezTo>
                  <a:pt x="514" y="506"/>
                  <a:pt x="513" y="505"/>
                  <a:pt x="510" y="504"/>
                </a:cubicBezTo>
                <a:cubicBezTo>
                  <a:pt x="509" y="506"/>
                  <a:pt x="509" y="506"/>
                  <a:pt x="509" y="506"/>
                </a:cubicBezTo>
                <a:cubicBezTo>
                  <a:pt x="509" y="496"/>
                  <a:pt x="509" y="496"/>
                  <a:pt x="509" y="496"/>
                </a:cubicBezTo>
                <a:cubicBezTo>
                  <a:pt x="515" y="502"/>
                  <a:pt x="515" y="502"/>
                  <a:pt x="515" y="502"/>
                </a:cubicBezTo>
                <a:close/>
                <a:moveTo>
                  <a:pt x="515" y="512"/>
                </a:moveTo>
                <a:cubicBezTo>
                  <a:pt x="515" y="520"/>
                  <a:pt x="515" y="520"/>
                  <a:pt x="515" y="520"/>
                </a:cubicBezTo>
                <a:cubicBezTo>
                  <a:pt x="512" y="524"/>
                  <a:pt x="511" y="528"/>
                  <a:pt x="515" y="533"/>
                </a:cubicBezTo>
                <a:cubicBezTo>
                  <a:pt x="515" y="537"/>
                  <a:pt x="515" y="537"/>
                  <a:pt x="515" y="537"/>
                </a:cubicBezTo>
                <a:cubicBezTo>
                  <a:pt x="509" y="531"/>
                  <a:pt x="509" y="531"/>
                  <a:pt x="509" y="531"/>
                </a:cubicBezTo>
                <a:cubicBezTo>
                  <a:pt x="509" y="522"/>
                  <a:pt x="509" y="522"/>
                  <a:pt x="509" y="522"/>
                </a:cubicBezTo>
                <a:cubicBezTo>
                  <a:pt x="511" y="519"/>
                  <a:pt x="514" y="515"/>
                  <a:pt x="515" y="512"/>
                </a:cubicBezTo>
                <a:close/>
                <a:moveTo>
                  <a:pt x="515" y="576"/>
                </a:moveTo>
                <a:cubicBezTo>
                  <a:pt x="515" y="582"/>
                  <a:pt x="515" y="582"/>
                  <a:pt x="515" y="582"/>
                </a:cubicBezTo>
                <a:cubicBezTo>
                  <a:pt x="513" y="583"/>
                  <a:pt x="511" y="584"/>
                  <a:pt x="509" y="585"/>
                </a:cubicBezTo>
                <a:cubicBezTo>
                  <a:pt x="509" y="580"/>
                  <a:pt x="509" y="580"/>
                  <a:pt x="509" y="580"/>
                </a:cubicBezTo>
                <a:cubicBezTo>
                  <a:pt x="511" y="578"/>
                  <a:pt x="513" y="577"/>
                  <a:pt x="515" y="576"/>
                </a:cubicBezTo>
                <a:close/>
                <a:moveTo>
                  <a:pt x="515" y="593"/>
                </a:moveTo>
                <a:cubicBezTo>
                  <a:pt x="515" y="599"/>
                  <a:pt x="515" y="599"/>
                  <a:pt x="515" y="599"/>
                </a:cubicBezTo>
                <a:cubicBezTo>
                  <a:pt x="513" y="598"/>
                  <a:pt x="511" y="597"/>
                  <a:pt x="509" y="596"/>
                </a:cubicBezTo>
                <a:cubicBezTo>
                  <a:pt x="509" y="589"/>
                  <a:pt x="509" y="589"/>
                  <a:pt x="509" y="589"/>
                </a:cubicBezTo>
                <a:cubicBezTo>
                  <a:pt x="511" y="590"/>
                  <a:pt x="513" y="591"/>
                  <a:pt x="515" y="593"/>
                </a:cubicBezTo>
                <a:close/>
                <a:moveTo>
                  <a:pt x="515" y="602"/>
                </a:moveTo>
                <a:cubicBezTo>
                  <a:pt x="515" y="608"/>
                  <a:pt x="515" y="608"/>
                  <a:pt x="515" y="608"/>
                </a:cubicBezTo>
                <a:cubicBezTo>
                  <a:pt x="513" y="609"/>
                  <a:pt x="511" y="610"/>
                  <a:pt x="509" y="611"/>
                </a:cubicBezTo>
                <a:cubicBezTo>
                  <a:pt x="509" y="605"/>
                  <a:pt x="509" y="605"/>
                  <a:pt x="509" y="605"/>
                </a:cubicBezTo>
                <a:cubicBezTo>
                  <a:pt x="511" y="604"/>
                  <a:pt x="514" y="603"/>
                  <a:pt x="515" y="602"/>
                </a:cubicBezTo>
                <a:close/>
                <a:moveTo>
                  <a:pt x="515" y="671"/>
                </a:moveTo>
                <a:cubicBezTo>
                  <a:pt x="515" y="674"/>
                  <a:pt x="515" y="674"/>
                  <a:pt x="515" y="674"/>
                </a:cubicBezTo>
                <a:cubicBezTo>
                  <a:pt x="509" y="676"/>
                  <a:pt x="509" y="676"/>
                  <a:pt x="509" y="676"/>
                </a:cubicBezTo>
                <a:cubicBezTo>
                  <a:pt x="509" y="664"/>
                  <a:pt x="509" y="664"/>
                  <a:pt x="509" y="664"/>
                </a:cubicBezTo>
                <a:cubicBezTo>
                  <a:pt x="513" y="663"/>
                  <a:pt x="513" y="663"/>
                  <a:pt x="513" y="663"/>
                </a:cubicBezTo>
                <a:cubicBezTo>
                  <a:pt x="513" y="666"/>
                  <a:pt x="514" y="668"/>
                  <a:pt x="515" y="671"/>
                </a:cubicBezTo>
                <a:close/>
                <a:moveTo>
                  <a:pt x="515" y="730"/>
                </a:moveTo>
                <a:cubicBezTo>
                  <a:pt x="515" y="743"/>
                  <a:pt x="515" y="743"/>
                  <a:pt x="515" y="743"/>
                </a:cubicBezTo>
                <a:cubicBezTo>
                  <a:pt x="513" y="742"/>
                  <a:pt x="511" y="741"/>
                  <a:pt x="509" y="741"/>
                </a:cubicBezTo>
                <a:cubicBezTo>
                  <a:pt x="509" y="731"/>
                  <a:pt x="509" y="731"/>
                  <a:pt x="509" y="731"/>
                </a:cubicBezTo>
                <a:cubicBezTo>
                  <a:pt x="515" y="730"/>
                  <a:pt x="515" y="730"/>
                  <a:pt x="515" y="730"/>
                </a:cubicBezTo>
                <a:close/>
                <a:moveTo>
                  <a:pt x="509" y="141"/>
                </a:moveTo>
                <a:cubicBezTo>
                  <a:pt x="509" y="132"/>
                  <a:pt x="509" y="132"/>
                  <a:pt x="509" y="132"/>
                </a:cubicBezTo>
                <a:cubicBezTo>
                  <a:pt x="512" y="134"/>
                  <a:pt x="513" y="137"/>
                  <a:pt x="510" y="141"/>
                </a:cubicBezTo>
                <a:cubicBezTo>
                  <a:pt x="510" y="141"/>
                  <a:pt x="510" y="141"/>
                  <a:pt x="509" y="141"/>
                </a:cubicBezTo>
                <a:close/>
                <a:moveTo>
                  <a:pt x="504" y="16"/>
                </a:moveTo>
                <a:cubicBezTo>
                  <a:pt x="506" y="17"/>
                  <a:pt x="507" y="17"/>
                  <a:pt x="509" y="17"/>
                </a:cubicBezTo>
                <a:cubicBezTo>
                  <a:pt x="509" y="28"/>
                  <a:pt x="509" y="28"/>
                  <a:pt x="509" y="28"/>
                </a:cubicBezTo>
                <a:cubicBezTo>
                  <a:pt x="507" y="26"/>
                  <a:pt x="506" y="25"/>
                  <a:pt x="504" y="24"/>
                </a:cubicBezTo>
                <a:cubicBezTo>
                  <a:pt x="504" y="16"/>
                  <a:pt x="504" y="16"/>
                  <a:pt x="504" y="16"/>
                </a:cubicBezTo>
                <a:close/>
                <a:moveTo>
                  <a:pt x="509" y="778"/>
                </a:moveTo>
                <a:cubicBezTo>
                  <a:pt x="507" y="779"/>
                  <a:pt x="506" y="779"/>
                  <a:pt x="504" y="779"/>
                </a:cubicBezTo>
                <a:cubicBezTo>
                  <a:pt x="504" y="771"/>
                  <a:pt x="504" y="771"/>
                  <a:pt x="504" y="771"/>
                </a:cubicBezTo>
                <a:cubicBezTo>
                  <a:pt x="505" y="771"/>
                  <a:pt x="506" y="770"/>
                  <a:pt x="507" y="770"/>
                </a:cubicBezTo>
                <a:cubicBezTo>
                  <a:pt x="506" y="770"/>
                  <a:pt x="505" y="769"/>
                  <a:pt x="504" y="768"/>
                </a:cubicBezTo>
                <a:cubicBezTo>
                  <a:pt x="504" y="756"/>
                  <a:pt x="504" y="756"/>
                  <a:pt x="504" y="756"/>
                </a:cubicBezTo>
                <a:cubicBezTo>
                  <a:pt x="506" y="757"/>
                  <a:pt x="507" y="758"/>
                  <a:pt x="509" y="760"/>
                </a:cubicBezTo>
                <a:cubicBezTo>
                  <a:pt x="509" y="778"/>
                  <a:pt x="509" y="778"/>
                  <a:pt x="509" y="778"/>
                </a:cubicBezTo>
                <a:close/>
                <a:moveTo>
                  <a:pt x="509" y="56"/>
                </a:moveTo>
                <a:cubicBezTo>
                  <a:pt x="509" y="65"/>
                  <a:pt x="509" y="65"/>
                  <a:pt x="509" y="65"/>
                </a:cubicBezTo>
                <a:cubicBezTo>
                  <a:pt x="508" y="65"/>
                  <a:pt x="507" y="65"/>
                  <a:pt x="507" y="65"/>
                </a:cubicBezTo>
                <a:cubicBezTo>
                  <a:pt x="506" y="64"/>
                  <a:pt x="505" y="64"/>
                  <a:pt x="504" y="63"/>
                </a:cubicBezTo>
                <a:cubicBezTo>
                  <a:pt x="504" y="54"/>
                  <a:pt x="504" y="54"/>
                  <a:pt x="504" y="54"/>
                </a:cubicBezTo>
                <a:cubicBezTo>
                  <a:pt x="505" y="55"/>
                  <a:pt x="507" y="55"/>
                  <a:pt x="509" y="56"/>
                </a:cubicBezTo>
                <a:close/>
                <a:moveTo>
                  <a:pt x="509" y="132"/>
                </a:moveTo>
                <a:cubicBezTo>
                  <a:pt x="509" y="141"/>
                  <a:pt x="509" y="141"/>
                  <a:pt x="509" y="141"/>
                </a:cubicBezTo>
                <a:cubicBezTo>
                  <a:pt x="507" y="142"/>
                  <a:pt x="506" y="143"/>
                  <a:pt x="504" y="143"/>
                </a:cubicBezTo>
                <a:cubicBezTo>
                  <a:pt x="504" y="129"/>
                  <a:pt x="504" y="129"/>
                  <a:pt x="504" y="129"/>
                </a:cubicBezTo>
                <a:cubicBezTo>
                  <a:pt x="506" y="130"/>
                  <a:pt x="508" y="131"/>
                  <a:pt x="509" y="132"/>
                </a:cubicBezTo>
                <a:close/>
                <a:moveTo>
                  <a:pt x="509" y="193"/>
                </a:moveTo>
                <a:cubicBezTo>
                  <a:pt x="509" y="224"/>
                  <a:pt x="509" y="224"/>
                  <a:pt x="509" y="224"/>
                </a:cubicBezTo>
                <a:cubicBezTo>
                  <a:pt x="507" y="222"/>
                  <a:pt x="506" y="222"/>
                  <a:pt x="504" y="221"/>
                </a:cubicBezTo>
                <a:cubicBezTo>
                  <a:pt x="504" y="190"/>
                  <a:pt x="504" y="190"/>
                  <a:pt x="504" y="190"/>
                </a:cubicBezTo>
                <a:cubicBezTo>
                  <a:pt x="506" y="191"/>
                  <a:pt x="507" y="192"/>
                  <a:pt x="509" y="193"/>
                </a:cubicBezTo>
                <a:close/>
                <a:moveTo>
                  <a:pt x="509" y="272"/>
                </a:moveTo>
                <a:cubicBezTo>
                  <a:pt x="509" y="277"/>
                  <a:pt x="509" y="277"/>
                  <a:pt x="509" y="277"/>
                </a:cubicBezTo>
                <a:cubicBezTo>
                  <a:pt x="509" y="277"/>
                  <a:pt x="509" y="278"/>
                  <a:pt x="509" y="279"/>
                </a:cubicBezTo>
                <a:cubicBezTo>
                  <a:pt x="509" y="280"/>
                  <a:pt x="509" y="280"/>
                  <a:pt x="509" y="280"/>
                </a:cubicBezTo>
                <a:cubicBezTo>
                  <a:pt x="509" y="284"/>
                  <a:pt x="509" y="284"/>
                  <a:pt x="509" y="284"/>
                </a:cubicBezTo>
                <a:cubicBezTo>
                  <a:pt x="507" y="284"/>
                  <a:pt x="506" y="283"/>
                  <a:pt x="504" y="283"/>
                </a:cubicBezTo>
                <a:cubicBezTo>
                  <a:pt x="504" y="277"/>
                  <a:pt x="504" y="277"/>
                  <a:pt x="504" y="277"/>
                </a:cubicBezTo>
                <a:cubicBezTo>
                  <a:pt x="506" y="275"/>
                  <a:pt x="507" y="274"/>
                  <a:pt x="509" y="272"/>
                </a:cubicBezTo>
                <a:close/>
                <a:moveTo>
                  <a:pt x="509" y="296"/>
                </a:moveTo>
                <a:cubicBezTo>
                  <a:pt x="509" y="299"/>
                  <a:pt x="509" y="299"/>
                  <a:pt x="509" y="299"/>
                </a:cubicBezTo>
                <a:cubicBezTo>
                  <a:pt x="507" y="298"/>
                  <a:pt x="506" y="297"/>
                  <a:pt x="504" y="296"/>
                </a:cubicBezTo>
                <a:cubicBezTo>
                  <a:pt x="504" y="291"/>
                  <a:pt x="504" y="291"/>
                  <a:pt x="504" y="291"/>
                </a:cubicBezTo>
                <a:cubicBezTo>
                  <a:pt x="507" y="293"/>
                  <a:pt x="507" y="294"/>
                  <a:pt x="509" y="296"/>
                </a:cubicBezTo>
                <a:close/>
                <a:moveTo>
                  <a:pt x="509" y="301"/>
                </a:moveTo>
                <a:cubicBezTo>
                  <a:pt x="509" y="307"/>
                  <a:pt x="509" y="307"/>
                  <a:pt x="509" y="307"/>
                </a:cubicBezTo>
                <a:cubicBezTo>
                  <a:pt x="509" y="307"/>
                  <a:pt x="509" y="307"/>
                  <a:pt x="509" y="307"/>
                </a:cubicBezTo>
                <a:cubicBezTo>
                  <a:pt x="508" y="308"/>
                  <a:pt x="506" y="310"/>
                  <a:pt x="504" y="312"/>
                </a:cubicBezTo>
                <a:cubicBezTo>
                  <a:pt x="504" y="305"/>
                  <a:pt x="504" y="305"/>
                  <a:pt x="504" y="305"/>
                </a:cubicBezTo>
                <a:cubicBezTo>
                  <a:pt x="507" y="304"/>
                  <a:pt x="508" y="303"/>
                  <a:pt x="509" y="301"/>
                </a:cubicBezTo>
                <a:close/>
                <a:moveTo>
                  <a:pt x="509" y="330"/>
                </a:moveTo>
                <a:cubicBezTo>
                  <a:pt x="509" y="343"/>
                  <a:pt x="509" y="343"/>
                  <a:pt x="509" y="343"/>
                </a:cubicBezTo>
                <a:cubicBezTo>
                  <a:pt x="508" y="343"/>
                  <a:pt x="507" y="343"/>
                  <a:pt x="507" y="343"/>
                </a:cubicBezTo>
                <a:cubicBezTo>
                  <a:pt x="504" y="341"/>
                  <a:pt x="504" y="341"/>
                  <a:pt x="504" y="341"/>
                </a:cubicBezTo>
                <a:cubicBezTo>
                  <a:pt x="504" y="330"/>
                  <a:pt x="504" y="330"/>
                  <a:pt x="504" y="330"/>
                </a:cubicBezTo>
                <a:cubicBezTo>
                  <a:pt x="506" y="330"/>
                  <a:pt x="507" y="330"/>
                  <a:pt x="509" y="330"/>
                </a:cubicBezTo>
                <a:close/>
                <a:moveTo>
                  <a:pt x="509" y="390"/>
                </a:moveTo>
                <a:cubicBezTo>
                  <a:pt x="509" y="399"/>
                  <a:pt x="509" y="399"/>
                  <a:pt x="509" y="399"/>
                </a:cubicBezTo>
                <a:cubicBezTo>
                  <a:pt x="508" y="397"/>
                  <a:pt x="507" y="395"/>
                  <a:pt x="506" y="393"/>
                </a:cubicBezTo>
                <a:cubicBezTo>
                  <a:pt x="506" y="399"/>
                  <a:pt x="506" y="405"/>
                  <a:pt x="505" y="411"/>
                </a:cubicBezTo>
                <a:cubicBezTo>
                  <a:pt x="507" y="411"/>
                  <a:pt x="508" y="411"/>
                  <a:pt x="509" y="410"/>
                </a:cubicBezTo>
                <a:cubicBezTo>
                  <a:pt x="509" y="415"/>
                  <a:pt x="509" y="415"/>
                  <a:pt x="509" y="415"/>
                </a:cubicBezTo>
                <a:cubicBezTo>
                  <a:pt x="504" y="415"/>
                  <a:pt x="504" y="415"/>
                  <a:pt x="504" y="415"/>
                </a:cubicBezTo>
                <a:cubicBezTo>
                  <a:pt x="504" y="415"/>
                  <a:pt x="504" y="415"/>
                  <a:pt x="504" y="415"/>
                </a:cubicBezTo>
                <a:cubicBezTo>
                  <a:pt x="504" y="388"/>
                  <a:pt x="504" y="388"/>
                  <a:pt x="504" y="388"/>
                </a:cubicBezTo>
                <a:cubicBezTo>
                  <a:pt x="504" y="389"/>
                  <a:pt x="504" y="389"/>
                  <a:pt x="504" y="389"/>
                </a:cubicBezTo>
                <a:cubicBezTo>
                  <a:pt x="505" y="389"/>
                  <a:pt x="506" y="389"/>
                  <a:pt x="507" y="390"/>
                </a:cubicBezTo>
                <a:cubicBezTo>
                  <a:pt x="509" y="390"/>
                  <a:pt x="509" y="390"/>
                  <a:pt x="509" y="390"/>
                </a:cubicBezTo>
                <a:close/>
                <a:moveTo>
                  <a:pt x="509" y="474"/>
                </a:moveTo>
                <a:cubicBezTo>
                  <a:pt x="509" y="485"/>
                  <a:pt x="509" y="485"/>
                  <a:pt x="509" y="485"/>
                </a:cubicBezTo>
                <a:cubicBezTo>
                  <a:pt x="506" y="480"/>
                  <a:pt x="507" y="477"/>
                  <a:pt x="509" y="474"/>
                </a:cubicBezTo>
                <a:close/>
                <a:moveTo>
                  <a:pt x="509" y="496"/>
                </a:moveTo>
                <a:cubicBezTo>
                  <a:pt x="509" y="506"/>
                  <a:pt x="509" y="506"/>
                  <a:pt x="509" y="506"/>
                </a:cubicBezTo>
                <a:cubicBezTo>
                  <a:pt x="507" y="510"/>
                  <a:pt x="506" y="512"/>
                  <a:pt x="504" y="516"/>
                </a:cubicBezTo>
                <a:cubicBezTo>
                  <a:pt x="504" y="507"/>
                  <a:pt x="504" y="507"/>
                  <a:pt x="504" y="507"/>
                </a:cubicBezTo>
                <a:cubicBezTo>
                  <a:pt x="506" y="504"/>
                  <a:pt x="507" y="501"/>
                  <a:pt x="504" y="497"/>
                </a:cubicBezTo>
                <a:cubicBezTo>
                  <a:pt x="504" y="491"/>
                  <a:pt x="504" y="491"/>
                  <a:pt x="504" y="491"/>
                </a:cubicBezTo>
                <a:cubicBezTo>
                  <a:pt x="509" y="496"/>
                  <a:pt x="509" y="496"/>
                  <a:pt x="509" y="496"/>
                </a:cubicBezTo>
                <a:close/>
                <a:moveTo>
                  <a:pt x="509" y="522"/>
                </a:moveTo>
                <a:cubicBezTo>
                  <a:pt x="509" y="531"/>
                  <a:pt x="509" y="531"/>
                  <a:pt x="509" y="531"/>
                </a:cubicBezTo>
                <a:cubicBezTo>
                  <a:pt x="504" y="527"/>
                  <a:pt x="504" y="527"/>
                  <a:pt x="504" y="527"/>
                </a:cubicBezTo>
                <a:cubicBezTo>
                  <a:pt x="504" y="521"/>
                  <a:pt x="504" y="521"/>
                  <a:pt x="504" y="521"/>
                </a:cubicBezTo>
                <a:cubicBezTo>
                  <a:pt x="505" y="523"/>
                  <a:pt x="506" y="524"/>
                  <a:pt x="507" y="525"/>
                </a:cubicBezTo>
                <a:cubicBezTo>
                  <a:pt x="507" y="525"/>
                  <a:pt x="508" y="523"/>
                  <a:pt x="509" y="522"/>
                </a:cubicBezTo>
                <a:close/>
                <a:moveTo>
                  <a:pt x="509" y="580"/>
                </a:moveTo>
                <a:cubicBezTo>
                  <a:pt x="509" y="585"/>
                  <a:pt x="509" y="585"/>
                  <a:pt x="509" y="585"/>
                </a:cubicBezTo>
                <a:cubicBezTo>
                  <a:pt x="505" y="587"/>
                  <a:pt x="505" y="587"/>
                  <a:pt x="505" y="587"/>
                </a:cubicBezTo>
                <a:cubicBezTo>
                  <a:pt x="507" y="588"/>
                  <a:pt x="508" y="588"/>
                  <a:pt x="509" y="589"/>
                </a:cubicBezTo>
                <a:cubicBezTo>
                  <a:pt x="509" y="596"/>
                  <a:pt x="509" y="596"/>
                  <a:pt x="509" y="596"/>
                </a:cubicBezTo>
                <a:cubicBezTo>
                  <a:pt x="507" y="595"/>
                  <a:pt x="506" y="594"/>
                  <a:pt x="504" y="594"/>
                </a:cubicBezTo>
                <a:cubicBezTo>
                  <a:pt x="504" y="582"/>
                  <a:pt x="504" y="582"/>
                  <a:pt x="504" y="582"/>
                </a:cubicBezTo>
                <a:cubicBezTo>
                  <a:pt x="506" y="581"/>
                  <a:pt x="507" y="580"/>
                  <a:pt x="509" y="580"/>
                </a:cubicBezTo>
                <a:close/>
                <a:moveTo>
                  <a:pt x="509" y="605"/>
                </a:moveTo>
                <a:cubicBezTo>
                  <a:pt x="509" y="611"/>
                  <a:pt x="509" y="611"/>
                  <a:pt x="509" y="611"/>
                </a:cubicBezTo>
                <a:cubicBezTo>
                  <a:pt x="508" y="611"/>
                  <a:pt x="507" y="612"/>
                  <a:pt x="505" y="612"/>
                </a:cubicBezTo>
                <a:cubicBezTo>
                  <a:pt x="505" y="612"/>
                  <a:pt x="505" y="612"/>
                  <a:pt x="504" y="613"/>
                </a:cubicBezTo>
                <a:cubicBezTo>
                  <a:pt x="504" y="605"/>
                  <a:pt x="504" y="605"/>
                  <a:pt x="504" y="605"/>
                </a:cubicBezTo>
                <a:cubicBezTo>
                  <a:pt x="506" y="605"/>
                  <a:pt x="507" y="605"/>
                  <a:pt x="509" y="605"/>
                </a:cubicBezTo>
                <a:close/>
                <a:moveTo>
                  <a:pt x="509" y="664"/>
                </a:moveTo>
                <a:cubicBezTo>
                  <a:pt x="509" y="676"/>
                  <a:pt x="509" y="676"/>
                  <a:pt x="509" y="676"/>
                </a:cubicBezTo>
                <a:cubicBezTo>
                  <a:pt x="504" y="678"/>
                  <a:pt x="504" y="678"/>
                  <a:pt x="504" y="678"/>
                </a:cubicBezTo>
                <a:cubicBezTo>
                  <a:pt x="504" y="666"/>
                  <a:pt x="504" y="666"/>
                  <a:pt x="504" y="666"/>
                </a:cubicBezTo>
                <a:cubicBezTo>
                  <a:pt x="509" y="664"/>
                  <a:pt x="509" y="664"/>
                  <a:pt x="509" y="664"/>
                </a:cubicBezTo>
                <a:close/>
                <a:moveTo>
                  <a:pt x="509" y="731"/>
                </a:moveTo>
                <a:cubicBezTo>
                  <a:pt x="509" y="741"/>
                  <a:pt x="509" y="741"/>
                  <a:pt x="509" y="741"/>
                </a:cubicBezTo>
                <a:cubicBezTo>
                  <a:pt x="507" y="741"/>
                  <a:pt x="506" y="741"/>
                  <a:pt x="504" y="741"/>
                </a:cubicBezTo>
                <a:cubicBezTo>
                  <a:pt x="504" y="732"/>
                  <a:pt x="504" y="732"/>
                  <a:pt x="504" y="732"/>
                </a:cubicBezTo>
                <a:lnTo>
                  <a:pt x="509" y="731"/>
                </a:lnTo>
                <a:close/>
                <a:moveTo>
                  <a:pt x="499" y="14"/>
                </a:moveTo>
                <a:cubicBezTo>
                  <a:pt x="501" y="15"/>
                  <a:pt x="503" y="15"/>
                  <a:pt x="504" y="16"/>
                </a:cubicBezTo>
                <a:cubicBezTo>
                  <a:pt x="504" y="24"/>
                  <a:pt x="504" y="24"/>
                  <a:pt x="504" y="24"/>
                </a:cubicBezTo>
                <a:cubicBezTo>
                  <a:pt x="503" y="23"/>
                  <a:pt x="501" y="22"/>
                  <a:pt x="499" y="22"/>
                </a:cubicBezTo>
                <a:cubicBezTo>
                  <a:pt x="499" y="14"/>
                  <a:pt x="499" y="14"/>
                  <a:pt x="499" y="14"/>
                </a:cubicBezTo>
                <a:close/>
                <a:moveTo>
                  <a:pt x="504" y="779"/>
                </a:moveTo>
                <a:cubicBezTo>
                  <a:pt x="503" y="780"/>
                  <a:pt x="501" y="781"/>
                  <a:pt x="499" y="781"/>
                </a:cubicBezTo>
                <a:cubicBezTo>
                  <a:pt x="499" y="773"/>
                  <a:pt x="499" y="773"/>
                  <a:pt x="499" y="773"/>
                </a:cubicBezTo>
                <a:cubicBezTo>
                  <a:pt x="501" y="772"/>
                  <a:pt x="502" y="772"/>
                  <a:pt x="504" y="771"/>
                </a:cubicBezTo>
                <a:cubicBezTo>
                  <a:pt x="504" y="779"/>
                  <a:pt x="504" y="779"/>
                  <a:pt x="504" y="779"/>
                </a:cubicBezTo>
                <a:close/>
                <a:moveTo>
                  <a:pt x="504" y="54"/>
                </a:moveTo>
                <a:cubicBezTo>
                  <a:pt x="504" y="63"/>
                  <a:pt x="504" y="63"/>
                  <a:pt x="504" y="63"/>
                </a:cubicBezTo>
                <a:cubicBezTo>
                  <a:pt x="502" y="63"/>
                  <a:pt x="501" y="62"/>
                  <a:pt x="499" y="61"/>
                </a:cubicBezTo>
                <a:cubicBezTo>
                  <a:pt x="499" y="49"/>
                  <a:pt x="499" y="49"/>
                  <a:pt x="499" y="49"/>
                </a:cubicBezTo>
                <a:cubicBezTo>
                  <a:pt x="501" y="51"/>
                  <a:pt x="502" y="52"/>
                  <a:pt x="504" y="54"/>
                </a:cubicBezTo>
                <a:close/>
                <a:moveTo>
                  <a:pt x="504" y="129"/>
                </a:moveTo>
                <a:cubicBezTo>
                  <a:pt x="504" y="143"/>
                  <a:pt x="504" y="143"/>
                  <a:pt x="504" y="143"/>
                </a:cubicBezTo>
                <a:cubicBezTo>
                  <a:pt x="503" y="144"/>
                  <a:pt x="501" y="144"/>
                  <a:pt x="499" y="143"/>
                </a:cubicBezTo>
                <a:cubicBezTo>
                  <a:pt x="499" y="127"/>
                  <a:pt x="499" y="127"/>
                  <a:pt x="499" y="127"/>
                </a:cubicBezTo>
                <a:cubicBezTo>
                  <a:pt x="501" y="128"/>
                  <a:pt x="503" y="128"/>
                  <a:pt x="504" y="129"/>
                </a:cubicBezTo>
                <a:close/>
                <a:moveTo>
                  <a:pt x="504" y="190"/>
                </a:moveTo>
                <a:cubicBezTo>
                  <a:pt x="504" y="221"/>
                  <a:pt x="504" y="221"/>
                  <a:pt x="504" y="221"/>
                </a:cubicBezTo>
                <a:cubicBezTo>
                  <a:pt x="503" y="220"/>
                  <a:pt x="501" y="219"/>
                  <a:pt x="499" y="218"/>
                </a:cubicBezTo>
                <a:cubicBezTo>
                  <a:pt x="499" y="213"/>
                  <a:pt x="499" y="213"/>
                  <a:pt x="499" y="213"/>
                </a:cubicBezTo>
                <a:cubicBezTo>
                  <a:pt x="500" y="213"/>
                  <a:pt x="500" y="214"/>
                  <a:pt x="501" y="215"/>
                </a:cubicBezTo>
                <a:cubicBezTo>
                  <a:pt x="501" y="215"/>
                  <a:pt x="502" y="215"/>
                  <a:pt x="503" y="215"/>
                </a:cubicBezTo>
                <a:cubicBezTo>
                  <a:pt x="503" y="205"/>
                  <a:pt x="504" y="199"/>
                  <a:pt x="499" y="194"/>
                </a:cubicBezTo>
                <a:cubicBezTo>
                  <a:pt x="499" y="188"/>
                  <a:pt x="499" y="188"/>
                  <a:pt x="499" y="188"/>
                </a:cubicBezTo>
                <a:cubicBezTo>
                  <a:pt x="501" y="188"/>
                  <a:pt x="503" y="189"/>
                  <a:pt x="504" y="190"/>
                </a:cubicBezTo>
                <a:close/>
                <a:moveTo>
                  <a:pt x="504" y="277"/>
                </a:moveTo>
                <a:cubicBezTo>
                  <a:pt x="504" y="283"/>
                  <a:pt x="504" y="283"/>
                  <a:pt x="504" y="283"/>
                </a:cubicBezTo>
                <a:cubicBezTo>
                  <a:pt x="502" y="284"/>
                  <a:pt x="501" y="285"/>
                  <a:pt x="499" y="287"/>
                </a:cubicBezTo>
                <a:cubicBezTo>
                  <a:pt x="499" y="281"/>
                  <a:pt x="499" y="281"/>
                  <a:pt x="499" y="281"/>
                </a:cubicBezTo>
                <a:cubicBezTo>
                  <a:pt x="504" y="277"/>
                  <a:pt x="504" y="277"/>
                  <a:pt x="504" y="277"/>
                </a:cubicBezTo>
                <a:close/>
                <a:moveTo>
                  <a:pt x="504" y="291"/>
                </a:moveTo>
                <a:cubicBezTo>
                  <a:pt x="504" y="296"/>
                  <a:pt x="504" y="296"/>
                  <a:pt x="504" y="296"/>
                </a:cubicBezTo>
                <a:cubicBezTo>
                  <a:pt x="503" y="295"/>
                  <a:pt x="501" y="294"/>
                  <a:pt x="499" y="293"/>
                </a:cubicBezTo>
                <a:cubicBezTo>
                  <a:pt x="499" y="288"/>
                  <a:pt x="499" y="288"/>
                  <a:pt x="499" y="288"/>
                </a:cubicBezTo>
                <a:cubicBezTo>
                  <a:pt x="501" y="290"/>
                  <a:pt x="503" y="290"/>
                  <a:pt x="504" y="291"/>
                </a:cubicBezTo>
                <a:close/>
                <a:moveTo>
                  <a:pt x="504" y="305"/>
                </a:moveTo>
                <a:cubicBezTo>
                  <a:pt x="504" y="312"/>
                  <a:pt x="504" y="312"/>
                  <a:pt x="504" y="312"/>
                </a:cubicBezTo>
                <a:cubicBezTo>
                  <a:pt x="503" y="313"/>
                  <a:pt x="501" y="315"/>
                  <a:pt x="499" y="317"/>
                </a:cubicBezTo>
                <a:cubicBezTo>
                  <a:pt x="499" y="311"/>
                  <a:pt x="499" y="311"/>
                  <a:pt x="499" y="311"/>
                </a:cubicBezTo>
                <a:cubicBezTo>
                  <a:pt x="500" y="311"/>
                  <a:pt x="501" y="310"/>
                  <a:pt x="502" y="309"/>
                </a:cubicBezTo>
                <a:cubicBezTo>
                  <a:pt x="501" y="309"/>
                  <a:pt x="500" y="308"/>
                  <a:pt x="499" y="307"/>
                </a:cubicBezTo>
                <a:cubicBezTo>
                  <a:pt x="499" y="302"/>
                  <a:pt x="499" y="302"/>
                  <a:pt x="499" y="302"/>
                </a:cubicBezTo>
                <a:cubicBezTo>
                  <a:pt x="503" y="305"/>
                  <a:pt x="503" y="305"/>
                  <a:pt x="503" y="305"/>
                </a:cubicBezTo>
                <a:cubicBezTo>
                  <a:pt x="504" y="305"/>
                  <a:pt x="504" y="305"/>
                  <a:pt x="504" y="305"/>
                </a:cubicBezTo>
                <a:close/>
                <a:moveTo>
                  <a:pt x="504" y="330"/>
                </a:moveTo>
                <a:cubicBezTo>
                  <a:pt x="504" y="341"/>
                  <a:pt x="504" y="341"/>
                  <a:pt x="504" y="341"/>
                </a:cubicBezTo>
                <a:cubicBezTo>
                  <a:pt x="501" y="338"/>
                  <a:pt x="501" y="338"/>
                  <a:pt x="499" y="337"/>
                </a:cubicBezTo>
                <a:cubicBezTo>
                  <a:pt x="499" y="333"/>
                  <a:pt x="499" y="333"/>
                  <a:pt x="499" y="333"/>
                </a:cubicBezTo>
                <a:cubicBezTo>
                  <a:pt x="499" y="332"/>
                  <a:pt x="499" y="331"/>
                  <a:pt x="500" y="330"/>
                </a:cubicBezTo>
                <a:cubicBezTo>
                  <a:pt x="504" y="330"/>
                  <a:pt x="504" y="330"/>
                  <a:pt x="504" y="330"/>
                </a:cubicBezTo>
                <a:close/>
                <a:moveTo>
                  <a:pt x="504" y="388"/>
                </a:moveTo>
                <a:cubicBezTo>
                  <a:pt x="504" y="415"/>
                  <a:pt x="504" y="415"/>
                  <a:pt x="504" y="415"/>
                </a:cubicBezTo>
                <a:cubicBezTo>
                  <a:pt x="503" y="423"/>
                  <a:pt x="501" y="431"/>
                  <a:pt x="499" y="438"/>
                </a:cubicBezTo>
                <a:cubicBezTo>
                  <a:pt x="499" y="421"/>
                  <a:pt x="499" y="421"/>
                  <a:pt x="499" y="421"/>
                </a:cubicBezTo>
                <a:cubicBezTo>
                  <a:pt x="500" y="420"/>
                  <a:pt x="501" y="419"/>
                  <a:pt x="501" y="416"/>
                </a:cubicBezTo>
                <a:cubicBezTo>
                  <a:pt x="499" y="417"/>
                  <a:pt x="499" y="417"/>
                  <a:pt x="499" y="417"/>
                </a:cubicBezTo>
                <a:cubicBezTo>
                  <a:pt x="499" y="411"/>
                  <a:pt x="499" y="411"/>
                  <a:pt x="499" y="411"/>
                </a:cubicBezTo>
                <a:cubicBezTo>
                  <a:pt x="500" y="410"/>
                  <a:pt x="501" y="409"/>
                  <a:pt x="501" y="409"/>
                </a:cubicBezTo>
                <a:cubicBezTo>
                  <a:pt x="501" y="406"/>
                  <a:pt x="501" y="404"/>
                  <a:pt x="501" y="402"/>
                </a:cubicBezTo>
                <a:cubicBezTo>
                  <a:pt x="500" y="402"/>
                  <a:pt x="500" y="403"/>
                  <a:pt x="499" y="403"/>
                </a:cubicBezTo>
                <a:cubicBezTo>
                  <a:pt x="499" y="398"/>
                  <a:pt x="499" y="398"/>
                  <a:pt x="499" y="398"/>
                </a:cubicBezTo>
                <a:cubicBezTo>
                  <a:pt x="502" y="396"/>
                  <a:pt x="503" y="393"/>
                  <a:pt x="500" y="389"/>
                </a:cubicBezTo>
                <a:cubicBezTo>
                  <a:pt x="499" y="390"/>
                  <a:pt x="499" y="390"/>
                  <a:pt x="499" y="390"/>
                </a:cubicBezTo>
                <a:cubicBezTo>
                  <a:pt x="499" y="383"/>
                  <a:pt x="499" y="383"/>
                  <a:pt x="499" y="383"/>
                </a:cubicBezTo>
                <a:cubicBezTo>
                  <a:pt x="500" y="381"/>
                  <a:pt x="500" y="379"/>
                  <a:pt x="499" y="377"/>
                </a:cubicBezTo>
                <a:cubicBezTo>
                  <a:pt x="499" y="365"/>
                  <a:pt x="499" y="365"/>
                  <a:pt x="499" y="365"/>
                </a:cubicBezTo>
                <a:cubicBezTo>
                  <a:pt x="501" y="373"/>
                  <a:pt x="503" y="381"/>
                  <a:pt x="504" y="388"/>
                </a:cubicBezTo>
                <a:close/>
                <a:moveTo>
                  <a:pt x="504" y="491"/>
                </a:moveTo>
                <a:cubicBezTo>
                  <a:pt x="504" y="497"/>
                  <a:pt x="504" y="497"/>
                  <a:pt x="504" y="497"/>
                </a:cubicBezTo>
                <a:cubicBezTo>
                  <a:pt x="504" y="496"/>
                  <a:pt x="503" y="495"/>
                  <a:pt x="503" y="495"/>
                </a:cubicBezTo>
                <a:cubicBezTo>
                  <a:pt x="501" y="496"/>
                  <a:pt x="500" y="498"/>
                  <a:pt x="499" y="499"/>
                </a:cubicBezTo>
                <a:cubicBezTo>
                  <a:pt x="499" y="486"/>
                  <a:pt x="499" y="486"/>
                  <a:pt x="499" y="486"/>
                </a:cubicBezTo>
                <a:cubicBezTo>
                  <a:pt x="504" y="491"/>
                  <a:pt x="504" y="491"/>
                  <a:pt x="504" y="491"/>
                </a:cubicBezTo>
                <a:close/>
                <a:moveTo>
                  <a:pt x="504" y="507"/>
                </a:moveTo>
                <a:cubicBezTo>
                  <a:pt x="504" y="516"/>
                  <a:pt x="504" y="516"/>
                  <a:pt x="504" y="516"/>
                </a:cubicBezTo>
                <a:cubicBezTo>
                  <a:pt x="503" y="519"/>
                  <a:pt x="503" y="519"/>
                  <a:pt x="503" y="519"/>
                </a:cubicBezTo>
                <a:cubicBezTo>
                  <a:pt x="503" y="520"/>
                  <a:pt x="504" y="521"/>
                  <a:pt x="504" y="521"/>
                </a:cubicBezTo>
                <a:cubicBezTo>
                  <a:pt x="504" y="527"/>
                  <a:pt x="504" y="527"/>
                  <a:pt x="504" y="527"/>
                </a:cubicBezTo>
                <a:cubicBezTo>
                  <a:pt x="499" y="522"/>
                  <a:pt x="499" y="522"/>
                  <a:pt x="499" y="522"/>
                </a:cubicBezTo>
                <a:cubicBezTo>
                  <a:pt x="499" y="516"/>
                  <a:pt x="499" y="516"/>
                  <a:pt x="499" y="516"/>
                </a:cubicBezTo>
                <a:cubicBezTo>
                  <a:pt x="500" y="516"/>
                  <a:pt x="500" y="516"/>
                  <a:pt x="500" y="516"/>
                </a:cubicBezTo>
                <a:cubicBezTo>
                  <a:pt x="501" y="512"/>
                  <a:pt x="503" y="510"/>
                  <a:pt x="504" y="507"/>
                </a:cubicBezTo>
                <a:close/>
                <a:moveTo>
                  <a:pt x="504" y="582"/>
                </a:moveTo>
                <a:cubicBezTo>
                  <a:pt x="504" y="594"/>
                  <a:pt x="504" y="594"/>
                  <a:pt x="504" y="594"/>
                </a:cubicBezTo>
                <a:cubicBezTo>
                  <a:pt x="503" y="593"/>
                  <a:pt x="501" y="593"/>
                  <a:pt x="499" y="593"/>
                </a:cubicBezTo>
                <a:cubicBezTo>
                  <a:pt x="499" y="585"/>
                  <a:pt x="499" y="585"/>
                  <a:pt x="499" y="585"/>
                </a:cubicBezTo>
                <a:cubicBezTo>
                  <a:pt x="501" y="584"/>
                  <a:pt x="503" y="583"/>
                  <a:pt x="504" y="582"/>
                </a:cubicBezTo>
                <a:close/>
                <a:moveTo>
                  <a:pt x="504" y="605"/>
                </a:moveTo>
                <a:cubicBezTo>
                  <a:pt x="504" y="613"/>
                  <a:pt x="504" y="613"/>
                  <a:pt x="504" y="613"/>
                </a:cubicBezTo>
                <a:cubicBezTo>
                  <a:pt x="503" y="614"/>
                  <a:pt x="501" y="615"/>
                  <a:pt x="499" y="616"/>
                </a:cubicBezTo>
                <a:cubicBezTo>
                  <a:pt x="499" y="611"/>
                  <a:pt x="499" y="611"/>
                  <a:pt x="499" y="611"/>
                </a:cubicBezTo>
                <a:cubicBezTo>
                  <a:pt x="500" y="611"/>
                  <a:pt x="500" y="611"/>
                  <a:pt x="500" y="611"/>
                </a:cubicBezTo>
                <a:cubicBezTo>
                  <a:pt x="499" y="610"/>
                  <a:pt x="499" y="610"/>
                  <a:pt x="499" y="610"/>
                </a:cubicBezTo>
                <a:cubicBezTo>
                  <a:pt x="499" y="603"/>
                  <a:pt x="499" y="603"/>
                  <a:pt x="499" y="603"/>
                </a:cubicBezTo>
                <a:cubicBezTo>
                  <a:pt x="502" y="605"/>
                  <a:pt x="502" y="605"/>
                  <a:pt x="502" y="605"/>
                </a:cubicBezTo>
                <a:cubicBezTo>
                  <a:pt x="503" y="605"/>
                  <a:pt x="503" y="605"/>
                  <a:pt x="504" y="605"/>
                </a:cubicBezTo>
                <a:close/>
                <a:moveTo>
                  <a:pt x="504" y="666"/>
                </a:moveTo>
                <a:cubicBezTo>
                  <a:pt x="504" y="678"/>
                  <a:pt x="504" y="678"/>
                  <a:pt x="504" y="678"/>
                </a:cubicBezTo>
                <a:cubicBezTo>
                  <a:pt x="499" y="680"/>
                  <a:pt x="499" y="680"/>
                  <a:pt x="499" y="680"/>
                </a:cubicBezTo>
                <a:cubicBezTo>
                  <a:pt x="499" y="668"/>
                  <a:pt x="499" y="668"/>
                  <a:pt x="499" y="668"/>
                </a:cubicBezTo>
                <a:cubicBezTo>
                  <a:pt x="504" y="666"/>
                  <a:pt x="504" y="666"/>
                  <a:pt x="504" y="666"/>
                </a:cubicBezTo>
                <a:close/>
                <a:moveTo>
                  <a:pt x="504" y="732"/>
                </a:moveTo>
                <a:cubicBezTo>
                  <a:pt x="504" y="741"/>
                  <a:pt x="504" y="741"/>
                  <a:pt x="504" y="741"/>
                </a:cubicBezTo>
                <a:cubicBezTo>
                  <a:pt x="503" y="741"/>
                  <a:pt x="501" y="742"/>
                  <a:pt x="499" y="742"/>
                </a:cubicBezTo>
                <a:cubicBezTo>
                  <a:pt x="499" y="733"/>
                  <a:pt x="499" y="733"/>
                  <a:pt x="499" y="733"/>
                </a:cubicBezTo>
                <a:cubicBezTo>
                  <a:pt x="501" y="732"/>
                  <a:pt x="503" y="732"/>
                  <a:pt x="504" y="732"/>
                </a:cubicBezTo>
                <a:close/>
                <a:moveTo>
                  <a:pt x="504" y="756"/>
                </a:moveTo>
                <a:cubicBezTo>
                  <a:pt x="504" y="768"/>
                  <a:pt x="504" y="768"/>
                  <a:pt x="504" y="768"/>
                </a:cubicBezTo>
                <a:cubicBezTo>
                  <a:pt x="502" y="766"/>
                  <a:pt x="501" y="764"/>
                  <a:pt x="499" y="763"/>
                </a:cubicBezTo>
                <a:cubicBezTo>
                  <a:pt x="499" y="751"/>
                  <a:pt x="499" y="751"/>
                  <a:pt x="499" y="751"/>
                </a:cubicBezTo>
                <a:cubicBezTo>
                  <a:pt x="501" y="753"/>
                  <a:pt x="503" y="754"/>
                  <a:pt x="504" y="756"/>
                </a:cubicBezTo>
                <a:close/>
                <a:moveTo>
                  <a:pt x="499" y="98"/>
                </a:moveTo>
                <a:cubicBezTo>
                  <a:pt x="499" y="87"/>
                  <a:pt x="499" y="87"/>
                  <a:pt x="499" y="87"/>
                </a:cubicBezTo>
                <a:cubicBezTo>
                  <a:pt x="501" y="88"/>
                  <a:pt x="502" y="89"/>
                  <a:pt x="503" y="91"/>
                </a:cubicBezTo>
                <a:cubicBezTo>
                  <a:pt x="502" y="93"/>
                  <a:pt x="501" y="96"/>
                  <a:pt x="501" y="98"/>
                </a:cubicBezTo>
                <a:lnTo>
                  <a:pt x="499" y="98"/>
                </a:lnTo>
                <a:close/>
                <a:moveTo>
                  <a:pt x="496" y="14"/>
                </a:moveTo>
                <a:cubicBezTo>
                  <a:pt x="497" y="14"/>
                  <a:pt x="498" y="14"/>
                  <a:pt x="499" y="14"/>
                </a:cubicBezTo>
                <a:cubicBezTo>
                  <a:pt x="499" y="22"/>
                  <a:pt x="499" y="22"/>
                  <a:pt x="499" y="22"/>
                </a:cubicBezTo>
                <a:cubicBezTo>
                  <a:pt x="498" y="21"/>
                  <a:pt x="497" y="21"/>
                  <a:pt x="496" y="21"/>
                </a:cubicBezTo>
                <a:cubicBezTo>
                  <a:pt x="496" y="14"/>
                  <a:pt x="496" y="14"/>
                  <a:pt x="496" y="14"/>
                </a:cubicBezTo>
                <a:close/>
                <a:moveTo>
                  <a:pt x="499" y="781"/>
                </a:moveTo>
                <a:cubicBezTo>
                  <a:pt x="499" y="782"/>
                  <a:pt x="498" y="782"/>
                  <a:pt x="497" y="782"/>
                </a:cubicBezTo>
                <a:cubicBezTo>
                  <a:pt x="497" y="782"/>
                  <a:pt x="496" y="782"/>
                  <a:pt x="496" y="782"/>
                </a:cubicBezTo>
                <a:cubicBezTo>
                  <a:pt x="496" y="773"/>
                  <a:pt x="496" y="773"/>
                  <a:pt x="496" y="773"/>
                </a:cubicBezTo>
                <a:cubicBezTo>
                  <a:pt x="497" y="773"/>
                  <a:pt x="498" y="773"/>
                  <a:pt x="499" y="773"/>
                </a:cubicBezTo>
                <a:cubicBezTo>
                  <a:pt x="499" y="781"/>
                  <a:pt x="499" y="781"/>
                  <a:pt x="499" y="781"/>
                </a:cubicBezTo>
                <a:close/>
                <a:moveTo>
                  <a:pt x="499" y="49"/>
                </a:moveTo>
                <a:cubicBezTo>
                  <a:pt x="499" y="61"/>
                  <a:pt x="499" y="61"/>
                  <a:pt x="499" y="61"/>
                </a:cubicBezTo>
                <a:cubicBezTo>
                  <a:pt x="498" y="60"/>
                  <a:pt x="497" y="60"/>
                  <a:pt x="496" y="59"/>
                </a:cubicBezTo>
                <a:cubicBezTo>
                  <a:pt x="496" y="44"/>
                  <a:pt x="496" y="44"/>
                  <a:pt x="496" y="44"/>
                </a:cubicBezTo>
                <a:cubicBezTo>
                  <a:pt x="497" y="46"/>
                  <a:pt x="498" y="48"/>
                  <a:pt x="499" y="49"/>
                </a:cubicBezTo>
                <a:close/>
                <a:moveTo>
                  <a:pt x="499" y="87"/>
                </a:moveTo>
                <a:cubicBezTo>
                  <a:pt x="499" y="98"/>
                  <a:pt x="499" y="98"/>
                  <a:pt x="499" y="98"/>
                </a:cubicBezTo>
                <a:cubicBezTo>
                  <a:pt x="498" y="97"/>
                  <a:pt x="497" y="97"/>
                  <a:pt x="496" y="97"/>
                </a:cubicBezTo>
                <a:cubicBezTo>
                  <a:pt x="496" y="86"/>
                  <a:pt x="496" y="86"/>
                  <a:pt x="496" y="86"/>
                </a:cubicBezTo>
                <a:cubicBezTo>
                  <a:pt x="497" y="86"/>
                  <a:pt x="498" y="87"/>
                  <a:pt x="499" y="87"/>
                </a:cubicBezTo>
                <a:close/>
                <a:moveTo>
                  <a:pt x="499" y="127"/>
                </a:moveTo>
                <a:cubicBezTo>
                  <a:pt x="499" y="143"/>
                  <a:pt x="499" y="143"/>
                  <a:pt x="499" y="143"/>
                </a:cubicBezTo>
                <a:cubicBezTo>
                  <a:pt x="498" y="143"/>
                  <a:pt x="497" y="143"/>
                  <a:pt x="496" y="143"/>
                </a:cubicBezTo>
                <a:cubicBezTo>
                  <a:pt x="496" y="126"/>
                  <a:pt x="496" y="126"/>
                  <a:pt x="496" y="126"/>
                </a:cubicBezTo>
                <a:cubicBezTo>
                  <a:pt x="497" y="127"/>
                  <a:pt x="498" y="127"/>
                  <a:pt x="499" y="127"/>
                </a:cubicBezTo>
                <a:close/>
                <a:moveTo>
                  <a:pt x="499" y="188"/>
                </a:moveTo>
                <a:cubicBezTo>
                  <a:pt x="499" y="194"/>
                  <a:pt x="499" y="194"/>
                  <a:pt x="499" y="194"/>
                </a:cubicBezTo>
                <a:cubicBezTo>
                  <a:pt x="498" y="194"/>
                  <a:pt x="497" y="193"/>
                  <a:pt x="496" y="192"/>
                </a:cubicBezTo>
                <a:cubicBezTo>
                  <a:pt x="496" y="186"/>
                  <a:pt x="496" y="186"/>
                  <a:pt x="496" y="186"/>
                </a:cubicBezTo>
                <a:cubicBezTo>
                  <a:pt x="497" y="187"/>
                  <a:pt x="498" y="187"/>
                  <a:pt x="499" y="188"/>
                </a:cubicBezTo>
                <a:close/>
                <a:moveTo>
                  <a:pt x="499" y="213"/>
                </a:moveTo>
                <a:cubicBezTo>
                  <a:pt x="499" y="218"/>
                  <a:pt x="499" y="218"/>
                  <a:pt x="499" y="218"/>
                </a:cubicBezTo>
                <a:cubicBezTo>
                  <a:pt x="498" y="217"/>
                  <a:pt x="497" y="216"/>
                  <a:pt x="496" y="216"/>
                </a:cubicBezTo>
                <a:cubicBezTo>
                  <a:pt x="496" y="210"/>
                  <a:pt x="496" y="210"/>
                  <a:pt x="496" y="210"/>
                </a:cubicBezTo>
                <a:cubicBezTo>
                  <a:pt x="497" y="211"/>
                  <a:pt x="498" y="212"/>
                  <a:pt x="499" y="213"/>
                </a:cubicBezTo>
                <a:close/>
                <a:moveTo>
                  <a:pt x="499" y="281"/>
                </a:moveTo>
                <a:cubicBezTo>
                  <a:pt x="499" y="287"/>
                  <a:pt x="499" y="287"/>
                  <a:pt x="499" y="287"/>
                </a:cubicBezTo>
                <a:cubicBezTo>
                  <a:pt x="499" y="287"/>
                  <a:pt x="499" y="288"/>
                  <a:pt x="499" y="288"/>
                </a:cubicBezTo>
                <a:cubicBezTo>
                  <a:pt x="499" y="288"/>
                  <a:pt x="499" y="288"/>
                  <a:pt x="499" y="288"/>
                </a:cubicBezTo>
                <a:cubicBezTo>
                  <a:pt x="499" y="293"/>
                  <a:pt x="499" y="293"/>
                  <a:pt x="499" y="293"/>
                </a:cubicBezTo>
                <a:cubicBezTo>
                  <a:pt x="498" y="293"/>
                  <a:pt x="497" y="292"/>
                  <a:pt x="496" y="292"/>
                </a:cubicBezTo>
                <a:cubicBezTo>
                  <a:pt x="496" y="285"/>
                  <a:pt x="496" y="285"/>
                  <a:pt x="496" y="285"/>
                </a:cubicBezTo>
                <a:cubicBezTo>
                  <a:pt x="499" y="281"/>
                  <a:pt x="499" y="281"/>
                  <a:pt x="499" y="281"/>
                </a:cubicBezTo>
                <a:close/>
                <a:moveTo>
                  <a:pt x="499" y="302"/>
                </a:moveTo>
                <a:cubicBezTo>
                  <a:pt x="499" y="307"/>
                  <a:pt x="499" y="307"/>
                  <a:pt x="499" y="307"/>
                </a:cubicBezTo>
                <a:cubicBezTo>
                  <a:pt x="498" y="306"/>
                  <a:pt x="497" y="305"/>
                  <a:pt x="496" y="305"/>
                </a:cubicBezTo>
                <a:cubicBezTo>
                  <a:pt x="496" y="300"/>
                  <a:pt x="496" y="300"/>
                  <a:pt x="496" y="300"/>
                </a:cubicBezTo>
                <a:cubicBezTo>
                  <a:pt x="499" y="302"/>
                  <a:pt x="499" y="302"/>
                  <a:pt x="499" y="302"/>
                </a:cubicBezTo>
                <a:close/>
                <a:moveTo>
                  <a:pt x="499" y="311"/>
                </a:moveTo>
                <a:cubicBezTo>
                  <a:pt x="499" y="317"/>
                  <a:pt x="499" y="317"/>
                  <a:pt x="499" y="317"/>
                </a:cubicBezTo>
                <a:cubicBezTo>
                  <a:pt x="498" y="317"/>
                  <a:pt x="497" y="319"/>
                  <a:pt x="496" y="319"/>
                </a:cubicBezTo>
                <a:cubicBezTo>
                  <a:pt x="496" y="313"/>
                  <a:pt x="496" y="313"/>
                  <a:pt x="496" y="313"/>
                </a:cubicBezTo>
                <a:cubicBezTo>
                  <a:pt x="497" y="312"/>
                  <a:pt x="498" y="312"/>
                  <a:pt x="499" y="311"/>
                </a:cubicBezTo>
                <a:close/>
                <a:moveTo>
                  <a:pt x="499" y="333"/>
                </a:moveTo>
                <a:cubicBezTo>
                  <a:pt x="499" y="337"/>
                  <a:pt x="499" y="337"/>
                  <a:pt x="499" y="337"/>
                </a:cubicBezTo>
                <a:cubicBezTo>
                  <a:pt x="499" y="337"/>
                  <a:pt x="499" y="337"/>
                  <a:pt x="499" y="337"/>
                </a:cubicBezTo>
                <a:cubicBezTo>
                  <a:pt x="499" y="336"/>
                  <a:pt x="499" y="334"/>
                  <a:pt x="499" y="333"/>
                </a:cubicBezTo>
                <a:close/>
                <a:moveTo>
                  <a:pt x="499" y="365"/>
                </a:moveTo>
                <a:cubicBezTo>
                  <a:pt x="499" y="377"/>
                  <a:pt x="499" y="377"/>
                  <a:pt x="499" y="377"/>
                </a:cubicBezTo>
                <a:cubicBezTo>
                  <a:pt x="499" y="377"/>
                  <a:pt x="498" y="376"/>
                  <a:pt x="498" y="376"/>
                </a:cubicBezTo>
                <a:cubicBezTo>
                  <a:pt x="496" y="378"/>
                  <a:pt x="496" y="378"/>
                  <a:pt x="496" y="378"/>
                </a:cubicBezTo>
                <a:cubicBezTo>
                  <a:pt x="496" y="356"/>
                  <a:pt x="496" y="356"/>
                  <a:pt x="496" y="356"/>
                </a:cubicBezTo>
                <a:cubicBezTo>
                  <a:pt x="497" y="359"/>
                  <a:pt x="498" y="362"/>
                  <a:pt x="499" y="365"/>
                </a:cubicBezTo>
                <a:close/>
                <a:moveTo>
                  <a:pt x="499" y="383"/>
                </a:moveTo>
                <a:cubicBezTo>
                  <a:pt x="499" y="390"/>
                  <a:pt x="499" y="390"/>
                  <a:pt x="499" y="390"/>
                </a:cubicBezTo>
                <a:cubicBezTo>
                  <a:pt x="498" y="391"/>
                  <a:pt x="497" y="391"/>
                  <a:pt x="496" y="392"/>
                </a:cubicBezTo>
                <a:cubicBezTo>
                  <a:pt x="496" y="388"/>
                  <a:pt x="496" y="388"/>
                  <a:pt x="496" y="388"/>
                </a:cubicBezTo>
                <a:cubicBezTo>
                  <a:pt x="497" y="387"/>
                  <a:pt x="498" y="385"/>
                  <a:pt x="499" y="383"/>
                </a:cubicBezTo>
                <a:close/>
                <a:moveTo>
                  <a:pt x="499" y="398"/>
                </a:moveTo>
                <a:cubicBezTo>
                  <a:pt x="499" y="403"/>
                  <a:pt x="499" y="403"/>
                  <a:pt x="499" y="403"/>
                </a:cubicBezTo>
                <a:cubicBezTo>
                  <a:pt x="498" y="404"/>
                  <a:pt x="497" y="405"/>
                  <a:pt x="496" y="405"/>
                </a:cubicBezTo>
                <a:cubicBezTo>
                  <a:pt x="496" y="401"/>
                  <a:pt x="496" y="401"/>
                  <a:pt x="496" y="401"/>
                </a:cubicBezTo>
                <a:cubicBezTo>
                  <a:pt x="497" y="400"/>
                  <a:pt x="498" y="399"/>
                  <a:pt x="499" y="398"/>
                </a:cubicBezTo>
                <a:close/>
                <a:moveTo>
                  <a:pt x="499" y="411"/>
                </a:moveTo>
                <a:cubicBezTo>
                  <a:pt x="499" y="417"/>
                  <a:pt x="499" y="417"/>
                  <a:pt x="499" y="417"/>
                </a:cubicBezTo>
                <a:cubicBezTo>
                  <a:pt x="496" y="418"/>
                  <a:pt x="496" y="418"/>
                  <a:pt x="496" y="418"/>
                </a:cubicBezTo>
                <a:cubicBezTo>
                  <a:pt x="496" y="413"/>
                  <a:pt x="496" y="413"/>
                  <a:pt x="496" y="413"/>
                </a:cubicBezTo>
                <a:cubicBezTo>
                  <a:pt x="497" y="412"/>
                  <a:pt x="498" y="411"/>
                  <a:pt x="499" y="411"/>
                </a:cubicBezTo>
                <a:close/>
                <a:moveTo>
                  <a:pt x="499" y="421"/>
                </a:moveTo>
                <a:cubicBezTo>
                  <a:pt x="499" y="438"/>
                  <a:pt x="499" y="438"/>
                  <a:pt x="499" y="438"/>
                </a:cubicBezTo>
                <a:cubicBezTo>
                  <a:pt x="498" y="440"/>
                  <a:pt x="497" y="443"/>
                  <a:pt x="496" y="446"/>
                </a:cubicBezTo>
                <a:cubicBezTo>
                  <a:pt x="496" y="436"/>
                  <a:pt x="496" y="436"/>
                  <a:pt x="496" y="436"/>
                </a:cubicBezTo>
                <a:cubicBezTo>
                  <a:pt x="496" y="436"/>
                  <a:pt x="496" y="436"/>
                  <a:pt x="496" y="436"/>
                </a:cubicBezTo>
                <a:cubicBezTo>
                  <a:pt x="497" y="433"/>
                  <a:pt x="498" y="431"/>
                  <a:pt x="499" y="429"/>
                </a:cubicBezTo>
                <a:cubicBezTo>
                  <a:pt x="497" y="429"/>
                  <a:pt x="497" y="429"/>
                  <a:pt x="496" y="429"/>
                </a:cubicBezTo>
                <a:cubicBezTo>
                  <a:pt x="496" y="424"/>
                  <a:pt x="496" y="424"/>
                  <a:pt x="496" y="424"/>
                </a:cubicBezTo>
                <a:cubicBezTo>
                  <a:pt x="497" y="423"/>
                  <a:pt x="498" y="423"/>
                  <a:pt x="499" y="421"/>
                </a:cubicBezTo>
                <a:close/>
                <a:moveTo>
                  <a:pt x="499" y="486"/>
                </a:moveTo>
                <a:cubicBezTo>
                  <a:pt x="499" y="499"/>
                  <a:pt x="499" y="499"/>
                  <a:pt x="499" y="499"/>
                </a:cubicBezTo>
                <a:cubicBezTo>
                  <a:pt x="498" y="501"/>
                  <a:pt x="497" y="503"/>
                  <a:pt x="496" y="505"/>
                </a:cubicBezTo>
                <a:cubicBezTo>
                  <a:pt x="496" y="498"/>
                  <a:pt x="496" y="498"/>
                  <a:pt x="496" y="498"/>
                </a:cubicBezTo>
                <a:cubicBezTo>
                  <a:pt x="497" y="495"/>
                  <a:pt x="498" y="493"/>
                  <a:pt x="496" y="489"/>
                </a:cubicBezTo>
                <a:cubicBezTo>
                  <a:pt x="496" y="483"/>
                  <a:pt x="496" y="483"/>
                  <a:pt x="496" y="483"/>
                </a:cubicBezTo>
                <a:cubicBezTo>
                  <a:pt x="499" y="486"/>
                  <a:pt x="499" y="486"/>
                  <a:pt x="499" y="486"/>
                </a:cubicBezTo>
                <a:close/>
                <a:moveTo>
                  <a:pt x="499" y="516"/>
                </a:moveTo>
                <a:cubicBezTo>
                  <a:pt x="499" y="522"/>
                  <a:pt x="499" y="522"/>
                  <a:pt x="499" y="522"/>
                </a:cubicBezTo>
                <a:cubicBezTo>
                  <a:pt x="496" y="518"/>
                  <a:pt x="496" y="518"/>
                  <a:pt x="496" y="518"/>
                </a:cubicBezTo>
                <a:cubicBezTo>
                  <a:pt x="496" y="514"/>
                  <a:pt x="496" y="514"/>
                  <a:pt x="496" y="514"/>
                </a:cubicBezTo>
                <a:cubicBezTo>
                  <a:pt x="496" y="514"/>
                  <a:pt x="497" y="515"/>
                  <a:pt x="497" y="516"/>
                </a:cubicBezTo>
                <a:cubicBezTo>
                  <a:pt x="499" y="516"/>
                  <a:pt x="499" y="516"/>
                  <a:pt x="499" y="516"/>
                </a:cubicBezTo>
                <a:close/>
                <a:moveTo>
                  <a:pt x="499" y="585"/>
                </a:moveTo>
                <a:cubicBezTo>
                  <a:pt x="499" y="593"/>
                  <a:pt x="499" y="593"/>
                  <a:pt x="499" y="593"/>
                </a:cubicBezTo>
                <a:cubicBezTo>
                  <a:pt x="498" y="593"/>
                  <a:pt x="497" y="593"/>
                  <a:pt x="496" y="593"/>
                </a:cubicBezTo>
                <a:cubicBezTo>
                  <a:pt x="496" y="586"/>
                  <a:pt x="496" y="586"/>
                  <a:pt x="496" y="586"/>
                </a:cubicBezTo>
                <a:cubicBezTo>
                  <a:pt x="497" y="586"/>
                  <a:pt x="498" y="586"/>
                  <a:pt x="499" y="585"/>
                </a:cubicBezTo>
                <a:close/>
                <a:moveTo>
                  <a:pt x="499" y="603"/>
                </a:moveTo>
                <a:cubicBezTo>
                  <a:pt x="499" y="610"/>
                  <a:pt x="499" y="610"/>
                  <a:pt x="499" y="610"/>
                </a:cubicBezTo>
                <a:cubicBezTo>
                  <a:pt x="498" y="609"/>
                  <a:pt x="497" y="609"/>
                  <a:pt x="496" y="608"/>
                </a:cubicBezTo>
                <a:cubicBezTo>
                  <a:pt x="496" y="601"/>
                  <a:pt x="496" y="601"/>
                  <a:pt x="496" y="601"/>
                </a:cubicBezTo>
                <a:cubicBezTo>
                  <a:pt x="499" y="603"/>
                  <a:pt x="499" y="603"/>
                  <a:pt x="499" y="603"/>
                </a:cubicBezTo>
                <a:close/>
                <a:moveTo>
                  <a:pt x="499" y="611"/>
                </a:moveTo>
                <a:cubicBezTo>
                  <a:pt x="499" y="616"/>
                  <a:pt x="499" y="616"/>
                  <a:pt x="499" y="616"/>
                </a:cubicBezTo>
                <a:cubicBezTo>
                  <a:pt x="498" y="617"/>
                  <a:pt x="497" y="617"/>
                  <a:pt x="496" y="618"/>
                </a:cubicBezTo>
                <a:cubicBezTo>
                  <a:pt x="496" y="612"/>
                  <a:pt x="496" y="612"/>
                  <a:pt x="496" y="612"/>
                </a:cubicBezTo>
                <a:cubicBezTo>
                  <a:pt x="497" y="612"/>
                  <a:pt x="498" y="612"/>
                  <a:pt x="499" y="611"/>
                </a:cubicBezTo>
                <a:close/>
                <a:moveTo>
                  <a:pt x="499" y="668"/>
                </a:moveTo>
                <a:cubicBezTo>
                  <a:pt x="499" y="680"/>
                  <a:pt x="499" y="680"/>
                  <a:pt x="499" y="680"/>
                </a:cubicBezTo>
                <a:cubicBezTo>
                  <a:pt x="496" y="681"/>
                  <a:pt x="496" y="681"/>
                  <a:pt x="496" y="681"/>
                </a:cubicBezTo>
                <a:cubicBezTo>
                  <a:pt x="496" y="669"/>
                  <a:pt x="496" y="669"/>
                  <a:pt x="496" y="669"/>
                </a:cubicBezTo>
                <a:cubicBezTo>
                  <a:pt x="499" y="668"/>
                  <a:pt x="499" y="668"/>
                  <a:pt x="499" y="668"/>
                </a:cubicBezTo>
                <a:close/>
                <a:moveTo>
                  <a:pt x="499" y="733"/>
                </a:moveTo>
                <a:cubicBezTo>
                  <a:pt x="499" y="742"/>
                  <a:pt x="499" y="742"/>
                  <a:pt x="499" y="742"/>
                </a:cubicBezTo>
                <a:cubicBezTo>
                  <a:pt x="498" y="742"/>
                  <a:pt x="497" y="743"/>
                  <a:pt x="496" y="743"/>
                </a:cubicBezTo>
                <a:cubicBezTo>
                  <a:pt x="496" y="734"/>
                  <a:pt x="496" y="734"/>
                  <a:pt x="496" y="734"/>
                </a:cubicBezTo>
                <a:cubicBezTo>
                  <a:pt x="497" y="734"/>
                  <a:pt x="498" y="733"/>
                  <a:pt x="499" y="733"/>
                </a:cubicBezTo>
                <a:cubicBezTo>
                  <a:pt x="499" y="733"/>
                  <a:pt x="499" y="733"/>
                  <a:pt x="499" y="733"/>
                </a:cubicBezTo>
                <a:close/>
                <a:moveTo>
                  <a:pt x="499" y="751"/>
                </a:moveTo>
                <a:cubicBezTo>
                  <a:pt x="499" y="763"/>
                  <a:pt x="499" y="763"/>
                  <a:pt x="499" y="763"/>
                </a:cubicBezTo>
                <a:cubicBezTo>
                  <a:pt x="498" y="762"/>
                  <a:pt x="497" y="761"/>
                  <a:pt x="496" y="760"/>
                </a:cubicBezTo>
                <a:cubicBezTo>
                  <a:pt x="496" y="748"/>
                  <a:pt x="496" y="748"/>
                  <a:pt x="496" y="748"/>
                </a:cubicBezTo>
                <a:cubicBezTo>
                  <a:pt x="497" y="749"/>
                  <a:pt x="498" y="750"/>
                  <a:pt x="499" y="751"/>
                </a:cubicBezTo>
                <a:close/>
                <a:moveTo>
                  <a:pt x="496" y="563"/>
                </a:moveTo>
                <a:cubicBezTo>
                  <a:pt x="496" y="558"/>
                  <a:pt x="496" y="558"/>
                  <a:pt x="496" y="558"/>
                </a:cubicBezTo>
                <a:cubicBezTo>
                  <a:pt x="497" y="559"/>
                  <a:pt x="497" y="559"/>
                  <a:pt x="497" y="559"/>
                </a:cubicBezTo>
                <a:cubicBezTo>
                  <a:pt x="497" y="561"/>
                  <a:pt x="496" y="562"/>
                  <a:pt x="496" y="563"/>
                </a:cubicBezTo>
                <a:close/>
                <a:moveTo>
                  <a:pt x="496" y="121"/>
                </a:moveTo>
                <a:cubicBezTo>
                  <a:pt x="496" y="112"/>
                  <a:pt x="496" y="112"/>
                  <a:pt x="496" y="112"/>
                </a:cubicBezTo>
                <a:cubicBezTo>
                  <a:pt x="497" y="114"/>
                  <a:pt x="498" y="116"/>
                  <a:pt x="498" y="119"/>
                </a:cubicBezTo>
                <a:cubicBezTo>
                  <a:pt x="497" y="120"/>
                  <a:pt x="497" y="120"/>
                  <a:pt x="496" y="121"/>
                </a:cubicBezTo>
                <a:close/>
                <a:moveTo>
                  <a:pt x="491" y="12"/>
                </a:moveTo>
                <a:cubicBezTo>
                  <a:pt x="493" y="13"/>
                  <a:pt x="494" y="13"/>
                  <a:pt x="496" y="14"/>
                </a:cubicBezTo>
                <a:cubicBezTo>
                  <a:pt x="496" y="21"/>
                  <a:pt x="496" y="21"/>
                  <a:pt x="496" y="21"/>
                </a:cubicBezTo>
                <a:cubicBezTo>
                  <a:pt x="494" y="21"/>
                  <a:pt x="493" y="21"/>
                  <a:pt x="491" y="20"/>
                </a:cubicBezTo>
                <a:cubicBezTo>
                  <a:pt x="491" y="12"/>
                  <a:pt x="491" y="12"/>
                  <a:pt x="491" y="12"/>
                </a:cubicBezTo>
                <a:close/>
                <a:moveTo>
                  <a:pt x="496" y="782"/>
                </a:moveTo>
                <a:cubicBezTo>
                  <a:pt x="494" y="782"/>
                  <a:pt x="493" y="783"/>
                  <a:pt x="491" y="783"/>
                </a:cubicBezTo>
                <a:cubicBezTo>
                  <a:pt x="491" y="774"/>
                  <a:pt x="491" y="774"/>
                  <a:pt x="491" y="774"/>
                </a:cubicBezTo>
                <a:cubicBezTo>
                  <a:pt x="493" y="774"/>
                  <a:pt x="494" y="774"/>
                  <a:pt x="496" y="773"/>
                </a:cubicBezTo>
                <a:cubicBezTo>
                  <a:pt x="496" y="782"/>
                  <a:pt x="496" y="782"/>
                  <a:pt x="496" y="782"/>
                </a:cubicBezTo>
                <a:close/>
                <a:moveTo>
                  <a:pt x="496" y="44"/>
                </a:moveTo>
                <a:cubicBezTo>
                  <a:pt x="496" y="59"/>
                  <a:pt x="496" y="59"/>
                  <a:pt x="496" y="59"/>
                </a:cubicBezTo>
                <a:cubicBezTo>
                  <a:pt x="494" y="57"/>
                  <a:pt x="494" y="57"/>
                  <a:pt x="494" y="57"/>
                </a:cubicBezTo>
                <a:cubicBezTo>
                  <a:pt x="491" y="57"/>
                  <a:pt x="491" y="57"/>
                  <a:pt x="491" y="57"/>
                </a:cubicBezTo>
                <a:cubicBezTo>
                  <a:pt x="491" y="29"/>
                  <a:pt x="491" y="29"/>
                  <a:pt x="491" y="29"/>
                </a:cubicBezTo>
                <a:cubicBezTo>
                  <a:pt x="493" y="35"/>
                  <a:pt x="494" y="40"/>
                  <a:pt x="496" y="44"/>
                </a:cubicBezTo>
                <a:close/>
                <a:moveTo>
                  <a:pt x="496" y="86"/>
                </a:moveTo>
                <a:cubicBezTo>
                  <a:pt x="496" y="97"/>
                  <a:pt x="496" y="97"/>
                  <a:pt x="496" y="97"/>
                </a:cubicBezTo>
                <a:cubicBezTo>
                  <a:pt x="495" y="97"/>
                  <a:pt x="495" y="97"/>
                  <a:pt x="495" y="97"/>
                </a:cubicBezTo>
                <a:cubicBezTo>
                  <a:pt x="494" y="100"/>
                  <a:pt x="493" y="103"/>
                  <a:pt x="492" y="106"/>
                </a:cubicBezTo>
                <a:cubicBezTo>
                  <a:pt x="493" y="108"/>
                  <a:pt x="495" y="110"/>
                  <a:pt x="496" y="112"/>
                </a:cubicBezTo>
                <a:cubicBezTo>
                  <a:pt x="496" y="121"/>
                  <a:pt x="496" y="121"/>
                  <a:pt x="496" y="121"/>
                </a:cubicBezTo>
                <a:cubicBezTo>
                  <a:pt x="494" y="122"/>
                  <a:pt x="493" y="122"/>
                  <a:pt x="491" y="122"/>
                </a:cubicBezTo>
                <a:cubicBezTo>
                  <a:pt x="491" y="81"/>
                  <a:pt x="491" y="81"/>
                  <a:pt x="491" y="81"/>
                </a:cubicBezTo>
                <a:cubicBezTo>
                  <a:pt x="491" y="82"/>
                  <a:pt x="491" y="83"/>
                  <a:pt x="491" y="84"/>
                </a:cubicBezTo>
                <a:cubicBezTo>
                  <a:pt x="493" y="85"/>
                  <a:pt x="495" y="85"/>
                  <a:pt x="496" y="86"/>
                </a:cubicBezTo>
                <a:close/>
                <a:moveTo>
                  <a:pt x="496" y="126"/>
                </a:moveTo>
                <a:cubicBezTo>
                  <a:pt x="496" y="143"/>
                  <a:pt x="496" y="143"/>
                  <a:pt x="496" y="143"/>
                </a:cubicBezTo>
                <a:cubicBezTo>
                  <a:pt x="494" y="142"/>
                  <a:pt x="493" y="142"/>
                  <a:pt x="491" y="141"/>
                </a:cubicBezTo>
                <a:cubicBezTo>
                  <a:pt x="491" y="125"/>
                  <a:pt x="491" y="125"/>
                  <a:pt x="491" y="125"/>
                </a:cubicBezTo>
                <a:cubicBezTo>
                  <a:pt x="493" y="125"/>
                  <a:pt x="494" y="126"/>
                  <a:pt x="496" y="126"/>
                </a:cubicBezTo>
                <a:close/>
                <a:moveTo>
                  <a:pt x="496" y="186"/>
                </a:moveTo>
                <a:cubicBezTo>
                  <a:pt x="496" y="192"/>
                  <a:pt x="496" y="192"/>
                  <a:pt x="496" y="192"/>
                </a:cubicBezTo>
                <a:cubicBezTo>
                  <a:pt x="495" y="191"/>
                  <a:pt x="493" y="191"/>
                  <a:pt x="491" y="190"/>
                </a:cubicBezTo>
                <a:cubicBezTo>
                  <a:pt x="491" y="184"/>
                  <a:pt x="491" y="184"/>
                  <a:pt x="491" y="184"/>
                </a:cubicBezTo>
                <a:cubicBezTo>
                  <a:pt x="493" y="185"/>
                  <a:pt x="494" y="186"/>
                  <a:pt x="496" y="186"/>
                </a:cubicBezTo>
                <a:close/>
                <a:moveTo>
                  <a:pt x="496" y="210"/>
                </a:moveTo>
                <a:cubicBezTo>
                  <a:pt x="496" y="216"/>
                  <a:pt x="496" y="216"/>
                  <a:pt x="496" y="216"/>
                </a:cubicBezTo>
                <a:cubicBezTo>
                  <a:pt x="494" y="215"/>
                  <a:pt x="493" y="214"/>
                  <a:pt x="491" y="213"/>
                </a:cubicBezTo>
                <a:cubicBezTo>
                  <a:pt x="491" y="195"/>
                  <a:pt x="491" y="195"/>
                  <a:pt x="491" y="195"/>
                </a:cubicBezTo>
                <a:cubicBezTo>
                  <a:pt x="492" y="201"/>
                  <a:pt x="492" y="206"/>
                  <a:pt x="496" y="210"/>
                </a:cubicBezTo>
                <a:close/>
                <a:moveTo>
                  <a:pt x="496" y="285"/>
                </a:moveTo>
                <a:cubicBezTo>
                  <a:pt x="496" y="292"/>
                  <a:pt x="496" y="292"/>
                  <a:pt x="496" y="292"/>
                </a:cubicBezTo>
                <a:cubicBezTo>
                  <a:pt x="496" y="292"/>
                  <a:pt x="495" y="292"/>
                  <a:pt x="495" y="292"/>
                </a:cubicBezTo>
                <a:cubicBezTo>
                  <a:pt x="494" y="292"/>
                  <a:pt x="492" y="294"/>
                  <a:pt x="491" y="294"/>
                </a:cubicBezTo>
                <a:cubicBezTo>
                  <a:pt x="491" y="291"/>
                  <a:pt x="491" y="291"/>
                  <a:pt x="491" y="291"/>
                </a:cubicBezTo>
                <a:cubicBezTo>
                  <a:pt x="493" y="290"/>
                  <a:pt x="494" y="288"/>
                  <a:pt x="495" y="286"/>
                </a:cubicBezTo>
                <a:cubicBezTo>
                  <a:pt x="496" y="285"/>
                  <a:pt x="496" y="285"/>
                  <a:pt x="496" y="285"/>
                </a:cubicBezTo>
                <a:close/>
                <a:moveTo>
                  <a:pt x="496" y="300"/>
                </a:moveTo>
                <a:cubicBezTo>
                  <a:pt x="496" y="305"/>
                  <a:pt x="496" y="305"/>
                  <a:pt x="496" y="305"/>
                </a:cubicBezTo>
                <a:cubicBezTo>
                  <a:pt x="494" y="303"/>
                  <a:pt x="493" y="302"/>
                  <a:pt x="491" y="302"/>
                </a:cubicBezTo>
                <a:cubicBezTo>
                  <a:pt x="491" y="296"/>
                  <a:pt x="491" y="296"/>
                  <a:pt x="491" y="296"/>
                </a:cubicBezTo>
                <a:cubicBezTo>
                  <a:pt x="491" y="297"/>
                  <a:pt x="491" y="297"/>
                  <a:pt x="491" y="297"/>
                </a:cubicBezTo>
                <a:cubicBezTo>
                  <a:pt x="493" y="298"/>
                  <a:pt x="494" y="299"/>
                  <a:pt x="496" y="300"/>
                </a:cubicBezTo>
                <a:close/>
                <a:moveTo>
                  <a:pt x="496" y="313"/>
                </a:moveTo>
                <a:cubicBezTo>
                  <a:pt x="496" y="319"/>
                  <a:pt x="496" y="319"/>
                  <a:pt x="496" y="319"/>
                </a:cubicBezTo>
                <a:cubicBezTo>
                  <a:pt x="494" y="321"/>
                  <a:pt x="493" y="323"/>
                  <a:pt x="491" y="324"/>
                </a:cubicBezTo>
                <a:cubicBezTo>
                  <a:pt x="491" y="320"/>
                  <a:pt x="491" y="320"/>
                  <a:pt x="491" y="320"/>
                </a:cubicBezTo>
                <a:cubicBezTo>
                  <a:pt x="492" y="319"/>
                  <a:pt x="492" y="318"/>
                  <a:pt x="493" y="317"/>
                </a:cubicBezTo>
                <a:cubicBezTo>
                  <a:pt x="492" y="317"/>
                  <a:pt x="492" y="316"/>
                  <a:pt x="491" y="316"/>
                </a:cubicBezTo>
                <a:cubicBezTo>
                  <a:pt x="491" y="312"/>
                  <a:pt x="491" y="312"/>
                  <a:pt x="491" y="312"/>
                </a:cubicBezTo>
                <a:cubicBezTo>
                  <a:pt x="493" y="313"/>
                  <a:pt x="493" y="313"/>
                  <a:pt x="493" y="313"/>
                </a:cubicBezTo>
                <a:cubicBezTo>
                  <a:pt x="494" y="313"/>
                  <a:pt x="495" y="313"/>
                  <a:pt x="496" y="313"/>
                </a:cubicBezTo>
                <a:close/>
                <a:moveTo>
                  <a:pt x="496" y="356"/>
                </a:moveTo>
                <a:cubicBezTo>
                  <a:pt x="496" y="378"/>
                  <a:pt x="496" y="378"/>
                  <a:pt x="496" y="378"/>
                </a:cubicBezTo>
                <a:cubicBezTo>
                  <a:pt x="494" y="380"/>
                  <a:pt x="492" y="382"/>
                  <a:pt x="491" y="384"/>
                </a:cubicBezTo>
                <a:cubicBezTo>
                  <a:pt x="491" y="378"/>
                  <a:pt x="491" y="378"/>
                  <a:pt x="491" y="378"/>
                </a:cubicBezTo>
                <a:cubicBezTo>
                  <a:pt x="493" y="376"/>
                  <a:pt x="494" y="375"/>
                  <a:pt x="496" y="373"/>
                </a:cubicBezTo>
                <a:cubicBezTo>
                  <a:pt x="496" y="365"/>
                  <a:pt x="496" y="365"/>
                  <a:pt x="494" y="363"/>
                </a:cubicBezTo>
                <a:cubicBezTo>
                  <a:pt x="493" y="365"/>
                  <a:pt x="492" y="366"/>
                  <a:pt x="491" y="367"/>
                </a:cubicBezTo>
                <a:cubicBezTo>
                  <a:pt x="491" y="347"/>
                  <a:pt x="491" y="347"/>
                  <a:pt x="491" y="347"/>
                </a:cubicBezTo>
                <a:cubicBezTo>
                  <a:pt x="493" y="350"/>
                  <a:pt x="495" y="353"/>
                  <a:pt x="496" y="356"/>
                </a:cubicBezTo>
                <a:close/>
                <a:moveTo>
                  <a:pt x="496" y="388"/>
                </a:moveTo>
                <a:cubicBezTo>
                  <a:pt x="496" y="392"/>
                  <a:pt x="496" y="392"/>
                  <a:pt x="496" y="392"/>
                </a:cubicBezTo>
                <a:cubicBezTo>
                  <a:pt x="493" y="395"/>
                  <a:pt x="492" y="396"/>
                  <a:pt x="491" y="399"/>
                </a:cubicBezTo>
                <a:cubicBezTo>
                  <a:pt x="491" y="391"/>
                  <a:pt x="491" y="391"/>
                  <a:pt x="491" y="391"/>
                </a:cubicBezTo>
                <a:cubicBezTo>
                  <a:pt x="493" y="390"/>
                  <a:pt x="494" y="389"/>
                  <a:pt x="496" y="388"/>
                </a:cubicBezTo>
                <a:close/>
                <a:moveTo>
                  <a:pt x="496" y="401"/>
                </a:moveTo>
                <a:cubicBezTo>
                  <a:pt x="496" y="405"/>
                  <a:pt x="496" y="405"/>
                  <a:pt x="496" y="405"/>
                </a:cubicBezTo>
                <a:cubicBezTo>
                  <a:pt x="494" y="406"/>
                  <a:pt x="493" y="408"/>
                  <a:pt x="491" y="408"/>
                </a:cubicBezTo>
                <a:cubicBezTo>
                  <a:pt x="491" y="404"/>
                  <a:pt x="491" y="404"/>
                  <a:pt x="491" y="404"/>
                </a:cubicBezTo>
                <a:cubicBezTo>
                  <a:pt x="493" y="403"/>
                  <a:pt x="494" y="402"/>
                  <a:pt x="496" y="401"/>
                </a:cubicBezTo>
                <a:close/>
                <a:moveTo>
                  <a:pt x="496" y="413"/>
                </a:moveTo>
                <a:cubicBezTo>
                  <a:pt x="496" y="418"/>
                  <a:pt x="496" y="418"/>
                  <a:pt x="496" y="418"/>
                </a:cubicBezTo>
                <a:cubicBezTo>
                  <a:pt x="494" y="418"/>
                  <a:pt x="493" y="419"/>
                  <a:pt x="491" y="420"/>
                </a:cubicBezTo>
                <a:cubicBezTo>
                  <a:pt x="491" y="414"/>
                  <a:pt x="491" y="414"/>
                  <a:pt x="491" y="414"/>
                </a:cubicBezTo>
                <a:cubicBezTo>
                  <a:pt x="493" y="414"/>
                  <a:pt x="494" y="413"/>
                  <a:pt x="496" y="413"/>
                </a:cubicBezTo>
                <a:close/>
                <a:moveTo>
                  <a:pt x="496" y="424"/>
                </a:moveTo>
                <a:cubicBezTo>
                  <a:pt x="496" y="429"/>
                  <a:pt x="496" y="429"/>
                  <a:pt x="496" y="429"/>
                </a:cubicBezTo>
                <a:cubicBezTo>
                  <a:pt x="494" y="429"/>
                  <a:pt x="493" y="430"/>
                  <a:pt x="491" y="430"/>
                </a:cubicBezTo>
                <a:cubicBezTo>
                  <a:pt x="491" y="425"/>
                  <a:pt x="491" y="425"/>
                  <a:pt x="491" y="425"/>
                </a:cubicBezTo>
                <a:cubicBezTo>
                  <a:pt x="493" y="425"/>
                  <a:pt x="495" y="425"/>
                  <a:pt x="496" y="424"/>
                </a:cubicBezTo>
                <a:close/>
                <a:moveTo>
                  <a:pt x="496" y="436"/>
                </a:moveTo>
                <a:cubicBezTo>
                  <a:pt x="496" y="446"/>
                  <a:pt x="496" y="446"/>
                  <a:pt x="496" y="446"/>
                </a:cubicBezTo>
                <a:cubicBezTo>
                  <a:pt x="495" y="449"/>
                  <a:pt x="493" y="453"/>
                  <a:pt x="491" y="456"/>
                </a:cubicBezTo>
                <a:cubicBezTo>
                  <a:pt x="491" y="446"/>
                  <a:pt x="491" y="446"/>
                  <a:pt x="491" y="446"/>
                </a:cubicBezTo>
                <a:cubicBezTo>
                  <a:pt x="492" y="445"/>
                  <a:pt x="493" y="444"/>
                  <a:pt x="495" y="441"/>
                </a:cubicBezTo>
                <a:cubicBezTo>
                  <a:pt x="493" y="441"/>
                  <a:pt x="493" y="441"/>
                  <a:pt x="491" y="441"/>
                </a:cubicBezTo>
                <a:cubicBezTo>
                  <a:pt x="491" y="437"/>
                  <a:pt x="491" y="437"/>
                  <a:pt x="491" y="437"/>
                </a:cubicBezTo>
                <a:cubicBezTo>
                  <a:pt x="496" y="436"/>
                  <a:pt x="496" y="436"/>
                  <a:pt x="496" y="436"/>
                </a:cubicBezTo>
                <a:close/>
                <a:moveTo>
                  <a:pt x="496" y="483"/>
                </a:moveTo>
                <a:cubicBezTo>
                  <a:pt x="496" y="489"/>
                  <a:pt x="496" y="489"/>
                  <a:pt x="496" y="489"/>
                </a:cubicBezTo>
                <a:cubicBezTo>
                  <a:pt x="496" y="488"/>
                  <a:pt x="495" y="488"/>
                  <a:pt x="495" y="487"/>
                </a:cubicBezTo>
                <a:cubicBezTo>
                  <a:pt x="494" y="487"/>
                  <a:pt x="493" y="487"/>
                  <a:pt x="493" y="487"/>
                </a:cubicBezTo>
                <a:cubicBezTo>
                  <a:pt x="491" y="489"/>
                  <a:pt x="491" y="489"/>
                  <a:pt x="491" y="489"/>
                </a:cubicBezTo>
                <a:cubicBezTo>
                  <a:pt x="491" y="478"/>
                  <a:pt x="491" y="478"/>
                  <a:pt x="491" y="478"/>
                </a:cubicBezTo>
                <a:cubicBezTo>
                  <a:pt x="496" y="483"/>
                  <a:pt x="496" y="483"/>
                  <a:pt x="496" y="483"/>
                </a:cubicBezTo>
                <a:close/>
                <a:moveTo>
                  <a:pt x="496" y="498"/>
                </a:moveTo>
                <a:cubicBezTo>
                  <a:pt x="496" y="505"/>
                  <a:pt x="496" y="505"/>
                  <a:pt x="496" y="505"/>
                </a:cubicBezTo>
                <a:cubicBezTo>
                  <a:pt x="495" y="508"/>
                  <a:pt x="494" y="510"/>
                  <a:pt x="496" y="514"/>
                </a:cubicBezTo>
                <a:cubicBezTo>
                  <a:pt x="496" y="518"/>
                  <a:pt x="496" y="518"/>
                  <a:pt x="496" y="518"/>
                </a:cubicBezTo>
                <a:cubicBezTo>
                  <a:pt x="491" y="514"/>
                  <a:pt x="491" y="514"/>
                  <a:pt x="491" y="514"/>
                </a:cubicBezTo>
                <a:cubicBezTo>
                  <a:pt x="491" y="505"/>
                  <a:pt x="491" y="505"/>
                  <a:pt x="491" y="505"/>
                </a:cubicBezTo>
                <a:cubicBezTo>
                  <a:pt x="493" y="502"/>
                  <a:pt x="495" y="500"/>
                  <a:pt x="496" y="498"/>
                </a:cubicBezTo>
                <a:close/>
                <a:moveTo>
                  <a:pt x="496" y="558"/>
                </a:moveTo>
                <a:cubicBezTo>
                  <a:pt x="496" y="563"/>
                  <a:pt x="496" y="563"/>
                  <a:pt x="496" y="563"/>
                </a:cubicBezTo>
                <a:cubicBezTo>
                  <a:pt x="495" y="566"/>
                  <a:pt x="493" y="568"/>
                  <a:pt x="491" y="570"/>
                </a:cubicBezTo>
                <a:cubicBezTo>
                  <a:pt x="491" y="550"/>
                  <a:pt x="491" y="550"/>
                  <a:pt x="491" y="550"/>
                </a:cubicBezTo>
                <a:cubicBezTo>
                  <a:pt x="496" y="558"/>
                  <a:pt x="496" y="558"/>
                  <a:pt x="496" y="558"/>
                </a:cubicBezTo>
                <a:close/>
                <a:moveTo>
                  <a:pt x="496" y="586"/>
                </a:moveTo>
                <a:cubicBezTo>
                  <a:pt x="496" y="593"/>
                  <a:pt x="496" y="593"/>
                  <a:pt x="496" y="593"/>
                </a:cubicBezTo>
                <a:cubicBezTo>
                  <a:pt x="494" y="594"/>
                  <a:pt x="493" y="594"/>
                  <a:pt x="491" y="595"/>
                </a:cubicBezTo>
                <a:cubicBezTo>
                  <a:pt x="491" y="589"/>
                  <a:pt x="491" y="589"/>
                  <a:pt x="491" y="589"/>
                </a:cubicBezTo>
                <a:cubicBezTo>
                  <a:pt x="496" y="586"/>
                  <a:pt x="496" y="586"/>
                  <a:pt x="496" y="586"/>
                </a:cubicBezTo>
                <a:close/>
                <a:moveTo>
                  <a:pt x="496" y="601"/>
                </a:moveTo>
                <a:cubicBezTo>
                  <a:pt x="496" y="608"/>
                  <a:pt x="496" y="608"/>
                  <a:pt x="496" y="608"/>
                </a:cubicBezTo>
                <a:cubicBezTo>
                  <a:pt x="494" y="607"/>
                  <a:pt x="493" y="606"/>
                  <a:pt x="491" y="605"/>
                </a:cubicBezTo>
                <a:cubicBezTo>
                  <a:pt x="491" y="598"/>
                  <a:pt x="491" y="598"/>
                  <a:pt x="491" y="598"/>
                </a:cubicBezTo>
                <a:cubicBezTo>
                  <a:pt x="493" y="599"/>
                  <a:pt x="494" y="600"/>
                  <a:pt x="496" y="601"/>
                </a:cubicBezTo>
                <a:close/>
                <a:moveTo>
                  <a:pt x="496" y="612"/>
                </a:moveTo>
                <a:cubicBezTo>
                  <a:pt x="496" y="618"/>
                  <a:pt x="496" y="618"/>
                  <a:pt x="496" y="618"/>
                </a:cubicBezTo>
                <a:cubicBezTo>
                  <a:pt x="494" y="619"/>
                  <a:pt x="493" y="620"/>
                  <a:pt x="491" y="620"/>
                </a:cubicBezTo>
                <a:cubicBezTo>
                  <a:pt x="491" y="614"/>
                  <a:pt x="491" y="614"/>
                  <a:pt x="491" y="614"/>
                </a:cubicBezTo>
                <a:cubicBezTo>
                  <a:pt x="493" y="613"/>
                  <a:pt x="495" y="613"/>
                  <a:pt x="496" y="612"/>
                </a:cubicBezTo>
                <a:close/>
                <a:moveTo>
                  <a:pt x="496" y="669"/>
                </a:moveTo>
                <a:cubicBezTo>
                  <a:pt x="496" y="681"/>
                  <a:pt x="496" y="681"/>
                  <a:pt x="496" y="681"/>
                </a:cubicBezTo>
                <a:cubicBezTo>
                  <a:pt x="491" y="683"/>
                  <a:pt x="491" y="683"/>
                  <a:pt x="491" y="683"/>
                </a:cubicBezTo>
                <a:cubicBezTo>
                  <a:pt x="491" y="671"/>
                  <a:pt x="491" y="671"/>
                  <a:pt x="491" y="671"/>
                </a:cubicBezTo>
                <a:cubicBezTo>
                  <a:pt x="496" y="669"/>
                  <a:pt x="496" y="669"/>
                  <a:pt x="496" y="669"/>
                </a:cubicBezTo>
                <a:close/>
                <a:moveTo>
                  <a:pt x="496" y="734"/>
                </a:moveTo>
                <a:cubicBezTo>
                  <a:pt x="496" y="743"/>
                  <a:pt x="496" y="743"/>
                  <a:pt x="496" y="743"/>
                </a:cubicBezTo>
                <a:cubicBezTo>
                  <a:pt x="495" y="743"/>
                  <a:pt x="493" y="744"/>
                  <a:pt x="491" y="744"/>
                </a:cubicBezTo>
                <a:cubicBezTo>
                  <a:pt x="493" y="746"/>
                  <a:pt x="495" y="747"/>
                  <a:pt x="496" y="748"/>
                </a:cubicBezTo>
                <a:cubicBezTo>
                  <a:pt x="496" y="760"/>
                  <a:pt x="496" y="760"/>
                  <a:pt x="496" y="760"/>
                </a:cubicBezTo>
                <a:cubicBezTo>
                  <a:pt x="494" y="758"/>
                  <a:pt x="493" y="757"/>
                  <a:pt x="491" y="755"/>
                </a:cubicBezTo>
                <a:cubicBezTo>
                  <a:pt x="491" y="736"/>
                  <a:pt x="491" y="736"/>
                  <a:pt x="491" y="736"/>
                </a:cubicBezTo>
                <a:cubicBezTo>
                  <a:pt x="493" y="736"/>
                  <a:pt x="494" y="735"/>
                  <a:pt x="496" y="734"/>
                </a:cubicBezTo>
                <a:close/>
                <a:moveTo>
                  <a:pt x="491" y="257"/>
                </a:moveTo>
                <a:cubicBezTo>
                  <a:pt x="491" y="245"/>
                  <a:pt x="491" y="245"/>
                  <a:pt x="491" y="245"/>
                </a:cubicBezTo>
                <a:cubicBezTo>
                  <a:pt x="492" y="247"/>
                  <a:pt x="492" y="250"/>
                  <a:pt x="492" y="254"/>
                </a:cubicBezTo>
                <a:cubicBezTo>
                  <a:pt x="492" y="255"/>
                  <a:pt x="491" y="256"/>
                  <a:pt x="491" y="257"/>
                </a:cubicBezTo>
                <a:close/>
                <a:moveTo>
                  <a:pt x="489" y="12"/>
                </a:moveTo>
                <a:cubicBezTo>
                  <a:pt x="490" y="12"/>
                  <a:pt x="490" y="12"/>
                  <a:pt x="491" y="12"/>
                </a:cubicBezTo>
                <a:cubicBezTo>
                  <a:pt x="491" y="20"/>
                  <a:pt x="491" y="20"/>
                  <a:pt x="491" y="20"/>
                </a:cubicBezTo>
                <a:cubicBezTo>
                  <a:pt x="490" y="20"/>
                  <a:pt x="490" y="20"/>
                  <a:pt x="489" y="20"/>
                </a:cubicBezTo>
                <a:cubicBezTo>
                  <a:pt x="489" y="12"/>
                  <a:pt x="489" y="12"/>
                  <a:pt x="489" y="12"/>
                </a:cubicBezTo>
                <a:close/>
                <a:moveTo>
                  <a:pt x="491" y="783"/>
                </a:moveTo>
                <a:cubicBezTo>
                  <a:pt x="489" y="783"/>
                  <a:pt x="489" y="783"/>
                  <a:pt x="489" y="783"/>
                </a:cubicBezTo>
                <a:cubicBezTo>
                  <a:pt x="489" y="774"/>
                  <a:pt x="489" y="774"/>
                  <a:pt x="489" y="774"/>
                </a:cubicBezTo>
                <a:cubicBezTo>
                  <a:pt x="490" y="774"/>
                  <a:pt x="490" y="774"/>
                  <a:pt x="491" y="774"/>
                </a:cubicBezTo>
                <a:cubicBezTo>
                  <a:pt x="491" y="783"/>
                  <a:pt x="491" y="783"/>
                  <a:pt x="491" y="783"/>
                </a:cubicBezTo>
                <a:close/>
                <a:moveTo>
                  <a:pt x="491" y="29"/>
                </a:moveTo>
                <a:cubicBezTo>
                  <a:pt x="491" y="57"/>
                  <a:pt x="491" y="57"/>
                  <a:pt x="491" y="57"/>
                </a:cubicBezTo>
                <a:cubicBezTo>
                  <a:pt x="489" y="57"/>
                  <a:pt x="489" y="57"/>
                  <a:pt x="489" y="57"/>
                </a:cubicBezTo>
                <a:cubicBezTo>
                  <a:pt x="489" y="24"/>
                  <a:pt x="489" y="24"/>
                  <a:pt x="489" y="24"/>
                </a:cubicBezTo>
                <a:cubicBezTo>
                  <a:pt x="490" y="26"/>
                  <a:pt x="490" y="27"/>
                  <a:pt x="491" y="29"/>
                </a:cubicBezTo>
                <a:close/>
                <a:moveTo>
                  <a:pt x="491" y="81"/>
                </a:moveTo>
                <a:cubicBezTo>
                  <a:pt x="491" y="122"/>
                  <a:pt x="491" y="122"/>
                  <a:pt x="491" y="122"/>
                </a:cubicBezTo>
                <a:cubicBezTo>
                  <a:pt x="490" y="122"/>
                  <a:pt x="490" y="122"/>
                  <a:pt x="489" y="122"/>
                </a:cubicBezTo>
                <a:cubicBezTo>
                  <a:pt x="489" y="75"/>
                  <a:pt x="489" y="75"/>
                  <a:pt x="489" y="75"/>
                </a:cubicBezTo>
                <a:cubicBezTo>
                  <a:pt x="490" y="76"/>
                  <a:pt x="490" y="77"/>
                  <a:pt x="491" y="81"/>
                </a:cubicBezTo>
                <a:close/>
                <a:moveTo>
                  <a:pt x="491" y="125"/>
                </a:moveTo>
                <a:cubicBezTo>
                  <a:pt x="491" y="141"/>
                  <a:pt x="491" y="141"/>
                  <a:pt x="491" y="141"/>
                </a:cubicBezTo>
                <a:cubicBezTo>
                  <a:pt x="490" y="141"/>
                  <a:pt x="490" y="141"/>
                  <a:pt x="489" y="141"/>
                </a:cubicBezTo>
                <a:cubicBezTo>
                  <a:pt x="489" y="125"/>
                  <a:pt x="489" y="125"/>
                  <a:pt x="489" y="125"/>
                </a:cubicBezTo>
                <a:cubicBezTo>
                  <a:pt x="491" y="125"/>
                  <a:pt x="491" y="125"/>
                  <a:pt x="491" y="125"/>
                </a:cubicBezTo>
                <a:close/>
                <a:moveTo>
                  <a:pt x="491" y="184"/>
                </a:moveTo>
                <a:cubicBezTo>
                  <a:pt x="491" y="190"/>
                  <a:pt x="491" y="190"/>
                  <a:pt x="491" y="190"/>
                </a:cubicBezTo>
                <a:cubicBezTo>
                  <a:pt x="491" y="190"/>
                  <a:pt x="490" y="190"/>
                  <a:pt x="490" y="190"/>
                </a:cubicBezTo>
                <a:cubicBezTo>
                  <a:pt x="490" y="192"/>
                  <a:pt x="491" y="193"/>
                  <a:pt x="491" y="195"/>
                </a:cubicBezTo>
                <a:cubicBezTo>
                  <a:pt x="491" y="213"/>
                  <a:pt x="491" y="213"/>
                  <a:pt x="491" y="213"/>
                </a:cubicBezTo>
                <a:cubicBezTo>
                  <a:pt x="490" y="213"/>
                  <a:pt x="490" y="213"/>
                  <a:pt x="489" y="213"/>
                </a:cubicBezTo>
                <a:cubicBezTo>
                  <a:pt x="489" y="183"/>
                  <a:pt x="489" y="183"/>
                  <a:pt x="489" y="183"/>
                </a:cubicBezTo>
                <a:cubicBezTo>
                  <a:pt x="490" y="184"/>
                  <a:pt x="490" y="184"/>
                  <a:pt x="491" y="184"/>
                </a:cubicBezTo>
                <a:close/>
                <a:moveTo>
                  <a:pt x="491" y="245"/>
                </a:moveTo>
                <a:cubicBezTo>
                  <a:pt x="491" y="257"/>
                  <a:pt x="491" y="257"/>
                  <a:pt x="491" y="257"/>
                </a:cubicBezTo>
                <a:cubicBezTo>
                  <a:pt x="490" y="259"/>
                  <a:pt x="490" y="261"/>
                  <a:pt x="489" y="263"/>
                </a:cubicBezTo>
                <a:cubicBezTo>
                  <a:pt x="489" y="241"/>
                  <a:pt x="489" y="241"/>
                  <a:pt x="489" y="241"/>
                </a:cubicBezTo>
                <a:cubicBezTo>
                  <a:pt x="490" y="242"/>
                  <a:pt x="490" y="244"/>
                  <a:pt x="491" y="245"/>
                </a:cubicBezTo>
                <a:close/>
                <a:moveTo>
                  <a:pt x="491" y="291"/>
                </a:moveTo>
                <a:cubicBezTo>
                  <a:pt x="491" y="294"/>
                  <a:pt x="491" y="294"/>
                  <a:pt x="491" y="294"/>
                </a:cubicBezTo>
                <a:cubicBezTo>
                  <a:pt x="491" y="295"/>
                  <a:pt x="491" y="295"/>
                  <a:pt x="491" y="295"/>
                </a:cubicBezTo>
                <a:cubicBezTo>
                  <a:pt x="491" y="296"/>
                  <a:pt x="491" y="296"/>
                  <a:pt x="491" y="296"/>
                </a:cubicBezTo>
                <a:cubicBezTo>
                  <a:pt x="491" y="302"/>
                  <a:pt x="491" y="302"/>
                  <a:pt x="491" y="302"/>
                </a:cubicBezTo>
                <a:cubicBezTo>
                  <a:pt x="490" y="302"/>
                  <a:pt x="490" y="301"/>
                  <a:pt x="489" y="301"/>
                </a:cubicBezTo>
                <a:cubicBezTo>
                  <a:pt x="489" y="293"/>
                  <a:pt x="489" y="293"/>
                  <a:pt x="489" y="293"/>
                </a:cubicBezTo>
                <a:cubicBezTo>
                  <a:pt x="490" y="292"/>
                  <a:pt x="490" y="292"/>
                  <a:pt x="491" y="291"/>
                </a:cubicBezTo>
                <a:close/>
                <a:moveTo>
                  <a:pt x="491" y="312"/>
                </a:moveTo>
                <a:cubicBezTo>
                  <a:pt x="491" y="316"/>
                  <a:pt x="491" y="316"/>
                  <a:pt x="491" y="316"/>
                </a:cubicBezTo>
                <a:cubicBezTo>
                  <a:pt x="489" y="315"/>
                  <a:pt x="489" y="315"/>
                  <a:pt x="489" y="315"/>
                </a:cubicBezTo>
                <a:cubicBezTo>
                  <a:pt x="489" y="311"/>
                  <a:pt x="489" y="311"/>
                  <a:pt x="489" y="311"/>
                </a:cubicBezTo>
                <a:cubicBezTo>
                  <a:pt x="491" y="312"/>
                  <a:pt x="491" y="312"/>
                  <a:pt x="491" y="312"/>
                </a:cubicBezTo>
                <a:close/>
                <a:moveTo>
                  <a:pt x="491" y="320"/>
                </a:moveTo>
                <a:cubicBezTo>
                  <a:pt x="491" y="324"/>
                  <a:pt x="491" y="324"/>
                  <a:pt x="491" y="324"/>
                </a:cubicBezTo>
                <a:cubicBezTo>
                  <a:pt x="490" y="325"/>
                  <a:pt x="490" y="325"/>
                  <a:pt x="489" y="326"/>
                </a:cubicBezTo>
                <a:cubicBezTo>
                  <a:pt x="489" y="321"/>
                  <a:pt x="489" y="321"/>
                  <a:pt x="489" y="321"/>
                </a:cubicBezTo>
                <a:cubicBezTo>
                  <a:pt x="490" y="321"/>
                  <a:pt x="490" y="320"/>
                  <a:pt x="491" y="320"/>
                </a:cubicBezTo>
                <a:close/>
                <a:moveTo>
                  <a:pt x="491" y="347"/>
                </a:moveTo>
                <a:cubicBezTo>
                  <a:pt x="491" y="367"/>
                  <a:pt x="491" y="367"/>
                  <a:pt x="491" y="367"/>
                </a:cubicBezTo>
                <a:cubicBezTo>
                  <a:pt x="490" y="368"/>
                  <a:pt x="490" y="369"/>
                  <a:pt x="489" y="370"/>
                </a:cubicBezTo>
                <a:cubicBezTo>
                  <a:pt x="489" y="363"/>
                  <a:pt x="489" y="363"/>
                  <a:pt x="489" y="363"/>
                </a:cubicBezTo>
                <a:cubicBezTo>
                  <a:pt x="491" y="362"/>
                  <a:pt x="491" y="362"/>
                  <a:pt x="491" y="362"/>
                </a:cubicBezTo>
                <a:cubicBezTo>
                  <a:pt x="490" y="358"/>
                  <a:pt x="490" y="355"/>
                  <a:pt x="490" y="352"/>
                </a:cubicBezTo>
                <a:cubicBezTo>
                  <a:pt x="490" y="352"/>
                  <a:pt x="490" y="352"/>
                  <a:pt x="489" y="353"/>
                </a:cubicBezTo>
                <a:cubicBezTo>
                  <a:pt x="489" y="344"/>
                  <a:pt x="489" y="344"/>
                  <a:pt x="489" y="344"/>
                </a:cubicBezTo>
                <a:cubicBezTo>
                  <a:pt x="490" y="345"/>
                  <a:pt x="490" y="346"/>
                  <a:pt x="491" y="347"/>
                </a:cubicBezTo>
                <a:close/>
                <a:moveTo>
                  <a:pt x="491" y="378"/>
                </a:moveTo>
                <a:cubicBezTo>
                  <a:pt x="491" y="384"/>
                  <a:pt x="491" y="384"/>
                  <a:pt x="491" y="384"/>
                </a:cubicBezTo>
                <a:cubicBezTo>
                  <a:pt x="490" y="386"/>
                  <a:pt x="490" y="388"/>
                  <a:pt x="490" y="391"/>
                </a:cubicBezTo>
                <a:cubicBezTo>
                  <a:pt x="490" y="391"/>
                  <a:pt x="491" y="391"/>
                  <a:pt x="491" y="391"/>
                </a:cubicBezTo>
                <a:cubicBezTo>
                  <a:pt x="491" y="399"/>
                  <a:pt x="491" y="399"/>
                  <a:pt x="491" y="399"/>
                </a:cubicBezTo>
                <a:cubicBezTo>
                  <a:pt x="490" y="401"/>
                  <a:pt x="490" y="402"/>
                  <a:pt x="490" y="404"/>
                </a:cubicBezTo>
                <a:cubicBezTo>
                  <a:pt x="491" y="404"/>
                  <a:pt x="491" y="404"/>
                  <a:pt x="491" y="404"/>
                </a:cubicBezTo>
                <a:cubicBezTo>
                  <a:pt x="491" y="408"/>
                  <a:pt x="491" y="408"/>
                  <a:pt x="491" y="408"/>
                </a:cubicBezTo>
                <a:cubicBezTo>
                  <a:pt x="491" y="409"/>
                  <a:pt x="491" y="409"/>
                  <a:pt x="491" y="409"/>
                </a:cubicBezTo>
                <a:cubicBezTo>
                  <a:pt x="490" y="411"/>
                  <a:pt x="490" y="413"/>
                  <a:pt x="490" y="415"/>
                </a:cubicBezTo>
                <a:cubicBezTo>
                  <a:pt x="491" y="414"/>
                  <a:pt x="491" y="414"/>
                  <a:pt x="491" y="414"/>
                </a:cubicBezTo>
                <a:cubicBezTo>
                  <a:pt x="491" y="420"/>
                  <a:pt x="491" y="420"/>
                  <a:pt x="491" y="420"/>
                </a:cubicBezTo>
                <a:cubicBezTo>
                  <a:pt x="490" y="420"/>
                  <a:pt x="490" y="420"/>
                  <a:pt x="490" y="420"/>
                </a:cubicBezTo>
                <a:cubicBezTo>
                  <a:pt x="489" y="422"/>
                  <a:pt x="489" y="422"/>
                  <a:pt x="489" y="422"/>
                </a:cubicBezTo>
                <a:cubicBezTo>
                  <a:pt x="489" y="379"/>
                  <a:pt x="489" y="379"/>
                  <a:pt x="489" y="379"/>
                </a:cubicBezTo>
                <a:cubicBezTo>
                  <a:pt x="491" y="378"/>
                  <a:pt x="491" y="378"/>
                  <a:pt x="491" y="378"/>
                </a:cubicBezTo>
                <a:close/>
                <a:moveTo>
                  <a:pt x="491" y="425"/>
                </a:moveTo>
                <a:cubicBezTo>
                  <a:pt x="491" y="430"/>
                  <a:pt x="491" y="430"/>
                  <a:pt x="491" y="430"/>
                </a:cubicBezTo>
                <a:cubicBezTo>
                  <a:pt x="490" y="430"/>
                  <a:pt x="490" y="431"/>
                  <a:pt x="489" y="431"/>
                </a:cubicBezTo>
                <a:cubicBezTo>
                  <a:pt x="489" y="426"/>
                  <a:pt x="489" y="426"/>
                  <a:pt x="489" y="426"/>
                </a:cubicBezTo>
                <a:cubicBezTo>
                  <a:pt x="490" y="426"/>
                  <a:pt x="490" y="426"/>
                  <a:pt x="491" y="425"/>
                </a:cubicBezTo>
                <a:close/>
                <a:moveTo>
                  <a:pt x="491" y="437"/>
                </a:moveTo>
                <a:cubicBezTo>
                  <a:pt x="491" y="441"/>
                  <a:pt x="491" y="441"/>
                  <a:pt x="491" y="441"/>
                </a:cubicBezTo>
                <a:cubicBezTo>
                  <a:pt x="490" y="441"/>
                  <a:pt x="490" y="441"/>
                  <a:pt x="489" y="442"/>
                </a:cubicBezTo>
                <a:cubicBezTo>
                  <a:pt x="489" y="437"/>
                  <a:pt x="489" y="437"/>
                  <a:pt x="489" y="437"/>
                </a:cubicBezTo>
                <a:cubicBezTo>
                  <a:pt x="491" y="437"/>
                  <a:pt x="491" y="437"/>
                  <a:pt x="491" y="437"/>
                </a:cubicBezTo>
                <a:close/>
                <a:moveTo>
                  <a:pt x="491" y="446"/>
                </a:moveTo>
                <a:cubicBezTo>
                  <a:pt x="491" y="456"/>
                  <a:pt x="491" y="456"/>
                  <a:pt x="491" y="456"/>
                </a:cubicBezTo>
                <a:cubicBezTo>
                  <a:pt x="490" y="457"/>
                  <a:pt x="490" y="458"/>
                  <a:pt x="489" y="459"/>
                </a:cubicBezTo>
                <a:cubicBezTo>
                  <a:pt x="489" y="447"/>
                  <a:pt x="489" y="447"/>
                  <a:pt x="489" y="447"/>
                </a:cubicBezTo>
                <a:cubicBezTo>
                  <a:pt x="490" y="447"/>
                  <a:pt x="490" y="447"/>
                  <a:pt x="491" y="446"/>
                </a:cubicBezTo>
                <a:close/>
                <a:moveTo>
                  <a:pt x="491" y="478"/>
                </a:moveTo>
                <a:cubicBezTo>
                  <a:pt x="491" y="489"/>
                  <a:pt x="491" y="489"/>
                  <a:pt x="491" y="489"/>
                </a:cubicBezTo>
                <a:cubicBezTo>
                  <a:pt x="489" y="493"/>
                  <a:pt x="489" y="493"/>
                  <a:pt x="489" y="493"/>
                </a:cubicBezTo>
                <a:cubicBezTo>
                  <a:pt x="489" y="476"/>
                  <a:pt x="489" y="476"/>
                  <a:pt x="489" y="476"/>
                </a:cubicBezTo>
                <a:cubicBezTo>
                  <a:pt x="491" y="478"/>
                  <a:pt x="491" y="478"/>
                  <a:pt x="491" y="478"/>
                </a:cubicBezTo>
                <a:close/>
                <a:moveTo>
                  <a:pt x="491" y="505"/>
                </a:moveTo>
                <a:cubicBezTo>
                  <a:pt x="491" y="514"/>
                  <a:pt x="491" y="514"/>
                  <a:pt x="491" y="514"/>
                </a:cubicBezTo>
                <a:cubicBezTo>
                  <a:pt x="489" y="512"/>
                  <a:pt x="489" y="512"/>
                  <a:pt x="489" y="512"/>
                </a:cubicBezTo>
                <a:cubicBezTo>
                  <a:pt x="489" y="507"/>
                  <a:pt x="489" y="507"/>
                  <a:pt x="489" y="507"/>
                </a:cubicBezTo>
                <a:cubicBezTo>
                  <a:pt x="490" y="506"/>
                  <a:pt x="490" y="506"/>
                  <a:pt x="491" y="505"/>
                </a:cubicBezTo>
                <a:close/>
                <a:moveTo>
                  <a:pt x="491" y="550"/>
                </a:moveTo>
                <a:cubicBezTo>
                  <a:pt x="491" y="570"/>
                  <a:pt x="491" y="570"/>
                  <a:pt x="491" y="570"/>
                </a:cubicBezTo>
                <a:cubicBezTo>
                  <a:pt x="490" y="570"/>
                  <a:pt x="490" y="571"/>
                  <a:pt x="489" y="571"/>
                </a:cubicBezTo>
                <a:cubicBezTo>
                  <a:pt x="489" y="547"/>
                  <a:pt x="489" y="547"/>
                  <a:pt x="489" y="547"/>
                </a:cubicBezTo>
                <a:cubicBezTo>
                  <a:pt x="491" y="550"/>
                  <a:pt x="491" y="550"/>
                  <a:pt x="491" y="550"/>
                </a:cubicBezTo>
                <a:close/>
                <a:moveTo>
                  <a:pt x="491" y="589"/>
                </a:moveTo>
                <a:cubicBezTo>
                  <a:pt x="491" y="595"/>
                  <a:pt x="491" y="595"/>
                  <a:pt x="491" y="595"/>
                </a:cubicBezTo>
                <a:cubicBezTo>
                  <a:pt x="490" y="596"/>
                  <a:pt x="490" y="596"/>
                  <a:pt x="489" y="596"/>
                </a:cubicBezTo>
                <a:cubicBezTo>
                  <a:pt x="489" y="590"/>
                  <a:pt x="489" y="590"/>
                  <a:pt x="489" y="590"/>
                </a:cubicBezTo>
                <a:cubicBezTo>
                  <a:pt x="491" y="589"/>
                  <a:pt x="491" y="589"/>
                  <a:pt x="491" y="589"/>
                </a:cubicBezTo>
                <a:close/>
                <a:moveTo>
                  <a:pt x="491" y="598"/>
                </a:moveTo>
                <a:cubicBezTo>
                  <a:pt x="491" y="605"/>
                  <a:pt x="491" y="605"/>
                  <a:pt x="491" y="605"/>
                </a:cubicBezTo>
                <a:cubicBezTo>
                  <a:pt x="490" y="604"/>
                  <a:pt x="490" y="604"/>
                  <a:pt x="489" y="604"/>
                </a:cubicBezTo>
                <a:cubicBezTo>
                  <a:pt x="489" y="597"/>
                  <a:pt x="489" y="597"/>
                  <a:pt x="489" y="597"/>
                </a:cubicBezTo>
                <a:cubicBezTo>
                  <a:pt x="491" y="598"/>
                  <a:pt x="491" y="598"/>
                  <a:pt x="491" y="598"/>
                </a:cubicBezTo>
                <a:close/>
                <a:moveTo>
                  <a:pt x="491" y="614"/>
                </a:moveTo>
                <a:cubicBezTo>
                  <a:pt x="491" y="620"/>
                  <a:pt x="491" y="620"/>
                  <a:pt x="491" y="620"/>
                </a:cubicBezTo>
                <a:cubicBezTo>
                  <a:pt x="490" y="621"/>
                  <a:pt x="490" y="621"/>
                  <a:pt x="489" y="621"/>
                </a:cubicBezTo>
                <a:cubicBezTo>
                  <a:pt x="489" y="614"/>
                  <a:pt x="489" y="614"/>
                  <a:pt x="489" y="614"/>
                </a:cubicBezTo>
                <a:cubicBezTo>
                  <a:pt x="491" y="614"/>
                  <a:pt x="491" y="614"/>
                  <a:pt x="491" y="614"/>
                </a:cubicBezTo>
                <a:close/>
                <a:moveTo>
                  <a:pt x="491" y="671"/>
                </a:moveTo>
                <a:cubicBezTo>
                  <a:pt x="491" y="683"/>
                  <a:pt x="491" y="683"/>
                  <a:pt x="491" y="683"/>
                </a:cubicBezTo>
                <a:cubicBezTo>
                  <a:pt x="489" y="684"/>
                  <a:pt x="489" y="684"/>
                  <a:pt x="489" y="684"/>
                </a:cubicBezTo>
                <a:cubicBezTo>
                  <a:pt x="489" y="671"/>
                  <a:pt x="489" y="671"/>
                  <a:pt x="489" y="671"/>
                </a:cubicBezTo>
                <a:cubicBezTo>
                  <a:pt x="491" y="671"/>
                  <a:pt x="491" y="671"/>
                  <a:pt x="491" y="671"/>
                </a:cubicBezTo>
                <a:close/>
                <a:moveTo>
                  <a:pt x="491" y="736"/>
                </a:moveTo>
                <a:cubicBezTo>
                  <a:pt x="491" y="755"/>
                  <a:pt x="491" y="755"/>
                  <a:pt x="491" y="755"/>
                </a:cubicBezTo>
                <a:cubicBezTo>
                  <a:pt x="490" y="755"/>
                  <a:pt x="490" y="754"/>
                  <a:pt x="489" y="754"/>
                </a:cubicBezTo>
                <a:cubicBezTo>
                  <a:pt x="489" y="737"/>
                  <a:pt x="489" y="737"/>
                  <a:pt x="489" y="737"/>
                </a:cubicBezTo>
                <a:cubicBezTo>
                  <a:pt x="490" y="737"/>
                  <a:pt x="490" y="737"/>
                  <a:pt x="491" y="736"/>
                </a:cubicBezTo>
                <a:close/>
                <a:moveTo>
                  <a:pt x="489" y="146"/>
                </a:moveTo>
                <a:cubicBezTo>
                  <a:pt x="489" y="142"/>
                  <a:pt x="489" y="142"/>
                  <a:pt x="489" y="142"/>
                </a:cubicBezTo>
                <a:cubicBezTo>
                  <a:pt x="489" y="142"/>
                  <a:pt x="489" y="142"/>
                  <a:pt x="489" y="142"/>
                </a:cubicBezTo>
                <a:cubicBezTo>
                  <a:pt x="489" y="144"/>
                  <a:pt x="490" y="145"/>
                  <a:pt x="489" y="146"/>
                </a:cubicBezTo>
                <a:close/>
                <a:moveTo>
                  <a:pt x="486" y="12"/>
                </a:moveTo>
                <a:cubicBezTo>
                  <a:pt x="487" y="12"/>
                  <a:pt x="488" y="12"/>
                  <a:pt x="489" y="12"/>
                </a:cubicBezTo>
                <a:cubicBezTo>
                  <a:pt x="489" y="20"/>
                  <a:pt x="489" y="20"/>
                  <a:pt x="489" y="20"/>
                </a:cubicBezTo>
                <a:cubicBezTo>
                  <a:pt x="488" y="20"/>
                  <a:pt x="488" y="20"/>
                  <a:pt x="488" y="20"/>
                </a:cubicBezTo>
                <a:cubicBezTo>
                  <a:pt x="488" y="21"/>
                  <a:pt x="489" y="23"/>
                  <a:pt x="489" y="24"/>
                </a:cubicBezTo>
                <a:cubicBezTo>
                  <a:pt x="489" y="57"/>
                  <a:pt x="489" y="57"/>
                  <a:pt x="489" y="57"/>
                </a:cubicBezTo>
                <a:cubicBezTo>
                  <a:pt x="488" y="57"/>
                  <a:pt x="487" y="57"/>
                  <a:pt x="486" y="57"/>
                </a:cubicBezTo>
                <a:cubicBezTo>
                  <a:pt x="486" y="50"/>
                  <a:pt x="486" y="50"/>
                  <a:pt x="486" y="50"/>
                </a:cubicBezTo>
                <a:cubicBezTo>
                  <a:pt x="488" y="50"/>
                  <a:pt x="488" y="50"/>
                  <a:pt x="488" y="50"/>
                </a:cubicBezTo>
                <a:cubicBezTo>
                  <a:pt x="487" y="48"/>
                  <a:pt x="487" y="46"/>
                  <a:pt x="486" y="45"/>
                </a:cubicBezTo>
                <a:cubicBezTo>
                  <a:pt x="486" y="12"/>
                  <a:pt x="486" y="12"/>
                  <a:pt x="486" y="12"/>
                </a:cubicBezTo>
                <a:close/>
                <a:moveTo>
                  <a:pt x="489" y="783"/>
                </a:moveTo>
                <a:cubicBezTo>
                  <a:pt x="488" y="783"/>
                  <a:pt x="487" y="783"/>
                  <a:pt x="486" y="783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8" y="774"/>
                  <a:pt x="488" y="774"/>
                  <a:pt x="489" y="774"/>
                </a:cubicBezTo>
                <a:cubicBezTo>
                  <a:pt x="489" y="783"/>
                  <a:pt x="489" y="783"/>
                  <a:pt x="489" y="783"/>
                </a:cubicBezTo>
                <a:close/>
                <a:moveTo>
                  <a:pt x="489" y="75"/>
                </a:moveTo>
                <a:cubicBezTo>
                  <a:pt x="489" y="122"/>
                  <a:pt x="489" y="122"/>
                  <a:pt x="489" y="122"/>
                </a:cubicBezTo>
                <a:cubicBezTo>
                  <a:pt x="488" y="121"/>
                  <a:pt x="488" y="121"/>
                  <a:pt x="486" y="121"/>
                </a:cubicBezTo>
                <a:cubicBezTo>
                  <a:pt x="486" y="75"/>
                  <a:pt x="486" y="75"/>
                  <a:pt x="486" y="75"/>
                </a:cubicBezTo>
                <a:cubicBezTo>
                  <a:pt x="489" y="75"/>
                  <a:pt x="489" y="75"/>
                  <a:pt x="489" y="75"/>
                </a:cubicBezTo>
                <a:cubicBezTo>
                  <a:pt x="489" y="75"/>
                  <a:pt x="489" y="75"/>
                  <a:pt x="489" y="75"/>
                </a:cubicBezTo>
                <a:close/>
                <a:moveTo>
                  <a:pt x="489" y="125"/>
                </a:moveTo>
                <a:cubicBezTo>
                  <a:pt x="489" y="141"/>
                  <a:pt x="489" y="141"/>
                  <a:pt x="489" y="141"/>
                </a:cubicBezTo>
                <a:cubicBezTo>
                  <a:pt x="488" y="140"/>
                  <a:pt x="487" y="140"/>
                  <a:pt x="486" y="140"/>
                </a:cubicBezTo>
                <a:cubicBezTo>
                  <a:pt x="486" y="125"/>
                  <a:pt x="486" y="125"/>
                  <a:pt x="486" y="125"/>
                </a:cubicBezTo>
                <a:cubicBezTo>
                  <a:pt x="487" y="125"/>
                  <a:pt x="488" y="125"/>
                  <a:pt x="489" y="125"/>
                </a:cubicBezTo>
                <a:close/>
                <a:moveTo>
                  <a:pt x="489" y="142"/>
                </a:moveTo>
                <a:cubicBezTo>
                  <a:pt x="489" y="146"/>
                  <a:pt x="489" y="146"/>
                  <a:pt x="489" y="146"/>
                </a:cubicBezTo>
                <a:cubicBezTo>
                  <a:pt x="489" y="146"/>
                  <a:pt x="489" y="147"/>
                  <a:pt x="488" y="148"/>
                </a:cubicBezTo>
                <a:cubicBezTo>
                  <a:pt x="486" y="148"/>
                  <a:pt x="486" y="148"/>
                  <a:pt x="486" y="148"/>
                </a:cubicBezTo>
                <a:cubicBezTo>
                  <a:pt x="486" y="141"/>
                  <a:pt x="486" y="141"/>
                  <a:pt x="486" y="141"/>
                </a:cubicBezTo>
                <a:cubicBezTo>
                  <a:pt x="488" y="141"/>
                  <a:pt x="488" y="142"/>
                  <a:pt x="489" y="142"/>
                </a:cubicBezTo>
                <a:close/>
                <a:moveTo>
                  <a:pt x="489" y="183"/>
                </a:moveTo>
                <a:cubicBezTo>
                  <a:pt x="489" y="213"/>
                  <a:pt x="489" y="213"/>
                  <a:pt x="489" y="213"/>
                </a:cubicBezTo>
                <a:cubicBezTo>
                  <a:pt x="488" y="213"/>
                  <a:pt x="487" y="212"/>
                  <a:pt x="486" y="212"/>
                </a:cubicBezTo>
                <a:cubicBezTo>
                  <a:pt x="486" y="182"/>
                  <a:pt x="486" y="182"/>
                  <a:pt x="486" y="182"/>
                </a:cubicBezTo>
                <a:cubicBezTo>
                  <a:pt x="487" y="183"/>
                  <a:pt x="488" y="183"/>
                  <a:pt x="489" y="183"/>
                </a:cubicBezTo>
                <a:close/>
                <a:moveTo>
                  <a:pt x="489" y="241"/>
                </a:moveTo>
                <a:cubicBezTo>
                  <a:pt x="489" y="263"/>
                  <a:pt x="489" y="263"/>
                  <a:pt x="489" y="263"/>
                </a:cubicBezTo>
                <a:cubicBezTo>
                  <a:pt x="489" y="264"/>
                  <a:pt x="489" y="264"/>
                  <a:pt x="489" y="264"/>
                </a:cubicBezTo>
                <a:cubicBezTo>
                  <a:pt x="488" y="264"/>
                  <a:pt x="487" y="265"/>
                  <a:pt x="486" y="266"/>
                </a:cubicBezTo>
                <a:cubicBezTo>
                  <a:pt x="486" y="237"/>
                  <a:pt x="486" y="237"/>
                  <a:pt x="486" y="237"/>
                </a:cubicBezTo>
                <a:cubicBezTo>
                  <a:pt x="488" y="238"/>
                  <a:pt x="488" y="240"/>
                  <a:pt x="489" y="241"/>
                </a:cubicBezTo>
                <a:close/>
                <a:moveTo>
                  <a:pt x="489" y="293"/>
                </a:moveTo>
                <a:cubicBezTo>
                  <a:pt x="489" y="301"/>
                  <a:pt x="489" y="301"/>
                  <a:pt x="489" y="301"/>
                </a:cubicBezTo>
                <a:cubicBezTo>
                  <a:pt x="488" y="301"/>
                  <a:pt x="488" y="301"/>
                  <a:pt x="486" y="301"/>
                </a:cubicBezTo>
                <a:cubicBezTo>
                  <a:pt x="486" y="295"/>
                  <a:pt x="486" y="295"/>
                  <a:pt x="486" y="295"/>
                </a:cubicBezTo>
                <a:cubicBezTo>
                  <a:pt x="488" y="294"/>
                  <a:pt x="488" y="294"/>
                  <a:pt x="489" y="293"/>
                </a:cubicBezTo>
                <a:close/>
                <a:moveTo>
                  <a:pt x="489" y="311"/>
                </a:moveTo>
                <a:cubicBezTo>
                  <a:pt x="489" y="315"/>
                  <a:pt x="489" y="315"/>
                  <a:pt x="489" y="315"/>
                </a:cubicBezTo>
                <a:cubicBezTo>
                  <a:pt x="488" y="314"/>
                  <a:pt x="487" y="314"/>
                  <a:pt x="486" y="313"/>
                </a:cubicBezTo>
                <a:cubicBezTo>
                  <a:pt x="486" y="309"/>
                  <a:pt x="486" y="309"/>
                  <a:pt x="486" y="309"/>
                </a:cubicBezTo>
                <a:cubicBezTo>
                  <a:pt x="489" y="311"/>
                  <a:pt x="489" y="311"/>
                  <a:pt x="489" y="311"/>
                </a:cubicBezTo>
                <a:close/>
                <a:moveTo>
                  <a:pt x="489" y="321"/>
                </a:moveTo>
                <a:cubicBezTo>
                  <a:pt x="489" y="326"/>
                  <a:pt x="489" y="326"/>
                  <a:pt x="489" y="326"/>
                </a:cubicBezTo>
                <a:cubicBezTo>
                  <a:pt x="488" y="327"/>
                  <a:pt x="487" y="328"/>
                  <a:pt x="486" y="329"/>
                </a:cubicBezTo>
                <a:cubicBezTo>
                  <a:pt x="486" y="322"/>
                  <a:pt x="486" y="322"/>
                  <a:pt x="486" y="322"/>
                </a:cubicBezTo>
                <a:cubicBezTo>
                  <a:pt x="488" y="322"/>
                  <a:pt x="488" y="321"/>
                  <a:pt x="489" y="321"/>
                </a:cubicBezTo>
                <a:close/>
                <a:moveTo>
                  <a:pt x="489" y="344"/>
                </a:moveTo>
                <a:cubicBezTo>
                  <a:pt x="489" y="353"/>
                  <a:pt x="489" y="353"/>
                  <a:pt x="489" y="353"/>
                </a:cubicBezTo>
                <a:cubicBezTo>
                  <a:pt x="488" y="353"/>
                  <a:pt x="487" y="354"/>
                  <a:pt x="486" y="354"/>
                </a:cubicBezTo>
                <a:cubicBezTo>
                  <a:pt x="486" y="340"/>
                  <a:pt x="486" y="340"/>
                  <a:pt x="486" y="340"/>
                </a:cubicBezTo>
                <a:cubicBezTo>
                  <a:pt x="488" y="341"/>
                  <a:pt x="488" y="343"/>
                  <a:pt x="489" y="344"/>
                </a:cubicBezTo>
                <a:close/>
                <a:moveTo>
                  <a:pt x="489" y="363"/>
                </a:moveTo>
                <a:cubicBezTo>
                  <a:pt x="489" y="370"/>
                  <a:pt x="489" y="370"/>
                  <a:pt x="489" y="370"/>
                </a:cubicBezTo>
                <a:cubicBezTo>
                  <a:pt x="488" y="372"/>
                  <a:pt x="488" y="375"/>
                  <a:pt x="488" y="381"/>
                </a:cubicBezTo>
                <a:cubicBezTo>
                  <a:pt x="489" y="379"/>
                  <a:pt x="489" y="379"/>
                  <a:pt x="489" y="379"/>
                </a:cubicBezTo>
                <a:cubicBezTo>
                  <a:pt x="489" y="422"/>
                  <a:pt x="489" y="422"/>
                  <a:pt x="489" y="422"/>
                </a:cubicBezTo>
                <a:cubicBezTo>
                  <a:pt x="489" y="423"/>
                  <a:pt x="488" y="425"/>
                  <a:pt x="488" y="426"/>
                </a:cubicBezTo>
                <a:cubicBezTo>
                  <a:pt x="488" y="426"/>
                  <a:pt x="489" y="426"/>
                  <a:pt x="489" y="426"/>
                </a:cubicBezTo>
                <a:cubicBezTo>
                  <a:pt x="489" y="431"/>
                  <a:pt x="489" y="431"/>
                  <a:pt x="489" y="431"/>
                </a:cubicBezTo>
                <a:cubicBezTo>
                  <a:pt x="488" y="432"/>
                  <a:pt x="487" y="432"/>
                  <a:pt x="486" y="433"/>
                </a:cubicBezTo>
                <a:cubicBezTo>
                  <a:pt x="486" y="366"/>
                  <a:pt x="486" y="366"/>
                  <a:pt x="486" y="366"/>
                </a:cubicBezTo>
                <a:cubicBezTo>
                  <a:pt x="487" y="365"/>
                  <a:pt x="488" y="364"/>
                  <a:pt x="489" y="363"/>
                </a:cubicBezTo>
                <a:close/>
                <a:moveTo>
                  <a:pt x="489" y="437"/>
                </a:moveTo>
                <a:cubicBezTo>
                  <a:pt x="489" y="442"/>
                  <a:pt x="489" y="442"/>
                  <a:pt x="489" y="442"/>
                </a:cubicBezTo>
                <a:cubicBezTo>
                  <a:pt x="488" y="442"/>
                  <a:pt x="488" y="442"/>
                  <a:pt x="486" y="442"/>
                </a:cubicBezTo>
                <a:cubicBezTo>
                  <a:pt x="486" y="438"/>
                  <a:pt x="486" y="438"/>
                  <a:pt x="486" y="438"/>
                </a:cubicBezTo>
                <a:cubicBezTo>
                  <a:pt x="489" y="437"/>
                  <a:pt x="489" y="437"/>
                  <a:pt x="489" y="437"/>
                </a:cubicBezTo>
                <a:close/>
                <a:moveTo>
                  <a:pt x="489" y="447"/>
                </a:moveTo>
                <a:cubicBezTo>
                  <a:pt x="489" y="459"/>
                  <a:pt x="489" y="459"/>
                  <a:pt x="489" y="459"/>
                </a:cubicBezTo>
                <a:cubicBezTo>
                  <a:pt x="488" y="460"/>
                  <a:pt x="488" y="462"/>
                  <a:pt x="486" y="463"/>
                </a:cubicBezTo>
                <a:cubicBezTo>
                  <a:pt x="486" y="456"/>
                  <a:pt x="486" y="456"/>
                  <a:pt x="486" y="456"/>
                </a:cubicBezTo>
                <a:cubicBezTo>
                  <a:pt x="487" y="455"/>
                  <a:pt x="488" y="454"/>
                  <a:pt x="489" y="453"/>
                </a:cubicBezTo>
                <a:cubicBezTo>
                  <a:pt x="488" y="453"/>
                  <a:pt x="487" y="453"/>
                  <a:pt x="486" y="453"/>
                </a:cubicBezTo>
                <a:cubicBezTo>
                  <a:pt x="486" y="448"/>
                  <a:pt x="486" y="448"/>
                  <a:pt x="486" y="448"/>
                </a:cubicBezTo>
                <a:cubicBezTo>
                  <a:pt x="488" y="448"/>
                  <a:pt x="488" y="448"/>
                  <a:pt x="489" y="447"/>
                </a:cubicBezTo>
                <a:close/>
                <a:moveTo>
                  <a:pt x="489" y="476"/>
                </a:moveTo>
                <a:cubicBezTo>
                  <a:pt x="489" y="493"/>
                  <a:pt x="489" y="493"/>
                  <a:pt x="489" y="493"/>
                </a:cubicBezTo>
                <a:cubicBezTo>
                  <a:pt x="486" y="498"/>
                  <a:pt x="486" y="498"/>
                  <a:pt x="486" y="498"/>
                </a:cubicBezTo>
                <a:cubicBezTo>
                  <a:pt x="486" y="489"/>
                  <a:pt x="486" y="489"/>
                  <a:pt x="486" y="489"/>
                </a:cubicBezTo>
                <a:cubicBezTo>
                  <a:pt x="488" y="486"/>
                  <a:pt x="489" y="484"/>
                  <a:pt x="486" y="479"/>
                </a:cubicBezTo>
                <a:cubicBezTo>
                  <a:pt x="486" y="473"/>
                  <a:pt x="486" y="473"/>
                  <a:pt x="486" y="473"/>
                </a:cubicBezTo>
                <a:cubicBezTo>
                  <a:pt x="489" y="476"/>
                  <a:pt x="489" y="476"/>
                  <a:pt x="489" y="476"/>
                </a:cubicBezTo>
                <a:close/>
                <a:moveTo>
                  <a:pt x="489" y="507"/>
                </a:moveTo>
                <a:cubicBezTo>
                  <a:pt x="489" y="512"/>
                  <a:pt x="489" y="512"/>
                  <a:pt x="489" y="512"/>
                </a:cubicBezTo>
                <a:cubicBezTo>
                  <a:pt x="486" y="509"/>
                  <a:pt x="486" y="509"/>
                  <a:pt x="486" y="509"/>
                </a:cubicBezTo>
                <a:cubicBezTo>
                  <a:pt x="486" y="504"/>
                  <a:pt x="486" y="504"/>
                  <a:pt x="486" y="504"/>
                </a:cubicBezTo>
                <a:cubicBezTo>
                  <a:pt x="487" y="505"/>
                  <a:pt x="488" y="506"/>
                  <a:pt x="489" y="508"/>
                </a:cubicBezTo>
                <a:cubicBezTo>
                  <a:pt x="489" y="507"/>
                  <a:pt x="489" y="507"/>
                  <a:pt x="489" y="507"/>
                </a:cubicBezTo>
                <a:close/>
                <a:moveTo>
                  <a:pt x="489" y="547"/>
                </a:moveTo>
                <a:cubicBezTo>
                  <a:pt x="489" y="571"/>
                  <a:pt x="489" y="571"/>
                  <a:pt x="489" y="571"/>
                </a:cubicBezTo>
                <a:cubicBezTo>
                  <a:pt x="488" y="572"/>
                  <a:pt x="487" y="573"/>
                  <a:pt x="486" y="574"/>
                </a:cubicBezTo>
                <a:cubicBezTo>
                  <a:pt x="486" y="559"/>
                  <a:pt x="486" y="559"/>
                  <a:pt x="486" y="559"/>
                </a:cubicBezTo>
                <a:cubicBezTo>
                  <a:pt x="486" y="559"/>
                  <a:pt x="487" y="559"/>
                  <a:pt x="487" y="558"/>
                </a:cubicBezTo>
                <a:cubicBezTo>
                  <a:pt x="486" y="558"/>
                  <a:pt x="486" y="558"/>
                  <a:pt x="486" y="558"/>
                </a:cubicBezTo>
                <a:cubicBezTo>
                  <a:pt x="486" y="542"/>
                  <a:pt x="486" y="542"/>
                  <a:pt x="486" y="542"/>
                </a:cubicBezTo>
                <a:cubicBezTo>
                  <a:pt x="489" y="547"/>
                  <a:pt x="489" y="547"/>
                  <a:pt x="489" y="547"/>
                </a:cubicBezTo>
                <a:close/>
                <a:moveTo>
                  <a:pt x="489" y="590"/>
                </a:moveTo>
                <a:cubicBezTo>
                  <a:pt x="489" y="596"/>
                  <a:pt x="489" y="596"/>
                  <a:pt x="489" y="596"/>
                </a:cubicBezTo>
                <a:cubicBezTo>
                  <a:pt x="489" y="596"/>
                  <a:pt x="489" y="596"/>
                  <a:pt x="489" y="596"/>
                </a:cubicBezTo>
                <a:cubicBezTo>
                  <a:pt x="489" y="597"/>
                  <a:pt x="489" y="597"/>
                  <a:pt x="489" y="597"/>
                </a:cubicBezTo>
                <a:cubicBezTo>
                  <a:pt x="489" y="604"/>
                  <a:pt x="489" y="604"/>
                  <a:pt x="489" y="604"/>
                </a:cubicBezTo>
                <a:cubicBezTo>
                  <a:pt x="488" y="603"/>
                  <a:pt x="487" y="603"/>
                  <a:pt x="486" y="602"/>
                </a:cubicBezTo>
                <a:cubicBezTo>
                  <a:pt x="486" y="592"/>
                  <a:pt x="486" y="592"/>
                  <a:pt x="486" y="592"/>
                </a:cubicBezTo>
                <a:cubicBezTo>
                  <a:pt x="487" y="591"/>
                  <a:pt x="487" y="591"/>
                  <a:pt x="488" y="590"/>
                </a:cubicBezTo>
                <a:cubicBezTo>
                  <a:pt x="489" y="590"/>
                  <a:pt x="489" y="590"/>
                  <a:pt x="489" y="590"/>
                </a:cubicBezTo>
                <a:close/>
                <a:moveTo>
                  <a:pt x="489" y="614"/>
                </a:moveTo>
                <a:cubicBezTo>
                  <a:pt x="489" y="621"/>
                  <a:pt x="489" y="621"/>
                  <a:pt x="489" y="621"/>
                </a:cubicBezTo>
                <a:cubicBezTo>
                  <a:pt x="488" y="622"/>
                  <a:pt x="487" y="622"/>
                  <a:pt x="486" y="622"/>
                </a:cubicBezTo>
                <a:cubicBezTo>
                  <a:pt x="486" y="614"/>
                  <a:pt x="486" y="614"/>
                  <a:pt x="486" y="614"/>
                </a:cubicBezTo>
                <a:cubicBezTo>
                  <a:pt x="487" y="615"/>
                  <a:pt x="487" y="615"/>
                  <a:pt x="487" y="615"/>
                </a:cubicBezTo>
                <a:cubicBezTo>
                  <a:pt x="489" y="614"/>
                  <a:pt x="489" y="614"/>
                  <a:pt x="489" y="614"/>
                </a:cubicBezTo>
                <a:close/>
                <a:moveTo>
                  <a:pt x="489" y="671"/>
                </a:moveTo>
                <a:cubicBezTo>
                  <a:pt x="489" y="684"/>
                  <a:pt x="489" y="684"/>
                  <a:pt x="489" y="684"/>
                </a:cubicBezTo>
                <a:cubicBezTo>
                  <a:pt x="486" y="684"/>
                  <a:pt x="486" y="684"/>
                  <a:pt x="486" y="684"/>
                </a:cubicBezTo>
                <a:cubicBezTo>
                  <a:pt x="486" y="673"/>
                  <a:pt x="486" y="673"/>
                  <a:pt x="486" y="673"/>
                </a:cubicBezTo>
                <a:cubicBezTo>
                  <a:pt x="489" y="671"/>
                  <a:pt x="489" y="671"/>
                  <a:pt x="489" y="671"/>
                </a:cubicBezTo>
                <a:close/>
                <a:moveTo>
                  <a:pt x="489" y="737"/>
                </a:moveTo>
                <a:cubicBezTo>
                  <a:pt x="489" y="754"/>
                  <a:pt x="489" y="754"/>
                  <a:pt x="489" y="754"/>
                </a:cubicBezTo>
                <a:cubicBezTo>
                  <a:pt x="488" y="753"/>
                  <a:pt x="487" y="753"/>
                  <a:pt x="486" y="752"/>
                </a:cubicBezTo>
                <a:cubicBezTo>
                  <a:pt x="486" y="738"/>
                  <a:pt x="486" y="738"/>
                  <a:pt x="486" y="738"/>
                </a:cubicBezTo>
                <a:cubicBezTo>
                  <a:pt x="487" y="737"/>
                  <a:pt x="488" y="737"/>
                  <a:pt x="489" y="737"/>
                </a:cubicBezTo>
                <a:close/>
                <a:moveTo>
                  <a:pt x="486" y="11"/>
                </a:moveTo>
                <a:cubicBezTo>
                  <a:pt x="486" y="12"/>
                  <a:pt x="486" y="12"/>
                  <a:pt x="486" y="12"/>
                </a:cubicBezTo>
                <a:cubicBezTo>
                  <a:pt x="486" y="45"/>
                  <a:pt x="486" y="45"/>
                  <a:pt x="486" y="45"/>
                </a:cubicBezTo>
                <a:cubicBezTo>
                  <a:pt x="486" y="42"/>
                  <a:pt x="486" y="42"/>
                  <a:pt x="486" y="42"/>
                </a:cubicBezTo>
                <a:cubicBezTo>
                  <a:pt x="486" y="11"/>
                  <a:pt x="486" y="11"/>
                  <a:pt x="486" y="11"/>
                </a:cubicBezTo>
                <a:close/>
                <a:moveTo>
                  <a:pt x="486" y="783"/>
                </a:moveTo>
                <a:cubicBezTo>
                  <a:pt x="486" y="784"/>
                  <a:pt x="486" y="784"/>
                  <a:pt x="486" y="78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83"/>
                  <a:pt x="486" y="783"/>
                  <a:pt x="486" y="783"/>
                </a:cubicBezTo>
                <a:close/>
                <a:moveTo>
                  <a:pt x="486" y="50"/>
                </a:moveTo>
                <a:cubicBezTo>
                  <a:pt x="486" y="57"/>
                  <a:pt x="486" y="57"/>
                  <a:pt x="486" y="57"/>
                </a:cubicBezTo>
                <a:cubicBezTo>
                  <a:pt x="486" y="57"/>
                  <a:pt x="486" y="57"/>
                  <a:pt x="486" y="57"/>
                </a:cubicBezTo>
                <a:cubicBezTo>
                  <a:pt x="486" y="50"/>
                  <a:pt x="486" y="50"/>
                  <a:pt x="486" y="50"/>
                </a:cubicBezTo>
                <a:cubicBezTo>
                  <a:pt x="486" y="50"/>
                  <a:pt x="486" y="50"/>
                  <a:pt x="486" y="50"/>
                </a:cubicBezTo>
                <a:close/>
                <a:moveTo>
                  <a:pt x="486" y="75"/>
                </a:moveTo>
                <a:cubicBezTo>
                  <a:pt x="486" y="121"/>
                  <a:pt x="486" y="121"/>
                  <a:pt x="486" y="121"/>
                </a:cubicBezTo>
                <a:cubicBezTo>
                  <a:pt x="486" y="121"/>
                  <a:pt x="486" y="121"/>
                  <a:pt x="486" y="121"/>
                </a:cubicBezTo>
                <a:cubicBezTo>
                  <a:pt x="486" y="75"/>
                  <a:pt x="486" y="75"/>
                  <a:pt x="486" y="75"/>
                </a:cubicBezTo>
                <a:cubicBezTo>
                  <a:pt x="486" y="75"/>
                  <a:pt x="486" y="75"/>
                  <a:pt x="486" y="75"/>
                </a:cubicBezTo>
                <a:close/>
                <a:moveTo>
                  <a:pt x="486" y="125"/>
                </a:moveTo>
                <a:cubicBezTo>
                  <a:pt x="486" y="140"/>
                  <a:pt x="486" y="140"/>
                  <a:pt x="486" y="140"/>
                </a:cubicBezTo>
                <a:cubicBezTo>
                  <a:pt x="486" y="139"/>
                  <a:pt x="486" y="139"/>
                  <a:pt x="486" y="139"/>
                </a:cubicBezTo>
                <a:cubicBezTo>
                  <a:pt x="486" y="124"/>
                  <a:pt x="486" y="124"/>
                  <a:pt x="486" y="124"/>
                </a:cubicBezTo>
                <a:cubicBezTo>
                  <a:pt x="486" y="125"/>
                  <a:pt x="486" y="125"/>
                  <a:pt x="486" y="125"/>
                </a:cubicBezTo>
                <a:close/>
                <a:moveTo>
                  <a:pt x="486" y="141"/>
                </a:moveTo>
                <a:cubicBezTo>
                  <a:pt x="486" y="148"/>
                  <a:pt x="486" y="148"/>
                  <a:pt x="486" y="148"/>
                </a:cubicBezTo>
                <a:cubicBezTo>
                  <a:pt x="486" y="148"/>
                  <a:pt x="486" y="148"/>
                  <a:pt x="486" y="148"/>
                </a:cubicBezTo>
                <a:cubicBezTo>
                  <a:pt x="486" y="141"/>
                  <a:pt x="486" y="141"/>
                  <a:pt x="486" y="141"/>
                </a:cubicBezTo>
                <a:cubicBezTo>
                  <a:pt x="486" y="141"/>
                  <a:pt x="486" y="141"/>
                  <a:pt x="486" y="141"/>
                </a:cubicBezTo>
                <a:close/>
                <a:moveTo>
                  <a:pt x="486" y="182"/>
                </a:moveTo>
                <a:cubicBezTo>
                  <a:pt x="486" y="212"/>
                  <a:pt x="486" y="212"/>
                  <a:pt x="486" y="212"/>
                </a:cubicBezTo>
                <a:cubicBezTo>
                  <a:pt x="486" y="211"/>
                  <a:pt x="486" y="211"/>
                  <a:pt x="486" y="211"/>
                </a:cubicBezTo>
                <a:cubicBezTo>
                  <a:pt x="486" y="206"/>
                  <a:pt x="486" y="206"/>
                  <a:pt x="486" y="206"/>
                </a:cubicBezTo>
                <a:cubicBezTo>
                  <a:pt x="486" y="205"/>
                  <a:pt x="486" y="205"/>
                  <a:pt x="486" y="205"/>
                </a:cubicBezTo>
                <a:cubicBezTo>
                  <a:pt x="486" y="203"/>
                  <a:pt x="486" y="201"/>
                  <a:pt x="486" y="200"/>
                </a:cubicBezTo>
                <a:cubicBezTo>
                  <a:pt x="486" y="182"/>
                  <a:pt x="486" y="182"/>
                  <a:pt x="486" y="182"/>
                </a:cubicBezTo>
                <a:cubicBezTo>
                  <a:pt x="486" y="182"/>
                  <a:pt x="486" y="182"/>
                  <a:pt x="486" y="182"/>
                </a:cubicBezTo>
                <a:close/>
                <a:moveTo>
                  <a:pt x="486" y="237"/>
                </a:moveTo>
                <a:cubicBezTo>
                  <a:pt x="486" y="266"/>
                  <a:pt x="486" y="266"/>
                  <a:pt x="486" y="266"/>
                </a:cubicBezTo>
                <a:cubicBezTo>
                  <a:pt x="486" y="266"/>
                  <a:pt x="486" y="266"/>
                  <a:pt x="486" y="266"/>
                </a:cubicBezTo>
                <a:cubicBezTo>
                  <a:pt x="486" y="237"/>
                  <a:pt x="486" y="237"/>
                  <a:pt x="486" y="237"/>
                </a:cubicBezTo>
                <a:cubicBezTo>
                  <a:pt x="486" y="237"/>
                  <a:pt x="486" y="237"/>
                  <a:pt x="486" y="237"/>
                </a:cubicBezTo>
                <a:close/>
                <a:moveTo>
                  <a:pt x="486" y="295"/>
                </a:moveTo>
                <a:cubicBezTo>
                  <a:pt x="486" y="301"/>
                  <a:pt x="486" y="301"/>
                  <a:pt x="486" y="301"/>
                </a:cubicBezTo>
                <a:cubicBezTo>
                  <a:pt x="486" y="301"/>
                  <a:pt x="486" y="301"/>
                  <a:pt x="486" y="301"/>
                </a:cubicBezTo>
                <a:cubicBezTo>
                  <a:pt x="486" y="296"/>
                  <a:pt x="486" y="296"/>
                  <a:pt x="486" y="296"/>
                </a:cubicBezTo>
                <a:cubicBezTo>
                  <a:pt x="486" y="295"/>
                  <a:pt x="486" y="295"/>
                  <a:pt x="486" y="295"/>
                </a:cubicBezTo>
                <a:close/>
                <a:moveTo>
                  <a:pt x="486" y="309"/>
                </a:moveTo>
                <a:cubicBezTo>
                  <a:pt x="486" y="313"/>
                  <a:pt x="486" y="313"/>
                  <a:pt x="486" y="313"/>
                </a:cubicBezTo>
                <a:cubicBezTo>
                  <a:pt x="486" y="313"/>
                  <a:pt x="486" y="313"/>
                  <a:pt x="486" y="313"/>
                </a:cubicBezTo>
                <a:cubicBezTo>
                  <a:pt x="486" y="309"/>
                  <a:pt x="486" y="309"/>
                  <a:pt x="486" y="309"/>
                </a:cubicBezTo>
                <a:cubicBezTo>
                  <a:pt x="486" y="309"/>
                  <a:pt x="486" y="309"/>
                  <a:pt x="486" y="309"/>
                </a:cubicBezTo>
                <a:close/>
                <a:moveTo>
                  <a:pt x="486" y="322"/>
                </a:moveTo>
                <a:cubicBezTo>
                  <a:pt x="486" y="329"/>
                  <a:pt x="486" y="329"/>
                  <a:pt x="486" y="329"/>
                </a:cubicBezTo>
                <a:cubicBezTo>
                  <a:pt x="486" y="329"/>
                  <a:pt x="486" y="330"/>
                  <a:pt x="486" y="330"/>
                </a:cubicBezTo>
                <a:cubicBezTo>
                  <a:pt x="486" y="323"/>
                  <a:pt x="486" y="323"/>
                  <a:pt x="486" y="323"/>
                </a:cubicBezTo>
                <a:cubicBezTo>
                  <a:pt x="486" y="323"/>
                  <a:pt x="486" y="322"/>
                  <a:pt x="486" y="322"/>
                </a:cubicBezTo>
                <a:close/>
                <a:moveTo>
                  <a:pt x="486" y="340"/>
                </a:moveTo>
                <a:cubicBezTo>
                  <a:pt x="486" y="354"/>
                  <a:pt x="486" y="354"/>
                  <a:pt x="486" y="354"/>
                </a:cubicBezTo>
                <a:cubicBezTo>
                  <a:pt x="486" y="355"/>
                  <a:pt x="486" y="355"/>
                  <a:pt x="486" y="355"/>
                </a:cubicBezTo>
                <a:cubicBezTo>
                  <a:pt x="486" y="339"/>
                  <a:pt x="486" y="339"/>
                  <a:pt x="486" y="339"/>
                </a:cubicBezTo>
                <a:cubicBezTo>
                  <a:pt x="486" y="340"/>
                  <a:pt x="486" y="340"/>
                  <a:pt x="486" y="340"/>
                </a:cubicBezTo>
                <a:close/>
                <a:moveTo>
                  <a:pt x="486" y="366"/>
                </a:moveTo>
                <a:cubicBezTo>
                  <a:pt x="486" y="433"/>
                  <a:pt x="486" y="433"/>
                  <a:pt x="486" y="433"/>
                </a:cubicBezTo>
                <a:cubicBezTo>
                  <a:pt x="486" y="433"/>
                  <a:pt x="486" y="434"/>
                  <a:pt x="486" y="434"/>
                </a:cubicBezTo>
                <a:cubicBezTo>
                  <a:pt x="486" y="420"/>
                  <a:pt x="486" y="420"/>
                  <a:pt x="486" y="420"/>
                </a:cubicBezTo>
                <a:cubicBezTo>
                  <a:pt x="486" y="420"/>
                  <a:pt x="486" y="419"/>
                  <a:pt x="486" y="419"/>
                </a:cubicBezTo>
                <a:cubicBezTo>
                  <a:pt x="487" y="410"/>
                  <a:pt x="487" y="400"/>
                  <a:pt x="486" y="390"/>
                </a:cubicBezTo>
                <a:cubicBezTo>
                  <a:pt x="486" y="367"/>
                  <a:pt x="486" y="367"/>
                  <a:pt x="486" y="367"/>
                </a:cubicBezTo>
                <a:cubicBezTo>
                  <a:pt x="486" y="366"/>
                  <a:pt x="486" y="366"/>
                  <a:pt x="486" y="366"/>
                </a:cubicBezTo>
                <a:close/>
                <a:moveTo>
                  <a:pt x="486" y="438"/>
                </a:moveTo>
                <a:cubicBezTo>
                  <a:pt x="486" y="442"/>
                  <a:pt x="486" y="442"/>
                  <a:pt x="486" y="442"/>
                </a:cubicBezTo>
                <a:cubicBezTo>
                  <a:pt x="486" y="442"/>
                  <a:pt x="486" y="442"/>
                  <a:pt x="486" y="442"/>
                </a:cubicBezTo>
                <a:cubicBezTo>
                  <a:pt x="486" y="438"/>
                  <a:pt x="486" y="438"/>
                  <a:pt x="486" y="438"/>
                </a:cubicBezTo>
                <a:cubicBezTo>
                  <a:pt x="486" y="438"/>
                  <a:pt x="486" y="438"/>
                  <a:pt x="486" y="438"/>
                </a:cubicBezTo>
                <a:close/>
                <a:moveTo>
                  <a:pt x="486" y="448"/>
                </a:moveTo>
                <a:cubicBezTo>
                  <a:pt x="486" y="453"/>
                  <a:pt x="486" y="453"/>
                  <a:pt x="486" y="453"/>
                </a:cubicBezTo>
                <a:cubicBezTo>
                  <a:pt x="486" y="453"/>
                  <a:pt x="486" y="453"/>
                  <a:pt x="486" y="453"/>
                </a:cubicBezTo>
                <a:cubicBezTo>
                  <a:pt x="486" y="448"/>
                  <a:pt x="486" y="448"/>
                  <a:pt x="486" y="448"/>
                </a:cubicBezTo>
                <a:cubicBezTo>
                  <a:pt x="486" y="448"/>
                  <a:pt x="486" y="448"/>
                  <a:pt x="486" y="448"/>
                </a:cubicBezTo>
                <a:close/>
                <a:moveTo>
                  <a:pt x="486" y="456"/>
                </a:moveTo>
                <a:cubicBezTo>
                  <a:pt x="486" y="463"/>
                  <a:pt x="486" y="463"/>
                  <a:pt x="486" y="463"/>
                </a:cubicBezTo>
                <a:cubicBezTo>
                  <a:pt x="486" y="465"/>
                  <a:pt x="486" y="465"/>
                  <a:pt x="486" y="465"/>
                </a:cubicBezTo>
                <a:cubicBezTo>
                  <a:pt x="486" y="457"/>
                  <a:pt x="486" y="457"/>
                  <a:pt x="486" y="457"/>
                </a:cubicBezTo>
                <a:cubicBezTo>
                  <a:pt x="486" y="456"/>
                  <a:pt x="486" y="456"/>
                  <a:pt x="486" y="456"/>
                </a:cubicBezTo>
                <a:close/>
                <a:moveTo>
                  <a:pt x="486" y="473"/>
                </a:moveTo>
                <a:cubicBezTo>
                  <a:pt x="486" y="479"/>
                  <a:pt x="486" y="479"/>
                  <a:pt x="486" y="479"/>
                </a:cubicBezTo>
                <a:cubicBezTo>
                  <a:pt x="486" y="479"/>
                  <a:pt x="486" y="478"/>
                  <a:pt x="486" y="478"/>
                </a:cubicBezTo>
                <a:cubicBezTo>
                  <a:pt x="486" y="472"/>
                  <a:pt x="486" y="472"/>
                  <a:pt x="486" y="472"/>
                </a:cubicBezTo>
                <a:cubicBezTo>
                  <a:pt x="486" y="473"/>
                  <a:pt x="486" y="473"/>
                  <a:pt x="486" y="473"/>
                </a:cubicBezTo>
                <a:close/>
                <a:moveTo>
                  <a:pt x="486" y="489"/>
                </a:moveTo>
                <a:cubicBezTo>
                  <a:pt x="486" y="498"/>
                  <a:pt x="486" y="498"/>
                  <a:pt x="486" y="498"/>
                </a:cubicBezTo>
                <a:cubicBezTo>
                  <a:pt x="486" y="499"/>
                  <a:pt x="486" y="499"/>
                  <a:pt x="486" y="499"/>
                </a:cubicBezTo>
                <a:cubicBezTo>
                  <a:pt x="486" y="491"/>
                  <a:pt x="486" y="491"/>
                  <a:pt x="486" y="491"/>
                </a:cubicBezTo>
                <a:cubicBezTo>
                  <a:pt x="486" y="490"/>
                  <a:pt x="486" y="490"/>
                  <a:pt x="486" y="489"/>
                </a:cubicBezTo>
                <a:close/>
                <a:moveTo>
                  <a:pt x="486" y="504"/>
                </a:moveTo>
                <a:cubicBezTo>
                  <a:pt x="486" y="509"/>
                  <a:pt x="486" y="509"/>
                  <a:pt x="486" y="509"/>
                </a:cubicBezTo>
                <a:cubicBezTo>
                  <a:pt x="486" y="508"/>
                  <a:pt x="486" y="508"/>
                  <a:pt x="486" y="508"/>
                </a:cubicBezTo>
                <a:cubicBezTo>
                  <a:pt x="486" y="502"/>
                  <a:pt x="486" y="502"/>
                  <a:pt x="486" y="502"/>
                </a:cubicBezTo>
                <a:cubicBezTo>
                  <a:pt x="486" y="504"/>
                  <a:pt x="486" y="504"/>
                  <a:pt x="486" y="504"/>
                </a:cubicBezTo>
                <a:close/>
                <a:moveTo>
                  <a:pt x="486" y="542"/>
                </a:moveTo>
                <a:cubicBezTo>
                  <a:pt x="486" y="558"/>
                  <a:pt x="486" y="558"/>
                  <a:pt x="486" y="558"/>
                </a:cubicBezTo>
                <a:cubicBezTo>
                  <a:pt x="486" y="559"/>
                  <a:pt x="486" y="559"/>
                  <a:pt x="486" y="559"/>
                </a:cubicBezTo>
                <a:cubicBezTo>
                  <a:pt x="486" y="541"/>
                  <a:pt x="486" y="541"/>
                  <a:pt x="486" y="541"/>
                </a:cubicBezTo>
                <a:cubicBezTo>
                  <a:pt x="486" y="542"/>
                  <a:pt x="486" y="542"/>
                  <a:pt x="486" y="542"/>
                </a:cubicBezTo>
                <a:close/>
                <a:moveTo>
                  <a:pt x="486" y="559"/>
                </a:moveTo>
                <a:cubicBezTo>
                  <a:pt x="486" y="574"/>
                  <a:pt x="486" y="574"/>
                  <a:pt x="486" y="574"/>
                </a:cubicBezTo>
                <a:cubicBezTo>
                  <a:pt x="486" y="574"/>
                  <a:pt x="486" y="574"/>
                  <a:pt x="486" y="574"/>
                </a:cubicBezTo>
                <a:cubicBezTo>
                  <a:pt x="486" y="563"/>
                  <a:pt x="486" y="563"/>
                  <a:pt x="486" y="563"/>
                </a:cubicBezTo>
                <a:cubicBezTo>
                  <a:pt x="486" y="563"/>
                  <a:pt x="486" y="563"/>
                  <a:pt x="486" y="563"/>
                </a:cubicBezTo>
                <a:cubicBezTo>
                  <a:pt x="486" y="562"/>
                  <a:pt x="486" y="561"/>
                  <a:pt x="486" y="559"/>
                </a:cubicBezTo>
                <a:close/>
                <a:moveTo>
                  <a:pt x="486" y="592"/>
                </a:moveTo>
                <a:cubicBezTo>
                  <a:pt x="486" y="602"/>
                  <a:pt x="486" y="602"/>
                  <a:pt x="486" y="602"/>
                </a:cubicBezTo>
                <a:cubicBezTo>
                  <a:pt x="486" y="602"/>
                  <a:pt x="486" y="602"/>
                  <a:pt x="486" y="602"/>
                </a:cubicBezTo>
                <a:cubicBezTo>
                  <a:pt x="486" y="593"/>
                  <a:pt x="486" y="593"/>
                  <a:pt x="486" y="593"/>
                </a:cubicBezTo>
                <a:cubicBezTo>
                  <a:pt x="486" y="592"/>
                  <a:pt x="486" y="592"/>
                  <a:pt x="486" y="592"/>
                </a:cubicBezTo>
                <a:close/>
                <a:moveTo>
                  <a:pt x="486" y="614"/>
                </a:moveTo>
                <a:cubicBezTo>
                  <a:pt x="486" y="622"/>
                  <a:pt x="486" y="622"/>
                  <a:pt x="486" y="622"/>
                </a:cubicBezTo>
                <a:cubicBezTo>
                  <a:pt x="486" y="623"/>
                  <a:pt x="486" y="623"/>
                  <a:pt x="486" y="623"/>
                </a:cubicBezTo>
                <a:cubicBezTo>
                  <a:pt x="486" y="614"/>
                  <a:pt x="486" y="614"/>
                  <a:pt x="486" y="614"/>
                </a:cubicBezTo>
                <a:cubicBezTo>
                  <a:pt x="486" y="614"/>
                  <a:pt x="486" y="614"/>
                  <a:pt x="486" y="614"/>
                </a:cubicBezTo>
                <a:close/>
                <a:moveTo>
                  <a:pt x="486" y="673"/>
                </a:moveTo>
                <a:cubicBezTo>
                  <a:pt x="486" y="684"/>
                  <a:pt x="486" y="684"/>
                  <a:pt x="486" y="684"/>
                </a:cubicBezTo>
                <a:cubicBezTo>
                  <a:pt x="486" y="685"/>
                  <a:pt x="486" y="685"/>
                  <a:pt x="486" y="685"/>
                </a:cubicBezTo>
                <a:cubicBezTo>
                  <a:pt x="486" y="673"/>
                  <a:pt x="486" y="673"/>
                  <a:pt x="486" y="673"/>
                </a:cubicBezTo>
                <a:cubicBezTo>
                  <a:pt x="486" y="673"/>
                  <a:pt x="486" y="673"/>
                  <a:pt x="486" y="673"/>
                </a:cubicBezTo>
                <a:close/>
                <a:moveTo>
                  <a:pt x="486" y="738"/>
                </a:moveTo>
                <a:cubicBezTo>
                  <a:pt x="486" y="752"/>
                  <a:pt x="486" y="752"/>
                  <a:pt x="486" y="752"/>
                </a:cubicBezTo>
                <a:cubicBezTo>
                  <a:pt x="486" y="752"/>
                  <a:pt x="486" y="752"/>
                  <a:pt x="486" y="751"/>
                </a:cubicBezTo>
                <a:cubicBezTo>
                  <a:pt x="486" y="738"/>
                  <a:pt x="486" y="738"/>
                  <a:pt x="486" y="738"/>
                </a:cubicBezTo>
                <a:close/>
                <a:moveTo>
                  <a:pt x="484" y="11"/>
                </a:moveTo>
                <a:cubicBezTo>
                  <a:pt x="486" y="11"/>
                  <a:pt x="486" y="11"/>
                  <a:pt x="486" y="11"/>
                </a:cubicBezTo>
                <a:cubicBezTo>
                  <a:pt x="486" y="42"/>
                  <a:pt x="486" y="42"/>
                  <a:pt x="486" y="42"/>
                </a:cubicBezTo>
                <a:cubicBezTo>
                  <a:pt x="485" y="40"/>
                  <a:pt x="485" y="38"/>
                  <a:pt x="484" y="37"/>
                </a:cubicBezTo>
                <a:cubicBezTo>
                  <a:pt x="484" y="11"/>
                  <a:pt x="484" y="11"/>
                  <a:pt x="484" y="11"/>
                </a:cubicBezTo>
                <a:close/>
                <a:moveTo>
                  <a:pt x="486" y="784"/>
                </a:moveTo>
                <a:cubicBezTo>
                  <a:pt x="484" y="784"/>
                  <a:pt x="484" y="784"/>
                  <a:pt x="484" y="78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5" y="774"/>
                  <a:pt x="485" y="774"/>
                  <a:pt x="486" y="77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84"/>
                  <a:pt x="486" y="784"/>
                  <a:pt x="486" y="784"/>
                </a:cubicBezTo>
                <a:close/>
                <a:moveTo>
                  <a:pt x="486" y="50"/>
                </a:moveTo>
                <a:cubicBezTo>
                  <a:pt x="486" y="57"/>
                  <a:pt x="486" y="57"/>
                  <a:pt x="486" y="57"/>
                </a:cubicBezTo>
                <a:cubicBezTo>
                  <a:pt x="484" y="57"/>
                  <a:pt x="484" y="57"/>
                  <a:pt x="484" y="57"/>
                </a:cubicBezTo>
                <a:cubicBezTo>
                  <a:pt x="484" y="50"/>
                  <a:pt x="484" y="50"/>
                  <a:pt x="484" y="50"/>
                </a:cubicBezTo>
                <a:cubicBezTo>
                  <a:pt x="486" y="50"/>
                  <a:pt x="486" y="50"/>
                  <a:pt x="486" y="50"/>
                </a:cubicBezTo>
                <a:close/>
                <a:moveTo>
                  <a:pt x="486" y="75"/>
                </a:moveTo>
                <a:cubicBezTo>
                  <a:pt x="486" y="121"/>
                  <a:pt x="486" y="121"/>
                  <a:pt x="486" y="121"/>
                </a:cubicBezTo>
                <a:cubicBezTo>
                  <a:pt x="485" y="121"/>
                  <a:pt x="485" y="120"/>
                  <a:pt x="484" y="120"/>
                </a:cubicBezTo>
                <a:cubicBezTo>
                  <a:pt x="484" y="75"/>
                  <a:pt x="484" y="75"/>
                  <a:pt x="484" y="75"/>
                </a:cubicBezTo>
                <a:cubicBezTo>
                  <a:pt x="486" y="75"/>
                  <a:pt x="486" y="75"/>
                  <a:pt x="486" y="75"/>
                </a:cubicBezTo>
                <a:close/>
                <a:moveTo>
                  <a:pt x="486" y="124"/>
                </a:moveTo>
                <a:cubicBezTo>
                  <a:pt x="486" y="139"/>
                  <a:pt x="486" y="139"/>
                  <a:pt x="486" y="139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124"/>
                  <a:pt x="484" y="124"/>
                  <a:pt x="484" y="124"/>
                </a:cubicBezTo>
                <a:cubicBezTo>
                  <a:pt x="485" y="124"/>
                  <a:pt x="485" y="124"/>
                  <a:pt x="486" y="124"/>
                </a:cubicBezTo>
                <a:close/>
                <a:moveTo>
                  <a:pt x="486" y="141"/>
                </a:moveTo>
                <a:cubicBezTo>
                  <a:pt x="486" y="148"/>
                  <a:pt x="486" y="148"/>
                  <a:pt x="486" y="148"/>
                </a:cubicBezTo>
                <a:cubicBezTo>
                  <a:pt x="484" y="148"/>
                  <a:pt x="484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ubicBezTo>
                  <a:pt x="485" y="140"/>
                  <a:pt x="485" y="140"/>
                  <a:pt x="486" y="141"/>
                </a:cubicBezTo>
                <a:close/>
                <a:moveTo>
                  <a:pt x="486" y="182"/>
                </a:moveTo>
                <a:cubicBezTo>
                  <a:pt x="486" y="200"/>
                  <a:pt x="486" y="200"/>
                  <a:pt x="486" y="200"/>
                </a:cubicBezTo>
                <a:cubicBezTo>
                  <a:pt x="485" y="197"/>
                  <a:pt x="485" y="195"/>
                  <a:pt x="484" y="193"/>
                </a:cubicBezTo>
                <a:cubicBezTo>
                  <a:pt x="484" y="182"/>
                  <a:pt x="484" y="182"/>
                  <a:pt x="484" y="182"/>
                </a:cubicBezTo>
                <a:cubicBezTo>
                  <a:pt x="486" y="182"/>
                  <a:pt x="486" y="182"/>
                  <a:pt x="486" y="182"/>
                </a:cubicBezTo>
                <a:close/>
                <a:moveTo>
                  <a:pt x="486" y="206"/>
                </a:moveTo>
                <a:cubicBezTo>
                  <a:pt x="486" y="211"/>
                  <a:pt x="486" y="211"/>
                  <a:pt x="486" y="211"/>
                </a:cubicBezTo>
                <a:cubicBezTo>
                  <a:pt x="485" y="211"/>
                  <a:pt x="485" y="211"/>
                  <a:pt x="484" y="211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5" y="206"/>
                  <a:pt x="485" y="206"/>
                  <a:pt x="486" y="206"/>
                </a:cubicBezTo>
                <a:close/>
                <a:moveTo>
                  <a:pt x="486" y="237"/>
                </a:moveTo>
                <a:cubicBezTo>
                  <a:pt x="486" y="266"/>
                  <a:pt x="486" y="266"/>
                  <a:pt x="486" y="266"/>
                </a:cubicBezTo>
                <a:cubicBezTo>
                  <a:pt x="485" y="267"/>
                  <a:pt x="485" y="267"/>
                  <a:pt x="484" y="268"/>
                </a:cubicBezTo>
                <a:cubicBezTo>
                  <a:pt x="484" y="235"/>
                  <a:pt x="484" y="235"/>
                  <a:pt x="484" y="235"/>
                </a:cubicBezTo>
                <a:cubicBezTo>
                  <a:pt x="485" y="236"/>
                  <a:pt x="485" y="236"/>
                  <a:pt x="486" y="237"/>
                </a:cubicBezTo>
                <a:close/>
                <a:moveTo>
                  <a:pt x="486" y="296"/>
                </a:moveTo>
                <a:cubicBezTo>
                  <a:pt x="486" y="301"/>
                  <a:pt x="486" y="301"/>
                  <a:pt x="486" y="301"/>
                </a:cubicBezTo>
                <a:cubicBezTo>
                  <a:pt x="485" y="302"/>
                  <a:pt x="485" y="302"/>
                  <a:pt x="484" y="302"/>
                </a:cubicBezTo>
                <a:cubicBezTo>
                  <a:pt x="484" y="297"/>
                  <a:pt x="484" y="297"/>
                  <a:pt x="484" y="297"/>
                </a:cubicBezTo>
                <a:cubicBezTo>
                  <a:pt x="486" y="296"/>
                  <a:pt x="486" y="296"/>
                  <a:pt x="486" y="296"/>
                </a:cubicBezTo>
                <a:close/>
                <a:moveTo>
                  <a:pt x="486" y="309"/>
                </a:moveTo>
                <a:cubicBezTo>
                  <a:pt x="486" y="313"/>
                  <a:pt x="486" y="313"/>
                  <a:pt x="486" y="313"/>
                </a:cubicBezTo>
                <a:cubicBezTo>
                  <a:pt x="485" y="313"/>
                  <a:pt x="485" y="312"/>
                  <a:pt x="484" y="312"/>
                </a:cubicBezTo>
                <a:cubicBezTo>
                  <a:pt x="484" y="308"/>
                  <a:pt x="484" y="308"/>
                  <a:pt x="484" y="308"/>
                </a:cubicBezTo>
                <a:cubicBezTo>
                  <a:pt x="486" y="309"/>
                  <a:pt x="486" y="309"/>
                  <a:pt x="486" y="309"/>
                </a:cubicBezTo>
                <a:close/>
                <a:moveTo>
                  <a:pt x="486" y="323"/>
                </a:moveTo>
                <a:cubicBezTo>
                  <a:pt x="486" y="330"/>
                  <a:pt x="486" y="330"/>
                  <a:pt x="486" y="330"/>
                </a:cubicBezTo>
                <a:cubicBezTo>
                  <a:pt x="485" y="330"/>
                  <a:pt x="485" y="331"/>
                  <a:pt x="484" y="33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6" y="323"/>
                  <a:pt x="486" y="323"/>
                  <a:pt x="486" y="323"/>
                </a:cubicBezTo>
                <a:cubicBezTo>
                  <a:pt x="486" y="323"/>
                  <a:pt x="486" y="323"/>
                  <a:pt x="486" y="323"/>
                </a:cubicBezTo>
                <a:close/>
                <a:moveTo>
                  <a:pt x="486" y="339"/>
                </a:moveTo>
                <a:cubicBezTo>
                  <a:pt x="486" y="355"/>
                  <a:pt x="486" y="355"/>
                  <a:pt x="486" y="355"/>
                </a:cubicBezTo>
                <a:cubicBezTo>
                  <a:pt x="485" y="356"/>
                  <a:pt x="485" y="357"/>
                  <a:pt x="484" y="359"/>
                </a:cubicBezTo>
                <a:cubicBezTo>
                  <a:pt x="484" y="350"/>
                  <a:pt x="484" y="350"/>
                  <a:pt x="484" y="350"/>
                </a:cubicBezTo>
                <a:cubicBezTo>
                  <a:pt x="485" y="349"/>
                  <a:pt x="485" y="347"/>
                  <a:pt x="484" y="346"/>
                </a:cubicBezTo>
                <a:cubicBezTo>
                  <a:pt x="484" y="338"/>
                  <a:pt x="484" y="338"/>
                  <a:pt x="484" y="338"/>
                </a:cubicBezTo>
                <a:cubicBezTo>
                  <a:pt x="485" y="338"/>
                  <a:pt x="485" y="339"/>
                  <a:pt x="486" y="339"/>
                </a:cubicBezTo>
                <a:close/>
                <a:moveTo>
                  <a:pt x="486" y="367"/>
                </a:moveTo>
                <a:cubicBezTo>
                  <a:pt x="486" y="390"/>
                  <a:pt x="486" y="390"/>
                  <a:pt x="486" y="390"/>
                </a:cubicBezTo>
                <a:cubicBezTo>
                  <a:pt x="485" y="387"/>
                  <a:pt x="485" y="384"/>
                  <a:pt x="484" y="381"/>
                </a:cubicBezTo>
                <a:cubicBezTo>
                  <a:pt x="484" y="369"/>
                  <a:pt x="484" y="369"/>
                  <a:pt x="484" y="369"/>
                </a:cubicBezTo>
                <a:cubicBezTo>
                  <a:pt x="486" y="367"/>
                  <a:pt x="486" y="367"/>
                  <a:pt x="486" y="367"/>
                </a:cubicBezTo>
                <a:close/>
                <a:moveTo>
                  <a:pt x="486" y="420"/>
                </a:moveTo>
                <a:cubicBezTo>
                  <a:pt x="486" y="434"/>
                  <a:pt x="486" y="434"/>
                  <a:pt x="486" y="434"/>
                </a:cubicBezTo>
                <a:cubicBezTo>
                  <a:pt x="485" y="434"/>
                  <a:pt x="485" y="435"/>
                  <a:pt x="484" y="436"/>
                </a:cubicBezTo>
                <a:cubicBezTo>
                  <a:pt x="484" y="423"/>
                  <a:pt x="484" y="423"/>
                  <a:pt x="484" y="423"/>
                </a:cubicBezTo>
                <a:cubicBezTo>
                  <a:pt x="485" y="422"/>
                  <a:pt x="485" y="421"/>
                  <a:pt x="486" y="420"/>
                </a:cubicBezTo>
                <a:close/>
                <a:moveTo>
                  <a:pt x="486" y="438"/>
                </a:moveTo>
                <a:cubicBezTo>
                  <a:pt x="486" y="442"/>
                  <a:pt x="486" y="442"/>
                  <a:pt x="486" y="442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6" y="438"/>
                  <a:pt x="486" y="438"/>
                  <a:pt x="486" y="438"/>
                </a:cubicBezTo>
                <a:close/>
                <a:moveTo>
                  <a:pt x="486" y="448"/>
                </a:moveTo>
                <a:cubicBezTo>
                  <a:pt x="486" y="453"/>
                  <a:pt x="486" y="453"/>
                  <a:pt x="486" y="453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4" y="449"/>
                  <a:pt x="484" y="449"/>
                  <a:pt x="484" y="449"/>
                </a:cubicBezTo>
                <a:cubicBezTo>
                  <a:pt x="485" y="449"/>
                  <a:pt x="485" y="449"/>
                  <a:pt x="486" y="448"/>
                </a:cubicBezTo>
                <a:close/>
                <a:moveTo>
                  <a:pt x="486" y="457"/>
                </a:moveTo>
                <a:cubicBezTo>
                  <a:pt x="486" y="465"/>
                  <a:pt x="486" y="465"/>
                  <a:pt x="486" y="465"/>
                </a:cubicBezTo>
                <a:cubicBezTo>
                  <a:pt x="485" y="465"/>
                  <a:pt x="485" y="466"/>
                  <a:pt x="484" y="467"/>
                </a:cubicBezTo>
                <a:cubicBezTo>
                  <a:pt x="484" y="458"/>
                  <a:pt x="484" y="458"/>
                  <a:pt x="484" y="458"/>
                </a:cubicBezTo>
                <a:cubicBezTo>
                  <a:pt x="485" y="458"/>
                  <a:pt x="485" y="458"/>
                  <a:pt x="485" y="458"/>
                </a:cubicBezTo>
                <a:cubicBezTo>
                  <a:pt x="486" y="457"/>
                  <a:pt x="486" y="457"/>
                  <a:pt x="486" y="457"/>
                </a:cubicBezTo>
                <a:close/>
                <a:moveTo>
                  <a:pt x="486" y="472"/>
                </a:moveTo>
                <a:cubicBezTo>
                  <a:pt x="486" y="478"/>
                  <a:pt x="486" y="478"/>
                  <a:pt x="486" y="478"/>
                </a:cubicBezTo>
                <a:cubicBezTo>
                  <a:pt x="486" y="478"/>
                  <a:pt x="485" y="477"/>
                  <a:pt x="485" y="477"/>
                </a:cubicBezTo>
                <a:cubicBezTo>
                  <a:pt x="485" y="477"/>
                  <a:pt x="485" y="478"/>
                  <a:pt x="484" y="478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6" y="472"/>
                  <a:pt x="486" y="472"/>
                  <a:pt x="486" y="472"/>
                </a:cubicBezTo>
                <a:close/>
                <a:moveTo>
                  <a:pt x="486" y="491"/>
                </a:moveTo>
                <a:cubicBezTo>
                  <a:pt x="486" y="499"/>
                  <a:pt x="486" y="499"/>
                  <a:pt x="486" y="499"/>
                </a:cubicBezTo>
                <a:cubicBezTo>
                  <a:pt x="485" y="501"/>
                  <a:pt x="485" y="501"/>
                  <a:pt x="485" y="501"/>
                </a:cubicBezTo>
                <a:cubicBezTo>
                  <a:pt x="486" y="502"/>
                  <a:pt x="486" y="502"/>
                  <a:pt x="486" y="502"/>
                </a:cubicBezTo>
                <a:cubicBezTo>
                  <a:pt x="486" y="508"/>
                  <a:pt x="486" y="508"/>
                  <a:pt x="486" y="508"/>
                </a:cubicBezTo>
                <a:cubicBezTo>
                  <a:pt x="484" y="507"/>
                  <a:pt x="484" y="507"/>
                  <a:pt x="484" y="507"/>
                </a:cubicBezTo>
                <a:cubicBezTo>
                  <a:pt x="484" y="493"/>
                  <a:pt x="484" y="493"/>
                  <a:pt x="484" y="493"/>
                </a:cubicBezTo>
                <a:cubicBezTo>
                  <a:pt x="485" y="492"/>
                  <a:pt x="485" y="492"/>
                  <a:pt x="486" y="491"/>
                </a:cubicBezTo>
                <a:close/>
                <a:moveTo>
                  <a:pt x="486" y="541"/>
                </a:moveTo>
                <a:cubicBezTo>
                  <a:pt x="486" y="559"/>
                  <a:pt x="486" y="559"/>
                  <a:pt x="486" y="559"/>
                </a:cubicBezTo>
                <a:cubicBezTo>
                  <a:pt x="485" y="559"/>
                  <a:pt x="485" y="559"/>
                  <a:pt x="484" y="559"/>
                </a:cubicBezTo>
                <a:cubicBezTo>
                  <a:pt x="484" y="539"/>
                  <a:pt x="484" y="539"/>
                  <a:pt x="484" y="539"/>
                </a:cubicBezTo>
                <a:cubicBezTo>
                  <a:pt x="486" y="541"/>
                  <a:pt x="486" y="541"/>
                  <a:pt x="486" y="541"/>
                </a:cubicBezTo>
                <a:close/>
                <a:moveTo>
                  <a:pt x="486" y="563"/>
                </a:moveTo>
                <a:cubicBezTo>
                  <a:pt x="486" y="574"/>
                  <a:pt x="486" y="574"/>
                  <a:pt x="486" y="574"/>
                </a:cubicBezTo>
                <a:cubicBezTo>
                  <a:pt x="484" y="576"/>
                  <a:pt x="484" y="576"/>
                  <a:pt x="484" y="576"/>
                </a:cubicBezTo>
                <a:cubicBezTo>
                  <a:pt x="484" y="564"/>
                  <a:pt x="484" y="564"/>
                  <a:pt x="484" y="564"/>
                </a:cubicBezTo>
                <a:cubicBezTo>
                  <a:pt x="486" y="563"/>
                  <a:pt x="486" y="563"/>
                  <a:pt x="486" y="563"/>
                </a:cubicBezTo>
                <a:close/>
                <a:moveTo>
                  <a:pt x="486" y="593"/>
                </a:moveTo>
                <a:cubicBezTo>
                  <a:pt x="486" y="602"/>
                  <a:pt x="486" y="602"/>
                  <a:pt x="486" y="602"/>
                </a:cubicBezTo>
                <a:cubicBezTo>
                  <a:pt x="485" y="602"/>
                  <a:pt x="485" y="602"/>
                  <a:pt x="484" y="602"/>
                </a:cubicBezTo>
                <a:cubicBezTo>
                  <a:pt x="484" y="593"/>
                  <a:pt x="484" y="593"/>
                  <a:pt x="484" y="593"/>
                </a:cubicBezTo>
                <a:cubicBezTo>
                  <a:pt x="485" y="593"/>
                  <a:pt x="485" y="593"/>
                  <a:pt x="486" y="593"/>
                </a:cubicBezTo>
                <a:close/>
                <a:moveTo>
                  <a:pt x="486" y="614"/>
                </a:moveTo>
                <a:cubicBezTo>
                  <a:pt x="486" y="623"/>
                  <a:pt x="486" y="623"/>
                  <a:pt x="486" y="623"/>
                </a:cubicBezTo>
                <a:cubicBezTo>
                  <a:pt x="484" y="623"/>
                  <a:pt x="484" y="623"/>
                  <a:pt x="484" y="623"/>
                </a:cubicBezTo>
                <a:cubicBezTo>
                  <a:pt x="484" y="613"/>
                  <a:pt x="484" y="613"/>
                  <a:pt x="484" y="613"/>
                </a:cubicBezTo>
                <a:cubicBezTo>
                  <a:pt x="486" y="614"/>
                  <a:pt x="486" y="614"/>
                  <a:pt x="486" y="614"/>
                </a:cubicBezTo>
                <a:close/>
                <a:moveTo>
                  <a:pt x="486" y="673"/>
                </a:moveTo>
                <a:cubicBezTo>
                  <a:pt x="486" y="685"/>
                  <a:pt x="486" y="685"/>
                  <a:pt x="486" y="685"/>
                </a:cubicBezTo>
                <a:cubicBezTo>
                  <a:pt x="484" y="685"/>
                  <a:pt x="484" y="685"/>
                  <a:pt x="484" y="685"/>
                </a:cubicBezTo>
                <a:cubicBezTo>
                  <a:pt x="484" y="673"/>
                  <a:pt x="484" y="673"/>
                  <a:pt x="484" y="673"/>
                </a:cubicBezTo>
                <a:cubicBezTo>
                  <a:pt x="486" y="673"/>
                  <a:pt x="486" y="673"/>
                  <a:pt x="486" y="673"/>
                </a:cubicBezTo>
                <a:close/>
                <a:moveTo>
                  <a:pt x="486" y="738"/>
                </a:moveTo>
                <a:cubicBezTo>
                  <a:pt x="486" y="751"/>
                  <a:pt x="486" y="751"/>
                  <a:pt x="486" y="751"/>
                </a:cubicBezTo>
                <a:cubicBezTo>
                  <a:pt x="485" y="751"/>
                  <a:pt x="485" y="751"/>
                  <a:pt x="484" y="751"/>
                </a:cubicBezTo>
                <a:cubicBezTo>
                  <a:pt x="484" y="738"/>
                  <a:pt x="484" y="738"/>
                  <a:pt x="484" y="738"/>
                </a:cubicBezTo>
                <a:cubicBezTo>
                  <a:pt x="485" y="738"/>
                  <a:pt x="485" y="738"/>
                  <a:pt x="486" y="738"/>
                </a:cubicBezTo>
                <a:close/>
                <a:moveTo>
                  <a:pt x="484" y="11"/>
                </a:moveTo>
                <a:cubicBezTo>
                  <a:pt x="484" y="11"/>
                  <a:pt x="484" y="11"/>
                  <a:pt x="484" y="11"/>
                </a:cubicBezTo>
                <a:cubicBezTo>
                  <a:pt x="484" y="37"/>
                  <a:pt x="484" y="37"/>
                  <a:pt x="484" y="37"/>
                </a:cubicBezTo>
                <a:cubicBezTo>
                  <a:pt x="484" y="35"/>
                  <a:pt x="484" y="35"/>
                  <a:pt x="484" y="35"/>
                </a:cubicBezTo>
                <a:cubicBezTo>
                  <a:pt x="484" y="11"/>
                  <a:pt x="484" y="11"/>
                  <a:pt x="484" y="11"/>
                </a:cubicBezTo>
                <a:close/>
                <a:moveTo>
                  <a:pt x="484" y="784"/>
                </a:moveTo>
                <a:cubicBezTo>
                  <a:pt x="484" y="784"/>
                  <a:pt x="484" y="784"/>
                  <a:pt x="484" y="78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4" y="784"/>
                  <a:pt x="484" y="784"/>
                  <a:pt x="484" y="784"/>
                </a:cubicBezTo>
                <a:close/>
                <a:moveTo>
                  <a:pt x="484" y="50"/>
                </a:moveTo>
                <a:cubicBezTo>
                  <a:pt x="484" y="57"/>
                  <a:pt x="484" y="57"/>
                  <a:pt x="484" y="57"/>
                </a:cubicBezTo>
                <a:cubicBezTo>
                  <a:pt x="484" y="57"/>
                  <a:pt x="484" y="57"/>
                  <a:pt x="484" y="57"/>
                </a:cubicBezTo>
                <a:cubicBezTo>
                  <a:pt x="484" y="50"/>
                  <a:pt x="484" y="50"/>
                  <a:pt x="484" y="50"/>
                </a:cubicBezTo>
                <a:cubicBezTo>
                  <a:pt x="484" y="50"/>
                  <a:pt x="484" y="50"/>
                  <a:pt x="484" y="50"/>
                </a:cubicBezTo>
                <a:close/>
                <a:moveTo>
                  <a:pt x="484" y="75"/>
                </a:moveTo>
                <a:cubicBezTo>
                  <a:pt x="484" y="120"/>
                  <a:pt x="484" y="120"/>
                  <a:pt x="484" y="120"/>
                </a:cubicBezTo>
                <a:cubicBezTo>
                  <a:pt x="484" y="120"/>
                  <a:pt x="484" y="120"/>
                  <a:pt x="484" y="120"/>
                </a:cubicBezTo>
                <a:cubicBezTo>
                  <a:pt x="484" y="122"/>
                  <a:pt x="484" y="123"/>
                  <a:pt x="484" y="124"/>
                </a:cubicBezTo>
                <a:cubicBezTo>
                  <a:pt x="484" y="124"/>
                  <a:pt x="484" y="124"/>
                  <a:pt x="484" y="124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76"/>
                  <a:pt x="484" y="76"/>
                  <a:pt x="484" y="76"/>
                </a:cubicBezTo>
                <a:cubicBezTo>
                  <a:pt x="484" y="75"/>
                  <a:pt x="484" y="75"/>
                  <a:pt x="484" y="75"/>
                </a:cubicBezTo>
                <a:cubicBezTo>
                  <a:pt x="484" y="75"/>
                  <a:pt x="484" y="75"/>
                  <a:pt x="484" y="75"/>
                </a:cubicBezTo>
                <a:close/>
                <a:moveTo>
                  <a:pt x="484" y="140"/>
                </a:moveTo>
                <a:cubicBezTo>
                  <a:pt x="484" y="148"/>
                  <a:pt x="484" y="148"/>
                  <a:pt x="484" y="148"/>
                </a:cubicBezTo>
                <a:cubicBezTo>
                  <a:pt x="484" y="148"/>
                  <a:pt x="484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ubicBezTo>
                  <a:pt x="484" y="140"/>
                  <a:pt x="484" y="140"/>
                  <a:pt x="484" y="140"/>
                </a:cubicBezTo>
                <a:close/>
                <a:moveTo>
                  <a:pt x="484" y="182"/>
                </a:moveTo>
                <a:cubicBezTo>
                  <a:pt x="484" y="193"/>
                  <a:pt x="484" y="193"/>
                  <a:pt x="484" y="193"/>
                </a:cubicBezTo>
                <a:cubicBezTo>
                  <a:pt x="484" y="192"/>
                  <a:pt x="484" y="192"/>
                  <a:pt x="484" y="191"/>
                </a:cubicBezTo>
                <a:cubicBezTo>
                  <a:pt x="484" y="181"/>
                  <a:pt x="484" y="181"/>
                  <a:pt x="484" y="181"/>
                </a:cubicBezTo>
                <a:cubicBezTo>
                  <a:pt x="484" y="182"/>
                  <a:pt x="484" y="182"/>
                  <a:pt x="484" y="182"/>
                </a:cubicBezTo>
                <a:close/>
                <a:moveTo>
                  <a:pt x="484" y="206"/>
                </a:moveTo>
                <a:cubicBezTo>
                  <a:pt x="484" y="211"/>
                  <a:pt x="484" y="211"/>
                  <a:pt x="484" y="211"/>
                </a:cubicBezTo>
                <a:cubicBezTo>
                  <a:pt x="484" y="211"/>
                  <a:pt x="484" y="211"/>
                  <a:pt x="484" y="211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4" y="206"/>
                  <a:pt x="484" y="206"/>
                  <a:pt x="484" y="206"/>
                </a:cubicBezTo>
                <a:close/>
                <a:moveTo>
                  <a:pt x="484" y="235"/>
                </a:moveTo>
                <a:cubicBezTo>
                  <a:pt x="484" y="268"/>
                  <a:pt x="484" y="268"/>
                  <a:pt x="484" y="268"/>
                </a:cubicBezTo>
                <a:cubicBezTo>
                  <a:pt x="484" y="268"/>
                  <a:pt x="484" y="268"/>
                  <a:pt x="484" y="268"/>
                </a:cubicBezTo>
                <a:cubicBezTo>
                  <a:pt x="484" y="235"/>
                  <a:pt x="484" y="235"/>
                  <a:pt x="484" y="235"/>
                </a:cubicBezTo>
                <a:cubicBezTo>
                  <a:pt x="484" y="235"/>
                  <a:pt x="484" y="235"/>
                  <a:pt x="484" y="235"/>
                </a:cubicBezTo>
                <a:close/>
                <a:moveTo>
                  <a:pt x="484" y="297"/>
                </a:moveTo>
                <a:cubicBezTo>
                  <a:pt x="484" y="302"/>
                  <a:pt x="484" y="302"/>
                  <a:pt x="484" y="302"/>
                </a:cubicBezTo>
                <a:cubicBezTo>
                  <a:pt x="484" y="302"/>
                  <a:pt x="484" y="302"/>
                  <a:pt x="484" y="302"/>
                </a:cubicBezTo>
                <a:cubicBezTo>
                  <a:pt x="484" y="297"/>
                  <a:pt x="484" y="297"/>
                  <a:pt x="484" y="297"/>
                </a:cubicBezTo>
                <a:cubicBezTo>
                  <a:pt x="484" y="297"/>
                  <a:pt x="484" y="297"/>
                  <a:pt x="484" y="297"/>
                </a:cubicBezTo>
                <a:close/>
                <a:moveTo>
                  <a:pt x="484" y="308"/>
                </a:moveTo>
                <a:cubicBezTo>
                  <a:pt x="484" y="312"/>
                  <a:pt x="484" y="312"/>
                  <a:pt x="484" y="312"/>
                </a:cubicBezTo>
                <a:cubicBezTo>
                  <a:pt x="484" y="312"/>
                  <a:pt x="484" y="312"/>
                  <a:pt x="484" y="312"/>
                </a:cubicBezTo>
                <a:cubicBezTo>
                  <a:pt x="484" y="307"/>
                  <a:pt x="484" y="307"/>
                  <a:pt x="484" y="307"/>
                </a:cubicBezTo>
                <a:cubicBezTo>
                  <a:pt x="484" y="308"/>
                  <a:pt x="484" y="308"/>
                  <a:pt x="484" y="308"/>
                </a:cubicBezTo>
                <a:close/>
                <a:moveTo>
                  <a:pt x="484" y="322"/>
                </a:moveTo>
                <a:cubicBezTo>
                  <a:pt x="484" y="332"/>
                  <a:pt x="484" y="332"/>
                  <a:pt x="484" y="332"/>
                </a:cubicBezTo>
                <a:cubicBezTo>
                  <a:pt x="484" y="332"/>
                  <a:pt x="484" y="332"/>
                  <a:pt x="484" y="332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4" y="322"/>
                  <a:pt x="484" y="322"/>
                  <a:pt x="484" y="322"/>
                </a:cubicBezTo>
                <a:close/>
                <a:moveTo>
                  <a:pt x="484" y="338"/>
                </a:moveTo>
                <a:cubicBezTo>
                  <a:pt x="484" y="346"/>
                  <a:pt x="484" y="346"/>
                  <a:pt x="484" y="346"/>
                </a:cubicBezTo>
                <a:cubicBezTo>
                  <a:pt x="484" y="345"/>
                  <a:pt x="484" y="345"/>
                  <a:pt x="484" y="344"/>
                </a:cubicBezTo>
                <a:cubicBezTo>
                  <a:pt x="484" y="337"/>
                  <a:pt x="484" y="337"/>
                  <a:pt x="484" y="337"/>
                </a:cubicBezTo>
                <a:cubicBezTo>
                  <a:pt x="484" y="338"/>
                  <a:pt x="484" y="338"/>
                  <a:pt x="484" y="338"/>
                </a:cubicBezTo>
                <a:close/>
                <a:moveTo>
                  <a:pt x="484" y="350"/>
                </a:moveTo>
                <a:cubicBezTo>
                  <a:pt x="484" y="359"/>
                  <a:pt x="484" y="359"/>
                  <a:pt x="484" y="359"/>
                </a:cubicBezTo>
                <a:cubicBezTo>
                  <a:pt x="484" y="362"/>
                  <a:pt x="484" y="365"/>
                  <a:pt x="484" y="369"/>
                </a:cubicBezTo>
                <a:cubicBezTo>
                  <a:pt x="484" y="369"/>
                  <a:pt x="484" y="369"/>
                  <a:pt x="484" y="369"/>
                </a:cubicBezTo>
                <a:cubicBezTo>
                  <a:pt x="484" y="381"/>
                  <a:pt x="484" y="381"/>
                  <a:pt x="484" y="381"/>
                </a:cubicBezTo>
                <a:cubicBezTo>
                  <a:pt x="484" y="380"/>
                  <a:pt x="484" y="379"/>
                  <a:pt x="484" y="379"/>
                </a:cubicBezTo>
                <a:cubicBezTo>
                  <a:pt x="484" y="351"/>
                  <a:pt x="484" y="351"/>
                  <a:pt x="484" y="351"/>
                </a:cubicBezTo>
                <a:cubicBezTo>
                  <a:pt x="484" y="351"/>
                  <a:pt x="484" y="350"/>
                  <a:pt x="484" y="350"/>
                </a:cubicBezTo>
                <a:close/>
                <a:moveTo>
                  <a:pt x="484" y="423"/>
                </a:moveTo>
                <a:cubicBezTo>
                  <a:pt x="484" y="436"/>
                  <a:pt x="484" y="436"/>
                  <a:pt x="484" y="436"/>
                </a:cubicBezTo>
                <a:cubicBezTo>
                  <a:pt x="484" y="436"/>
                  <a:pt x="484" y="436"/>
                  <a:pt x="484" y="437"/>
                </a:cubicBezTo>
                <a:cubicBezTo>
                  <a:pt x="484" y="425"/>
                  <a:pt x="484" y="425"/>
                  <a:pt x="484" y="425"/>
                </a:cubicBezTo>
                <a:cubicBezTo>
                  <a:pt x="484" y="423"/>
                  <a:pt x="484" y="423"/>
                  <a:pt x="484" y="423"/>
                </a:cubicBezTo>
                <a:close/>
                <a:moveTo>
                  <a:pt x="484" y="438"/>
                </a:moveTo>
                <a:cubicBezTo>
                  <a:pt x="484" y="442"/>
                  <a:pt x="484" y="442"/>
                  <a:pt x="484" y="442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4" y="438"/>
                  <a:pt x="484" y="438"/>
                  <a:pt x="484" y="438"/>
                </a:cubicBezTo>
                <a:close/>
                <a:moveTo>
                  <a:pt x="484" y="449"/>
                </a:moveTo>
                <a:cubicBezTo>
                  <a:pt x="484" y="453"/>
                  <a:pt x="484" y="453"/>
                  <a:pt x="484" y="453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4" y="449"/>
                  <a:pt x="484" y="449"/>
                  <a:pt x="484" y="449"/>
                </a:cubicBezTo>
                <a:cubicBezTo>
                  <a:pt x="484" y="449"/>
                  <a:pt x="484" y="449"/>
                  <a:pt x="484" y="449"/>
                </a:cubicBezTo>
                <a:close/>
                <a:moveTo>
                  <a:pt x="484" y="458"/>
                </a:moveTo>
                <a:cubicBezTo>
                  <a:pt x="484" y="467"/>
                  <a:pt x="484" y="467"/>
                  <a:pt x="484" y="467"/>
                </a:cubicBezTo>
                <a:cubicBezTo>
                  <a:pt x="484" y="468"/>
                  <a:pt x="484" y="468"/>
                  <a:pt x="484" y="468"/>
                </a:cubicBezTo>
                <a:cubicBezTo>
                  <a:pt x="484" y="458"/>
                  <a:pt x="484" y="458"/>
                  <a:pt x="484" y="458"/>
                </a:cubicBezTo>
                <a:cubicBezTo>
                  <a:pt x="484" y="458"/>
                  <a:pt x="484" y="458"/>
                  <a:pt x="484" y="458"/>
                </a:cubicBezTo>
                <a:close/>
                <a:moveTo>
                  <a:pt x="484" y="471"/>
                </a:moveTo>
                <a:cubicBezTo>
                  <a:pt x="484" y="478"/>
                  <a:pt x="484" y="478"/>
                  <a:pt x="484" y="478"/>
                </a:cubicBezTo>
                <a:cubicBezTo>
                  <a:pt x="484" y="478"/>
                  <a:pt x="484" y="478"/>
                  <a:pt x="484" y="478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4" y="471"/>
                  <a:pt x="484" y="471"/>
                  <a:pt x="484" y="471"/>
                </a:cubicBezTo>
                <a:close/>
                <a:moveTo>
                  <a:pt x="484" y="493"/>
                </a:moveTo>
                <a:cubicBezTo>
                  <a:pt x="484" y="507"/>
                  <a:pt x="484" y="507"/>
                  <a:pt x="484" y="507"/>
                </a:cubicBezTo>
                <a:cubicBezTo>
                  <a:pt x="484" y="506"/>
                  <a:pt x="484" y="506"/>
                  <a:pt x="484" y="506"/>
                </a:cubicBezTo>
                <a:cubicBezTo>
                  <a:pt x="484" y="494"/>
                  <a:pt x="484" y="494"/>
                  <a:pt x="484" y="494"/>
                </a:cubicBezTo>
                <a:cubicBezTo>
                  <a:pt x="484" y="494"/>
                  <a:pt x="484" y="493"/>
                  <a:pt x="484" y="493"/>
                </a:cubicBezTo>
                <a:close/>
                <a:moveTo>
                  <a:pt x="484" y="539"/>
                </a:moveTo>
                <a:cubicBezTo>
                  <a:pt x="484" y="559"/>
                  <a:pt x="484" y="559"/>
                  <a:pt x="484" y="559"/>
                </a:cubicBezTo>
                <a:cubicBezTo>
                  <a:pt x="484" y="559"/>
                  <a:pt x="484" y="559"/>
                  <a:pt x="484" y="559"/>
                </a:cubicBezTo>
                <a:cubicBezTo>
                  <a:pt x="484" y="538"/>
                  <a:pt x="484" y="538"/>
                  <a:pt x="484" y="538"/>
                </a:cubicBezTo>
                <a:cubicBezTo>
                  <a:pt x="484" y="539"/>
                  <a:pt x="484" y="539"/>
                  <a:pt x="484" y="539"/>
                </a:cubicBezTo>
                <a:close/>
                <a:moveTo>
                  <a:pt x="484" y="564"/>
                </a:moveTo>
                <a:cubicBezTo>
                  <a:pt x="484" y="576"/>
                  <a:pt x="484" y="576"/>
                  <a:pt x="484" y="576"/>
                </a:cubicBezTo>
                <a:cubicBezTo>
                  <a:pt x="484" y="576"/>
                  <a:pt x="484" y="576"/>
                  <a:pt x="484" y="576"/>
                </a:cubicBezTo>
                <a:cubicBezTo>
                  <a:pt x="484" y="564"/>
                  <a:pt x="484" y="564"/>
                  <a:pt x="484" y="564"/>
                </a:cubicBezTo>
                <a:cubicBezTo>
                  <a:pt x="484" y="564"/>
                  <a:pt x="484" y="564"/>
                  <a:pt x="484" y="564"/>
                </a:cubicBezTo>
                <a:close/>
                <a:moveTo>
                  <a:pt x="484" y="593"/>
                </a:moveTo>
                <a:cubicBezTo>
                  <a:pt x="484" y="602"/>
                  <a:pt x="484" y="602"/>
                  <a:pt x="484" y="602"/>
                </a:cubicBezTo>
                <a:cubicBezTo>
                  <a:pt x="484" y="602"/>
                  <a:pt x="484" y="601"/>
                  <a:pt x="484" y="601"/>
                </a:cubicBezTo>
                <a:cubicBezTo>
                  <a:pt x="484" y="594"/>
                  <a:pt x="484" y="594"/>
                  <a:pt x="484" y="594"/>
                </a:cubicBezTo>
                <a:cubicBezTo>
                  <a:pt x="484" y="593"/>
                  <a:pt x="484" y="593"/>
                  <a:pt x="484" y="593"/>
                </a:cubicBezTo>
                <a:close/>
                <a:moveTo>
                  <a:pt x="484" y="613"/>
                </a:moveTo>
                <a:cubicBezTo>
                  <a:pt x="484" y="623"/>
                  <a:pt x="484" y="623"/>
                  <a:pt x="484" y="623"/>
                </a:cubicBezTo>
                <a:cubicBezTo>
                  <a:pt x="484" y="624"/>
                  <a:pt x="484" y="624"/>
                  <a:pt x="484" y="624"/>
                </a:cubicBezTo>
                <a:cubicBezTo>
                  <a:pt x="484" y="613"/>
                  <a:pt x="484" y="613"/>
                  <a:pt x="484" y="613"/>
                </a:cubicBezTo>
                <a:cubicBezTo>
                  <a:pt x="484" y="613"/>
                  <a:pt x="484" y="613"/>
                  <a:pt x="484" y="613"/>
                </a:cubicBezTo>
                <a:close/>
                <a:moveTo>
                  <a:pt x="484" y="673"/>
                </a:moveTo>
                <a:cubicBezTo>
                  <a:pt x="484" y="685"/>
                  <a:pt x="484" y="685"/>
                  <a:pt x="484" y="685"/>
                </a:cubicBezTo>
                <a:cubicBezTo>
                  <a:pt x="484" y="685"/>
                  <a:pt x="484" y="685"/>
                  <a:pt x="484" y="685"/>
                </a:cubicBezTo>
                <a:cubicBezTo>
                  <a:pt x="484" y="684"/>
                  <a:pt x="484" y="684"/>
                  <a:pt x="484" y="684"/>
                </a:cubicBezTo>
                <a:cubicBezTo>
                  <a:pt x="484" y="673"/>
                  <a:pt x="484" y="673"/>
                  <a:pt x="484" y="673"/>
                </a:cubicBezTo>
                <a:cubicBezTo>
                  <a:pt x="484" y="673"/>
                  <a:pt x="484" y="673"/>
                  <a:pt x="484" y="673"/>
                </a:cubicBezTo>
                <a:close/>
                <a:moveTo>
                  <a:pt x="484" y="738"/>
                </a:moveTo>
                <a:cubicBezTo>
                  <a:pt x="484" y="751"/>
                  <a:pt x="484" y="751"/>
                  <a:pt x="484" y="751"/>
                </a:cubicBezTo>
                <a:cubicBezTo>
                  <a:pt x="484" y="751"/>
                  <a:pt x="484" y="751"/>
                  <a:pt x="484" y="751"/>
                </a:cubicBezTo>
                <a:cubicBezTo>
                  <a:pt x="484" y="739"/>
                  <a:pt x="484" y="739"/>
                  <a:pt x="484" y="739"/>
                </a:cubicBezTo>
                <a:lnTo>
                  <a:pt x="484" y="738"/>
                </a:lnTo>
                <a:close/>
                <a:moveTo>
                  <a:pt x="478" y="10"/>
                </a:moveTo>
                <a:cubicBezTo>
                  <a:pt x="479" y="10"/>
                  <a:pt x="479" y="10"/>
                  <a:pt x="480" y="10"/>
                </a:cubicBezTo>
                <a:cubicBezTo>
                  <a:pt x="481" y="10"/>
                  <a:pt x="482" y="11"/>
                  <a:pt x="484" y="11"/>
                </a:cubicBezTo>
                <a:cubicBezTo>
                  <a:pt x="484" y="35"/>
                  <a:pt x="484" y="35"/>
                  <a:pt x="484" y="35"/>
                </a:cubicBezTo>
                <a:cubicBezTo>
                  <a:pt x="482" y="30"/>
                  <a:pt x="481" y="25"/>
                  <a:pt x="478" y="22"/>
                </a:cubicBezTo>
                <a:cubicBezTo>
                  <a:pt x="478" y="10"/>
                  <a:pt x="478" y="10"/>
                  <a:pt x="478" y="10"/>
                </a:cubicBezTo>
                <a:close/>
                <a:moveTo>
                  <a:pt x="484" y="784"/>
                </a:moveTo>
                <a:cubicBezTo>
                  <a:pt x="482" y="784"/>
                  <a:pt x="480" y="785"/>
                  <a:pt x="478" y="785"/>
                </a:cubicBezTo>
                <a:cubicBezTo>
                  <a:pt x="478" y="770"/>
                  <a:pt x="478" y="770"/>
                  <a:pt x="478" y="770"/>
                </a:cubicBezTo>
                <a:cubicBezTo>
                  <a:pt x="480" y="772"/>
                  <a:pt x="482" y="773"/>
                  <a:pt x="484" y="774"/>
                </a:cubicBezTo>
                <a:cubicBezTo>
                  <a:pt x="484" y="784"/>
                  <a:pt x="484" y="784"/>
                  <a:pt x="484" y="784"/>
                </a:cubicBezTo>
                <a:close/>
                <a:moveTo>
                  <a:pt x="484" y="50"/>
                </a:moveTo>
                <a:cubicBezTo>
                  <a:pt x="484" y="57"/>
                  <a:pt x="484" y="57"/>
                  <a:pt x="484" y="57"/>
                </a:cubicBezTo>
                <a:cubicBezTo>
                  <a:pt x="482" y="57"/>
                  <a:pt x="480" y="56"/>
                  <a:pt x="478" y="56"/>
                </a:cubicBezTo>
                <a:cubicBezTo>
                  <a:pt x="478" y="48"/>
                  <a:pt x="478" y="48"/>
                  <a:pt x="478" y="48"/>
                </a:cubicBezTo>
                <a:cubicBezTo>
                  <a:pt x="483" y="50"/>
                  <a:pt x="483" y="50"/>
                  <a:pt x="483" y="50"/>
                </a:cubicBezTo>
                <a:cubicBezTo>
                  <a:pt x="484" y="50"/>
                  <a:pt x="484" y="50"/>
                  <a:pt x="484" y="50"/>
                </a:cubicBezTo>
                <a:close/>
                <a:moveTo>
                  <a:pt x="484" y="76"/>
                </a:moveTo>
                <a:cubicBezTo>
                  <a:pt x="484" y="139"/>
                  <a:pt x="484" y="139"/>
                  <a:pt x="484" y="139"/>
                </a:cubicBezTo>
                <a:cubicBezTo>
                  <a:pt x="482" y="138"/>
                  <a:pt x="480" y="137"/>
                  <a:pt x="478" y="136"/>
                </a:cubicBezTo>
                <a:cubicBezTo>
                  <a:pt x="478" y="106"/>
                  <a:pt x="478" y="106"/>
                  <a:pt x="478" y="106"/>
                </a:cubicBezTo>
                <a:cubicBezTo>
                  <a:pt x="481" y="105"/>
                  <a:pt x="481" y="105"/>
                  <a:pt x="481" y="105"/>
                </a:cubicBezTo>
                <a:cubicBezTo>
                  <a:pt x="481" y="104"/>
                  <a:pt x="481" y="103"/>
                  <a:pt x="481" y="102"/>
                </a:cubicBezTo>
                <a:cubicBezTo>
                  <a:pt x="480" y="102"/>
                  <a:pt x="479" y="102"/>
                  <a:pt x="478" y="101"/>
                </a:cubicBezTo>
                <a:cubicBezTo>
                  <a:pt x="478" y="80"/>
                  <a:pt x="478" y="80"/>
                  <a:pt x="478" y="80"/>
                </a:cubicBezTo>
                <a:cubicBezTo>
                  <a:pt x="479" y="80"/>
                  <a:pt x="480" y="80"/>
                  <a:pt x="481" y="80"/>
                </a:cubicBezTo>
                <a:cubicBezTo>
                  <a:pt x="482" y="78"/>
                  <a:pt x="483" y="77"/>
                  <a:pt x="484" y="76"/>
                </a:cubicBezTo>
                <a:close/>
                <a:moveTo>
                  <a:pt x="484" y="140"/>
                </a:moveTo>
                <a:cubicBezTo>
                  <a:pt x="482" y="139"/>
                  <a:pt x="480" y="139"/>
                  <a:pt x="478" y="138"/>
                </a:cubicBezTo>
                <a:cubicBezTo>
                  <a:pt x="478" y="148"/>
                  <a:pt x="478" y="148"/>
                  <a:pt x="478" y="148"/>
                </a:cubicBezTo>
                <a:cubicBezTo>
                  <a:pt x="480" y="148"/>
                  <a:pt x="482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lose/>
                <a:moveTo>
                  <a:pt x="484" y="181"/>
                </a:moveTo>
                <a:cubicBezTo>
                  <a:pt x="484" y="191"/>
                  <a:pt x="484" y="191"/>
                  <a:pt x="484" y="191"/>
                </a:cubicBezTo>
                <a:cubicBezTo>
                  <a:pt x="483" y="189"/>
                  <a:pt x="481" y="186"/>
                  <a:pt x="478" y="185"/>
                </a:cubicBezTo>
                <a:cubicBezTo>
                  <a:pt x="478" y="179"/>
                  <a:pt x="478" y="179"/>
                  <a:pt x="478" y="179"/>
                </a:cubicBezTo>
                <a:cubicBezTo>
                  <a:pt x="480" y="180"/>
                  <a:pt x="482" y="180"/>
                  <a:pt x="484" y="181"/>
                </a:cubicBezTo>
                <a:close/>
                <a:moveTo>
                  <a:pt x="484" y="206"/>
                </a:moveTo>
                <a:cubicBezTo>
                  <a:pt x="484" y="211"/>
                  <a:pt x="484" y="211"/>
                  <a:pt x="484" y="211"/>
                </a:cubicBezTo>
                <a:cubicBezTo>
                  <a:pt x="482" y="210"/>
                  <a:pt x="480" y="210"/>
                  <a:pt x="478" y="209"/>
                </a:cubicBezTo>
                <a:cubicBezTo>
                  <a:pt x="478" y="209"/>
                  <a:pt x="478" y="209"/>
                  <a:pt x="478" y="209"/>
                </a:cubicBezTo>
                <a:cubicBezTo>
                  <a:pt x="478" y="202"/>
                  <a:pt x="478" y="202"/>
                  <a:pt x="478" y="202"/>
                </a:cubicBezTo>
                <a:cubicBezTo>
                  <a:pt x="480" y="203"/>
                  <a:pt x="481" y="205"/>
                  <a:pt x="484" y="206"/>
                </a:cubicBezTo>
                <a:close/>
                <a:moveTo>
                  <a:pt x="484" y="235"/>
                </a:moveTo>
                <a:cubicBezTo>
                  <a:pt x="484" y="268"/>
                  <a:pt x="484" y="268"/>
                  <a:pt x="484" y="268"/>
                </a:cubicBezTo>
                <a:cubicBezTo>
                  <a:pt x="481" y="271"/>
                  <a:pt x="479" y="275"/>
                  <a:pt x="478" y="279"/>
                </a:cubicBezTo>
                <a:cubicBezTo>
                  <a:pt x="478" y="251"/>
                  <a:pt x="478" y="251"/>
                  <a:pt x="478" y="251"/>
                </a:cubicBezTo>
                <a:cubicBezTo>
                  <a:pt x="480" y="251"/>
                  <a:pt x="480" y="251"/>
                  <a:pt x="480" y="251"/>
                </a:cubicBezTo>
                <a:cubicBezTo>
                  <a:pt x="481" y="251"/>
                  <a:pt x="482" y="250"/>
                  <a:pt x="483" y="250"/>
                </a:cubicBezTo>
                <a:cubicBezTo>
                  <a:pt x="482" y="246"/>
                  <a:pt x="481" y="244"/>
                  <a:pt x="478" y="243"/>
                </a:cubicBezTo>
                <a:cubicBezTo>
                  <a:pt x="478" y="232"/>
                  <a:pt x="478" y="232"/>
                  <a:pt x="478" y="232"/>
                </a:cubicBezTo>
                <a:cubicBezTo>
                  <a:pt x="480" y="233"/>
                  <a:pt x="482" y="234"/>
                  <a:pt x="484" y="235"/>
                </a:cubicBezTo>
                <a:close/>
                <a:moveTo>
                  <a:pt x="484" y="297"/>
                </a:moveTo>
                <a:cubicBezTo>
                  <a:pt x="484" y="302"/>
                  <a:pt x="484" y="302"/>
                  <a:pt x="484" y="302"/>
                </a:cubicBezTo>
                <a:cubicBezTo>
                  <a:pt x="484" y="302"/>
                  <a:pt x="483" y="302"/>
                  <a:pt x="483" y="302"/>
                </a:cubicBezTo>
                <a:cubicBezTo>
                  <a:pt x="483" y="304"/>
                  <a:pt x="483" y="305"/>
                  <a:pt x="483" y="307"/>
                </a:cubicBezTo>
                <a:cubicBezTo>
                  <a:pt x="484" y="307"/>
                  <a:pt x="484" y="307"/>
                  <a:pt x="484" y="307"/>
                </a:cubicBezTo>
                <a:cubicBezTo>
                  <a:pt x="484" y="312"/>
                  <a:pt x="484" y="312"/>
                  <a:pt x="484" y="312"/>
                </a:cubicBezTo>
                <a:cubicBezTo>
                  <a:pt x="482" y="311"/>
                  <a:pt x="480" y="310"/>
                  <a:pt x="478" y="309"/>
                </a:cubicBezTo>
                <a:cubicBezTo>
                  <a:pt x="478" y="302"/>
                  <a:pt x="478" y="302"/>
                  <a:pt x="478" y="302"/>
                </a:cubicBezTo>
                <a:cubicBezTo>
                  <a:pt x="480" y="301"/>
                  <a:pt x="482" y="299"/>
                  <a:pt x="484" y="297"/>
                </a:cubicBezTo>
                <a:close/>
                <a:moveTo>
                  <a:pt x="484" y="322"/>
                </a:moveTo>
                <a:cubicBezTo>
                  <a:pt x="484" y="327"/>
                  <a:pt x="484" y="327"/>
                  <a:pt x="484" y="327"/>
                </a:cubicBezTo>
                <a:cubicBezTo>
                  <a:pt x="482" y="325"/>
                  <a:pt x="480" y="324"/>
                  <a:pt x="478" y="322"/>
                </a:cubicBezTo>
                <a:cubicBezTo>
                  <a:pt x="478" y="318"/>
                  <a:pt x="478" y="318"/>
                  <a:pt x="478" y="318"/>
                </a:cubicBezTo>
                <a:cubicBezTo>
                  <a:pt x="480" y="319"/>
                  <a:pt x="482" y="320"/>
                  <a:pt x="484" y="322"/>
                </a:cubicBezTo>
                <a:close/>
                <a:moveTo>
                  <a:pt x="484" y="327"/>
                </a:moveTo>
                <a:cubicBezTo>
                  <a:pt x="484" y="332"/>
                  <a:pt x="484" y="332"/>
                  <a:pt x="484" y="332"/>
                </a:cubicBezTo>
                <a:cubicBezTo>
                  <a:pt x="483" y="334"/>
                  <a:pt x="483" y="335"/>
                  <a:pt x="483" y="336"/>
                </a:cubicBezTo>
                <a:cubicBezTo>
                  <a:pt x="483" y="336"/>
                  <a:pt x="484" y="337"/>
                  <a:pt x="484" y="337"/>
                </a:cubicBezTo>
                <a:cubicBezTo>
                  <a:pt x="484" y="344"/>
                  <a:pt x="484" y="344"/>
                  <a:pt x="484" y="344"/>
                </a:cubicBezTo>
                <a:cubicBezTo>
                  <a:pt x="483" y="343"/>
                  <a:pt x="482" y="342"/>
                  <a:pt x="481" y="341"/>
                </a:cubicBezTo>
                <a:cubicBezTo>
                  <a:pt x="480" y="344"/>
                  <a:pt x="479" y="347"/>
                  <a:pt x="478" y="349"/>
                </a:cubicBezTo>
                <a:cubicBezTo>
                  <a:pt x="478" y="331"/>
                  <a:pt x="478" y="331"/>
                  <a:pt x="478" y="331"/>
                </a:cubicBezTo>
                <a:cubicBezTo>
                  <a:pt x="478" y="331"/>
                  <a:pt x="478" y="331"/>
                  <a:pt x="478" y="331"/>
                </a:cubicBezTo>
                <a:cubicBezTo>
                  <a:pt x="480" y="330"/>
                  <a:pt x="482" y="328"/>
                  <a:pt x="484" y="327"/>
                </a:cubicBezTo>
                <a:close/>
                <a:moveTo>
                  <a:pt x="484" y="351"/>
                </a:moveTo>
                <a:cubicBezTo>
                  <a:pt x="484" y="379"/>
                  <a:pt x="484" y="379"/>
                  <a:pt x="484" y="379"/>
                </a:cubicBezTo>
                <a:cubicBezTo>
                  <a:pt x="483" y="373"/>
                  <a:pt x="481" y="367"/>
                  <a:pt x="478" y="362"/>
                </a:cubicBezTo>
                <a:cubicBezTo>
                  <a:pt x="478" y="354"/>
                  <a:pt x="478" y="354"/>
                  <a:pt x="478" y="354"/>
                </a:cubicBezTo>
                <a:cubicBezTo>
                  <a:pt x="478" y="355"/>
                  <a:pt x="479" y="357"/>
                  <a:pt x="480" y="358"/>
                </a:cubicBezTo>
                <a:cubicBezTo>
                  <a:pt x="482" y="355"/>
                  <a:pt x="483" y="353"/>
                  <a:pt x="484" y="351"/>
                </a:cubicBezTo>
                <a:close/>
                <a:moveTo>
                  <a:pt x="484" y="425"/>
                </a:moveTo>
                <a:cubicBezTo>
                  <a:pt x="484" y="437"/>
                  <a:pt x="484" y="437"/>
                  <a:pt x="484" y="437"/>
                </a:cubicBezTo>
                <a:cubicBezTo>
                  <a:pt x="484" y="437"/>
                  <a:pt x="483" y="438"/>
                  <a:pt x="483" y="438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1" y="443"/>
                  <a:pt x="481" y="443"/>
                  <a:pt x="481" y="443"/>
                </a:cubicBezTo>
                <a:cubicBezTo>
                  <a:pt x="480" y="445"/>
                  <a:pt x="479" y="447"/>
                  <a:pt x="478" y="449"/>
                </a:cubicBezTo>
                <a:cubicBezTo>
                  <a:pt x="481" y="449"/>
                  <a:pt x="482" y="449"/>
                  <a:pt x="484" y="449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2" y="453"/>
                  <a:pt x="480" y="453"/>
                  <a:pt x="478" y="453"/>
                </a:cubicBezTo>
                <a:cubicBezTo>
                  <a:pt x="478" y="441"/>
                  <a:pt x="478" y="441"/>
                  <a:pt x="478" y="441"/>
                </a:cubicBezTo>
                <a:cubicBezTo>
                  <a:pt x="481" y="434"/>
                  <a:pt x="483" y="429"/>
                  <a:pt x="484" y="425"/>
                </a:cubicBezTo>
                <a:close/>
                <a:moveTo>
                  <a:pt x="484" y="458"/>
                </a:moveTo>
                <a:cubicBezTo>
                  <a:pt x="484" y="468"/>
                  <a:pt x="484" y="468"/>
                  <a:pt x="484" y="468"/>
                </a:cubicBezTo>
                <a:cubicBezTo>
                  <a:pt x="484" y="468"/>
                  <a:pt x="483" y="469"/>
                  <a:pt x="483" y="469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4" y="478"/>
                  <a:pt x="484" y="478"/>
                  <a:pt x="484" y="478"/>
                </a:cubicBezTo>
                <a:cubicBezTo>
                  <a:pt x="482" y="482"/>
                  <a:pt x="480" y="484"/>
                  <a:pt x="478" y="487"/>
                </a:cubicBezTo>
                <a:cubicBezTo>
                  <a:pt x="478" y="481"/>
                  <a:pt x="478" y="481"/>
                  <a:pt x="478" y="481"/>
                </a:cubicBezTo>
                <a:cubicBezTo>
                  <a:pt x="479" y="478"/>
                  <a:pt x="480" y="476"/>
                  <a:pt x="479" y="472"/>
                </a:cubicBezTo>
                <a:cubicBezTo>
                  <a:pt x="479" y="473"/>
                  <a:pt x="478" y="473"/>
                  <a:pt x="478" y="473"/>
                </a:cubicBezTo>
                <a:cubicBezTo>
                  <a:pt x="478" y="468"/>
                  <a:pt x="478" y="468"/>
                  <a:pt x="478" y="468"/>
                </a:cubicBezTo>
                <a:cubicBezTo>
                  <a:pt x="479" y="467"/>
                  <a:pt x="480" y="466"/>
                  <a:pt x="482" y="465"/>
                </a:cubicBezTo>
                <a:cubicBezTo>
                  <a:pt x="481" y="464"/>
                  <a:pt x="480" y="463"/>
                  <a:pt x="478" y="463"/>
                </a:cubicBezTo>
                <a:cubicBezTo>
                  <a:pt x="478" y="459"/>
                  <a:pt x="478" y="459"/>
                  <a:pt x="478" y="459"/>
                </a:cubicBezTo>
                <a:cubicBezTo>
                  <a:pt x="480" y="459"/>
                  <a:pt x="482" y="459"/>
                  <a:pt x="484" y="458"/>
                </a:cubicBezTo>
                <a:close/>
                <a:moveTo>
                  <a:pt x="484" y="494"/>
                </a:moveTo>
                <a:cubicBezTo>
                  <a:pt x="484" y="506"/>
                  <a:pt x="484" y="506"/>
                  <a:pt x="484" y="506"/>
                </a:cubicBezTo>
                <a:cubicBezTo>
                  <a:pt x="478" y="501"/>
                  <a:pt x="478" y="501"/>
                  <a:pt x="478" y="501"/>
                </a:cubicBezTo>
                <a:cubicBezTo>
                  <a:pt x="478" y="496"/>
                  <a:pt x="478" y="496"/>
                  <a:pt x="478" y="496"/>
                </a:cubicBezTo>
                <a:cubicBezTo>
                  <a:pt x="478" y="497"/>
                  <a:pt x="479" y="497"/>
                  <a:pt x="480" y="498"/>
                </a:cubicBezTo>
                <a:cubicBezTo>
                  <a:pt x="480" y="498"/>
                  <a:pt x="481" y="498"/>
                  <a:pt x="482" y="498"/>
                </a:cubicBezTo>
                <a:cubicBezTo>
                  <a:pt x="483" y="497"/>
                  <a:pt x="483" y="495"/>
                  <a:pt x="484" y="494"/>
                </a:cubicBezTo>
                <a:close/>
                <a:moveTo>
                  <a:pt x="484" y="538"/>
                </a:moveTo>
                <a:cubicBezTo>
                  <a:pt x="484" y="559"/>
                  <a:pt x="484" y="559"/>
                  <a:pt x="484" y="559"/>
                </a:cubicBezTo>
                <a:cubicBezTo>
                  <a:pt x="482" y="560"/>
                  <a:pt x="480" y="561"/>
                  <a:pt x="478" y="561"/>
                </a:cubicBezTo>
                <a:cubicBezTo>
                  <a:pt x="478" y="551"/>
                  <a:pt x="478" y="551"/>
                  <a:pt x="478" y="551"/>
                </a:cubicBezTo>
                <a:cubicBezTo>
                  <a:pt x="479" y="551"/>
                  <a:pt x="479" y="550"/>
                  <a:pt x="480" y="550"/>
                </a:cubicBezTo>
                <a:cubicBezTo>
                  <a:pt x="480" y="548"/>
                  <a:pt x="480" y="547"/>
                  <a:pt x="480" y="545"/>
                </a:cubicBezTo>
                <a:cubicBezTo>
                  <a:pt x="479" y="545"/>
                  <a:pt x="479" y="545"/>
                  <a:pt x="478" y="545"/>
                </a:cubicBezTo>
                <a:cubicBezTo>
                  <a:pt x="478" y="528"/>
                  <a:pt x="478" y="528"/>
                  <a:pt x="478" y="528"/>
                </a:cubicBezTo>
                <a:cubicBezTo>
                  <a:pt x="480" y="531"/>
                  <a:pt x="482" y="535"/>
                  <a:pt x="484" y="538"/>
                </a:cubicBezTo>
                <a:close/>
                <a:moveTo>
                  <a:pt x="484" y="564"/>
                </a:moveTo>
                <a:cubicBezTo>
                  <a:pt x="484" y="576"/>
                  <a:pt x="484" y="576"/>
                  <a:pt x="484" y="576"/>
                </a:cubicBezTo>
                <a:cubicBezTo>
                  <a:pt x="483" y="576"/>
                  <a:pt x="482" y="577"/>
                  <a:pt x="482" y="578"/>
                </a:cubicBezTo>
                <a:cubicBezTo>
                  <a:pt x="482" y="581"/>
                  <a:pt x="482" y="584"/>
                  <a:pt x="482" y="586"/>
                </a:cubicBezTo>
                <a:cubicBezTo>
                  <a:pt x="478" y="585"/>
                  <a:pt x="478" y="585"/>
                  <a:pt x="478" y="585"/>
                </a:cubicBezTo>
                <a:cubicBezTo>
                  <a:pt x="478" y="567"/>
                  <a:pt x="478" y="567"/>
                  <a:pt x="478" y="567"/>
                </a:cubicBezTo>
                <a:cubicBezTo>
                  <a:pt x="480" y="566"/>
                  <a:pt x="482" y="565"/>
                  <a:pt x="484" y="564"/>
                </a:cubicBezTo>
                <a:close/>
                <a:moveTo>
                  <a:pt x="484" y="594"/>
                </a:moveTo>
                <a:cubicBezTo>
                  <a:pt x="484" y="601"/>
                  <a:pt x="484" y="601"/>
                  <a:pt x="484" y="601"/>
                </a:cubicBezTo>
                <a:cubicBezTo>
                  <a:pt x="482" y="601"/>
                  <a:pt x="480" y="601"/>
                  <a:pt x="478" y="601"/>
                </a:cubicBezTo>
                <a:cubicBezTo>
                  <a:pt x="478" y="595"/>
                  <a:pt x="478" y="595"/>
                  <a:pt x="478" y="595"/>
                </a:cubicBezTo>
                <a:cubicBezTo>
                  <a:pt x="480" y="595"/>
                  <a:pt x="482" y="595"/>
                  <a:pt x="484" y="594"/>
                </a:cubicBezTo>
                <a:close/>
                <a:moveTo>
                  <a:pt x="484" y="613"/>
                </a:moveTo>
                <a:cubicBezTo>
                  <a:pt x="484" y="624"/>
                  <a:pt x="484" y="624"/>
                  <a:pt x="484" y="624"/>
                </a:cubicBezTo>
                <a:cubicBezTo>
                  <a:pt x="482" y="624"/>
                  <a:pt x="480" y="625"/>
                  <a:pt x="478" y="626"/>
                </a:cubicBezTo>
                <a:cubicBezTo>
                  <a:pt x="478" y="620"/>
                  <a:pt x="478" y="620"/>
                  <a:pt x="478" y="620"/>
                </a:cubicBezTo>
                <a:cubicBezTo>
                  <a:pt x="480" y="619"/>
                  <a:pt x="480" y="619"/>
                  <a:pt x="480" y="619"/>
                </a:cubicBezTo>
                <a:cubicBezTo>
                  <a:pt x="479" y="618"/>
                  <a:pt x="479" y="617"/>
                  <a:pt x="478" y="616"/>
                </a:cubicBezTo>
                <a:cubicBezTo>
                  <a:pt x="478" y="609"/>
                  <a:pt x="478" y="609"/>
                  <a:pt x="478" y="609"/>
                </a:cubicBezTo>
                <a:cubicBezTo>
                  <a:pt x="480" y="611"/>
                  <a:pt x="482" y="612"/>
                  <a:pt x="484" y="613"/>
                </a:cubicBezTo>
                <a:close/>
                <a:moveTo>
                  <a:pt x="484" y="673"/>
                </a:moveTo>
                <a:cubicBezTo>
                  <a:pt x="484" y="684"/>
                  <a:pt x="484" y="684"/>
                  <a:pt x="484" y="684"/>
                </a:cubicBezTo>
                <a:cubicBezTo>
                  <a:pt x="483" y="681"/>
                  <a:pt x="482" y="678"/>
                  <a:pt x="481" y="675"/>
                </a:cubicBezTo>
                <a:cubicBezTo>
                  <a:pt x="484" y="673"/>
                  <a:pt x="484" y="673"/>
                  <a:pt x="484" y="673"/>
                </a:cubicBezTo>
                <a:close/>
                <a:moveTo>
                  <a:pt x="484" y="739"/>
                </a:moveTo>
                <a:cubicBezTo>
                  <a:pt x="484" y="751"/>
                  <a:pt x="484" y="751"/>
                  <a:pt x="484" y="751"/>
                </a:cubicBezTo>
                <a:cubicBezTo>
                  <a:pt x="482" y="750"/>
                  <a:pt x="480" y="749"/>
                  <a:pt x="478" y="749"/>
                </a:cubicBezTo>
                <a:cubicBezTo>
                  <a:pt x="478" y="740"/>
                  <a:pt x="478" y="740"/>
                  <a:pt x="478" y="740"/>
                </a:cubicBezTo>
                <a:cubicBezTo>
                  <a:pt x="480" y="739"/>
                  <a:pt x="482" y="739"/>
                  <a:pt x="484" y="739"/>
                </a:cubicBezTo>
                <a:close/>
                <a:moveTo>
                  <a:pt x="476" y="9"/>
                </a:moveTo>
                <a:cubicBezTo>
                  <a:pt x="476" y="9"/>
                  <a:pt x="477" y="9"/>
                  <a:pt x="478" y="10"/>
                </a:cubicBezTo>
                <a:cubicBezTo>
                  <a:pt x="478" y="22"/>
                  <a:pt x="478" y="22"/>
                  <a:pt x="478" y="22"/>
                </a:cubicBezTo>
                <a:cubicBezTo>
                  <a:pt x="477" y="21"/>
                  <a:pt x="476" y="20"/>
                  <a:pt x="476" y="19"/>
                </a:cubicBezTo>
                <a:cubicBezTo>
                  <a:pt x="476" y="9"/>
                  <a:pt x="476" y="9"/>
                  <a:pt x="476" y="9"/>
                </a:cubicBezTo>
                <a:close/>
                <a:moveTo>
                  <a:pt x="478" y="785"/>
                </a:moveTo>
                <a:cubicBezTo>
                  <a:pt x="476" y="786"/>
                  <a:pt x="476" y="786"/>
                  <a:pt x="476" y="786"/>
                </a:cubicBezTo>
                <a:cubicBezTo>
                  <a:pt x="476" y="768"/>
                  <a:pt x="476" y="768"/>
                  <a:pt x="476" y="768"/>
                </a:cubicBezTo>
                <a:cubicBezTo>
                  <a:pt x="476" y="769"/>
                  <a:pt x="477" y="770"/>
                  <a:pt x="478" y="770"/>
                </a:cubicBezTo>
                <a:cubicBezTo>
                  <a:pt x="478" y="785"/>
                  <a:pt x="478" y="785"/>
                  <a:pt x="478" y="785"/>
                </a:cubicBezTo>
                <a:close/>
                <a:moveTo>
                  <a:pt x="478" y="48"/>
                </a:moveTo>
                <a:cubicBezTo>
                  <a:pt x="478" y="56"/>
                  <a:pt x="478" y="56"/>
                  <a:pt x="478" y="56"/>
                </a:cubicBezTo>
                <a:cubicBezTo>
                  <a:pt x="477" y="56"/>
                  <a:pt x="476" y="55"/>
                  <a:pt x="476" y="55"/>
                </a:cubicBezTo>
                <a:cubicBezTo>
                  <a:pt x="476" y="47"/>
                  <a:pt x="476" y="47"/>
                  <a:pt x="476" y="47"/>
                </a:cubicBezTo>
                <a:cubicBezTo>
                  <a:pt x="478" y="48"/>
                  <a:pt x="478" y="48"/>
                  <a:pt x="478" y="48"/>
                </a:cubicBezTo>
                <a:close/>
                <a:moveTo>
                  <a:pt x="478" y="80"/>
                </a:moveTo>
                <a:cubicBezTo>
                  <a:pt x="478" y="101"/>
                  <a:pt x="478" y="101"/>
                  <a:pt x="478" y="101"/>
                </a:cubicBezTo>
                <a:cubicBezTo>
                  <a:pt x="477" y="101"/>
                  <a:pt x="477" y="101"/>
                  <a:pt x="476" y="101"/>
                </a:cubicBezTo>
                <a:cubicBezTo>
                  <a:pt x="476" y="79"/>
                  <a:pt x="476" y="79"/>
                  <a:pt x="476" y="79"/>
                </a:cubicBezTo>
                <a:cubicBezTo>
                  <a:pt x="476" y="80"/>
                  <a:pt x="477" y="80"/>
                  <a:pt x="478" y="80"/>
                </a:cubicBezTo>
                <a:close/>
                <a:moveTo>
                  <a:pt x="478" y="106"/>
                </a:moveTo>
                <a:cubicBezTo>
                  <a:pt x="478" y="136"/>
                  <a:pt x="478" y="136"/>
                  <a:pt x="478" y="136"/>
                </a:cubicBezTo>
                <a:cubicBezTo>
                  <a:pt x="476" y="135"/>
                  <a:pt x="476" y="135"/>
                  <a:pt x="476" y="135"/>
                </a:cubicBezTo>
                <a:cubicBezTo>
                  <a:pt x="476" y="117"/>
                  <a:pt x="476" y="117"/>
                  <a:pt x="476" y="117"/>
                </a:cubicBezTo>
                <a:cubicBezTo>
                  <a:pt x="476" y="117"/>
                  <a:pt x="476" y="117"/>
                  <a:pt x="476" y="117"/>
                </a:cubicBezTo>
                <a:cubicBezTo>
                  <a:pt x="477" y="115"/>
                  <a:pt x="476" y="114"/>
                  <a:pt x="476" y="111"/>
                </a:cubicBezTo>
                <a:cubicBezTo>
                  <a:pt x="476" y="107"/>
                  <a:pt x="476" y="107"/>
                  <a:pt x="476" y="107"/>
                </a:cubicBezTo>
                <a:cubicBezTo>
                  <a:pt x="478" y="106"/>
                  <a:pt x="478" y="106"/>
                  <a:pt x="478" y="106"/>
                </a:cubicBezTo>
                <a:close/>
                <a:moveTo>
                  <a:pt x="478" y="138"/>
                </a:moveTo>
                <a:cubicBezTo>
                  <a:pt x="478" y="148"/>
                  <a:pt x="478" y="148"/>
                  <a:pt x="478" y="148"/>
                </a:cubicBezTo>
                <a:cubicBezTo>
                  <a:pt x="477" y="148"/>
                  <a:pt x="476" y="147"/>
                  <a:pt x="476" y="147"/>
                </a:cubicBezTo>
                <a:cubicBezTo>
                  <a:pt x="476" y="137"/>
                  <a:pt x="476" y="137"/>
                  <a:pt x="476" y="137"/>
                </a:cubicBezTo>
                <a:cubicBezTo>
                  <a:pt x="476" y="137"/>
                  <a:pt x="477" y="138"/>
                  <a:pt x="478" y="138"/>
                </a:cubicBezTo>
                <a:close/>
                <a:moveTo>
                  <a:pt x="478" y="179"/>
                </a:moveTo>
                <a:cubicBezTo>
                  <a:pt x="478" y="185"/>
                  <a:pt x="478" y="185"/>
                  <a:pt x="478" y="185"/>
                </a:cubicBezTo>
                <a:cubicBezTo>
                  <a:pt x="477" y="184"/>
                  <a:pt x="476" y="184"/>
                  <a:pt x="476" y="183"/>
                </a:cubicBezTo>
                <a:cubicBezTo>
                  <a:pt x="476" y="178"/>
                  <a:pt x="476" y="178"/>
                  <a:pt x="476" y="178"/>
                </a:cubicBezTo>
                <a:cubicBezTo>
                  <a:pt x="476" y="179"/>
                  <a:pt x="477" y="179"/>
                  <a:pt x="478" y="179"/>
                </a:cubicBezTo>
                <a:close/>
                <a:moveTo>
                  <a:pt x="478" y="202"/>
                </a:moveTo>
                <a:cubicBezTo>
                  <a:pt x="478" y="209"/>
                  <a:pt x="478" y="209"/>
                  <a:pt x="478" y="209"/>
                </a:cubicBezTo>
                <a:cubicBezTo>
                  <a:pt x="477" y="209"/>
                  <a:pt x="476" y="208"/>
                  <a:pt x="476" y="207"/>
                </a:cubicBezTo>
                <a:cubicBezTo>
                  <a:pt x="476" y="198"/>
                  <a:pt x="476" y="198"/>
                  <a:pt x="476" y="198"/>
                </a:cubicBezTo>
                <a:cubicBezTo>
                  <a:pt x="476" y="199"/>
                  <a:pt x="477" y="201"/>
                  <a:pt x="478" y="202"/>
                </a:cubicBezTo>
                <a:close/>
                <a:moveTo>
                  <a:pt x="478" y="232"/>
                </a:moveTo>
                <a:cubicBezTo>
                  <a:pt x="478" y="243"/>
                  <a:pt x="478" y="243"/>
                  <a:pt x="478" y="243"/>
                </a:cubicBezTo>
                <a:cubicBezTo>
                  <a:pt x="478" y="243"/>
                  <a:pt x="476" y="243"/>
                  <a:pt x="476" y="243"/>
                </a:cubicBezTo>
                <a:cubicBezTo>
                  <a:pt x="476" y="231"/>
                  <a:pt x="476" y="231"/>
                  <a:pt x="476" y="231"/>
                </a:cubicBezTo>
                <a:cubicBezTo>
                  <a:pt x="476" y="231"/>
                  <a:pt x="477" y="232"/>
                  <a:pt x="478" y="232"/>
                </a:cubicBezTo>
                <a:close/>
                <a:moveTo>
                  <a:pt x="478" y="251"/>
                </a:moveTo>
                <a:cubicBezTo>
                  <a:pt x="478" y="279"/>
                  <a:pt x="478" y="279"/>
                  <a:pt x="478" y="279"/>
                </a:cubicBezTo>
                <a:cubicBezTo>
                  <a:pt x="478" y="281"/>
                  <a:pt x="477" y="284"/>
                  <a:pt x="477" y="286"/>
                </a:cubicBezTo>
                <a:cubicBezTo>
                  <a:pt x="476" y="287"/>
                  <a:pt x="476" y="287"/>
                  <a:pt x="476" y="287"/>
                </a:cubicBezTo>
                <a:cubicBezTo>
                  <a:pt x="476" y="267"/>
                  <a:pt x="476" y="267"/>
                  <a:pt x="476" y="267"/>
                </a:cubicBezTo>
                <a:cubicBezTo>
                  <a:pt x="476" y="266"/>
                  <a:pt x="477" y="266"/>
                  <a:pt x="477" y="266"/>
                </a:cubicBezTo>
                <a:cubicBezTo>
                  <a:pt x="477" y="264"/>
                  <a:pt x="478" y="262"/>
                  <a:pt x="478" y="260"/>
                </a:cubicBezTo>
                <a:cubicBezTo>
                  <a:pt x="477" y="260"/>
                  <a:pt x="476" y="260"/>
                  <a:pt x="476" y="260"/>
                </a:cubicBezTo>
                <a:cubicBezTo>
                  <a:pt x="476" y="250"/>
                  <a:pt x="476" y="250"/>
                  <a:pt x="476" y="250"/>
                </a:cubicBezTo>
                <a:cubicBezTo>
                  <a:pt x="478" y="251"/>
                  <a:pt x="478" y="251"/>
                  <a:pt x="478" y="251"/>
                </a:cubicBezTo>
                <a:close/>
                <a:moveTo>
                  <a:pt x="478" y="302"/>
                </a:moveTo>
                <a:cubicBezTo>
                  <a:pt x="478" y="309"/>
                  <a:pt x="478" y="309"/>
                  <a:pt x="478" y="309"/>
                </a:cubicBezTo>
                <a:cubicBezTo>
                  <a:pt x="478" y="309"/>
                  <a:pt x="478" y="309"/>
                  <a:pt x="477" y="309"/>
                </a:cubicBezTo>
                <a:cubicBezTo>
                  <a:pt x="477" y="310"/>
                  <a:pt x="476" y="310"/>
                  <a:pt x="476" y="311"/>
                </a:cubicBezTo>
                <a:cubicBezTo>
                  <a:pt x="476" y="307"/>
                  <a:pt x="476" y="307"/>
                  <a:pt x="476" y="307"/>
                </a:cubicBezTo>
                <a:cubicBezTo>
                  <a:pt x="476" y="307"/>
                  <a:pt x="476" y="307"/>
                  <a:pt x="476" y="306"/>
                </a:cubicBezTo>
                <a:cubicBezTo>
                  <a:pt x="476" y="305"/>
                  <a:pt x="477" y="304"/>
                  <a:pt x="478" y="302"/>
                </a:cubicBezTo>
                <a:close/>
                <a:moveTo>
                  <a:pt x="478" y="318"/>
                </a:moveTo>
                <a:cubicBezTo>
                  <a:pt x="478" y="322"/>
                  <a:pt x="478" y="322"/>
                  <a:pt x="478" y="322"/>
                </a:cubicBezTo>
                <a:cubicBezTo>
                  <a:pt x="477" y="322"/>
                  <a:pt x="476" y="321"/>
                  <a:pt x="476" y="321"/>
                </a:cubicBezTo>
                <a:cubicBezTo>
                  <a:pt x="476" y="316"/>
                  <a:pt x="476" y="316"/>
                  <a:pt x="476" y="316"/>
                </a:cubicBezTo>
                <a:cubicBezTo>
                  <a:pt x="478" y="318"/>
                  <a:pt x="478" y="318"/>
                  <a:pt x="478" y="318"/>
                </a:cubicBezTo>
                <a:close/>
                <a:moveTo>
                  <a:pt x="478" y="331"/>
                </a:moveTo>
                <a:cubicBezTo>
                  <a:pt x="478" y="349"/>
                  <a:pt x="478" y="349"/>
                  <a:pt x="478" y="349"/>
                </a:cubicBezTo>
                <a:cubicBezTo>
                  <a:pt x="478" y="351"/>
                  <a:pt x="478" y="352"/>
                  <a:pt x="478" y="354"/>
                </a:cubicBezTo>
                <a:cubicBezTo>
                  <a:pt x="478" y="362"/>
                  <a:pt x="478" y="362"/>
                  <a:pt x="478" y="362"/>
                </a:cubicBezTo>
                <a:cubicBezTo>
                  <a:pt x="477" y="360"/>
                  <a:pt x="476" y="358"/>
                  <a:pt x="476" y="357"/>
                </a:cubicBezTo>
                <a:cubicBezTo>
                  <a:pt x="476" y="345"/>
                  <a:pt x="476" y="345"/>
                  <a:pt x="476" y="345"/>
                </a:cubicBezTo>
                <a:cubicBezTo>
                  <a:pt x="478" y="341"/>
                  <a:pt x="477" y="337"/>
                  <a:pt x="476" y="333"/>
                </a:cubicBezTo>
                <a:cubicBezTo>
                  <a:pt x="476" y="328"/>
                  <a:pt x="476" y="328"/>
                  <a:pt x="476" y="328"/>
                </a:cubicBezTo>
                <a:cubicBezTo>
                  <a:pt x="478" y="331"/>
                  <a:pt x="478" y="331"/>
                  <a:pt x="478" y="331"/>
                </a:cubicBezTo>
                <a:close/>
                <a:moveTo>
                  <a:pt x="478" y="441"/>
                </a:moveTo>
                <a:cubicBezTo>
                  <a:pt x="478" y="453"/>
                  <a:pt x="478" y="453"/>
                  <a:pt x="478" y="453"/>
                </a:cubicBezTo>
                <a:cubicBezTo>
                  <a:pt x="477" y="453"/>
                  <a:pt x="476" y="454"/>
                  <a:pt x="476" y="455"/>
                </a:cubicBezTo>
                <a:cubicBezTo>
                  <a:pt x="476" y="447"/>
                  <a:pt x="476" y="447"/>
                  <a:pt x="476" y="447"/>
                </a:cubicBezTo>
                <a:cubicBezTo>
                  <a:pt x="476" y="445"/>
                  <a:pt x="477" y="443"/>
                  <a:pt x="478" y="441"/>
                </a:cubicBezTo>
                <a:close/>
                <a:moveTo>
                  <a:pt x="478" y="459"/>
                </a:moveTo>
                <a:cubicBezTo>
                  <a:pt x="478" y="463"/>
                  <a:pt x="478" y="463"/>
                  <a:pt x="478" y="463"/>
                </a:cubicBezTo>
                <a:cubicBezTo>
                  <a:pt x="477" y="463"/>
                  <a:pt x="476" y="463"/>
                  <a:pt x="476" y="463"/>
                </a:cubicBezTo>
                <a:cubicBezTo>
                  <a:pt x="476" y="459"/>
                  <a:pt x="476" y="459"/>
                  <a:pt x="476" y="459"/>
                </a:cubicBezTo>
                <a:cubicBezTo>
                  <a:pt x="478" y="459"/>
                  <a:pt x="478" y="459"/>
                  <a:pt x="478" y="459"/>
                </a:cubicBezTo>
                <a:close/>
                <a:moveTo>
                  <a:pt x="478" y="468"/>
                </a:moveTo>
                <a:cubicBezTo>
                  <a:pt x="478" y="473"/>
                  <a:pt x="478" y="473"/>
                  <a:pt x="478" y="473"/>
                </a:cubicBezTo>
                <a:cubicBezTo>
                  <a:pt x="477" y="474"/>
                  <a:pt x="476" y="475"/>
                  <a:pt x="476" y="476"/>
                </a:cubicBezTo>
                <a:cubicBezTo>
                  <a:pt x="476" y="469"/>
                  <a:pt x="476" y="469"/>
                  <a:pt x="476" y="469"/>
                </a:cubicBezTo>
                <a:cubicBezTo>
                  <a:pt x="476" y="469"/>
                  <a:pt x="477" y="468"/>
                  <a:pt x="478" y="468"/>
                </a:cubicBezTo>
                <a:close/>
                <a:moveTo>
                  <a:pt x="478" y="481"/>
                </a:moveTo>
                <a:cubicBezTo>
                  <a:pt x="478" y="487"/>
                  <a:pt x="478" y="487"/>
                  <a:pt x="478" y="487"/>
                </a:cubicBezTo>
                <a:cubicBezTo>
                  <a:pt x="477" y="490"/>
                  <a:pt x="476" y="493"/>
                  <a:pt x="478" y="496"/>
                </a:cubicBezTo>
                <a:cubicBezTo>
                  <a:pt x="478" y="501"/>
                  <a:pt x="478" y="501"/>
                  <a:pt x="478" y="501"/>
                </a:cubicBezTo>
                <a:cubicBezTo>
                  <a:pt x="476" y="498"/>
                  <a:pt x="476" y="498"/>
                  <a:pt x="476" y="498"/>
                </a:cubicBezTo>
                <a:cubicBezTo>
                  <a:pt x="476" y="485"/>
                  <a:pt x="476" y="485"/>
                  <a:pt x="476" y="485"/>
                </a:cubicBezTo>
                <a:cubicBezTo>
                  <a:pt x="477" y="483"/>
                  <a:pt x="478" y="482"/>
                  <a:pt x="478" y="481"/>
                </a:cubicBezTo>
                <a:close/>
                <a:moveTo>
                  <a:pt x="478" y="528"/>
                </a:moveTo>
                <a:cubicBezTo>
                  <a:pt x="478" y="545"/>
                  <a:pt x="478" y="545"/>
                  <a:pt x="478" y="545"/>
                </a:cubicBezTo>
                <a:cubicBezTo>
                  <a:pt x="477" y="545"/>
                  <a:pt x="476" y="545"/>
                  <a:pt x="476" y="545"/>
                </a:cubicBezTo>
                <a:cubicBezTo>
                  <a:pt x="476" y="527"/>
                  <a:pt x="476" y="527"/>
                  <a:pt x="476" y="527"/>
                </a:cubicBezTo>
                <a:cubicBezTo>
                  <a:pt x="476" y="527"/>
                  <a:pt x="477" y="527"/>
                  <a:pt x="478" y="527"/>
                </a:cubicBezTo>
                <a:cubicBezTo>
                  <a:pt x="478" y="528"/>
                  <a:pt x="478" y="528"/>
                  <a:pt x="478" y="528"/>
                </a:cubicBezTo>
                <a:close/>
                <a:moveTo>
                  <a:pt x="478" y="551"/>
                </a:moveTo>
                <a:cubicBezTo>
                  <a:pt x="478" y="561"/>
                  <a:pt x="478" y="561"/>
                  <a:pt x="478" y="561"/>
                </a:cubicBezTo>
                <a:cubicBezTo>
                  <a:pt x="477" y="562"/>
                  <a:pt x="476" y="562"/>
                  <a:pt x="476" y="563"/>
                </a:cubicBezTo>
                <a:cubicBezTo>
                  <a:pt x="476" y="552"/>
                  <a:pt x="476" y="552"/>
                  <a:pt x="476" y="552"/>
                </a:cubicBezTo>
                <a:cubicBezTo>
                  <a:pt x="476" y="552"/>
                  <a:pt x="477" y="552"/>
                  <a:pt x="478" y="551"/>
                </a:cubicBezTo>
                <a:close/>
                <a:moveTo>
                  <a:pt x="478" y="567"/>
                </a:moveTo>
                <a:cubicBezTo>
                  <a:pt x="478" y="585"/>
                  <a:pt x="478" y="585"/>
                  <a:pt x="478" y="585"/>
                </a:cubicBezTo>
                <a:cubicBezTo>
                  <a:pt x="476" y="584"/>
                  <a:pt x="476" y="584"/>
                  <a:pt x="476" y="584"/>
                </a:cubicBezTo>
                <a:cubicBezTo>
                  <a:pt x="476" y="569"/>
                  <a:pt x="476" y="569"/>
                  <a:pt x="476" y="569"/>
                </a:cubicBezTo>
                <a:cubicBezTo>
                  <a:pt x="478" y="567"/>
                  <a:pt x="478" y="567"/>
                  <a:pt x="478" y="567"/>
                </a:cubicBezTo>
                <a:close/>
                <a:moveTo>
                  <a:pt x="478" y="595"/>
                </a:moveTo>
                <a:cubicBezTo>
                  <a:pt x="478" y="601"/>
                  <a:pt x="478" y="601"/>
                  <a:pt x="478" y="601"/>
                </a:cubicBezTo>
                <a:cubicBezTo>
                  <a:pt x="477" y="601"/>
                  <a:pt x="476" y="601"/>
                  <a:pt x="476" y="602"/>
                </a:cubicBezTo>
                <a:cubicBezTo>
                  <a:pt x="476" y="596"/>
                  <a:pt x="476" y="596"/>
                  <a:pt x="476" y="596"/>
                </a:cubicBezTo>
                <a:cubicBezTo>
                  <a:pt x="476" y="596"/>
                  <a:pt x="477" y="596"/>
                  <a:pt x="478" y="595"/>
                </a:cubicBezTo>
                <a:close/>
                <a:moveTo>
                  <a:pt x="478" y="609"/>
                </a:moveTo>
                <a:cubicBezTo>
                  <a:pt x="478" y="616"/>
                  <a:pt x="478" y="616"/>
                  <a:pt x="478" y="616"/>
                </a:cubicBezTo>
                <a:cubicBezTo>
                  <a:pt x="477" y="615"/>
                  <a:pt x="476" y="614"/>
                  <a:pt x="476" y="613"/>
                </a:cubicBezTo>
                <a:cubicBezTo>
                  <a:pt x="476" y="607"/>
                  <a:pt x="476" y="607"/>
                  <a:pt x="476" y="607"/>
                </a:cubicBezTo>
                <a:cubicBezTo>
                  <a:pt x="477" y="608"/>
                  <a:pt x="477" y="609"/>
                  <a:pt x="478" y="609"/>
                </a:cubicBezTo>
                <a:close/>
                <a:moveTo>
                  <a:pt x="478" y="620"/>
                </a:moveTo>
                <a:cubicBezTo>
                  <a:pt x="478" y="626"/>
                  <a:pt x="478" y="626"/>
                  <a:pt x="478" y="626"/>
                </a:cubicBezTo>
                <a:cubicBezTo>
                  <a:pt x="477" y="626"/>
                  <a:pt x="476" y="626"/>
                  <a:pt x="476" y="626"/>
                </a:cubicBezTo>
                <a:cubicBezTo>
                  <a:pt x="476" y="620"/>
                  <a:pt x="476" y="620"/>
                  <a:pt x="476" y="620"/>
                </a:cubicBezTo>
                <a:cubicBezTo>
                  <a:pt x="478" y="620"/>
                  <a:pt x="478" y="620"/>
                  <a:pt x="478" y="620"/>
                </a:cubicBezTo>
                <a:close/>
                <a:moveTo>
                  <a:pt x="478" y="740"/>
                </a:moveTo>
                <a:cubicBezTo>
                  <a:pt x="478" y="749"/>
                  <a:pt x="478" y="749"/>
                  <a:pt x="478" y="749"/>
                </a:cubicBezTo>
                <a:cubicBezTo>
                  <a:pt x="477" y="749"/>
                  <a:pt x="476" y="749"/>
                  <a:pt x="476" y="749"/>
                </a:cubicBezTo>
                <a:cubicBezTo>
                  <a:pt x="476" y="741"/>
                  <a:pt x="476" y="741"/>
                  <a:pt x="476" y="741"/>
                </a:cubicBezTo>
                <a:cubicBezTo>
                  <a:pt x="476" y="740"/>
                  <a:pt x="477" y="740"/>
                  <a:pt x="478" y="740"/>
                </a:cubicBezTo>
                <a:close/>
                <a:moveTo>
                  <a:pt x="476" y="522"/>
                </a:moveTo>
                <a:cubicBezTo>
                  <a:pt x="476" y="514"/>
                  <a:pt x="476" y="514"/>
                  <a:pt x="476" y="514"/>
                </a:cubicBezTo>
                <a:cubicBezTo>
                  <a:pt x="476" y="516"/>
                  <a:pt x="477" y="519"/>
                  <a:pt x="477" y="522"/>
                </a:cubicBezTo>
                <a:cubicBezTo>
                  <a:pt x="477" y="522"/>
                  <a:pt x="476" y="522"/>
                  <a:pt x="476" y="522"/>
                </a:cubicBezTo>
                <a:close/>
                <a:moveTo>
                  <a:pt x="471" y="7"/>
                </a:moveTo>
                <a:cubicBezTo>
                  <a:pt x="473" y="8"/>
                  <a:pt x="474" y="8"/>
                  <a:pt x="476" y="9"/>
                </a:cubicBezTo>
                <a:cubicBezTo>
                  <a:pt x="476" y="19"/>
                  <a:pt x="476" y="19"/>
                  <a:pt x="476" y="19"/>
                </a:cubicBezTo>
                <a:cubicBezTo>
                  <a:pt x="474" y="18"/>
                  <a:pt x="473" y="17"/>
                  <a:pt x="471" y="17"/>
                </a:cubicBezTo>
                <a:cubicBezTo>
                  <a:pt x="471" y="7"/>
                  <a:pt x="471" y="7"/>
                  <a:pt x="471" y="7"/>
                </a:cubicBezTo>
                <a:close/>
                <a:moveTo>
                  <a:pt x="476" y="786"/>
                </a:moveTo>
                <a:cubicBezTo>
                  <a:pt x="474" y="786"/>
                  <a:pt x="473" y="786"/>
                  <a:pt x="471" y="787"/>
                </a:cubicBezTo>
                <a:cubicBezTo>
                  <a:pt x="471" y="779"/>
                  <a:pt x="471" y="779"/>
                  <a:pt x="471" y="779"/>
                </a:cubicBezTo>
                <a:cubicBezTo>
                  <a:pt x="472" y="779"/>
                  <a:pt x="473" y="778"/>
                  <a:pt x="474" y="778"/>
                </a:cubicBezTo>
                <a:cubicBezTo>
                  <a:pt x="471" y="776"/>
                  <a:pt x="471" y="776"/>
                  <a:pt x="471" y="776"/>
                </a:cubicBezTo>
                <a:cubicBezTo>
                  <a:pt x="471" y="764"/>
                  <a:pt x="471" y="764"/>
                  <a:pt x="471" y="764"/>
                </a:cubicBezTo>
                <a:cubicBezTo>
                  <a:pt x="473" y="765"/>
                  <a:pt x="474" y="767"/>
                  <a:pt x="476" y="768"/>
                </a:cubicBezTo>
                <a:cubicBezTo>
                  <a:pt x="476" y="786"/>
                  <a:pt x="476" y="786"/>
                  <a:pt x="476" y="786"/>
                </a:cubicBezTo>
                <a:close/>
                <a:moveTo>
                  <a:pt x="476" y="47"/>
                </a:moveTo>
                <a:cubicBezTo>
                  <a:pt x="476" y="55"/>
                  <a:pt x="476" y="55"/>
                  <a:pt x="476" y="55"/>
                </a:cubicBezTo>
                <a:cubicBezTo>
                  <a:pt x="474" y="55"/>
                  <a:pt x="473" y="54"/>
                  <a:pt x="471" y="54"/>
                </a:cubicBezTo>
                <a:cubicBezTo>
                  <a:pt x="471" y="46"/>
                  <a:pt x="471" y="46"/>
                  <a:pt x="471" y="46"/>
                </a:cubicBezTo>
                <a:cubicBezTo>
                  <a:pt x="476" y="47"/>
                  <a:pt x="476" y="47"/>
                  <a:pt x="476" y="47"/>
                </a:cubicBezTo>
                <a:close/>
                <a:moveTo>
                  <a:pt x="476" y="79"/>
                </a:moveTo>
                <a:cubicBezTo>
                  <a:pt x="476" y="101"/>
                  <a:pt x="476" y="101"/>
                  <a:pt x="476" y="101"/>
                </a:cubicBezTo>
                <a:cubicBezTo>
                  <a:pt x="475" y="101"/>
                  <a:pt x="474" y="101"/>
                  <a:pt x="473" y="101"/>
                </a:cubicBezTo>
                <a:cubicBezTo>
                  <a:pt x="472" y="103"/>
                  <a:pt x="472" y="104"/>
                  <a:pt x="471" y="105"/>
                </a:cubicBezTo>
                <a:cubicBezTo>
                  <a:pt x="471" y="78"/>
                  <a:pt x="471" y="78"/>
                  <a:pt x="471" y="78"/>
                </a:cubicBezTo>
                <a:cubicBezTo>
                  <a:pt x="473" y="79"/>
                  <a:pt x="474" y="79"/>
                  <a:pt x="476" y="79"/>
                </a:cubicBezTo>
                <a:close/>
                <a:moveTo>
                  <a:pt x="476" y="107"/>
                </a:moveTo>
                <a:cubicBezTo>
                  <a:pt x="476" y="111"/>
                  <a:pt x="476" y="111"/>
                  <a:pt x="476" y="111"/>
                </a:cubicBezTo>
                <a:cubicBezTo>
                  <a:pt x="475" y="110"/>
                  <a:pt x="475" y="109"/>
                  <a:pt x="475" y="108"/>
                </a:cubicBezTo>
                <a:cubicBezTo>
                  <a:pt x="476" y="107"/>
                  <a:pt x="476" y="107"/>
                  <a:pt x="476" y="107"/>
                </a:cubicBezTo>
                <a:close/>
                <a:moveTo>
                  <a:pt x="476" y="117"/>
                </a:moveTo>
                <a:cubicBezTo>
                  <a:pt x="476" y="135"/>
                  <a:pt x="476" y="135"/>
                  <a:pt x="476" y="135"/>
                </a:cubicBezTo>
                <a:cubicBezTo>
                  <a:pt x="474" y="134"/>
                  <a:pt x="473" y="133"/>
                  <a:pt x="471" y="133"/>
                </a:cubicBezTo>
                <a:cubicBezTo>
                  <a:pt x="471" y="118"/>
                  <a:pt x="471" y="118"/>
                  <a:pt x="471" y="118"/>
                </a:cubicBezTo>
                <a:cubicBezTo>
                  <a:pt x="473" y="118"/>
                  <a:pt x="474" y="117"/>
                  <a:pt x="476" y="117"/>
                </a:cubicBezTo>
                <a:close/>
                <a:moveTo>
                  <a:pt x="476" y="137"/>
                </a:moveTo>
                <a:cubicBezTo>
                  <a:pt x="476" y="147"/>
                  <a:pt x="476" y="147"/>
                  <a:pt x="476" y="147"/>
                </a:cubicBezTo>
                <a:cubicBezTo>
                  <a:pt x="474" y="147"/>
                  <a:pt x="473" y="147"/>
                  <a:pt x="471" y="147"/>
                </a:cubicBezTo>
                <a:cubicBezTo>
                  <a:pt x="471" y="136"/>
                  <a:pt x="471" y="136"/>
                  <a:pt x="471" y="136"/>
                </a:cubicBezTo>
                <a:cubicBezTo>
                  <a:pt x="473" y="136"/>
                  <a:pt x="474" y="137"/>
                  <a:pt x="476" y="137"/>
                </a:cubicBezTo>
                <a:close/>
                <a:moveTo>
                  <a:pt x="476" y="178"/>
                </a:moveTo>
                <a:cubicBezTo>
                  <a:pt x="476" y="183"/>
                  <a:pt x="476" y="183"/>
                  <a:pt x="476" y="183"/>
                </a:cubicBezTo>
                <a:cubicBezTo>
                  <a:pt x="475" y="183"/>
                  <a:pt x="474" y="182"/>
                  <a:pt x="472" y="182"/>
                </a:cubicBezTo>
                <a:cubicBezTo>
                  <a:pt x="474" y="189"/>
                  <a:pt x="474" y="194"/>
                  <a:pt x="476" y="198"/>
                </a:cubicBezTo>
                <a:cubicBezTo>
                  <a:pt x="476" y="207"/>
                  <a:pt x="476" y="207"/>
                  <a:pt x="476" y="207"/>
                </a:cubicBezTo>
                <a:cubicBezTo>
                  <a:pt x="474" y="207"/>
                  <a:pt x="473" y="206"/>
                  <a:pt x="471" y="205"/>
                </a:cubicBezTo>
                <a:cubicBezTo>
                  <a:pt x="471" y="177"/>
                  <a:pt x="471" y="177"/>
                  <a:pt x="471" y="177"/>
                </a:cubicBezTo>
                <a:cubicBezTo>
                  <a:pt x="473" y="177"/>
                  <a:pt x="474" y="178"/>
                  <a:pt x="476" y="178"/>
                </a:cubicBezTo>
                <a:close/>
                <a:moveTo>
                  <a:pt x="476" y="231"/>
                </a:moveTo>
                <a:cubicBezTo>
                  <a:pt x="476" y="243"/>
                  <a:pt x="476" y="243"/>
                  <a:pt x="476" y="243"/>
                </a:cubicBezTo>
                <a:cubicBezTo>
                  <a:pt x="475" y="243"/>
                  <a:pt x="475" y="243"/>
                  <a:pt x="475" y="243"/>
                </a:cubicBezTo>
                <a:cubicBezTo>
                  <a:pt x="475" y="242"/>
                  <a:pt x="475" y="241"/>
                  <a:pt x="475" y="241"/>
                </a:cubicBezTo>
                <a:cubicBezTo>
                  <a:pt x="474" y="240"/>
                  <a:pt x="473" y="239"/>
                  <a:pt x="471" y="239"/>
                </a:cubicBezTo>
                <a:cubicBezTo>
                  <a:pt x="471" y="229"/>
                  <a:pt x="471" y="229"/>
                  <a:pt x="471" y="229"/>
                </a:cubicBezTo>
                <a:cubicBezTo>
                  <a:pt x="471" y="229"/>
                  <a:pt x="472" y="230"/>
                  <a:pt x="472" y="230"/>
                </a:cubicBezTo>
                <a:cubicBezTo>
                  <a:pt x="474" y="230"/>
                  <a:pt x="474" y="231"/>
                  <a:pt x="476" y="231"/>
                </a:cubicBezTo>
                <a:close/>
                <a:moveTo>
                  <a:pt x="476" y="250"/>
                </a:moveTo>
                <a:cubicBezTo>
                  <a:pt x="476" y="260"/>
                  <a:pt x="476" y="260"/>
                  <a:pt x="476" y="260"/>
                </a:cubicBezTo>
                <a:cubicBezTo>
                  <a:pt x="474" y="260"/>
                  <a:pt x="473" y="259"/>
                  <a:pt x="471" y="259"/>
                </a:cubicBezTo>
                <a:cubicBezTo>
                  <a:pt x="471" y="249"/>
                  <a:pt x="471" y="249"/>
                  <a:pt x="471" y="249"/>
                </a:cubicBezTo>
                <a:cubicBezTo>
                  <a:pt x="476" y="250"/>
                  <a:pt x="476" y="250"/>
                  <a:pt x="476" y="250"/>
                </a:cubicBezTo>
                <a:close/>
                <a:moveTo>
                  <a:pt x="476" y="267"/>
                </a:moveTo>
                <a:cubicBezTo>
                  <a:pt x="476" y="287"/>
                  <a:pt x="476" y="287"/>
                  <a:pt x="476" y="287"/>
                </a:cubicBezTo>
                <a:cubicBezTo>
                  <a:pt x="474" y="289"/>
                  <a:pt x="472" y="290"/>
                  <a:pt x="471" y="291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67"/>
                  <a:pt x="471" y="267"/>
                  <a:pt x="471" y="267"/>
                </a:cubicBezTo>
                <a:cubicBezTo>
                  <a:pt x="472" y="267"/>
                  <a:pt x="472" y="267"/>
                  <a:pt x="473" y="267"/>
                </a:cubicBezTo>
                <a:cubicBezTo>
                  <a:pt x="474" y="267"/>
                  <a:pt x="475" y="267"/>
                  <a:pt x="476" y="267"/>
                </a:cubicBezTo>
                <a:close/>
                <a:moveTo>
                  <a:pt x="476" y="307"/>
                </a:moveTo>
                <a:cubicBezTo>
                  <a:pt x="476" y="311"/>
                  <a:pt x="476" y="311"/>
                  <a:pt x="476" y="311"/>
                </a:cubicBezTo>
                <a:cubicBezTo>
                  <a:pt x="475" y="311"/>
                  <a:pt x="474" y="312"/>
                  <a:pt x="473" y="312"/>
                </a:cubicBezTo>
                <a:cubicBezTo>
                  <a:pt x="473" y="313"/>
                  <a:pt x="473" y="314"/>
                  <a:pt x="474" y="315"/>
                </a:cubicBezTo>
                <a:cubicBezTo>
                  <a:pt x="476" y="316"/>
                  <a:pt x="476" y="316"/>
                  <a:pt x="476" y="316"/>
                </a:cubicBezTo>
                <a:cubicBezTo>
                  <a:pt x="476" y="321"/>
                  <a:pt x="476" y="321"/>
                  <a:pt x="476" y="321"/>
                </a:cubicBezTo>
                <a:cubicBezTo>
                  <a:pt x="474" y="320"/>
                  <a:pt x="473" y="319"/>
                  <a:pt x="471" y="319"/>
                </a:cubicBezTo>
                <a:cubicBezTo>
                  <a:pt x="471" y="310"/>
                  <a:pt x="471" y="310"/>
                  <a:pt x="471" y="310"/>
                </a:cubicBezTo>
                <a:cubicBezTo>
                  <a:pt x="472" y="309"/>
                  <a:pt x="474" y="308"/>
                  <a:pt x="476" y="307"/>
                </a:cubicBezTo>
                <a:close/>
                <a:moveTo>
                  <a:pt x="476" y="328"/>
                </a:moveTo>
                <a:cubicBezTo>
                  <a:pt x="476" y="333"/>
                  <a:pt x="476" y="333"/>
                  <a:pt x="476" y="333"/>
                </a:cubicBezTo>
                <a:cubicBezTo>
                  <a:pt x="475" y="332"/>
                  <a:pt x="474" y="331"/>
                  <a:pt x="473" y="330"/>
                </a:cubicBezTo>
                <a:cubicBezTo>
                  <a:pt x="472" y="332"/>
                  <a:pt x="472" y="335"/>
                  <a:pt x="471" y="337"/>
                </a:cubicBezTo>
                <a:cubicBezTo>
                  <a:pt x="471" y="324"/>
                  <a:pt x="471" y="324"/>
                  <a:pt x="471" y="324"/>
                </a:cubicBezTo>
                <a:cubicBezTo>
                  <a:pt x="472" y="325"/>
                  <a:pt x="474" y="326"/>
                  <a:pt x="476" y="328"/>
                </a:cubicBezTo>
                <a:close/>
                <a:moveTo>
                  <a:pt x="476" y="345"/>
                </a:moveTo>
                <a:cubicBezTo>
                  <a:pt x="476" y="357"/>
                  <a:pt x="476" y="357"/>
                  <a:pt x="476" y="357"/>
                </a:cubicBezTo>
                <a:cubicBezTo>
                  <a:pt x="474" y="355"/>
                  <a:pt x="473" y="353"/>
                  <a:pt x="471" y="351"/>
                </a:cubicBezTo>
                <a:cubicBezTo>
                  <a:pt x="471" y="344"/>
                  <a:pt x="471" y="344"/>
                  <a:pt x="471" y="344"/>
                </a:cubicBezTo>
                <a:cubicBezTo>
                  <a:pt x="471" y="345"/>
                  <a:pt x="472" y="346"/>
                  <a:pt x="473" y="347"/>
                </a:cubicBezTo>
                <a:cubicBezTo>
                  <a:pt x="474" y="347"/>
                  <a:pt x="475" y="346"/>
                  <a:pt x="476" y="345"/>
                </a:cubicBezTo>
                <a:close/>
                <a:moveTo>
                  <a:pt x="476" y="447"/>
                </a:moveTo>
                <a:cubicBezTo>
                  <a:pt x="476" y="455"/>
                  <a:pt x="476" y="455"/>
                  <a:pt x="476" y="455"/>
                </a:cubicBezTo>
                <a:cubicBezTo>
                  <a:pt x="474" y="455"/>
                  <a:pt x="474" y="456"/>
                  <a:pt x="473" y="458"/>
                </a:cubicBezTo>
                <a:cubicBezTo>
                  <a:pt x="473" y="459"/>
                  <a:pt x="474" y="459"/>
                  <a:pt x="475" y="459"/>
                </a:cubicBezTo>
                <a:cubicBezTo>
                  <a:pt x="476" y="459"/>
                  <a:pt x="476" y="459"/>
                  <a:pt x="476" y="459"/>
                </a:cubicBezTo>
                <a:cubicBezTo>
                  <a:pt x="476" y="463"/>
                  <a:pt x="476" y="463"/>
                  <a:pt x="476" y="463"/>
                </a:cubicBezTo>
                <a:cubicBezTo>
                  <a:pt x="474" y="463"/>
                  <a:pt x="473" y="463"/>
                  <a:pt x="471" y="463"/>
                </a:cubicBezTo>
                <a:cubicBezTo>
                  <a:pt x="471" y="453"/>
                  <a:pt x="471" y="453"/>
                  <a:pt x="471" y="453"/>
                </a:cubicBezTo>
                <a:cubicBezTo>
                  <a:pt x="472" y="452"/>
                  <a:pt x="473" y="451"/>
                  <a:pt x="474" y="450"/>
                </a:cubicBezTo>
                <a:cubicBezTo>
                  <a:pt x="475" y="449"/>
                  <a:pt x="475" y="448"/>
                  <a:pt x="476" y="447"/>
                </a:cubicBezTo>
                <a:close/>
                <a:moveTo>
                  <a:pt x="476" y="469"/>
                </a:moveTo>
                <a:cubicBezTo>
                  <a:pt x="476" y="476"/>
                  <a:pt x="476" y="476"/>
                  <a:pt x="476" y="476"/>
                </a:cubicBezTo>
                <a:cubicBezTo>
                  <a:pt x="474" y="477"/>
                  <a:pt x="472" y="478"/>
                  <a:pt x="471" y="480"/>
                </a:cubicBezTo>
                <a:cubicBezTo>
                  <a:pt x="471" y="476"/>
                  <a:pt x="471" y="476"/>
                  <a:pt x="471" y="476"/>
                </a:cubicBezTo>
                <a:cubicBezTo>
                  <a:pt x="472" y="476"/>
                  <a:pt x="473" y="475"/>
                  <a:pt x="474" y="474"/>
                </a:cubicBezTo>
                <a:cubicBezTo>
                  <a:pt x="473" y="474"/>
                  <a:pt x="472" y="474"/>
                  <a:pt x="471" y="474"/>
                </a:cubicBezTo>
                <a:cubicBezTo>
                  <a:pt x="471" y="470"/>
                  <a:pt x="471" y="470"/>
                  <a:pt x="471" y="470"/>
                </a:cubicBezTo>
                <a:cubicBezTo>
                  <a:pt x="471" y="470"/>
                  <a:pt x="471" y="470"/>
                  <a:pt x="471" y="470"/>
                </a:cubicBezTo>
                <a:cubicBezTo>
                  <a:pt x="473" y="470"/>
                  <a:pt x="474" y="469"/>
                  <a:pt x="476" y="469"/>
                </a:cubicBezTo>
                <a:close/>
                <a:moveTo>
                  <a:pt x="476" y="485"/>
                </a:moveTo>
                <a:cubicBezTo>
                  <a:pt x="476" y="498"/>
                  <a:pt x="476" y="498"/>
                  <a:pt x="476" y="498"/>
                </a:cubicBezTo>
                <a:cubicBezTo>
                  <a:pt x="471" y="494"/>
                  <a:pt x="471" y="494"/>
                  <a:pt x="471" y="494"/>
                </a:cubicBezTo>
                <a:cubicBezTo>
                  <a:pt x="471" y="490"/>
                  <a:pt x="471" y="490"/>
                  <a:pt x="471" y="490"/>
                </a:cubicBezTo>
                <a:cubicBezTo>
                  <a:pt x="471" y="490"/>
                  <a:pt x="471" y="490"/>
                  <a:pt x="471" y="490"/>
                </a:cubicBezTo>
                <a:cubicBezTo>
                  <a:pt x="473" y="488"/>
                  <a:pt x="474" y="487"/>
                  <a:pt x="476" y="485"/>
                </a:cubicBezTo>
                <a:close/>
                <a:moveTo>
                  <a:pt x="476" y="514"/>
                </a:moveTo>
                <a:cubicBezTo>
                  <a:pt x="476" y="522"/>
                  <a:pt x="476" y="522"/>
                  <a:pt x="476" y="522"/>
                </a:cubicBezTo>
                <a:cubicBezTo>
                  <a:pt x="475" y="523"/>
                  <a:pt x="474" y="523"/>
                  <a:pt x="474" y="523"/>
                </a:cubicBezTo>
                <a:cubicBezTo>
                  <a:pt x="473" y="522"/>
                  <a:pt x="472" y="521"/>
                  <a:pt x="471" y="520"/>
                </a:cubicBezTo>
                <a:cubicBezTo>
                  <a:pt x="471" y="507"/>
                  <a:pt x="471" y="507"/>
                  <a:pt x="471" y="507"/>
                </a:cubicBezTo>
                <a:cubicBezTo>
                  <a:pt x="474" y="507"/>
                  <a:pt x="474" y="507"/>
                  <a:pt x="474" y="507"/>
                </a:cubicBezTo>
                <a:cubicBezTo>
                  <a:pt x="474" y="510"/>
                  <a:pt x="475" y="512"/>
                  <a:pt x="476" y="514"/>
                </a:cubicBezTo>
                <a:close/>
                <a:moveTo>
                  <a:pt x="476" y="527"/>
                </a:moveTo>
                <a:cubicBezTo>
                  <a:pt x="476" y="545"/>
                  <a:pt x="476" y="545"/>
                  <a:pt x="476" y="545"/>
                </a:cubicBezTo>
                <a:cubicBezTo>
                  <a:pt x="474" y="546"/>
                  <a:pt x="473" y="546"/>
                  <a:pt x="471" y="547"/>
                </a:cubicBezTo>
                <a:cubicBezTo>
                  <a:pt x="471" y="540"/>
                  <a:pt x="471" y="540"/>
                  <a:pt x="471" y="540"/>
                </a:cubicBezTo>
                <a:cubicBezTo>
                  <a:pt x="475" y="538"/>
                  <a:pt x="475" y="538"/>
                  <a:pt x="475" y="538"/>
                </a:cubicBezTo>
                <a:cubicBezTo>
                  <a:pt x="475" y="537"/>
                  <a:pt x="474" y="536"/>
                  <a:pt x="474" y="535"/>
                </a:cubicBezTo>
                <a:cubicBezTo>
                  <a:pt x="473" y="535"/>
                  <a:pt x="472" y="535"/>
                  <a:pt x="471" y="535"/>
                </a:cubicBezTo>
                <a:cubicBezTo>
                  <a:pt x="471" y="527"/>
                  <a:pt x="471" y="527"/>
                  <a:pt x="471" y="527"/>
                </a:cubicBezTo>
                <a:cubicBezTo>
                  <a:pt x="473" y="526"/>
                  <a:pt x="474" y="526"/>
                  <a:pt x="476" y="527"/>
                </a:cubicBezTo>
                <a:close/>
                <a:moveTo>
                  <a:pt x="476" y="552"/>
                </a:moveTo>
                <a:cubicBezTo>
                  <a:pt x="476" y="563"/>
                  <a:pt x="476" y="563"/>
                  <a:pt x="476" y="563"/>
                </a:cubicBezTo>
                <a:cubicBezTo>
                  <a:pt x="474" y="563"/>
                  <a:pt x="473" y="564"/>
                  <a:pt x="471" y="565"/>
                </a:cubicBezTo>
                <a:cubicBezTo>
                  <a:pt x="471" y="554"/>
                  <a:pt x="471" y="554"/>
                  <a:pt x="471" y="554"/>
                </a:cubicBezTo>
                <a:cubicBezTo>
                  <a:pt x="473" y="554"/>
                  <a:pt x="474" y="553"/>
                  <a:pt x="476" y="552"/>
                </a:cubicBezTo>
                <a:close/>
                <a:moveTo>
                  <a:pt x="476" y="569"/>
                </a:moveTo>
                <a:cubicBezTo>
                  <a:pt x="476" y="584"/>
                  <a:pt x="476" y="584"/>
                  <a:pt x="476" y="584"/>
                </a:cubicBezTo>
                <a:cubicBezTo>
                  <a:pt x="474" y="584"/>
                  <a:pt x="473" y="584"/>
                  <a:pt x="472" y="583"/>
                </a:cubicBezTo>
                <a:cubicBezTo>
                  <a:pt x="471" y="584"/>
                  <a:pt x="471" y="584"/>
                  <a:pt x="471" y="584"/>
                </a:cubicBezTo>
                <a:cubicBezTo>
                  <a:pt x="471" y="571"/>
                  <a:pt x="471" y="571"/>
                  <a:pt x="471" y="571"/>
                </a:cubicBezTo>
                <a:cubicBezTo>
                  <a:pt x="473" y="570"/>
                  <a:pt x="474" y="570"/>
                  <a:pt x="476" y="569"/>
                </a:cubicBezTo>
                <a:close/>
                <a:moveTo>
                  <a:pt x="476" y="596"/>
                </a:moveTo>
                <a:cubicBezTo>
                  <a:pt x="476" y="602"/>
                  <a:pt x="476" y="602"/>
                  <a:pt x="476" y="602"/>
                </a:cubicBezTo>
                <a:cubicBezTo>
                  <a:pt x="474" y="602"/>
                  <a:pt x="473" y="603"/>
                  <a:pt x="471" y="603"/>
                </a:cubicBezTo>
                <a:cubicBezTo>
                  <a:pt x="473" y="605"/>
                  <a:pt x="474" y="606"/>
                  <a:pt x="476" y="607"/>
                </a:cubicBezTo>
                <a:cubicBezTo>
                  <a:pt x="476" y="613"/>
                  <a:pt x="476" y="613"/>
                  <a:pt x="476" y="613"/>
                </a:cubicBezTo>
                <a:cubicBezTo>
                  <a:pt x="474" y="611"/>
                  <a:pt x="473" y="610"/>
                  <a:pt x="471" y="609"/>
                </a:cubicBezTo>
                <a:cubicBezTo>
                  <a:pt x="471" y="598"/>
                  <a:pt x="471" y="598"/>
                  <a:pt x="471" y="598"/>
                </a:cubicBezTo>
                <a:cubicBezTo>
                  <a:pt x="472" y="597"/>
                  <a:pt x="473" y="597"/>
                  <a:pt x="474" y="596"/>
                </a:cubicBezTo>
                <a:cubicBezTo>
                  <a:pt x="474" y="596"/>
                  <a:pt x="475" y="596"/>
                  <a:pt x="476" y="596"/>
                </a:cubicBezTo>
                <a:close/>
                <a:moveTo>
                  <a:pt x="476" y="620"/>
                </a:moveTo>
                <a:cubicBezTo>
                  <a:pt x="476" y="626"/>
                  <a:pt x="476" y="626"/>
                  <a:pt x="476" y="626"/>
                </a:cubicBezTo>
                <a:cubicBezTo>
                  <a:pt x="474" y="627"/>
                  <a:pt x="473" y="627"/>
                  <a:pt x="471" y="628"/>
                </a:cubicBezTo>
                <a:cubicBezTo>
                  <a:pt x="471" y="621"/>
                  <a:pt x="471" y="621"/>
                  <a:pt x="471" y="621"/>
                </a:cubicBezTo>
                <a:cubicBezTo>
                  <a:pt x="473" y="621"/>
                  <a:pt x="474" y="620"/>
                  <a:pt x="476" y="620"/>
                </a:cubicBezTo>
                <a:close/>
                <a:moveTo>
                  <a:pt x="476" y="741"/>
                </a:moveTo>
                <a:cubicBezTo>
                  <a:pt x="476" y="749"/>
                  <a:pt x="476" y="749"/>
                  <a:pt x="476" y="749"/>
                </a:cubicBezTo>
                <a:cubicBezTo>
                  <a:pt x="474" y="749"/>
                  <a:pt x="473" y="749"/>
                  <a:pt x="471" y="749"/>
                </a:cubicBezTo>
                <a:cubicBezTo>
                  <a:pt x="471" y="741"/>
                  <a:pt x="471" y="741"/>
                  <a:pt x="471" y="741"/>
                </a:cubicBezTo>
                <a:cubicBezTo>
                  <a:pt x="473" y="741"/>
                  <a:pt x="474" y="741"/>
                  <a:pt x="476" y="741"/>
                </a:cubicBezTo>
                <a:close/>
                <a:moveTo>
                  <a:pt x="468" y="7"/>
                </a:moveTo>
                <a:cubicBezTo>
                  <a:pt x="469" y="7"/>
                  <a:pt x="470" y="7"/>
                  <a:pt x="471" y="7"/>
                </a:cubicBezTo>
                <a:cubicBezTo>
                  <a:pt x="471" y="17"/>
                  <a:pt x="471" y="17"/>
                  <a:pt x="471" y="17"/>
                </a:cubicBezTo>
                <a:cubicBezTo>
                  <a:pt x="470" y="16"/>
                  <a:pt x="469" y="16"/>
                  <a:pt x="468" y="15"/>
                </a:cubicBezTo>
                <a:cubicBezTo>
                  <a:pt x="468" y="7"/>
                  <a:pt x="468" y="7"/>
                  <a:pt x="468" y="7"/>
                </a:cubicBezTo>
                <a:close/>
                <a:moveTo>
                  <a:pt x="471" y="787"/>
                </a:moveTo>
                <a:cubicBezTo>
                  <a:pt x="470" y="787"/>
                  <a:pt x="469" y="787"/>
                  <a:pt x="468" y="787"/>
                </a:cubicBezTo>
                <a:cubicBezTo>
                  <a:pt x="468" y="780"/>
                  <a:pt x="468" y="780"/>
                  <a:pt x="468" y="780"/>
                </a:cubicBezTo>
                <a:cubicBezTo>
                  <a:pt x="469" y="779"/>
                  <a:pt x="470" y="779"/>
                  <a:pt x="471" y="779"/>
                </a:cubicBezTo>
                <a:cubicBezTo>
                  <a:pt x="471" y="787"/>
                  <a:pt x="471" y="787"/>
                  <a:pt x="471" y="787"/>
                </a:cubicBezTo>
                <a:close/>
                <a:moveTo>
                  <a:pt x="471" y="46"/>
                </a:moveTo>
                <a:cubicBezTo>
                  <a:pt x="471" y="54"/>
                  <a:pt x="471" y="54"/>
                  <a:pt x="471" y="54"/>
                </a:cubicBezTo>
                <a:cubicBezTo>
                  <a:pt x="470" y="53"/>
                  <a:pt x="469" y="53"/>
                  <a:pt x="468" y="53"/>
                </a:cubicBezTo>
                <a:cubicBezTo>
                  <a:pt x="468" y="43"/>
                  <a:pt x="468" y="43"/>
                  <a:pt x="468" y="43"/>
                </a:cubicBezTo>
                <a:cubicBezTo>
                  <a:pt x="469" y="45"/>
                  <a:pt x="469" y="45"/>
                  <a:pt x="469" y="45"/>
                </a:cubicBezTo>
                <a:cubicBezTo>
                  <a:pt x="471" y="46"/>
                  <a:pt x="471" y="46"/>
                  <a:pt x="471" y="46"/>
                </a:cubicBezTo>
                <a:close/>
                <a:moveTo>
                  <a:pt x="471" y="78"/>
                </a:moveTo>
                <a:cubicBezTo>
                  <a:pt x="471" y="105"/>
                  <a:pt x="471" y="105"/>
                  <a:pt x="471" y="105"/>
                </a:cubicBezTo>
                <a:cubicBezTo>
                  <a:pt x="470" y="110"/>
                  <a:pt x="469" y="113"/>
                  <a:pt x="469" y="118"/>
                </a:cubicBezTo>
                <a:cubicBezTo>
                  <a:pt x="471" y="118"/>
                  <a:pt x="471" y="118"/>
                  <a:pt x="471" y="118"/>
                </a:cubicBezTo>
                <a:cubicBezTo>
                  <a:pt x="471" y="133"/>
                  <a:pt x="471" y="133"/>
                  <a:pt x="471" y="133"/>
                </a:cubicBezTo>
                <a:cubicBezTo>
                  <a:pt x="470" y="132"/>
                  <a:pt x="469" y="132"/>
                  <a:pt x="468" y="131"/>
                </a:cubicBezTo>
                <a:cubicBezTo>
                  <a:pt x="468" y="77"/>
                  <a:pt x="468" y="77"/>
                  <a:pt x="468" y="77"/>
                </a:cubicBezTo>
                <a:cubicBezTo>
                  <a:pt x="469" y="78"/>
                  <a:pt x="470" y="78"/>
                  <a:pt x="471" y="78"/>
                </a:cubicBezTo>
                <a:close/>
                <a:moveTo>
                  <a:pt x="471" y="136"/>
                </a:moveTo>
                <a:cubicBezTo>
                  <a:pt x="471" y="147"/>
                  <a:pt x="471" y="147"/>
                  <a:pt x="471" y="147"/>
                </a:cubicBezTo>
                <a:cubicBezTo>
                  <a:pt x="470" y="146"/>
                  <a:pt x="469" y="146"/>
                  <a:pt x="468" y="146"/>
                </a:cubicBezTo>
                <a:cubicBezTo>
                  <a:pt x="468" y="134"/>
                  <a:pt x="468" y="134"/>
                  <a:pt x="468" y="134"/>
                </a:cubicBezTo>
                <a:cubicBezTo>
                  <a:pt x="469" y="135"/>
                  <a:pt x="470" y="135"/>
                  <a:pt x="471" y="136"/>
                </a:cubicBezTo>
                <a:close/>
                <a:moveTo>
                  <a:pt x="471" y="177"/>
                </a:moveTo>
                <a:cubicBezTo>
                  <a:pt x="471" y="205"/>
                  <a:pt x="471" y="205"/>
                  <a:pt x="471" y="205"/>
                </a:cubicBezTo>
                <a:cubicBezTo>
                  <a:pt x="470" y="205"/>
                  <a:pt x="469" y="204"/>
                  <a:pt x="468" y="204"/>
                </a:cubicBezTo>
                <a:cubicBezTo>
                  <a:pt x="468" y="199"/>
                  <a:pt x="468" y="199"/>
                  <a:pt x="468" y="199"/>
                </a:cubicBezTo>
                <a:cubicBezTo>
                  <a:pt x="469" y="199"/>
                  <a:pt x="469" y="199"/>
                  <a:pt x="469" y="199"/>
                </a:cubicBezTo>
                <a:cubicBezTo>
                  <a:pt x="469" y="198"/>
                  <a:pt x="468" y="196"/>
                  <a:pt x="468" y="195"/>
                </a:cubicBezTo>
                <a:cubicBezTo>
                  <a:pt x="468" y="176"/>
                  <a:pt x="468" y="176"/>
                  <a:pt x="468" y="176"/>
                </a:cubicBezTo>
                <a:cubicBezTo>
                  <a:pt x="469" y="176"/>
                  <a:pt x="470" y="177"/>
                  <a:pt x="471" y="177"/>
                </a:cubicBezTo>
                <a:close/>
                <a:moveTo>
                  <a:pt x="471" y="229"/>
                </a:moveTo>
                <a:cubicBezTo>
                  <a:pt x="471" y="239"/>
                  <a:pt x="471" y="239"/>
                  <a:pt x="471" y="239"/>
                </a:cubicBezTo>
                <a:cubicBezTo>
                  <a:pt x="470" y="238"/>
                  <a:pt x="469" y="238"/>
                  <a:pt x="468" y="237"/>
                </a:cubicBezTo>
                <a:cubicBezTo>
                  <a:pt x="468" y="218"/>
                  <a:pt x="468" y="218"/>
                  <a:pt x="468" y="218"/>
                </a:cubicBezTo>
                <a:cubicBezTo>
                  <a:pt x="469" y="218"/>
                  <a:pt x="469" y="217"/>
                  <a:pt x="470" y="217"/>
                </a:cubicBezTo>
                <a:cubicBezTo>
                  <a:pt x="471" y="222"/>
                  <a:pt x="469" y="225"/>
                  <a:pt x="471" y="229"/>
                </a:cubicBezTo>
                <a:close/>
                <a:moveTo>
                  <a:pt x="471" y="249"/>
                </a:moveTo>
                <a:cubicBezTo>
                  <a:pt x="471" y="259"/>
                  <a:pt x="471" y="259"/>
                  <a:pt x="471" y="259"/>
                </a:cubicBezTo>
                <a:cubicBezTo>
                  <a:pt x="470" y="259"/>
                  <a:pt x="469" y="258"/>
                  <a:pt x="468" y="258"/>
                </a:cubicBezTo>
                <a:cubicBezTo>
                  <a:pt x="468" y="248"/>
                  <a:pt x="468" y="248"/>
                  <a:pt x="468" y="248"/>
                </a:cubicBezTo>
                <a:cubicBezTo>
                  <a:pt x="469" y="248"/>
                  <a:pt x="469" y="249"/>
                  <a:pt x="470" y="249"/>
                </a:cubicBezTo>
                <a:cubicBezTo>
                  <a:pt x="471" y="249"/>
                  <a:pt x="471" y="249"/>
                  <a:pt x="471" y="249"/>
                </a:cubicBezTo>
                <a:close/>
                <a:moveTo>
                  <a:pt x="471" y="267"/>
                </a:moveTo>
                <a:cubicBezTo>
                  <a:pt x="471" y="280"/>
                  <a:pt x="471" y="280"/>
                  <a:pt x="471" y="280"/>
                </a:cubicBezTo>
                <a:cubicBezTo>
                  <a:pt x="471" y="278"/>
                  <a:pt x="471" y="275"/>
                  <a:pt x="470" y="273"/>
                </a:cubicBezTo>
                <a:cubicBezTo>
                  <a:pt x="469" y="273"/>
                  <a:pt x="469" y="273"/>
                  <a:pt x="468" y="273"/>
                </a:cubicBezTo>
                <a:cubicBezTo>
                  <a:pt x="468" y="266"/>
                  <a:pt x="468" y="266"/>
                  <a:pt x="468" y="266"/>
                </a:cubicBezTo>
                <a:cubicBezTo>
                  <a:pt x="469" y="266"/>
                  <a:pt x="470" y="266"/>
                  <a:pt x="471" y="267"/>
                </a:cubicBezTo>
                <a:close/>
                <a:moveTo>
                  <a:pt x="471" y="280"/>
                </a:moveTo>
                <a:cubicBezTo>
                  <a:pt x="471" y="291"/>
                  <a:pt x="471" y="291"/>
                  <a:pt x="471" y="291"/>
                </a:cubicBezTo>
                <a:cubicBezTo>
                  <a:pt x="470" y="291"/>
                  <a:pt x="469" y="292"/>
                  <a:pt x="468" y="293"/>
                </a:cubicBezTo>
                <a:cubicBezTo>
                  <a:pt x="468" y="283"/>
                  <a:pt x="468" y="283"/>
                  <a:pt x="468" y="283"/>
                </a:cubicBezTo>
                <a:cubicBezTo>
                  <a:pt x="469" y="282"/>
                  <a:pt x="469" y="281"/>
                  <a:pt x="469" y="280"/>
                </a:cubicBezTo>
                <a:cubicBezTo>
                  <a:pt x="471" y="280"/>
                  <a:pt x="471" y="280"/>
                  <a:pt x="471" y="280"/>
                </a:cubicBezTo>
                <a:close/>
                <a:moveTo>
                  <a:pt x="471" y="310"/>
                </a:moveTo>
                <a:cubicBezTo>
                  <a:pt x="471" y="319"/>
                  <a:pt x="471" y="319"/>
                  <a:pt x="471" y="319"/>
                </a:cubicBezTo>
                <a:cubicBezTo>
                  <a:pt x="470" y="319"/>
                  <a:pt x="469" y="318"/>
                  <a:pt x="468" y="318"/>
                </a:cubicBezTo>
                <a:cubicBezTo>
                  <a:pt x="468" y="313"/>
                  <a:pt x="468" y="313"/>
                  <a:pt x="468" y="313"/>
                </a:cubicBezTo>
                <a:cubicBezTo>
                  <a:pt x="469" y="312"/>
                  <a:pt x="470" y="311"/>
                  <a:pt x="471" y="310"/>
                </a:cubicBezTo>
                <a:close/>
                <a:moveTo>
                  <a:pt x="471" y="324"/>
                </a:moveTo>
                <a:cubicBezTo>
                  <a:pt x="471" y="337"/>
                  <a:pt x="471" y="337"/>
                  <a:pt x="471" y="337"/>
                </a:cubicBezTo>
                <a:cubicBezTo>
                  <a:pt x="471" y="339"/>
                  <a:pt x="471" y="342"/>
                  <a:pt x="471" y="344"/>
                </a:cubicBezTo>
                <a:cubicBezTo>
                  <a:pt x="471" y="351"/>
                  <a:pt x="471" y="351"/>
                  <a:pt x="471" y="351"/>
                </a:cubicBezTo>
                <a:cubicBezTo>
                  <a:pt x="470" y="350"/>
                  <a:pt x="469" y="349"/>
                  <a:pt x="468" y="347"/>
                </a:cubicBezTo>
                <a:cubicBezTo>
                  <a:pt x="468" y="332"/>
                  <a:pt x="468" y="332"/>
                  <a:pt x="468" y="332"/>
                </a:cubicBezTo>
                <a:cubicBezTo>
                  <a:pt x="469" y="330"/>
                  <a:pt x="469" y="329"/>
                  <a:pt x="468" y="327"/>
                </a:cubicBezTo>
                <a:cubicBezTo>
                  <a:pt x="468" y="319"/>
                  <a:pt x="468" y="319"/>
                  <a:pt x="468" y="319"/>
                </a:cubicBezTo>
                <a:cubicBezTo>
                  <a:pt x="469" y="320"/>
                  <a:pt x="469" y="321"/>
                  <a:pt x="471" y="324"/>
                </a:cubicBezTo>
                <a:close/>
                <a:moveTo>
                  <a:pt x="471" y="453"/>
                </a:moveTo>
                <a:cubicBezTo>
                  <a:pt x="471" y="463"/>
                  <a:pt x="471" y="463"/>
                  <a:pt x="471" y="463"/>
                </a:cubicBezTo>
                <a:cubicBezTo>
                  <a:pt x="470" y="463"/>
                  <a:pt x="469" y="464"/>
                  <a:pt x="468" y="464"/>
                </a:cubicBezTo>
                <a:cubicBezTo>
                  <a:pt x="468" y="457"/>
                  <a:pt x="468" y="457"/>
                  <a:pt x="468" y="457"/>
                </a:cubicBezTo>
                <a:cubicBezTo>
                  <a:pt x="469" y="456"/>
                  <a:pt x="470" y="455"/>
                  <a:pt x="471" y="453"/>
                </a:cubicBezTo>
                <a:close/>
                <a:moveTo>
                  <a:pt x="471" y="470"/>
                </a:moveTo>
                <a:cubicBezTo>
                  <a:pt x="471" y="474"/>
                  <a:pt x="471" y="474"/>
                  <a:pt x="471" y="474"/>
                </a:cubicBezTo>
                <a:cubicBezTo>
                  <a:pt x="470" y="473"/>
                  <a:pt x="469" y="473"/>
                  <a:pt x="468" y="473"/>
                </a:cubicBezTo>
                <a:cubicBezTo>
                  <a:pt x="468" y="468"/>
                  <a:pt x="468" y="468"/>
                  <a:pt x="468" y="468"/>
                </a:cubicBezTo>
                <a:cubicBezTo>
                  <a:pt x="471" y="470"/>
                  <a:pt x="471" y="470"/>
                  <a:pt x="471" y="470"/>
                </a:cubicBezTo>
                <a:close/>
                <a:moveTo>
                  <a:pt x="471" y="476"/>
                </a:moveTo>
                <a:cubicBezTo>
                  <a:pt x="471" y="480"/>
                  <a:pt x="471" y="480"/>
                  <a:pt x="471" y="480"/>
                </a:cubicBezTo>
                <a:cubicBezTo>
                  <a:pt x="469" y="482"/>
                  <a:pt x="467" y="485"/>
                  <a:pt x="471" y="490"/>
                </a:cubicBezTo>
                <a:cubicBezTo>
                  <a:pt x="471" y="494"/>
                  <a:pt x="471" y="494"/>
                  <a:pt x="471" y="494"/>
                </a:cubicBezTo>
                <a:cubicBezTo>
                  <a:pt x="468" y="491"/>
                  <a:pt x="468" y="491"/>
                  <a:pt x="468" y="491"/>
                </a:cubicBezTo>
                <a:cubicBezTo>
                  <a:pt x="468" y="478"/>
                  <a:pt x="468" y="478"/>
                  <a:pt x="468" y="478"/>
                </a:cubicBezTo>
                <a:cubicBezTo>
                  <a:pt x="470" y="477"/>
                  <a:pt x="471" y="477"/>
                  <a:pt x="471" y="476"/>
                </a:cubicBezTo>
                <a:close/>
                <a:moveTo>
                  <a:pt x="471" y="507"/>
                </a:moveTo>
                <a:cubicBezTo>
                  <a:pt x="471" y="520"/>
                  <a:pt x="471" y="520"/>
                  <a:pt x="471" y="520"/>
                </a:cubicBezTo>
                <a:cubicBezTo>
                  <a:pt x="469" y="517"/>
                  <a:pt x="469" y="512"/>
                  <a:pt x="469" y="507"/>
                </a:cubicBezTo>
                <a:cubicBezTo>
                  <a:pt x="471" y="507"/>
                  <a:pt x="471" y="507"/>
                  <a:pt x="471" y="507"/>
                </a:cubicBezTo>
                <a:close/>
                <a:moveTo>
                  <a:pt x="471" y="527"/>
                </a:moveTo>
                <a:cubicBezTo>
                  <a:pt x="471" y="535"/>
                  <a:pt x="471" y="535"/>
                  <a:pt x="471" y="535"/>
                </a:cubicBezTo>
                <a:cubicBezTo>
                  <a:pt x="470" y="536"/>
                  <a:pt x="469" y="536"/>
                  <a:pt x="468" y="536"/>
                </a:cubicBezTo>
                <a:cubicBezTo>
                  <a:pt x="468" y="527"/>
                  <a:pt x="468" y="527"/>
                  <a:pt x="468" y="527"/>
                </a:cubicBezTo>
                <a:cubicBezTo>
                  <a:pt x="469" y="527"/>
                  <a:pt x="470" y="527"/>
                  <a:pt x="471" y="527"/>
                </a:cubicBezTo>
                <a:close/>
                <a:moveTo>
                  <a:pt x="471" y="540"/>
                </a:moveTo>
                <a:cubicBezTo>
                  <a:pt x="471" y="547"/>
                  <a:pt x="471" y="547"/>
                  <a:pt x="471" y="547"/>
                </a:cubicBezTo>
                <a:cubicBezTo>
                  <a:pt x="470" y="548"/>
                  <a:pt x="470" y="548"/>
                  <a:pt x="470" y="548"/>
                </a:cubicBezTo>
                <a:cubicBezTo>
                  <a:pt x="470" y="548"/>
                  <a:pt x="470" y="549"/>
                  <a:pt x="470" y="550"/>
                </a:cubicBezTo>
                <a:cubicBezTo>
                  <a:pt x="469" y="550"/>
                  <a:pt x="469" y="550"/>
                  <a:pt x="468" y="551"/>
                </a:cubicBezTo>
                <a:cubicBezTo>
                  <a:pt x="468" y="542"/>
                  <a:pt x="468" y="542"/>
                  <a:pt x="468" y="542"/>
                </a:cubicBezTo>
                <a:cubicBezTo>
                  <a:pt x="471" y="540"/>
                  <a:pt x="471" y="540"/>
                  <a:pt x="471" y="540"/>
                </a:cubicBezTo>
                <a:close/>
                <a:moveTo>
                  <a:pt x="471" y="554"/>
                </a:moveTo>
                <a:cubicBezTo>
                  <a:pt x="471" y="565"/>
                  <a:pt x="471" y="565"/>
                  <a:pt x="471" y="565"/>
                </a:cubicBezTo>
                <a:cubicBezTo>
                  <a:pt x="470" y="565"/>
                  <a:pt x="469" y="565"/>
                  <a:pt x="468" y="566"/>
                </a:cubicBezTo>
                <a:cubicBezTo>
                  <a:pt x="468" y="556"/>
                  <a:pt x="468" y="556"/>
                  <a:pt x="468" y="556"/>
                </a:cubicBezTo>
                <a:cubicBezTo>
                  <a:pt x="469" y="555"/>
                  <a:pt x="470" y="555"/>
                  <a:pt x="471" y="554"/>
                </a:cubicBezTo>
                <a:close/>
                <a:moveTo>
                  <a:pt x="471" y="571"/>
                </a:moveTo>
                <a:cubicBezTo>
                  <a:pt x="471" y="584"/>
                  <a:pt x="471" y="584"/>
                  <a:pt x="471" y="584"/>
                </a:cubicBezTo>
                <a:cubicBezTo>
                  <a:pt x="468" y="585"/>
                  <a:pt x="468" y="585"/>
                  <a:pt x="468" y="585"/>
                </a:cubicBezTo>
                <a:cubicBezTo>
                  <a:pt x="468" y="573"/>
                  <a:pt x="468" y="573"/>
                  <a:pt x="468" y="573"/>
                </a:cubicBezTo>
                <a:cubicBezTo>
                  <a:pt x="469" y="572"/>
                  <a:pt x="470" y="572"/>
                  <a:pt x="471" y="571"/>
                </a:cubicBezTo>
                <a:close/>
                <a:moveTo>
                  <a:pt x="471" y="598"/>
                </a:moveTo>
                <a:cubicBezTo>
                  <a:pt x="471" y="609"/>
                  <a:pt x="471" y="609"/>
                  <a:pt x="471" y="609"/>
                </a:cubicBezTo>
                <a:cubicBezTo>
                  <a:pt x="470" y="609"/>
                  <a:pt x="469" y="609"/>
                  <a:pt x="468" y="608"/>
                </a:cubicBezTo>
                <a:cubicBezTo>
                  <a:pt x="468" y="599"/>
                  <a:pt x="468" y="599"/>
                  <a:pt x="468" y="599"/>
                </a:cubicBezTo>
                <a:cubicBezTo>
                  <a:pt x="469" y="599"/>
                  <a:pt x="470" y="599"/>
                  <a:pt x="471" y="598"/>
                </a:cubicBezTo>
                <a:close/>
                <a:moveTo>
                  <a:pt x="471" y="621"/>
                </a:moveTo>
                <a:cubicBezTo>
                  <a:pt x="471" y="628"/>
                  <a:pt x="471" y="628"/>
                  <a:pt x="471" y="628"/>
                </a:cubicBezTo>
                <a:cubicBezTo>
                  <a:pt x="470" y="628"/>
                  <a:pt x="469" y="628"/>
                  <a:pt x="468" y="629"/>
                </a:cubicBezTo>
                <a:cubicBezTo>
                  <a:pt x="468" y="622"/>
                  <a:pt x="468" y="622"/>
                  <a:pt x="468" y="622"/>
                </a:cubicBezTo>
                <a:cubicBezTo>
                  <a:pt x="469" y="621"/>
                  <a:pt x="470" y="621"/>
                  <a:pt x="471" y="621"/>
                </a:cubicBezTo>
                <a:close/>
                <a:moveTo>
                  <a:pt x="471" y="741"/>
                </a:moveTo>
                <a:cubicBezTo>
                  <a:pt x="471" y="749"/>
                  <a:pt x="471" y="749"/>
                  <a:pt x="471" y="749"/>
                </a:cubicBezTo>
                <a:cubicBezTo>
                  <a:pt x="470" y="749"/>
                  <a:pt x="469" y="749"/>
                  <a:pt x="468" y="750"/>
                </a:cubicBezTo>
                <a:cubicBezTo>
                  <a:pt x="468" y="742"/>
                  <a:pt x="468" y="742"/>
                  <a:pt x="468" y="742"/>
                </a:cubicBezTo>
                <a:cubicBezTo>
                  <a:pt x="469" y="742"/>
                  <a:pt x="470" y="742"/>
                  <a:pt x="471" y="741"/>
                </a:cubicBezTo>
                <a:close/>
                <a:moveTo>
                  <a:pt x="471" y="764"/>
                </a:moveTo>
                <a:cubicBezTo>
                  <a:pt x="471" y="776"/>
                  <a:pt x="471" y="776"/>
                  <a:pt x="471" y="776"/>
                </a:cubicBezTo>
                <a:cubicBezTo>
                  <a:pt x="468" y="773"/>
                  <a:pt x="468" y="773"/>
                  <a:pt x="468" y="773"/>
                </a:cubicBezTo>
                <a:cubicBezTo>
                  <a:pt x="468" y="760"/>
                  <a:pt x="468" y="760"/>
                  <a:pt x="468" y="760"/>
                </a:cubicBezTo>
                <a:cubicBezTo>
                  <a:pt x="469" y="762"/>
                  <a:pt x="470" y="763"/>
                  <a:pt x="471" y="764"/>
                </a:cubicBezTo>
                <a:close/>
                <a:moveTo>
                  <a:pt x="467" y="6"/>
                </a:moveTo>
                <a:cubicBezTo>
                  <a:pt x="468" y="7"/>
                  <a:pt x="468" y="7"/>
                  <a:pt x="468" y="7"/>
                </a:cubicBezTo>
                <a:cubicBezTo>
                  <a:pt x="468" y="15"/>
                  <a:pt x="468" y="15"/>
                  <a:pt x="468" y="15"/>
                </a:cubicBezTo>
                <a:cubicBezTo>
                  <a:pt x="468" y="15"/>
                  <a:pt x="467" y="15"/>
                  <a:pt x="467" y="15"/>
                </a:cubicBezTo>
                <a:cubicBezTo>
                  <a:pt x="467" y="6"/>
                  <a:pt x="467" y="6"/>
                  <a:pt x="467" y="6"/>
                </a:cubicBezTo>
                <a:close/>
                <a:moveTo>
                  <a:pt x="468" y="787"/>
                </a:moveTo>
                <a:cubicBezTo>
                  <a:pt x="467" y="787"/>
                  <a:pt x="467" y="787"/>
                  <a:pt x="467" y="787"/>
                </a:cubicBezTo>
                <a:cubicBezTo>
                  <a:pt x="467" y="780"/>
                  <a:pt x="467" y="780"/>
                  <a:pt x="467" y="780"/>
                </a:cubicBezTo>
                <a:cubicBezTo>
                  <a:pt x="468" y="780"/>
                  <a:pt x="468" y="780"/>
                  <a:pt x="468" y="780"/>
                </a:cubicBezTo>
                <a:cubicBezTo>
                  <a:pt x="468" y="787"/>
                  <a:pt x="468" y="787"/>
                  <a:pt x="468" y="787"/>
                </a:cubicBezTo>
                <a:close/>
                <a:moveTo>
                  <a:pt x="468" y="43"/>
                </a:moveTo>
                <a:cubicBezTo>
                  <a:pt x="468" y="53"/>
                  <a:pt x="468" y="53"/>
                  <a:pt x="468" y="53"/>
                </a:cubicBezTo>
                <a:cubicBezTo>
                  <a:pt x="468" y="52"/>
                  <a:pt x="467" y="52"/>
                  <a:pt x="467" y="52"/>
                </a:cubicBezTo>
                <a:cubicBezTo>
                  <a:pt x="467" y="41"/>
                  <a:pt x="467" y="41"/>
                  <a:pt x="467" y="41"/>
                </a:cubicBezTo>
                <a:cubicBezTo>
                  <a:pt x="468" y="43"/>
                  <a:pt x="468" y="43"/>
                  <a:pt x="468" y="43"/>
                </a:cubicBezTo>
                <a:close/>
                <a:moveTo>
                  <a:pt x="468" y="77"/>
                </a:moveTo>
                <a:cubicBezTo>
                  <a:pt x="468" y="131"/>
                  <a:pt x="468" y="131"/>
                  <a:pt x="468" y="131"/>
                </a:cubicBezTo>
                <a:cubicBezTo>
                  <a:pt x="467" y="131"/>
                  <a:pt x="467" y="131"/>
                  <a:pt x="467" y="131"/>
                </a:cubicBezTo>
                <a:cubicBezTo>
                  <a:pt x="467" y="77"/>
                  <a:pt x="467" y="77"/>
                  <a:pt x="467" y="77"/>
                </a:cubicBezTo>
                <a:cubicBezTo>
                  <a:pt x="468" y="77"/>
                  <a:pt x="468" y="77"/>
                  <a:pt x="468" y="77"/>
                </a:cubicBezTo>
                <a:close/>
                <a:moveTo>
                  <a:pt x="468" y="134"/>
                </a:moveTo>
                <a:cubicBezTo>
                  <a:pt x="468" y="146"/>
                  <a:pt x="468" y="146"/>
                  <a:pt x="468" y="146"/>
                </a:cubicBezTo>
                <a:cubicBezTo>
                  <a:pt x="468" y="146"/>
                  <a:pt x="467" y="146"/>
                  <a:pt x="467" y="146"/>
                </a:cubicBezTo>
                <a:cubicBezTo>
                  <a:pt x="467" y="133"/>
                  <a:pt x="467" y="133"/>
                  <a:pt x="467" y="133"/>
                </a:cubicBezTo>
                <a:cubicBezTo>
                  <a:pt x="467" y="134"/>
                  <a:pt x="468" y="134"/>
                  <a:pt x="468" y="134"/>
                </a:cubicBezTo>
                <a:close/>
                <a:moveTo>
                  <a:pt x="468" y="176"/>
                </a:moveTo>
                <a:cubicBezTo>
                  <a:pt x="468" y="195"/>
                  <a:pt x="468" y="195"/>
                  <a:pt x="468" y="195"/>
                </a:cubicBezTo>
                <a:cubicBezTo>
                  <a:pt x="468" y="193"/>
                  <a:pt x="467" y="191"/>
                  <a:pt x="467" y="190"/>
                </a:cubicBezTo>
                <a:cubicBezTo>
                  <a:pt x="467" y="176"/>
                  <a:pt x="467" y="176"/>
                  <a:pt x="467" y="176"/>
                </a:cubicBezTo>
                <a:cubicBezTo>
                  <a:pt x="468" y="176"/>
                  <a:pt x="468" y="176"/>
                  <a:pt x="468" y="176"/>
                </a:cubicBezTo>
                <a:close/>
                <a:moveTo>
                  <a:pt x="468" y="199"/>
                </a:moveTo>
                <a:cubicBezTo>
                  <a:pt x="468" y="204"/>
                  <a:pt x="468" y="204"/>
                  <a:pt x="468" y="204"/>
                </a:cubicBezTo>
                <a:cubicBezTo>
                  <a:pt x="467" y="203"/>
                  <a:pt x="467" y="203"/>
                  <a:pt x="467" y="203"/>
                </a:cubicBezTo>
                <a:cubicBezTo>
                  <a:pt x="467" y="199"/>
                  <a:pt x="467" y="199"/>
                  <a:pt x="467" y="199"/>
                </a:cubicBezTo>
                <a:cubicBezTo>
                  <a:pt x="468" y="199"/>
                  <a:pt x="468" y="199"/>
                  <a:pt x="468" y="199"/>
                </a:cubicBezTo>
                <a:close/>
                <a:moveTo>
                  <a:pt x="468" y="218"/>
                </a:moveTo>
                <a:cubicBezTo>
                  <a:pt x="468" y="237"/>
                  <a:pt x="468" y="237"/>
                  <a:pt x="468" y="237"/>
                </a:cubicBezTo>
                <a:cubicBezTo>
                  <a:pt x="467" y="237"/>
                  <a:pt x="467" y="237"/>
                  <a:pt x="467" y="237"/>
                </a:cubicBezTo>
                <a:cubicBezTo>
                  <a:pt x="467" y="218"/>
                  <a:pt x="467" y="218"/>
                  <a:pt x="467" y="218"/>
                </a:cubicBezTo>
                <a:cubicBezTo>
                  <a:pt x="468" y="218"/>
                  <a:pt x="468" y="218"/>
                  <a:pt x="468" y="218"/>
                </a:cubicBezTo>
                <a:close/>
                <a:moveTo>
                  <a:pt x="468" y="248"/>
                </a:moveTo>
                <a:cubicBezTo>
                  <a:pt x="468" y="258"/>
                  <a:pt x="468" y="258"/>
                  <a:pt x="468" y="258"/>
                </a:cubicBezTo>
                <a:cubicBezTo>
                  <a:pt x="467" y="258"/>
                  <a:pt x="467" y="258"/>
                  <a:pt x="467" y="258"/>
                </a:cubicBezTo>
                <a:cubicBezTo>
                  <a:pt x="467" y="247"/>
                  <a:pt x="467" y="247"/>
                  <a:pt x="467" y="247"/>
                </a:cubicBezTo>
                <a:cubicBezTo>
                  <a:pt x="467" y="248"/>
                  <a:pt x="468" y="248"/>
                  <a:pt x="468" y="248"/>
                </a:cubicBezTo>
                <a:close/>
                <a:moveTo>
                  <a:pt x="468" y="266"/>
                </a:moveTo>
                <a:cubicBezTo>
                  <a:pt x="468" y="273"/>
                  <a:pt x="468" y="273"/>
                  <a:pt x="468" y="273"/>
                </a:cubicBezTo>
                <a:cubicBezTo>
                  <a:pt x="467" y="273"/>
                  <a:pt x="467" y="273"/>
                  <a:pt x="467" y="273"/>
                </a:cubicBezTo>
                <a:cubicBezTo>
                  <a:pt x="467" y="265"/>
                  <a:pt x="467" y="265"/>
                  <a:pt x="467" y="265"/>
                </a:cubicBezTo>
                <a:cubicBezTo>
                  <a:pt x="468" y="266"/>
                  <a:pt x="468" y="266"/>
                  <a:pt x="468" y="266"/>
                </a:cubicBezTo>
                <a:close/>
                <a:moveTo>
                  <a:pt x="468" y="283"/>
                </a:moveTo>
                <a:cubicBezTo>
                  <a:pt x="468" y="293"/>
                  <a:pt x="468" y="293"/>
                  <a:pt x="468" y="293"/>
                </a:cubicBezTo>
                <a:cubicBezTo>
                  <a:pt x="467" y="293"/>
                  <a:pt x="467" y="293"/>
                  <a:pt x="467" y="293"/>
                </a:cubicBezTo>
                <a:cubicBezTo>
                  <a:pt x="467" y="283"/>
                  <a:pt x="467" y="283"/>
                  <a:pt x="467" y="283"/>
                </a:cubicBezTo>
                <a:cubicBezTo>
                  <a:pt x="467" y="283"/>
                  <a:pt x="468" y="283"/>
                  <a:pt x="468" y="283"/>
                </a:cubicBezTo>
                <a:close/>
                <a:moveTo>
                  <a:pt x="468" y="313"/>
                </a:moveTo>
                <a:cubicBezTo>
                  <a:pt x="468" y="318"/>
                  <a:pt x="468" y="318"/>
                  <a:pt x="468" y="318"/>
                </a:cubicBezTo>
                <a:cubicBezTo>
                  <a:pt x="468" y="318"/>
                  <a:pt x="468" y="318"/>
                  <a:pt x="468" y="318"/>
                </a:cubicBezTo>
                <a:cubicBezTo>
                  <a:pt x="468" y="318"/>
                  <a:pt x="468" y="319"/>
                  <a:pt x="468" y="319"/>
                </a:cubicBezTo>
                <a:cubicBezTo>
                  <a:pt x="468" y="327"/>
                  <a:pt x="468" y="327"/>
                  <a:pt x="468" y="327"/>
                </a:cubicBezTo>
                <a:cubicBezTo>
                  <a:pt x="468" y="326"/>
                  <a:pt x="468" y="326"/>
                  <a:pt x="467" y="325"/>
                </a:cubicBezTo>
                <a:cubicBezTo>
                  <a:pt x="467" y="314"/>
                  <a:pt x="467" y="314"/>
                  <a:pt x="467" y="314"/>
                </a:cubicBezTo>
                <a:cubicBezTo>
                  <a:pt x="467" y="314"/>
                  <a:pt x="468" y="313"/>
                  <a:pt x="468" y="313"/>
                </a:cubicBezTo>
                <a:close/>
                <a:moveTo>
                  <a:pt x="468" y="332"/>
                </a:moveTo>
                <a:cubicBezTo>
                  <a:pt x="468" y="347"/>
                  <a:pt x="468" y="347"/>
                  <a:pt x="468" y="347"/>
                </a:cubicBezTo>
                <a:cubicBezTo>
                  <a:pt x="468" y="347"/>
                  <a:pt x="467" y="347"/>
                  <a:pt x="467" y="346"/>
                </a:cubicBezTo>
                <a:cubicBezTo>
                  <a:pt x="467" y="346"/>
                  <a:pt x="467" y="346"/>
                  <a:pt x="467" y="346"/>
                </a:cubicBezTo>
                <a:cubicBezTo>
                  <a:pt x="467" y="335"/>
                  <a:pt x="467" y="335"/>
                  <a:pt x="467" y="335"/>
                </a:cubicBezTo>
                <a:cubicBezTo>
                  <a:pt x="468" y="334"/>
                  <a:pt x="468" y="333"/>
                  <a:pt x="468" y="332"/>
                </a:cubicBezTo>
                <a:close/>
                <a:moveTo>
                  <a:pt x="468" y="457"/>
                </a:moveTo>
                <a:cubicBezTo>
                  <a:pt x="468" y="464"/>
                  <a:pt x="468" y="464"/>
                  <a:pt x="468" y="464"/>
                </a:cubicBezTo>
                <a:cubicBezTo>
                  <a:pt x="468" y="464"/>
                  <a:pt x="467" y="465"/>
                  <a:pt x="467" y="465"/>
                </a:cubicBezTo>
                <a:cubicBezTo>
                  <a:pt x="467" y="458"/>
                  <a:pt x="467" y="458"/>
                  <a:pt x="467" y="458"/>
                </a:cubicBezTo>
                <a:cubicBezTo>
                  <a:pt x="468" y="457"/>
                  <a:pt x="468" y="457"/>
                  <a:pt x="468" y="457"/>
                </a:cubicBezTo>
                <a:close/>
                <a:moveTo>
                  <a:pt x="468" y="468"/>
                </a:moveTo>
                <a:cubicBezTo>
                  <a:pt x="468" y="473"/>
                  <a:pt x="468" y="473"/>
                  <a:pt x="468" y="473"/>
                </a:cubicBezTo>
                <a:cubicBezTo>
                  <a:pt x="467" y="473"/>
                  <a:pt x="467" y="473"/>
                  <a:pt x="467" y="473"/>
                </a:cubicBezTo>
                <a:cubicBezTo>
                  <a:pt x="467" y="468"/>
                  <a:pt x="467" y="468"/>
                  <a:pt x="467" y="468"/>
                </a:cubicBezTo>
                <a:cubicBezTo>
                  <a:pt x="468" y="468"/>
                  <a:pt x="468" y="468"/>
                  <a:pt x="468" y="468"/>
                </a:cubicBezTo>
                <a:close/>
                <a:moveTo>
                  <a:pt x="468" y="478"/>
                </a:moveTo>
                <a:cubicBezTo>
                  <a:pt x="468" y="491"/>
                  <a:pt x="468" y="491"/>
                  <a:pt x="468" y="491"/>
                </a:cubicBezTo>
                <a:cubicBezTo>
                  <a:pt x="467" y="490"/>
                  <a:pt x="467" y="490"/>
                  <a:pt x="467" y="490"/>
                </a:cubicBezTo>
                <a:cubicBezTo>
                  <a:pt x="467" y="478"/>
                  <a:pt x="467" y="478"/>
                  <a:pt x="467" y="478"/>
                </a:cubicBezTo>
                <a:cubicBezTo>
                  <a:pt x="468" y="478"/>
                  <a:pt x="468" y="478"/>
                  <a:pt x="468" y="478"/>
                </a:cubicBezTo>
                <a:close/>
                <a:moveTo>
                  <a:pt x="468" y="527"/>
                </a:moveTo>
                <a:cubicBezTo>
                  <a:pt x="468" y="536"/>
                  <a:pt x="468" y="536"/>
                  <a:pt x="468" y="536"/>
                </a:cubicBezTo>
                <a:cubicBezTo>
                  <a:pt x="468" y="536"/>
                  <a:pt x="467" y="536"/>
                  <a:pt x="467" y="537"/>
                </a:cubicBezTo>
                <a:cubicBezTo>
                  <a:pt x="467" y="528"/>
                  <a:pt x="467" y="528"/>
                  <a:pt x="467" y="528"/>
                </a:cubicBezTo>
                <a:cubicBezTo>
                  <a:pt x="467" y="528"/>
                  <a:pt x="468" y="527"/>
                  <a:pt x="468" y="527"/>
                </a:cubicBezTo>
                <a:close/>
                <a:moveTo>
                  <a:pt x="468" y="542"/>
                </a:moveTo>
                <a:cubicBezTo>
                  <a:pt x="468" y="551"/>
                  <a:pt x="468" y="551"/>
                  <a:pt x="468" y="551"/>
                </a:cubicBezTo>
                <a:cubicBezTo>
                  <a:pt x="467" y="551"/>
                  <a:pt x="467" y="551"/>
                  <a:pt x="467" y="551"/>
                </a:cubicBezTo>
                <a:cubicBezTo>
                  <a:pt x="467" y="542"/>
                  <a:pt x="467" y="542"/>
                  <a:pt x="467" y="542"/>
                </a:cubicBezTo>
                <a:cubicBezTo>
                  <a:pt x="468" y="542"/>
                  <a:pt x="468" y="542"/>
                  <a:pt x="468" y="542"/>
                </a:cubicBezTo>
                <a:close/>
                <a:moveTo>
                  <a:pt x="468" y="556"/>
                </a:moveTo>
                <a:cubicBezTo>
                  <a:pt x="468" y="566"/>
                  <a:pt x="468" y="566"/>
                  <a:pt x="468" y="566"/>
                </a:cubicBezTo>
                <a:cubicBezTo>
                  <a:pt x="467" y="567"/>
                  <a:pt x="467" y="567"/>
                  <a:pt x="467" y="567"/>
                </a:cubicBezTo>
                <a:cubicBezTo>
                  <a:pt x="467" y="556"/>
                  <a:pt x="467" y="556"/>
                  <a:pt x="467" y="556"/>
                </a:cubicBezTo>
                <a:cubicBezTo>
                  <a:pt x="468" y="556"/>
                  <a:pt x="468" y="556"/>
                  <a:pt x="468" y="556"/>
                </a:cubicBezTo>
                <a:close/>
                <a:moveTo>
                  <a:pt x="468" y="573"/>
                </a:moveTo>
                <a:cubicBezTo>
                  <a:pt x="468" y="585"/>
                  <a:pt x="468" y="585"/>
                  <a:pt x="468" y="585"/>
                </a:cubicBezTo>
                <a:cubicBezTo>
                  <a:pt x="467" y="585"/>
                  <a:pt x="467" y="585"/>
                  <a:pt x="467" y="585"/>
                </a:cubicBezTo>
                <a:cubicBezTo>
                  <a:pt x="467" y="573"/>
                  <a:pt x="467" y="573"/>
                  <a:pt x="467" y="573"/>
                </a:cubicBezTo>
                <a:cubicBezTo>
                  <a:pt x="468" y="573"/>
                  <a:pt x="468" y="573"/>
                  <a:pt x="468" y="573"/>
                </a:cubicBezTo>
                <a:close/>
                <a:moveTo>
                  <a:pt x="468" y="599"/>
                </a:moveTo>
                <a:cubicBezTo>
                  <a:pt x="468" y="608"/>
                  <a:pt x="468" y="608"/>
                  <a:pt x="468" y="608"/>
                </a:cubicBezTo>
                <a:cubicBezTo>
                  <a:pt x="468" y="608"/>
                  <a:pt x="467" y="608"/>
                  <a:pt x="467" y="608"/>
                </a:cubicBezTo>
                <a:cubicBezTo>
                  <a:pt x="467" y="600"/>
                  <a:pt x="467" y="600"/>
                  <a:pt x="467" y="600"/>
                </a:cubicBezTo>
                <a:cubicBezTo>
                  <a:pt x="468" y="599"/>
                  <a:pt x="468" y="599"/>
                  <a:pt x="468" y="599"/>
                </a:cubicBezTo>
                <a:close/>
                <a:moveTo>
                  <a:pt x="468" y="622"/>
                </a:moveTo>
                <a:cubicBezTo>
                  <a:pt x="468" y="629"/>
                  <a:pt x="468" y="629"/>
                  <a:pt x="468" y="629"/>
                </a:cubicBezTo>
                <a:cubicBezTo>
                  <a:pt x="467" y="629"/>
                  <a:pt x="467" y="629"/>
                  <a:pt x="467" y="629"/>
                </a:cubicBezTo>
                <a:cubicBezTo>
                  <a:pt x="467" y="621"/>
                  <a:pt x="467" y="621"/>
                  <a:pt x="467" y="621"/>
                </a:cubicBezTo>
                <a:cubicBezTo>
                  <a:pt x="468" y="622"/>
                  <a:pt x="468" y="622"/>
                  <a:pt x="468" y="622"/>
                </a:cubicBezTo>
                <a:cubicBezTo>
                  <a:pt x="468" y="622"/>
                  <a:pt x="468" y="622"/>
                  <a:pt x="468" y="622"/>
                </a:cubicBezTo>
                <a:close/>
                <a:moveTo>
                  <a:pt x="468" y="742"/>
                </a:moveTo>
                <a:cubicBezTo>
                  <a:pt x="468" y="750"/>
                  <a:pt x="468" y="750"/>
                  <a:pt x="468" y="750"/>
                </a:cubicBezTo>
                <a:cubicBezTo>
                  <a:pt x="467" y="750"/>
                  <a:pt x="467" y="750"/>
                  <a:pt x="467" y="750"/>
                </a:cubicBezTo>
                <a:cubicBezTo>
                  <a:pt x="467" y="743"/>
                  <a:pt x="467" y="743"/>
                  <a:pt x="467" y="743"/>
                </a:cubicBezTo>
                <a:cubicBezTo>
                  <a:pt x="468" y="742"/>
                  <a:pt x="468" y="742"/>
                  <a:pt x="468" y="742"/>
                </a:cubicBezTo>
                <a:close/>
                <a:moveTo>
                  <a:pt x="468" y="760"/>
                </a:moveTo>
                <a:cubicBezTo>
                  <a:pt x="468" y="773"/>
                  <a:pt x="468" y="773"/>
                  <a:pt x="468" y="773"/>
                </a:cubicBezTo>
                <a:cubicBezTo>
                  <a:pt x="467" y="771"/>
                  <a:pt x="467" y="771"/>
                  <a:pt x="467" y="771"/>
                </a:cubicBezTo>
                <a:cubicBezTo>
                  <a:pt x="467" y="759"/>
                  <a:pt x="467" y="759"/>
                  <a:pt x="467" y="759"/>
                </a:cubicBezTo>
                <a:cubicBezTo>
                  <a:pt x="468" y="760"/>
                  <a:pt x="468" y="760"/>
                  <a:pt x="468" y="760"/>
                </a:cubicBezTo>
                <a:close/>
                <a:moveTo>
                  <a:pt x="467" y="379"/>
                </a:moveTo>
                <a:cubicBezTo>
                  <a:pt x="467" y="379"/>
                  <a:pt x="467" y="379"/>
                  <a:pt x="467" y="379"/>
                </a:cubicBezTo>
                <a:cubicBezTo>
                  <a:pt x="468" y="379"/>
                  <a:pt x="468" y="379"/>
                  <a:pt x="468" y="379"/>
                </a:cubicBezTo>
                <a:lnTo>
                  <a:pt x="467" y="379"/>
                </a:lnTo>
                <a:close/>
                <a:moveTo>
                  <a:pt x="458" y="5"/>
                </a:moveTo>
                <a:cubicBezTo>
                  <a:pt x="461" y="6"/>
                  <a:pt x="464" y="6"/>
                  <a:pt x="467" y="6"/>
                </a:cubicBezTo>
                <a:cubicBezTo>
                  <a:pt x="467" y="15"/>
                  <a:pt x="467" y="15"/>
                  <a:pt x="467" y="15"/>
                </a:cubicBezTo>
                <a:cubicBezTo>
                  <a:pt x="465" y="14"/>
                  <a:pt x="461" y="14"/>
                  <a:pt x="458" y="14"/>
                </a:cubicBezTo>
                <a:cubicBezTo>
                  <a:pt x="458" y="5"/>
                  <a:pt x="458" y="5"/>
                  <a:pt x="458" y="5"/>
                </a:cubicBezTo>
                <a:close/>
                <a:moveTo>
                  <a:pt x="467" y="787"/>
                </a:moveTo>
                <a:cubicBezTo>
                  <a:pt x="464" y="788"/>
                  <a:pt x="461" y="788"/>
                  <a:pt x="458" y="789"/>
                </a:cubicBezTo>
                <a:cubicBezTo>
                  <a:pt x="458" y="781"/>
                  <a:pt x="458" y="781"/>
                  <a:pt x="458" y="781"/>
                </a:cubicBezTo>
                <a:cubicBezTo>
                  <a:pt x="461" y="781"/>
                  <a:pt x="464" y="781"/>
                  <a:pt x="467" y="780"/>
                </a:cubicBezTo>
                <a:cubicBezTo>
                  <a:pt x="467" y="787"/>
                  <a:pt x="467" y="787"/>
                  <a:pt x="467" y="787"/>
                </a:cubicBezTo>
                <a:close/>
                <a:moveTo>
                  <a:pt x="467" y="41"/>
                </a:moveTo>
                <a:cubicBezTo>
                  <a:pt x="467" y="52"/>
                  <a:pt x="467" y="52"/>
                  <a:pt x="467" y="52"/>
                </a:cubicBezTo>
                <a:cubicBezTo>
                  <a:pt x="466" y="51"/>
                  <a:pt x="465" y="51"/>
                  <a:pt x="464" y="50"/>
                </a:cubicBezTo>
                <a:cubicBezTo>
                  <a:pt x="462" y="50"/>
                  <a:pt x="460" y="50"/>
                  <a:pt x="458" y="50"/>
                </a:cubicBezTo>
                <a:cubicBezTo>
                  <a:pt x="458" y="20"/>
                  <a:pt x="458" y="20"/>
                  <a:pt x="458" y="20"/>
                </a:cubicBezTo>
                <a:cubicBezTo>
                  <a:pt x="461" y="27"/>
                  <a:pt x="464" y="34"/>
                  <a:pt x="467" y="41"/>
                </a:cubicBezTo>
                <a:close/>
                <a:moveTo>
                  <a:pt x="467" y="77"/>
                </a:moveTo>
                <a:cubicBezTo>
                  <a:pt x="467" y="131"/>
                  <a:pt x="467" y="131"/>
                  <a:pt x="467" y="131"/>
                </a:cubicBezTo>
                <a:cubicBezTo>
                  <a:pt x="466" y="131"/>
                  <a:pt x="465" y="130"/>
                  <a:pt x="464" y="130"/>
                </a:cubicBezTo>
                <a:cubicBezTo>
                  <a:pt x="465" y="131"/>
                  <a:pt x="466" y="133"/>
                  <a:pt x="467" y="133"/>
                </a:cubicBezTo>
                <a:cubicBezTo>
                  <a:pt x="467" y="146"/>
                  <a:pt x="467" y="146"/>
                  <a:pt x="467" y="146"/>
                </a:cubicBezTo>
                <a:cubicBezTo>
                  <a:pt x="465" y="145"/>
                  <a:pt x="463" y="144"/>
                  <a:pt x="461" y="143"/>
                </a:cubicBezTo>
                <a:cubicBezTo>
                  <a:pt x="460" y="146"/>
                  <a:pt x="459" y="148"/>
                  <a:pt x="458" y="149"/>
                </a:cubicBezTo>
                <a:cubicBezTo>
                  <a:pt x="458" y="113"/>
                  <a:pt x="458" y="113"/>
                  <a:pt x="458" y="113"/>
                </a:cubicBezTo>
                <a:cubicBezTo>
                  <a:pt x="459" y="111"/>
                  <a:pt x="459" y="110"/>
                  <a:pt x="462" y="99"/>
                </a:cubicBezTo>
                <a:cubicBezTo>
                  <a:pt x="460" y="99"/>
                  <a:pt x="459" y="99"/>
                  <a:pt x="458" y="99"/>
                </a:cubicBezTo>
                <a:cubicBezTo>
                  <a:pt x="458" y="70"/>
                  <a:pt x="458" y="70"/>
                  <a:pt x="458" y="70"/>
                </a:cubicBezTo>
                <a:cubicBezTo>
                  <a:pt x="459" y="70"/>
                  <a:pt x="460" y="71"/>
                  <a:pt x="462" y="72"/>
                </a:cubicBezTo>
                <a:cubicBezTo>
                  <a:pt x="462" y="73"/>
                  <a:pt x="462" y="74"/>
                  <a:pt x="462" y="75"/>
                </a:cubicBezTo>
                <a:cubicBezTo>
                  <a:pt x="464" y="76"/>
                  <a:pt x="465" y="76"/>
                  <a:pt x="467" y="77"/>
                </a:cubicBezTo>
                <a:close/>
                <a:moveTo>
                  <a:pt x="467" y="176"/>
                </a:moveTo>
                <a:cubicBezTo>
                  <a:pt x="467" y="190"/>
                  <a:pt x="467" y="190"/>
                  <a:pt x="467" y="190"/>
                </a:cubicBezTo>
                <a:cubicBezTo>
                  <a:pt x="466" y="184"/>
                  <a:pt x="464" y="180"/>
                  <a:pt x="458" y="178"/>
                </a:cubicBezTo>
                <a:cubicBezTo>
                  <a:pt x="458" y="172"/>
                  <a:pt x="458" y="172"/>
                  <a:pt x="458" y="172"/>
                </a:cubicBezTo>
                <a:cubicBezTo>
                  <a:pt x="461" y="173"/>
                  <a:pt x="463" y="174"/>
                  <a:pt x="465" y="175"/>
                </a:cubicBezTo>
                <a:cubicBezTo>
                  <a:pt x="466" y="175"/>
                  <a:pt x="467" y="175"/>
                  <a:pt x="467" y="176"/>
                </a:cubicBezTo>
                <a:close/>
                <a:moveTo>
                  <a:pt x="467" y="199"/>
                </a:moveTo>
                <a:cubicBezTo>
                  <a:pt x="467" y="203"/>
                  <a:pt x="467" y="203"/>
                  <a:pt x="467" y="203"/>
                </a:cubicBezTo>
                <a:cubicBezTo>
                  <a:pt x="464" y="202"/>
                  <a:pt x="461" y="201"/>
                  <a:pt x="458" y="200"/>
                </a:cubicBezTo>
                <a:cubicBezTo>
                  <a:pt x="458" y="193"/>
                  <a:pt x="458" y="193"/>
                  <a:pt x="458" y="193"/>
                </a:cubicBezTo>
                <a:cubicBezTo>
                  <a:pt x="459" y="195"/>
                  <a:pt x="462" y="197"/>
                  <a:pt x="465" y="199"/>
                </a:cubicBezTo>
                <a:cubicBezTo>
                  <a:pt x="467" y="199"/>
                  <a:pt x="467" y="199"/>
                  <a:pt x="467" y="199"/>
                </a:cubicBezTo>
                <a:close/>
                <a:moveTo>
                  <a:pt x="467" y="218"/>
                </a:moveTo>
                <a:cubicBezTo>
                  <a:pt x="467" y="237"/>
                  <a:pt x="467" y="237"/>
                  <a:pt x="467" y="237"/>
                </a:cubicBezTo>
                <a:cubicBezTo>
                  <a:pt x="464" y="236"/>
                  <a:pt x="461" y="235"/>
                  <a:pt x="458" y="234"/>
                </a:cubicBezTo>
                <a:cubicBezTo>
                  <a:pt x="458" y="224"/>
                  <a:pt x="458" y="224"/>
                  <a:pt x="458" y="224"/>
                </a:cubicBezTo>
                <a:cubicBezTo>
                  <a:pt x="459" y="224"/>
                  <a:pt x="459" y="224"/>
                  <a:pt x="460" y="224"/>
                </a:cubicBezTo>
                <a:cubicBezTo>
                  <a:pt x="463" y="221"/>
                  <a:pt x="464" y="220"/>
                  <a:pt x="467" y="218"/>
                </a:cubicBezTo>
                <a:close/>
                <a:moveTo>
                  <a:pt x="467" y="247"/>
                </a:moveTo>
                <a:cubicBezTo>
                  <a:pt x="467" y="258"/>
                  <a:pt x="467" y="258"/>
                  <a:pt x="467" y="258"/>
                </a:cubicBezTo>
                <a:cubicBezTo>
                  <a:pt x="464" y="257"/>
                  <a:pt x="461" y="256"/>
                  <a:pt x="458" y="256"/>
                </a:cubicBezTo>
                <a:cubicBezTo>
                  <a:pt x="458" y="245"/>
                  <a:pt x="458" y="245"/>
                  <a:pt x="458" y="245"/>
                </a:cubicBezTo>
                <a:cubicBezTo>
                  <a:pt x="461" y="246"/>
                  <a:pt x="465" y="246"/>
                  <a:pt x="467" y="247"/>
                </a:cubicBezTo>
                <a:close/>
                <a:moveTo>
                  <a:pt x="467" y="265"/>
                </a:moveTo>
                <a:cubicBezTo>
                  <a:pt x="467" y="273"/>
                  <a:pt x="467" y="273"/>
                  <a:pt x="467" y="273"/>
                </a:cubicBezTo>
                <a:cubicBezTo>
                  <a:pt x="464" y="273"/>
                  <a:pt x="461" y="272"/>
                  <a:pt x="458" y="271"/>
                </a:cubicBezTo>
                <a:cubicBezTo>
                  <a:pt x="458" y="263"/>
                  <a:pt x="458" y="263"/>
                  <a:pt x="458" y="263"/>
                </a:cubicBezTo>
                <a:cubicBezTo>
                  <a:pt x="461" y="264"/>
                  <a:pt x="464" y="264"/>
                  <a:pt x="467" y="265"/>
                </a:cubicBezTo>
                <a:close/>
                <a:moveTo>
                  <a:pt x="467" y="283"/>
                </a:moveTo>
                <a:cubicBezTo>
                  <a:pt x="467" y="293"/>
                  <a:pt x="467" y="293"/>
                  <a:pt x="467" y="293"/>
                </a:cubicBezTo>
                <a:cubicBezTo>
                  <a:pt x="466" y="294"/>
                  <a:pt x="464" y="295"/>
                  <a:pt x="462" y="296"/>
                </a:cubicBezTo>
                <a:cubicBezTo>
                  <a:pt x="461" y="295"/>
                  <a:pt x="459" y="295"/>
                  <a:pt x="458" y="294"/>
                </a:cubicBezTo>
                <a:cubicBezTo>
                  <a:pt x="458" y="285"/>
                  <a:pt x="458" y="285"/>
                  <a:pt x="458" y="285"/>
                </a:cubicBezTo>
                <a:cubicBezTo>
                  <a:pt x="461" y="285"/>
                  <a:pt x="465" y="285"/>
                  <a:pt x="467" y="283"/>
                </a:cubicBezTo>
                <a:close/>
                <a:moveTo>
                  <a:pt x="467" y="314"/>
                </a:moveTo>
                <a:cubicBezTo>
                  <a:pt x="467" y="325"/>
                  <a:pt x="467" y="325"/>
                  <a:pt x="467" y="325"/>
                </a:cubicBezTo>
                <a:cubicBezTo>
                  <a:pt x="467" y="324"/>
                  <a:pt x="465" y="322"/>
                  <a:pt x="464" y="320"/>
                </a:cubicBezTo>
                <a:cubicBezTo>
                  <a:pt x="463" y="328"/>
                  <a:pt x="461" y="333"/>
                  <a:pt x="465" y="339"/>
                </a:cubicBezTo>
                <a:cubicBezTo>
                  <a:pt x="466" y="338"/>
                  <a:pt x="467" y="336"/>
                  <a:pt x="467" y="335"/>
                </a:cubicBezTo>
                <a:cubicBezTo>
                  <a:pt x="467" y="346"/>
                  <a:pt x="467" y="346"/>
                  <a:pt x="467" y="346"/>
                </a:cubicBezTo>
                <a:cubicBezTo>
                  <a:pt x="466" y="341"/>
                  <a:pt x="461" y="340"/>
                  <a:pt x="459" y="334"/>
                </a:cubicBezTo>
                <a:cubicBezTo>
                  <a:pt x="458" y="334"/>
                  <a:pt x="458" y="334"/>
                  <a:pt x="458" y="334"/>
                </a:cubicBezTo>
                <a:cubicBezTo>
                  <a:pt x="458" y="329"/>
                  <a:pt x="458" y="329"/>
                  <a:pt x="458" y="329"/>
                </a:cubicBezTo>
                <a:cubicBezTo>
                  <a:pt x="459" y="324"/>
                  <a:pt x="460" y="321"/>
                  <a:pt x="458" y="318"/>
                </a:cubicBezTo>
                <a:cubicBezTo>
                  <a:pt x="458" y="312"/>
                  <a:pt x="458" y="312"/>
                  <a:pt x="458" y="312"/>
                </a:cubicBezTo>
                <a:cubicBezTo>
                  <a:pt x="460" y="313"/>
                  <a:pt x="462" y="315"/>
                  <a:pt x="463" y="317"/>
                </a:cubicBezTo>
                <a:cubicBezTo>
                  <a:pt x="465" y="316"/>
                  <a:pt x="466" y="315"/>
                  <a:pt x="467" y="314"/>
                </a:cubicBezTo>
                <a:close/>
                <a:moveTo>
                  <a:pt x="467" y="379"/>
                </a:moveTo>
                <a:cubicBezTo>
                  <a:pt x="467" y="379"/>
                  <a:pt x="467" y="379"/>
                  <a:pt x="467" y="379"/>
                </a:cubicBezTo>
                <a:cubicBezTo>
                  <a:pt x="458" y="386"/>
                  <a:pt x="458" y="386"/>
                  <a:pt x="458" y="386"/>
                </a:cubicBezTo>
                <a:cubicBezTo>
                  <a:pt x="458" y="379"/>
                  <a:pt x="458" y="379"/>
                  <a:pt x="458" y="379"/>
                </a:cubicBezTo>
                <a:cubicBezTo>
                  <a:pt x="467" y="379"/>
                  <a:pt x="467" y="379"/>
                  <a:pt x="467" y="379"/>
                </a:cubicBezTo>
                <a:close/>
                <a:moveTo>
                  <a:pt x="467" y="458"/>
                </a:moveTo>
                <a:cubicBezTo>
                  <a:pt x="467" y="465"/>
                  <a:pt x="467" y="465"/>
                  <a:pt x="467" y="465"/>
                </a:cubicBezTo>
                <a:cubicBezTo>
                  <a:pt x="466" y="465"/>
                  <a:pt x="465" y="466"/>
                  <a:pt x="464" y="467"/>
                </a:cubicBezTo>
                <a:cubicBezTo>
                  <a:pt x="465" y="467"/>
                  <a:pt x="466" y="468"/>
                  <a:pt x="467" y="468"/>
                </a:cubicBezTo>
                <a:cubicBezTo>
                  <a:pt x="467" y="473"/>
                  <a:pt x="467" y="473"/>
                  <a:pt x="467" y="473"/>
                </a:cubicBezTo>
                <a:cubicBezTo>
                  <a:pt x="464" y="472"/>
                  <a:pt x="461" y="472"/>
                  <a:pt x="458" y="473"/>
                </a:cubicBezTo>
                <a:cubicBezTo>
                  <a:pt x="458" y="469"/>
                  <a:pt x="458" y="469"/>
                  <a:pt x="458" y="469"/>
                </a:cubicBezTo>
                <a:cubicBezTo>
                  <a:pt x="462" y="465"/>
                  <a:pt x="464" y="462"/>
                  <a:pt x="467" y="458"/>
                </a:cubicBezTo>
                <a:close/>
                <a:moveTo>
                  <a:pt x="467" y="478"/>
                </a:moveTo>
                <a:cubicBezTo>
                  <a:pt x="467" y="490"/>
                  <a:pt x="467" y="490"/>
                  <a:pt x="467" y="490"/>
                </a:cubicBezTo>
                <a:cubicBezTo>
                  <a:pt x="465" y="488"/>
                  <a:pt x="465" y="488"/>
                  <a:pt x="465" y="488"/>
                </a:cubicBezTo>
                <a:cubicBezTo>
                  <a:pt x="465" y="488"/>
                  <a:pt x="464" y="488"/>
                  <a:pt x="463" y="488"/>
                </a:cubicBezTo>
                <a:cubicBezTo>
                  <a:pt x="461" y="489"/>
                  <a:pt x="460" y="491"/>
                  <a:pt x="458" y="492"/>
                </a:cubicBezTo>
                <a:cubicBezTo>
                  <a:pt x="458" y="486"/>
                  <a:pt x="458" y="486"/>
                  <a:pt x="458" y="486"/>
                </a:cubicBezTo>
                <a:cubicBezTo>
                  <a:pt x="460" y="486"/>
                  <a:pt x="461" y="485"/>
                  <a:pt x="463" y="483"/>
                </a:cubicBezTo>
                <a:cubicBezTo>
                  <a:pt x="461" y="482"/>
                  <a:pt x="459" y="482"/>
                  <a:pt x="458" y="481"/>
                </a:cubicBezTo>
                <a:cubicBezTo>
                  <a:pt x="458" y="476"/>
                  <a:pt x="458" y="476"/>
                  <a:pt x="458" y="476"/>
                </a:cubicBezTo>
                <a:cubicBezTo>
                  <a:pt x="461" y="477"/>
                  <a:pt x="463" y="478"/>
                  <a:pt x="465" y="479"/>
                </a:cubicBezTo>
                <a:cubicBezTo>
                  <a:pt x="467" y="478"/>
                  <a:pt x="467" y="478"/>
                  <a:pt x="467" y="478"/>
                </a:cubicBezTo>
                <a:close/>
                <a:moveTo>
                  <a:pt x="467" y="528"/>
                </a:moveTo>
                <a:cubicBezTo>
                  <a:pt x="467" y="537"/>
                  <a:pt x="467" y="537"/>
                  <a:pt x="467" y="537"/>
                </a:cubicBezTo>
                <a:cubicBezTo>
                  <a:pt x="464" y="537"/>
                  <a:pt x="461" y="539"/>
                  <a:pt x="458" y="541"/>
                </a:cubicBezTo>
                <a:cubicBezTo>
                  <a:pt x="458" y="533"/>
                  <a:pt x="458" y="533"/>
                  <a:pt x="458" y="533"/>
                </a:cubicBezTo>
                <a:cubicBezTo>
                  <a:pt x="461" y="531"/>
                  <a:pt x="464" y="529"/>
                  <a:pt x="467" y="528"/>
                </a:cubicBezTo>
                <a:close/>
                <a:moveTo>
                  <a:pt x="467" y="542"/>
                </a:moveTo>
                <a:cubicBezTo>
                  <a:pt x="467" y="551"/>
                  <a:pt x="467" y="551"/>
                  <a:pt x="467" y="551"/>
                </a:cubicBezTo>
                <a:cubicBezTo>
                  <a:pt x="464" y="553"/>
                  <a:pt x="461" y="555"/>
                  <a:pt x="458" y="557"/>
                </a:cubicBezTo>
                <a:cubicBezTo>
                  <a:pt x="458" y="547"/>
                  <a:pt x="458" y="547"/>
                  <a:pt x="458" y="547"/>
                </a:cubicBezTo>
                <a:cubicBezTo>
                  <a:pt x="460" y="546"/>
                  <a:pt x="463" y="544"/>
                  <a:pt x="467" y="542"/>
                </a:cubicBezTo>
                <a:close/>
                <a:moveTo>
                  <a:pt x="467" y="556"/>
                </a:moveTo>
                <a:cubicBezTo>
                  <a:pt x="464" y="558"/>
                  <a:pt x="461" y="559"/>
                  <a:pt x="458" y="561"/>
                </a:cubicBezTo>
                <a:cubicBezTo>
                  <a:pt x="458" y="571"/>
                  <a:pt x="458" y="571"/>
                  <a:pt x="458" y="571"/>
                </a:cubicBezTo>
                <a:cubicBezTo>
                  <a:pt x="461" y="570"/>
                  <a:pt x="464" y="568"/>
                  <a:pt x="467" y="567"/>
                </a:cubicBezTo>
                <a:cubicBezTo>
                  <a:pt x="467" y="556"/>
                  <a:pt x="467" y="556"/>
                  <a:pt x="467" y="556"/>
                </a:cubicBezTo>
                <a:close/>
                <a:moveTo>
                  <a:pt x="467" y="573"/>
                </a:moveTo>
                <a:cubicBezTo>
                  <a:pt x="467" y="585"/>
                  <a:pt x="467" y="585"/>
                  <a:pt x="467" y="585"/>
                </a:cubicBezTo>
                <a:cubicBezTo>
                  <a:pt x="463" y="586"/>
                  <a:pt x="460" y="587"/>
                  <a:pt x="458" y="588"/>
                </a:cubicBezTo>
                <a:cubicBezTo>
                  <a:pt x="458" y="578"/>
                  <a:pt x="458" y="578"/>
                  <a:pt x="458" y="578"/>
                </a:cubicBezTo>
                <a:cubicBezTo>
                  <a:pt x="461" y="576"/>
                  <a:pt x="464" y="575"/>
                  <a:pt x="467" y="573"/>
                </a:cubicBezTo>
                <a:close/>
                <a:moveTo>
                  <a:pt x="467" y="600"/>
                </a:moveTo>
                <a:cubicBezTo>
                  <a:pt x="467" y="608"/>
                  <a:pt x="467" y="608"/>
                  <a:pt x="467" y="608"/>
                </a:cubicBezTo>
                <a:cubicBezTo>
                  <a:pt x="464" y="607"/>
                  <a:pt x="461" y="607"/>
                  <a:pt x="458" y="608"/>
                </a:cubicBezTo>
                <a:cubicBezTo>
                  <a:pt x="458" y="603"/>
                  <a:pt x="458" y="603"/>
                  <a:pt x="458" y="603"/>
                </a:cubicBezTo>
                <a:cubicBezTo>
                  <a:pt x="461" y="602"/>
                  <a:pt x="464" y="601"/>
                  <a:pt x="467" y="600"/>
                </a:cubicBezTo>
                <a:close/>
                <a:moveTo>
                  <a:pt x="467" y="621"/>
                </a:moveTo>
                <a:cubicBezTo>
                  <a:pt x="467" y="629"/>
                  <a:pt x="467" y="629"/>
                  <a:pt x="467" y="629"/>
                </a:cubicBezTo>
                <a:cubicBezTo>
                  <a:pt x="464" y="630"/>
                  <a:pt x="461" y="630"/>
                  <a:pt x="458" y="631"/>
                </a:cubicBezTo>
                <a:cubicBezTo>
                  <a:pt x="458" y="626"/>
                  <a:pt x="458" y="626"/>
                  <a:pt x="458" y="626"/>
                </a:cubicBezTo>
                <a:cubicBezTo>
                  <a:pt x="459" y="625"/>
                  <a:pt x="461" y="625"/>
                  <a:pt x="462" y="624"/>
                </a:cubicBezTo>
                <a:cubicBezTo>
                  <a:pt x="461" y="623"/>
                  <a:pt x="459" y="622"/>
                  <a:pt x="458" y="621"/>
                </a:cubicBezTo>
                <a:cubicBezTo>
                  <a:pt x="458" y="613"/>
                  <a:pt x="458" y="613"/>
                  <a:pt x="458" y="613"/>
                </a:cubicBezTo>
                <a:cubicBezTo>
                  <a:pt x="461" y="616"/>
                  <a:pt x="464" y="618"/>
                  <a:pt x="467" y="621"/>
                </a:cubicBezTo>
                <a:close/>
                <a:moveTo>
                  <a:pt x="467" y="743"/>
                </a:moveTo>
                <a:cubicBezTo>
                  <a:pt x="467" y="750"/>
                  <a:pt x="467" y="750"/>
                  <a:pt x="467" y="750"/>
                </a:cubicBezTo>
                <a:cubicBezTo>
                  <a:pt x="465" y="750"/>
                  <a:pt x="463" y="751"/>
                  <a:pt x="461" y="752"/>
                </a:cubicBezTo>
                <a:cubicBezTo>
                  <a:pt x="463" y="754"/>
                  <a:pt x="465" y="757"/>
                  <a:pt x="467" y="759"/>
                </a:cubicBezTo>
                <a:cubicBezTo>
                  <a:pt x="467" y="771"/>
                  <a:pt x="467" y="771"/>
                  <a:pt x="467" y="771"/>
                </a:cubicBezTo>
                <a:cubicBezTo>
                  <a:pt x="463" y="767"/>
                  <a:pt x="461" y="764"/>
                  <a:pt x="458" y="762"/>
                </a:cubicBezTo>
                <a:cubicBezTo>
                  <a:pt x="458" y="745"/>
                  <a:pt x="458" y="745"/>
                  <a:pt x="458" y="745"/>
                </a:cubicBezTo>
                <a:cubicBezTo>
                  <a:pt x="461" y="744"/>
                  <a:pt x="464" y="743"/>
                  <a:pt x="467" y="743"/>
                </a:cubicBezTo>
                <a:close/>
                <a:moveTo>
                  <a:pt x="458" y="706"/>
                </a:moveTo>
                <a:cubicBezTo>
                  <a:pt x="458" y="666"/>
                  <a:pt x="458" y="666"/>
                  <a:pt x="458" y="666"/>
                </a:cubicBezTo>
                <a:cubicBezTo>
                  <a:pt x="459" y="666"/>
                  <a:pt x="459" y="666"/>
                  <a:pt x="459" y="666"/>
                </a:cubicBezTo>
                <a:cubicBezTo>
                  <a:pt x="461" y="679"/>
                  <a:pt x="464" y="692"/>
                  <a:pt x="467" y="705"/>
                </a:cubicBezTo>
                <a:cubicBezTo>
                  <a:pt x="464" y="705"/>
                  <a:pt x="461" y="706"/>
                  <a:pt x="458" y="706"/>
                </a:cubicBezTo>
                <a:close/>
                <a:moveTo>
                  <a:pt x="458" y="526"/>
                </a:moveTo>
                <a:cubicBezTo>
                  <a:pt x="458" y="511"/>
                  <a:pt x="458" y="511"/>
                  <a:pt x="458" y="511"/>
                </a:cubicBezTo>
                <a:cubicBezTo>
                  <a:pt x="459" y="510"/>
                  <a:pt x="459" y="510"/>
                  <a:pt x="460" y="509"/>
                </a:cubicBezTo>
                <a:cubicBezTo>
                  <a:pt x="461" y="509"/>
                  <a:pt x="461" y="510"/>
                  <a:pt x="462" y="510"/>
                </a:cubicBezTo>
                <a:cubicBezTo>
                  <a:pt x="463" y="515"/>
                  <a:pt x="464" y="524"/>
                  <a:pt x="458" y="526"/>
                </a:cubicBezTo>
                <a:close/>
                <a:moveTo>
                  <a:pt x="456" y="5"/>
                </a:moveTo>
                <a:cubicBezTo>
                  <a:pt x="458" y="5"/>
                  <a:pt x="458" y="5"/>
                  <a:pt x="458" y="5"/>
                </a:cubicBezTo>
                <a:cubicBezTo>
                  <a:pt x="458" y="14"/>
                  <a:pt x="458" y="14"/>
                  <a:pt x="458" y="14"/>
                </a:cubicBezTo>
                <a:cubicBezTo>
                  <a:pt x="457" y="14"/>
                  <a:pt x="457" y="14"/>
                  <a:pt x="456" y="14"/>
                </a:cubicBezTo>
                <a:cubicBezTo>
                  <a:pt x="456" y="5"/>
                  <a:pt x="456" y="5"/>
                  <a:pt x="456" y="5"/>
                </a:cubicBezTo>
                <a:close/>
                <a:moveTo>
                  <a:pt x="458" y="789"/>
                </a:moveTo>
                <a:cubicBezTo>
                  <a:pt x="457" y="789"/>
                  <a:pt x="457" y="789"/>
                  <a:pt x="456" y="789"/>
                </a:cubicBezTo>
                <a:cubicBezTo>
                  <a:pt x="456" y="781"/>
                  <a:pt x="456" y="781"/>
                  <a:pt x="456" y="781"/>
                </a:cubicBezTo>
                <a:cubicBezTo>
                  <a:pt x="457" y="781"/>
                  <a:pt x="457" y="781"/>
                  <a:pt x="458" y="781"/>
                </a:cubicBezTo>
                <a:cubicBezTo>
                  <a:pt x="458" y="789"/>
                  <a:pt x="458" y="789"/>
                  <a:pt x="458" y="789"/>
                </a:cubicBezTo>
                <a:close/>
                <a:moveTo>
                  <a:pt x="458" y="20"/>
                </a:moveTo>
                <a:cubicBezTo>
                  <a:pt x="458" y="50"/>
                  <a:pt x="458" y="50"/>
                  <a:pt x="458" y="50"/>
                </a:cubicBezTo>
                <a:cubicBezTo>
                  <a:pt x="456" y="50"/>
                  <a:pt x="456" y="50"/>
                  <a:pt x="456" y="50"/>
                </a:cubicBezTo>
                <a:cubicBezTo>
                  <a:pt x="456" y="42"/>
                  <a:pt x="456" y="42"/>
                  <a:pt x="456" y="42"/>
                </a:cubicBezTo>
                <a:cubicBezTo>
                  <a:pt x="457" y="42"/>
                  <a:pt x="457" y="42"/>
                  <a:pt x="457" y="42"/>
                </a:cubicBezTo>
                <a:cubicBezTo>
                  <a:pt x="457" y="41"/>
                  <a:pt x="456" y="40"/>
                  <a:pt x="456" y="40"/>
                </a:cubicBezTo>
                <a:cubicBezTo>
                  <a:pt x="456" y="16"/>
                  <a:pt x="456" y="16"/>
                  <a:pt x="456" y="16"/>
                </a:cubicBezTo>
                <a:cubicBezTo>
                  <a:pt x="458" y="20"/>
                  <a:pt x="458" y="20"/>
                  <a:pt x="458" y="20"/>
                </a:cubicBezTo>
                <a:close/>
                <a:moveTo>
                  <a:pt x="458" y="70"/>
                </a:moveTo>
                <a:cubicBezTo>
                  <a:pt x="458" y="99"/>
                  <a:pt x="458" y="99"/>
                  <a:pt x="458" y="99"/>
                </a:cubicBezTo>
                <a:cubicBezTo>
                  <a:pt x="456" y="98"/>
                  <a:pt x="456" y="98"/>
                  <a:pt x="456" y="98"/>
                </a:cubicBezTo>
                <a:cubicBezTo>
                  <a:pt x="456" y="70"/>
                  <a:pt x="456" y="70"/>
                  <a:pt x="456" y="70"/>
                </a:cubicBezTo>
                <a:cubicBezTo>
                  <a:pt x="457" y="70"/>
                  <a:pt x="457" y="70"/>
                  <a:pt x="458" y="70"/>
                </a:cubicBezTo>
                <a:close/>
                <a:moveTo>
                  <a:pt x="458" y="113"/>
                </a:moveTo>
                <a:cubicBezTo>
                  <a:pt x="458" y="149"/>
                  <a:pt x="458" y="149"/>
                  <a:pt x="458" y="149"/>
                </a:cubicBezTo>
                <a:cubicBezTo>
                  <a:pt x="457" y="150"/>
                  <a:pt x="457" y="151"/>
                  <a:pt x="456" y="152"/>
                </a:cubicBezTo>
                <a:cubicBezTo>
                  <a:pt x="456" y="129"/>
                  <a:pt x="456" y="129"/>
                  <a:pt x="456" y="129"/>
                </a:cubicBezTo>
                <a:cubicBezTo>
                  <a:pt x="456" y="129"/>
                  <a:pt x="456" y="129"/>
                  <a:pt x="456" y="129"/>
                </a:cubicBezTo>
                <a:cubicBezTo>
                  <a:pt x="456" y="128"/>
                  <a:pt x="456" y="127"/>
                  <a:pt x="456" y="126"/>
                </a:cubicBezTo>
                <a:cubicBezTo>
                  <a:pt x="456" y="126"/>
                  <a:pt x="456" y="126"/>
                  <a:pt x="456" y="126"/>
                </a:cubicBezTo>
                <a:cubicBezTo>
                  <a:pt x="456" y="114"/>
                  <a:pt x="456" y="114"/>
                  <a:pt x="456" y="114"/>
                </a:cubicBezTo>
                <a:cubicBezTo>
                  <a:pt x="457" y="114"/>
                  <a:pt x="457" y="114"/>
                  <a:pt x="457" y="114"/>
                </a:cubicBezTo>
                <a:cubicBezTo>
                  <a:pt x="458" y="113"/>
                  <a:pt x="458" y="113"/>
                  <a:pt x="458" y="113"/>
                </a:cubicBezTo>
                <a:close/>
                <a:moveTo>
                  <a:pt x="458" y="172"/>
                </a:moveTo>
                <a:cubicBezTo>
                  <a:pt x="458" y="178"/>
                  <a:pt x="458" y="178"/>
                  <a:pt x="458" y="178"/>
                </a:cubicBezTo>
                <a:cubicBezTo>
                  <a:pt x="457" y="178"/>
                  <a:pt x="457" y="177"/>
                  <a:pt x="456" y="177"/>
                </a:cubicBezTo>
                <a:cubicBezTo>
                  <a:pt x="456" y="171"/>
                  <a:pt x="456" y="171"/>
                  <a:pt x="456" y="171"/>
                </a:cubicBezTo>
                <a:cubicBezTo>
                  <a:pt x="457" y="171"/>
                  <a:pt x="457" y="172"/>
                  <a:pt x="458" y="172"/>
                </a:cubicBezTo>
                <a:close/>
                <a:moveTo>
                  <a:pt x="458" y="193"/>
                </a:moveTo>
                <a:cubicBezTo>
                  <a:pt x="458" y="200"/>
                  <a:pt x="458" y="200"/>
                  <a:pt x="458" y="200"/>
                </a:cubicBezTo>
                <a:cubicBezTo>
                  <a:pt x="457" y="200"/>
                  <a:pt x="457" y="200"/>
                  <a:pt x="456" y="200"/>
                </a:cubicBezTo>
                <a:cubicBezTo>
                  <a:pt x="456" y="190"/>
                  <a:pt x="456" y="190"/>
                  <a:pt x="456" y="190"/>
                </a:cubicBezTo>
                <a:cubicBezTo>
                  <a:pt x="457" y="191"/>
                  <a:pt x="457" y="192"/>
                  <a:pt x="458" y="193"/>
                </a:cubicBezTo>
                <a:close/>
                <a:moveTo>
                  <a:pt x="458" y="224"/>
                </a:moveTo>
                <a:cubicBezTo>
                  <a:pt x="458" y="234"/>
                  <a:pt x="458" y="234"/>
                  <a:pt x="458" y="234"/>
                </a:cubicBezTo>
                <a:cubicBezTo>
                  <a:pt x="457" y="234"/>
                  <a:pt x="457" y="234"/>
                  <a:pt x="456" y="234"/>
                </a:cubicBezTo>
                <a:cubicBezTo>
                  <a:pt x="456" y="224"/>
                  <a:pt x="456" y="224"/>
                  <a:pt x="456" y="224"/>
                </a:cubicBezTo>
                <a:cubicBezTo>
                  <a:pt x="457" y="224"/>
                  <a:pt x="457" y="224"/>
                  <a:pt x="458" y="224"/>
                </a:cubicBezTo>
                <a:close/>
                <a:moveTo>
                  <a:pt x="458" y="245"/>
                </a:moveTo>
                <a:cubicBezTo>
                  <a:pt x="458" y="256"/>
                  <a:pt x="458" y="256"/>
                  <a:pt x="458" y="256"/>
                </a:cubicBezTo>
                <a:cubicBezTo>
                  <a:pt x="457" y="256"/>
                  <a:pt x="457" y="255"/>
                  <a:pt x="456" y="255"/>
                </a:cubicBezTo>
                <a:cubicBezTo>
                  <a:pt x="456" y="245"/>
                  <a:pt x="456" y="245"/>
                  <a:pt x="456" y="245"/>
                </a:cubicBezTo>
                <a:cubicBezTo>
                  <a:pt x="458" y="245"/>
                  <a:pt x="458" y="245"/>
                  <a:pt x="458" y="245"/>
                </a:cubicBezTo>
                <a:close/>
                <a:moveTo>
                  <a:pt x="458" y="263"/>
                </a:moveTo>
                <a:cubicBezTo>
                  <a:pt x="458" y="271"/>
                  <a:pt x="458" y="271"/>
                  <a:pt x="458" y="271"/>
                </a:cubicBezTo>
                <a:cubicBezTo>
                  <a:pt x="456" y="271"/>
                  <a:pt x="456" y="271"/>
                  <a:pt x="456" y="271"/>
                </a:cubicBezTo>
                <a:cubicBezTo>
                  <a:pt x="456" y="262"/>
                  <a:pt x="456" y="262"/>
                  <a:pt x="456" y="262"/>
                </a:cubicBezTo>
                <a:cubicBezTo>
                  <a:pt x="458" y="263"/>
                  <a:pt x="458" y="263"/>
                  <a:pt x="458" y="263"/>
                </a:cubicBezTo>
                <a:close/>
                <a:moveTo>
                  <a:pt x="458" y="285"/>
                </a:moveTo>
                <a:cubicBezTo>
                  <a:pt x="458" y="294"/>
                  <a:pt x="458" y="294"/>
                  <a:pt x="458" y="294"/>
                </a:cubicBezTo>
                <a:cubicBezTo>
                  <a:pt x="456" y="294"/>
                  <a:pt x="456" y="294"/>
                  <a:pt x="456" y="294"/>
                </a:cubicBezTo>
                <a:cubicBezTo>
                  <a:pt x="456" y="285"/>
                  <a:pt x="456" y="285"/>
                  <a:pt x="456" y="285"/>
                </a:cubicBezTo>
                <a:cubicBezTo>
                  <a:pt x="456" y="285"/>
                  <a:pt x="456" y="285"/>
                  <a:pt x="456" y="285"/>
                </a:cubicBezTo>
                <a:cubicBezTo>
                  <a:pt x="457" y="285"/>
                  <a:pt x="457" y="285"/>
                  <a:pt x="458" y="285"/>
                </a:cubicBezTo>
                <a:close/>
                <a:moveTo>
                  <a:pt x="458" y="312"/>
                </a:moveTo>
                <a:cubicBezTo>
                  <a:pt x="458" y="318"/>
                  <a:pt x="458" y="318"/>
                  <a:pt x="458" y="318"/>
                </a:cubicBezTo>
                <a:cubicBezTo>
                  <a:pt x="457" y="317"/>
                  <a:pt x="457" y="317"/>
                  <a:pt x="456" y="316"/>
                </a:cubicBezTo>
                <a:cubicBezTo>
                  <a:pt x="456" y="310"/>
                  <a:pt x="456" y="310"/>
                  <a:pt x="456" y="310"/>
                </a:cubicBezTo>
                <a:cubicBezTo>
                  <a:pt x="457" y="311"/>
                  <a:pt x="457" y="311"/>
                  <a:pt x="458" y="312"/>
                </a:cubicBezTo>
                <a:close/>
                <a:moveTo>
                  <a:pt x="458" y="329"/>
                </a:moveTo>
                <a:cubicBezTo>
                  <a:pt x="458" y="334"/>
                  <a:pt x="458" y="334"/>
                  <a:pt x="458" y="334"/>
                </a:cubicBezTo>
                <a:cubicBezTo>
                  <a:pt x="457" y="334"/>
                  <a:pt x="457" y="334"/>
                  <a:pt x="456" y="334"/>
                </a:cubicBezTo>
                <a:cubicBezTo>
                  <a:pt x="456" y="330"/>
                  <a:pt x="456" y="330"/>
                  <a:pt x="456" y="330"/>
                </a:cubicBezTo>
                <a:cubicBezTo>
                  <a:pt x="457" y="330"/>
                  <a:pt x="457" y="330"/>
                  <a:pt x="457" y="331"/>
                </a:cubicBezTo>
                <a:cubicBezTo>
                  <a:pt x="457" y="330"/>
                  <a:pt x="458" y="330"/>
                  <a:pt x="458" y="329"/>
                </a:cubicBezTo>
                <a:close/>
                <a:moveTo>
                  <a:pt x="458" y="379"/>
                </a:moveTo>
                <a:cubicBezTo>
                  <a:pt x="458" y="386"/>
                  <a:pt x="458" y="386"/>
                  <a:pt x="458" y="386"/>
                </a:cubicBezTo>
                <a:cubicBezTo>
                  <a:pt x="456" y="387"/>
                  <a:pt x="456" y="387"/>
                  <a:pt x="456" y="387"/>
                </a:cubicBezTo>
                <a:cubicBezTo>
                  <a:pt x="456" y="379"/>
                  <a:pt x="456" y="379"/>
                  <a:pt x="456" y="379"/>
                </a:cubicBezTo>
                <a:cubicBezTo>
                  <a:pt x="458" y="379"/>
                  <a:pt x="458" y="379"/>
                  <a:pt x="458" y="379"/>
                </a:cubicBezTo>
                <a:close/>
                <a:moveTo>
                  <a:pt x="458" y="469"/>
                </a:moveTo>
                <a:cubicBezTo>
                  <a:pt x="458" y="473"/>
                  <a:pt x="458" y="473"/>
                  <a:pt x="458" y="473"/>
                </a:cubicBezTo>
                <a:cubicBezTo>
                  <a:pt x="457" y="473"/>
                  <a:pt x="457" y="473"/>
                  <a:pt x="456" y="474"/>
                </a:cubicBezTo>
                <a:cubicBezTo>
                  <a:pt x="456" y="474"/>
                  <a:pt x="456" y="475"/>
                  <a:pt x="456" y="476"/>
                </a:cubicBezTo>
                <a:cubicBezTo>
                  <a:pt x="457" y="476"/>
                  <a:pt x="457" y="476"/>
                  <a:pt x="458" y="476"/>
                </a:cubicBezTo>
                <a:cubicBezTo>
                  <a:pt x="458" y="481"/>
                  <a:pt x="458" y="481"/>
                  <a:pt x="458" y="481"/>
                </a:cubicBezTo>
                <a:cubicBezTo>
                  <a:pt x="457" y="481"/>
                  <a:pt x="457" y="481"/>
                  <a:pt x="456" y="481"/>
                </a:cubicBezTo>
                <a:cubicBezTo>
                  <a:pt x="456" y="470"/>
                  <a:pt x="456" y="470"/>
                  <a:pt x="456" y="470"/>
                </a:cubicBezTo>
                <a:cubicBezTo>
                  <a:pt x="457" y="470"/>
                  <a:pt x="457" y="469"/>
                  <a:pt x="458" y="469"/>
                </a:cubicBezTo>
                <a:close/>
                <a:moveTo>
                  <a:pt x="458" y="486"/>
                </a:moveTo>
                <a:cubicBezTo>
                  <a:pt x="458" y="492"/>
                  <a:pt x="458" y="492"/>
                  <a:pt x="458" y="492"/>
                </a:cubicBezTo>
                <a:cubicBezTo>
                  <a:pt x="457" y="492"/>
                  <a:pt x="457" y="492"/>
                  <a:pt x="456" y="493"/>
                </a:cubicBezTo>
                <a:cubicBezTo>
                  <a:pt x="456" y="486"/>
                  <a:pt x="456" y="486"/>
                  <a:pt x="456" y="486"/>
                </a:cubicBezTo>
                <a:cubicBezTo>
                  <a:pt x="457" y="486"/>
                  <a:pt x="457" y="486"/>
                  <a:pt x="458" y="486"/>
                </a:cubicBezTo>
                <a:close/>
                <a:moveTo>
                  <a:pt x="458" y="511"/>
                </a:moveTo>
                <a:cubicBezTo>
                  <a:pt x="458" y="526"/>
                  <a:pt x="458" y="526"/>
                  <a:pt x="458" y="526"/>
                </a:cubicBezTo>
                <a:cubicBezTo>
                  <a:pt x="458" y="526"/>
                  <a:pt x="457" y="526"/>
                  <a:pt x="457" y="526"/>
                </a:cubicBezTo>
                <a:cubicBezTo>
                  <a:pt x="457" y="525"/>
                  <a:pt x="457" y="525"/>
                  <a:pt x="456" y="525"/>
                </a:cubicBezTo>
                <a:cubicBezTo>
                  <a:pt x="456" y="512"/>
                  <a:pt x="456" y="512"/>
                  <a:pt x="456" y="512"/>
                </a:cubicBezTo>
                <a:cubicBezTo>
                  <a:pt x="457" y="512"/>
                  <a:pt x="457" y="512"/>
                  <a:pt x="457" y="512"/>
                </a:cubicBezTo>
                <a:cubicBezTo>
                  <a:pt x="457" y="511"/>
                  <a:pt x="458" y="511"/>
                  <a:pt x="458" y="511"/>
                </a:cubicBezTo>
                <a:close/>
                <a:moveTo>
                  <a:pt x="458" y="533"/>
                </a:moveTo>
                <a:cubicBezTo>
                  <a:pt x="458" y="541"/>
                  <a:pt x="458" y="541"/>
                  <a:pt x="458" y="541"/>
                </a:cubicBezTo>
                <a:cubicBezTo>
                  <a:pt x="457" y="541"/>
                  <a:pt x="457" y="542"/>
                  <a:pt x="456" y="542"/>
                </a:cubicBezTo>
                <a:cubicBezTo>
                  <a:pt x="456" y="534"/>
                  <a:pt x="456" y="534"/>
                  <a:pt x="456" y="534"/>
                </a:cubicBezTo>
                <a:cubicBezTo>
                  <a:pt x="457" y="533"/>
                  <a:pt x="457" y="533"/>
                  <a:pt x="458" y="533"/>
                </a:cubicBezTo>
                <a:close/>
                <a:moveTo>
                  <a:pt x="458" y="547"/>
                </a:moveTo>
                <a:cubicBezTo>
                  <a:pt x="458" y="557"/>
                  <a:pt x="458" y="557"/>
                  <a:pt x="458" y="557"/>
                </a:cubicBezTo>
                <a:cubicBezTo>
                  <a:pt x="457" y="557"/>
                  <a:pt x="457" y="557"/>
                  <a:pt x="456" y="557"/>
                </a:cubicBezTo>
                <a:cubicBezTo>
                  <a:pt x="456" y="548"/>
                  <a:pt x="456" y="548"/>
                  <a:pt x="456" y="548"/>
                </a:cubicBezTo>
                <a:cubicBezTo>
                  <a:pt x="458" y="547"/>
                  <a:pt x="458" y="547"/>
                  <a:pt x="458" y="547"/>
                </a:cubicBezTo>
                <a:close/>
                <a:moveTo>
                  <a:pt x="458" y="561"/>
                </a:moveTo>
                <a:cubicBezTo>
                  <a:pt x="458" y="571"/>
                  <a:pt x="458" y="571"/>
                  <a:pt x="458" y="571"/>
                </a:cubicBezTo>
                <a:cubicBezTo>
                  <a:pt x="457" y="571"/>
                  <a:pt x="457" y="572"/>
                  <a:pt x="456" y="572"/>
                </a:cubicBezTo>
                <a:cubicBezTo>
                  <a:pt x="456" y="561"/>
                  <a:pt x="456" y="561"/>
                  <a:pt x="456" y="561"/>
                </a:cubicBezTo>
                <a:cubicBezTo>
                  <a:pt x="457" y="561"/>
                  <a:pt x="457" y="561"/>
                  <a:pt x="458" y="561"/>
                </a:cubicBezTo>
                <a:close/>
                <a:moveTo>
                  <a:pt x="458" y="578"/>
                </a:moveTo>
                <a:cubicBezTo>
                  <a:pt x="458" y="588"/>
                  <a:pt x="458" y="588"/>
                  <a:pt x="458" y="588"/>
                </a:cubicBezTo>
                <a:cubicBezTo>
                  <a:pt x="457" y="588"/>
                  <a:pt x="457" y="588"/>
                  <a:pt x="456" y="588"/>
                </a:cubicBezTo>
                <a:cubicBezTo>
                  <a:pt x="456" y="578"/>
                  <a:pt x="456" y="578"/>
                  <a:pt x="456" y="578"/>
                </a:cubicBezTo>
                <a:cubicBezTo>
                  <a:pt x="457" y="578"/>
                  <a:pt x="457" y="578"/>
                  <a:pt x="458" y="578"/>
                </a:cubicBezTo>
                <a:close/>
                <a:moveTo>
                  <a:pt x="458" y="603"/>
                </a:moveTo>
                <a:cubicBezTo>
                  <a:pt x="458" y="608"/>
                  <a:pt x="458" y="608"/>
                  <a:pt x="458" y="608"/>
                </a:cubicBezTo>
                <a:cubicBezTo>
                  <a:pt x="457" y="608"/>
                  <a:pt x="457" y="608"/>
                  <a:pt x="456" y="609"/>
                </a:cubicBezTo>
                <a:cubicBezTo>
                  <a:pt x="456" y="604"/>
                  <a:pt x="456" y="604"/>
                  <a:pt x="456" y="604"/>
                </a:cubicBezTo>
                <a:cubicBezTo>
                  <a:pt x="457" y="604"/>
                  <a:pt x="457" y="603"/>
                  <a:pt x="458" y="603"/>
                </a:cubicBezTo>
                <a:close/>
                <a:moveTo>
                  <a:pt x="458" y="613"/>
                </a:moveTo>
                <a:cubicBezTo>
                  <a:pt x="458" y="621"/>
                  <a:pt x="458" y="621"/>
                  <a:pt x="458" y="621"/>
                </a:cubicBezTo>
                <a:cubicBezTo>
                  <a:pt x="456" y="619"/>
                  <a:pt x="456" y="619"/>
                  <a:pt x="456" y="619"/>
                </a:cubicBezTo>
                <a:cubicBezTo>
                  <a:pt x="456" y="611"/>
                  <a:pt x="456" y="611"/>
                  <a:pt x="456" y="611"/>
                </a:cubicBezTo>
                <a:cubicBezTo>
                  <a:pt x="458" y="613"/>
                  <a:pt x="458" y="613"/>
                  <a:pt x="458" y="613"/>
                </a:cubicBezTo>
                <a:close/>
                <a:moveTo>
                  <a:pt x="458" y="626"/>
                </a:moveTo>
                <a:cubicBezTo>
                  <a:pt x="458" y="631"/>
                  <a:pt x="458" y="631"/>
                  <a:pt x="458" y="631"/>
                </a:cubicBezTo>
                <a:cubicBezTo>
                  <a:pt x="456" y="631"/>
                  <a:pt x="456" y="631"/>
                  <a:pt x="456" y="631"/>
                </a:cubicBezTo>
                <a:cubicBezTo>
                  <a:pt x="456" y="626"/>
                  <a:pt x="456" y="626"/>
                  <a:pt x="456" y="626"/>
                </a:cubicBezTo>
                <a:cubicBezTo>
                  <a:pt x="458" y="626"/>
                  <a:pt x="458" y="626"/>
                  <a:pt x="458" y="626"/>
                </a:cubicBezTo>
                <a:close/>
                <a:moveTo>
                  <a:pt x="458" y="666"/>
                </a:moveTo>
                <a:cubicBezTo>
                  <a:pt x="458" y="706"/>
                  <a:pt x="458" y="706"/>
                  <a:pt x="458" y="706"/>
                </a:cubicBezTo>
                <a:cubicBezTo>
                  <a:pt x="456" y="707"/>
                  <a:pt x="456" y="707"/>
                  <a:pt x="456" y="707"/>
                </a:cubicBezTo>
                <a:cubicBezTo>
                  <a:pt x="456" y="707"/>
                  <a:pt x="456" y="707"/>
                  <a:pt x="456" y="707"/>
                </a:cubicBezTo>
                <a:cubicBezTo>
                  <a:pt x="456" y="666"/>
                  <a:pt x="456" y="666"/>
                  <a:pt x="456" y="666"/>
                </a:cubicBezTo>
                <a:cubicBezTo>
                  <a:pt x="458" y="666"/>
                  <a:pt x="458" y="666"/>
                  <a:pt x="458" y="666"/>
                </a:cubicBezTo>
                <a:close/>
                <a:moveTo>
                  <a:pt x="458" y="745"/>
                </a:moveTo>
                <a:cubicBezTo>
                  <a:pt x="458" y="762"/>
                  <a:pt x="458" y="762"/>
                  <a:pt x="458" y="762"/>
                </a:cubicBezTo>
                <a:cubicBezTo>
                  <a:pt x="457" y="761"/>
                  <a:pt x="457" y="761"/>
                  <a:pt x="456" y="760"/>
                </a:cubicBezTo>
                <a:cubicBezTo>
                  <a:pt x="456" y="745"/>
                  <a:pt x="456" y="745"/>
                  <a:pt x="456" y="745"/>
                </a:cubicBezTo>
                <a:cubicBezTo>
                  <a:pt x="457" y="745"/>
                  <a:pt x="457" y="745"/>
                  <a:pt x="458" y="745"/>
                </a:cubicBezTo>
                <a:close/>
                <a:moveTo>
                  <a:pt x="452" y="5"/>
                </a:moveTo>
                <a:cubicBezTo>
                  <a:pt x="454" y="5"/>
                  <a:pt x="455" y="5"/>
                  <a:pt x="456" y="5"/>
                </a:cubicBezTo>
                <a:cubicBezTo>
                  <a:pt x="456" y="14"/>
                  <a:pt x="456" y="14"/>
                  <a:pt x="456" y="14"/>
                </a:cubicBezTo>
                <a:cubicBezTo>
                  <a:pt x="455" y="14"/>
                  <a:pt x="455" y="14"/>
                  <a:pt x="455" y="14"/>
                </a:cubicBezTo>
                <a:cubicBezTo>
                  <a:pt x="456" y="16"/>
                  <a:pt x="456" y="16"/>
                  <a:pt x="456" y="16"/>
                </a:cubicBezTo>
                <a:cubicBezTo>
                  <a:pt x="456" y="40"/>
                  <a:pt x="456" y="40"/>
                  <a:pt x="456" y="40"/>
                </a:cubicBezTo>
                <a:cubicBezTo>
                  <a:pt x="455" y="36"/>
                  <a:pt x="453" y="32"/>
                  <a:pt x="452" y="29"/>
                </a:cubicBezTo>
                <a:cubicBezTo>
                  <a:pt x="452" y="5"/>
                  <a:pt x="452" y="5"/>
                  <a:pt x="452" y="5"/>
                </a:cubicBezTo>
                <a:close/>
                <a:moveTo>
                  <a:pt x="456" y="789"/>
                </a:moveTo>
                <a:cubicBezTo>
                  <a:pt x="455" y="789"/>
                  <a:pt x="454" y="789"/>
                  <a:pt x="452" y="789"/>
                </a:cubicBezTo>
                <a:cubicBezTo>
                  <a:pt x="452" y="781"/>
                  <a:pt x="452" y="781"/>
                  <a:pt x="452" y="781"/>
                </a:cubicBezTo>
                <a:cubicBezTo>
                  <a:pt x="453" y="781"/>
                  <a:pt x="453" y="781"/>
                  <a:pt x="454" y="781"/>
                </a:cubicBezTo>
                <a:cubicBezTo>
                  <a:pt x="454" y="781"/>
                  <a:pt x="455" y="781"/>
                  <a:pt x="456" y="781"/>
                </a:cubicBezTo>
                <a:cubicBezTo>
                  <a:pt x="456" y="789"/>
                  <a:pt x="456" y="789"/>
                  <a:pt x="456" y="789"/>
                </a:cubicBezTo>
                <a:close/>
                <a:moveTo>
                  <a:pt x="456" y="42"/>
                </a:moveTo>
                <a:cubicBezTo>
                  <a:pt x="456" y="50"/>
                  <a:pt x="456" y="50"/>
                  <a:pt x="456" y="50"/>
                </a:cubicBezTo>
                <a:cubicBezTo>
                  <a:pt x="455" y="50"/>
                  <a:pt x="454" y="50"/>
                  <a:pt x="452" y="50"/>
                </a:cubicBezTo>
                <a:cubicBezTo>
                  <a:pt x="452" y="42"/>
                  <a:pt x="452" y="42"/>
                  <a:pt x="452" y="42"/>
                </a:cubicBezTo>
                <a:cubicBezTo>
                  <a:pt x="456" y="42"/>
                  <a:pt x="456" y="42"/>
                  <a:pt x="456" y="42"/>
                </a:cubicBezTo>
                <a:close/>
                <a:moveTo>
                  <a:pt x="456" y="70"/>
                </a:moveTo>
                <a:cubicBezTo>
                  <a:pt x="456" y="98"/>
                  <a:pt x="456" y="98"/>
                  <a:pt x="456" y="98"/>
                </a:cubicBezTo>
                <a:cubicBezTo>
                  <a:pt x="452" y="98"/>
                  <a:pt x="452" y="98"/>
                  <a:pt x="452" y="98"/>
                </a:cubicBezTo>
                <a:cubicBezTo>
                  <a:pt x="454" y="105"/>
                  <a:pt x="457" y="108"/>
                  <a:pt x="452" y="110"/>
                </a:cubicBezTo>
                <a:cubicBezTo>
                  <a:pt x="452" y="72"/>
                  <a:pt x="452" y="72"/>
                  <a:pt x="452" y="72"/>
                </a:cubicBezTo>
                <a:cubicBezTo>
                  <a:pt x="453" y="71"/>
                  <a:pt x="455" y="70"/>
                  <a:pt x="456" y="70"/>
                </a:cubicBezTo>
                <a:close/>
                <a:moveTo>
                  <a:pt x="456" y="114"/>
                </a:moveTo>
                <a:cubicBezTo>
                  <a:pt x="456" y="126"/>
                  <a:pt x="456" y="126"/>
                  <a:pt x="456" y="126"/>
                </a:cubicBezTo>
                <a:cubicBezTo>
                  <a:pt x="455" y="126"/>
                  <a:pt x="454" y="126"/>
                  <a:pt x="452" y="125"/>
                </a:cubicBezTo>
                <a:cubicBezTo>
                  <a:pt x="452" y="114"/>
                  <a:pt x="452" y="114"/>
                  <a:pt x="452" y="114"/>
                </a:cubicBezTo>
                <a:cubicBezTo>
                  <a:pt x="454" y="114"/>
                  <a:pt x="455" y="114"/>
                  <a:pt x="456" y="114"/>
                </a:cubicBezTo>
                <a:close/>
                <a:moveTo>
                  <a:pt x="456" y="129"/>
                </a:moveTo>
                <a:cubicBezTo>
                  <a:pt x="456" y="152"/>
                  <a:pt x="456" y="152"/>
                  <a:pt x="456" y="152"/>
                </a:cubicBezTo>
                <a:cubicBezTo>
                  <a:pt x="455" y="153"/>
                  <a:pt x="454" y="154"/>
                  <a:pt x="452" y="155"/>
                </a:cubicBezTo>
                <a:cubicBezTo>
                  <a:pt x="452" y="128"/>
                  <a:pt x="452" y="128"/>
                  <a:pt x="452" y="128"/>
                </a:cubicBezTo>
                <a:cubicBezTo>
                  <a:pt x="454" y="129"/>
                  <a:pt x="455" y="129"/>
                  <a:pt x="456" y="129"/>
                </a:cubicBezTo>
                <a:close/>
                <a:moveTo>
                  <a:pt x="456" y="171"/>
                </a:moveTo>
                <a:cubicBezTo>
                  <a:pt x="456" y="177"/>
                  <a:pt x="456" y="177"/>
                  <a:pt x="456" y="177"/>
                </a:cubicBezTo>
                <a:cubicBezTo>
                  <a:pt x="455" y="177"/>
                  <a:pt x="454" y="177"/>
                  <a:pt x="452" y="177"/>
                </a:cubicBezTo>
                <a:cubicBezTo>
                  <a:pt x="454" y="182"/>
                  <a:pt x="454" y="186"/>
                  <a:pt x="456" y="190"/>
                </a:cubicBezTo>
                <a:cubicBezTo>
                  <a:pt x="456" y="200"/>
                  <a:pt x="456" y="200"/>
                  <a:pt x="456" y="200"/>
                </a:cubicBezTo>
                <a:cubicBezTo>
                  <a:pt x="455" y="199"/>
                  <a:pt x="454" y="199"/>
                  <a:pt x="452" y="199"/>
                </a:cubicBezTo>
                <a:cubicBezTo>
                  <a:pt x="452" y="170"/>
                  <a:pt x="452" y="170"/>
                  <a:pt x="452" y="170"/>
                </a:cubicBezTo>
                <a:cubicBezTo>
                  <a:pt x="454" y="170"/>
                  <a:pt x="455" y="171"/>
                  <a:pt x="456" y="171"/>
                </a:cubicBezTo>
                <a:close/>
                <a:moveTo>
                  <a:pt x="456" y="224"/>
                </a:moveTo>
                <a:cubicBezTo>
                  <a:pt x="456" y="234"/>
                  <a:pt x="456" y="234"/>
                  <a:pt x="456" y="234"/>
                </a:cubicBezTo>
                <a:cubicBezTo>
                  <a:pt x="455" y="234"/>
                  <a:pt x="453" y="234"/>
                  <a:pt x="452" y="234"/>
                </a:cubicBezTo>
                <a:cubicBezTo>
                  <a:pt x="452" y="224"/>
                  <a:pt x="452" y="224"/>
                  <a:pt x="452" y="224"/>
                </a:cubicBezTo>
                <a:cubicBezTo>
                  <a:pt x="454" y="224"/>
                  <a:pt x="455" y="224"/>
                  <a:pt x="456" y="224"/>
                </a:cubicBezTo>
                <a:close/>
                <a:moveTo>
                  <a:pt x="456" y="245"/>
                </a:moveTo>
                <a:cubicBezTo>
                  <a:pt x="456" y="255"/>
                  <a:pt x="456" y="255"/>
                  <a:pt x="456" y="255"/>
                </a:cubicBezTo>
                <a:cubicBezTo>
                  <a:pt x="455" y="255"/>
                  <a:pt x="454" y="255"/>
                  <a:pt x="452" y="254"/>
                </a:cubicBezTo>
                <a:cubicBezTo>
                  <a:pt x="452" y="244"/>
                  <a:pt x="452" y="244"/>
                  <a:pt x="452" y="244"/>
                </a:cubicBezTo>
                <a:cubicBezTo>
                  <a:pt x="453" y="244"/>
                  <a:pt x="455" y="244"/>
                  <a:pt x="456" y="245"/>
                </a:cubicBezTo>
                <a:close/>
                <a:moveTo>
                  <a:pt x="456" y="262"/>
                </a:moveTo>
                <a:cubicBezTo>
                  <a:pt x="456" y="271"/>
                  <a:pt x="456" y="271"/>
                  <a:pt x="456" y="271"/>
                </a:cubicBezTo>
                <a:cubicBezTo>
                  <a:pt x="455" y="271"/>
                  <a:pt x="454" y="271"/>
                  <a:pt x="452" y="270"/>
                </a:cubicBezTo>
                <a:cubicBezTo>
                  <a:pt x="452" y="262"/>
                  <a:pt x="452" y="262"/>
                  <a:pt x="452" y="262"/>
                </a:cubicBezTo>
                <a:cubicBezTo>
                  <a:pt x="454" y="262"/>
                  <a:pt x="455" y="262"/>
                  <a:pt x="456" y="262"/>
                </a:cubicBezTo>
                <a:close/>
                <a:moveTo>
                  <a:pt x="456" y="285"/>
                </a:moveTo>
                <a:cubicBezTo>
                  <a:pt x="456" y="294"/>
                  <a:pt x="456" y="294"/>
                  <a:pt x="456" y="294"/>
                </a:cubicBezTo>
                <a:cubicBezTo>
                  <a:pt x="454" y="294"/>
                  <a:pt x="453" y="293"/>
                  <a:pt x="452" y="293"/>
                </a:cubicBezTo>
                <a:cubicBezTo>
                  <a:pt x="452" y="283"/>
                  <a:pt x="452" y="283"/>
                  <a:pt x="452" y="283"/>
                </a:cubicBezTo>
                <a:cubicBezTo>
                  <a:pt x="454" y="284"/>
                  <a:pt x="455" y="285"/>
                  <a:pt x="456" y="285"/>
                </a:cubicBezTo>
                <a:close/>
                <a:moveTo>
                  <a:pt x="456" y="310"/>
                </a:moveTo>
                <a:cubicBezTo>
                  <a:pt x="456" y="316"/>
                  <a:pt x="456" y="316"/>
                  <a:pt x="456" y="316"/>
                </a:cubicBezTo>
                <a:cubicBezTo>
                  <a:pt x="455" y="315"/>
                  <a:pt x="454" y="314"/>
                  <a:pt x="453" y="314"/>
                </a:cubicBezTo>
                <a:cubicBezTo>
                  <a:pt x="454" y="319"/>
                  <a:pt x="454" y="324"/>
                  <a:pt x="454" y="329"/>
                </a:cubicBezTo>
                <a:cubicBezTo>
                  <a:pt x="455" y="329"/>
                  <a:pt x="456" y="329"/>
                  <a:pt x="456" y="330"/>
                </a:cubicBezTo>
                <a:cubicBezTo>
                  <a:pt x="456" y="334"/>
                  <a:pt x="456" y="334"/>
                  <a:pt x="456" y="334"/>
                </a:cubicBezTo>
                <a:cubicBezTo>
                  <a:pt x="454" y="333"/>
                  <a:pt x="453" y="332"/>
                  <a:pt x="452" y="331"/>
                </a:cubicBezTo>
                <a:cubicBezTo>
                  <a:pt x="452" y="308"/>
                  <a:pt x="452" y="308"/>
                  <a:pt x="452" y="308"/>
                </a:cubicBezTo>
                <a:cubicBezTo>
                  <a:pt x="454" y="309"/>
                  <a:pt x="455" y="309"/>
                  <a:pt x="456" y="310"/>
                </a:cubicBezTo>
                <a:close/>
                <a:moveTo>
                  <a:pt x="456" y="379"/>
                </a:moveTo>
                <a:cubicBezTo>
                  <a:pt x="456" y="387"/>
                  <a:pt x="456" y="387"/>
                  <a:pt x="456" y="387"/>
                </a:cubicBezTo>
                <a:cubicBezTo>
                  <a:pt x="452" y="390"/>
                  <a:pt x="452" y="390"/>
                  <a:pt x="452" y="390"/>
                </a:cubicBezTo>
                <a:cubicBezTo>
                  <a:pt x="452" y="379"/>
                  <a:pt x="452" y="379"/>
                  <a:pt x="452" y="379"/>
                </a:cubicBezTo>
                <a:cubicBezTo>
                  <a:pt x="456" y="379"/>
                  <a:pt x="456" y="379"/>
                  <a:pt x="456" y="379"/>
                </a:cubicBezTo>
                <a:close/>
                <a:moveTo>
                  <a:pt x="456" y="470"/>
                </a:moveTo>
                <a:cubicBezTo>
                  <a:pt x="456" y="481"/>
                  <a:pt x="456" y="481"/>
                  <a:pt x="456" y="481"/>
                </a:cubicBezTo>
                <a:cubicBezTo>
                  <a:pt x="455" y="480"/>
                  <a:pt x="454" y="480"/>
                  <a:pt x="452" y="480"/>
                </a:cubicBezTo>
                <a:cubicBezTo>
                  <a:pt x="452" y="474"/>
                  <a:pt x="452" y="474"/>
                  <a:pt x="452" y="474"/>
                </a:cubicBezTo>
                <a:cubicBezTo>
                  <a:pt x="453" y="473"/>
                  <a:pt x="453" y="473"/>
                  <a:pt x="453" y="472"/>
                </a:cubicBezTo>
                <a:cubicBezTo>
                  <a:pt x="454" y="471"/>
                  <a:pt x="455" y="471"/>
                  <a:pt x="456" y="470"/>
                </a:cubicBezTo>
                <a:close/>
                <a:moveTo>
                  <a:pt x="456" y="486"/>
                </a:moveTo>
                <a:cubicBezTo>
                  <a:pt x="456" y="493"/>
                  <a:pt x="456" y="493"/>
                  <a:pt x="456" y="493"/>
                </a:cubicBezTo>
                <a:cubicBezTo>
                  <a:pt x="455" y="493"/>
                  <a:pt x="454" y="494"/>
                  <a:pt x="452" y="495"/>
                </a:cubicBezTo>
                <a:cubicBezTo>
                  <a:pt x="452" y="491"/>
                  <a:pt x="452" y="491"/>
                  <a:pt x="452" y="491"/>
                </a:cubicBezTo>
                <a:cubicBezTo>
                  <a:pt x="453" y="491"/>
                  <a:pt x="453" y="491"/>
                  <a:pt x="454" y="491"/>
                </a:cubicBezTo>
                <a:cubicBezTo>
                  <a:pt x="453" y="490"/>
                  <a:pt x="453" y="490"/>
                  <a:pt x="452" y="490"/>
                </a:cubicBezTo>
                <a:cubicBezTo>
                  <a:pt x="452" y="486"/>
                  <a:pt x="452" y="486"/>
                  <a:pt x="452" y="486"/>
                </a:cubicBezTo>
                <a:cubicBezTo>
                  <a:pt x="452" y="487"/>
                  <a:pt x="452" y="487"/>
                  <a:pt x="452" y="487"/>
                </a:cubicBezTo>
                <a:cubicBezTo>
                  <a:pt x="454" y="486"/>
                  <a:pt x="455" y="486"/>
                  <a:pt x="456" y="486"/>
                </a:cubicBezTo>
                <a:close/>
                <a:moveTo>
                  <a:pt x="456" y="512"/>
                </a:moveTo>
                <a:cubicBezTo>
                  <a:pt x="456" y="525"/>
                  <a:pt x="456" y="525"/>
                  <a:pt x="456" y="525"/>
                </a:cubicBezTo>
                <a:cubicBezTo>
                  <a:pt x="455" y="524"/>
                  <a:pt x="453" y="523"/>
                  <a:pt x="452" y="523"/>
                </a:cubicBezTo>
                <a:cubicBezTo>
                  <a:pt x="452" y="511"/>
                  <a:pt x="452" y="511"/>
                  <a:pt x="452" y="511"/>
                </a:cubicBezTo>
                <a:cubicBezTo>
                  <a:pt x="454" y="511"/>
                  <a:pt x="455" y="512"/>
                  <a:pt x="456" y="512"/>
                </a:cubicBezTo>
                <a:close/>
                <a:moveTo>
                  <a:pt x="456" y="534"/>
                </a:moveTo>
                <a:cubicBezTo>
                  <a:pt x="456" y="542"/>
                  <a:pt x="456" y="542"/>
                  <a:pt x="456" y="542"/>
                </a:cubicBezTo>
                <a:cubicBezTo>
                  <a:pt x="455" y="542"/>
                  <a:pt x="453" y="543"/>
                  <a:pt x="452" y="544"/>
                </a:cubicBezTo>
                <a:cubicBezTo>
                  <a:pt x="452" y="535"/>
                  <a:pt x="452" y="535"/>
                  <a:pt x="452" y="535"/>
                </a:cubicBezTo>
                <a:cubicBezTo>
                  <a:pt x="454" y="535"/>
                  <a:pt x="455" y="534"/>
                  <a:pt x="456" y="534"/>
                </a:cubicBezTo>
                <a:close/>
                <a:moveTo>
                  <a:pt x="456" y="548"/>
                </a:moveTo>
                <a:cubicBezTo>
                  <a:pt x="456" y="557"/>
                  <a:pt x="456" y="557"/>
                  <a:pt x="456" y="557"/>
                </a:cubicBezTo>
                <a:cubicBezTo>
                  <a:pt x="455" y="558"/>
                  <a:pt x="454" y="559"/>
                  <a:pt x="452" y="559"/>
                </a:cubicBezTo>
                <a:cubicBezTo>
                  <a:pt x="452" y="550"/>
                  <a:pt x="452" y="550"/>
                  <a:pt x="452" y="550"/>
                </a:cubicBezTo>
                <a:cubicBezTo>
                  <a:pt x="453" y="550"/>
                  <a:pt x="454" y="549"/>
                  <a:pt x="456" y="548"/>
                </a:cubicBezTo>
                <a:close/>
                <a:moveTo>
                  <a:pt x="456" y="561"/>
                </a:moveTo>
                <a:cubicBezTo>
                  <a:pt x="456" y="572"/>
                  <a:pt x="456" y="572"/>
                  <a:pt x="456" y="572"/>
                </a:cubicBezTo>
                <a:cubicBezTo>
                  <a:pt x="455" y="572"/>
                  <a:pt x="454" y="573"/>
                  <a:pt x="452" y="573"/>
                </a:cubicBezTo>
                <a:cubicBezTo>
                  <a:pt x="452" y="563"/>
                  <a:pt x="452" y="563"/>
                  <a:pt x="452" y="563"/>
                </a:cubicBezTo>
                <a:cubicBezTo>
                  <a:pt x="453" y="563"/>
                  <a:pt x="455" y="562"/>
                  <a:pt x="456" y="561"/>
                </a:cubicBezTo>
                <a:close/>
                <a:moveTo>
                  <a:pt x="456" y="578"/>
                </a:moveTo>
                <a:cubicBezTo>
                  <a:pt x="456" y="588"/>
                  <a:pt x="456" y="588"/>
                  <a:pt x="456" y="588"/>
                </a:cubicBezTo>
                <a:cubicBezTo>
                  <a:pt x="455" y="588"/>
                  <a:pt x="454" y="589"/>
                  <a:pt x="452" y="589"/>
                </a:cubicBezTo>
                <a:cubicBezTo>
                  <a:pt x="452" y="579"/>
                  <a:pt x="452" y="579"/>
                  <a:pt x="452" y="579"/>
                </a:cubicBezTo>
                <a:cubicBezTo>
                  <a:pt x="454" y="579"/>
                  <a:pt x="455" y="578"/>
                  <a:pt x="456" y="578"/>
                </a:cubicBezTo>
                <a:close/>
                <a:moveTo>
                  <a:pt x="456" y="604"/>
                </a:moveTo>
                <a:cubicBezTo>
                  <a:pt x="456" y="609"/>
                  <a:pt x="456" y="609"/>
                  <a:pt x="456" y="609"/>
                </a:cubicBezTo>
                <a:cubicBezTo>
                  <a:pt x="455" y="609"/>
                  <a:pt x="454" y="609"/>
                  <a:pt x="454" y="609"/>
                </a:cubicBezTo>
                <a:cubicBezTo>
                  <a:pt x="454" y="610"/>
                  <a:pt x="455" y="611"/>
                  <a:pt x="456" y="611"/>
                </a:cubicBezTo>
                <a:cubicBezTo>
                  <a:pt x="456" y="619"/>
                  <a:pt x="456" y="619"/>
                  <a:pt x="456" y="619"/>
                </a:cubicBezTo>
                <a:cubicBezTo>
                  <a:pt x="455" y="618"/>
                  <a:pt x="453" y="617"/>
                  <a:pt x="452" y="616"/>
                </a:cubicBezTo>
                <a:cubicBezTo>
                  <a:pt x="452" y="605"/>
                  <a:pt x="452" y="605"/>
                  <a:pt x="452" y="605"/>
                </a:cubicBezTo>
                <a:cubicBezTo>
                  <a:pt x="454" y="605"/>
                  <a:pt x="455" y="604"/>
                  <a:pt x="456" y="604"/>
                </a:cubicBezTo>
                <a:close/>
                <a:moveTo>
                  <a:pt x="456" y="626"/>
                </a:moveTo>
                <a:cubicBezTo>
                  <a:pt x="456" y="631"/>
                  <a:pt x="456" y="631"/>
                  <a:pt x="456" y="631"/>
                </a:cubicBezTo>
                <a:cubicBezTo>
                  <a:pt x="455" y="632"/>
                  <a:pt x="453" y="632"/>
                  <a:pt x="452" y="632"/>
                </a:cubicBezTo>
                <a:cubicBezTo>
                  <a:pt x="452" y="627"/>
                  <a:pt x="452" y="627"/>
                  <a:pt x="452" y="627"/>
                </a:cubicBezTo>
                <a:cubicBezTo>
                  <a:pt x="454" y="627"/>
                  <a:pt x="455" y="626"/>
                  <a:pt x="456" y="626"/>
                </a:cubicBezTo>
                <a:close/>
                <a:moveTo>
                  <a:pt x="456" y="666"/>
                </a:moveTo>
                <a:cubicBezTo>
                  <a:pt x="456" y="707"/>
                  <a:pt x="456" y="707"/>
                  <a:pt x="456" y="707"/>
                </a:cubicBezTo>
                <a:cubicBezTo>
                  <a:pt x="454" y="698"/>
                  <a:pt x="453" y="692"/>
                  <a:pt x="452" y="688"/>
                </a:cubicBezTo>
                <a:cubicBezTo>
                  <a:pt x="452" y="666"/>
                  <a:pt x="452" y="666"/>
                  <a:pt x="452" y="666"/>
                </a:cubicBezTo>
                <a:cubicBezTo>
                  <a:pt x="454" y="666"/>
                  <a:pt x="455" y="666"/>
                  <a:pt x="456" y="666"/>
                </a:cubicBezTo>
                <a:close/>
                <a:moveTo>
                  <a:pt x="456" y="745"/>
                </a:moveTo>
                <a:cubicBezTo>
                  <a:pt x="456" y="760"/>
                  <a:pt x="456" y="760"/>
                  <a:pt x="456" y="760"/>
                </a:cubicBezTo>
                <a:cubicBezTo>
                  <a:pt x="455" y="759"/>
                  <a:pt x="454" y="758"/>
                  <a:pt x="452" y="757"/>
                </a:cubicBezTo>
                <a:cubicBezTo>
                  <a:pt x="452" y="745"/>
                  <a:pt x="452" y="745"/>
                  <a:pt x="452" y="745"/>
                </a:cubicBezTo>
                <a:cubicBezTo>
                  <a:pt x="455" y="745"/>
                  <a:pt x="455" y="745"/>
                  <a:pt x="455" y="745"/>
                </a:cubicBezTo>
                <a:lnTo>
                  <a:pt x="456" y="745"/>
                </a:lnTo>
                <a:close/>
                <a:moveTo>
                  <a:pt x="446" y="4"/>
                </a:moveTo>
                <a:cubicBezTo>
                  <a:pt x="448" y="4"/>
                  <a:pt x="450" y="4"/>
                  <a:pt x="452" y="5"/>
                </a:cubicBezTo>
                <a:cubicBezTo>
                  <a:pt x="452" y="29"/>
                  <a:pt x="452" y="29"/>
                  <a:pt x="452" y="29"/>
                </a:cubicBezTo>
                <a:cubicBezTo>
                  <a:pt x="450" y="24"/>
                  <a:pt x="448" y="20"/>
                  <a:pt x="446" y="17"/>
                </a:cubicBezTo>
                <a:cubicBezTo>
                  <a:pt x="446" y="4"/>
                  <a:pt x="446" y="4"/>
                  <a:pt x="446" y="4"/>
                </a:cubicBezTo>
                <a:close/>
                <a:moveTo>
                  <a:pt x="452" y="789"/>
                </a:moveTo>
                <a:cubicBezTo>
                  <a:pt x="451" y="789"/>
                  <a:pt x="450" y="789"/>
                  <a:pt x="450" y="789"/>
                </a:cubicBezTo>
                <a:cubicBezTo>
                  <a:pt x="448" y="789"/>
                  <a:pt x="447" y="790"/>
                  <a:pt x="446" y="790"/>
                </a:cubicBezTo>
                <a:cubicBezTo>
                  <a:pt x="446" y="776"/>
                  <a:pt x="446" y="776"/>
                  <a:pt x="446" y="776"/>
                </a:cubicBezTo>
                <a:cubicBezTo>
                  <a:pt x="448" y="777"/>
                  <a:pt x="450" y="779"/>
                  <a:pt x="452" y="781"/>
                </a:cubicBezTo>
                <a:cubicBezTo>
                  <a:pt x="452" y="789"/>
                  <a:pt x="452" y="789"/>
                  <a:pt x="452" y="789"/>
                </a:cubicBezTo>
                <a:close/>
                <a:moveTo>
                  <a:pt x="452" y="42"/>
                </a:moveTo>
                <a:cubicBezTo>
                  <a:pt x="452" y="50"/>
                  <a:pt x="452" y="50"/>
                  <a:pt x="452" y="50"/>
                </a:cubicBezTo>
                <a:cubicBezTo>
                  <a:pt x="450" y="50"/>
                  <a:pt x="448" y="50"/>
                  <a:pt x="446" y="50"/>
                </a:cubicBezTo>
                <a:cubicBezTo>
                  <a:pt x="446" y="43"/>
                  <a:pt x="446" y="43"/>
                  <a:pt x="446" y="43"/>
                </a:cubicBezTo>
                <a:cubicBezTo>
                  <a:pt x="448" y="42"/>
                  <a:pt x="450" y="42"/>
                  <a:pt x="452" y="42"/>
                </a:cubicBezTo>
                <a:close/>
                <a:moveTo>
                  <a:pt x="452" y="72"/>
                </a:moveTo>
                <a:cubicBezTo>
                  <a:pt x="452" y="110"/>
                  <a:pt x="452" y="110"/>
                  <a:pt x="452" y="110"/>
                </a:cubicBezTo>
                <a:cubicBezTo>
                  <a:pt x="451" y="111"/>
                  <a:pt x="449" y="112"/>
                  <a:pt x="447" y="113"/>
                </a:cubicBezTo>
                <a:cubicBezTo>
                  <a:pt x="447" y="114"/>
                  <a:pt x="448" y="114"/>
                  <a:pt x="448" y="114"/>
                </a:cubicBezTo>
                <a:cubicBezTo>
                  <a:pt x="449" y="114"/>
                  <a:pt x="451" y="114"/>
                  <a:pt x="452" y="114"/>
                </a:cubicBezTo>
                <a:cubicBezTo>
                  <a:pt x="452" y="125"/>
                  <a:pt x="452" y="125"/>
                  <a:pt x="452" y="125"/>
                </a:cubicBezTo>
                <a:cubicBezTo>
                  <a:pt x="450" y="125"/>
                  <a:pt x="448" y="125"/>
                  <a:pt x="446" y="125"/>
                </a:cubicBezTo>
                <a:cubicBezTo>
                  <a:pt x="446" y="73"/>
                  <a:pt x="446" y="73"/>
                  <a:pt x="446" y="73"/>
                </a:cubicBezTo>
                <a:cubicBezTo>
                  <a:pt x="448" y="73"/>
                  <a:pt x="450" y="73"/>
                  <a:pt x="451" y="73"/>
                </a:cubicBezTo>
                <a:cubicBezTo>
                  <a:pt x="452" y="72"/>
                  <a:pt x="452" y="72"/>
                  <a:pt x="452" y="72"/>
                </a:cubicBezTo>
                <a:close/>
                <a:moveTo>
                  <a:pt x="452" y="128"/>
                </a:moveTo>
                <a:cubicBezTo>
                  <a:pt x="452" y="155"/>
                  <a:pt x="452" y="155"/>
                  <a:pt x="452" y="155"/>
                </a:cubicBezTo>
                <a:cubicBezTo>
                  <a:pt x="452" y="156"/>
                  <a:pt x="452" y="156"/>
                  <a:pt x="451" y="156"/>
                </a:cubicBezTo>
                <a:cubicBezTo>
                  <a:pt x="450" y="155"/>
                  <a:pt x="450" y="155"/>
                  <a:pt x="449" y="154"/>
                </a:cubicBezTo>
                <a:cubicBezTo>
                  <a:pt x="449" y="150"/>
                  <a:pt x="449" y="145"/>
                  <a:pt x="449" y="140"/>
                </a:cubicBezTo>
                <a:cubicBezTo>
                  <a:pt x="448" y="139"/>
                  <a:pt x="447" y="139"/>
                  <a:pt x="446" y="139"/>
                </a:cubicBezTo>
                <a:cubicBezTo>
                  <a:pt x="446" y="127"/>
                  <a:pt x="446" y="127"/>
                  <a:pt x="446" y="127"/>
                </a:cubicBezTo>
                <a:cubicBezTo>
                  <a:pt x="448" y="127"/>
                  <a:pt x="450" y="128"/>
                  <a:pt x="452" y="128"/>
                </a:cubicBezTo>
                <a:close/>
                <a:moveTo>
                  <a:pt x="452" y="170"/>
                </a:moveTo>
                <a:cubicBezTo>
                  <a:pt x="452" y="199"/>
                  <a:pt x="452" y="199"/>
                  <a:pt x="452" y="199"/>
                </a:cubicBezTo>
                <a:cubicBezTo>
                  <a:pt x="450" y="198"/>
                  <a:pt x="448" y="198"/>
                  <a:pt x="446" y="197"/>
                </a:cubicBezTo>
                <a:cubicBezTo>
                  <a:pt x="446" y="193"/>
                  <a:pt x="446" y="193"/>
                  <a:pt x="446" y="193"/>
                </a:cubicBezTo>
                <a:cubicBezTo>
                  <a:pt x="450" y="193"/>
                  <a:pt x="450" y="193"/>
                  <a:pt x="450" y="193"/>
                </a:cubicBezTo>
                <a:cubicBezTo>
                  <a:pt x="448" y="186"/>
                  <a:pt x="448" y="182"/>
                  <a:pt x="446" y="178"/>
                </a:cubicBezTo>
                <a:cubicBezTo>
                  <a:pt x="446" y="168"/>
                  <a:pt x="446" y="168"/>
                  <a:pt x="446" y="168"/>
                </a:cubicBezTo>
                <a:cubicBezTo>
                  <a:pt x="448" y="169"/>
                  <a:pt x="450" y="169"/>
                  <a:pt x="452" y="170"/>
                </a:cubicBezTo>
                <a:close/>
                <a:moveTo>
                  <a:pt x="452" y="224"/>
                </a:moveTo>
                <a:cubicBezTo>
                  <a:pt x="452" y="234"/>
                  <a:pt x="452" y="234"/>
                  <a:pt x="452" y="234"/>
                </a:cubicBezTo>
                <a:cubicBezTo>
                  <a:pt x="450" y="234"/>
                  <a:pt x="448" y="234"/>
                  <a:pt x="446" y="235"/>
                </a:cubicBezTo>
                <a:cubicBezTo>
                  <a:pt x="446" y="224"/>
                  <a:pt x="446" y="224"/>
                  <a:pt x="446" y="224"/>
                </a:cubicBezTo>
                <a:cubicBezTo>
                  <a:pt x="448" y="224"/>
                  <a:pt x="450" y="224"/>
                  <a:pt x="452" y="224"/>
                </a:cubicBezTo>
                <a:close/>
                <a:moveTo>
                  <a:pt x="452" y="244"/>
                </a:moveTo>
                <a:cubicBezTo>
                  <a:pt x="452" y="254"/>
                  <a:pt x="452" y="254"/>
                  <a:pt x="452" y="254"/>
                </a:cubicBezTo>
                <a:cubicBezTo>
                  <a:pt x="450" y="254"/>
                  <a:pt x="448" y="254"/>
                  <a:pt x="446" y="254"/>
                </a:cubicBezTo>
                <a:cubicBezTo>
                  <a:pt x="446" y="241"/>
                  <a:pt x="446" y="241"/>
                  <a:pt x="446" y="241"/>
                </a:cubicBezTo>
                <a:cubicBezTo>
                  <a:pt x="447" y="243"/>
                  <a:pt x="450" y="243"/>
                  <a:pt x="452" y="244"/>
                </a:cubicBezTo>
                <a:close/>
                <a:moveTo>
                  <a:pt x="452" y="262"/>
                </a:moveTo>
                <a:cubicBezTo>
                  <a:pt x="452" y="270"/>
                  <a:pt x="452" y="270"/>
                  <a:pt x="452" y="270"/>
                </a:cubicBezTo>
                <a:cubicBezTo>
                  <a:pt x="450" y="270"/>
                  <a:pt x="448" y="269"/>
                  <a:pt x="446" y="269"/>
                </a:cubicBezTo>
                <a:cubicBezTo>
                  <a:pt x="446" y="259"/>
                  <a:pt x="446" y="259"/>
                  <a:pt x="446" y="259"/>
                </a:cubicBezTo>
                <a:cubicBezTo>
                  <a:pt x="448" y="260"/>
                  <a:pt x="450" y="261"/>
                  <a:pt x="452" y="262"/>
                </a:cubicBezTo>
                <a:close/>
                <a:moveTo>
                  <a:pt x="452" y="283"/>
                </a:moveTo>
                <a:cubicBezTo>
                  <a:pt x="452" y="293"/>
                  <a:pt x="452" y="293"/>
                  <a:pt x="452" y="293"/>
                </a:cubicBezTo>
                <a:cubicBezTo>
                  <a:pt x="450" y="292"/>
                  <a:pt x="448" y="291"/>
                  <a:pt x="446" y="291"/>
                </a:cubicBezTo>
                <a:cubicBezTo>
                  <a:pt x="446" y="281"/>
                  <a:pt x="446" y="281"/>
                  <a:pt x="446" y="281"/>
                </a:cubicBezTo>
                <a:cubicBezTo>
                  <a:pt x="448" y="282"/>
                  <a:pt x="450" y="283"/>
                  <a:pt x="452" y="283"/>
                </a:cubicBezTo>
                <a:close/>
                <a:moveTo>
                  <a:pt x="452" y="308"/>
                </a:moveTo>
                <a:cubicBezTo>
                  <a:pt x="452" y="331"/>
                  <a:pt x="452" y="331"/>
                  <a:pt x="452" y="331"/>
                </a:cubicBezTo>
                <a:cubicBezTo>
                  <a:pt x="452" y="330"/>
                  <a:pt x="451" y="329"/>
                  <a:pt x="450" y="328"/>
                </a:cubicBezTo>
                <a:cubicBezTo>
                  <a:pt x="446" y="326"/>
                  <a:pt x="446" y="326"/>
                  <a:pt x="446" y="326"/>
                </a:cubicBezTo>
                <a:cubicBezTo>
                  <a:pt x="446" y="323"/>
                  <a:pt x="446" y="323"/>
                  <a:pt x="446" y="323"/>
                </a:cubicBezTo>
                <a:cubicBezTo>
                  <a:pt x="446" y="322"/>
                  <a:pt x="447" y="322"/>
                  <a:pt x="448" y="322"/>
                </a:cubicBezTo>
                <a:cubicBezTo>
                  <a:pt x="448" y="318"/>
                  <a:pt x="448" y="314"/>
                  <a:pt x="448" y="310"/>
                </a:cubicBezTo>
                <a:cubicBezTo>
                  <a:pt x="447" y="309"/>
                  <a:pt x="446" y="309"/>
                  <a:pt x="446" y="309"/>
                </a:cubicBezTo>
                <a:cubicBezTo>
                  <a:pt x="446" y="304"/>
                  <a:pt x="446" y="304"/>
                  <a:pt x="446" y="304"/>
                </a:cubicBezTo>
                <a:cubicBezTo>
                  <a:pt x="448" y="305"/>
                  <a:pt x="450" y="307"/>
                  <a:pt x="452" y="308"/>
                </a:cubicBezTo>
                <a:close/>
                <a:moveTo>
                  <a:pt x="452" y="379"/>
                </a:moveTo>
                <a:cubicBezTo>
                  <a:pt x="452" y="390"/>
                  <a:pt x="452" y="390"/>
                  <a:pt x="452" y="390"/>
                </a:cubicBezTo>
                <a:cubicBezTo>
                  <a:pt x="446" y="396"/>
                  <a:pt x="446" y="396"/>
                  <a:pt x="446" y="396"/>
                </a:cubicBezTo>
                <a:cubicBezTo>
                  <a:pt x="446" y="379"/>
                  <a:pt x="446" y="379"/>
                  <a:pt x="446" y="379"/>
                </a:cubicBezTo>
                <a:cubicBezTo>
                  <a:pt x="452" y="379"/>
                  <a:pt x="452" y="379"/>
                  <a:pt x="452" y="379"/>
                </a:cubicBezTo>
                <a:close/>
                <a:moveTo>
                  <a:pt x="452" y="474"/>
                </a:moveTo>
                <a:cubicBezTo>
                  <a:pt x="452" y="480"/>
                  <a:pt x="452" y="480"/>
                  <a:pt x="452" y="480"/>
                </a:cubicBezTo>
                <a:cubicBezTo>
                  <a:pt x="451" y="480"/>
                  <a:pt x="449" y="480"/>
                  <a:pt x="447" y="480"/>
                </a:cubicBezTo>
                <a:cubicBezTo>
                  <a:pt x="447" y="481"/>
                  <a:pt x="447" y="482"/>
                  <a:pt x="447" y="483"/>
                </a:cubicBezTo>
                <a:cubicBezTo>
                  <a:pt x="448" y="484"/>
                  <a:pt x="450" y="485"/>
                  <a:pt x="452" y="486"/>
                </a:cubicBezTo>
                <a:cubicBezTo>
                  <a:pt x="452" y="490"/>
                  <a:pt x="452" y="490"/>
                  <a:pt x="452" y="490"/>
                </a:cubicBezTo>
                <a:cubicBezTo>
                  <a:pt x="450" y="488"/>
                  <a:pt x="448" y="487"/>
                  <a:pt x="446" y="487"/>
                </a:cubicBezTo>
                <a:cubicBezTo>
                  <a:pt x="446" y="479"/>
                  <a:pt x="446" y="479"/>
                  <a:pt x="446" y="479"/>
                </a:cubicBezTo>
                <a:cubicBezTo>
                  <a:pt x="448" y="478"/>
                  <a:pt x="451" y="476"/>
                  <a:pt x="452" y="474"/>
                </a:cubicBezTo>
                <a:close/>
                <a:moveTo>
                  <a:pt x="452" y="491"/>
                </a:moveTo>
                <a:cubicBezTo>
                  <a:pt x="452" y="495"/>
                  <a:pt x="452" y="495"/>
                  <a:pt x="452" y="495"/>
                </a:cubicBezTo>
                <a:cubicBezTo>
                  <a:pt x="450" y="496"/>
                  <a:pt x="448" y="497"/>
                  <a:pt x="446" y="499"/>
                </a:cubicBezTo>
                <a:cubicBezTo>
                  <a:pt x="446" y="493"/>
                  <a:pt x="446" y="493"/>
                  <a:pt x="446" y="493"/>
                </a:cubicBezTo>
                <a:cubicBezTo>
                  <a:pt x="448" y="493"/>
                  <a:pt x="450" y="493"/>
                  <a:pt x="452" y="491"/>
                </a:cubicBezTo>
                <a:close/>
                <a:moveTo>
                  <a:pt x="452" y="511"/>
                </a:moveTo>
                <a:cubicBezTo>
                  <a:pt x="452" y="523"/>
                  <a:pt x="452" y="523"/>
                  <a:pt x="452" y="523"/>
                </a:cubicBezTo>
                <a:cubicBezTo>
                  <a:pt x="450" y="522"/>
                  <a:pt x="448" y="521"/>
                  <a:pt x="446" y="521"/>
                </a:cubicBezTo>
                <a:cubicBezTo>
                  <a:pt x="446" y="511"/>
                  <a:pt x="446" y="511"/>
                  <a:pt x="446" y="511"/>
                </a:cubicBezTo>
                <a:cubicBezTo>
                  <a:pt x="448" y="511"/>
                  <a:pt x="450" y="511"/>
                  <a:pt x="452" y="511"/>
                </a:cubicBezTo>
                <a:close/>
                <a:moveTo>
                  <a:pt x="452" y="535"/>
                </a:moveTo>
                <a:cubicBezTo>
                  <a:pt x="452" y="544"/>
                  <a:pt x="452" y="544"/>
                  <a:pt x="452" y="544"/>
                </a:cubicBezTo>
                <a:cubicBezTo>
                  <a:pt x="450" y="546"/>
                  <a:pt x="448" y="547"/>
                  <a:pt x="446" y="548"/>
                </a:cubicBezTo>
                <a:cubicBezTo>
                  <a:pt x="446" y="539"/>
                  <a:pt x="446" y="539"/>
                  <a:pt x="446" y="539"/>
                </a:cubicBezTo>
                <a:cubicBezTo>
                  <a:pt x="446" y="539"/>
                  <a:pt x="446" y="538"/>
                  <a:pt x="447" y="537"/>
                </a:cubicBezTo>
                <a:cubicBezTo>
                  <a:pt x="448" y="537"/>
                  <a:pt x="450" y="536"/>
                  <a:pt x="452" y="535"/>
                </a:cubicBezTo>
                <a:close/>
                <a:moveTo>
                  <a:pt x="452" y="550"/>
                </a:moveTo>
                <a:cubicBezTo>
                  <a:pt x="452" y="559"/>
                  <a:pt x="452" y="559"/>
                  <a:pt x="452" y="559"/>
                </a:cubicBezTo>
                <a:cubicBezTo>
                  <a:pt x="450" y="560"/>
                  <a:pt x="448" y="560"/>
                  <a:pt x="447" y="561"/>
                </a:cubicBezTo>
                <a:cubicBezTo>
                  <a:pt x="446" y="563"/>
                  <a:pt x="446" y="565"/>
                  <a:pt x="446" y="567"/>
                </a:cubicBezTo>
                <a:cubicBezTo>
                  <a:pt x="446" y="553"/>
                  <a:pt x="446" y="553"/>
                  <a:pt x="446" y="553"/>
                </a:cubicBezTo>
                <a:cubicBezTo>
                  <a:pt x="448" y="552"/>
                  <a:pt x="450" y="552"/>
                  <a:pt x="452" y="550"/>
                </a:cubicBezTo>
                <a:close/>
                <a:moveTo>
                  <a:pt x="452" y="563"/>
                </a:moveTo>
                <a:cubicBezTo>
                  <a:pt x="450" y="565"/>
                  <a:pt x="448" y="566"/>
                  <a:pt x="446" y="567"/>
                </a:cubicBezTo>
                <a:cubicBezTo>
                  <a:pt x="446" y="588"/>
                  <a:pt x="446" y="588"/>
                  <a:pt x="446" y="588"/>
                </a:cubicBezTo>
                <a:cubicBezTo>
                  <a:pt x="446" y="589"/>
                  <a:pt x="447" y="590"/>
                  <a:pt x="448" y="590"/>
                </a:cubicBezTo>
                <a:cubicBezTo>
                  <a:pt x="450" y="590"/>
                  <a:pt x="451" y="589"/>
                  <a:pt x="452" y="589"/>
                </a:cubicBezTo>
                <a:cubicBezTo>
                  <a:pt x="452" y="579"/>
                  <a:pt x="452" y="579"/>
                  <a:pt x="452" y="579"/>
                </a:cubicBezTo>
                <a:cubicBezTo>
                  <a:pt x="452" y="579"/>
                  <a:pt x="451" y="579"/>
                  <a:pt x="450" y="579"/>
                </a:cubicBezTo>
                <a:cubicBezTo>
                  <a:pt x="450" y="578"/>
                  <a:pt x="450" y="576"/>
                  <a:pt x="450" y="574"/>
                </a:cubicBezTo>
                <a:cubicBezTo>
                  <a:pt x="451" y="574"/>
                  <a:pt x="451" y="574"/>
                  <a:pt x="452" y="573"/>
                </a:cubicBezTo>
                <a:cubicBezTo>
                  <a:pt x="452" y="563"/>
                  <a:pt x="452" y="563"/>
                  <a:pt x="452" y="563"/>
                </a:cubicBezTo>
                <a:close/>
                <a:moveTo>
                  <a:pt x="452" y="605"/>
                </a:moveTo>
                <a:cubicBezTo>
                  <a:pt x="452" y="616"/>
                  <a:pt x="452" y="616"/>
                  <a:pt x="452" y="616"/>
                </a:cubicBezTo>
                <a:cubicBezTo>
                  <a:pt x="450" y="614"/>
                  <a:pt x="448" y="613"/>
                  <a:pt x="446" y="613"/>
                </a:cubicBezTo>
                <a:cubicBezTo>
                  <a:pt x="446" y="606"/>
                  <a:pt x="446" y="606"/>
                  <a:pt x="446" y="606"/>
                </a:cubicBezTo>
                <a:cubicBezTo>
                  <a:pt x="448" y="606"/>
                  <a:pt x="450" y="605"/>
                  <a:pt x="452" y="605"/>
                </a:cubicBezTo>
                <a:close/>
                <a:moveTo>
                  <a:pt x="452" y="627"/>
                </a:moveTo>
                <a:cubicBezTo>
                  <a:pt x="452" y="632"/>
                  <a:pt x="452" y="632"/>
                  <a:pt x="452" y="632"/>
                </a:cubicBezTo>
                <a:cubicBezTo>
                  <a:pt x="451" y="633"/>
                  <a:pt x="449" y="633"/>
                  <a:pt x="448" y="633"/>
                </a:cubicBezTo>
                <a:cubicBezTo>
                  <a:pt x="447" y="633"/>
                  <a:pt x="446" y="633"/>
                  <a:pt x="446" y="634"/>
                </a:cubicBezTo>
                <a:cubicBezTo>
                  <a:pt x="446" y="624"/>
                  <a:pt x="446" y="624"/>
                  <a:pt x="446" y="624"/>
                </a:cubicBezTo>
                <a:cubicBezTo>
                  <a:pt x="447" y="626"/>
                  <a:pt x="448" y="627"/>
                  <a:pt x="450" y="628"/>
                </a:cubicBezTo>
                <a:cubicBezTo>
                  <a:pt x="452" y="627"/>
                  <a:pt x="452" y="627"/>
                  <a:pt x="452" y="627"/>
                </a:cubicBezTo>
                <a:close/>
                <a:moveTo>
                  <a:pt x="452" y="666"/>
                </a:moveTo>
                <a:cubicBezTo>
                  <a:pt x="452" y="688"/>
                  <a:pt x="452" y="688"/>
                  <a:pt x="452" y="688"/>
                </a:cubicBezTo>
                <a:cubicBezTo>
                  <a:pt x="451" y="680"/>
                  <a:pt x="450" y="680"/>
                  <a:pt x="450" y="679"/>
                </a:cubicBezTo>
                <a:cubicBezTo>
                  <a:pt x="448" y="681"/>
                  <a:pt x="447" y="683"/>
                  <a:pt x="446" y="684"/>
                </a:cubicBezTo>
                <a:cubicBezTo>
                  <a:pt x="446" y="672"/>
                  <a:pt x="446" y="672"/>
                  <a:pt x="446" y="672"/>
                </a:cubicBezTo>
                <a:cubicBezTo>
                  <a:pt x="448" y="669"/>
                  <a:pt x="449" y="668"/>
                  <a:pt x="449" y="667"/>
                </a:cubicBezTo>
                <a:cubicBezTo>
                  <a:pt x="450" y="667"/>
                  <a:pt x="451" y="666"/>
                  <a:pt x="452" y="666"/>
                </a:cubicBezTo>
                <a:close/>
                <a:moveTo>
                  <a:pt x="452" y="745"/>
                </a:moveTo>
                <a:cubicBezTo>
                  <a:pt x="452" y="757"/>
                  <a:pt x="452" y="757"/>
                  <a:pt x="452" y="757"/>
                </a:cubicBezTo>
                <a:cubicBezTo>
                  <a:pt x="449" y="754"/>
                  <a:pt x="449" y="754"/>
                  <a:pt x="449" y="754"/>
                </a:cubicBezTo>
                <a:cubicBezTo>
                  <a:pt x="446" y="754"/>
                  <a:pt x="446" y="754"/>
                  <a:pt x="446" y="754"/>
                </a:cubicBezTo>
                <a:cubicBezTo>
                  <a:pt x="446" y="745"/>
                  <a:pt x="446" y="745"/>
                  <a:pt x="446" y="745"/>
                </a:cubicBezTo>
                <a:cubicBezTo>
                  <a:pt x="452" y="745"/>
                  <a:pt x="452" y="745"/>
                  <a:pt x="452" y="745"/>
                </a:cubicBezTo>
                <a:close/>
                <a:moveTo>
                  <a:pt x="446" y="535"/>
                </a:moveTo>
                <a:cubicBezTo>
                  <a:pt x="446" y="526"/>
                  <a:pt x="446" y="526"/>
                  <a:pt x="446" y="526"/>
                </a:cubicBezTo>
                <a:cubicBezTo>
                  <a:pt x="447" y="526"/>
                  <a:pt x="447" y="526"/>
                  <a:pt x="447" y="526"/>
                </a:cubicBezTo>
                <a:cubicBezTo>
                  <a:pt x="450" y="529"/>
                  <a:pt x="449" y="529"/>
                  <a:pt x="450" y="533"/>
                </a:cubicBezTo>
                <a:cubicBezTo>
                  <a:pt x="448" y="535"/>
                  <a:pt x="448" y="535"/>
                  <a:pt x="446" y="535"/>
                </a:cubicBezTo>
                <a:close/>
                <a:moveTo>
                  <a:pt x="439" y="3"/>
                </a:moveTo>
                <a:cubicBezTo>
                  <a:pt x="441" y="3"/>
                  <a:pt x="443" y="4"/>
                  <a:pt x="446" y="4"/>
                </a:cubicBezTo>
                <a:cubicBezTo>
                  <a:pt x="446" y="17"/>
                  <a:pt x="446" y="17"/>
                  <a:pt x="446" y="17"/>
                </a:cubicBezTo>
                <a:cubicBezTo>
                  <a:pt x="444" y="14"/>
                  <a:pt x="442" y="13"/>
                  <a:pt x="439" y="12"/>
                </a:cubicBezTo>
                <a:cubicBezTo>
                  <a:pt x="439" y="3"/>
                  <a:pt x="439" y="3"/>
                  <a:pt x="439" y="3"/>
                </a:cubicBezTo>
                <a:close/>
                <a:moveTo>
                  <a:pt x="446" y="790"/>
                </a:moveTo>
                <a:cubicBezTo>
                  <a:pt x="443" y="790"/>
                  <a:pt x="441" y="791"/>
                  <a:pt x="439" y="791"/>
                </a:cubicBezTo>
                <a:cubicBezTo>
                  <a:pt x="439" y="783"/>
                  <a:pt x="439" y="783"/>
                  <a:pt x="439" y="783"/>
                </a:cubicBezTo>
                <a:cubicBezTo>
                  <a:pt x="439" y="769"/>
                  <a:pt x="439" y="769"/>
                  <a:pt x="439" y="769"/>
                </a:cubicBezTo>
                <a:cubicBezTo>
                  <a:pt x="441" y="772"/>
                  <a:pt x="443" y="774"/>
                  <a:pt x="446" y="776"/>
                </a:cubicBezTo>
                <a:cubicBezTo>
                  <a:pt x="446" y="790"/>
                  <a:pt x="446" y="790"/>
                  <a:pt x="446" y="790"/>
                </a:cubicBezTo>
                <a:close/>
                <a:moveTo>
                  <a:pt x="446" y="43"/>
                </a:moveTo>
                <a:cubicBezTo>
                  <a:pt x="446" y="50"/>
                  <a:pt x="446" y="50"/>
                  <a:pt x="446" y="50"/>
                </a:cubicBezTo>
                <a:cubicBezTo>
                  <a:pt x="443" y="50"/>
                  <a:pt x="441" y="49"/>
                  <a:pt x="439" y="48"/>
                </a:cubicBezTo>
                <a:cubicBezTo>
                  <a:pt x="439" y="39"/>
                  <a:pt x="439" y="39"/>
                  <a:pt x="439" y="39"/>
                </a:cubicBezTo>
                <a:cubicBezTo>
                  <a:pt x="441" y="40"/>
                  <a:pt x="443" y="42"/>
                  <a:pt x="446" y="43"/>
                </a:cubicBezTo>
                <a:cubicBezTo>
                  <a:pt x="446" y="43"/>
                  <a:pt x="446" y="43"/>
                  <a:pt x="446" y="43"/>
                </a:cubicBezTo>
                <a:close/>
                <a:moveTo>
                  <a:pt x="446" y="73"/>
                </a:moveTo>
                <a:cubicBezTo>
                  <a:pt x="446" y="125"/>
                  <a:pt x="446" y="125"/>
                  <a:pt x="446" y="125"/>
                </a:cubicBezTo>
                <a:cubicBezTo>
                  <a:pt x="444" y="125"/>
                  <a:pt x="441" y="124"/>
                  <a:pt x="439" y="124"/>
                </a:cubicBezTo>
                <a:cubicBezTo>
                  <a:pt x="439" y="99"/>
                  <a:pt x="439" y="99"/>
                  <a:pt x="439" y="99"/>
                </a:cubicBezTo>
                <a:cubicBezTo>
                  <a:pt x="440" y="98"/>
                  <a:pt x="441" y="98"/>
                  <a:pt x="442" y="98"/>
                </a:cubicBezTo>
                <a:cubicBezTo>
                  <a:pt x="442" y="97"/>
                  <a:pt x="443" y="97"/>
                  <a:pt x="443" y="96"/>
                </a:cubicBezTo>
                <a:cubicBezTo>
                  <a:pt x="439" y="96"/>
                  <a:pt x="439" y="96"/>
                  <a:pt x="439" y="96"/>
                </a:cubicBezTo>
                <a:cubicBezTo>
                  <a:pt x="439" y="87"/>
                  <a:pt x="439" y="87"/>
                  <a:pt x="439" y="87"/>
                </a:cubicBezTo>
                <a:cubicBezTo>
                  <a:pt x="440" y="86"/>
                  <a:pt x="441" y="86"/>
                  <a:pt x="442" y="86"/>
                </a:cubicBezTo>
                <a:cubicBezTo>
                  <a:pt x="439" y="85"/>
                  <a:pt x="439" y="85"/>
                  <a:pt x="439" y="85"/>
                </a:cubicBezTo>
                <a:cubicBezTo>
                  <a:pt x="439" y="73"/>
                  <a:pt x="439" y="73"/>
                  <a:pt x="439" y="73"/>
                </a:cubicBezTo>
                <a:cubicBezTo>
                  <a:pt x="441" y="73"/>
                  <a:pt x="443" y="73"/>
                  <a:pt x="446" y="73"/>
                </a:cubicBezTo>
                <a:close/>
                <a:moveTo>
                  <a:pt x="446" y="127"/>
                </a:moveTo>
                <a:cubicBezTo>
                  <a:pt x="446" y="139"/>
                  <a:pt x="446" y="139"/>
                  <a:pt x="446" y="139"/>
                </a:cubicBezTo>
                <a:cubicBezTo>
                  <a:pt x="444" y="139"/>
                  <a:pt x="441" y="138"/>
                  <a:pt x="439" y="138"/>
                </a:cubicBezTo>
                <a:cubicBezTo>
                  <a:pt x="439" y="126"/>
                  <a:pt x="439" y="126"/>
                  <a:pt x="439" y="126"/>
                </a:cubicBezTo>
                <a:cubicBezTo>
                  <a:pt x="441" y="126"/>
                  <a:pt x="444" y="127"/>
                  <a:pt x="446" y="127"/>
                </a:cubicBezTo>
                <a:close/>
                <a:moveTo>
                  <a:pt x="446" y="168"/>
                </a:moveTo>
                <a:cubicBezTo>
                  <a:pt x="446" y="178"/>
                  <a:pt x="446" y="178"/>
                  <a:pt x="446" y="178"/>
                </a:cubicBezTo>
                <a:cubicBezTo>
                  <a:pt x="444" y="177"/>
                  <a:pt x="442" y="175"/>
                  <a:pt x="439" y="174"/>
                </a:cubicBezTo>
                <a:cubicBezTo>
                  <a:pt x="439" y="167"/>
                  <a:pt x="439" y="167"/>
                  <a:pt x="439" y="167"/>
                </a:cubicBezTo>
                <a:cubicBezTo>
                  <a:pt x="441" y="167"/>
                  <a:pt x="444" y="168"/>
                  <a:pt x="446" y="168"/>
                </a:cubicBezTo>
                <a:close/>
                <a:moveTo>
                  <a:pt x="446" y="193"/>
                </a:moveTo>
                <a:cubicBezTo>
                  <a:pt x="446" y="197"/>
                  <a:pt x="446" y="197"/>
                  <a:pt x="446" y="197"/>
                </a:cubicBezTo>
                <a:cubicBezTo>
                  <a:pt x="443" y="197"/>
                  <a:pt x="441" y="196"/>
                  <a:pt x="439" y="196"/>
                </a:cubicBezTo>
                <a:cubicBezTo>
                  <a:pt x="439" y="189"/>
                  <a:pt x="439" y="189"/>
                  <a:pt x="439" y="189"/>
                </a:cubicBezTo>
                <a:cubicBezTo>
                  <a:pt x="441" y="191"/>
                  <a:pt x="442" y="192"/>
                  <a:pt x="444" y="193"/>
                </a:cubicBezTo>
                <a:cubicBezTo>
                  <a:pt x="446" y="193"/>
                  <a:pt x="446" y="193"/>
                  <a:pt x="446" y="193"/>
                </a:cubicBezTo>
                <a:close/>
                <a:moveTo>
                  <a:pt x="446" y="224"/>
                </a:moveTo>
                <a:cubicBezTo>
                  <a:pt x="446" y="235"/>
                  <a:pt x="446" y="235"/>
                  <a:pt x="446" y="235"/>
                </a:cubicBezTo>
                <a:cubicBezTo>
                  <a:pt x="444" y="235"/>
                  <a:pt x="443" y="236"/>
                  <a:pt x="442" y="237"/>
                </a:cubicBezTo>
                <a:cubicBezTo>
                  <a:pt x="442" y="239"/>
                  <a:pt x="443" y="240"/>
                  <a:pt x="446" y="241"/>
                </a:cubicBezTo>
                <a:cubicBezTo>
                  <a:pt x="446" y="254"/>
                  <a:pt x="446" y="254"/>
                  <a:pt x="446" y="254"/>
                </a:cubicBezTo>
                <a:cubicBezTo>
                  <a:pt x="444" y="253"/>
                  <a:pt x="442" y="253"/>
                  <a:pt x="439" y="253"/>
                </a:cubicBezTo>
                <a:cubicBezTo>
                  <a:pt x="439" y="224"/>
                  <a:pt x="439" y="224"/>
                  <a:pt x="439" y="224"/>
                </a:cubicBezTo>
                <a:cubicBezTo>
                  <a:pt x="441" y="224"/>
                  <a:pt x="443" y="224"/>
                  <a:pt x="446" y="224"/>
                </a:cubicBezTo>
                <a:close/>
                <a:moveTo>
                  <a:pt x="446" y="259"/>
                </a:moveTo>
                <a:cubicBezTo>
                  <a:pt x="446" y="269"/>
                  <a:pt x="446" y="269"/>
                  <a:pt x="446" y="269"/>
                </a:cubicBezTo>
                <a:cubicBezTo>
                  <a:pt x="444" y="269"/>
                  <a:pt x="441" y="269"/>
                  <a:pt x="439" y="268"/>
                </a:cubicBezTo>
                <a:cubicBezTo>
                  <a:pt x="439" y="257"/>
                  <a:pt x="439" y="257"/>
                  <a:pt x="439" y="257"/>
                </a:cubicBezTo>
                <a:cubicBezTo>
                  <a:pt x="441" y="258"/>
                  <a:pt x="443" y="259"/>
                  <a:pt x="446" y="259"/>
                </a:cubicBezTo>
                <a:close/>
                <a:moveTo>
                  <a:pt x="446" y="281"/>
                </a:moveTo>
                <a:cubicBezTo>
                  <a:pt x="446" y="291"/>
                  <a:pt x="446" y="291"/>
                  <a:pt x="446" y="291"/>
                </a:cubicBezTo>
                <a:cubicBezTo>
                  <a:pt x="444" y="290"/>
                  <a:pt x="442" y="290"/>
                  <a:pt x="439" y="289"/>
                </a:cubicBezTo>
                <a:cubicBezTo>
                  <a:pt x="439" y="277"/>
                  <a:pt x="439" y="277"/>
                  <a:pt x="439" y="277"/>
                </a:cubicBezTo>
                <a:cubicBezTo>
                  <a:pt x="441" y="279"/>
                  <a:pt x="443" y="280"/>
                  <a:pt x="446" y="281"/>
                </a:cubicBezTo>
                <a:close/>
                <a:moveTo>
                  <a:pt x="446" y="304"/>
                </a:moveTo>
                <a:cubicBezTo>
                  <a:pt x="446" y="309"/>
                  <a:pt x="446" y="309"/>
                  <a:pt x="446" y="309"/>
                </a:cubicBezTo>
                <a:cubicBezTo>
                  <a:pt x="444" y="308"/>
                  <a:pt x="443" y="308"/>
                  <a:pt x="442" y="307"/>
                </a:cubicBezTo>
                <a:cubicBezTo>
                  <a:pt x="442" y="314"/>
                  <a:pt x="442" y="317"/>
                  <a:pt x="446" y="323"/>
                </a:cubicBezTo>
                <a:cubicBezTo>
                  <a:pt x="446" y="323"/>
                  <a:pt x="446" y="323"/>
                  <a:pt x="446" y="323"/>
                </a:cubicBezTo>
                <a:cubicBezTo>
                  <a:pt x="446" y="326"/>
                  <a:pt x="446" y="326"/>
                  <a:pt x="446" y="326"/>
                </a:cubicBezTo>
                <a:cubicBezTo>
                  <a:pt x="441" y="324"/>
                  <a:pt x="441" y="324"/>
                  <a:pt x="441" y="324"/>
                </a:cubicBezTo>
                <a:cubicBezTo>
                  <a:pt x="441" y="323"/>
                  <a:pt x="441" y="322"/>
                  <a:pt x="441" y="321"/>
                </a:cubicBezTo>
                <a:cubicBezTo>
                  <a:pt x="440" y="321"/>
                  <a:pt x="440" y="321"/>
                  <a:pt x="439" y="321"/>
                </a:cubicBezTo>
                <a:cubicBezTo>
                  <a:pt x="439" y="302"/>
                  <a:pt x="439" y="302"/>
                  <a:pt x="439" y="302"/>
                </a:cubicBezTo>
                <a:cubicBezTo>
                  <a:pt x="441" y="302"/>
                  <a:pt x="444" y="303"/>
                  <a:pt x="446" y="304"/>
                </a:cubicBezTo>
                <a:close/>
                <a:moveTo>
                  <a:pt x="446" y="379"/>
                </a:moveTo>
                <a:cubicBezTo>
                  <a:pt x="446" y="396"/>
                  <a:pt x="446" y="396"/>
                  <a:pt x="446" y="396"/>
                </a:cubicBezTo>
                <a:cubicBezTo>
                  <a:pt x="439" y="400"/>
                  <a:pt x="439" y="400"/>
                  <a:pt x="439" y="400"/>
                </a:cubicBezTo>
                <a:cubicBezTo>
                  <a:pt x="439" y="379"/>
                  <a:pt x="439" y="379"/>
                  <a:pt x="439" y="379"/>
                </a:cubicBezTo>
                <a:cubicBezTo>
                  <a:pt x="446" y="379"/>
                  <a:pt x="446" y="379"/>
                  <a:pt x="446" y="379"/>
                </a:cubicBezTo>
                <a:close/>
                <a:moveTo>
                  <a:pt x="446" y="479"/>
                </a:moveTo>
                <a:cubicBezTo>
                  <a:pt x="446" y="487"/>
                  <a:pt x="446" y="487"/>
                  <a:pt x="446" y="487"/>
                </a:cubicBezTo>
                <a:cubicBezTo>
                  <a:pt x="444" y="487"/>
                  <a:pt x="442" y="486"/>
                  <a:pt x="439" y="486"/>
                </a:cubicBezTo>
                <a:cubicBezTo>
                  <a:pt x="439" y="482"/>
                  <a:pt x="439" y="482"/>
                  <a:pt x="439" y="482"/>
                </a:cubicBezTo>
                <a:cubicBezTo>
                  <a:pt x="442" y="482"/>
                  <a:pt x="444" y="480"/>
                  <a:pt x="446" y="479"/>
                </a:cubicBezTo>
                <a:close/>
                <a:moveTo>
                  <a:pt x="446" y="493"/>
                </a:moveTo>
                <a:cubicBezTo>
                  <a:pt x="446" y="499"/>
                  <a:pt x="446" y="499"/>
                  <a:pt x="446" y="499"/>
                </a:cubicBezTo>
                <a:cubicBezTo>
                  <a:pt x="444" y="499"/>
                  <a:pt x="441" y="501"/>
                  <a:pt x="439" y="501"/>
                </a:cubicBezTo>
                <a:cubicBezTo>
                  <a:pt x="439" y="498"/>
                  <a:pt x="439" y="498"/>
                  <a:pt x="439" y="498"/>
                </a:cubicBezTo>
                <a:cubicBezTo>
                  <a:pt x="441" y="498"/>
                  <a:pt x="441" y="498"/>
                  <a:pt x="441" y="498"/>
                </a:cubicBezTo>
                <a:cubicBezTo>
                  <a:pt x="440" y="497"/>
                  <a:pt x="440" y="496"/>
                  <a:pt x="439" y="495"/>
                </a:cubicBezTo>
                <a:cubicBezTo>
                  <a:pt x="439" y="490"/>
                  <a:pt x="439" y="490"/>
                  <a:pt x="439" y="490"/>
                </a:cubicBezTo>
                <a:cubicBezTo>
                  <a:pt x="440" y="491"/>
                  <a:pt x="441" y="492"/>
                  <a:pt x="443" y="493"/>
                </a:cubicBezTo>
                <a:cubicBezTo>
                  <a:pt x="444" y="493"/>
                  <a:pt x="445" y="493"/>
                  <a:pt x="446" y="493"/>
                </a:cubicBezTo>
                <a:close/>
                <a:moveTo>
                  <a:pt x="446" y="511"/>
                </a:moveTo>
                <a:cubicBezTo>
                  <a:pt x="446" y="521"/>
                  <a:pt x="446" y="521"/>
                  <a:pt x="446" y="521"/>
                </a:cubicBezTo>
                <a:cubicBezTo>
                  <a:pt x="443" y="521"/>
                  <a:pt x="441" y="521"/>
                  <a:pt x="439" y="522"/>
                </a:cubicBezTo>
                <a:cubicBezTo>
                  <a:pt x="439" y="511"/>
                  <a:pt x="439" y="511"/>
                  <a:pt x="439" y="511"/>
                </a:cubicBezTo>
                <a:cubicBezTo>
                  <a:pt x="441" y="511"/>
                  <a:pt x="443" y="511"/>
                  <a:pt x="446" y="511"/>
                </a:cubicBezTo>
                <a:close/>
                <a:moveTo>
                  <a:pt x="446" y="526"/>
                </a:moveTo>
                <a:cubicBezTo>
                  <a:pt x="446" y="535"/>
                  <a:pt x="446" y="535"/>
                  <a:pt x="446" y="535"/>
                </a:cubicBezTo>
                <a:cubicBezTo>
                  <a:pt x="445" y="535"/>
                  <a:pt x="444" y="536"/>
                  <a:pt x="443" y="536"/>
                </a:cubicBezTo>
                <a:cubicBezTo>
                  <a:pt x="441" y="533"/>
                  <a:pt x="441" y="531"/>
                  <a:pt x="441" y="528"/>
                </a:cubicBezTo>
                <a:cubicBezTo>
                  <a:pt x="443" y="526"/>
                  <a:pt x="443" y="526"/>
                  <a:pt x="446" y="526"/>
                </a:cubicBezTo>
                <a:close/>
                <a:moveTo>
                  <a:pt x="446" y="539"/>
                </a:moveTo>
                <a:cubicBezTo>
                  <a:pt x="446" y="548"/>
                  <a:pt x="446" y="548"/>
                  <a:pt x="446" y="548"/>
                </a:cubicBezTo>
                <a:cubicBezTo>
                  <a:pt x="444" y="549"/>
                  <a:pt x="444" y="549"/>
                  <a:pt x="443" y="550"/>
                </a:cubicBezTo>
                <a:cubicBezTo>
                  <a:pt x="442" y="551"/>
                  <a:pt x="442" y="553"/>
                  <a:pt x="442" y="554"/>
                </a:cubicBezTo>
                <a:cubicBezTo>
                  <a:pt x="443" y="554"/>
                  <a:pt x="444" y="554"/>
                  <a:pt x="446" y="553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88"/>
                  <a:pt x="446" y="588"/>
                  <a:pt x="446" y="588"/>
                </a:cubicBezTo>
                <a:cubicBezTo>
                  <a:pt x="443" y="586"/>
                  <a:pt x="441" y="582"/>
                  <a:pt x="439" y="577"/>
                </a:cubicBezTo>
                <a:cubicBezTo>
                  <a:pt x="439" y="546"/>
                  <a:pt x="439" y="546"/>
                  <a:pt x="439" y="546"/>
                </a:cubicBezTo>
                <a:cubicBezTo>
                  <a:pt x="442" y="544"/>
                  <a:pt x="444" y="542"/>
                  <a:pt x="446" y="539"/>
                </a:cubicBezTo>
                <a:close/>
                <a:moveTo>
                  <a:pt x="446" y="606"/>
                </a:moveTo>
                <a:cubicBezTo>
                  <a:pt x="446" y="613"/>
                  <a:pt x="446" y="613"/>
                  <a:pt x="446" y="613"/>
                </a:cubicBezTo>
                <a:cubicBezTo>
                  <a:pt x="444" y="613"/>
                  <a:pt x="442" y="613"/>
                  <a:pt x="439" y="613"/>
                </a:cubicBezTo>
                <a:cubicBezTo>
                  <a:pt x="439" y="607"/>
                  <a:pt x="439" y="607"/>
                  <a:pt x="439" y="607"/>
                </a:cubicBezTo>
                <a:cubicBezTo>
                  <a:pt x="441" y="607"/>
                  <a:pt x="443" y="606"/>
                  <a:pt x="446" y="606"/>
                </a:cubicBezTo>
                <a:close/>
                <a:moveTo>
                  <a:pt x="446" y="624"/>
                </a:moveTo>
                <a:cubicBezTo>
                  <a:pt x="446" y="634"/>
                  <a:pt x="446" y="634"/>
                  <a:pt x="446" y="634"/>
                </a:cubicBezTo>
                <a:cubicBezTo>
                  <a:pt x="444" y="634"/>
                  <a:pt x="441" y="635"/>
                  <a:pt x="439" y="635"/>
                </a:cubicBezTo>
                <a:cubicBezTo>
                  <a:pt x="439" y="630"/>
                  <a:pt x="439" y="630"/>
                  <a:pt x="439" y="630"/>
                </a:cubicBezTo>
                <a:cubicBezTo>
                  <a:pt x="440" y="630"/>
                  <a:pt x="441" y="629"/>
                  <a:pt x="442" y="629"/>
                </a:cubicBezTo>
                <a:cubicBezTo>
                  <a:pt x="441" y="628"/>
                  <a:pt x="440" y="627"/>
                  <a:pt x="439" y="626"/>
                </a:cubicBezTo>
                <a:cubicBezTo>
                  <a:pt x="439" y="617"/>
                  <a:pt x="439" y="617"/>
                  <a:pt x="439" y="617"/>
                </a:cubicBezTo>
                <a:cubicBezTo>
                  <a:pt x="441" y="620"/>
                  <a:pt x="443" y="622"/>
                  <a:pt x="446" y="624"/>
                </a:cubicBezTo>
                <a:close/>
                <a:moveTo>
                  <a:pt x="446" y="672"/>
                </a:moveTo>
                <a:cubicBezTo>
                  <a:pt x="446" y="684"/>
                  <a:pt x="446" y="684"/>
                  <a:pt x="446" y="684"/>
                </a:cubicBezTo>
                <a:cubicBezTo>
                  <a:pt x="445" y="685"/>
                  <a:pt x="445" y="685"/>
                  <a:pt x="445" y="685"/>
                </a:cubicBezTo>
                <a:cubicBezTo>
                  <a:pt x="443" y="683"/>
                  <a:pt x="441" y="681"/>
                  <a:pt x="439" y="679"/>
                </a:cubicBezTo>
                <a:cubicBezTo>
                  <a:pt x="439" y="678"/>
                  <a:pt x="439" y="678"/>
                  <a:pt x="439" y="678"/>
                </a:cubicBezTo>
                <a:cubicBezTo>
                  <a:pt x="442" y="675"/>
                  <a:pt x="444" y="673"/>
                  <a:pt x="446" y="672"/>
                </a:cubicBezTo>
                <a:close/>
                <a:moveTo>
                  <a:pt x="446" y="745"/>
                </a:moveTo>
                <a:cubicBezTo>
                  <a:pt x="446" y="754"/>
                  <a:pt x="446" y="754"/>
                  <a:pt x="446" y="754"/>
                </a:cubicBezTo>
                <a:cubicBezTo>
                  <a:pt x="443" y="754"/>
                  <a:pt x="441" y="754"/>
                  <a:pt x="439" y="754"/>
                </a:cubicBezTo>
                <a:cubicBezTo>
                  <a:pt x="439" y="745"/>
                  <a:pt x="439" y="745"/>
                  <a:pt x="439" y="745"/>
                </a:cubicBezTo>
                <a:cubicBezTo>
                  <a:pt x="446" y="745"/>
                  <a:pt x="446" y="745"/>
                  <a:pt x="446" y="745"/>
                </a:cubicBezTo>
                <a:close/>
                <a:moveTo>
                  <a:pt x="439" y="462"/>
                </a:moveTo>
                <a:cubicBezTo>
                  <a:pt x="439" y="459"/>
                  <a:pt x="439" y="459"/>
                  <a:pt x="439" y="459"/>
                </a:cubicBezTo>
                <a:cubicBezTo>
                  <a:pt x="440" y="461"/>
                  <a:pt x="440" y="462"/>
                  <a:pt x="440" y="463"/>
                </a:cubicBezTo>
                <a:lnTo>
                  <a:pt x="439" y="462"/>
                </a:lnTo>
                <a:close/>
                <a:moveTo>
                  <a:pt x="435" y="2"/>
                </a:moveTo>
                <a:cubicBezTo>
                  <a:pt x="436" y="2"/>
                  <a:pt x="437" y="2"/>
                  <a:pt x="437" y="2"/>
                </a:cubicBezTo>
                <a:cubicBezTo>
                  <a:pt x="438" y="2"/>
                  <a:pt x="439" y="2"/>
                  <a:pt x="439" y="3"/>
                </a:cubicBezTo>
                <a:cubicBezTo>
                  <a:pt x="439" y="12"/>
                  <a:pt x="439" y="12"/>
                  <a:pt x="439" y="12"/>
                </a:cubicBezTo>
                <a:cubicBezTo>
                  <a:pt x="438" y="11"/>
                  <a:pt x="437" y="11"/>
                  <a:pt x="435" y="10"/>
                </a:cubicBezTo>
                <a:cubicBezTo>
                  <a:pt x="435" y="2"/>
                  <a:pt x="435" y="2"/>
                  <a:pt x="435" y="2"/>
                </a:cubicBezTo>
                <a:close/>
                <a:moveTo>
                  <a:pt x="439" y="791"/>
                </a:moveTo>
                <a:cubicBezTo>
                  <a:pt x="438" y="791"/>
                  <a:pt x="437" y="792"/>
                  <a:pt x="435" y="792"/>
                </a:cubicBezTo>
                <a:cubicBezTo>
                  <a:pt x="435" y="785"/>
                  <a:pt x="435" y="785"/>
                  <a:pt x="435" y="785"/>
                </a:cubicBezTo>
                <a:cubicBezTo>
                  <a:pt x="438" y="784"/>
                  <a:pt x="438" y="784"/>
                  <a:pt x="439" y="783"/>
                </a:cubicBezTo>
                <a:cubicBezTo>
                  <a:pt x="439" y="791"/>
                  <a:pt x="439" y="791"/>
                  <a:pt x="439" y="791"/>
                </a:cubicBezTo>
                <a:close/>
                <a:moveTo>
                  <a:pt x="439" y="39"/>
                </a:moveTo>
                <a:cubicBezTo>
                  <a:pt x="439" y="48"/>
                  <a:pt x="439" y="48"/>
                  <a:pt x="439" y="48"/>
                </a:cubicBezTo>
                <a:cubicBezTo>
                  <a:pt x="438" y="48"/>
                  <a:pt x="437" y="47"/>
                  <a:pt x="435" y="47"/>
                </a:cubicBezTo>
                <a:cubicBezTo>
                  <a:pt x="435" y="35"/>
                  <a:pt x="435" y="35"/>
                  <a:pt x="435" y="35"/>
                </a:cubicBezTo>
                <a:cubicBezTo>
                  <a:pt x="436" y="36"/>
                  <a:pt x="438" y="38"/>
                  <a:pt x="439" y="39"/>
                </a:cubicBezTo>
                <a:close/>
                <a:moveTo>
                  <a:pt x="439" y="73"/>
                </a:moveTo>
                <a:cubicBezTo>
                  <a:pt x="439" y="85"/>
                  <a:pt x="439" y="85"/>
                  <a:pt x="439" y="85"/>
                </a:cubicBezTo>
                <a:cubicBezTo>
                  <a:pt x="438" y="85"/>
                  <a:pt x="437" y="84"/>
                  <a:pt x="435" y="84"/>
                </a:cubicBezTo>
                <a:cubicBezTo>
                  <a:pt x="435" y="75"/>
                  <a:pt x="435" y="75"/>
                  <a:pt x="435" y="75"/>
                </a:cubicBezTo>
                <a:cubicBezTo>
                  <a:pt x="436" y="74"/>
                  <a:pt x="438" y="73"/>
                  <a:pt x="439" y="73"/>
                </a:cubicBezTo>
                <a:close/>
                <a:moveTo>
                  <a:pt x="439" y="87"/>
                </a:moveTo>
                <a:cubicBezTo>
                  <a:pt x="439" y="96"/>
                  <a:pt x="439" y="96"/>
                  <a:pt x="439" y="96"/>
                </a:cubicBezTo>
                <a:cubicBezTo>
                  <a:pt x="438" y="96"/>
                  <a:pt x="438" y="96"/>
                  <a:pt x="438" y="96"/>
                </a:cubicBezTo>
                <a:cubicBezTo>
                  <a:pt x="438" y="93"/>
                  <a:pt x="438" y="90"/>
                  <a:pt x="438" y="87"/>
                </a:cubicBezTo>
                <a:cubicBezTo>
                  <a:pt x="439" y="87"/>
                  <a:pt x="439" y="87"/>
                  <a:pt x="439" y="87"/>
                </a:cubicBezTo>
                <a:close/>
                <a:moveTo>
                  <a:pt x="439" y="99"/>
                </a:moveTo>
                <a:cubicBezTo>
                  <a:pt x="439" y="124"/>
                  <a:pt x="439" y="124"/>
                  <a:pt x="439" y="124"/>
                </a:cubicBezTo>
                <a:cubicBezTo>
                  <a:pt x="438" y="124"/>
                  <a:pt x="437" y="124"/>
                  <a:pt x="435" y="124"/>
                </a:cubicBezTo>
                <a:cubicBezTo>
                  <a:pt x="435" y="99"/>
                  <a:pt x="435" y="99"/>
                  <a:pt x="435" y="99"/>
                </a:cubicBezTo>
                <a:cubicBezTo>
                  <a:pt x="437" y="99"/>
                  <a:pt x="438" y="99"/>
                  <a:pt x="439" y="99"/>
                </a:cubicBezTo>
                <a:close/>
                <a:moveTo>
                  <a:pt x="439" y="126"/>
                </a:moveTo>
                <a:cubicBezTo>
                  <a:pt x="439" y="138"/>
                  <a:pt x="439" y="138"/>
                  <a:pt x="439" y="138"/>
                </a:cubicBezTo>
                <a:cubicBezTo>
                  <a:pt x="438" y="138"/>
                  <a:pt x="437" y="138"/>
                  <a:pt x="435" y="137"/>
                </a:cubicBezTo>
                <a:cubicBezTo>
                  <a:pt x="435" y="126"/>
                  <a:pt x="435" y="126"/>
                  <a:pt x="435" y="126"/>
                </a:cubicBezTo>
                <a:cubicBezTo>
                  <a:pt x="437" y="126"/>
                  <a:pt x="438" y="126"/>
                  <a:pt x="439" y="126"/>
                </a:cubicBezTo>
                <a:close/>
                <a:moveTo>
                  <a:pt x="439" y="167"/>
                </a:moveTo>
                <a:cubicBezTo>
                  <a:pt x="439" y="174"/>
                  <a:pt x="439" y="174"/>
                  <a:pt x="439" y="174"/>
                </a:cubicBezTo>
                <a:cubicBezTo>
                  <a:pt x="438" y="173"/>
                  <a:pt x="437" y="173"/>
                  <a:pt x="435" y="173"/>
                </a:cubicBezTo>
                <a:cubicBezTo>
                  <a:pt x="435" y="167"/>
                  <a:pt x="435" y="167"/>
                  <a:pt x="435" y="167"/>
                </a:cubicBezTo>
                <a:cubicBezTo>
                  <a:pt x="437" y="167"/>
                  <a:pt x="438" y="167"/>
                  <a:pt x="439" y="167"/>
                </a:cubicBezTo>
                <a:close/>
                <a:moveTo>
                  <a:pt x="439" y="189"/>
                </a:moveTo>
                <a:cubicBezTo>
                  <a:pt x="439" y="196"/>
                  <a:pt x="439" y="196"/>
                  <a:pt x="439" y="196"/>
                </a:cubicBezTo>
                <a:cubicBezTo>
                  <a:pt x="438" y="196"/>
                  <a:pt x="437" y="195"/>
                  <a:pt x="435" y="195"/>
                </a:cubicBezTo>
                <a:cubicBezTo>
                  <a:pt x="435" y="180"/>
                  <a:pt x="435" y="180"/>
                  <a:pt x="435" y="180"/>
                </a:cubicBezTo>
                <a:cubicBezTo>
                  <a:pt x="436" y="184"/>
                  <a:pt x="437" y="187"/>
                  <a:pt x="439" y="189"/>
                </a:cubicBezTo>
                <a:close/>
                <a:moveTo>
                  <a:pt x="439" y="224"/>
                </a:moveTo>
                <a:cubicBezTo>
                  <a:pt x="439" y="253"/>
                  <a:pt x="439" y="253"/>
                  <a:pt x="439" y="253"/>
                </a:cubicBezTo>
                <a:cubicBezTo>
                  <a:pt x="439" y="253"/>
                  <a:pt x="438" y="253"/>
                  <a:pt x="438" y="253"/>
                </a:cubicBezTo>
                <a:cubicBezTo>
                  <a:pt x="438" y="254"/>
                  <a:pt x="438" y="255"/>
                  <a:pt x="438" y="256"/>
                </a:cubicBezTo>
                <a:cubicBezTo>
                  <a:pt x="438" y="256"/>
                  <a:pt x="439" y="256"/>
                  <a:pt x="439" y="257"/>
                </a:cubicBezTo>
                <a:cubicBezTo>
                  <a:pt x="439" y="268"/>
                  <a:pt x="439" y="268"/>
                  <a:pt x="439" y="268"/>
                </a:cubicBezTo>
                <a:cubicBezTo>
                  <a:pt x="438" y="268"/>
                  <a:pt x="437" y="268"/>
                  <a:pt x="436" y="268"/>
                </a:cubicBezTo>
                <a:cubicBezTo>
                  <a:pt x="435" y="273"/>
                  <a:pt x="437" y="275"/>
                  <a:pt x="439" y="277"/>
                </a:cubicBezTo>
                <a:cubicBezTo>
                  <a:pt x="439" y="289"/>
                  <a:pt x="439" y="289"/>
                  <a:pt x="439" y="289"/>
                </a:cubicBezTo>
                <a:cubicBezTo>
                  <a:pt x="438" y="289"/>
                  <a:pt x="437" y="288"/>
                  <a:pt x="435" y="288"/>
                </a:cubicBezTo>
                <a:cubicBezTo>
                  <a:pt x="435" y="226"/>
                  <a:pt x="435" y="226"/>
                  <a:pt x="435" y="226"/>
                </a:cubicBezTo>
                <a:cubicBezTo>
                  <a:pt x="436" y="225"/>
                  <a:pt x="438" y="225"/>
                  <a:pt x="439" y="224"/>
                </a:cubicBezTo>
                <a:close/>
                <a:moveTo>
                  <a:pt x="439" y="302"/>
                </a:moveTo>
                <a:cubicBezTo>
                  <a:pt x="439" y="321"/>
                  <a:pt x="439" y="321"/>
                  <a:pt x="439" y="321"/>
                </a:cubicBezTo>
                <a:cubicBezTo>
                  <a:pt x="438" y="321"/>
                  <a:pt x="436" y="320"/>
                  <a:pt x="435" y="320"/>
                </a:cubicBezTo>
                <a:cubicBezTo>
                  <a:pt x="435" y="317"/>
                  <a:pt x="435" y="317"/>
                  <a:pt x="435" y="317"/>
                </a:cubicBezTo>
                <a:cubicBezTo>
                  <a:pt x="436" y="317"/>
                  <a:pt x="437" y="318"/>
                  <a:pt x="437" y="318"/>
                </a:cubicBezTo>
                <a:cubicBezTo>
                  <a:pt x="438" y="313"/>
                  <a:pt x="438" y="308"/>
                  <a:pt x="435" y="305"/>
                </a:cubicBezTo>
                <a:cubicBezTo>
                  <a:pt x="435" y="300"/>
                  <a:pt x="435" y="300"/>
                  <a:pt x="435" y="300"/>
                </a:cubicBezTo>
                <a:cubicBezTo>
                  <a:pt x="437" y="301"/>
                  <a:pt x="438" y="301"/>
                  <a:pt x="439" y="302"/>
                </a:cubicBezTo>
                <a:close/>
                <a:moveTo>
                  <a:pt x="439" y="379"/>
                </a:moveTo>
                <a:cubicBezTo>
                  <a:pt x="439" y="400"/>
                  <a:pt x="439" y="400"/>
                  <a:pt x="439" y="400"/>
                </a:cubicBezTo>
                <a:cubicBezTo>
                  <a:pt x="435" y="403"/>
                  <a:pt x="435" y="403"/>
                  <a:pt x="435" y="403"/>
                </a:cubicBezTo>
                <a:cubicBezTo>
                  <a:pt x="435" y="378"/>
                  <a:pt x="435" y="378"/>
                  <a:pt x="435" y="378"/>
                </a:cubicBezTo>
                <a:cubicBezTo>
                  <a:pt x="439" y="379"/>
                  <a:pt x="439" y="379"/>
                  <a:pt x="439" y="379"/>
                </a:cubicBezTo>
                <a:close/>
                <a:moveTo>
                  <a:pt x="439" y="459"/>
                </a:moveTo>
                <a:cubicBezTo>
                  <a:pt x="439" y="462"/>
                  <a:pt x="439" y="462"/>
                  <a:pt x="439" y="462"/>
                </a:cubicBezTo>
                <a:cubicBezTo>
                  <a:pt x="435" y="459"/>
                  <a:pt x="435" y="459"/>
                  <a:pt x="435" y="459"/>
                </a:cubicBezTo>
                <a:cubicBezTo>
                  <a:pt x="435" y="445"/>
                  <a:pt x="435" y="445"/>
                  <a:pt x="435" y="445"/>
                </a:cubicBezTo>
                <a:cubicBezTo>
                  <a:pt x="437" y="451"/>
                  <a:pt x="438" y="455"/>
                  <a:pt x="439" y="459"/>
                </a:cubicBezTo>
                <a:close/>
                <a:moveTo>
                  <a:pt x="439" y="482"/>
                </a:moveTo>
                <a:cubicBezTo>
                  <a:pt x="439" y="486"/>
                  <a:pt x="439" y="486"/>
                  <a:pt x="439" y="486"/>
                </a:cubicBezTo>
                <a:cubicBezTo>
                  <a:pt x="438" y="486"/>
                  <a:pt x="437" y="486"/>
                  <a:pt x="436" y="487"/>
                </a:cubicBezTo>
                <a:cubicBezTo>
                  <a:pt x="436" y="487"/>
                  <a:pt x="436" y="488"/>
                  <a:pt x="436" y="489"/>
                </a:cubicBezTo>
                <a:cubicBezTo>
                  <a:pt x="438" y="489"/>
                  <a:pt x="438" y="489"/>
                  <a:pt x="439" y="490"/>
                </a:cubicBezTo>
                <a:cubicBezTo>
                  <a:pt x="439" y="495"/>
                  <a:pt x="439" y="495"/>
                  <a:pt x="439" y="495"/>
                </a:cubicBezTo>
                <a:cubicBezTo>
                  <a:pt x="438" y="494"/>
                  <a:pt x="437" y="493"/>
                  <a:pt x="435" y="492"/>
                </a:cubicBezTo>
                <a:cubicBezTo>
                  <a:pt x="435" y="484"/>
                  <a:pt x="435" y="484"/>
                  <a:pt x="435" y="484"/>
                </a:cubicBezTo>
                <a:cubicBezTo>
                  <a:pt x="437" y="484"/>
                  <a:pt x="438" y="483"/>
                  <a:pt x="439" y="482"/>
                </a:cubicBezTo>
                <a:close/>
                <a:moveTo>
                  <a:pt x="439" y="498"/>
                </a:moveTo>
                <a:cubicBezTo>
                  <a:pt x="439" y="501"/>
                  <a:pt x="439" y="501"/>
                  <a:pt x="439" y="501"/>
                </a:cubicBezTo>
                <a:cubicBezTo>
                  <a:pt x="438" y="502"/>
                  <a:pt x="437" y="503"/>
                  <a:pt x="435" y="503"/>
                </a:cubicBezTo>
                <a:cubicBezTo>
                  <a:pt x="435" y="499"/>
                  <a:pt x="435" y="499"/>
                  <a:pt x="435" y="499"/>
                </a:cubicBezTo>
                <a:cubicBezTo>
                  <a:pt x="437" y="499"/>
                  <a:pt x="438" y="499"/>
                  <a:pt x="439" y="498"/>
                </a:cubicBezTo>
                <a:close/>
                <a:moveTo>
                  <a:pt x="439" y="511"/>
                </a:moveTo>
                <a:cubicBezTo>
                  <a:pt x="439" y="522"/>
                  <a:pt x="439" y="522"/>
                  <a:pt x="439" y="522"/>
                </a:cubicBezTo>
                <a:cubicBezTo>
                  <a:pt x="438" y="523"/>
                  <a:pt x="437" y="523"/>
                  <a:pt x="435" y="524"/>
                </a:cubicBezTo>
                <a:cubicBezTo>
                  <a:pt x="435" y="512"/>
                  <a:pt x="435" y="512"/>
                  <a:pt x="435" y="512"/>
                </a:cubicBezTo>
                <a:cubicBezTo>
                  <a:pt x="436" y="511"/>
                  <a:pt x="438" y="511"/>
                  <a:pt x="439" y="511"/>
                </a:cubicBezTo>
                <a:close/>
                <a:moveTo>
                  <a:pt x="439" y="546"/>
                </a:moveTo>
                <a:cubicBezTo>
                  <a:pt x="439" y="577"/>
                  <a:pt x="439" y="577"/>
                  <a:pt x="439" y="577"/>
                </a:cubicBezTo>
                <a:cubicBezTo>
                  <a:pt x="437" y="571"/>
                  <a:pt x="436" y="565"/>
                  <a:pt x="435" y="559"/>
                </a:cubicBezTo>
                <a:cubicBezTo>
                  <a:pt x="435" y="549"/>
                  <a:pt x="435" y="549"/>
                  <a:pt x="435" y="549"/>
                </a:cubicBezTo>
                <a:cubicBezTo>
                  <a:pt x="436" y="548"/>
                  <a:pt x="438" y="547"/>
                  <a:pt x="439" y="546"/>
                </a:cubicBezTo>
                <a:close/>
                <a:moveTo>
                  <a:pt x="439" y="607"/>
                </a:moveTo>
                <a:cubicBezTo>
                  <a:pt x="439" y="613"/>
                  <a:pt x="439" y="613"/>
                  <a:pt x="439" y="613"/>
                </a:cubicBezTo>
                <a:cubicBezTo>
                  <a:pt x="439" y="613"/>
                  <a:pt x="438" y="613"/>
                  <a:pt x="437" y="613"/>
                </a:cubicBezTo>
                <a:cubicBezTo>
                  <a:pt x="438" y="615"/>
                  <a:pt x="438" y="616"/>
                  <a:pt x="439" y="617"/>
                </a:cubicBezTo>
                <a:cubicBezTo>
                  <a:pt x="439" y="626"/>
                  <a:pt x="439" y="626"/>
                  <a:pt x="439" y="626"/>
                </a:cubicBezTo>
                <a:cubicBezTo>
                  <a:pt x="438" y="625"/>
                  <a:pt x="437" y="623"/>
                  <a:pt x="435" y="622"/>
                </a:cubicBezTo>
                <a:cubicBezTo>
                  <a:pt x="435" y="608"/>
                  <a:pt x="435" y="608"/>
                  <a:pt x="435" y="608"/>
                </a:cubicBezTo>
                <a:cubicBezTo>
                  <a:pt x="436" y="608"/>
                  <a:pt x="437" y="607"/>
                  <a:pt x="438" y="607"/>
                </a:cubicBezTo>
                <a:cubicBezTo>
                  <a:pt x="439" y="607"/>
                  <a:pt x="439" y="607"/>
                  <a:pt x="439" y="607"/>
                </a:cubicBezTo>
                <a:close/>
                <a:moveTo>
                  <a:pt x="439" y="630"/>
                </a:moveTo>
                <a:cubicBezTo>
                  <a:pt x="439" y="635"/>
                  <a:pt x="439" y="635"/>
                  <a:pt x="439" y="635"/>
                </a:cubicBezTo>
                <a:cubicBezTo>
                  <a:pt x="438" y="635"/>
                  <a:pt x="437" y="636"/>
                  <a:pt x="435" y="636"/>
                </a:cubicBezTo>
                <a:cubicBezTo>
                  <a:pt x="435" y="631"/>
                  <a:pt x="435" y="631"/>
                  <a:pt x="435" y="631"/>
                </a:cubicBezTo>
                <a:cubicBezTo>
                  <a:pt x="437" y="631"/>
                  <a:pt x="438" y="631"/>
                  <a:pt x="439" y="630"/>
                </a:cubicBezTo>
                <a:close/>
                <a:moveTo>
                  <a:pt x="439" y="678"/>
                </a:moveTo>
                <a:cubicBezTo>
                  <a:pt x="439" y="679"/>
                  <a:pt x="439" y="679"/>
                  <a:pt x="439" y="679"/>
                </a:cubicBezTo>
                <a:cubicBezTo>
                  <a:pt x="439" y="679"/>
                  <a:pt x="439" y="679"/>
                  <a:pt x="439" y="679"/>
                </a:cubicBezTo>
                <a:cubicBezTo>
                  <a:pt x="439" y="678"/>
                  <a:pt x="439" y="678"/>
                  <a:pt x="439" y="678"/>
                </a:cubicBezTo>
                <a:close/>
                <a:moveTo>
                  <a:pt x="439" y="745"/>
                </a:moveTo>
                <a:cubicBezTo>
                  <a:pt x="439" y="754"/>
                  <a:pt x="439" y="754"/>
                  <a:pt x="439" y="754"/>
                </a:cubicBezTo>
                <a:cubicBezTo>
                  <a:pt x="438" y="754"/>
                  <a:pt x="436" y="754"/>
                  <a:pt x="435" y="754"/>
                </a:cubicBezTo>
                <a:cubicBezTo>
                  <a:pt x="435" y="746"/>
                  <a:pt x="435" y="746"/>
                  <a:pt x="435" y="746"/>
                </a:cubicBezTo>
                <a:cubicBezTo>
                  <a:pt x="436" y="746"/>
                  <a:pt x="437" y="746"/>
                  <a:pt x="437" y="745"/>
                </a:cubicBezTo>
                <a:cubicBezTo>
                  <a:pt x="439" y="745"/>
                  <a:pt x="439" y="745"/>
                  <a:pt x="439" y="745"/>
                </a:cubicBezTo>
                <a:close/>
                <a:moveTo>
                  <a:pt x="439" y="769"/>
                </a:moveTo>
                <a:cubicBezTo>
                  <a:pt x="438" y="768"/>
                  <a:pt x="436" y="766"/>
                  <a:pt x="435" y="764"/>
                </a:cubicBezTo>
                <a:cubicBezTo>
                  <a:pt x="435" y="777"/>
                  <a:pt x="435" y="777"/>
                  <a:pt x="435" y="777"/>
                </a:cubicBezTo>
                <a:cubicBezTo>
                  <a:pt x="436" y="779"/>
                  <a:pt x="438" y="781"/>
                  <a:pt x="439" y="783"/>
                </a:cubicBezTo>
                <a:lnTo>
                  <a:pt x="439" y="769"/>
                </a:lnTo>
                <a:close/>
                <a:moveTo>
                  <a:pt x="427" y="2"/>
                </a:moveTo>
                <a:cubicBezTo>
                  <a:pt x="430" y="2"/>
                  <a:pt x="433" y="2"/>
                  <a:pt x="435" y="2"/>
                </a:cubicBezTo>
                <a:cubicBezTo>
                  <a:pt x="435" y="10"/>
                  <a:pt x="435" y="10"/>
                  <a:pt x="435" y="10"/>
                </a:cubicBezTo>
                <a:cubicBezTo>
                  <a:pt x="433" y="10"/>
                  <a:pt x="430" y="10"/>
                  <a:pt x="427" y="10"/>
                </a:cubicBezTo>
                <a:cubicBezTo>
                  <a:pt x="427" y="2"/>
                  <a:pt x="427" y="2"/>
                  <a:pt x="427" y="2"/>
                </a:cubicBezTo>
                <a:close/>
                <a:moveTo>
                  <a:pt x="435" y="792"/>
                </a:moveTo>
                <a:cubicBezTo>
                  <a:pt x="433" y="792"/>
                  <a:pt x="430" y="792"/>
                  <a:pt x="427" y="792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31" y="785"/>
                  <a:pt x="433" y="785"/>
                  <a:pt x="435" y="785"/>
                </a:cubicBezTo>
                <a:cubicBezTo>
                  <a:pt x="435" y="792"/>
                  <a:pt x="435" y="792"/>
                  <a:pt x="435" y="792"/>
                </a:cubicBezTo>
                <a:close/>
                <a:moveTo>
                  <a:pt x="435" y="35"/>
                </a:moveTo>
                <a:cubicBezTo>
                  <a:pt x="435" y="47"/>
                  <a:pt x="435" y="47"/>
                  <a:pt x="435" y="47"/>
                </a:cubicBezTo>
                <a:cubicBezTo>
                  <a:pt x="435" y="46"/>
                  <a:pt x="434" y="46"/>
                  <a:pt x="433" y="46"/>
                </a:cubicBezTo>
                <a:cubicBezTo>
                  <a:pt x="431" y="46"/>
                  <a:pt x="429" y="46"/>
                  <a:pt x="427" y="46"/>
                </a:cubicBezTo>
                <a:cubicBezTo>
                  <a:pt x="427" y="22"/>
                  <a:pt x="427" y="22"/>
                  <a:pt x="427" y="22"/>
                </a:cubicBezTo>
                <a:cubicBezTo>
                  <a:pt x="430" y="27"/>
                  <a:pt x="432" y="31"/>
                  <a:pt x="435" y="35"/>
                </a:cubicBezTo>
                <a:close/>
                <a:moveTo>
                  <a:pt x="435" y="75"/>
                </a:moveTo>
                <a:cubicBezTo>
                  <a:pt x="435" y="84"/>
                  <a:pt x="435" y="84"/>
                  <a:pt x="435" y="84"/>
                </a:cubicBezTo>
                <a:cubicBezTo>
                  <a:pt x="435" y="84"/>
                  <a:pt x="435" y="84"/>
                  <a:pt x="435" y="84"/>
                </a:cubicBezTo>
                <a:cubicBezTo>
                  <a:pt x="434" y="81"/>
                  <a:pt x="434" y="78"/>
                  <a:pt x="434" y="76"/>
                </a:cubicBezTo>
                <a:cubicBezTo>
                  <a:pt x="435" y="75"/>
                  <a:pt x="435" y="75"/>
                  <a:pt x="435" y="75"/>
                </a:cubicBezTo>
                <a:close/>
                <a:moveTo>
                  <a:pt x="435" y="99"/>
                </a:moveTo>
                <a:cubicBezTo>
                  <a:pt x="435" y="124"/>
                  <a:pt x="435" y="124"/>
                  <a:pt x="435" y="124"/>
                </a:cubicBezTo>
                <a:cubicBezTo>
                  <a:pt x="433" y="124"/>
                  <a:pt x="430" y="123"/>
                  <a:pt x="427" y="123"/>
                </a:cubicBezTo>
                <a:cubicBezTo>
                  <a:pt x="427" y="110"/>
                  <a:pt x="427" y="110"/>
                  <a:pt x="427" y="110"/>
                </a:cubicBezTo>
                <a:cubicBezTo>
                  <a:pt x="429" y="110"/>
                  <a:pt x="430" y="110"/>
                  <a:pt x="431" y="110"/>
                </a:cubicBezTo>
                <a:cubicBezTo>
                  <a:pt x="428" y="106"/>
                  <a:pt x="426" y="105"/>
                  <a:pt x="429" y="99"/>
                </a:cubicBezTo>
                <a:cubicBezTo>
                  <a:pt x="431" y="99"/>
                  <a:pt x="433" y="99"/>
                  <a:pt x="435" y="99"/>
                </a:cubicBezTo>
                <a:close/>
                <a:moveTo>
                  <a:pt x="435" y="126"/>
                </a:moveTo>
                <a:cubicBezTo>
                  <a:pt x="435" y="137"/>
                  <a:pt x="435" y="137"/>
                  <a:pt x="435" y="137"/>
                </a:cubicBezTo>
                <a:cubicBezTo>
                  <a:pt x="433" y="137"/>
                  <a:pt x="430" y="137"/>
                  <a:pt x="427" y="136"/>
                </a:cubicBezTo>
                <a:cubicBezTo>
                  <a:pt x="427" y="126"/>
                  <a:pt x="427" y="126"/>
                  <a:pt x="427" y="126"/>
                </a:cubicBezTo>
                <a:cubicBezTo>
                  <a:pt x="430" y="125"/>
                  <a:pt x="432" y="125"/>
                  <a:pt x="435" y="126"/>
                </a:cubicBezTo>
                <a:close/>
                <a:moveTo>
                  <a:pt x="435" y="167"/>
                </a:moveTo>
                <a:cubicBezTo>
                  <a:pt x="435" y="173"/>
                  <a:pt x="435" y="173"/>
                  <a:pt x="435" y="173"/>
                </a:cubicBezTo>
                <a:cubicBezTo>
                  <a:pt x="434" y="173"/>
                  <a:pt x="433" y="172"/>
                  <a:pt x="433" y="172"/>
                </a:cubicBezTo>
                <a:cubicBezTo>
                  <a:pt x="433" y="175"/>
                  <a:pt x="434" y="177"/>
                  <a:pt x="435" y="180"/>
                </a:cubicBezTo>
                <a:cubicBezTo>
                  <a:pt x="435" y="195"/>
                  <a:pt x="435" y="195"/>
                  <a:pt x="435" y="195"/>
                </a:cubicBezTo>
                <a:cubicBezTo>
                  <a:pt x="433" y="195"/>
                  <a:pt x="430" y="194"/>
                  <a:pt x="427" y="194"/>
                </a:cubicBezTo>
                <a:cubicBezTo>
                  <a:pt x="427" y="190"/>
                  <a:pt x="427" y="190"/>
                  <a:pt x="427" y="190"/>
                </a:cubicBezTo>
                <a:cubicBezTo>
                  <a:pt x="429" y="189"/>
                  <a:pt x="431" y="189"/>
                  <a:pt x="432" y="189"/>
                </a:cubicBezTo>
                <a:cubicBezTo>
                  <a:pt x="430" y="184"/>
                  <a:pt x="429" y="180"/>
                  <a:pt x="427" y="177"/>
                </a:cubicBezTo>
                <a:cubicBezTo>
                  <a:pt x="427" y="166"/>
                  <a:pt x="427" y="166"/>
                  <a:pt x="427" y="166"/>
                </a:cubicBezTo>
                <a:cubicBezTo>
                  <a:pt x="430" y="166"/>
                  <a:pt x="433" y="166"/>
                  <a:pt x="435" y="167"/>
                </a:cubicBezTo>
                <a:close/>
                <a:moveTo>
                  <a:pt x="435" y="226"/>
                </a:moveTo>
                <a:cubicBezTo>
                  <a:pt x="435" y="288"/>
                  <a:pt x="435" y="288"/>
                  <a:pt x="435" y="288"/>
                </a:cubicBezTo>
                <a:cubicBezTo>
                  <a:pt x="433" y="288"/>
                  <a:pt x="433" y="288"/>
                  <a:pt x="433" y="288"/>
                </a:cubicBezTo>
                <a:cubicBezTo>
                  <a:pt x="429" y="283"/>
                  <a:pt x="429" y="282"/>
                  <a:pt x="427" y="279"/>
                </a:cubicBezTo>
                <a:cubicBezTo>
                  <a:pt x="427" y="263"/>
                  <a:pt x="427" y="263"/>
                  <a:pt x="427" y="263"/>
                </a:cubicBezTo>
                <a:cubicBezTo>
                  <a:pt x="428" y="257"/>
                  <a:pt x="430" y="247"/>
                  <a:pt x="432" y="230"/>
                </a:cubicBezTo>
                <a:cubicBezTo>
                  <a:pt x="433" y="228"/>
                  <a:pt x="434" y="227"/>
                  <a:pt x="435" y="226"/>
                </a:cubicBezTo>
                <a:close/>
                <a:moveTo>
                  <a:pt x="435" y="300"/>
                </a:moveTo>
                <a:cubicBezTo>
                  <a:pt x="435" y="305"/>
                  <a:pt x="435" y="305"/>
                  <a:pt x="435" y="305"/>
                </a:cubicBezTo>
                <a:cubicBezTo>
                  <a:pt x="434" y="304"/>
                  <a:pt x="432" y="303"/>
                  <a:pt x="429" y="304"/>
                </a:cubicBezTo>
                <a:cubicBezTo>
                  <a:pt x="430" y="308"/>
                  <a:pt x="431" y="312"/>
                  <a:pt x="433" y="316"/>
                </a:cubicBezTo>
                <a:cubicBezTo>
                  <a:pt x="433" y="316"/>
                  <a:pt x="434" y="317"/>
                  <a:pt x="435" y="317"/>
                </a:cubicBezTo>
                <a:cubicBezTo>
                  <a:pt x="435" y="320"/>
                  <a:pt x="435" y="320"/>
                  <a:pt x="435" y="320"/>
                </a:cubicBezTo>
                <a:cubicBezTo>
                  <a:pt x="433" y="319"/>
                  <a:pt x="430" y="318"/>
                  <a:pt x="427" y="317"/>
                </a:cubicBezTo>
                <a:cubicBezTo>
                  <a:pt x="427" y="298"/>
                  <a:pt x="427" y="298"/>
                  <a:pt x="427" y="298"/>
                </a:cubicBezTo>
                <a:cubicBezTo>
                  <a:pt x="430" y="298"/>
                  <a:pt x="433" y="299"/>
                  <a:pt x="435" y="300"/>
                </a:cubicBezTo>
                <a:close/>
                <a:moveTo>
                  <a:pt x="435" y="378"/>
                </a:moveTo>
                <a:cubicBezTo>
                  <a:pt x="435" y="403"/>
                  <a:pt x="435" y="403"/>
                  <a:pt x="435" y="403"/>
                </a:cubicBezTo>
                <a:cubicBezTo>
                  <a:pt x="427" y="409"/>
                  <a:pt x="427" y="409"/>
                  <a:pt x="427" y="409"/>
                </a:cubicBezTo>
                <a:cubicBezTo>
                  <a:pt x="427" y="378"/>
                  <a:pt x="427" y="378"/>
                  <a:pt x="427" y="378"/>
                </a:cubicBezTo>
                <a:cubicBezTo>
                  <a:pt x="435" y="378"/>
                  <a:pt x="435" y="378"/>
                  <a:pt x="435" y="378"/>
                </a:cubicBezTo>
                <a:close/>
                <a:moveTo>
                  <a:pt x="435" y="445"/>
                </a:moveTo>
                <a:cubicBezTo>
                  <a:pt x="435" y="459"/>
                  <a:pt x="435" y="459"/>
                  <a:pt x="435" y="459"/>
                </a:cubicBezTo>
                <a:cubicBezTo>
                  <a:pt x="427" y="454"/>
                  <a:pt x="427" y="454"/>
                  <a:pt x="427" y="454"/>
                </a:cubicBezTo>
                <a:cubicBezTo>
                  <a:pt x="427" y="420"/>
                  <a:pt x="427" y="420"/>
                  <a:pt x="427" y="420"/>
                </a:cubicBezTo>
                <a:cubicBezTo>
                  <a:pt x="429" y="427"/>
                  <a:pt x="433" y="436"/>
                  <a:pt x="435" y="445"/>
                </a:cubicBezTo>
                <a:close/>
                <a:moveTo>
                  <a:pt x="435" y="484"/>
                </a:moveTo>
                <a:cubicBezTo>
                  <a:pt x="435" y="492"/>
                  <a:pt x="435" y="492"/>
                  <a:pt x="435" y="492"/>
                </a:cubicBezTo>
                <a:cubicBezTo>
                  <a:pt x="433" y="491"/>
                  <a:pt x="430" y="491"/>
                  <a:pt x="427" y="491"/>
                </a:cubicBezTo>
                <a:cubicBezTo>
                  <a:pt x="427" y="487"/>
                  <a:pt x="427" y="487"/>
                  <a:pt x="427" y="487"/>
                </a:cubicBezTo>
                <a:cubicBezTo>
                  <a:pt x="430" y="486"/>
                  <a:pt x="433" y="485"/>
                  <a:pt x="435" y="484"/>
                </a:cubicBezTo>
                <a:close/>
                <a:moveTo>
                  <a:pt x="435" y="499"/>
                </a:moveTo>
                <a:cubicBezTo>
                  <a:pt x="435" y="503"/>
                  <a:pt x="435" y="503"/>
                  <a:pt x="435" y="503"/>
                </a:cubicBezTo>
                <a:cubicBezTo>
                  <a:pt x="433" y="504"/>
                  <a:pt x="430" y="505"/>
                  <a:pt x="427" y="506"/>
                </a:cubicBezTo>
                <a:cubicBezTo>
                  <a:pt x="427" y="503"/>
                  <a:pt x="427" y="503"/>
                  <a:pt x="427" y="503"/>
                </a:cubicBezTo>
                <a:cubicBezTo>
                  <a:pt x="429" y="503"/>
                  <a:pt x="429" y="503"/>
                  <a:pt x="429" y="503"/>
                </a:cubicBezTo>
                <a:cubicBezTo>
                  <a:pt x="429" y="502"/>
                  <a:pt x="428" y="501"/>
                  <a:pt x="427" y="500"/>
                </a:cubicBezTo>
                <a:cubicBezTo>
                  <a:pt x="427" y="495"/>
                  <a:pt x="427" y="495"/>
                  <a:pt x="427" y="495"/>
                </a:cubicBezTo>
                <a:cubicBezTo>
                  <a:pt x="429" y="496"/>
                  <a:pt x="431" y="498"/>
                  <a:pt x="433" y="499"/>
                </a:cubicBezTo>
                <a:cubicBezTo>
                  <a:pt x="435" y="499"/>
                  <a:pt x="435" y="499"/>
                  <a:pt x="435" y="499"/>
                </a:cubicBezTo>
                <a:close/>
                <a:moveTo>
                  <a:pt x="435" y="512"/>
                </a:moveTo>
                <a:cubicBezTo>
                  <a:pt x="435" y="524"/>
                  <a:pt x="435" y="524"/>
                  <a:pt x="435" y="524"/>
                </a:cubicBezTo>
                <a:cubicBezTo>
                  <a:pt x="433" y="526"/>
                  <a:pt x="430" y="528"/>
                  <a:pt x="427" y="530"/>
                </a:cubicBezTo>
                <a:cubicBezTo>
                  <a:pt x="427" y="518"/>
                  <a:pt x="427" y="518"/>
                  <a:pt x="427" y="518"/>
                </a:cubicBezTo>
                <a:cubicBezTo>
                  <a:pt x="428" y="518"/>
                  <a:pt x="428" y="518"/>
                  <a:pt x="428" y="518"/>
                </a:cubicBezTo>
                <a:cubicBezTo>
                  <a:pt x="429" y="515"/>
                  <a:pt x="432" y="513"/>
                  <a:pt x="435" y="512"/>
                </a:cubicBezTo>
                <a:close/>
                <a:moveTo>
                  <a:pt x="435" y="549"/>
                </a:moveTo>
                <a:cubicBezTo>
                  <a:pt x="435" y="559"/>
                  <a:pt x="435" y="559"/>
                  <a:pt x="435" y="559"/>
                </a:cubicBezTo>
                <a:cubicBezTo>
                  <a:pt x="435" y="555"/>
                  <a:pt x="434" y="552"/>
                  <a:pt x="435" y="550"/>
                </a:cubicBezTo>
                <a:cubicBezTo>
                  <a:pt x="435" y="549"/>
                  <a:pt x="435" y="549"/>
                  <a:pt x="435" y="549"/>
                </a:cubicBezTo>
                <a:close/>
                <a:moveTo>
                  <a:pt x="435" y="608"/>
                </a:moveTo>
                <a:cubicBezTo>
                  <a:pt x="435" y="622"/>
                  <a:pt x="435" y="622"/>
                  <a:pt x="435" y="622"/>
                </a:cubicBezTo>
                <a:cubicBezTo>
                  <a:pt x="433" y="619"/>
                  <a:pt x="430" y="617"/>
                  <a:pt x="427" y="616"/>
                </a:cubicBezTo>
                <a:cubicBezTo>
                  <a:pt x="427" y="610"/>
                  <a:pt x="427" y="610"/>
                  <a:pt x="427" y="610"/>
                </a:cubicBezTo>
                <a:cubicBezTo>
                  <a:pt x="430" y="609"/>
                  <a:pt x="433" y="609"/>
                  <a:pt x="435" y="608"/>
                </a:cubicBezTo>
                <a:close/>
                <a:moveTo>
                  <a:pt x="435" y="631"/>
                </a:moveTo>
                <a:cubicBezTo>
                  <a:pt x="435" y="636"/>
                  <a:pt x="435" y="636"/>
                  <a:pt x="435" y="636"/>
                </a:cubicBezTo>
                <a:cubicBezTo>
                  <a:pt x="433" y="637"/>
                  <a:pt x="430" y="637"/>
                  <a:pt x="427" y="637"/>
                </a:cubicBezTo>
                <a:cubicBezTo>
                  <a:pt x="427" y="629"/>
                  <a:pt x="427" y="629"/>
                  <a:pt x="427" y="629"/>
                </a:cubicBezTo>
                <a:cubicBezTo>
                  <a:pt x="428" y="630"/>
                  <a:pt x="429" y="631"/>
                  <a:pt x="430" y="631"/>
                </a:cubicBezTo>
                <a:cubicBezTo>
                  <a:pt x="432" y="631"/>
                  <a:pt x="434" y="631"/>
                  <a:pt x="435" y="631"/>
                </a:cubicBezTo>
                <a:close/>
                <a:moveTo>
                  <a:pt x="435" y="746"/>
                </a:moveTo>
                <a:cubicBezTo>
                  <a:pt x="435" y="754"/>
                  <a:pt x="435" y="754"/>
                  <a:pt x="435" y="754"/>
                </a:cubicBezTo>
                <a:cubicBezTo>
                  <a:pt x="434" y="754"/>
                  <a:pt x="433" y="755"/>
                  <a:pt x="431" y="755"/>
                </a:cubicBezTo>
                <a:cubicBezTo>
                  <a:pt x="432" y="758"/>
                  <a:pt x="433" y="761"/>
                  <a:pt x="435" y="764"/>
                </a:cubicBezTo>
                <a:cubicBezTo>
                  <a:pt x="435" y="777"/>
                  <a:pt x="435" y="777"/>
                  <a:pt x="435" y="777"/>
                </a:cubicBezTo>
                <a:cubicBezTo>
                  <a:pt x="433" y="773"/>
                  <a:pt x="430" y="770"/>
                  <a:pt x="427" y="766"/>
                </a:cubicBezTo>
                <a:cubicBezTo>
                  <a:pt x="427" y="747"/>
                  <a:pt x="427" y="747"/>
                  <a:pt x="427" y="747"/>
                </a:cubicBezTo>
                <a:cubicBezTo>
                  <a:pt x="430" y="747"/>
                  <a:pt x="433" y="747"/>
                  <a:pt x="435" y="746"/>
                </a:cubicBezTo>
                <a:close/>
                <a:moveTo>
                  <a:pt x="427" y="711"/>
                </a:moveTo>
                <a:cubicBezTo>
                  <a:pt x="427" y="704"/>
                  <a:pt x="427" y="704"/>
                  <a:pt x="427" y="704"/>
                </a:cubicBezTo>
                <a:cubicBezTo>
                  <a:pt x="428" y="711"/>
                  <a:pt x="428" y="711"/>
                  <a:pt x="428" y="711"/>
                </a:cubicBezTo>
                <a:cubicBezTo>
                  <a:pt x="427" y="711"/>
                  <a:pt x="427" y="711"/>
                  <a:pt x="427" y="711"/>
                </a:cubicBezTo>
                <a:close/>
                <a:moveTo>
                  <a:pt x="427" y="548"/>
                </a:moveTo>
                <a:cubicBezTo>
                  <a:pt x="427" y="535"/>
                  <a:pt x="427" y="535"/>
                  <a:pt x="427" y="535"/>
                </a:cubicBezTo>
                <a:cubicBezTo>
                  <a:pt x="429" y="533"/>
                  <a:pt x="431" y="533"/>
                  <a:pt x="434" y="533"/>
                </a:cubicBezTo>
                <a:cubicBezTo>
                  <a:pt x="434" y="539"/>
                  <a:pt x="432" y="545"/>
                  <a:pt x="427" y="548"/>
                </a:cubicBezTo>
                <a:close/>
                <a:moveTo>
                  <a:pt x="424" y="3"/>
                </a:moveTo>
                <a:cubicBezTo>
                  <a:pt x="425" y="3"/>
                  <a:pt x="426" y="3"/>
                  <a:pt x="427" y="2"/>
                </a:cubicBezTo>
                <a:cubicBezTo>
                  <a:pt x="427" y="10"/>
                  <a:pt x="427" y="10"/>
                  <a:pt x="427" y="10"/>
                </a:cubicBezTo>
                <a:cubicBezTo>
                  <a:pt x="426" y="10"/>
                  <a:pt x="425" y="10"/>
                  <a:pt x="424" y="10"/>
                </a:cubicBezTo>
                <a:cubicBezTo>
                  <a:pt x="424" y="3"/>
                  <a:pt x="424" y="3"/>
                  <a:pt x="424" y="3"/>
                </a:cubicBezTo>
                <a:close/>
                <a:moveTo>
                  <a:pt x="427" y="792"/>
                </a:moveTo>
                <a:cubicBezTo>
                  <a:pt x="426" y="792"/>
                  <a:pt x="425" y="792"/>
                  <a:pt x="424" y="792"/>
                </a:cubicBezTo>
                <a:cubicBezTo>
                  <a:pt x="424" y="785"/>
                  <a:pt x="424" y="785"/>
                  <a:pt x="424" y="785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27" y="792"/>
                  <a:pt x="427" y="792"/>
                  <a:pt x="427" y="792"/>
                </a:cubicBezTo>
                <a:close/>
                <a:moveTo>
                  <a:pt x="427" y="22"/>
                </a:moveTo>
                <a:cubicBezTo>
                  <a:pt x="427" y="46"/>
                  <a:pt x="427" y="46"/>
                  <a:pt x="427" y="46"/>
                </a:cubicBezTo>
                <a:cubicBezTo>
                  <a:pt x="426" y="46"/>
                  <a:pt x="425" y="46"/>
                  <a:pt x="424" y="46"/>
                </a:cubicBezTo>
                <a:cubicBezTo>
                  <a:pt x="424" y="38"/>
                  <a:pt x="424" y="38"/>
                  <a:pt x="424" y="38"/>
                </a:cubicBezTo>
                <a:cubicBezTo>
                  <a:pt x="426" y="38"/>
                  <a:pt x="426" y="38"/>
                  <a:pt x="426" y="38"/>
                </a:cubicBezTo>
                <a:cubicBezTo>
                  <a:pt x="425" y="37"/>
                  <a:pt x="425" y="36"/>
                  <a:pt x="424" y="34"/>
                </a:cubicBezTo>
                <a:cubicBezTo>
                  <a:pt x="424" y="14"/>
                  <a:pt x="424" y="14"/>
                  <a:pt x="424" y="14"/>
                </a:cubicBezTo>
                <a:cubicBezTo>
                  <a:pt x="425" y="17"/>
                  <a:pt x="426" y="20"/>
                  <a:pt x="427" y="22"/>
                </a:cubicBezTo>
                <a:close/>
                <a:moveTo>
                  <a:pt x="427" y="110"/>
                </a:moveTo>
                <a:cubicBezTo>
                  <a:pt x="427" y="123"/>
                  <a:pt x="427" y="123"/>
                  <a:pt x="427" y="123"/>
                </a:cubicBezTo>
                <a:cubicBezTo>
                  <a:pt x="426" y="123"/>
                  <a:pt x="425" y="123"/>
                  <a:pt x="424" y="122"/>
                </a:cubicBezTo>
                <a:cubicBezTo>
                  <a:pt x="424" y="109"/>
                  <a:pt x="424" y="109"/>
                  <a:pt x="424" y="109"/>
                </a:cubicBezTo>
                <a:cubicBezTo>
                  <a:pt x="425" y="109"/>
                  <a:pt x="426" y="110"/>
                  <a:pt x="427" y="110"/>
                </a:cubicBezTo>
                <a:close/>
                <a:moveTo>
                  <a:pt x="427" y="126"/>
                </a:moveTo>
                <a:cubicBezTo>
                  <a:pt x="427" y="136"/>
                  <a:pt x="427" y="136"/>
                  <a:pt x="427" y="136"/>
                </a:cubicBezTo>
                <a:cubicBezTo>
                  <a:pt x="426" y="136"/>
                  <a:pt x="425" y="135"/>
                  <a:pt x="424" y="135"/>
                </a:cubicBezTo>
                <a:cubicBezTo>
                  <a:pt x="424" y="126"/>
                  <a:pt x="424" y="126"/>
                  <a:pt x="424" y="126"/>
                </a:cubicBezTo>
                <a:cubicBezTo>
                  <a:pt x="425" y="126"/>
                  <a:pt x="426" y="126"/>
                  <a:pt x="427" y="126"/>
                </a:cubicBezTo>
                <a:close/>
                <a:moveTo>
                  <a:pt x="427" y="166"/>
                </a:moveTo>
                <a:cubicBezTo>
                  <a:pt x="427" y="177"/>
                  <a:pt x="427" y="177"/>
                  <a:pt x="427" y="177"/>
                </a:cubicBezTo>
                <a:cubicBezTo>
                  <a:pt x="427" y="176"/>
                  <a:pt x="425" y="174"/>
                  <a:pt x="424" y="173"/>
                </a:cubicBezTo>
                <a:cubicBezTo>
                  <a:pt x="424" y="165"/>
                  <a:pt x="424" y="165"/>
                  <a:pt x="424" y="165"/>
                </a:cubicBezTo>
                <a:cubicBezTo>
                  <a:pt x="425" y="165"/>
                  <a:pt x="426" y="166"/>
                  <a:pt x="427" y="166"/>
                </a:cubicBezTo>
                <a:close/>
                <a:moveTo>
                  <a:pt x="427" y="190"/>
                </a:moveTo>
                <a:cubicBezTo>
                  <a:pt x="427" y="194"/>
                  <a:pt x="427" y="194"/>
                  <a:pt x="427" y="194"/>
                </a:cubicBezTo>
                <a:cubicBezTo>
                  <a:pt x="426" y="194"/>
                  <a:pt x="425" y="194"/>
                  <a:pt x="424" y="194"/>
                </a:cubicBezTo>
                <a:cubicBezTo>
                  <a:pt x="424" y="189"/>
                  <a:pt x="424" y="189"/>
                  <a:pt x="424" y="189"/>
                </a:cubicBezTo>
                <a:cubicBezTo>
                  <a:pt x="425" y="189"/>
                  <a:pt x="425" y="190"/>
                  <a:pt x="425" y="190"/>
                </a:cubicBezTo>
                <a:cubicBezTo>
                  <a:pt x="427" y="190"/>
                  <a:pt x="427" y="190"/>
                  <a:pt x="427" y="190"/>
                </a:cubicBezTo>
                <a:close/>
                <a:moveTo>
                  <a:pt x="427" y="263"/>
                </a:moveTo>
                <a:cubicBezTo>
                  <a:pt x="427" y="279"/>
                  <a:pt x="427" y="279"/>
                  <a:pt x="427" y="279"/>
                </a:cubicBezTo>
                <a:cubicBezTo>
                  <a:pt x="427" y="279"/>
                  <a:pt x="427" y="278"/>
                  <a:pt x="426" y="277"/>
                </a:cubicBezTo>
                <a:cubicBezTo>
                  <a:pt x="426" y="273"/>
                  <a:pt x="426" y="270"/>
                  <a:pt x="427" y="263"/>
                </a:cubicBezTo>
                <a:close/>
                <a:moveTo>
                  <a:pt x="427" y="298"/>
                </a:moveTo>
                <a:cubicBezTo>
                  <a:pt x="427" y="317"/>
                  <a:pt x="427" y="317"/>
                  <a:pt x="427" y="317"/>
                </a:cubicBezTo>
                <a:cubicBezTo>
                  <a:pt x="426" y="317"/>
                  <a:pt x="425" y="317"/>
                  <a:pt x="424" y="317"/>
                </a:cubicBezTo>
                <a:cubicBezTo>
                  <a:pt x="424" y="313"/>
                  <a:pt x="424" y="313"/>
                  <a:pt x="424" y="313"/>
                </a:cubicBezTo>
                <a:cubicBezTo>
                  <a:pt x="424" y="313"/>
                  <a:pt x="424" y="313"/>
                  <a:pt x="424" y="313"/>
                </a:cubicBezTo>
                <a:cubicBezTo>
                  <a:pt x="425" y="313"/>
                  <a:pt x="426" y="313"/>
                  <a:pt x="427" y="313"/>
                </a:cubicBezTo>
                <a:cubicBezTo>
                  <a:pt x="426" y="309"/>
                  <a:pt x="426" y="305"/>
                  <a:pt x="424" y="303"/>
                </a:cubicBezTo>
                <a:cubicBezTo>
                  <a:pt x="424" y="297"/>
                  <a:pt x="424" y="297"/>
                  <a:pt x="424" y="297"/>
                </a:cubicBezTo>
                <a:cubicBezTo>
                  <a:pt x="425" y="297"/>
                  <a:pt x="426" y="298"/>
                  <a:pt x="427" y="298"/>
                </a:cubicBezTo>
                <a:close/>
                <a:moveTo>
                  <a:pt x="427" y="378"/>
                </a:moveTo>
                <a:cubicBezTo>
                  <a:pt x="427" y="409"/>
                  <a:pt x="427" y="409"/>
                  <a:pt x="427" y="409"/>
                </a:cubicBezTo>
                <a:cubicBezTo>
                  <a:pt x="425" y="411"/>
                  <a:pt x="425" y="411"/>
                  <a:pt x="425" y="411"/>
                </a:cubicBezTo>
                <a:cubicBezTo>
                  <a:pt x="425" y="411"/>
                  <a:pt x="426" y="415"/>
                  <a:pt x="427" y="420"/>
                </a:cubicBezTo>
                <a:cubicBezTo>
                  <a:pt x="427" y="454"/>
                  <a:pt x="427" y="454"/>
                  <a:pt x="427" y="454"/>
                </a:cubicBezTo>
                <a:cubicBezTo>
                  <a:pt x="424" y="451"/>
                  <a:pt x="424" y="451"/>
                  <a:pt x="424" y="451"/>
                </a:cubicBezTo>
                <a:cubicBezTo>
                  <a:pt x="424" y="378"/>
                  <a:pt x="424" y="378"/>
                  <a:pt x="424" y="378"/>
                </a:cubicBezTo>
                <a:cubicBezTo>
                  <a:pt x="427" y="378"/>
                  <a:pt x="427" y="378"/>
                  <a:pt x="427" y="378"/>
                </a:cubicBezTo>
                <a:close/>
                <a:moveTo>
                  <a:pt x="427" y="487"/>
                </a:moveTo>
                <a:cubicBezTo>
                  <a:pt x="427" y="491"/>
                  <a:pt x="427" y="491"/>
                  <a:pt x="427" y="491"/>
                </a:cubicBezTo>
                <a:cubicBezTo>
                  <a:pt x="426" y="491"/>
                  <a:pt x="425" y="491"/>
                  <a:pt x="424" y="492"/>
                </a:cubicBezTo>
                <a:cubicBezTo>
                  <a:pt x="425" y="493"/>
                  <a:pt x="426" y="494"/>
                  <a:pt x="427" y="495"/>
                </a:cubicBezTo>
                <a:cubicBezTo>
                  <a:pt x="427" y="500"/>
                  <a:pt x="427" y="500"/>
                  <a:pt x="427" y="500"/>
                </a:cubicBezTo>
                <a:cubicBezTo>
                  <a:pt x="426" y="499"/>
                  <a:pt x="425" y="497"/>
                  <a:pt x="424" y="497"/>
                </a:cubicBezTo>
                <a:cubicBezTo>
                  <a:pt x="424" y="488"/>
                  <a:pt x="424" y="488"/>
                  <a:pt x="424" y="488"/>
                </a:cubicBezTo>
                <a:cubicBezTo>
                  <a:pt x="425" y="488"/>
                  <a:pt x="426" y="487"/>
                  <a:pt x="427" y="487"/>
                </a:cubicBezTo>
                <a:close/>
                <a:moveTo>
                  <a:pt x="427" y="503"/>
                </a:moveTo>
                <a:cubicBezTo>
                  <a:pt x="427" y="506"/>
                  <a:pt x="427" y="506"/>
                  <a:pt x="427" y="506"/>
                </a:cubicBezTo>
                <a:cubicBezTo>
                  <a:pt x="426" y="506"/>
                  <a:pt x="425" y="507"/>
                  <a:pt x="424" y="507"/>
                </a:cubicBezTo>
                <a:cubicBezTo>
                  <a:pt x="424" y="503"/>
                  <a:pt x="424" y="503"/>
                  <a:pt x="424" y="503"/>
                </a:cubicBezTo>
                <a:cubicBezTo>
                  <a:pt x="427" y="503"/>
                  <a:pt x="427" y="503"/>
                  <a:pt x="427" y="503"/>
                </a:cubicBezTo>
                <a:close/>
                <a:moveTo>
                  <a:pt x="427" y="518"/>
                </a:moveTo>
                <a:cubicBezTo>
                  <a:pt x="427" y="530"/>
                  <a:pt x="427" y="530"/>
                  <a:pt x="427" y="530"/>
                </a:cubicBezTo>
                <a:cubicBezTo>
                  <a:pt x="427" y="531"/>
                  <a:pt x="427" y="531"/>
                  <a:pt x="427" y="531"/>
                </a:cubicBezTo>
                <a:cubicBezTo>
                  <a:pt x="426" y="531"/>
                  <a:pt x="425" y="531"/>
                  <a:pt x="424" y="531"/>
                </a:cubicBezTo>
                <a:cubicBezTo>
                  <a:pt x="424" y="520"/>
                  <a:pt x="424" y="520"/>
                  <a:pt x="424" y="520"/>
                </a:cubicBezTo>
                <a:cubicBezTo>
                  <a:pt x="425" y="519"/>
                  <a:pt x="426" y="519"/>
                  <a:pt x="427" y="518"/>
                </a:cubicBezTo>
                <a:close/>
                <a:moveTo>
                  <a:pt x="427" y="535"/>
                </a:moveTo>
                <a:cubicBezTo>
                  <a:pt x="427" y="548"/>
                  <a:pt x="427" y="548"/>
                  <a:pt x="427" y="548"/>
                </a:cubicBezTo>
                <a:cubicBezTo>
                  <a:pt x="426" y="549"/>
                  <a:pt x="425" y="550"/>
                  <a:pt x="424" y="550"/>
                </a:cubicBezTo>
                <a:cubicBezTo>
                  <a:pt x="424" y="538"/>
                  <a:pt x="424" y="538"/>
                  <a:pt x="424" y="538"/>
                </a:cubicBezTo>
                <a:cubicBezTo>
                  <a:pt x="425" y="537"/>
                  <a:pt x="426" y="535"/>
                  <a:pt x="427" y="535"/>
                </a:cubicBezTo>
                <a:close/>
                <a:moveTo>
                  <a:pt x="427" y="610"/>
                </a:moveTo>
                <a:cubicBezTo>
                  <a:pt x="427" y="616"/>
                  <a:pt x="427" y="616"/>
                  <a:pt x="427" y="616"/>
                </a:cubicBezTo>
                <a:cubicBezTo>
                  <a:pt x="426" y="615"/>
                  <a:pt x="425" y="615"/>
                  <a:pt x="424" y="615"/>
                </a:cubicBezTo>
                <a:cubicBezTo>
                  <a:pt x="424" y="610"/>
                  <a:pt x="424" y="610"/>
                  <a:pt x="424" y="610"/>
                </a:cubicBezTo>
                <a:cubicBezTo>
                  <a:pt x="425" y="610"/>
                  <a:pt x="426" y="610"/>
                  <a:pt x="427" y="610"/>
                </a:cubicBezTo>
                <a:close/>
                <a:moveTo>
                  <a:pt x="427" y="629"/>
                </a:moveTo>
                <a:cubicBezTo>
                  <a:pt x="427" y="637"/>
                  <a:pt x="427" y="637"/>
                  <a:pt x="427" y="637"/>
                </a:cubicBezTo>
                <a:cubicBezTo>
                  <a:pt x="426" y="637"/>
                  <a:pt x="425" y="638"/>
                  <a:pt x="424" y="638"/>
                </a:cubicBezTo>
                <a:cubicBezTo>
                  <a:pt x="424" y="626"/>
                  <a:pt x="424" y="626"/>
                  <a:pt x="424" y="626"/>
                </a:cubicBezTo>
                <a:cubicBezTo>
                  <a:pt x="425" y="627"/>
                  <a:pt x="426" y="628"/>
                  <a:pt x="427" y="629"/>
                </a:cubicBezTo>
                <a:close/>
                <a:moveTo>
                  <a:pt x="427" y="704"/>
                </a:moveTo>
                <a:cubicBezTo>
                  <a:pt x="427" y="711"/>
                  <a:pt x="427" y="711"/>
                  <a:pt x="427" y="711"/>
                </a:cubicBezTo>
                <a:cubicBezTo>
                  <a:pt x="426" y="711"/>
                  <a:pt x="425" y="711"/>
                  <a:pt x="424" y="711"/>
                </a:cubicBezTo>
                <a:cubicBezTo>
                  <a:pt x="424" y="670"/>
                  <a:pt x="424" y="670"/>
                  <a:pt x="424" y="670"/>
                </a:cubicBezTo>
                <a:cubicBezTo>
                  <a:pt x="425" y="670"/>
                  <a:pt x="425" y="670"/>
                  <a:pt x="425" y="670"/>
                </a:cubicBezTo>
                <a:cubicBezTo>
                  <a:pt x="426" y="681"/>
                  <a:pt x="427" y="693"/>
                  <a:pt x="427" y="704"/>
                </a:cubicBezTo>
                <a:close/>
                <a:moveTo>
                  <a:pt x="427" y="747"/>
                </a:moveTo>
                <a:cubicBezTo>
                  <a:pt x="427" y="766"/>
                  <a:pt x="427" y="766"/>
                  <a:pt x="427" y="766"/>
                </a:cubicBezTo>
                <a:cubicBezTo>
                  <a:pt x="426" y="765"/>
                  <a:pt x="425" y="764"/>
                  <a:pt x="424" y="763"/>
                </a:cubicBezTo>
                <a:cubicBezTo>
                  <a:pt x="424" y="748"/>
                  <a:pt x="424" y="748"/>
                  <a:pt x="424" y="748"/>
                </a:cubicBezTo>
                <a:cubicBezTo>
                  <a:pt x="425" y="748"/>
                  <a:pt x="426" y="748"/>
                  <a:pt x="427" y="747"/>
                </a:cubicBezTo>
                <a:close/>
                <a:moveTo>
                  <a:pt x="419" y="3"/>
                </a:moveTo>
                <a:cubicBezTo>
                  <a:pt x="421" y="3"/>
                  <a:pt x="423" y="3"/>
                  <a:pt x="424" y="3"/>
                </a:cubicBezTo>
                <a:cubicBezTo>
                  <a:pt x="424" y="10"/>
                  <a:pt x="424" y="10"/>
                  <a:pt x="424" y="10"/>
                </a:cubicBezTo>
                <a:cubicBezTo>
                  <a:pt x="423" y="10"/>
                  <a:pt x="423" y="10"/>
                  <a:pt x="422" y="10"/>
                </a:cubicBezTo>
                <a:cubicBezTo>
                  <a:pt x="423" y="12"/>
                  <a:pt x="423" y="13"/>
                  <a:pt x="424" y="14"/>
                </a:cubicBezTo>
                <a:cubicBezTo>
                  <a:pt x="424" y="34"/>
                  <a:pt x="424" y="34"/>
                  <a:pt x="424" y="34"/>
                </a:cubicBezTo>
                <a:cubicBezTo>
                  <a:pt x="422" y="30"/>
                  <a:pt x="421" y="27"/>
                  <a:pt x="419" y="24"/>
                </a:cubicBezTo>
                <a:cubicBezTo>
                  <a:pt x="419" y="3"/>
                  <a:pt x="419" y="3"/>
                  <a:pt x="419" y="3"/>
                </a:cubicBezTo>
                <a:close/>
                <a:moveTo>
                  <a:pt x="424" y="792"/>
                </a:moveTo>
                <a:cubicBezTo>
                  <a:pt x="423" y="793"/>
                  <a:pt x="421" y="793"/>
                  <a:pt x="419" y="793"/>
                </a:cubicBezTo>
                <a:cubicBezTo>
                  <a:pt x="419" y="783"/>
                  <a:pt x="419" y="783"/>
                  <a:pt x="419" y="783"/>
                </a:cubicBezTo>
                <a:cubicBezTo>
                  <a:pt x="421" y="784"/>
                  <a:pt x="423" y="785"/>
                  <a:pt x="424" y="785"/>
                </a:cubicBezTo>
                <a:cubicBezTo>
                  <a:pt x="424" y="792"/>
                  <a:pt x="424" y="792"/>
                  <a:pt x="424" y="792"/>
                </a:cubicBezTo>
                <a:close/>
                <a:moveTo>
                  <a:pt x="424" y="38"/>
                </a:moveTo>
                <a:cubicBezTo>
                  <a:pt x="424" y="46"/>
                  <a:pt x="424" y="46"/>
                  <a:pt x="424" y="46"/>
                </a:cubicBezTo>
                <a:cubicBezTo>
                  <a:pt x="423" y="47"/>
                  <a:pt x="421" y="46"/>
                  <a:pt x="419" y="46"/>
                </a:cubicBezTo>
                <a:cubicBezTo>
                  <a:pt x="419" y="39"/>
                  <a:pt x="419" y="39"/>
                  <a:pt x="419" y="39"/>
                </a:cubicBezTo>
                <a:cubicBezTo>
                  <a:pt x="421" y="39"/>
                  <a:pt x="423" y="38"/>
                  <a:pt x="424" y="38"/>
                </a:cubicBezTo>
                <a:close/>
                <a:moveTo>
                  <a:pt x="424" y="109"/>
                </a:moveTo>
                <a:cubicBezTo>
                  <a:pt x="424" y="122"/>
                  <a:pt x="424" y="122"/>
                  <a:pt x="424" y="122"/>
                </a:cubicBezTo>
                <a:cubicBezTo>
                  <a:pt x="422" y="122"/>
                  <a:pt x="421" y="122"/>
                  <a:pt x="419" y="121"/>
                </a:cubicBezTo>
                <a:cubicBezTo>
                  <a:pt x="419" y="109"/>
                  <a:pt x="419" y="109"/>
                  <a:pt x="419" y="109"/>
                </a:cubicBezTo>
                <a:cubicBezTo>
                  <a:pt x="421" y="109"/>
                  <a:pt x="422" y="109"/>
                  <a:pt x="424" y="109"/>
                </a:cubicBezTo>
                <a:close/>
                <a:moveTo>
                  <a:pt x="424" y="126"/>
                </a:moveTo>
                <a:cubicBezTo>
                  <a:pt x="424" y="135"/>
                  <a:pt x="424" y="135"/>
                  <a:pt x="424" y="135"/>
                </a:cubicBezTo>
                <a:cubicBezTo>
                  <a:pt x="423" y="134"/>
                  <a:pt x="422" y="133"/>
                  <a:pt x="421" y="133"/>
                </a:cubicBezTo>
                <a:cubicBezTo>
                  <a:pt x="420" y="131"/>
                  <a:pt x="420" y="130"/>
                  <a:pt x="420" y="129"/>
                </a:cubicBezTo>
                <a:cubicBezTo>
                  <a:pt x="421" y="128"/>
                  <a:pt x="423" y="127"/>
                  <a:pt x="424" y="126"/>
                </a:cubicBezTo>
                <a:close/>
                <a:moveTo>
                  <a:pt x="424" y="165"/>
                </a:moveTo>
                <a:cubicBezTo>
                  <a:pt x="424" y="173"/>
                  <a:pt x="424" y="173"/>
                  <a:pt x="424" y="173"/>
                </a:cubicBezTo>
                <a:cubicBezTo>
                  <a:pt x="423" y="172"/>
                  <a:pt x="421" y="171"/>
                  <a:pt x="419" y="171"/>
                </a:cubicBezTo>
                <a:cubicBezTo>
                  <a:pt x="419" y="165"/>
                  <a:pt x="419" y="165"/>
                  <a:pt x="419" y="165"/>
                </a:cubicBezTo>
                <a:cubicBezTo>
                  <a:pt x="421" y="165"/>
                  <a:pt x="423" y="165"/>
                  <a:pt x="424" y="165"/>
                </a:cubicBezTo>
                <a:close/>
                <a:moveTo>
                  <a:pt x="424" y="189"/>
                </a:moveTo>
                <a:cubicBezTo>
                  <a:pt x="424" y="194"/>
                  <a:pt x="424" y="194"/>
                  <a:pt x="424" y="194"/>
                </a:cubicBezTo>
                <a:cubicBezTo>
                  <a:pt x="423" y="194"/>
                  <a:pt x="423" y="194"/>
                  <a:pt x="423" y="194"/>
                </a:cubicBezTo>
                <a:cubicBezTo>
                  <a:pt x="421" y="193"/>
                  <a:pt x="421" y="193"/>
                  <a:pt x="419" y="193"/>
                </a:cubicBezTo>
                <a:cubicBezTo>
                  <a:pt x="419" y="184"/>
                  <a:pt x="419" y="184"/>
                  <a:pt x="419" y="184"/>
                </a:cubicBezTo>
                <a:cubicBezTo>
                  <a:pt x="421" y="186"/>
                  <a:pt x="422" y="188"/>
                  <a:pt x="424" y="189"/>
                </a:cubicBezTo>
                <a:close/>
                <a:moveTo>
                  <a:pt x="424" y="297"/>
                </a:moveTo>
                <a:cubicBezTo>
                  <a:pt x="424" y="303"/>
                  <a:pt x="424" y="303"/>
                  <a:pt x="424" y="303"/>
                </a:cubicBezTo>
                <a:cubicBezTo>
                  <a:pt x="423" y="301"/>
                  <a:pt x="421" y="300"/>
                  <a:pt x="419" y="300"/>
                </a:cubicBezTo>
                <a:cubicBezTo>
                  <a:pt x="419" y="296"/>
                  <a:pt x="419" y="296"/>
                  <a:pt x="419" y="296"/>
                </a:cubicBezTo>
                <a:cubicBezTo>
                  <a:pt x="421" y="296"/>
                  <a:pt x="422" y="297"/>
                  <a:pt x="424" y="297"/>
                </a:cubicBezTo>
                <a:close/>
                <a:moveTo>
                  <a:pt x="424" y="313"/>
                </a:moveTo>
                <a:cubicBezTo>
                  <a:pt x="424" y="317"/>
                  <a:pt x="424" y="317"/>
                  <a:pt x="424" y="317"/>
                </a:cubicBezTo>
                <a:cubicBezTo>
                  <a:pt x="424" y="317"/>
                  <a:pt x="423" y="316"/>
                  <a:pt x="423" y="316"/>
                </a:cubicBezTo>
                <a:cubicBezTo>
                  <a:pt x="422" y="315"/>
                  <a:pt x="421" y="315"/>
                  <a:pt x="419" y="314"/>
                </a:cubicBezTo>
                <a:cubicBezTo>
                  <a:pt x="419" y="305"/>
                  <a:pt x="419" y="305"/>
                  <a:pt x="419" y="305"/>
                </a:cubicBezTo>
                <a:cubicBezTo>
                  <a:pt x="422" y="311"/>
                  <a:pt x="423" y="312"/>
                  <a:pt x="424" y="313"/>
                </a:cubicBezTo>
                <a:close/>
                <a:moveTo>
                  <a:pt x="424" y="378"/>
                </a:moveTo>
                <a:cubicBezTo>
                  <a:pt x="424" y="451"/>
                  <a:pt x="424" y="451"/>
                  <a:pt x="424" y="451"/>
                </a:cubicBezTo>
                <a:cubicBezTo>
                  <a:pt x="419" y="448"/>
                  <a:pt x="419" y="448"/>
                  <a:pt x="419" y="448"/>
                </a:cubicBezTo>
                <a:cubicBezTo>
                  <a:pt x="419" y="378"/>
                  <a:pt x="419" y="378"/>
                  <a:pt x="419" y="378"/>
                </a:cubicBezTo>
                <a:cubicBezTo>
                  <a:pt x="424" y="378"/>
                  <a:pt x="424" y="378"/>
                  <a:pt x="424" y="378"/>
                </a:cubicBezTo>
                <a:close/>
                <a:moveTo>
                  <a:pt x="424" y="488"/>
                </a:moveTo>
                <a:cubicBezTo>
                  <a:pt x="424" y="497"/>
                  <a:pt x="424" y="497"/>
                  <a:pt x="424" y="497"/>
                </a:cubicBezTo>
                <a:cubicBezTo>
                  <a:pt x="423" y="495"/>
                  <a:pt x="421" y="495"/>
                  <a:pt x="419" y="495"/>
                </a:cubicBezTo>
                <a:cubicBezTo>
                  <a:pt x="419" y="489"/>
                  <a:pt x="419" y="489"/>
                  <a:pt x="419" y="489"/>
                </a:cubicBezTo>
                <a:cubicBezTo>
                  <a:pt x="421" y="489"/>
                  <a:pt x="422" y="489"/>
                  <a:pt x="424" y="488"/>
                </a:cubicBezTo>
                <a:close/>
                <a:moveTo>
                  <a:pt x="424" y="503"/>
                </a:moveTo>
                <a:cubicBezTo>
                  <a:pt x="424" y="507"/>
                  <a:pt x="424" y="507"/>
                  <a:pt x="424" y="507"/>
                </a:cubicBezTo>
                <a:cubicBezTo>
                  <a:pt x="423" y="508"/>
                  <a:pt x="421" y="508"/>
                  <a:pt x="419" y="508"/>
                </a:cubicBezTo>
                <a:cubicBezTo>
                  <a:pt x="419" y="502"/>
                  <a:pt x="419" y="502"/>
                  <a:pt x="419" y="502"/>
                </a:cubicBezTo>
                <a:cubicBezTo>
                  <a:pt x="420" y="503"/>
                  <a:pt x="420" y="503"/>
                  <a:pt x="420" y="503"/>
                </a:cubicBezTo>
                <a:cubicBezTo>
                  <a:pt x="424" y="503"/>
                  <a:pt x="424" y="503"/>
                  <a:pt x="424" y="503"/>
                </a:cubicBezTo>
                <a:close/>
                <a:moveTo>
                  <a:pt x="424" y="520"/>
                </a:moveTo>
                <a:cubicBezTo>
                  <a:pt x="424" y="531"/>
                  <a:pt x="424" y="531"/>
                  <a:pt x="424" y="531"/>
                </a:cubicBezTo>
                <a:cubicBezTo>
                  <a:pt x="423" y="531"/>
                  <a:pt x="423" y="531"/>
                  <a:pt x="422" y="531"/>
                </a:cubicBezTo>
                <a:cubicBezTo>
                  <a:pt x="422" y="527"/>
                  <a:pt x="422" y="523"/>
                  <a:pt x="424" y="520"/>
                </a:cubicBezTo>
                <a:close/>
                <a:moveTo>
                  <a:pt x="424" y="538"/>
                </a:moveTo>
                <a:cubicBezTo>
                  <a:pt x="424" y="550"/>
                  <a:pt x="424" y="550"/>
                  <a:pt x="424" y="550"/>
                </a:cubicBezTo>
                <a:cubicBezTo>
                  <a:pt x="423" y="550"/>
                  <a:pt x="422" y="551"/>
                  <a:pt x="421" y="551"/>
                </a:cubicBezTo>
                <a:cubicBezTo>
                  <a:pt x="421" y="547"/>
                  <a:pt x="421" y="542"/>
                  <a:pt x="424" y="538"/>
                </a:cubicBezTo>
                <a:close/>
                <a:moveTo>
                  <a:pt x="424" y="610"/>
                </a:moveTo>
                <a:cubicBezTo>
                  <a:pt x="424" y="615"/>
                  <a:pt x="424" y="615"/>
                  <a:pt x="424" y="615"/>
                </a:cubicBezTo>
                <a:cubicBezTo>
                  <a:pt x="423" y="615"/>
                  <a:pt x="421" y="615"/>
                  <a:pt x="419" y="616"/>
                </a:cubicBezTo>
                <a:cubicBezTo>
                  <a:pt x="419" y="611"/>
                  <a:pt x="419" y="611"/>
                  <a:pt x="419" y="611"/>
                </a:cubicBezTo>
                <a:cubicBezTo>
                  <a:pt x="421" y="611"/>
                  <a:pt x="423" y="610"/>
                  <a:pt x="424" y="610"/>
                </a:cubicBezTo>
                <a:close/>
                <a:moveTo>
                  <a:pt x="424" y="626"/>
                </a:moveTo>
                <a:cubicBezTo>
                  <a:pt x="424" y="638"/>
                  <a:pt x="424" y="638"/>
                  <a:pt x="424" y="638"/>
                </a:cubicBezTo>
                <a:cubicBezTo>
                  <a:pt x="423" y="638"/>
                  <a:pt x="421" y="638"/>
                  <a:pt x="419" y="638"/>
                </a:cubicBezTo>
                <a:cubicBezTo>
                  <a:pt x="419" y="633"/>
                  <a:pt x="419" y="633"/>
                  <a:pt x="419" y="633"/>
                </a:cubicBezTo>
                <a:cubicBezTo>
                  <a:pt x="420" y="633"/>
                  <a:pt x="420" y="633"/>
                  <a:pt x="421" y="633"/>
                </a:cubicBezTo>
                <a:cubicBezTo>
                  <a:pt x="421" y="631"/>
                  <a:pt x="420" y="629"/>
                  <a:pt x="419" y="628"/>
                </a:cubicBezTo>
                <a:cubicBezTo>
                  <a:pt x="419" y="619"/>
                  <a:pt x="419" y="619"/>
                  <a:pt x="419" y="619"/>
                </a:cubicBezTo>
                <a:cubicBezTo>
                  <a:pt x="421" y="622"/>
                  <a:pt x="422" y="624"/>
                  <a:pt x="424" y="626"/>
                </a:cubicBezTo>
                <a:close/>
                <a:moveTo>
                  <a:pt x="424" y="670"/>
                </a:moveTo>
                <a:cubicBezTo>
                  <a:pt x="424" y="711"/>
                  <a:pt x="424" y="711"/>
                  <a:pt x="424" y="711"/>
                </a:cubicBezTo>
                <a:cubicBezTo>
                  <a:pt x="423" y="712"/>
                  <a:pt x="421" y="712"/>
                  <a:pt x="419" y="712"/>
                </a:cubicBezTo>
                <a:cubicBezTo>
                  <a:pt x="419" y="671"/>
                  <a:pt x="419" y="671"/>
                  <a:pt x="419" y="671"/>
                </a:cubicBezTo>
                <a:cubicBezTo>
                  <a:pt x="421" y="671"/>
                  <a:pt x="422" y="671"/>
                  <a:pt x="424" y="670"/>
                </a:cubicBezTo>
                <a:close/>
                <a:moveTo>
                  <a:pt x="424" y="748"/>
                </a:moveTo>
                <a:cubicBezTo>
                  <a:pt x="424" y="763"/>
                  <a:pt x="424" y="763"/>
                  <a:pt x="424" y="763"/>
                </a:cubicBezTo>
                <a:cubicBezTo>
                  <a:pt x="423" y="761"/>
                  <a:pt x="421" y="760"/>
                  <a:pt x="419" y="759"/>
                </a:cubicBezTo>
                <a:cubicBezTo>
                  <a:pt x="419" y="748"/>
                  <a:pt x="419" y="748"/>
                  <a:pt x="419" y="748"/>
                </a:cubicBezTo>
                <a:cubicBezTo>
                  <a:pt x="421" y="748"/>
                  <a:pt x="423" y="748"/>
                  <a:pt x="424" y="748"/>
                </a:cubicBezTo>
                <a:close/>
                <a:moveTo>
                  <a:pt x="415" y="2"/>
                </a:moveTo>
                <a:cubicBezTo>
                  <a:pt x="416" y="2"/>
                  <a:pt x="418" y="3"/>
                  <a:pt x="419" y="3"/>
                </a:cubicBezTo>
                <a:cubicBezTo>
                  <a:pt x="419" y="24"/>
                  <a:pt x="419" y="24"/>
                  <a:pt x="419" y="24"/>
                </a:cubicBezTo>
                <a:cubicBezTo>
                  <a:pt x="418" y="21"/>
                  <a:pt x="416" y="19"/>
                  <a:pt x="415" y="17"/>
                </a:cubicBezTo>
                <a:cubicBezTo>
                  <a:pt x="415" y="2"/>
                  <a:pt x="415" y="2"/>
                  <a:pt x="415" y="2"/>
                </a:cubicBezTo>
                <a:close/>
                <a:moveTo>
                  <a:pt x="419" y="793"/>
                </a:moveTo>
                <a:cubicBezTo>
                  <a:pt x="418" y="793"/>
                  <a:pt x="416" y="793"/>
                  <a:pt x="415" y="793"/>
                </a:cubicBezTo>
                <a:cubicBezTo>
                  <a:pt x="415" y="782"/>
                  <a:pt x="415" y="782"/>
                  <a:pt x="415" y="782"/>
                </a:cubicBezTo>
                <a:cubicBezTo>
                  <a:pt x="419" y="783"/>
                  <a:pt x="419" y="783"/>
                  <a:pt x="419" y="783"/>
                </a:cubicBezTo>
                <a:cubicBezTo>
                  <a:pt x="419" y="793"/>
                  <a:pt x="419" y="793"/>
                  <a:pt x="419" y="793"/>
                </a:cubicBezTo>
                <a:close/>
                <a:moveTo>
                  <a:pt x="419" y="39"/>
                </a:moveTo>
                <a:cubicBezTo>
                  <a:pt x="419" y="46"/>
                  <a:pt x="419" y="46"/>
                  <a:pt x="419" y="46"/>
                </a:cubicBezTo>
                <a:cubicBezTo>
                  <a:pt x="418" y="46"/>
                  <a:pt x="416" y="46"/>
                  <a:pt x="415" y="46"/>
                </a:cubicBezTo>
                <a:cubicBezTo>
                  <a:pt x="415" y="39"/>
                  <a:pt x="415" y="39"/>
                  <a:pt x="415" y="39"/>
                </a:cubicBezTo>
                <a:cubicBezTo>
                  <a:pt x="419" y="39"/>
                  <a:pt x="419" y="39"/>
                  <a:pt x="419" y="39"/>
                </a:cubicBezTo>
                <a:close/>
                <a:moveTo>
                  <a:pt x="419" y="109"/>
                </a:moveTo>
                <a:cubicBezTo>
                  <a:pt x="419" y="121"/>
                  <a:pt x="419" y="121"/>
                  <a:pt x="419" y="121"/>
                </a:cubicBezTo>
                <a:cubicBezTo>
                  <a:pt x="418" y="120"/>
                  <a:pt x="416" y="120"/>
                  <a:pt x="415" y="119"/>
                </a:cubicBezTo>
                <a:cubicBezTo>
                  <a:pt x="415" y="110"/>
                  <a:pt x="415" y="110"/>
                  <a:pt x="415" y="110"/>
                </a:cubicBezTo>
                <a:cubicBezTo>
                  <a:pt x="416" y="109"/>
                  <a:pt x="418" y="109"/>
                  <a:pt x="419" y="109"/>
                </a:cubicBezTo>
                <a:close/>
                <a:moveTo>
                  <a:pt x="419" y="165"/>
                </a:moveTo>
                <a:cubicBezTo>
                  <a:pt x="419" y="171"/>
                  <a:pt x="419" y="171"/>
                  <a:pt x="419" y="171"/>
                </a:cubicBezTo>
                <a:cubicBezTo>
                  <a:pt x="418" y="171"/>
                  <a:pt x="416" y="171"/>
                  <a:pt x="415" y="171"/>
                </a:cubicBezTo>
                <a:cubicBezTo>
                  <a:pt x="415" y="165"/>
                  <a:pt x="415" y="165"/>
                  <a:pt x="415" y="165"/>
                </a:cubicBezTo>
                <a:cubicBezTo>
                  <a:pt x="416" y="165"/>
                  <a:pt x="418" y="165"/>
                  <a:pt x="419" y="165"/>
                </a:cubicBezTo>
                <a:close/>
                <a:moveTo>
                  <a:pt x="419" y="184"/>
                </a:moveTo>
                <a:cubicBezTo>
                  <a:pt x="419" y="193"/>
                  <a:pt x="419" y="193"/>
                  <a:pt x="419" y="193"/>
                </a:cubicBezTo>
                <a:cubicBezTo>
                  <a:pt x="418" y="193"/>
                  <a:pt x="417" y="193"/>
                  <a:pt x="415" y="193"/>
                </a:cubicBezTo>
                <a:cubicBezTo>
                  <a:pt x="415" y="177"/>
                  <a:pt x="415" y="177"/>
                  <a:pt x="415" y="177"/>
                </a:cubicBezTo>
                <a:cubicBezTo>
                  <a:pt x="416" y="179"/>
                  <a:pt x="418" y="182"/>
                  <a:pt x="419" y="184"/>
                </a:cubicBezTo>
                <a:close/>
                <a:moveTo>
                  <a:pt x="419" y="296"/>
                </a:moveTo>
                <a:cubicBezTo>
                  <a:pt x="419" y="300"/>
                  <a:pt x="419" y="300"/>
                  <a:pt x="419" y="300"/>
                </a:cubicBezTo>
                <a:cubicBezTo>
                  <a:pt x="418" y="300"/>
                  <a:pt x="417" y="300"/>
                  <a:pt x="416" y="300"/>
                </a:cubicBezTo>
                <a:cubicBezTo>
                  <a:pt x="417" y="302"/>
                  <a:pt x="418" y="304"/>
                  <a:pt x="419" y="305"/>
                </a:cubicBezTo>
                <a:cubicBezTo>
                  <a:pt x="419" y="314"/>
                  <a:pt x="419" y="314"/>
                  <a:pt x="419" y="314"/>
                </a:cubicBezTo>
                <a:cubicBezTo>
                  <a:pt x="418" y="314"/>
                  <a:pt x="416" y="313"/>
                  <a:pt x="415" y="313"/>
                </a:cubicBezTo>
                <a:cubicBezTo>
                  <a:pt x="415" y="309"/>
                  <a:pt x="415" y="309"/>
                  <a:pt x="415" y="309"/>
                </a:cubicBezTo>
                <a:cubicBezTo>
                  <a:pt x="416" y="309"/>
                  <a:pt x="416" y="309"/>
                  <a:pt x="416" y="309"/>
                </a:cubicBezTo>
                <a:cubicBezTo>
                  <a:pt x="415" y="307"/>
                  <a:pt x="415" y="307"/>
                  <a:pt x="415" y="307"/>
                </a:cubicBezTo>
                <a:cubicBezTo>
                  <a:pt x="415" y="295"/>
                  <a:pt x="415" y="295"/>
                  <a:pt x="415" y="295"/>
                </a:cubicBezTo>
                <a:cubicBezTo>
                  <a:pt x="416" y="296"/>
                  <a:pt x="418" y="296"/>
                  <a:pt x="419" y="296"/>
                </a:cubicBezTo>
                <a:close/>
                <a:moveTo>
                  <a:pt x="419" y="378"/>
                </a:moveTo>
                <a:cubicBezTo>
                  <a:pt x="419" y="448"/>
                  <a:pt x="419" y="448"/>
                  <a:pt x="419" y="448"/>
                </a:cubicBezTo>
                <a:cubicBezTo>
                  <a:pt x="415" y="445"/>
                  <a:pt x="415" y="445"/>
                  <a:pt x="415" y="445"/>
                </a:cubicBezTo>
                <a:cubicBezTo>
                  <a:pt x="415" y="378"/>
                  <a:pt x="415" y="378"/>
                  <a:pt x="415" y="378"/>
                </a:cubicBezTo>
                <a:cubicBezTo>
                  <a:pt x="419" y="378"/>
                  <a:pt x="419" y="378"/>
                  <a:pt x="419" y="378"/>
                </a:cubicBezTo>
                <a:close/>
                <a:moveTo>
                  <a:pt x="419" y="489"/>
                </a:moveTo>
                <a:cubicBezTo>
                  <a:pt x="419" y="495"/>
                  <a:pt x="419" y="495"/>
                  <a:pt x="419" y="495"/>
                </a:cubicBezTo>
                <a:cubicBezTo>
                  <a:pt x="418" y="494"/>
                  <a:pt x="416" y="494"/>
                  <a:pt x="415" y="494"/>
                </a:cubicBezTo>
                <a:cubicBezTo>
                  <a:pt x="415" y="491"/>
                  <a:pt x="415" y="491"/>
                  <a:pt x="415" y="491"/>
                </a:cubicBezTo>
                <a:cubicBezTo>
                  <a:pt x="416" y="490"/>
                  <a:pt x="418" y="490"/>
                  <a:pt x="419" y="489"/>
                </a:cubicBezTo>
                <a:close/>
                <a:moveTo>
                  <a:pt x="419" y="502"/>
                </a:moveTo>
                <a:cubicBezTo>
                  <a:pt x="419" y="508"/>
                  <a:pt x="419" y="508"/>
                  <a:pt x="419" y="508"/>
                </a:cubicBezTo>
                <a:cubicBezTo>
                  <a:pt x="418" y="509"/>
                  <a:pt x="416" y="509"/>
                  <a:pt x="415" y="510"/>
                </a:cubicBezTo>
                <a:cubicBezTo>
                  <a:pt x="415" y="505"/>
                  <a:pt x="415" y="505"/>
                  <a:pt x="415" y="505"/>
                </a:cubicBezTo>
                <a:cubicBezTo>
                  <a:pt x="416" y="504"/>
                  <a:pt x="416" y="504"/>
                  <a:pt x="416" y="504"/>
                </a:cubicBezTo>
                <a:cubicBezTo>
                  <a:pt x="415" y="504"/>
                  <a:pt x="415" y="504"/>
                  <a:pt x="415" y="504"/>
                </a:cubicBezTo>
                <a:cubicBezTo>
                  <a:pt x="415" y="495"/>
                  <a:pt x="415" y="495"/>
                  <a:pt x="415" y="495"/>
                </a:cubicBezTo>
                <a:cubicBezTo>
                  <a:pt x="416" y="497"/>
                  <a:pt x="418" y="499"/>
                  <a:pt x="419" y="502"/>
                </a:cubicBezTo>
                <a:close/>
                <a:moveTo>
                  <a:pt x="419" y="611"/>
                </a:moveTo>
                <a:cubicBezTo>
                  <a:pt x="419" y="616"/>
                  <a:pt x="419" y="616"/>
                  <a:pt x="419" y="616"/>
                </a:cubicBezTo>
                <a:cubicBezTo>
                  <a:pt x="418" y="616"/>
                  <a:pt x="418" y="616"/>
                  <a:pt x="417" y="617"/>
                </a:cubicBezTo>
                <a:cubicBezTo>
                  <a:pt x="418" y="617"/>
                  <a:pt x="418" y="618"/>
                  <a:pt x="419" y="619"/>
                </a:cubicBezTo>
                <a:cubicBezTo>
                  <a:pt x="419" y="628"/>
                  <a:pt x="419" y="628"/>
                  <a:pt x="419" y="628"/>
                </a:cubicBezTo>
                <a:cubicBezTo>
                  <a:pt x="418" y="626"/>
                  <a:pt x="416" y="624"/>
                  <a:pt x="415" y="622"/>
                </a:cubicBezTo>
                <a:cubicBezTo>
                  <a:pt x="415" y="611"/>
                  <a:pt x="415" y="611"/>
                  <a:pt x="415" y="611"/>
                </a:cubicBezTo>
                <a:cubicBezTo>
                  <a:pt x="416" y="611"/>
                  <a:pt x="418" y="611"/>
                  <a:pt x="419" y="611"/>
                </a:cubicBezTo>
                <a:close/>
                <a:moveTo>
                  <a:pt x="419" y="633"/>
                </a:moveTo>
                <a:cubicBezTo>
                  <a:pt x="419" y="638"/>
                  <a:pt x="419" y="638"/>
                  <a:pt x="419" y="638"/>
                </a:cubicBezTo>
                <a:cubicBezTo>
                  <a:pt x="418" y="638"/>
                  <a:pt x="416" y="638"/>
                  <a:pt x="415" y="639"/>
                </a:cubicBezTo>
                <a:cubicBezTo>
                  <a:pt x="415" y="633"/>
                  <a:pt x="415" y="633"/>
                  <a:pt x="415" y="633"/>
                </a:cubicBezTo>
                <a:cubicBezTo>
                  <a:pt x="416" y="633"/>
                  <a:pt x="418" y="633"/>
                  <a:pt x="419" y="633"/>
                </a:cubicBezTo>
                <a:close/>
                <a:moveTo>
                  <a:pt x="419" y="671"/>
                </a:moveTo>
                <a:cubicBezTo>
                  <a:pt x="419" y="712"/>
                  <a:pt x="419" y="712"/>
                  <a:pt x="419" y="712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16" y="704"/>
                  <a:pt x="416" y="696"/>
                  <a:pt x="415" y="687"/>
                </a:cubicBezTo>
                <a:cubicBezTo>
                  <a:pt x="415" y="673"/>
                  <a:pt x="415" y="673"/>
                  <a:pt x="415" y="673"/>
                </a:cubicBezTo>
                <a:cubicBezTo>
                  <a:pt x="416" y="672"/>
                  <a:pt x="418" y="672"/>
                  <a:pt x="419" y="671"/>
                </a:cubicBezTo>
                <a:close/>
                <a:moveTo>
                  <a:pt x="419" y="748"/>
                </a:moveTo>
                <a:cubicBezTo>
                  <a:pt x="419" y="759"/>
                  <a:pt x="419" y="759"/>
                  <a:pt x="419" y="759"/>
                </a:cubicBezTo>
                <a:cubicBezTo>
                  <a:pt x="418" y="758"/>
                  <a:pt x="416" y="757"/>
                  <a:pt x="415" y="757"/>
                </a:cubicBezTo>
                <a:cubicBezTo>
                  <a:pt x="415" y="749"/>
                  <a:pt x="415" y="749"/>
                  <a:pt x="415" y="749"/>
                </a:cubicBezTo>
                <a:cubicBezTo>
                  <a:pt x="416" y="748"/>
                  <a:pt x="418" y="748"/>
                  <a:pt x="419" y="748"/>
                </a:cubicBezTo>
                <a:close/>
                <a:moveTo>
                  <a:pt x="413" y="2"/>
                </a:moveTo>
                <a:cubicBezTo>
                  <a:pt x="414" y="2"/>
                  <a:pt x="414" y="2"/>
                  <a:pt x="415" y="2"/>
                </a:cubicBezTo>
                <a:cubicBezTo>
                  <a:pt x="415" y="17"/>
                  <a:pt x="415" y="17"/>
                  <a:pt x="415" y="17"/>
                </a:cubicBezTo>
                <a:cubicBezTo>
                  <a:pt x="414" y="16"/>
                  <a:pt x="414" y="15"/>
                  <a:pt x="413" y="14"/>
                </a:cubicBezTo>
                <a:cubicBezTo>
                  <a:pt x="413" y="2"/>
                  <a:pt x="413" y="2"/>
                  <a:pt x="413" y="2"/>
                </a:cubicBezTo>
                <a:close/>
                <a:moveTo>
                  <a:pt x="415" y="793"/>
                </a:moveTo>
                <a:cubicBezTo>
                  <a:pt x="414" y="793"/>
                  <a:pt x="414" y="793"/>
                  <a:pt x="413" y="793"/>
                </a:cubicBezTo>
                <a:cubicBezTo>
                  <a:pt x="413" y="779"/>
                  <a:pt x="413" y="779"/>
                  <a:pt x="413" y="779"/>
                </a:cubicBezTo>
                <a:cubicBezTo>
                  <a:pt x="413" y="780"/>
                  <a:pt x="414" y="781"/>
                  <a:pt x="415" y="782"/>
                </a:cubicBezTo>
                <a:cubicBezTo>
                  <a:pt x="415" y="782"/>
                  <a:pt x="415" y="782"/>
                  <a:pt x="415" y="782"/>
                </a:cubicBezTo>
                <a:cubicBezTo>
                  <a:pt x="415" y="793"/>
                  <a:pt x="415" y="793"/>
                  <a:pt x="415" y="793"/>
                </a:cubicBezTo>
                <a:close/>
                <a:moveTo>
                  <a:pt x="415" y="39"/>
                </a:moveTo>
                <a:cubicBezTo>
                  <a:pt x="415" y="46"/>
                  <a:pt x="415" y="46"/>
                  <a:pt x="415" y="46"/>
                </a:cubicBezTo>
                <a:cubicBezTo>
                  <a:pt x="413" y="46"/>
                  <a:pt x="413" y="46"/>
                  <a:pt x="413" y="46"/>
                </a:cubicBezTo>
                <a:cubicBezTo>
                  <a:pt x="413" y="39"/>
                  <a:pt x="413" y="39"/>
                  <a:pt x="413" y="39"/>
                </a:cubicBezTo>
                <a:cubicBezTo>
                  <a:pt x="415" y="39"/>
                  <a:pt x="415" y="39"/>
                  <a:pt x="415" y="39"/>
                </a:cubicBezTo>
                <a:close/>
                <a:moveTo>
                  <a:pt x="415" y="110"/>
                </a:moveTo>
                <a:cubicBezTo>
                  <a:pt x="415" y="119"/>
                  <a:pt x="415" y="119"/>
                  <a:pt x="415" y="119"/>
                </a:cubicBezTo>
                <a:cubicBezTo>
                  <a:pt x="414" y="118"/>
                  <a:pt x="414" y="118"/>
                  <a:pt x="413" y="117"/>
                </a:cubicBezTo>
                <a:cubicBezTo>
                  <a:pt x="413" y="113"/>
                  <a:pt x="413" y="113"/>
                  <a:pt x="413" y="113"/>
                </a:cubicBezTo>
                <a:cubicBezTo>
                  <a:pt x="413" y="112"/>
                  <a:pt x="414" y="111"/>
                  <a:pt x="415" y="110"/>
                </a:cubicBezTo>
                <a:close/>
                <a:moveTo>
                  <a:pt x="415" y="165"/>
                </a:moveTo>
                <a:cubicBezTo>
                  <a:pt x="415" y="171"/>
                  <a:pt x="415" y="171"/>
                  <a:pt x="415" y="171"/>
                </a:cubicBezTo>
                <a:cubicBezTo>
                  <a:pt x="414" y="171"/>
                  <a:pt x="414" y="171"/>
                  <a:pt x="413" y="171"/>
                </a:cubicBezTo>
                <a:cubicBezTo>
                  <a:pt x="413" y="165"/>
                  <a:pt x="413" y="165"/>
                  <a:pt x="413" y="165"/>
                </a:cubicBezTo>
                <a:cubicBezTo>
                  <a:pt x="414" y="165"/>
                  <a:pt x="414" y="165"/>
                  <a:pt x="415" y="165"/>
                </a:cubicBezTo>
                <a:close/>
                <a:moveTo>
                  <a:pt x="415" y="177"/>
                </a:moveTo>
                <a:cubicBezTo>
                  <a:pt x="415" y="193"/>
                  <a:pt x="415" y="193"/>
                  <a:pt x="415" y="193"/>
                </a:cubicBezTo>
                <a:cubicBezTo>
                  <a:pt x="414" y="193"/>
                  <a:pt x="414" y="193"/>
                  <a:pt x="413" y="193"/>
                </a:cubicBezTo>
                <a:cubicBezTo>
                  <a:pt x="413" y="187"/>
                  <a:pt x="413" y="187"/>
                  <a:pt x="413" y="187"/>
                </a:cubicBezTo>
                <a:cubicBezTo>
                  <a:pt x="413" y="187"/>
                  <a:pt x="413" y="187"/>
                  <a:pt x="413" y="187"/>
                </a:cubicBezTo>
                <a:cubicBezTo>
                  <a:pt x="413" y="185"/>
                  <a:pt x="413" y="185"/>
                  <a:pt x="413" y="185"/>
                </a:cubicBezTo>
                <a:cubicBezTo>
                  <a:pt x="413" y="173"/>
                  <a:pt x="413" y="173"/>
                  <a:pt x="413" y="173"/>
                </a:cubicBezTo>
                <a:cubicBezTo>
                  <a:pt x="414" y="174"/>
                  <a:pt x="414" y="175"/>
                  <a:pt x="415" y="177"/>
                </a:cubicBezTo>
                <a:close/>
                <a:moveTo>
                  <a:pt x="415" y="295"/>
                </a:moveTo>
                <a:cubicBezTo>
                  <a:pt x="415" y="307"/>
                  <a:pt x="415" y="307"/>
                  <a:pt x="415" y="307"/>
                </a:cubicBezTo>
                <a:cubicBezTo>
                  <a:pt x="414" y="305"/>
                  <a:pt x="414" y="302"/>
                  <a:pt x="413" y="300"/>
                </a:cubicBezTo>
                <a:cubicBezTo>
                  <a:pt x="413" y="295"/>
                  <a:pt x="413" y="295"/>
                  <a:pt x="413" y="295"/>
                </a:cubicBezTo>
                <a:cubicBezTo>
                  <a:pt x="414" y="295"/>
                  <a:pt x="414" y="295"/>
                  <a:pt x="415" y="295"/>
                </a:cubicBezTo>
                <a:close/>
                <a:moveTo>
                  <a:pt x="415" y="309"/>
                </a:moveTo>
                <a:cubicBezTo>
                  <a:pt x="415" y="313"/>
                  <a:pt x="415" y="313"/>
                  <a:pt x="415" y="313"/>
                </a:cubicBezTo>
                <a:cubicBezTo>
                  <a:pt x="414" y="313"/>
                  <a:pt x="414" y="313"/>
                  <a:pt x="413" y="312"/>
                </a:cubicBezTo>
                <a:cubicBezTo>
                  <a:pt x="413" y="309"/>
                  <a:pt x="413" y="309"/>
                  <a:pt x="413" y="309"/>
                </a:cubicBezTo>
                <a:cubicBezTo>
                  <a:pt x="414" y="309"/>
                  <a:pt x="414" y="309"/>
                  <a:pt x="415" y="309"/>
                </a:cubicBezTo>
                <a:close/>
                <a:moveTo>
                  <a:pt x="415" y="378"/>
                </a:moveTo>
                <a:cubicBezTo>
                  <a:pt x="415" y="445"/>
                  <a:pt x="415" y="445"/>
                  <a:pt x="415" y="445"/>
                </a:cubicBezTo>
                <a:cubicBezTo>
                  <a:pt x="413" y="443"/>
                  <a:pt x="413" y="443"/>
                  <a:pt x="413" y="443"/>
                </a:cubicBezTo>
                <a:cubicBezTo>
                  <a:pt x="413" y="375"/>
                  <a:pt x="413" y="375"/>
                  <a:pt x="413" y="375"/>
                </a:cubicBezTo>
                <a:cubicBezTo>
                  <a:pt x="414" y="378"/>
                  <a:pt x="414" y="378"/>
                  <a:pt x="414" y="378"/>
                </a:cubicBezTo>
                <a:cubicBezTo>
                  <a:pt x="415" y="378"/>
                  <a:pt x="415" y="378"/>
                  <a:pt x="415" y="378"/>
                </a:cubicBezTo>
                <a:close/>
                <a:moveTo>
                  <a:pt x="415" y="491"/>
                </a:moveTo>
                <a:cubicBezTo>
                  <a:pt x="415" y="494"/>
                  <a:pt x="415" y="494"/>
                  <a:pt x="415" y="494"/>
                </a:cubicBezTo>
                <a:cubicBezTo>
                  <a:pt x="414" y="494"/>
                  <a:pt x="414" y="494"/>
                  <a:pt x="414" y="494"/>
                </a:cubicBezTo>
                <a:cubicBezTo>
                  <a:pt x="415" y="495"/>
                  <a:pt x="415" y="495"/>
                  <a:pt x="415" y="495"/>
                </a:cubicBezTo>
                <a:cubicBezTo>
                  <a:pt x="415" y="504"/>
                  <a:pt x="415" y="504"/>
                  <a:pt x="415" y="504"/>
                </a:cubicBezTo>
                <a:cubicBezTo>
                  <a:pt x="414" y="503"/>
                  <a:pt x="413" y="502"/>
                  <a:pt x="413" y="501"/>
                </a:cubicBezTo>
                <a:cubicBezTo>
                  <a:pt x="413" y="491"/>
                  <a:pt x="413" y="491"/>
                  <a:pt x="413" y="491"/>
                </a:cubicBezTo>
                <a:cubicBezTo>
                  <a:pt x="414" y="491"/>
                  <a:pt x="414" y="491"/>
                  <a:pt x="415" y="491"/>
                </a:cubicBezTo>
                <a:close/>
                <a:moveTo>
                  <a:pt x="415" y="505"/>
                </a:moveTo>
                <a:cubicBezTo>
                  <a:pt x="415" y="510"/>
                  <a:pt x="415" y="510"/>
                  <a:pt x="415" y="510"/>
                </a:cubicBezTo>
                <a:cubicBezTo>
                  <a:pt x="414" y="510"/>
                  <a:pt x="414" y="510"/>
                  <a:pt x="413" y="510"/>
                </a:cubicBezTo>
                <a:cubicBezTo>
                  <a:pt x="413" y="506"/>
                  <a:pt x="413" y="506"/>
                  <a:pt x="413" y="506"/>
                </a:cubicBezTo>
                <a:cubicBezTo>
                  <a:pt x="414" y="506"/>
                  <a:pt x="414" y="506"/>
                  <a:pt x="415" y="505"/>
                </a:cubicBezTo>
                <a:close/>
                <a:moveTo>
                  <a:pt x="415" y="611"/>
                </a:moveTo>
                <a:cubicBezTo>
                  <a:pt x="415" y="622"/>
                  <a:pt x="415" y="622"/>
                  <a:pt x="415" y="622"/>
                </a:cubicBezTo>
                <a:cubicBezTo>
                  <a:pt x="414" y="621"/>
                  <a:pt x="414" y="620"/>
                  <a:pt x="413" y="620"/>
                </a:cubicBezTo>
                <a:cubicBezTo>
                  <a:pt x="413" y="612"/>
                  <a:pt x="413" y="612"/>
                  <a:pt x="413" y="612"/>
                </a:cubicBezTo>
                <a:cubicBezTo>
                  <a:pt x="414" y="612"/>
                  <a:pt x="414" y="612"/>
                  <a:pt x="415" y="611"/>
                </a:cubicBezTo>
                <a:close/>
                <a:moveTo>
                  <a:pt x="415" y="633"/>
                </a:moveTo>
                <a:cubicBezTo>
                  <a:pt x="415" y="639"/>
                  <a:pt x="415" y="639"/>
                  <a:pt x="415" y="639"/>
                </a:cubicBezTo>
                <a:cubicBezTo>
                  <a:pt x="414" y="639"/>
                  <a:pt x="414" y="639"/>
                  <a:pt x="413" y="639"/>
                </a:cubicBezTo>
                <a:cubicBezTo>
                  <a:pt x="413" y="633"/>
                  <a:pt x="413" y="633"/>
                  <a:pt x="413" y="633"/>
                </a:cubicBezTo>
                <a:cubicBezTo>
                  <a:pt x="415" y="633"/>
                  <a:pt x="415" y="633"/>
                  <a:pt x="415" y="633"/>
                </a:cubicBezTo>
                <a:close/>
                <a:moveTo>
                  <a:pt x="415" y="673"/>
                </a:moveTo>
                <a:cubicBezTo>
                  <a:pt x="415" y="687"/>
                  <a:pt x="415" y="687"/>
                  <a:pt x="415" y="687"/>
                </a:cubicBezTo>
                <a:cubicBezTo>
                  <a:pt x="415" y="684"/>
                  <a:pt x="415" y="684"/>
                  <a:pt x="415" y="684"/>
                </a:cubicBezTo>
                <a:cubicBezTo>
                  <a:pt x="414" y="685"/>
                  <a:pt x="414" y="685"/>
                  <a:pt x="413" y="686"/>
                </a:cubicBezTo>
                <a:cubicBezTo>
                  <a:pt x="413" y="674"/>
                  <a:pt x="413" y="674"/>
                  <a:pt x="413" y="674"/>
                </a:cubicBezTo>
                <a:cubicBezTo>
                  <a:pt x="414" y="673"/>
                  <a:pt x="414" y="673"/>
                  <a:pt x="415" y="673"/>
                </a:cubicBezTo>
                <a:close/>
                <a:moveTo>
                  <a:pt x="415" y="749"/>
                </a:moveTo>
                <a:cubicBezTo>
                  <a:pt x="415" y="757"/>
                  <a:pt x="415" y="757"/>
                  <a:pt x="415" y="757"/>
                </a:cubicBezTo>
                <a:cubicBezTo>
                  <a:pt x="414" y="757"/>
                  <a:pt x="414" y="756"/>
                  <a:pt x="413" y="756"/>
                </a:cubicBezTo>
                <a:cubicBezTo>
                  <a:pt x="413" y="749"/>
                  <a:pt x="413" y="749"/>
                  <a:pt x="413" y="749"/>
                </a:cubicBezTo>
                <a:lnTo>
                  <a:pt x="415" y="749"/>
                </a:lnTo>
                <a:close/>
                <a:moveTo>
                  <a:pt x="404" y="0"/>
                </a:moveTo>
                <a:cubicBezTo>
                  <a:pt x="408" y="0"/>
                  <a:pt x="408" y="0"/>
                  <a:pt x="408" y="0"/>
                </a:cubicBezTo>
                <a:cubicBezTo>
                  <a:pt x="409" y="1"/>
                  <a:pt x="411" y="2"/>
                  <a:pt x="413" y="2"/>
                </a:cubicBezTo>
                <a:cubicBezTo>
                  <a:pt x="413" y="14"/>
                  <a:pt x="413" y="14"/>
                  <a:pt x="413" y="14"/>
                </a:cubicBezTo>
                <a:cubicBezTo>
                  <a:pt x="410" y="12"/>
                  <a:pt x="408" y="10"/>
                  <a:pt x="404" y="9"/>
                </a:cubicBezTo>
                <a:cubicBezTo>
                  <a:pt x="404" y="0"/>
                  <a:pt x="404" y="0"/>
                  <a:pt x="404" y="0"/>
                </a:cubicBezTo>
                <a:close/>
                <a:moveTo>
                  <a:pt x="413" y="793"/>
                </a:moveTo>
                <a:cubicBezTo>
                  <a:pt x="411" y="794"/>
                  <a:pt x="410" y="794"/>
                  <a:pt x="408" y="794"/>
                </a:cubicBezTo>
                <a:cubicBezTo>
                  <a:pt x="406" y="794"/>
                  <a:pt x="405" y="794"/>
                  <a:pt x="404" y="794"/>
                </a:cubicBezTo>
                <a:cubicBezTo>
                  <a:pt x="404" y="786"/>
                  <a:pt x="404" y="786"/>
                  <a:pt x="404" y="786"/>
                </a:cubicBezTo>
                <a:cubicBezTo>
                  <a:pt x="406" y="785"/>
                  <a:pt x="406" y="785"/>
                  <a:pt x="406" y="785"/>
                </a:cubicBezTo>
                <a:cubicBezTo>
                  <a:pt x="405" y="784"/>
                  <a:pt x="404" y="782"/>
                  <a:pt x="404" y="781"/>
                </a:cubicBezTo>
                <a:cubicBezTo>
                  <a:pt x="404" y="766"/>
                  <a:pt x="404" y="766"/>
                  <a:pt x="404" y="766"/>
                </a:cubicBezTo>
                <a:cubicBezTo>
                  <a:pt x="409" y="774"/>
                  <a:pt x="410" y="776"/>
                  <a:pt x="413" y="779"/>
                </a:cubicBezTo>
                <a:cubicBezTo>
                  <a:pt x="413" y="793"/>
                  <a:pt x="413" y="793"/>
                  <a:pt x="413" y="793"/>
                </a:cubicBezTo>
                <a:close/>
                <a:moveTo>
                  <a:pt x="413" y="39"/>
                </a:moveTo>
                <a:cubicBezTo>
                  <a:pt x="413" y="46"/>
                  <a:pt x="413" y="46"/>
                  <a:pt x="413" y="46"/>
                </a:cubicBezTo>
                <a:cubicBezTo>
                  <a:pt x="410" y="46"/>
                  <a:pt x="407" y="46"/>
                  <a:pt x="404" y="46"/>
                </a:cubicBezTo>
                <a:cubicBezTo>
                  <a:pt x="404" y="34"/>
                  <a:pt x="404" y="34"/>
                  <a:pt x="404" y="34"/>
                </a:cubicBezTo>
                <a:cubicBezTo>
                  <a:pt x="404" y="35"/>
                  <a:pt x="404" y="35"/>
                  <a:pt x="404" y="35"/>
                </a:cubicBezTo>
                <a:cubicBezTo>
                  <a:pt x="406" y="36"/>
                  <a:pt x="409" y="38"/>
                  <a:pt x="411" y="39"/>
                </a:cubicBezTo>
                <a:cubicBezTo>
                  <a:pt x="413" y="39"/>
                  <a:pt x="413" y="39"/>
                  <a:pt x="413" y="39"/>
                </a:cubicBezTo>
                <a:close/>
                <a:moveTo>
                  <a:pt x="413" y="113"/>
                </a:moveTo>
                <a:cubicBezTo>
                  <a:pt x="413" y="117"/>
                  <a:pt x="413" y="117"/>
                  <a:pt x="413" y="117"/>
                </a:cubicBezTo>
                <a:cubicBezTo>
                  <a:pt x="412" y="116"/>
                  <a:pt x="412" y="116"/>
                  <a:pt x="412" y="116"/>
                </a:cubicBezTo>
                <a:cubicBezTo>
                  <a:pt x="412" y="115"/>
                  <a:pt x="412" y="114"/>
                  <a:pt x="413" y="113"/>
                </a:cubicBezTo>
                <a:close/>
                <a:moveTo>
                  <a:pt x="413" y="165"/>
                </a:moveTo>
                <a:cubicBezTo>
                  <a:pt x="413" y="171"/>
                  <a:pt x="413" y="171"/>
                  <a:pt x="413" y="171"/>
                </a:cubicBezTo>
                <a:cubicBezTo>
                  <a:pt x="412" y="171"/>
                  <a:pt x="412" y="171"/>
                  <a:pt x="412" y="171"/>
                </a:cubicBezTo>
                <a:cubicBezTo>
                  <a:pt x="412" y="171"/>
                  <a:pt x="412" y="172"/>
                  <a:pt x="413" y="173"/>
                </a:cubicBezTo>
                <a:cubicBezTo>
                  <a:pt x="413" y="185"/>
                  <a:pt x="413" y="185"/>
                  <a:pt x="413" y="185"/>
                </a:cubicBezTo>
                <a:cubicBezTo>
                  <a:pt x="410" y="178"/>
                  <a:pt x="408" y="173"/>
                  <a:pt x="404" y="171"/>
                </a:cubicBezTo>
                <a:cubicBezTo>
                  <a:pt x="404" y="165"/>
                  <a:pt x="404" y="165"/>
                  <a:pt x="404" y="165"/>
                </a:cubicBezTo>
                <a:cubicBezTo>
                  <a:pt x="407" y="165"/>
                  <a:pt x="410" y="165"/>
                  <a:pt x="413" y="165"/>
                </a:cubicBezTo>
                <a:close/>
                <a:moveTo>
                  <a:pt x="413" y="187"/>
                </a:moveTo>
                <a:cubicBezTo>
                  <a:pt x="413" y="193"/>
                  <a:pt x="413" y="193"/>
                  <a:pt x="413" y="193"/>
                </a:cubicBezTo>
                <a:cubicBezTo>
                  <a:pt x="409" y="193"/>
                  <a:pt x="409" y="193"/>
                  <a:pt x="409" y="193"/>
                </a:cubicBezTo>
                <a:cubicBezTo>
                  <a:pt x="409" y="227"/>
                  <a:pt x="409" y="261"/>
                  <a:pt x="409" y="295"/>
                </a:cubicBezTo>
                <a:cubicBezTo>
                  <a:pt x="410" y="295"/>
                  <a:pt x="412" y="295"/>
                  <a:pt x="413" y="295"/>
                </a:cubicBezTo>
                <a:cubicBezTo>
                  <a:pt x="413" y="300"/>
                  <a:pt x="413" y="300"/>
                  <a:pt x="413" y="300"/>
                </a:cubicBezTo>
                <a:cubicBezTo>
                  <a:pt x="412" y="299"/>
                  <a:pt x="412" y="299"/>
                  <a:pt x="412" y="299"/>
                </a:cubicBezTo>
                <a:cubicBezTo>
                  <a:pt x="407" y="298"/>
                  <a:pt x="407" y="298"/>
                  <a:pt x="404" y="298"/>
                </a:cubicBezTo>
                <a:cubicBezTo>
                  <a:pt x="404" y="293"/>
                  <a:pt x="404" y="293"/>
                  <a:pt x="404" y="293"/>
                </a:cubicBezTo>
                <a:cubicBezTo>
                  <a:pt x="406" y="293"/>
                  <a:pt x="406" y="293"/>
                  <a:pt x="406" y="293"/>
                </a:cubicBezTo>
                <a:cubicBezTo>
                  <a:pt x="405" y="291"/>
                  <a:pt x="405" y="289"/>
                  <a:pt x="404" y="287"/>
                </a:cubicBezTo>
                <a:cubicBezTo>
                  <a:pt x="404" y="287"/>
                  <a:pt x="404" y="287"/>
                  <a:pt x="404" y="287"/>
                </a:cubicBezTo>
                <a:cubicBezTo>
                  <a:pt x="404" y="282"/>
                  <a:pt x="404" y="282"/>
                  <a:pt x="404" y="282"/>
                </a:cubicBezTo>
                <a:cubicBezTo>
                  <a:pt x="404" y="282"/>
                  <a:pt x="404" y="282"/>
                  <a:pt x="404" y="282"/>
                </a:cubicBezTo>
                <a:cubicBezTo>
                  <a:pt x="405" y="279"/>
                  <a:pt x="405" y="277"/>
                  <a:pt x="406" y="275"/>
                </a:cubicBezTo>
                <a:cubicBezTo>
                  <a:pt x="405" y="275"/>
                  <a:pt x="404" y="275"/>
                  <a:pt x="404" y="275"/>
                </a:cubicBezTo>
                <a:cubicBezTo>
                  <a:pt x="404" y="269"/>
                  <a:pt x="404" y="269"/>
                  <a:pt x="404" y="269"/>
                </a:cubicBezTo>
                <a:cubicBezTo>
                  <a:pt x="405" y="267"/>
                  <a:pt x="405" y="265"/>
                  <a:pt x="406" y="262"/>
                </a:cubicBezTo>
                <a:cubicBezTo>
                  <a:pt x="405" y="262"/>
                  <a:pt x="404" y="262"/>
                  <a:pt x="404" y="262"/>
                </a:cubicBezTo>
                <a:cubicBezTo>
                  <a:pt x="404" y="257"/>
                  <a:pt x="404" y="257"/>
                  <a:pt x="404" y="257"/>
                </a:cubicBezTo>
                <a:cubicBezTo>
                  <a:pt x="404" y="257"/>
                  <a:pt x="404" y="257"/>
                  <a:pt x="404" y="257"/>
                </a:cubicBezTo>
                <a:cubicBezTo>
                  <a:pt x="404" y="254"/>
                  <a:pt x="404" y="252"/>
                  <a:pt x="404" y="249"/>
                </a:cubicBezTo>
                <a:cubicBezTo>
                  <a:pt x="404" y="249"/>
                  <a:pt x="404" y="249"/>
                  <a:pt x="404" y="249"/>
                </a:cubicBezTo>
                <a:cubicBezTo>
                  <a:pt x="404" y="244"/>
                  <a:pt x="404" y="244"/>
                  <a:pt x="404" y="244"/>
                </a:cubicBezTo>
                <a:cubicBezTo>
                  <a:pt x="405" y="243"/>
                  <a:pt x="405" y="240"/>
                  <a:pt x="406" y="237"/>
                </a:cubicBezTo>
                <a:cubicBezTo>
                  <a:pt x="404" y="237"/>
                  <a:pt x="404" y="237"/>
                  <a:pt x="404" y="237"/>
                </a:cubicBezTo>
                <a:cubicBezTo>
                  <a:pt x="404" y="233"/>
                  <a:pt x="404" y="233"/>
                  <a:pt x="404" y="233"/>
                </a:cubicBezTo>
                <a:cubicBezTo>
                  <a:pt x="404" y="233"/>
                  <a:pt x="404" y="233"/>
                  <a:pt x="404" y="233"/>
                </a:cubicBezTo>
                <a:cubicBezTo>
                  <a:pt x="404" y="230"/>
                  <a:pt x="404" y="227"/>
                  <a:pt x="404" y="224"/>
                </a:cubicBezTo>
                <a:cubicBezTo>
                  <a:pt x="404" y="224"/>
                  <a:pt x="404" y="224"/>
                  <a:pt x="404" y="224"/>
                </a:cubicBezTo>
                <a:cubicBezTo>
                  <a:pt x="404" y="220"/>
                  <a:pt x="404" y="220"/>
                  <a:pt x="404" y="220"/>
                </a:cubicBezTo>
                <a:cubicBezTo>
                  <a:pt x="404" y="220"/>
                  <a:pt x="404" y="220"/>
                  <a:pt x="404" y="220"/>
                </a:cubicBezTo>
                <a:cubicBezTo>
                  <a:pt x="405" y="217"/>
                  <a:pt x="405" y="215"/>
                  <a:pt x="406" y="212"/>
                </a:cubicBezTo>
                <a:cubicBezTo>
                  <a:pt x="404" y="213"/>
                  <a:pt x="404" y="213"/>
                  <a:pt x="404" y="213"/>
                </a:cubicBezTo>
                <a:cubicBezTo>
                  <a:pt x="404" y="208"/>
                  <a:pt x="404" y="208"/>
                  <a:pt x="404" y="208"/>
                </a:cubicBezTo>
                <a:cubicBezTo>
                  <a:pt x="406" y="207"/>
                  <a:pt x="406" y="207"/>
                  <a:pt x="406" y="207"/>
                </a:cubicBezTo>
                <a:cubicBezTo>
                  <a:pt x="405" y="205"/>
                  <a:pt x="405" y="202"/>
                  <a:pt x="404" y="200"/>
                </a:cubicBezTo>
                <a:cubicBezTo>
                  <a:pt x="404" y="200"/>
                  <a:pt x="404" y="200"/>
                  <a:pt x="404" y="200"/>
                </a:cubicBezTo>
                <a:cubicBezTo>
                  <a:pt x="404" y="195"/>
                  <a:pt x="404" y="195"/>
                  <a:pt x="404" y="195"/>
                </a:cubicBezTo>
                <a:cubicBezTo>
                  <a:pt x="404" y="194"/>
                  <a:pt x="405" y="193"/>
                  <a:pt x="406" y="192"/>
                </a:cubicBezTo>
                <a:cubicBezTo>
                  <a:pt x="405" y="192"/>
                  <a:pt x="404" y="192"/>
                  <a:pt x="404" y="192"/>
                </a:cubicBezTo>
                <a:cubicBezTo>
                  <a:pt x="404" y="187"/>
                  <a:pt x="404" y="187"/>
                  <a:pt x="404" y="187"/>
                </a:cubicBezTo>
                <a:cubicBezTo>
                  <a:pt x="404" y="188"/>
                  <a:pt x="404" y="188"/>
                  <a:pt x="404" y="188"/>
                </a:cubicBezTo>
                <a:cubicBezTo>
                  <a:pt x="407" y="187"/>
                  <a:pt x="410" y="187"/>
                  <a:pt x="413" y="187"/>
                </a:cubicBezTo>
                <a:close/>
                <a:moveTo>
                  <a:pt x="413" y="309"/>
                </a:moveTo>
                <a:cubicBezTo>
                  <a:pt x="412" y="309"/>
                  <a:pt x="411" y="310"/>
                  <a:pt x="410" y="310"/>
                </a:cubicBezTo>
                <a:cubicBezTo>
                  <a:pt x="408" y="306"/>
                  <a:pt x="406" y="302"/>
                  <a:pt x="404" y="298"/>
                </a:cubicBezTo>
                <a:cubicBezTo>
                  <a:pt x="404" y="307"/>
                  <a:pt x="404" y="307"/>
                  <a:pt x="404" y="307"/>
                </a:cubicBezTo>
                <a:cubicBezTo>
                  <a:pt x="404" y="308"/>
                  <a:pt x="404" y="308"/>
                  <a:pt x="404" y="308"/>
                </a:cubicBezTo>
                <a:cubicBezTo>
                  <a:pt x="404" y="308"/>
                  <a:pt x="404" y="308"/>
                  <a:pt x="404" y="308"/>
                </a:cubicBezTo>
                <a:cubicBezTo>
                  <a:pt x="404" y="311"/>
                  <a:pt x="404" y="311"/>
                  <a:pt x="404" y="311"/>
                </a:cubicBezTo>
                <a:cubicBezTo>
                  <a:pt x="407" y="311"/>
                  <a:pt x="410" y="312"/>
                  <a:pt x="413" y="312"/>
                </a:cubicBezTo>
                <a:cubicBezTo>
                  <a:pt x="413" y="309"/>
                  <a:pt x="413" y="309"/>
                  <a:pt x="413" y="309"/>
                </a:cubicBezTo>
                <a:close/>
                <a:moveTo>
                  <a:pt x="413" y="375"/>
                </a:moveTo>
                <a:cubicBezTo>
                  <a:pt x="413" y="443"/>
                  <a:pt x="413" y="443"/>
                  <a:pt x="413" y="443"/>
                </a:cubicBezTo>
                <a:cubicBezTo>
                  <a:pt x="404" y="437"/>
                  <a:pt x="404" y="437"/>
                  <a:pt x="404" y="437"/>
                </a:cubicBezTo>
                <a:cubicBezTo>
                  <a:pt x="404" y="347"/>
                  <a:pt x="404" y="347"/>
                  <a:pt x="404" y="347"/>
                </a:cubicBezTo>
                <a:cubicBezTo>
                  <a:pt x="406" y="353"/>
                  <a:pt x="409" y="362"/>
                  <a:pt x="413" y="375"/>
                </a:cubicBezTo>
                <a:close/>
                <a:moveTo>
                  <a:pt x="413" y="491"/>
                </a:moveTo>
                <a:cubicBezTo>
                  <a:pt x="413" y="501"/>
                  <a:pt x="413" y="501"/>
                  <a:pt x="413" y="501"/>
                </a:cubicBezTo>
                <a:cubicBezTo>
                  <a:pt x="410" y="498"/>
                  <a:pt x="409" y="497"/>
                  <a:pt x="404" y="496"/>
                </a:cubicBezTo>
                <a:cubicBezTo>
                  <a:pt x="404" y="492"/>
                  <a:pt x="404" y="492"/>
                  <a:pt x="404" y="492"/>
                </a:cubicBezTo>
                <a:cubicBezTo>
                  <a:pt x="405" y="492"/>
                  <a:pt x="407" y="492"/>
                  <a:pt x="410" y="492"/>
                </a:cubicBezTo>
                <a:cubicBezTo>
                  <a:pt x="411" y="491"/>
                  <a:pt x="412" y="491"/>
                  <a:pt x="413" y="491"/>
                </a:cubicBezTo>
                <a:close/>
                <a:moveTo>
                  <a:pt x="413" y="506"/>
                </a:moveTo>
                <a:cubicBezTo>
                  <a:pt x="412" y="506"/>
                  <a:pt x="411" y="506"/>
                  <a:pt x="410" y="506"/>
                </a:cubicBezTo>
                <a:cubicBezTo>
                  <a:pt x="408" y="504"/>
                  <a:pt x="405" y="502"/>
                  <a:pt x="404" y="500"/>
                </a:cubicBezTo>
                <a:cubicBezTo>
                  <a:pt x="404" y="510"/>
                  <a:pt x="404" y="510"/>
                  <a:pt x="404" y="510"/>
                </a:cubicBezTo>
                <a:cubicBezTo>
                  <a:pt x="404" y="510"/>
                  <a:pt x="404" y="510"/>
                  <a:pt x="404" y="510"/>
                </a:cubicBezTo>
                <a:cubicBezTo>
                  <a:pt x="405" y="511"/>
                  <a:pt x="404" y="512"/>
                  <a:pt x="404" y="513"/>
                </a:cubicBezTo>
                <a:cubicBezTo>
                  <a:pt x="404" y="518"/>
                  <a:pt x="404" y="518"/>
                  <a:pt x="404" y="518"/>
                </a:cubicBezTo>
                <a:cubicBezTo>
                  <a:pt x="404" y="517"/>
                  <a:pt x="404" y="517"/>
                  <a:pt x="404" y="517"/>
                </a:cubicBezTo>
                <a:cubicBezTo>
                  <a:pt x="404" y="520"/>
                  <a:pt x="404" y="523"/>
                  <a:pt x="404" y="525"/>
                </a:cubicBezTo>
                <a:cubicBezTo>
                  <a:pt x="404" y="526"/>
                  <a:pt x="404" y="526"/>
                  <a:pt x="404" y="526"/>
                </a:cubicBezTo>
                <a:cubicBezTo>
                  <a:pt x="404" y="530"/>
                  <a:pt x="404" y="530"/>
                  <a:pt x="404" y="530"/>
                </a:cubicBezTo>
                <a:cubicBezTo>
                  <a:pt x="406" y="530"/>
                  <a:pt x="406" y="530"/>
                  <a:pt x="406" y="530"/>
                </a:cubicBezTo>
                <a:cubicBezTo>
                  <a:pt x="405" y="533"/>
                  <a:pt x="405" y="535"/>
                  <a:pt x="404" y="537"/>
                </a:cubicBezTo>
                <a:cubicBezTo>
                  <a:pt x="404" y="543"/>
                  <a:pt x="404" y="543"/>
                  <a:pt x="404" y="543"/>
                </a:cubicBezTo>
                <a:cubicBezTo>
                  <a:pt x="406" y="543"/>
                  <a:pt x="406" y="543"/>
                  <a:pt x="406" y="543"/>
                </a:cubicBezTo>
                <a:cubicBezTo>
                  <a:pt x="405" y="545"/>
                  <a:pt x="405" y="548"/>
                  <a:pt x="404" y="550"/>
                </a:cubicBezTo>
                <a:cubicBezTo>
                  <a:pt x="404" y="550"/>
                  <a:pt x="404" y="550"/>
                  <a:pt x="404" y="550"/>
                </a:cubicBezTo>
                <a:cubicBezTo>
                  <a:pt x="404" y="555"/>
                  <a:pt x="404" y="555"/>
                  <a:pt x="404" y="555"/>
                </a:cubicBezTo>
                <a:cubicBezTo>
                  <a:pt x="404" y="555"/>
                  <a:pt x="405" y="555"/>
                  <a:pt x="406" y="554"/>
                </a:cubicBezTo>
                <a:cubicBezTo>
                  <a:pt x="406" y="557"/>
                  <a:pt x="406" y="560"/>
                  <a:pt x="406" y="563"/>
                </a:cubicBezTo>
                <a:cubicBezTo>
                  <a:pt x="404" y="563"/>
                  <a:pt x="404" y="563"/>
                  <a:pt x="404" y="563"/>
                </a:cubicBezTo>
                <a:cubicBezTo>
                  <a:pt x="404" y="568"/>
                  <a:pt x="404" y="568"/>
                  <a:pt x="404" y="568"/>
                </a:cubicBezTo>
                <a:cubicBezTo>
                  <a:pt x="404" y="568"/>
                  <a:pt x="405" y="568"/>
                  <a:pt x="406" y="567"/>
                </a:cubicBezTo>
                <a:cubicBezTo>
                  <a:pt x="405" y="570"/>
                  <a:pt x="405" y="572"/>
                  <a:pt x="404" y="575"/>
                </a:cubicBezTo>
                <a:cubicBezTo>
                  <a:pt x="404" y="575"/>
                  <a:pt x="404" y="575"/>
                  <a:pt x="404" y="576"/>
                </a:cubicBezTo>
                <a:cubicBezTo>
                  <a:pt x="404" y="580"/>
                  <a:pt x="404" y="580"/>
                  <a:pt x="404" y="580"/>
                </a:cubicBezTo>
                <a:cubicBezTo>
                  <a:pt x="404" y="580"/>
                  <a:pt x="404" y="580"/>
                  <a:pt x="404" y="580"/>
                </a:cubicBezTo>
                <a:cubicBezTo>
                  <a:pt x="404" y="582"/>
                  <a:pt x="404" y="585"/>
                  <a:pt x="404" y="588"/>
                </a:cubicBezTo>
                <a:cubicBezTo>
                  <a:pt x="404" y="588"/>
                  <a:pt x="404" y="588"/>
                  <a:pt x="404" y="588"/>
                </a:cubicBezTo>
                <a:cubicBezTo>
                  <a:pt x="404" y="593"/>
                  <a:pt x="404" y="593"/>
                  <a:pt x="404" y="593"/>
                </a:cubicBezTo>
                <a:cubicBezTo>
                  <a:pt x="406" y="592"/>
                  <a:pt x="406" y="592"/>
                  <a:pt x="406" y="592"/>
                </a:cubicBezTo>
                <a:cubicBezTo>
                  <a:pt x="405" y="596"/>
                  <a:pt x="405" y="598"/>
                  <a:pt x="404" y="599"/>
                </a:cubicBezTo>
                <a:cubicBezTo>
                  <a:pt x="404" y="605"/>
                  <a:pt x="404" y="605"/>
                  <a:pt x="404" y="605"/>
                </a:cubicBezTo>
                <a:cubicBezTo>
                  <a:pt x="404" y="605"/>
                  <a:pt x="404" y="604"/>
                  <a:pt x="404" y="604"/>
                </a:cubicBezTo>
                <a:cubicBezTo>
                  <a:pt x="405" y="607"/>
                  <a:pt x="405" y="609"/>
                  <a:pt x="406" y="611"/>
                </a:cubicBezTo>
                <a:cubicBezTo>
                  <a:pt x="404" y="611"/>
                  <a:pt x="404" y="611"/>
                  <a:pt x="404" y="611"/>
                </a:cubicBezTo>
                <a:cubicBezTo>
                  <a:pt x="404" y="617"/>
                  <a:pt x="404" y="617"/>
                  <a:pt x="404" y="617"/>
                </a:cubicBezTo>
                <a:cubicBezTo>
                  <a:pt x="407" y="617"/>
                  <a:pt x="410" y="618"/>
                  <a:pt x="413" y="620"/>
                </a:cubicBezTo>
                <a:cubicBezTo>
                  <a:pt x="413" y="612"/>
                  <a:pt x="413" y="612"/>
                  <a:pt x="413" y="612"/>
                </a:cubicBezTo>
                <a:cubicBezTo>
                  <a:pt x="412" y="612"/>
                  <a:pt x="411" y="612"/>
                  <a:pt x="410" y="612"/>
                </a:cubicBezTo>
                <a:cubicBezTo>
                  <a:pt x="410" y="578"/>
                  <a:pt x="410" y="544"/>
                  <a:pt x="410" y="511"/>
                </a:cubicBezTo>
                <a:cubicBezTo>
                  <a:pt x="411" y="510"/>
                  <a:pt x="412" y="510"/>
                  <a:pt x="413" y="510"/>
                </a:cubicBezTo>
                <a:cubicBezTo>
                  <a:pt x="413" y="506"/>
                  <a:pt x="413" y="506"/>
                  <a:pt x="413" y="506"/>
                </a:cubicBezTo>
                <a:close/>
                <a:moveTo>
                  <a:pt x="413" y="633"/>
                </a:moveTo>
                <a:cubicBezTo>
                  <a:pt x="413" y="639"/>
                  <a:pt x="413" y="639"/>
                  <a:pt x="413" y="639"/>
                </a:cubicBezTo>
                <a:cubicBezTo>
                  <a:pt x="410" y="639"/>
                  <a:pt x="407" y="639"/>
                  <a:pt x="404" y="639"/>
                </a:cubicBezTo>
                <a:cubicBezTo>
                  <a:pt x="404" y="626"/>
                  <a:pt x="404" y="626"/>
                  <a:pt x="404" y="626"/>
                </a:cubicBezTo>
                <a:cubicBezTo>
                  <a:pt x="406" y="629"/>
                  <a:pt x="407" y="631"/>
                  <a:pt x="410" y="633"/>
                </a:cubicBezTo>
                <a:cubicBezTo>
                  <a:pt x="413" y="633"/>
                  <a:pt x="413" y="633"/>
                  <a:pt x="413" y="633"/>
                </a:cubicBezTo>
                <a:close/>
                <a:moveTo>
                  <a:pt x="413" y="674"/>
                </a:moveTo>
                <a:cubicBezTo>
                  <a:pt x="413" y="686"/>
                  <a:pt x="413" y="686"/>
                  <a:pt x="413" y="686"/>
                </a:cubicBezTo>
                <a:cubicBezTo>
                  <a:pt x="411" y="686"/>
                  <a:pt x="410" y="688"/>
                  <a:pt x="409" y="688"/>
                </a:cubicBezTo>
                <a:cubicBezTo>
                  <a:pt x="406" y="686"/>
                  <a:pt x="404" y="684"/>
                  <a:pt x="404" y="681"/>
                </a:cubicBezTo>
                <a:cubicBezTo>
                  <a:pt x="407" y="678"/>
                  <a:pt x="410" y="675"/>
                  <a:pt x="413" y="674"/>
                </a:cubicBezTo>
                <a:close/>
                <a:moveTo>
                  <a:pt x="413" y="749"/>
                </a:moveTo>
                <a:cubicBezTo>
                  <a:pt x="413" y="756"/>
                  <a:pt x="413" y="756"/>
                  <a:pt x="413" y="756"/>
                </a:cubicBezTo>
                <a:cubicBezTo>
                  <a:pt x="410" y="756"/>
                  <a:pt x="407" y="756"/>
                  <a:pt x="404" y="756"/>
                </a:cubicBezTo>
                <a:cubicBezTo>
                  <a:pt x="404" y="749"/>
                  <a:pt x="404" y="749"/>
                  <a:pt x="404" y="749"/>
                </a:cubicBezTo>
                <a:cubicBezTo>
                  <a:pt x="407" y="749"/>
                  <a:pt x="410" y="749"/>
                  <a:pt x="413" y="749"/>
                </a:cubicBezTo>
                <a:close/>
                <a:moveTo>
                  <a:pt x="402" y="0"/>
                </a:moveTo>
                <a:cubicBezTo>
                  <a:pt x="404" y="0"/>
                  <a:pt x="404" y="0"/>
                  <a:pt x="404" y="0"/>
                </a:cubicBezTo>
                <a:cubicBezTo>
                  <a:pt x="404" y="9"/>
                  <a:pt x="404" y="9"/>
                  <a:pt x="404" y="9"/>
                </a:cubicBezTo>
                <a:cubicBezTo>
                  <a:pt x="403" y="9"/>
                  <a:pt x="403" y="9"/>
                  <a:pt x="402" y="9"/>
                </a:cubicBezTo>
                <a:cubicBezTo>
                  <a:pt x="402" y="0"/>
                  <a:pt x="402" y="0"/>
                  <a:pt x="402" y="0"/>
                </a:cubicBezTo>
                <a:close/>
                <a:moveTo>
                  <a:pt x="404" y="794"/>
                </a:moveTo>
                <a:cubicBezTo>
                  <a:pt x="402" y="794"/>
                  <a:pt x="402" y="794"/>
                  <a:pt x="402" y="794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4" y="786"/>
                  <a:pt x="404" y="786"/>
                  <a:pt x="404" y="786"/>
                </a:cubicBezTo>
                <a:cubicBezTo>
                  <a:pt x="404" y="794"/>
                  <a:pt x="404" y="794"/>
                  <a:pt x="404" y="794"/>
                </a:cubicBezTo>
                <a:close/>
                <a:moveTo>
                  <a:pt x="404" y="34"/>
                </a:moveTo>
                <a:cubicBezTo>
                  <a:pt x="404" y="46"/>
                  <a:pt x="404" y="46"/>
                  <a:pt x="404" y="46"/>
                </a:cubicBezTo>
                <a:cubicBezTo>
                  <a:pt x="402" y="46"/>
                  <a:pt x="402" y="46"/>
                  <a:pt x="402" y="46"/>
                </a:cubicBezTo>
                <a:cubicBezTo>
                  <a:pt x="402" y="32"/>
                  <a:pt x="402" y="32"/>
                  <a:pt x="402" y="32"/>
                </a:cubicBezTo>
                <a:cubicBezTo>
                  <a:pt x="404" y="34"/>
                  <a:pt x="404" y="34"/>
                  <a:pt x="404" y="34"/>
                </a:cubicBezTo>
                <a:close/>
                <a:moveTo>
                  <a:pt x="404" y="165"/>
                </a:moveTo>
                <a:cubicBezTo>
                  <a:pt x="404" y="171"/>
                  <a:pt x="404" y="171"/>
                  <a:pt x="404" y="171"/>
                </a:cubicBezTo>
                <a:cubicBezTo>
                  <a:pt x="403" y="171"/>
                  <a:pt x="403" y="171"/>
                  <a:pt x="402" y="171"/>
                </a:cubicBezTo>
                <a:cubicBezTo>
                  <a:pt x="402" y="165"/>
                  <a:pt x="402" y="165"/>
                  <a:pt x="402" y="165"/>
                </a:cubicBezTo>
                <a:cubicBezTo>
                  <a:pt x="404" y="165"/>
                  <a:pt x="404" y="165"/>
                  <a:pt x="404" y="165"/>
                </a:cubicBezTo>
                <a:close/>
                <a:moveTo>
                  <a:pt x="404" y="187"/>
                </a:moveTo>
                <a:cubicBezTo>
                  <a:pt x="404" y="192"/>
                  <a:pt x="404" y="192"/>
                  <a:pt x="404" y="192"/>
                </a:cubicBezTo>
                <a:cubicBezTo>
                  <a:pt x="403" y="192"/>
                  <a:pt x="403" y="192"/>
                  <a:pt x="402" y="192"/>
                </a:cubicBezTo>
                <a:cubicBezTo>
                  <a:pt x="402" y="185"/>
                  <a:pt x="402" y="185"/>
                  <a:pt x="402" y="185"/>
                </a:cubicBezTo>
                <a:cubicBezTo>
                  <a:pt x="403" y="186"/>
                  <a:pt x="403" y="186"/>
                  <a:pt x="404" y="187"/>
                </a:cubicBezTo>
                <a:close/>
                <a:moveTo>
                  <a:pt x="404" y="195"/>
                </a:moveTo>
                <a:cubicBezTo>
                  <a:pt x="404" y="200"/>
                  <a:pt x="404" y="200"/>
                  <a:pt x="404" y="200"/>
                </a:cubicBezTo>
                <a:cubicBezTo>
                  <a:pt x="402" y="200"/>
                  <a:pt x="402" y="200"/>
                  <a:pt x="402" y="200"/>
                </a:cubicBezTo>
                <a:cubicBezTo>
                  <a:pt x="402" y="196"/>
                  <a:pt x="402" y="196"/>
                  <a:pt x="402" y="196"/>
                </a:cubicBezTo>
                <a:cubicBezTo>
                  <a:pt x="403" y="195"/>
                  <a:pt x="403" y="195"/>
                  <a:pt x="404" y="195"/>
                </a:cubicBezTo>
                <a:close/>
                <a:moveTo>
                  <a:pt x="404" y="208"/>
                </a:moveTo>
                <a:cubicBezTo>
                  <a:pt x="404" y="213"/>
                  <a:pt x="404" y="213"/>
                  <a:pt x="404" y="213"/>
                </a:cubicBezTo>
                <a:cubicBezTo>
                  <a:pt x="402" y="213"/>
                  <a:pt x="402" y="213"/>
                  <a:pt x="402" y="213"/>
                </a:cubicBezTo>
                <a:cubicBezTo>
                  <a:pt x="402" y="208"/>
                  <a:pt x="402" y="208"/>
                  <a:pt x="402" y="208"/>
                </a:cubicBezTo>
                <a:cubicBezTo>
                  <a:pt x="404" y="208"/>
                  <a:pt x="404" y="208"/>
                  <a:pt x="404" y="208"/>
                </a:cubicBezTo>
                <a:close/>
                <a:moveTo>
                  <a:pt x="404" y="220"/>
                </a:moveTo>
                <a:cubicBezTo>
                  <a:pt x="404" y="224"/>
                  <a:pt x="404" y="224"/>
                  <a:pt x="404" y="224"/>
                </a:cubicBezTo>
                <a:cubicBezTo>
                  <a:pt x="402" y="225"/>
                  <a:pt x="402" y="225"/>
                  <a:pt x="402" y="225"/>
                </a:cubicBezTo>
                <a:cubicBezTo>
                  <a:pt x="402" y="221"/>
                  <a:pt x="402" y="221"/>
                  <a:pt x="402" y="221"/>
                </a:cubicBezTo>
                <a:cubicBezTo>
                  <a:pt x="403" y="220"/>
                  <a:pt x="403" y="220"/>
                  <a:pt x="404" y="220"/>
                </a:cubicBezTo>
                <a:close/>
                <a:moveTo>
                  <a:pt x="404" y="233"/>
                </a:moveTo>
                <a:cubicBezTo>
                  <a:pt x="404" y="237"/>
                  <a:pt x="404" y="237"/>
                  <a:pt x="404" y="237"/>
                </a:cubicBezTo>
                <a:cubicBezTo>
                  <a:pt x="402" y="237"/>
                  <a:pt x="402" y="237"/>
                  <a:pt x="402" y="237"/>
                </a:cubicBezTo>
                <a:cubicBezTo>
                  <a:pt x="402" y="233"/>
                  <a:pt x="402" y="233"/>
                  <a:pt x="402" y="233"/>
                </a:cubicBezTo>
                <a:cubicBezTo>
                  <a:pt x="404" y="233"/>
                  <a:pt x="404" y="233"/>
                  <a:pt x="404" y="233"/>
                </a:cubicBezTo>
                <a:close/>
                <a:moveTo>
                  <a:pt x="404" y="244"/>
                </a:moveTo>
                <a:cubicBezTo>
                  <a:pt x="404" y="249"/>
                  <a:pt x="404" y="249"/>
                  <a:pt x="404" y="249"/>
                </a:cubicBezTo>
                <a:cubicBezTo>
                  <a:pt x="403" y="249"/>
                  <a:pt x="403" y="249"/>
                  <a:pt x="402" y="250"/>
                </a:cubicBezTo>
                <a:cubicBezTo>
                  <a:pt x="402" y="245"/>
                  <a:pt x="402" y="245"/>
                  <a:pt x="402" y="245"/>
                </a:cubicBezTo>
                <a:cubicBezTo>
                  <a:pt x="403" y="245"/>
                  <a:pt x="403" y="244"/>
                  <a:pt x="404" y="244"/>
                </a:cubicBezTo>
                <a:close/>
                <a:moveTo>
                  <a:pt x="404" y="257"/>
                </a:moveTo>
                <a:cubicBezTo>
                  <a:pt x="404" y="262"/>
                  <a:pt x="404" y="262"/>
                  <a:pt x="404" y="262"/>
                </a:cubicBezTo>
                <a:cubicBezTo>
                  <a:pt x="402" y="262"/>
                  <a:pt x="402" y="262"/>
                  <a:pt x="402" y="262"/>
                </a:cubicBezTo>
                <a:cubicBezTo>
                  <a:pt x="402" y="258"/>
                  <a:pt x="402" y="258"/>
                  <a:pt x="402" y="258"/>
                </a:cubicBezTo>
                <a:cubicBezTo>
                  <a:pt x="404" y="257"/>
                  <a:pt x="404" y="257"/>
                  <a:pt x="404" y="257"/>
                </a:cubicBezTo>
                <a:close/>
                <a:moveTo>
                  <a:pt x="404" y="269"/>
                </a:moveTo>
                <a:cubicBezTo>
                  <a:pt x="404" y="275"/>
                  <a:pt x="404" y="275"/>
                  <a:pt x="404" y="275"/>
                </a:cubicBezTo>
                <a:cubicBezTo>
                  <a:pt x="402" y="275"/>
                  <a:pt x="402" y="275"/>
                  <a:pt x="402" y="275"/>
                </a:cubicBezTo>
                <a:cubicBezTo>
                  <a:pt x="402" y="270"/>
                  <a:pt x="402" y="270"/>
                  <a:pt x="402" y="270"/>
                </a:cubicBezTo>
                <a:cubicBezTo>
                  <a:pt x="403" y="270"/>
                  <a:pt x="403" y="269"/>
                  <a:pt x="404" y="269"/>
                </a:cubicBezTo>
                <a:close/>
                <a:moveTo>
                  <a:pt x="404" y="282"/>
                </a:moveTo>
                <a:cubicBezTo>
                  <a:pt x="404" y="287"/>
                  <a:pt x="404" y="287"/>
                  <a:pt x="404" y="287"/>
                </a:cubicBezTo>
                <a:cubicBezTo>
                  <a:pt x="403" y="287"/>
                  <a:pt x="403" y="287"/>
                  <a:pt x="402" y="287"/>
                </a:cubicBezTo>
                <a:cubicBezTo>
                  <a:pt x="402" y="283"/>
                  <a:pt x="402" y="283"/>
                  <a:pt x="402" y="283"/>
                </a:cubicBezTo>
                <a:cubicBezTo>
                  <a:pt x="403" y="283"/>
                  <a:pt x="403" y="283"/>
                  <a:pt x="404" y="282"/>
                </a:cubicBezTo>
                <a:close/>
                <a:moveTo>
                  <a:pt x="404" y="293"/>
                </a:moveTo>
                <a:cubicBezTo>
                  <a:pt x="404" y="298"/>
                  <a:pt x="404" y="298"/>
                  <a:pt x="404" y="298"/>
                </a:cubicBezTo>
                <a:cubicBezTo>
                  <a:pt x="403" y="298"/>
                  <a:pt x="403" y="298"/>
                  <a:pt x="403" y="298"/>
                </a:cubicBezTo>
                <a:cubicBezTo>
                  <a:pt x="404" y="298"/>
                  <a:pt x="404" y="298"/>
                  <a:pt x="404" y="298"/>
                </a:cubicBezTo>
                <a:cubicBezTo>
                  <a:pt x="404" y="307"/>
                  <a:pt x="404" y="307"/>
                  <a:pt x="404" y="307"/>
                </a:cubicBezTo>
                <a:cubicBezTo>
                  <a:pt x="403" y="307"/>
                  <a:pt x="403" y="306"/>
                  <a:pt x="402" y="305"/>
                </a:cubicBezTo>
                <a:cubicBezTo>
                  <a:pt x="402" y="293"/>
                  <a:pt x="402" y="293"/>
                  <a:pt x="402" y="293"/>
                </a:cubicBezTo>
                <a:cubicBezTo>
                  <a:pt x="404" y="293"/>
                  <a:pt x="404" y="293"/>
                  <a:pt x="404" y="293"/>
                </a:cubicBezTo>
                <a:close/>
                <a:moveTo>
                  <a:pt x="404" y="308"/>
                </a:moveTo>
                <a:cubicBezTo>
                  <a:pt x="404" y="311"/>
                  <a:pt x="404" y="311"/>
                  <a:pt x="404" y="311"/>
                </a:cubicBezTo>
                <a:cubicBezTo>
                  <a:pt x="402" y="311"/>
                  <a:pt x="402" y="311"/>
                  <a:pt x="402" y="311"/>
                </a:cubicBezTo>
                <a:cubicBezTo>
                  <a:pt x="402" y="308"/>
                  <a:pt x="402" y="308"/>
                  <a:pt x="402" y="308"/>
                </a:cubicBezTo>
                <a:cubicBezTo>
                  <a:pt x="404" y="308"/>
                  <a:pt x="404" y="308"/>
                  <a:pt x="404" y="308"/>
                </a:cubicBezTo>
                <a:close/>
                <a:moveTo>
                  <a:pt x="404" y="347"/>
                </a:moveTo>
                <a:cubicBezTo>
                  <a:pt x="404" y="437"/>
                  <a:pt x="404" y="437"/>
                  <a:pt x="404" y="437"/>
                </a:cubicBezTo>
                <a:cubicBezTo>
                  <a:pt x="402" y="436"/>
                  <a:pt x="402" y="436"/>
                  <a:pt x="402" y="436"/>
                </a:cubicBezTo>
                <a:cubicBezTo>
                  <a:pt x="402" y="343"/>
                  <a:pt x="402" y="343"/>
                  <a:pt x="402" y="343"/>
                </a:cubicBezTo>
                <a:cubicBezTo>
                  <a:pt x="404" y="347"/>
                  <a:pt x="404" y="347"/>
                  <a:pt x="404" y="347"/>
                </a:cubicBezTo>
                <a:close/>
                <a:moveTo>
                  <a:pt x="404" y="492"/>
                </a:moveTo>
                <a:cubicBezTo>
                  <a:pt x="404" y="496"/>
                  <a:pt x="404" y="496"/>
                  <a:pt x="404" y="496"/>
                </a:cubicBezTo>
                <a:cubicBezTo>
                  <a:pt x="403" y="496"/>
                  <a:pt x="403" y="496"/>
                  <a:pt x="402" y="496"/>
                </a:cubicBezTo>
                <a:cubicBezTo>
                  <a:pt x="402" y="492"/>
                  <a:pt x="402" y="492"/>
                  <a:pt x="402" y="492"/>
                </a:cubicBezTo>
                <a:cubicBezTo>
                  <a:pt x="403" y="492"/>
                  <a:pt x="403" y="492"/>
                  <a:pt x="404" y="492"/>
                </a:cubicBezTo>
                <a:close/>
                <a:moveTo>
                  <a:pt x="404" y="500"/>
                </a:moveTo>
                <a:cubicBezTo>
                  <a:pt x="404" y="510"/>
                  <a:pt x="404" y="510"/>
                  <a:pt x="404" y="510"/>
                </a:cubicBezTo>
                <a:cubicBezTo>
                  <a:pt x="402" y="510"/>
                  <a:pt x="402" y="510"/>
                  <a:pt x="402" y="510"/>
                </a:cubicBezTo>
                <a:cubicBezTo>
                  <a:pt x="402" y="497"/>
                  <a:pt x="402" y="497"/>
                  <a:pt x="402" y="497"/>
                </a:cubicBezTo>
                <a:cubicBezTo>
                  <a:pt x="403" y="498"/>
                  <a:pt x="403" y="499"/>
                  <a:pt x="404" y="500"/>
                </a:cubicBezTo>
                <a:close/>
                <a:moveTo>
                  <a:pt x="404" y="513"/>
                </a:moveTo>
                <a:cubicBezTo>
                  <a:pt x="404" y="518"/>
                  <a:pt x="404" y="518"/>
                  <a:pt x="404" y="518"/>
                </a:cubicBezTo>
                <a:cubicBezTo>
                  <a:pt x="403" y="518"/>
                  <a:pt x="403" y="518"/>
                  <a:pt x="402" y="518"/>
                </a:cubicBezTo>
                <a:cubicBezTo>
                  <a:pt x="402" y="514"/>
                  <a:pt x="402" y="514"/>
                  <a:pt x="402" y="514"/>
                </a:cubicBezTo>
                <a:cubicBezTo>
                  <a:pt x="403" y="514"/>
                  <a:pt x="403" y="513"/>
                  <a:pt x="404" y="513"/>
                </a:cubicBezTo>
                <a:close/>
                <a:moveTo>
                  <a:pt x="404" y="526"/>
                </a:moveTo>
                <a:cubicBezTo>
                  <a:pt x="404" y="530"/>
                  <a:pt x="404" y="530"/>
                  <a:pt x="404" y="530"/>
                </a:cubicBezTo>
                <a:cubicBezTo>
                  <a:pt x="402" y="531"/>
                  <a:pt x="402" y="531"/>
                  <a:pt x="402" y="531"/>
                </a:cubicBezTo>
                <a:cubicBezTo>
                  <a:pt x="402" y="526"/>
                  <a:pt x="402" y="526"/>
                  <a:pt x="402" y="526"/>
                </a:cubicBezTo>
                <a:cubicBezTo>
                  <a:pt x="404" y="526"/>
                  <a:pt x="404" y="526"/>
                  <a:pt x="404" y="526"/>
                </a:cubicBezTo>
                <a:close/>
                <a:moveTo>
                  <a:pt x="404" y="537"/>
                </a:moveTo>
                <a:cubicBezTo>
                  <a:pt x="404" y="543"/>
                  <a:pt x="404" y="543"/>
                  <a:pt x="404" y="543"/>
                </a:cubicBezTo>
                <a:cubicBezTo>
                  <a:pt x="402" y="544"/>
                  <a:pt x="402" y="544"/>
                  <a:pt x="402" y="544"/>
                </a:cubicBezTo>
                <a:cubicBezTo>
                  <a:pt x="402" y="538"/>
                  <a:pt x="402" y="538"/>
                  <a:pt x="402" y="538"/>
                </a:cubicBezTo>
                <a:cubicBezTo>
                  <a:pt x="403" y="538"/>
                  <a:pt x="403" y="537"/>
                  <a:pt x="404" y="537"/>
                </a:cubicBezTo>
                <a:close/>
                <a:moveTo>
                  <a:pt x="404" y="550"/>
                </a:moveTo>
                <a:cubicBezTo>
                  <a:pt x="404" y="555"/>
                  <a:pt x="404" y="555"/>
                  <a:pt x="404" y="555"/>
                </a:cubicBezTo>
                <a:cubicBezTo>
                  <a:pt x="403" y="555"/>
                  <a:pt x="403" y="555"/>
                  <a:pt x="402" y="555"/>
                </a:cubicBezTo>
                <a:cubicBezTo>
                  <a:pt x="402" y="551"/>
                  <a:pt x="402" y="551"/>
                  <a:pt x="402" y="551"/>
                </a:cubicBezTo>
                <a:cubicBezTo>
                  <a:pt x="404" y="550"/>
                  <a:pt x="404" y="550"/>
                  <a:pt x="404" y="550"/>
                </a:cubicBezTo>
                <a:close/>
                <a:moveTo>
                  <a:pt x="404" y="563"/>
                </a:moveTo>
                <a:cubicBezTo>
                  <a:pt x="404" y="568"/>
                  <a:pt x="404" y="568"/>
                  <a:pt x="404" y="568"/>
                </a:cubicBezTo>
                <a:cubicBezTo>
                  <a:pt x="402" y="568"/>
                  <a:pt x="402" y="568"/>
                  <a:pt x="402" y="568"/>
                </a:cubicBezTo>
                <a:cubicBezTo>
                  <a:pt x="402" y="563"/>
                  <a:pt x="402" y="563"/>
                  <a:pt x="402" y="563"/>
                </a:cubicBezTo>
                <a:cubicBezTo>
                  <a:pt x="404" y="563"/>
                  <a:pt x="404" y="563"/>
                  <a:pt x="404" y="563"/>
                </a:cubicBezTo>
                <a:close/>
                <a:moveTo>
                  <a:pt x="404" y="576"/>
                </a:moveTo>
                <a:cubicBezTo>
                  <a:pt x="404" y="580"/>
                  <a:pt x="404" y="580"/>
                  <a:pt x="404" y="580"/>
                </a:cubicBezTo>
                <a:cubicBezTo>
                  <a:pt x="402" y="580"/>
                  <a:pt x="402" y="580"/>
                  <a:pt x="402" y="580"/>
                </a:cubicBezTo>
                <a:cubicBezTo>
                  <a:pt x="402" y="576"/>
                  <a:pt x="402" y="576"/>
                  <a:pt x="402" y="576"/>
                </a:cubicBezTo>
                <a:cubicBezTo>
                  <a:pt x="403" y="576"/>
                  <a:pt x="403" y="576"/>
                  <a:pt x="404" y="576"/>
                </a:cubicBezTo>
                <a:close/>
                <a:moveTo>
                  <a:pt x="404" y="588"/>
                </a:moveTo>
                <a:cubicBezTo>
                  <a:pt x="404" y="593"/>
                  <a:pt x="404" y="593"/>
                  <a:pt x="404" y="593"/>
                </a:cubicBezTo>
                <a:cubicBezTo>
                  <a:pt x="402" y="593"/>
                  <a:pt x="402" y="593"/>
                  <a:pt x="402" y="593"/>
                </a:cubicBezTo>
                <a:cubicBezTo>
                  <a:pt x="402" y="588"/>
                  <a:pt x="402" y="588"/>
                  <a:pt x="402" y="588"/>
                </a:cubicBezTo>
                <a:cubicBezTo>
                  <a:pt x="404" y="588"/>
                  <a:pt x="404" y="588"/>
                  <a:pt x="404" y="588"/>
                </a:cubicBezTo>
                <a:close/>
                <a:moveTo>
                  <a:pt x="404" y="599"/>
                </a:moveTo>
                <a:cubicBezTo>
                  <a:pt x="404" y="605"/>
                  <a:pt x="404" y="605"/>
                  <a:pt x="404" y="605"/>
                </a:cubicBezTo>
                <a:cubicBezTo>
                  <a:pt x="403" y="605"/>
                  <a:pt x="403" y="605"/>
                  <a:pt x="402" y="605"/>
                </a:cubicBezTo>
                <a:cubicBezTo>
                  <a:pt x="402" y="601"/>
                  <a:pt x="402" y="601"/>
                  <a:pt x="402" y="601"/>
                </a:cubicBezTo>
                <a:cubicBezTo>
                  <a:pt x="403" y="600"/>
                  <a:pt x="403" y="600"/>
                  <a:pt x="404" y="599"/>
                </a:cubicBezTo>
                <a:close/>
                <a:moveTo>
                  <a:pt x="404" y="611"/>
                </a:moveTo>
                <a:cubicBezTo>
                  <a:pt x="404" y="617"/>
                  <a:pt x="404" y="617"/>
                  <a:pt x="404" y="617"/>
                </a:cubicBezTo>
                <a:cubicBezTo>
                  <a:pt x="403" y="617"/>
                  <a:pt x="403" y="617"/>
                  <a:pt x="402" y="617"/>
                </a:cubicBezTo>
                <a:cubicBezTo>
                  <a:pt x="402" y="611"/>
                  <a:pt x="402" y="611"/>
                  <a:pt x="402" y="611"/>
                </a:cubicBezTo>
                <a:cubicBezTo>
                  <a:pt x="404" y="611"/>
                  <a:pt x="404" y="611"/>
                  <a:pt x="404" y="611"/>
                </a:cubicBezTo>
                <a:close/>
                <a:moveTo>
                  <a:pt x="404" y="626"/>
                </a:moveTo>
                <a:cubicBezTo>
                  <a:pt x="404" y="639"/>
                  <a:pt x="404" y="639"/>
                  <a:pt x="404" y="639"/>
                </a:cubicBezTo>
                <a:cubicBezTo>
                  <a:pt x="402" y="639"/>
                  <a:pt x="402" y="639"/>
                  <a:pt x="402" y="639"/>
                </a:cubicBezTo>
                <a:cubicBezTo>
                  <a:pt x="402" y="624"/>
                  <a:pt x="402" y="624"/>
                  <a:pt x="402" y="624"/>
                </a:cubicBezTo>
                <a:cubicBezTo>
                  <a:pt x="403" y="625"/>
                  <a:pt x="403" y="625"/>
                  <a:pt x="404" y="626"/>
                </a:cubicBezTo>
                <a:close/>
                <a:moveTo>
                  <a:pt x="404" y="749"/>
                </a:moveTo>
                <a:cubicBezTo>
                  <a:pt x="404" y="756"/>
                  <a:pt x="404" y="756"/>
                  <a:pt x="404" y="756"/>
                </a:cubicBezTo>
                <a:cubicBezTo>
                  <a:pt x="403" y="756"/>
                  <a:pt x="403" y="756"/>
                  <a:pt x="402" y="757"/>
                </a:cubicBezTo>
                <a:cubicBezTo>
                  <a:pt x="402" y="749"/>
                  <a:pt x="402" y="749"/>
                  <a:pt x="402" y="749"/>
                </a:cubicBezTo>
                <a:cubicBezTo>
                  <a:pt x="404" y="749"/>
                  <a:pt x="404" y="749"/>
                  <a:pt x="404" y="749"/>
                </a:cubicBezTo>
                <a:close/>
                <a:moveTo>
                  <a:pt x="404" y="766"/>
                </a:moveTo>
                <a:cubicBezTo>
                  <a:pt x="404" y="781"/>
                  <a:pt x="404" y="781"/>
                  <a:pt x="404" y="781"/>
                </a:cubicBezTo>
                <a:cubicBezTo>
                  <a:pt x="402" y="779"/>
                  <a:pt x="402" y="779"/>
                  <a:pt x="402" y="779"/>
                </a:cubicBezTo>
                <a:cubicBezTo>
                  <a:pt x="402" y="764"/>
                  <a:pt x="402" y="764"/>
                  <a:pt x="402" y="764"/>
                </a:cubicBezTo>
                <a:lnTo>
                  <a:pt x="404" y="766"/>
                </a:lnTo>
                <a:close/>
                <a:moveTo>
                  <a:pt x="402" y="0"/>
                </a:moveTo>
                <a:cubicBezTo>
                  <a:pt x="402" y="0"/>
                  <a:pt x="402" y="0"/>
                  <a:pt x="402" y="0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0"/>
                  <a:pt x="402" y="0"/>
                  <a:pt x="402" y="0"/>
                </a:cubicBezTo>
                <a:close/>
                <a:moveTo>
                  <a:pt x="402" y="794"/>
                </a:moveTo>
                <a:cubicBezTo>
                  <a:pt x="402" y="794"/>
                  <a:pt x="402" y="794"/>
                  <a:pt x="402" y="794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94"/>
                  <a:pt x="402" y="794"/>
                  <a:pt x="402" y="794"/>
                </a:cubicBezTo>
                <a:close/>
                <a:moveTo>
                  <a:pt x="402" y="32"/>
                </a:moveTo>
                <a:cubicBezTo>
                  <a:pt x="402" y="46"/>
                  <a:pt x="402" y="46"/>
                  <a:pt x="402" y="46"/>
                </a:cubicBezTo>
                <a:cubicBezTo>
                  <a:pt x="402" y="46"/>
                  <a:pt x="402" y="46"/>
                  <a:pt x="402" y="46"/>
                </a:cubicBezTo>
                <a:cubicBezTo>
                  <a:pt x="402" y="32"/>
                  <a:pt x="402" y="32"/>
                  <a:pt x="402" y="32"/>
                </a:cubicBezTo>
                <a:cubicBezTo>
                  <a:pt x="402" y="32"/>
                  <a:pt x="402" y="32"/>
                  <a:pt x="402" y="32"/>
                </a:cubicBezTo>
                <a:close/>
                <a:moveTo>
                  <a:pt x="402" y="165"/>
                </a:moveTo>
                <a:cubicBezTo>
                  <a:pt x="402" y="171"/>
                  <a:pt x="402" y="171"/>
                  <a:pt x="402" y="171"/>
                </a:cubicBezTo>
                <a:cubicBezTo>
                  <a:pt x="402" y="171"/>
                  <a:pt x="402" y="171"/>
                  <a:pt x="402" y="171"/>
                </a:cubicBezTo>
                <a:cubicBezTo>
                  <a:pt x="402" y="165"/>
                  <a:pt x="402" y="165"/>
                  <a:pt x="402" y="165"/>
                </a:cubicBezTo>
                <a:cubicBezTo>
                  <a:pt x="402" y="165"/>
                  <a:pt x="402" y="165"/>
                  <a:pt x="402" y="165"/>
                </a:cubicBezTo>
                <a:close/>
                <a:moveTo>
                  <a:pt x="402" y="185"/>
                </a:moveTo>
                <a:cubicBezTo>
                  <a:pt x="402" y="192"/>
                  <a:pt x="402" y="192"/>
                  <a:pt x="402" y="192"/>
                </a:cubicBezTo>
                <a:cubicBezTo>
                  <a:pt x="402" y="192"/>
                  <a:pt x="402" y="192"/>
                  <a:pt x="402" y="192"/>
                </a:cubicBezTo>
                <a:cubicBezTo>
                  <a:pt x="402" y="185"/>
                  <a:pt x="402" y="185"/>
                  <a:pt x="402" y="185"/>
                </a:cubicBezTo>
                <a:cubicBezTo>
                  <a:pt x="402" y="185"/>
                  <a:pt x="402" y="185"/>
                  <a:pt x="402" y="185"/>
                </a:cubicBezTo>
                <a:close/>
                <a:moveTo>
                  <a:pt x="402" y="196"/>
                </a:moveTo>
                <a:cubicBezTo>
                  <a:pt x="402" y="200"/>
                  <a:pt x="402" y="200"/>
                  <a:pt x="402" y="200"/>
                </a:cubicBezTo>
                <a:cubicBezTo>
                  <a:pt x="402" y="200"/>
                  <a:pt x="402" y="200"/>
                  <a:pt x="402" y="200"/>
                </a:cubicBezTo>
                <a:cubicBezTo>
                  <a:pt x="402" y="196"/>
                  <a:pt x="402" y="196"/>
                  <a:pt x="402" y="196"/>
                </a:cubicBezTo>
                <a:cubicBezTo>
                  <a:pt x="402" y="196"/>
                  <a:pt x="402" y="196"/>
                  <a:pt x="402" y="196"/>
                </a:cubicBezTo>
                <a:close/>
                <a:moveTo>
                  <a:pt x="402" y="208"/>
                </a:moveTo>
                <a:cubicBezTo>
                  <a:pt x="402" y="213"/>
                  <a:pt x="402" y="213"/>
                  <a:pt x="402" y="213"/>
                </a:cubicBezTo>
                <a:cubicBezTo>
                  <a:pt x="402" y="213"/>
                  <a:pt x="402" y="213"/>
                  <a:pt x="402" y="213"/>
                </a:cubicBezTo>
                <a:cubicBezTo>
                  <a:pt x="402" y="208"/>
                  <a:pt x="402" y="208"/>
                  <a:pt x="402" y="208"/>
                </a:cubicBezTo>
                <a:cubicBezTo>
                  <a:pt x="402" y="208"/>
                  <a:pt x="402" y="208"/>
                  <a:pt x="402" y="208"/>
                </a:cubicBezTo>
                <a:close/>
                <a:moveTo>
                  <a:pt x="402" y="221"/>
                </a:moveTo>
                <a:cubicBezTo>
                  <a:pt x="402" y="225"/>
                  <a:pt x="402" y="225"/>
                  <a:pt x="402" y="225"/>
                </a:cubicBezTo>
                <a:cubicBezTo>
                  <a:pt x="402" y="225"/>
                  <a:pt x="402" y="225"/>
                  <a:pt x="402" y="225"/>
                </a:cubicBezTo>
                <a:cubicBezTo>
                  <a:pt x="402" y="221"/>
                  <a:pt x="402" y="221"/>
                  <a:pt x="402" y="221"/>
                </a:cubicBezTo>
                <a:cubicBezTo>
                  <a:pt x="402" y="221"/>
                  <a:pt x="402" y="221"/>
                  <a:pt x="402" y="221"/>
                </a:cubicBezTo>
                <a:close/>
                <a:moveTo>
                  <a:pt x="402" y="233"/>
                </a:moveTo>
                <a:cubicBezTo>
                  <a:pt x="402" y="237"/>
                  <a:pt x="402" y="237"/>
                  <a:pt x="402" y="237"/>
                </a:cubicBezTo>
                <a:cubicBezTo>
                  <a:pt x="402" y="238"/>
                  <a:pt x="402" y="238"/>
                  <a:pt x="402" y="238"/>
                </a:cubicBezTo>
                <a:cubicBezTo>
                  <a:pt x="402" y="233"/>
                  <a:pt x="402" y="233"/>
                  <a:pt x="402" y="233"/>
                </a:cubicBezTo>
                <a:cubicBezTo>
                  <a:pt x="402" y="233"/>
                  <a:pt x="402" y="233"/>
                  <a:pt x="402" y="233"/>
                </a:cubicBezTo>
                <a:close/>
                <a:moveTo>
                  <a:pt x="402" y="245"/>
                </a:moveTo>
                <a:cubicBezTo>
                  <a:pt x="402" y="250"/>
                  <a:pt x="402" y="250"/>
                  <a:pt x="402" y="250"/>
                </a:cubicBezTo>
                <a:cubicBezTo>
                  <a:pt x="402" y="250"/>
                  <a:pt x="402" y="250"/>
                  <a:pt x="402" y="250"/>
                </a:cubicBezTo>
                <a:cubicBezTo>
                  <a:pt x="402" y="245"/>
                  <a:pt x="402" y="245"/>
                  <a:pt x="402" y="245"/>
                </a:cubicBezTo>
                <a:cubicBezTo>
                  <a:pt x="402" y="245"/>
                  <a:pt x="402" y="245"/>
                  <a:pt x="402" y="245"/>
                </a:cubicBezTo>
                <a:close/>
                <a:moveTo>
                  <a:pt x="402" y="258"/>
                </a:moveTo>
                <a:cubicBezTo>
                  <a:pt x="402" y="262"/>
                  <a:pt x="402" y="262"/>
                  <a:pt x="402" y="262"/>
                </a:cubicBezTo>
                <a:cubicBezTo>
                  <a:pt x="402" y="262"/>
                  <a:pt x="402" y="262"/>
                  <a:pt x="402" y="262"/>
                </a:cubicBezTo>
                <a:cubicBezTo>
                  <a:pt x="402" y="258"/>
                  <a:pt x="402" y="258"/>
                  <a:pt x="402" y="258"/>
                </a:cubicBezTo>
                <a:cubicBezTo>
                  <a:pt x="402" y="258"/>
                  <a:pt x="402" y="258"/>
                  <a:pt x="402" y="258"/>
                </a:cubicBezTo>
                <a:close/>
                <a:moveTo>
                  <a:pt x="402" y="270"/>
                </a:moveTo>
                <a:cubicBezTo>
                  <a:pt x="402" y="275"/>
                  <a:pt x="402" y="275"/>
                  <a:pt x="402" y="275"/>
                </a:cubicBezTo>
                <a:cubicBezTo>
                  <a:pt x="402" y="275"/>
                  <a:pt x="402" y="275"/>
                  <a:pt x="402" y="275"/>
                </a:cubicBezTo>
                <a:cubicBezTo>
                  <a:pt x="402" y="270"/>
                  <a:pt x="402" y="270"/>
                  <a:pt x="402" y="270"/>
                </a:cubicBezTo>
                <a:cubicBezTo>
                  <a:pt x="402" y="270"/>
                  <a:pt x="402" y="270"/>
                  <a:pt x="402" y="270"/>
                </a:cubicBezTo>
                <a:close/>
                <a:moveTo>
                  <a:pt x="402" y="283"/>
                </a:moveTo>
                <a:cubicBezTo>
                  <a:pt x="402" y="287"/>
                  <a:pt x="402" y="287"/>
                  <a:pt x="402" y="287"/>
                </a:cubicBezTo>
                <a:cubicBezTo>
                  <a:pt x="402" y="287"/>
                  <a:pt x="402" y="287"/>
                  <a:pt x="402" y="287"/>
                </a:cubicBezTo>
                <a:cubicBezTo>
                  <a:pt x="402" y="283"/>
                  <a:pt x="402" y="283"/>
                  <a:pt x="402" y="283"/>
                </a:cubicBezTo>
                <a:cubicBezTo>
                  <a:pt x="402" y="283"/>
                  <a:pt x="402" y="283"/>
                  <a:pt x="402" y="283"/>
                </a:cubicBezTo>
                <a:close/>
                <a:moveTo>
                  <a:pt x="402" y="293"/>
                </a:moveTo>
                <a:cubicBezTo>
                  <a:pt x="402" y="305"/>
                  <a:pt x="402" y="305"/>
                  <a:pt x="402" y="305"/>
                </a:cubicBezTo>
                <a:cubicBezTo>
                  <a:pt x="402" y="304"/>
                  <a:pt x="402" y="304"/>
                  <a:pt x="402" y="304"/>
                </a:cubicBezTo>
                <a:cubicBezTo>
                  <a:pt x="402" y="293"/>
                  <a:pt x="402" y="293"/>
                  <a:pt x="402" y="293"/>
                </a:cubicBezTo>
                <a:cubicBezTo>
                  <a:pt x="402" y="293"/>
                  <a:pt x="402" y="293"/>
                  <a:pt x="402" y="293"/>
                </a:cubicBezTo>
                <a:close/>
                <a:moveTo>
                  <a:pt x="402" y="308"/>
                </a:moveTo>
                <a:cubicBezTo>
                  <a:pt x="402" y="311"/>
                  <a:pt x="402" y="311"/>
                  <a:pt x="402" y="311"/>
                </a:cubicBezTo>
                <a:cubicBezTo>
                  <a:pt x="402" y="311"/>
                  <a:pt x="402" y="311"/>
                  <a:pt x="402" y="311"/>
                </a:cubicBezTo>
                <a:cubicBezTo>
                  <a:pt x="402" y="308"/>
                  <a:pt x="402" y="308"/>
                  <a:pt x="402" y="308"/>
                </a:cubicBezTo>
                <a:cubicBezTo>
                  <a:pt x="402" y="308"/>
                  <a:pt x="402" y="308"/>
                  <a:pt x="402" y="308"/>
                </a:cubicBezTo>
                <a:close/>
                <a:moveTo>
                  <a:pt x="402" y="343"/>
                </a:moveTo>
                <a:cubicBezTo>
                  <a:pt x="402" y="436"/>
                  <a:pt x="402" y="436"/>
                  <a:pt x="402" y="436"/>
                </a:cubicBezTo>
                <a:cubicBezTo>
                  <a:pt x="402" y="436"/>
                  <a:pt x="402" y="436"/>
                  <a:pt x="402" y="436"/>
                </a:cubicBezTo>
                <a:cubicBezTo>
                  <a:pt x="402" y="342"/>
                  <a:pt x="402" y="342"/>
                  <a:pt x="402" y="342"/>
                </a:cubicBezTo>
                <a:cubicBezTo>
                  <a:pt x="402" y="343"/>
                  <a:pt x="402" y="343"/>
                  <a:pt x="402" y="343"/>
                </a:cubicBezTo>
                <a:close/>
                <a:moveTo>
                  <a:pt x="402" y="492"/>
                </a:move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2"/>
                  <a:pt x="402" y="492"/>
                  <a:pt x="402" y="492"/>
                </a:cubicBezTo>
                <a:cubicBezTo>
                  <a:pt x="402" y="492"/>
                  <a:pt x="402" y="492"/>
                  <a:pt x="402" y="492"/>
                </a:cubicBezTo>
                <a:close/>
                <a:moveTo>
                  <a:pt x="402" y="497"/>
                </a:moveTo>
                <a:cubicBezTo>
                  <a:pt x="402" y="510"/>
                  <a:pt x="402" y="510"/>
                  <a:pt x="402" y="510"/>
                </a:cubicBezTo>
                <a:cubicBezTo>
                  <a:pt x="402" y="510"/>
                  <a:pt x="402" y="510"/>
                  <a:pt x="402" y="510"/>
                </a:cubicBezTo>
                <a:cubicBezTo>
                  <a:pt x="402" y="507"/>
                  <a:pt x="402" y="507"/>
                  <a:pt x="402" y="507"/>
                </a:cubicBezTo>
                <a:cubicBezTo>
                  <a:pt x="402" y="507"/>
                  <a:pt x="402" y="507"/>
                  <a:pt x="402" y="507"/>
                </a:cubicBezTo>
                <a:cubicBezTo>
                  <a:pt x="402" y="506"/>
                  <a:pt x="402" y="506"/>
                  <a:pt x="402" y="50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7"/>
                  <a:pt x="402" y="497"/>
                  <a:pt x="402" y="497"/>
                </a:cubicBezTo>
                <a:close/>
                <a:moveTo>
                  <a:pt x="402" y="514"/>
                </a:moveTo>
                <a:cubicBezTo>
                  <a:pt x="402" y="518"/>
                  <a:pt x="402" y="518"/>
                  <a:pt x="402" y="518"/>
                </a:cubicBezTo>
                <a:cubicBezTo>
                  <a:pt x="402" y="518"/>
                  <a:pt x="402" y="518"/>
                  <a:pt x="402" y="518"/>
                </a:cubicBezTo>
                <a:cubicBezTo>
                  <a:pt x="402" y="514"/>
                  <a:pt x="402" y="514"/>
                  <a:pt x="402" y="514"/>
                </a:cubicBezTo>
                <a:cubicBezTo>
                  <a:pt x="402" y="514"/>
                  <a:pt x="402" y="514"/>
                  <a:pt x="402" y="514"/>
                </a:cubicBezTo>
                <a:close/>
                <a:moveTo>
                  <a:pt x="402" y="526"/>
                </a:moveTo>
                <a:cubicBezTo>
                  <a:pt x="402" y="531"/>
                  <a:pt x="402" y="531"/>
                  <a:pt x="402" y="531"/>
                </a:cubicBezTo>
                <a:cubicBezTo>
                  <a:pt x="402" y="531"/>
                  <a:pt x="402" y="531"/>
                  <a:pt x="402" y="531"/>
                </a:cubicBezTo>
                <a:cubicBezTo>
                  <a:pt x="402" y="526"/>
                  <a:pt x="402" y="526"/>
                  <a:pt x="402" y="526"/>
                </a:cubicBezTo>
                <a:cubicBezTo>
                  <a:pt x="402" y="526"/>
                  <a:pt x="402" y="526"/>
                  <a:pt x="402" y="526"/>
                </a:cubicBezTo>
                <a:close/>
                <a:moveTo>
                  <a:pt x="402" y="538"/>
                </a:moveTo>
                <a:cubicBezTo>
                  <a:pt x="402" y="544"/>
                  <a:pt x="402" y="544"/>
                  <a:pt x="402" y="544"/>
                </a:cubicBezTo>
                <a:cubicBezTo>
                  <a:pt x="402" y="544"/>
                  <a:pt x="402" y="544"/>
                  <a:pt x="402" y="544"/>
                </a:cubicBezTo>
                <a:cubicBezTo>
                  <a:pt x="402" y="539"/>
                  <a:pt x="402" y="539"/>
                  <a:pt x="402" y="539"/>
                </a:cubicBezTo>
                <a:cubicBezTo>
                  <a:pt x="402" y="538"/>
                  <a:pt x="402" y="538"/>
                  <a:pt x="402" y="538"/>
                </a:cubicBezTo>
                <a:close/>
                <a:moveTo>
                  <a:pt x="402" y="551"/>
                </a:moveTo>
                <a:cubicBezTo>
                  <a:pt x="402" y="555"/>
                  <a:pt x="402" y="555"/>
                  <a:pt x="402" y="555"/>
                </a:cubicBezTo>
                <a:cubicBezTo>
                  <a:pt x="402" y="555"/>
                  <a:pt x="402" y="555"/>
                  <a:pt x="402" y="555"/>
                </a:cubicBezTo>
                <a:cubicBezTo>
                  <a:pt x="402" y="551"/>
                  <a:pt x="402" y="551"/>
                  <a:pt x="402" y="551"/>
                </a:cubicBezTo>
                <a:cubicBezTo>
                  <a:pt x="402" y="551"/>
                  <a:pt x="402" y="551"/>
                  <a:pt x="402" y="551"/>
                </a:cubicBezTo>
                <a:close/>
                <a:moveTo>
                  <a:pt x="402" y="563"/>
                </a:moveTo>
                <a:cubicBezTo>
                  <a:pt x="402" y="568"/>
                  <a:pt x="402" y="568"/>
                  <a:pt x="402" y="568"/>
                </a:cubicBezTo>
                <a:cubicBezTo>
                  <a:pt x="402" y="568"/>
                  <a:pt x="402" y="568"/>
                  <a:pt x="402" y="568"/>
                </a:cubicBezTo>
                <a:cubicBezTo>
                  <a:pt x="402" y="563"/>
                  <a:pt x="402" y="563"/>
                  <a:pt x="402" y="563"/>
                </a:cubicBezTo>
                <a:cubicBezTo>
                  <a:pt x="402" y="563"/>
                  <a:pt x="402" y="563"/>
                  <a:pt x="402" y="563"/>
                </a:cubicBezTo>
                <a:close/>
                <a:moveTo>
                  <a:pt x="402" y="576"/>
                </a:moveTo>
                <a:cubicBezTo>
                  <a:pt x="402" y="580"/>
                  <a:pt x="402" y="580"/>
                  <a:pt x="402" y="580"/>
                </a:cubicBezTo>
                <a:cubicBezTo>
                  <a:pt x="402" y="580"/>
                  <a:pt x="402" y="580"/>
                  <a:pt x="402" y="580"/>
                </a:cubicBezTo>
                <a:cubicBezTo>
                  <a:pt x="402" y="576"/>
                  <a:pt x="402" y="576"/>
                  <a:pt x="402" y="576"/>
                </a:cubicBezTo>
                <a:cubicBezTo>
                  <a:pt x="402" y="576"/>
                  <a:pt x="402" y="576"/>
                  <a:pt x="402" y="576"/>
                </a:cubicBezTo>
                <a:close/>
                <a:moveTo>
                  <a:pt x="402" y="588"/>
                </a:moveTo>
                <a:cubicBezTo>
                  <a:pt x="402" y="593"/>
                  <a:pt x="402" y="593"/>
                  <a:pt x="402" y="593"/>
                </a:cubicBezTo>
                <a:cubicBezTo>
                  <a:pt x="402" y="593"/>
                  <a:pt x="402" y="593"/>
                  <a:pt x="402" y="593"/>
                </a:cubicBezTo>
                <a:cubicBezTo>
                  <a:pt x="402" y="588"/>
                  <a:pt x="402" y="588"/>
                  <a:pt x="402" y="588"/>
                </a:cubicBezTo>
                <a:cubicBezTo>
                  <a:pt x="402" y="588"/>
                  <a:pt x="402" y="588"/>
                  <a:pt x="402" y="588"/>
                </a:cubicBezTo>
                <a:close/>
                <a:moveTo>
                  <a:pt x="402" y="601"/>
                </a:moveTo>
                <a:cubicBezTo>
                  <a:pt x="402" y="605"/>
                  <a:pt x="402" y="605"/>
                  <a:pt x="402" y="605"/>
                </a:cubicBezTo>
                <a:cubicBezTo>
                  <a:pt x="402" y="605"/>
                  <a:pt x="402" y="605"/>
                  <a:pt x="402" y="605"/>
                </a:cubicBezTo>
                <a:cubicBezTo>
                  <a:pt x="402" y="601"/>
                  <a:pt x="402" y="601"/>
                  <a:pt x="402" y="601"/>
                </a:cubicBezTo>
                <a:cubicBezTo>
                  <a:pt x="402" y="601"/>
                  <a:pt x="402" y="601"/>
                  <a:pt x="402" y="601"/>
                </a:cubicBezTo>
                <a:close/>
                <a:moveTo>
                  <a:pt x="402" y="611"/>
                </a:moveTo>
                <a:cubicBezTo>
                  <a:pt x="402" y="617"/>
                  <a:pt x="402" y="617"/>
                  <a:pt x="402" y="617"/>
                </a:cubicBezTo>
                <a:cubicBezTo>
                  <a:pt x="402" y="617"/>
                  <a:pt x="402" y="617"/>
                  <a:pt x="402" y="617"/>
                </a:cubicBezTo>
                <a:cubicBezTo>
                  <a:pt x="402" y="611"/>
                  <a:pt x="402" y="611"/>
                  <a:pt x="402" y="611"/>
                </a:cubicBezTo>
                <a:cubicBezTo>
                  <a:pt x="402" y="611"/>
                  <a:pt x="402" y="611"/>
                  <a:pt x="402" y="611"/>
                </a:cubicBezTo>
                <a:close/>
                <a:moveTo>
                  <a:pt x="402" y="624"/>
                </a:moveTo>
                <a:cubicBezTo>
                  <a:pt x="402" y="639"/>
                  <a:pt x="402" y="639"/>
                  <a:pt x="402" y="639"/>
                </a:cubicBezTo>
                <a:cubicBezTo>
                  <a:pt x="402" y="639"/>
                  <a:pt x="402" y="639"/>
                  <a:pt x="402" y="639"/>
                </a:cubicBezTo>
                <a:cubicBezTo>
                  <a:pt x="402" y="624"/>
                  <a:pt x="402" y="624"/>
                  <a:pt x="402" y="624"/>
                </a:cubicBezTo>
                <a:cubicBezTo>
                  <a:pt x="402" y="624"/>
                  <a:pt x="402" y="624"/>
                  <a:pt x="402" y="624"/>
                </a:cubicBezTo>
                <a:close/>
                <a:moveTo>
                  <a:pt x="402" y="749"/>
                </a:moveTo>
                <a:cubicBezTo>
                  <a:pt x="402" y="757"/>
                  <a:pt x="402" y="757"/>
                  <a:pt x="402" y="757"/>
                </a:cubicBezTo>
                <a:cubicBezTo>
                  <a:pt x="402" y="757"/>
                  <a:pt x="402" y="757"/>
                  <a:pt x="402" y="757"/>
                </a:cubicBezTo>
                <a:cubicBezTo>
                  <a:pt x="402" y="749"/>
                  <a:pt x="402" y="749"/>
                  <a:pt x="402" y="749"/>
                </a:cubicBezTo>
                <a:cubicBezTo>
                  <a:pt x="402" y="749"/>
                  <a:pt x="402" y="749"/>
                  <a:pt x="402" y="749"/>
                </a:cubicBezTo>
                <a:close/>
                <a:moveTo>
                  <a:pt x="402" y="764"/>
                </a:moveTo>
                <a:cubicBezTo>
                  <a:pt x="402" y="779"/>
                  <a:pt x="402" y="779"/>
                  <a:pt x="402" y="779"/>
                </a:cubicBezTo>
                <a:cubicBezTo>
                  <a:pt x="402" y="779"/>
                  <a:pt x="402" y="779"/>
                  <a:pt x="402" y="779"/>
                </a:cubicBezTo>
                <a:cubicBezTo>
                  <a:pt x="402" y="763"/>
                  <a:pt x="402" y="763"/>
                  <a:pt x="402" y="763"/>
                </a:cubicBezTo>
                <a:lnTo>
                  <a:pt x="402" y="764"/>
                </a:lnTo>
                <a:close/>
                <a:moveTo>
                  <a:pt x="400" y="0"/>
                </a:moveTo>
                <a:cubicBezTo>
                  <a:pt x="402" y="0"/>
                  <a:pt x="402" y="0"/>
                  <a:pt x="402" y="0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9"/>
                  <a:pt x="401" y="9"/>
                  <a:pt x="400" y="9"/>
                </a:cubicBezTo>
                <a:cubicBezTo>
                  <a:pt x="400" y="0"/>
                  <a:pt x="400" y="0"/>
                  <a:pt x="400" y="0"/>
                </a:cubicBezTo>
                <a:close/>
                <a:moveTo>
                  <a:pt x="402" y="794"/>
                </a:moveTo>
                <a:cubicBezTo>
                  <a:pt x="400" y="794"/>
                  <a:pt x="400" y="794"/>
                  <a:pt x="400" y="794"/>
                </a:cubicBezTo>
                <a:cubicBezTo>
                  <a:pt x="400" y="786"/>
                  <a:pt x="400" y="786"/>
                  <a:pt x="400" y="786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94"/>
                  <a:pt x="402" y="794"/>
                  <a:pt x="402" y="794"/>
                </a:cubicBezTo>
                <a:close/>
                <a:moveTo>
                  <a:pt x="402" y="32"/>
                </a:moveTo>
                <a:cubicBezTo>
                  <a:pt x="402" y="46"/>
                  <a:pt x="402" y="46"/>
                  <a:pt x="402" y="46"/>
                </a:cubicBezTo>
                <a:cubicBezTo>
                  <a:pt x="402" y="46"/>
                  <a:pt x="401" y="46"/>
                  <a:pt x="400" y="46"/>
                </a:cubicBezTo>
                <a:cubicBezTo>
                  <a:pt x="400" y="29"/>
                  <a:pt x="400" y="29"/>
                  <a:pt x="400" y="29"/>
                </a:cubicBezTo>
                <a:cubicBezTo>
                  <a:pt x="401" y="30"/>
                  <a:pt x="402" y="31"/>
                  <a:pt x="402" y="32"/>
                </a:cubicBezTo>
                <a:close/>
                <a:moveTo>
                  <a:pt x="402" y="165"/>
                </a:moveTo>
                <a:cubicBezTo>
                  <a:pt x="402" y="171"/>
                  <a:pt x="402" y="171"/>
                  <a:pt x="402" y="171"/>
                </a:cubicBezTo>
                <a:cubicBezTo>
                  <a:pt x="402" y="171"/>
                  <a:pt x="401" y="170"/>
                  <a:pt x="400" y="170"/>
                </a:cubicBezTo>
                <a:cubicBezTo>
                  <a:pt x="400" y="165"/>
                  <a:pt x="400" y="165"/>
                  <a:pt x="400" y="165"/>
                </a:cubicBezTo>
                <a:cubicBezTo>
                  <a:pt x="402" y="165"/>
                  <a:pt x="402" y="165"/>
                  <a:pt x="402" y="165"/>
                </a:cubicBezTo>
                <a:close/>
                <a:moveTo>
                  <a:pt x="402" y="185"/>
                </a:moveTo>
                <a:cubicBezTo>
                  <a:pt x="402" y="192"/>
                  <a:pt x="402" y="192"/>
                  <a:pt x="402" y="192"/>
                </a:cubicBezTo>
                <a:cubicBezTo>
                  <a:pt x="402" y="192"/>
                  <a:pt x="401" y="192"/>
                  <a:pt x="400" y="192"/>
                </a:cubicBezTo>
                <a:cubicBezTo>
                  <a:pt x="400" y="182"/>
                  <a:pt x="400" y="182"/>
                  <a:pt x="400" y="182"/>
                </a:cubicBezTo>
                <a:cubicBezTo>
                  <a:pt x="401" y="183"/>
                  <a:pt x="402" y="184"/>
                  <a:pt x="402" y="185"/>
                </a:cubicBezTo>
                <a:close/>
                <a:moveTo>
                  <a:pt x="402" y="196"/>
                </a:moveTo>
                <a:cubicBezTo>
                  <a:pt x="402" y="200"/>
                  <a:pt x="402" y="200"/>
                  <a:pt x="402" y="200"/>
                </a:cubicBezTo>
                <a:cubicBezTo>
                  <a:pt x="402" y="200"/>
                  <a:pt x="401" y="200"/>
                  <a:pt x="400" y="201"/>
                </a:cubicBezTo>
                <a:cubicBezTo>
                  <a:pt x="400" y="197"/>
                  <a:pt x="400" y="197"/>
                  <a:pt x="400" y="197"/>
                </a:cubicBezTo>
                <a:cubicBezTo>
                  <a:pt x="401" y="197"/>
                  <a:pt x="402" y="196"/>
                  <a:pt x="402" y="196"/>
                </a:cubicBezTo>
                <a:close/>
                <a:moveTo>
                  <a:pt x="402" y="208"/>
                </a:moveTo>
                <a:cubicBezTo>
                  <a:pt x="402" y="213"/>
                  <a:pt x="402" y="213"/>
                  <a:pt x="402" y="213"/>
                </a:cubicBezTo>
                <a:cubicBezTo>
                  <a:pt x="400" y="213"/>
                  <a:pt x="400" y="213"/>
                  <a:pt x="400" y="213"/>
                </a:cubicBezTo>
                <a:cubicBezTo>
                  <a:pt x="400" y="209"/>
                  <a:pt x="400" y="209"/>
                  <a:pt x="400" y="209"/>
                </a:cubicBezTo>
                <a:cubicBezTo>
                  <a:pt x="402" y="208"/>
                  <a:pt x="402" y="208"/>
                  <a:pt x="402" y="208"/>
                </a:cubicBezTo>
                <a:close/>
                <a:moveTo>
                  <a:pt x="402" y="221"/>
                </a:moveTo>
                <a:cubicBezTo>
                  <a:pt x="402" y="225"/>
                  <a:pt x="402" y="225"/>
                  <a:pt x="402" y="225"/>
                </a:cubicBezTo>
                <a:cubicBezTo>
                  <a:pt x="402" y="225"/>
                  <a:pt x="401" y="225"/>
                  <a:pt x="400" y="225"/>
                </a:cubicBezTo>
                <a:cubicBezTo>
                  <a:pt x="400" y="221"/>
                  <a:pt x="400" y="221"/>
                  <a:pt x="400" y="221"/>
                </a:cubicBezTo>
                <a:cubicBezTo>
                  <a:pt x="401" y="221"/>
                  <a:pt x="402" y="221"/>
                  <a:pt x="402" y="221"/>
                </a:cubicBezTo>
                <a:close/>
                <a:moveTo>
                  <a:pt x="402" y="233"/>
                </a:moveTo>
                <a:cubicBezTo>
                  <a:pt x="402" y="238"/>
                  <a:pt x="402" y="238"/>
                  <a:pt x="402" y="238"/>
                </a:cubicBezTo>
                <a:cubicBezTo>
                  <a:pt x="400" y="238"/>
                  <a:pt x="400" y="238"/>
                  <a:pt x="400" y="238"/>
                </a:cubicBezTo>
                <a:cubicBezTo>
                  <a:pt x="400" y="234"/>
                  <a:pt x="400" y="234"/>
                  <a:pt x="400" y="234"/>
                </a:cubicBezTo>
                <a:cubicBezTo>
                  <a:pt x="402" y="233"/>
                  <a:pt x="402" y="233"/>
                  <a:pt x="402" y="233"/>
                </a:cubicBezTo>
                <a:close/>
                <a:moveTo>
                  <a:pt x="402" y="245"/>
                </a:moveTo>
                <a:cubicBezTo>
                  <a:pt x="402" y="250"/>
                  <a:pt x="402" y="250"/>
                  <a:pt x="402" y="250"/>
                </a:cubicBezTo>
                <a:cubicBezTo>
                  <a:pt x="402" y="250"/>
                  <a:pt x="401" y="250"/>
                  <a:pt x="400" y="250"/>
                </a:cubicBezTo>
                <a:cubicBezTo>
                  <a:pt x="400" y="246"/>
                  <a:pt x="400" y="246"/>
                  <a:pt x="400" y="246"/>
                </a:cubicBezTo>
                <a:cubicBezTo>
                  <a:pt x="401" y="246"/>
                  <a:pt x="402" y="246"/>
                  <a:pt x="402" y="245"/>
                </a:cubicBezTo>
                <a:close/>
                <a:moveTo>
                  <a:pt x="402" y="258"/>
                </a:moveTo>
                <a:cubicBezTo>
                  <a:pt x="402" y="262"/>
                  <a:pt x="402" y="262"/>
                  <a:pt x="402" y="262"/>
                </a:cubicBezTo>
                <a:cubicBezTo>
                  <a:pt x="402" y="262"/>
                  <a:pt x="401" y="262"/>
                  <a:pt x="400" y="262"/>
                </a:cubicBezTo>
                <a:cubicBezTo>
                  <a:pt x="400" y="258"/>
                  <a:pt x="400" y="258"/>
                  <a:pt x="400" y="258"/>
                </a:cubicBezTo>
                <a:cubicBezTo>
                  <a:pt x="402" y="258"/>
                  <a:pt x="402" y="258"/>
                  <a:pt x="402" y="258"/>
                </a:cubicBezTo>
                <a:close/>
                <a:moveTo>
                  <a:pt x="402" y="270"/>
                </a:moveTo>
                <a:cubicBezTo>
                  <a:pt x="402" y="275"/>
                  <a:pt x="402" y="275"/>
                  <a:pt x="402" y="275"/>
                </a:cubicBezTo>
                <a:cubicBezTo>
                  <a:pt x="400" y="275"/>
                  <a:pt x="400" y="275"/>
                  <a:pt x="400" y="275"/>
                </a:cubicBezTo>
                <a:cubicBezTo>
                  <a:pt x="400" y="271"/>
                  <a:pt x="400" y="271"/>
                  <a:pt x="400" y="271"/>
                </a:cubicBezTo>
                <a:cubicBezTo>
                  <a:pt x="401" y="271"/>
                  <a:pt x="402" y="271"/>
                  <a:pt x="402" y="270"/>
                </a:cubicBezTo>
                <a:close/>
                <a:moveTo>
                  <a:pt x="402" y="283"/>
                </a:moveTo>
                <a:cubicBezTo>
                  <a:pt x="402" y="287"/>
                  <a:pt x="402" y="287"/>
                  <a:pt x="402" y="287"/>
                </a:cubicBezTo>
                <a:cubicBezTo>
                  <a:pt x="402" y="287"/>
                  <a:pt x="401" y="287"/>
                  <a:pt x="400" y="287"/>
                </a:cubicBezTo>
                <a:cubicBezTo>
                  <a:pt x="400" y="284"/>
                  <a:pt x="400" y="284"/>
                  <a:pt x="400" y="284"/>
                </a:cubicBezTo>
                <a:cubicBezTo>
                  <a:pt x="401" y="283"/>
                  <a:pt x="402" y="283"/>
                  <a:pt x="402" y="283"/>
                </a:cubicBezTo>
                <a:close/>
                <a:moveTo>
                  <a:pt x="402" y="293"/>
                </a:moveTo>
                <a:cubicBezTo>
                  <a:pt x="402" y="304"/>
                  <a:pt x="402" y="304"/>
                  <a:pt x="402" y="304"/>
                </a:cubicBezTo>
                <a:cubicBezTo>
                  <a:pt x="402" y="303"/>
                  <a:pt x="401" y="302"/>
                  <a:pt x="400" y="301"/>
                </a:cubicBezTo>
                <a:cubicBezTo>
                  <a:pt x="400" y="293"/>
                  <a:pt x="400" y="293"/>
                  <a:pt x="400" y="293"/>
                </a:cubicBezTo>
                <a:cubicBezTo>
                  <a:pt x="402" y="293"/>
                  <a:pt x="402" y="293"/>
                  <a:pt x="402" y="293"/>
                </a:cubicBezTo>
                <a:close/>
                <a:moveTo>
                  <a:pt x="402" y="308"/>
                </a:moveTo>
                <a:cubicBezTo>
                  <a:pt x="402" y="311"/>
                  <a:pt x="402" y="311"/>
                  <a:pt x="402" y="311"/>
                </a:cubicBezTo>
                <a:cubicBezTo>
                  <a:pt x="402" y="311"/>
                  <a:pt x="401" y="311"/>
                  <a:pt x="400" y="311"/>
                </a:cubicBezTo>
                <a:cubicBezTo>
                  <a:pt x="400" y="308"/>
                  <a:pt x="400" y="308"/>
                  <a:pt x="400" y="308"/>
                </a:cubicBezTo>
                <a:cubicBezTo>
                  <a:pt x="401" y="308"/>
                  <a:pt x="402" y="308"/>
                  <a:pt x="402" y="308"/>
                </a:cubicBezTo>
                <a:close/>
                <a:moveTo>
                  <a:pt x="402" y="342"/>
                </a:moveTo>
                <a:cubicBezTo>
                  <a:pt x="402" y="436"/>
                  <a:pt x="402" y="436"/>
                  <a:pt x="402" y="436"/>
                </a:cubicBezTo>
                <a:cubicBezTo>
                  <a:pt x="400" y="434"/>
                  <a:pt x="400" y="434"/>
                  <a:pt x="400" y="434"/>
                </a:cubicBezTo>
                <a:cubicBezTo>
                  <a:pt x="400" y="336"/>
                  <a:pt x="400" y="336"/>
                  <a:pt x="400" y="336"/>
                </a:cubicBezTo>
                <a:cubicBezTo>
                  <a:pt x="401" y="338"/>
                  <a:pt x="401" y="340"/>
                  <a:pt x="402" y="342"/>
                </a:cubicBezTo>
                <a:close/>
                <a:moveTo>
                  <a:pt x="402" y="492"/>
                </a:move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506"/>
                  <a:pt x="402" y="506"/>
                  <a:pt x="402" y="506"/>
                </a:cubicBezTo>
                <a:cubicBezTo>
                  <a:pt x="402" y="504"/>
                  <a:pt x="401" y="503"/>
                  <a:pt x="400" y="501"/>
                </a:cubicBezTo>
                <a:cubicBezTo>
                  <a:pt x="400" y="493"/>
                  <a:pt x="400" y="493"/>
                  <a:pt x="400" y="493"/>
                </a:cubicBezTo>
                <a:cubicBezTo>
                  <a:pt x="401" y="492"/>
                  <a:pt x="402" y="492"/>
                  <a:pt x="402" y="492"/>
                </a:cubicBezTo>
                <a:close/>
                <a:moveTo>
                  <a:pt x="402" y="507"/>
                </a:moveTo>
                <a:cubicBezTo>
                  <a:pt x="402" y="510"/>
                  <a:pt x="402" y="510"/>
                  <a:pt x="402" y="510"/>
                </a:cubicBezTo>
                <a:cubicBezTo>
                  <a:pt x="400" y="510"/>
                  <a:pt x="400" y="510"/>
                  <a:pt x="400" y="510"/>
                </a:cubicBezTo>
                <a:cubicBezTo>
                  <a:pt x="400" y="507"/>
                  <a:pt x="400" y="507"/>
                  <a:pt x="400" y="507"/>
                </a:cubicBezTo>
                <a:cubicBezTo>
                  <a:pt x="401" y="507"/>
                  <a:pt x="402" y="507"/>
                  <a:pt x="402" y="507"/>
                </a:cubicBezTo>
                <a:close/>
                <a:moveTo>
                  <a:pt x="402" y="514"/>
                </a:moveTo>
                <a:cubicBezTo>
                  <a:pt x="402" y="518"/>
                  <a:pt x="402" y="518"/>
                  <a:pt x="402" y="518"/>
                </a:cubicBezTo>
                <a:cubicBezTo>
                  <a:pt x="402" y="518"/>
                  <a:pt x="401" y="518"/>
                  <a:pt x="400" y="518"/>
                </a:cubicBezTo>
                <a:cubicBezTo>
                  <a:pt x="400" y="515"/>
                  <a:pt x="400" y="515"/>
                  <a:pt x="400" y="515"/>
                </a:cubicBezTo>
                <a:cubicBezTo>
                  <a:pt x="401" y="515"/>
                  <a:pt x="402" y="514"/>
                  <a:pt x="402" y="514"/>
                </a:cubicBezTo>
                <a:close/>
                <a:moveTo>
                  <a:pt x="402" y="526"/>
                </a:moveTo>
                <a:cubicBezTo>
                  <a:pt x="402" y="531"/>
                  <a:pt x="402" y="531"/>
                  <a:pt x="402" y="531"/>
                </a:cubicBezTo>
                <a:cubicBezTo>
                  <a:pt x="400" y="531"/>
                  <a:pt x="400" y="531"/>
                  <a:pt x="400" y="531"/>
                </a:cubicBezTo>
                <a:cubicBezTo>
                  <a:pt x="400" y="527"/>
                  <a:pt x="400" y="527"/>
                  <a:pt x="400" y="527"/>
                </a:cubicBezTo>
                <a:cubicBezTo>
                  <a:pt x="402" y="526"/>
                  <a:pt x="402" y="526"/>
                  <a:pt x="402" y="526"/>
                </a:cubicBezTo>
                <a:close/>
                <a:moveTo>
                  <a:pt x="402" y="539"/>
                </a:moveTo>
                <a:cubicBezTo>
                  <a:pt x="402" y="544"/>
                  <a:pt x="402" y="544"/>
                  <a:pt x="402" y="544"/>
                </a:cubicBezTo>
                <a:cubicBezTo>
                  <a:pt x="400" y="544"/>
                  <a:pt x="400" y="544"/>
                  <a:pt x="400" y="544"/>
                </a:cubicBezTo>
                <a:cubicBezTo>
                  <a:pt x="400" y="540"/>
                  <a:pt x="400" y="540"/>
                  <a:pt x="400" y="540"/>
                </a:cubicBezTo>
                <a:cubicBezTo>
                  <a:pt x="401" y="539"/>
                  <a:pt x="402" y="539"/>
                  <a:pt x="402" y="539"/>
                </a:cubicBezTo>
                <a:close/>
                <a:moveTo>
                  <a:pt x="402" y="551"/>
                </a:moveTo>
                <a:cubicBezTo>
                  <a:pt x="402" y="555"/>
                  <a:pt x="402" y="555"/>
                  <a:pt x="402" y="555"/>
                </a:cubicBezTo>
                <a:cubicBezTo>
                  <a:pt x="402" y="555"/>
                  <a:pt x="401" y="555"/>
                  <a:pt x="400" y="556"/>
                </a:cubicBezTo>
                <a:cubicBezTo>
                  <a:pt x="400" y="551"/>
                  <a:pt x="400" y="551"/>
                  <a:pt x="400" y="551"/>
                </a:cubicBezTo>
                <a:cubicBezTo>
                  <a:pt x="402" y="551"/>
                  <a:pt x="402" y="551"/>
                  <a:pt x="402" y="551"/>
                </a:cubicBezTo>
                <a:close/>
                <a:moveTo>
                  <a:pt x="402" y="563"/>
                </a:moveTo>
                <a:cubicBezTo>
                  <a:pt x="402" y="568"/>
                  <a:pt x="402" y="568"/>
                  <a:pt x="402" y="568"/>
                </a:cubicBezTo>
                <a:cubicBezTo>
                  <a:pt x="400" y="568"/>
                  <a:pt x="400" y="568"/>
                  <a:pt x="400" y="568"/>
                </a:cubicBezTo>
                <a:cubicBezTo>
                  <a:pt x="400" y="564"/>
                  <a:pt x="400" y="564"/>
                  <a:pt x="400" y="564"/>
                </a:cubicBezTo>
                <a:cubicBezTo>
                  <a:pt x="402" y="563"/>
                  <a:pt x="402" y="563"/>
                  <a:pt x="402" y="563"/>
                </a:cubicBezTo>
                <a:close/>
                <a:moveTo>
                  <a:pt x="402" y="576"/>
                </a:moveTo>
                <a:cubicBezTo>
                  <a:pt x="402" y="580"/>
                  <a:pt x="402" y="580"/>
                  <a:pt x="402" y="580"/>
                </a:cubicBezTo>
                <a:cubicBezTo>
                  <a:pt x="402" y="580"/>
                  <a:pt x="401" y="580"/>
                  <a:pt x="400" y="580"/>
                </a:cubicBezTo>
                <a:cubicBezTo>
                  <a:pt x="400" y="577"/>
                  <a:pt x="400" y="577"/>
                  <a:pt x="400" y="577"/>
                </a:cubicBezTo>
                <a:cubicBezTo>
                  <a:pt x="401" y="576"/>
                  <a:pt x="402" y="576"/>
                  <a:pt x="402" y="576"/>
                </a:cubicBezTo>
                <a:close/>
                <a:moveTo>
                  <a:pt x="402" y="588"/>
                </a:moveTo>
                <a:cubicBezTo>
                  <a:pt x="402" y="593"/>
                  <a:pt x="402" y="593"/>
                  <a:pt x="402" y="593"/>
                </a:cubicBezTo>
                <a:cubicBezTo>
                  <a:pt x="400" y="593"/>
                  <a:pt x="400" y="593"/>
                  <a:pt x="400" y="593"/>
                </a:cubicBezTo>
                <a:cubicBezTo>
                  <a:pt x="400" y="589"/>
                  <a:pt x="400" y="589"/>
                  <a:pt x="400" y="589"/>
                </a:cubicBezTo>
                <a:cubicBezTo>
                  <a:pt x="402" y="588"/>
                  <a:pt x="402" y="588"/>
                  <a:pt x="402" y="588"/>
                </a:cubicBezTo>
                <a:close/>
                <a:moveTo>
                  <a:pt x="402" y="601"/>
                </a:moveTo>
                <a:cubicBezTo>
                  <a:pt x="402" y="605"/>
                  <a:pt x="402" y="605"/>
                  <a:pt x="402" y="605"/>
                </a:cubicBezTo>
                <a:cubicBezTo>
                  <a:pt x="402" y="605"/>
                  <a:pt x="401" y="605"/>
                  <a:pt x="400" y="605"/>
                </a:cubicBezTo>
                <a:cubicBezTo>
                  <a:pt x="400" y="602"/>
                  <a:pt x="400" y="602"/>
                  <a:pt x="400" y="602"/>
                </a:cubicBezTo>
                <a:cubicBezTo>
                  <a:pt x="401" y="601"/>
                  <a:pt x="402" y="601"/>
                  <a:pt x="402" y="601"/>
                </a:cubicBezTo>
                <a:close/>
                <a:moveTo>
                  <a:pt x="402" y="611"/>
                </a:moveTo>
                <a:cubicBezTo>
                  <a:pt x="402" y="617"/>
                  <a:pt x="402" y="617"/>
                  <a:pt x="402" y="617"/>
                </a:cubicBezTo>
                <a:cubicBezTo>
                  <a:pt x="402" y="617"/>
                  <a:pt x="401" y="617"/>
                  <a:pt x="400" y="617"/>
                </a:cubicBezTo>
                <a:cubicBezTo>
                  <a:pt x="400" y="612"/>
                  <a:pt x="400" y="612"/>
                  <a:pt x="400" y="612"/>
                </a:cubicBezTo>
                <a:cubicBezTo>
                  <a:pt x="402" y="611"/>
                  <a:pt x="402" y="611"/>
                  <a:pt x="402" y="611"/>
                </a:cubicBezTo>
                <a:close/>
                <a:moveTo>
                  <a:pt x="402" y="624"/>
                </a:moveTo>
                <a:cubicBezTo>
                  <a:pt x="402" y="639"/>
                  <a:pt x="402" y="639"/>
                  <a:pt x="402" y="639"/>
                </a:cubicBezTo>
                <a:cubicBezTo>
                  <a:pt x="400" y="639"/>
                  <a:pt x="400" y="639"/>
                  <a:pt x="400" y="639"/>
                </a:cubicBezTo>
                <a:cubicBezTo>
                  <a:pt x="400" y="634"/>
                  <a:pt x="400" y="634"/>
                  <a:pt x="400" y="634"/>
                </a:cubicBezTo>
                <a:cubicBezTo>
                  <a:pt x="401" y="634"/>
                  <a:pt x="401" y="634"/>
                  <a:pt x="402" y="634"/>
                </a:cubicBezTo>
                <a:cubicBezTo>
                  <a:pt x="401" y="633"/>
                  <a:pt x="401" y="632"/>
                  <a:pt x="400" y="631"/>
                </a:cubicBezTo>
                <a:cubicBezTo>
                  <a:pt x="400" y="620"/>
                  <a:pt x="400" y="620"/>
                  <a:pt x="400" y="620"/>
                </a:cubicBezTo>
                <a:cubicBezTo>
                  <a:pt x="401" y="622"/>
                  <a:pt x="402" y="622"/>
                  <a:pt x="402" y="624"/>
                </a:cubicBezTo>
                <a:close/>
                <a:moveTo>
                  <a:pt x="402" y="749"/>
                </a:moveTo>
                <a:cubicBezTo>
                  <a:pt x="402" y="757"/>
                  <a:pt x="402" y="757"/>
                  <a:pt x="402" y="757"/>
                </a:cubicBezTo>
                <a:cubicBezTo>
                  <a:pt x="402" y="757"/>
                  <a:pt x="401" y="757"/>
                  <a:pt x="400" y="757"/>
                </a:cubicBezTo>
                <a:cubicBezTo>
                  <a:pt x="400" y="749"/>
                  <a:pt x="400" y="749"/>
                  <a:pt x="400" y="749"/>
                </a:cubicBezTo>
                <a:cubicBezTo>
                  <a:pt x="401" y="749"/>
                  <a:pt x="402" y="749"/>
                  <a:pt x="402" y="749"/>
                </a:cubicBezTo>
                <a:close/>
                <a:moveTo>
                  <a:pt x="402" y="763"/>
                </a:moveTo>
                <a:cubicBezTo>
                  <a:pt x="402" y="779"/>
                  <a:pt x="402" y="779"/>
                  <a:pt x="402" y="779"/>
                </a:cubicBezTo>
                <a:cubicBezTo>
                  <a:pt x="402" y="777"/>
                  <a:pt x="401" y="777"/>
                  <a:pt x="400" y="775"/>
                </a:cubicBezTo>
                <a:cubicBezTo>
                  <a:pt x="400" y="760"/>
                  <a:pt x="400" y="760"/>
                  <a:pt x="400" y="760"/>
                </a:cubicBezTo>
                <a:lnTo>
                  <a:pt x="402" y="763"/>
                </a:lnTo>
                <a:close/>
                <a:moveTo>
                  <a:pt x="393" y="0"/>
                </a:moveTo>
                <a:cubicBezTo>
                  <a:pt x="400" y="0"/>
                  <a:pt x="400" y="0"/>
                  <a:pt x="400" y="0"/>
                </a:cubicBezTo>
                <a:cubicBezTo>
                  <a:pt x="400" y="9"/>
                  <a:pt x="400" y="9"/>
                  <a:pt x="400" y="9"/>
                </a:cubicBezTo>
                <a:cubicBezTo>
                  <a:pt x="398" y="9"/>
                  <a:pt x="396" y="8"/>
                  <a:pt x="393" y="8"/>
                </a:cubicBezTo>
                <a:cubicBezTo>
                  <a:pt x="393" y="0"/>
                  <a:pt x="393" y="0"/>
                  <a:pt x="393" y="0"/>
                </a:cubicBezTo>
                <a:close/>
                <a:moveTo>
                  <a:pt x="400" y="794"/>
                </a:moveTo>
                <a:cubicBezTo>
                  <a:pt x="398" y="794"/>
                  <a:pt x="395" y="794"/>
                  <a:pt x="393" y="794"/>
                </a:cubicBezTo>
                <a:cubicBezTo>
                  <a:pt x="393" y="787"/>
                  <a:pt x="393" y="787"/>
                  <a:pt x="393" y="787"/>
                </a:cubicBezTo>
                <a:cubicBezTo>
                  <a:pt x="394" y="787"/>
                  <a:pt x="394" y="787"/>
                  <a:pt x="394" y="787"/>
                </a:cubicBezTo>
                <a:cubicBezTo>
                  <a:pt x="396" y="787"/>
                  <a:pt x="398" y="787"/>
                  <a:pt x="400" y="786"/>
                </a:cubicBezTo>
                <a:cubicBezTo>
                  <a:pt x="400" y="794"/>
                  <a:pt x="400" y="794"/>
                  <a:pt x="400" y="794"/>
                </a:cubicBezTo>
                <a:close/>
                <a:moveTo>
                  <a:pt x="400" y="29"/>
                </a:moveTo>
                <a:cubicBezTo>
                  <a:pt x="400" y="46"/>
                  <a:pt x="400" y="46"/>
                  <a:pt x="400" y="46"/>
                </a:cubicBezTo>
                <a:cubicBezTo>
                  <a:pt x="398" y="46"/>
                  <a:pt x="395" y="46"/>
                  <a:pt x="393" y="46"/>
                </a:cubicBezTo>
                <a:cubicBezTo>
                  <a:pt x="393" y="38"/>
                  <a:pt x="393" y="38"/>
                  <a:pt x="393" y="38"/>
                </a:cubicBezTo>
                <a:cubicBezTo>
                  <a:pt x="394" y="38"/>
                  <a:pt x="394" y="37"/>
                  <a:pt x="395" y="37"/>
                </a:cubicBezTo>
                <a:cubicBezTo>
                  <a:pt x="394" y="36"/>
                  <a:pt x="394" y="36"/>
                  <a:pt x="393" y="35"/>
                </a:cubicBezTo>
                <a:cubicBezTo>
                  <a:pt x="393" y="18"/>
                  <a:pt x="393" y="18"/>
                  <a:pt x="393" y="18"/>
                </a:cubicBezTo>
                <a:cubicBezTo>
                  <a:pt x="395" y="21"/>
                  <a:pt x="397" y="24"/>
                  <a:pt x="400" y="29"/>
                </a:cubicBezTo>
                <a:close/>
                <a:moveTo>
                  <a:pt x="400" y="165"/>
                </a:moveTo>
                <a:cubicBezTo>
                  <a:pt x="400" y="170"/>
                  <a:pt x="400" y="170"/>
                  <a:pt x="400" y="170"/>
                </a:cubicBezTo>
                <a:cubicBezTo>
                  <a:pt x="398" y="170"/>
                  <a:pt x="396" y="170"/>
                  <a:pt x="393" y="170"/>
                </a:cubicBezTo>
                <a:cubicBezTo>
                  <a:pt x="393" y="165"/>
                  <a:pt x="393" y="165"/>
                  <a:pt x="393" y="165"/>
                </a:cubicBezTo>
                <a:cubicBezTo>
                  <a:pt x="395" y="165"/>
                  <a:pt x="398" y="165"/>
                  <a:pt x="400" y="165"/>
                </a:cubicBezTo>
                <a:close/>
                <a:moveTo>
                  <a:pt x="400" y="182"/>
                </a:moveTo>
                <a:cubicBezTo>
                  <a:pt x="400" y="192"/>
                  <a:pt x="400" y="192"/>
                  <a:pt x="400" y="192"/>
                </a:cubicBezTo>
                <a:cubicBezTo>
                  <a:pt x="399" y="192"/>
                  <a:pt x="397" y="192"/>
                  <a:pt x="393" y="192"/>
                </a:cubicBezTo>
                <a:cubicBezTo>
                  <a:pt x="393" y="188"/>
                  <a:pt x="393" y="188"/>
                  <a:pt x="393" y="188"/>
                </a:cubicBezTo>
                <a:cubicBezTo>
                  <a:pt x="395" y="188"/>
                  <a:pt x="395" y="188"/>
                  <a:pt x="395" y="188"/>
                </a:cubicBezTo>
                <a:cubicBezTo>
                  <a:pt x="394" y="186"/>
                  <a:pt x="394" y="186"/>
                  <a:pt x="393" y="184"/>
                </a:cubicBezTo>
                <a:cubicBezTo>
                  <a:pt x="393" y="173"/>
                  <a:pt x="393" y="173"/>
                  <a:pt x="393" y="173"/>
                </a:cubicBezTo>
                <a:cubicBezTo>
                  <a:pt x="395" y="175"/>
                  <a:pt x="397" y="179"/>
                  <a:pt x="400" y="182"/>
                </a:cubicBezTo>
                <a:close/>
                <a:moveTo>
                  <a:pt x="400" y="197"/>
                </a:moveTo>
                <a:cubicBezTo>
                  <a:pt x="400" y="201"/>
                  <a:pt x="400" y="201"/>
                  <a:pt x="400" y="201"/>
                </a:cubicBezTo>
                <a:cubicBezTo>
                  <a:pt x="397" y="201"/>
                  <a:pt x="395" y="201"/>
                  <a:pt x="393" y="202"/>
                </a:cubicBezTo>
                <a:cubicBezTo>
                  <a:pt x="393" y="199"/>
                  <a:pt x="393" y="199"/>
                  <a:pt x="393" y="199"/>
                </a:cubicBezTo>
                <a:cubicBezTo>
                  <a:pt x="395" y="198"/>
                  <a:pt x="398" y="198"/>
                  <a:pt x="400" y="197"/>
                </a:cubicBezTo>
                <a:close/>
                <a:moveTo>
                  <a:pt x="400" y="209"/>
                </a:moveTo>
                <a:cubicBezTo>
                  <a:pt x="400" y="213"/>
                  <a:pt x="400" y="213"/>
                  <a:pt x="400" y="213"/>
                </a:cubicBezTo>
                <a:cubicBezTo>
                  <a:pt x="393" y="215"/>
                  <a:pt x="393" y="215"/>
                  <a:pt x="393" y="215"/>
                </a:cubicBezTo>
                <a:cubicBezTo>
                  <a:pt x="393" y="211"/>
                  <a:pt x="393" y="211"/>
                  <a:pt x="393" y="211"/>
                </a:cubicBezTo>
                <a:cubicBezTo>
                  <a:pt x="395" y="210"/>
                  <a:pt x="398" y="209"/>
                  <a:pt x="400" y="209"/>
                </a:cubicBezTo>
                <a:close/>
                <a:moveTo>
                  <a:pt x="400" y="221"/>
                </a:moveTo>
                <a:cubicBezTo>
                  <a:pt x="400" y="225"/>
                  <a:pt x="400" y="225"/>
                  <a:pt x="400" y="225"/>
                </a:cubicBezTo>
                <a:cubicBezTo>
                  <a:pt x="397" y="226"/>
                  <a:pt x="395" y="226"/>
                  <a:pt x="393" y="227"/>
                </a:cubicBezTo>
                <a:cubicBezTo>
                  <a:pt x="393" y="223"/>
                  <a:pt x="393" y="223"/>
                  <a:pt x="393" y="223"/>
                </a:cubicBezTo>
                <a:cubicBezTo>
                  <a:pt x="397" y="222"/>
                  <a:pt x="399" y="222"/>
                  <a:pt x="400" y="221"/>
                </a:cubicBezTo>
                <a:close/>
                <a:moveTo>
                  <a:pt x="400" y="234"/>
                </a:moveTo>
                <a:cubicBezTo>
                  <a:pt x="400" y="238"/>
                  <a:pt x="400" y="238"/>
                  <a:pt x="400" y="238"/>
                </a:cubicBezTo>
                <a:cubicBezTo>
                  <a:pt x="393" y="239"/>
                  <a:pt x="393" y="239"/>
                  <a:pt x="393" y="239"/>
                </a:cubicBezTo>
                <a:cubicBezTo>
                  <a:pt x="393" y="235"/>
                  <a:pt x="393" y="235"/>
                  <a:pt x="393" y="235"/>
                </a:cubicBezTo>
                <a:cubicBezTo>
                  <a:pt x="395" y="235"/>
                  <a:pt x="398" y="234"/>
                  <a:pt x="400" y="234"/>
                </a:cubicBezTo>
                <a:close/>
                <a:moveTo>
                  <a:pt x="400" y="246"/>
                </a:moveTo>
                <a:cubicBezTo>
                  <a:pt x="400" y="250"/>
                  <a:pt x="400" y="250"/>
                  <a:pt x="400" y="250"/>
                </a:cubicBezTo>
                <a:cubicBezTo>
                  <a:pt x="397" y="251"/>
                  <a:pt x="395" y="252"/>
                  <a:pt x="393" y="252"/>
                </a:cubicBezTo>
                <a:cubicBezTo>
                  <a:pt x="393" y="248"/>
                  <a:pt x="393" y="248"/>
                  <a:pt x="393" y="248"/>
                </a:cubicBezTo>
                <a:cubicBezTo>
                  <a:pt x="396" y="247"/>
                  <a:pt x="398" y="247"/>
                  <a:pt x="400" y="246"/>
                </a:cubicBezTo>
                <a:close/>
                <a:moveTo>
                  <a:pt x="400" y="258"/>
                </a:moveTo>
                <a:cubicBezTo>
                  <a:pt x="400" y="262"/>
                  <a:pt x="400" y="262"/>
                  <a:pt x="400" y="262"/>
                </a:cubicBezTo>
                <a:cubicBezTo>
                  <a:pt x="397" y="263"/>
                  <a:pt x="395" y="263"/>
                  <a:pt x="393" y="264"/>
                </a:cubicBezTo>
                <a:cubicBezTo>
                  <a:pt x="393" y="260"/>
                  <a:pt x="393" y="260"/>
                  <a:pt x="393" y="260"/>
                </a:cubicBezTo>
                <a:cubicBezTo>
                  <a:pt x="395" y="260"/>
                  <a:pt x="398" y="259"/>
                  <a:pt x="400" y="258"/>
                </a:cubicBezTo>
                <a:close/>
                <a:moveTo>
                  <a:pt x="400" y="271"/>
                </a:moveTo>
                <a:cubicBezTo>
                  <a:pt x="400" y="275"/>
                  <a:pt x="400" y="275"/>
                  <a:pt x="400" y="275"/>
                </a:cubicBezTo>
                <a:cubicBezTo>
                  <a:pt x="397" y="275"/>
                  <a:pt x="395" y="276"/>
                  <a:pt x="393" y="277"/>
                </a:cubicBezTo>
                <a:cubicBezTo>
                  <a:pt x="393" y="273"/>
                  <a:pt x="393" y="273"/>
                  <a:pt x="393" y="273"/>
                </a:cubicBezTo>
                <a:cubicBezTo>
                  <a:pt x="396" y="272"/>
                  <a:pt x="398" y="272"/>
                  <a:pt x="400" y="271"/>
                </a:cubicBezTo>
                <a:close/>
                <a:moveTo>
                  <a:pt x="400" y="284"/>
                </a:moveTo>
                <a:cubicBezTo>
                  <a:pt x="400" y="287"/>
                  <a:pt x="400" y="287"/>
                  <a:pt x="400" y="287"/>
                </a:cubicBezTo>
                <a:cubicBezTo>
                  <a:pt x="398" y="288"/>
                  <a:pt x="395" y="288"/>
                  <a:pt x="393" y="289"/>
                </a:cubicBezTo>
                <a:cubicBezTo>
                  <a:pt x="393" y="285"/>
                  <a:pt x="393" y="285"/>
                  <a:pt x="393" y="285"/>
                </a:cubicBezTo>
                <a:cubicBezTo>
                  <a:pt x="397" y="285"/>
                  <a:pt x="399" y="284"/>
                  <a:pt x="400" y="284"/>
                </a:cubicBezTo>
                <a:close/>
                <a:moveTo>
                  <a:pt x="400" y="293"/>
                </a:moveTo>
                <a:cubicBezTo>
                  <a:pt x="400" y="301"/>
                  <a:pt x="400" y="301"/>
                  <a:pt x="400" y="301"/>
                </a:cubicBezTo>
                <a:cubicBezTo>
                  <a:pt x="399" y="299"/>
                  <a:pt x="397" y="298"/>
                  <a:pt x="393" y="298"/>
                </a:cubicBezTo>
                <a:cubicBezTo>
                  <a:pt x="393" y="293"/>
                  <a:pt x="393" y="293"/>
                  <a:pt x="393" y="293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400" y="308"/>
                </a:moveTo>
                <a:cubicBezTo>
                  <a:pt x="400" y="311"/>
                  <a:pt x="400" y="311"/>
                  <a:pt x="400" y="311"/>
                </a:cubicBezTo>
                <a:cubicBezTo>
                  <a:pt x="398" y="311"/>
                  <a:pt x="395" y="311"/>
                  <a:pt x="393" y="311"/>
                </a:cubicBezTo>
                <a:cubicBezTo>
                  <a:pt x="393" y="303"/>
                  <a:pt x="393" y="303"/>
                  <a:pt x="393" y="303"/>
                </a:cubicBezTo>
                <a:cubicBezTo>
                  <a:pt x="395" y="305"/>
                  <a:pt x="396" y="308"/>
                  <a:pt x="398" y="309"/>
                </a:cubicBezTo>
                <a:cubicBezTo>
                  <a:pt x="400" y="308"/>
                  <a:pt x="400" y="308"/>
                  <a:pt x="400" y="308"/>
                </a:cubicBezTo>
                <a:close/>
                <a:moveTo>
                  <a:pt x="400" y="336"/>
                </a:moveTo>
                <a:cubicBezTo>
                  <a:pt x="400" y="434"/>
                  <a:pt x="400" y="434"/>
                  <a:pt x="400" y="434"/>
                </a:cubicBezTo>
                <a:cubicBezTo>
                  <a:pt x="397" y="432"/>
                  <a:pt x="397" y="432"/>
                  <a:pt x="397" y="432"/>
                </a:cubicBezTo>
                <a:cubicBezTo>
                  <a:pt x="393" y="434"/>
                  <a:pt x="393" y="434"/>
                  <a:pt x="393" y="434"/>
                </a:cubicBezTo>
                <a:cubicBezTo>
                  <a:pt x="393" y="338"/>
                  <a:pt x="393" y="338"/>
                  <a:pt x="393" y="338"/>
                </a:cubicBezTo>
                <a:cubicBezTo>
                  <a:pt x="397" y="328"/>
                  <a:pt x="397" y="328"/>
                  <a:pt x="397" y="328"/>
                </a:cubicBezTo>
                <a:cubicBezTo>
                  <a:pt x="398" y="330"/>
                  <a:pt x="398" y="331"/>
                  <a:pt x="400" y="336"/>
                </a:cubicBezTo>
                <a:close/>
                <a:moveTo>
                  <a:pt x="400" y="493"/>
                </a:moveTo>
                <a:cubicBezTo>
                  <a:pt x="400" y="501"/>
                  <a:pt x="400" y="501"/>
                  <a:pt x="400" y="501"/>
                </a:cubicBezTo>
                <a:cubicBezTo>
                  <a:pt x="399" y="499"/>
                  <a:pt x="397" y="497"/>
                  <a:pt x="393" y="496"/>
                </a:cubicBezTo>
                <a:cubicBezTo>
                  <a:pt x="393" y="493"/>
                  <a:pt x="393" y="493"/>
                  <a:pt x="393" y="493"/>
                </a:cubicBezTo>
                <a:cubicBezTo>
                  <a:pt x="397" y="493"/>
                  <a:pt x="397" y="493"/>
                  <a:pt x="397" y="493"/>
                </a:cubicBezTo>
                <a:cubicBezTo>
                  <a:pt x="398" y="493"/>
                  <a:pt x="399" y="493"/>
                  <a:pt x="400" y="493"/>
                </a:cubicBezTo>
                <a:close/>
                <a:moveTo>
                  <a:pt x="400" y="507"/>
                </a:moveTo>
                <a:cubicBezTo>
                  <a:pt x="400" y="510"/>
                  <a:pt x="400" y="510"/>
                  <a:pt x="400" y="510"/>
                </a:cubicBezTo>
                <a:cubicBezTo>
                  <a:pt x="398" y="510"/>
                  <a:pt x="395" y="511"/>
                  <a:pt x="393" y="511"/>
                </a:cubicBezTo>
                <a:cubicBezTo>
                  <a:pt x="393" y="503"/>
                  <a:pt x="393" y="503"/>
                  <a:pt x="393" y="503"/>
                </a:cubicBezTo>
                <a:cubicBezTo>
                  <a:pt x="394" y="505"/>
                  <a:pt x="396" y="506"/>
                  <a:pt x="398" y="508"/>
                </a:cubicBezTo>
                <a:cubicBezTo>
                  <a:pt x="399" y="508"/>
                  <a:pt x="399" y="507"/>
                  <a:pt x="400" y="507"/>
                </a:cubicBezTo>
                <a:close/>
                <a:moveTo>
                  <a:pt x="400" y="515"/>
                </a:moveTo>
                <a:cubicBezTo>
                  <a:pt x="400" y="518"/>
                  <a:pt x="400" y="518"/>
                  <a:pt x="400" y="518"/>
                </a:cubicBezTo>
                <a:cubicBezTo>
                  <a:pt x="397" y="519"/>
                  <a:pt x="395" y="520"/>
                  <a:pt x="393" y="520"/>
                </a:cubicBezTo>
                <a:cubicBezTo>
                  <a:pt x="393" y="516"/>
                  <a:pt x="393" y="516"/>
                  <a:pt x="393" y="516"/>
                </a:cubicBezTo>
                <a:cubicBezTo>
                  <a:pt x="395" y="516"/>
                  <a:pt x="398" y="516"/>
                  <a:pt x="400" y="515"/>
                </a:cubicBezTo>
                <a:close/>
                <a:moveTo>
                  <a:pt x="400" y="527"/>
                </a:moveTo>
                <a:cubicBezTo>
                  <a:pt x="400" y="531"/>
                  <a:pt x="400" y="531"/>
                  <a:pt x="400" y="531"/>
                </a:cubicBezTo>
                <a:cubicBezTo>
                  <a:pt x="393" y="533"/>
                  <a:pt x="393" y="533"/>
                  <a:pt x="393" y="533"/>
                </a:cubicBezTo>
                <a:cubicBezTo>
                  <a:pt x="393" y="528"/>
                  <a:pt x="393" y="528"/>
                  <a:pt x="393" y="528"/>
                </a:cubicBezTo>
                <a:cubicBezTo>
                  <a:pt x="395" y="528"/>
                  <a:pt x="398" y="527"/>
                  <a:pt x="400" y="527"/>
                </a:cubicBezTo>
                <a:close/>
                <a:moveTo>
                  <a:pt x="400" y="540"/>
                </a:moveTo>
                <a:cubicBezTo>
                  <a:pt x="400" y="544"/>
                  <a:pt x="400" y="544"/>
                  <a:pt x="400" y="544"/>
                </a:cubicBezTo>
                <a:cubicBezTo>
                  <a:pt x="398" y="544"/>
                  <a:pt x="395" y="545"/>
                  <a:pt x="393" y="545"/>
                </a:cubicBezTo>
                <a:cubicBezTo>
                  <a:pt x="393" y="541"/>
                  <a:pt x="393" y="541"/>
                  <a:pt x="393" y="541"/>
                </a:cubicBezTo>
                <a:cubicBezTo>
                  <a:pt x="396" y="540"/>
                  <a:pt x="398" y="540"/>
                  <a:pt x="400" y="540"/>
                </a:cubicBezTo>
                <a:close/>
                <a:moveTo>
                  <a:pt x="400" y="551"/>
                </a:moveTo>
                <a:cubicBezTo>
                  <a:pt x="400" y="556"/>
                  <a:pt x="400" y="556"/>
                  <a:pt x="400" y="556"/>
                </a:cubicBezTo>
                <a:cubicBezTo>
                  <a:pt x="397" y="556"/>
                  <a:pt x="395" y="556"/>
                  <a:pt x="393" y="557"/>
                </a:cubicBezTo>
                <a:cubicBezTo>
                  <a:pt x="393" y="553"/>
                  <a:pt x="393" y="553"/>
                  <a:pt x="393" y="553"/>
                </a:cubicBezTo>
                <a:cubicBezTo>
                  <a:pt x="395" y="552"/>
                  <a:pt x="398" y="552"/>
                  <a:pt x="400" y="551"/>
                </a:cubicBezTo>
                <a:close/>
                <a:moveTo>
                  <a:pt x="400" y="564"/>
                </a:moveTo>
                <a:cubicBezTo>
                  <a:pt x="400" y="568"/>
                  <a:pt x="400" y="568"/>
                  <a:pt x="400" y="568"/>
                </a:cubicBezTo>
                <a:cubicBezTo>
                  <a:pt x="397" y="569"/>
                  <a:pt x="395" y="569"/>
                  <a:pt x="393" y="569"/>
                </a:cubicBezTo>
                <a:cubicBezTo>
                  <a:pt x="393" y="565"/>
                  <a:pt x="393" y="565"/>
                  <a:pt x="393" y="565"/>
                </a:cubicBezTo>
                <a:cubicBezTo>
                  <a:pt x="400" y="564"/>
                  <a:pt x="400" y="564"/>
                  <a:pt x="400" y="564"/>
                </a:cubicBezTo>
                <a:close/>
                <a:moveTo>
                  <a:pt x="400" y="577"/>
                </a:moveTo>
                <a:cubicBezTo>
                  <a:pt x="400" y="580"/>
                  <a:pt x="400" y="580"/>
                  <a:pt x="400" y="580"/>
                </a:cubicBezTo>
                <a:cubicBezTo>
                  <a:pt x="397" y="581"/>
                  <a:pt x="395" y="581"/>
                  <a:pt x="393" y="582"/>
                </a:cubicBezTo>
                <a:cubicBezTo>
                  <a:pt x="393" y="578"/>
                  <a:pt x="393" y="578"/>
                  <a:pt x="393" y="578"/>
                </a:cubicBezTo>
                <a:cubicBezTo>
                  <a:pt x="397" y="578"/>
                  <a:pt x="399" y="577"/>
                  <a:pt x="400" y="577"/>
                </a:cubicBezTo>
                <a:close/>
                <a:moveTo>
                  <a:pt x="400" y="589"/>
                </a:moveTo>
                <a:cubicBezTo>
                  <a:pt x="400" y="593"/>
                  <a:pt x="400" y="593"/>
                  <a:pt x="400" y="593"/>
                </a:cubicBezTo>
                <a:cubicBezTo>
                  <a:pt x="398" y="594"/>
                  <a:pt x="395" y="594"/>
                  <a:pt x="393" y="595"/>
                </a:cubicBezTo>
                <a:cubicBezTo>
                  <a:pt x="393" y="591"/>
                  <a:pt x="393" y="591"/>
                  <a:pt x="393" y="591"/>
                </a:cubicBezTo>
                <a:cubicBezTo>
                  <a:pt x="395" y="590"/>
                  <a:pt x="398" y="590"/>
                  <a:pt x="400" y="589"/>
                </a:cubicBezTo>
                <a:close/>
                <a:moveTo>
                  <a:pt x="400" y="602"/>
                </a:moveTo>
                <a:cubicBezTo>
                  <a:pt x="400" y="605"/>
                  <a:pt x="400" y="605"/>
                  <a:pt x="400" y="605"/>
                </a:cubicBezTo>
                <a:cubicBezTo>
                  <a:pt x="398" y="606"/>
                  <a:pt x="395" y="607"/>
                  <a:pt x="393" y="607"/>
                </a:cubicBezTo>
                <a:cubicBezTo>
                  <a:pt x="393" y="603"/>
                  <a:pt x="393" y="603"/>
                  <a:pt x="393" y="603"/>
                </a:cubicBezTo>
                <a:cubicBezTo>
                  <a:pt x="396" y="603"/>
                  <a:pt x="398" y="602"/>
                  <a:pt x="400" y="602"/>
                </a:cubicBezTo>
                <a:close/>
                <a:moveTo>
                  <a:pt x="400" y="612"/>
                </a:moveTo>
                <a:cubicBezTo>
                  <a:pt x="400" y="617"/>
                  <a:pt x="400" y="617"/>
                  <a:pt x="400" y="617"/>
                </a:cubicBezTo>
                <a:cubicBezTo>
                  <a:pt x="400" y="618"/>
                  <a:pt x="399" y="618"/>
                  <a:pt x="399" y="618"/>
                </a:cubicBezTo>
                <a:cubicBezTo>
                  <a:pt x="399" y="619"/>
                  <a:pt x="400" y="620"/>
                  <a:pt x="400" y="620"/>
                </a:cubicBezTo>
                <a:cubicBezTo>
                  <a:pt x="400" y="631"/>
                  <a:pt x="400" y="631"/>
                  <a:pt x="400" y="631"/>
                </a:cubicBezTo>
                <a:cubicBezTo>
                  <a:pt x="397" y="626"/>
                  <a:pt x="396" y="623"/>
                  <a:pt x="393" y="620"/>
                </a:cubicBezTo>
                <a:cubicBezTo>
                  <a:pt x="393" y="612"/>
                  <a:pt x="393" y="612"/>
                  <a:pt x="393" y="612"/>
                </a:cubicBezTo>
                <a:cubicBezTo>
                  <a:pt x="395" y="612"/>
                  <a:pt x="398" y="612"/>
                  <a:pt x="400" y="612"/>
                </a:cubicBezTo>
                <a:close/>
                <a:moveTo>
                  <a:pt x="400" y="634"/>
                </a:moveTo>
                <a:cubicBezTo>
                  <a:pt x="400" y="639"/>
                  <a:pt x="400" y="639"/>
                  <a:pt x="400" y="639"/>
                </a:cubicBezTo>
                <a:cubicBezTo>
                  <a:pt x="398" y="639"/>
                  <a:pt x="395" y="639"/>
                  <a:pt x="393" y="639"/>
                </a:cubicBezTo>
                <a:cubicBezTo>
                  <a:pt x="393" y="635"/>
                  <a:pt x="393" y="635"/>
                  <a:pt x="393" y="635"/>
                </a:cubicBezTo>
                <a:cubicBezTo>
                  <a:pt x="395" y="634"/>
                  <a:pt x="398" y="634"/>
                  <a:pt x="400" y="634"/>
                </a:cubicBezTo>
                <a:close/>
                <a:moveTo>
                  <a:pt x="400" y="749"/>
                </a:moveTo>
                <a:cubicBezTo>
                  <a:pt x="400" y="757"/>
                  <a:pt x="400" y="757"/>
                  <a:pt x="400" y="757"/>
                </a:cubicBezTo>
                <a:cubicBezTo>
                  <a:pt x="400" y="757"/>
                  <a:pt x="399" y="758"/>
                  <a:pt x="399" y="758"/>
                </a:cubicBezTo>
                <a:cubicBezTo>
                  <a:pt x="400" y="760"/>
                  <a:pt x="400" y="760"/>
                  <a:pt x="400" y="760"/>
                </a:cubicBezTo>
                <a:cubicBezTo>
                  <a:pt x="400" y="775"/>
                  <a:pt x="400" y="775"/>
                  <a:pt x="400" y="775"/>
                </a:cubicBezTo>
                <a:cubicBezTo>
                  <a:pt x="397" y="771"/>
                  <a:pt x="395" y="768"/>
                  <a:pt x="393" y="765"/>
                </a:cubicBezTo>
                <a:cubicBezTo>
                  <a:pt x="393" y="750"/>
                  <a:pt x="393" y="750"/>
                  <a:pt x="393" y="750"/>
                </a:cubicBezTo>
                <a:cubicBezTo>
                  <a:pt x="395" y="750"/>
                  <a:pt x="398" y="749"/>
                  <a:pt x="400" y="749"/>
                </a:cubicBezTo>
                <a:close/>
                <a:moveTo>
                  <a:pt x="391" y="0"/>
                </a:moveTo>
                <a:cubicBezTo>
                  <a:pt x="393" y="0"/>
                  <a:pt x="393" y="0"/>
                  <a:pt x="393" y="0"/>
                </a:cubicBezTo>
                <a:cubicBezTo>
                  <a:pt x="393" y="8"/>
                  <a:pt x="393" y="8"/>
                  <a:pt x="393" y="8"/>
                </a:cubicBezTo>
                <a:cubicBezTo>
                  <a:pt x="393" y="8"/>
                  <a:pt x="392" y="8"/>
                  <a:pt x="391" y="8"/>
                </a:cubicBezTo>
                <a:cubicBezTo>
                  <a:pt x="391" y="0"/>
                  <a:pt x="391" y="0"/>
                  <a:pt x="391" y="0"/>
                </a:cubicBezTo>
                <a:close/>
                <a:moveTo>
                  <a:pt x="393" y="794"/>
                </a:moveTo>
                <a:cubicBezTo>
                  <a:pt x="391" y="794"/>
                  <a:pt x="391" y="794"/>
                  <a:pt x="391" y="794"/>
                </a:cubicBezTo>
                <a:cubicBezTo>
                  <a:pt x="391" y="786"/>
                  <a:pt x="391" y="786"/>
                  <a:pt x="391" y="786"/>
                </a:cubicBezTo>
                <a:cubicBezTo>
                  <a:pt x="392" y="787"/>
                  <a:pt x="393" y="787"/>
                  <a:pt x="393" y="787"/>
                </a:cubicBezTo>
                <a:cubicBezTo>
                  <a:pt x="393" y="794"/>
                  <a:pt x="393" y="794"/>
                  <a:pt x="393" y="794"/>
                </a:cubicBezTo>
                <a:close/>
                <a:moveTo>
                  <a:pt x="393" y="18"/>
                </a:moveTo>
                <a:cubicBezTo>
                  <a:pt x="393" y="35"/>
                  <a:pt x="393" y="35"/>
                  <a:pt x="393" y="35"/>
                </a:cubicBezTo>
                <a:cubicBezTo>
                  <a:pt x="393" y="34"/>
                  <a:pt x="392" y="33"/>
                  <a:pt x="391" y="32"/>
                </a:cubicBezTo>
                <a:cubicBezTo>
                  <a:pt x="391" y="15"/>
                  <a:pt x="391" y="15"/>
                  <a:pt x="391" y="15"/>
                </a:cubicBezTo>
                <a:cubicBezTo>
                  <a:pt x="393" y="18"/>
                  <a:pt x="393" y="18"/>
                  <a:pt x="393" y="18"/>
                </a:cubicBezTo>
                <a:close/>
                <a:moveTo>
                  <a:pt x="393" y="38"/>
                </a:moveTo>
                <a:cubicBezTo>
                  <a:pt x="393" y="46"/>
                  <a:pt x="393" y="46"/>
                  <a:pt x="393" y="46"/>
                </a:cubicBezTo>
                <a:cubicBezTo>
                  <a:pt x="393" y="46"/>
                  <a:pt x="392" y="46"/>
                  <a:pt x="391" y="46"/>
                </a:cubicBezTo>
                <a:cubicBezTo>
                  <a:pt x="391" y="38"/>
                  <a:pt x="391" y="38"/>
                  <a:pt x="391" y="38"/>
                </a:cubicBezTo>
                <a:cubicBezTo>
                  <a:pt x="392" y="38"/>
                  <a:pt x="393" y="38"/>
                  <a:pt x="393" y="38"/>
                </a:cubicBezTo>
                <a:close/>
                <a:moveTo>
                  <a:pt x="393" y="165"/>
                </a:moveTo>
                <a:cubicBezTo>
                  <a:pt x="393" y="170"/>
                  <a:pt x="393" y="170"/>
                  <a:pt x="393" y="170"/>
                </a:cubicBezTo>
                <a:cubicBezTo>
                  <a:pt x="393" y="171"/>
                  <a:pt x="392" y="171"/>
                  <a:pt x="392" y="171"/>
                </a:cubicBezTo>
                <a:cubicBezTo>
                  <a:pt x="392" y="171"/>
                  <a:pt x="393" y="172"/>
                  <a:pt x="393" y="173"/>
                </a:cubicBezTo>
                <a:cubicBezTo>
                  <a:pt x="393" y="184"/>
                  <a:pt x="393" y="184"/>
                  <a:pt x="393" y="184"/>
                </a:cubicBezTo>
                <a:cubicBezTo>
                  <a:pt x="393" y="183"/>
                  <a:pt x="392" y="182"/>
                  <a:pt x="391" y="181"/>
                </a:cubicBezTo>
                <a:cubicBezTo>
                  <a:pt x="391" y="165"/>
                  <a:pt x="391" y="165"/>
                  <a:pt x="391" y="165"/>
                </a:cubicBezTo>
                <a:cubicBezTo>
                  <a:pt x="393" y="165"/>
                  <a:pt x="393" y="165"/>
                  <a:pt x="393" y="165"/>
                </a:cubicBezTo>
                <a:close/>
                <a:moveTo>
                  <a:pt x="393" y="188"/>
                </a:moveTo>
                <a:cubicBezTo>
                  <a:pt x="393" y="192"/>
                  <a:pt x="393" y="192"/>
                  <a:pt x="393" y="192"/>
                </a:cubicBezTo>
                <a:cubicBezTo>
                  <a:pt x="391" y="193"/>
                  <a:pt x="391" y="193"/>
                  <a:pt x="391" y="193"/>
                </a:cubicBezTo>
                <a:cubicBezTo>
                  <a:pt x="391" y="188"/>
                  <a:pt x="391" y="188"/>
                  <a:pt x="391" y="188"/>
                </a:cubicBezTo>
                <a:cubicBezTo>
                  <a:pt x="393" y="188"/>
                  <a:pt x="393" y="188"/>
                  <a:pt x="393" y="188"/>
                </a:cubicBezTo>
                <a:close/>
                <a:moveTo>
                  <a:pt x="393" y="199"/>
                </a:moveTo>
                <a:cubicBezTo>
                  <a:pt x="393" y="202"/>
                  <a:pt x="393" y="202"/>
                  <a:pt x="393" y="202"/>
                </a:cubicBezTo>
                <a:cubicBezTo>
                  <a:pt x="393" y="202"/>
                  <a:pt x="392" y="203"/>
                  <a:pt x="391" y="203"/>
                </a:cubicBezTo>
                <a:cubicBezTo>
                  <a:pt x="391" y="199"/>
                  <a:pt x="391" y="199"/>
                  <a:pt x="391" y="199"/>
                </a:cubicBezTo>
                <a:cubicBezTo>
                  <a:pt x="393" y="199"/>
                  <a:pt x="393" y="199"/>
                  <a:pt x="393" y="199"/>
                </a:cubicBezTo>
                <a:close/>
                <a:moveTo>
                  <a:pt x="393" y="211"/>
                </a:moveTo>
                <a:cubicBezTo>
                  <a:pt x="393" y="215"/>
                  <a:pt x="393" y="215"/>
                  <a:pt x="393" y="215"/>
                </a:cubicBezTo>
                <a:cubicBezTo>
                  <a:pt x="391" y="215"/>
                  <a:pt x="391" y="215"/>
                  <a:pt x="391" y="215"/>
                </a:cubicBezTo>
                <a:cubicBezTo>
                  <a:pt x="391" y="211"/>
                  <a:pt x="391" y="211"/>
                  <a:pt x="391" y="211"/>
                </a:cubicBezTo>
                <a:cubicBezTo>
                  <a:pt x="393" y="211"/>
                  <a:pt x="393" y="211"/>
                  <a:pt x="393" y="211"/>
                </a:cubicBezTo>
                <a:close/>
                <a:moveTo>
                  <a:pt x="393" y="223"/>
                </a:moveTo>
                <a:cubicBezTo>
                  <a:pt x="393" y="227"/>
                  <a:pt x="393" y="227"/>
                  <a:pt x="393" y="227"/>
                </a:cubicBezTo>
                <a:cubicBezTo>
                  <a:pt x="393" y="227"/>
                  <a:pt x="392" y="227"/>
                  <a:pt x="391" y="228"/>
                </a:cubicBezTo>
                <a:cubicBezTo>
                  <a:pt x="391" y="223"/>
                  <a:pt x="391" y="223"/>
                  <a:pt x="391" y="223"/>
                </a:cubicBezTo>
                <a:cubicBezTo>
                  <a:pt x="393" y="223"/>
                  <a:pt x="393" y="223"/>
                  <a:pt x="393" y="223"/>
                </a:cubicBezTo>
                <a:close/>
                <a:moveTo>
                  <a:pt x="393" y="235"/>
                </a:moveTo>
                <a:cubicBezTo>
                  <a:pt x="393" y="239"/>
                  <a:pt x="393" y="239"/>
                  <a:pt x="393" y="239"/>
                </a:cubicBezTo>
                <a:cubicBezTo>
                  <a:pt x="391" y="240"/>
                  <a:pt x="391" y="240"/>
                  <a:pt x="391" y="240"/>
                </a:cubicBezTo>
                <a:cubicBezTo>
                  <a:pt x="391" y="236"/>
                  <a:pt x="391" y="236"/>
                  <a:pt x="391" y="236"/>
                </a:cubicBezTo>
                <a:cubicBezTo>
                  <a:pt x="393" y="235"/>
                  <a:pt x="393" y="235"/>
                  <a:pt x="393" y="235"/>
                </a:cubicBezTo>
                <a:close/>
                <a:moveTo>
                  <a:pt x="393" y="248"/>
                </a:moveTo>
                <a:cubicBezTo>
                  <a:pt x="393" y="252"/>
                  <a:pt x="393" y="252"/>
                  <a:pt x="393" y="252"/>
                </a:cubicBezTo>
                <a:cubicBezTo>
                  <a:pt x="393" y="252"/>
                  <a:pt x="392" y="253"/>
                  <a:pt x="391" y="253"/>
                </a:cubicBezTo>
                <a:cubicBezTo>
                  <a:pt x="391" y="248"/>
                  <a:pt x="391" y="248"/>
                  <a:pt x="391" y="248"/>
                </a:cubicBezTo>
                <a:cubicBezTo>
                  <a:pt x="392" y="248"/>
                  <a:pt x="393" y="248"/>
                  <a:pt x="393" y="248"/>
                </a:cubicBezTo>
                <a:close/>
                <a:moveTo>
                  <a:pt x="393" y="260"/>
                </a:moveTo>
                <a:cubicBezTo>
                  <a:pt x="393" y="264"/>
                  <a:pt x="393" y="264"/>
                  <a:pt x="393" y="264"/>
                </a:cubicBezTo>
                <a:cubicBezTo>
                  <a:pt x="393" y="264"/>
                  <a:pt x="392" y="265"/>
                  <a:pt x="391" y="265"/>
                </a:cubicBezTo>
                <a:cubicBezTo>
                  <a:pt x="391" y="261"/>
                  <a:pt x="391" y="261"/>
                  <a:pt x="391" y="261"/>
                </a:cubicBezTo>
                <a:cubicBezTo>
                  <a:pt x="393" y="260"/>
                  <a:pt x="393" y="260"/>
                  <a:pt x="393" y="260"/>
                </a:cubicBezTo>
                <a:close/>
                <a:moveTo>
                  <a:pt x="393" y="273"/>
                </a:moveTo>
                <a:cubicBezTo>
                  <a:pt x="393" y="277"/>
                  <a:pt x="393" y="277"/>
                  <a:pt x="393" y="277"/>
                </a:cubicBezTo>
                <a:cubicBezTo>
                  <a:pt x="393" y="277"/>
                  <a:pt x="392" y="277"/>
                  <a:pt x="391" y="277"/>
                </a:cubicBezTo>
                <a:cubicBezTo>
                  <a:pt x="391" y="273"/>
                  <a:pt x="391" y="273"/>
                  <a:pt x="391" y="273"/>
                </a:cubicBezTo>
                <a:cubicBezTo>
                  <a:pt x="392" y="273"/>
                  <a:pt x="393" y="273"/>
                  <a:pt x="393" y="273"/>
                </a:cubicBezTo>
                <a:close/>
                <a:moveTo>
                  <a:pt x="393" y="285"/>
                </a:moveTo>
                <a:cubicBezTo>
                  <a:pt x="393" y="289"/>
                  <a:pt x="393" y="289"/>
                  <a:pt x="393" y="289"/>
                </a:cubicBezTo>
                <a:cubicBezTo>
                  <a:pt x="393" y="289"/>
                  <a:pt x="392" y="290"/>
                  <a:pt x="391" y="290"/>
                </a:cubicBezTo>
                <a:cubicBezTo>
                  <a:pt x="391" y="285"/>
                  <a:pt x="391" y="285"/>
                  <a:pt x="391" y="285"/>
                </a:cubicBezTo>
                <a:cubicBezTo>
                  <a:pt x="393" y="285"/>
                  <a:pt x="393" y="285"/>
                  <a:pt x="393" y="285"/>
                </a:cubicBezTo>
                <a:close/>
                <a:moveTo>
                  <a:pt x="393" y="293"/>
                </a:moveTo>
                <a:cubicBezTo>
                  <a:pt x="393" y="298"/>
                  <a:pt x="393" y="298"/>
                  <a:pt x="393" y="298"/>
                </a:cubicBezTo>
                <a:cubicBezTo>
                  <a:pt x="393" y="298"/>
                  <a:pt x="392" y="298"/>
                  <a:pt x="391" y="298"/>
                </a:cubicBezTo>
                <a:cubicBezTo>
                  <a:pt x="391" y="293"/>
                  <a:pt x="391" y="293"/>
                  <a:pt x="391" y="293"/>
                </a:cubicBezTo>
                <a:cubicBezTo>
                  <a:pt x="393" y="293"/>
                  <a:pt x="393" y="293"/>
                  <a:pt x="393" y="293"/>
                </a:cubicBezTo>
                <a:close/>
                <a:moveTo>
                  <a:pt x="393" y="303"/>
                </a:moveTo>
                <a:cubicBezTo>
                  <a:pt x="393" y="311"/>
                  <a:pt x="393" y="311"/>
                  <a:pt x="393" y="311"/>
                </a:cubicBezTo>
                <a:cubicBezTo>
                  <a:pt x="393" y="312"/>
                  <a:pt x="392" y="312"/>
                  <a:pt x="391" y="312"/>
                </a:cubicBezTo>
                <a:cubicBezTo>
                  <a:pt x="391" y="308"/>
                  <a:pt x="391" y="308"/>
                  <a:pt x="391" y="308"/>
                </a:cubicBezTo>
                <a:cubicBezTo>
                  <a:pt x="392" y="308"/>
                  <a:pt x="392" y="308"/>
                  <a:pt x="392" y="308"/>
                </a:cubicBezTo>
                <a:cubicBezTo>
                  <a:pt x="391" y="306"/>
                  <a:pt x="391" y="306"/>
                  <a:pt x="391" y="306"/>
                </a:cubicBezTo>
                <a:cubicBezTo>
                  <a:pt x="391" y="299"/>
                  <a:pt x="391" y="299"/>
                  <a:pt x="391" y="299"/>
                </a:cubicBezTo>
                <a:cubicBezTo>
                  <a:pt x="392" y="300"/>
                  <a:pt x="393" y="302"/>
                  <a:pt x="393" y="303"/>
                </a:cubicBezTo>
                <a:close/>
                <a:moveTo>
                  <a:pt x="393" y="338"/>
                </a:moveTo>
                <a:cubicBezTo>
                  <a:pt x="393" y="434"/>
                  <a:pt x="393" y="434"/>
                  <a:pt x="393" y="434"/>
                </a:cubicBezTo>
                <a:cubicBezTo>
                  <a:pt x="391" y="436"/>
                  <a:pt x="391" y="436"/>
                  <a:pt x="391" y="436"/>
                </a:cubicBezTo>
                <a:cubicBezTo>
                  <a:pt x="391" y="343"/>
                  <a:pt x="391" y="343"/>
                  <a:pt x="391" y="343"/>
                </a:cubicBezTo>
                <a:cubicBezTo>
                  <a:pt x="393" y="338"/>
                  <a:pt x="393" y="338"/>
                  <a:pt x="393" y="338"/>
                </a:cubicBezTo>
                <a:close/>
                <a:moveTo>
                  <a:pt x="393" y="493"/>
                </a:moveTo>
                <a:cubicBezTo>
                  <a:pt x="393" y="496"/>
                  <a:pt x="393" y="496"/>
                  <a:pt x="393" y="496"/>
                </a:cubicBezTo>
                <a:cubicBezTo>
                  <a:pt x="393" y="496"/>
                  <a:pt x="392" y="496"/>
                  <a:pt x="391" y="496"/>
                </a:cubicBezTo>
                <a:cubicBezTo>
                  <a:pt x="391" y="492"/>
                  <a:pt x="391" y="492"/>
                  <a:pt x="391" y="492"/>
                </a:cubicBezTo>
                <a:cubicBezTo>
                  <a:pt x="393" y="493"/>
                  <a:pt x="393" y="493"/>
                  <a:pt x="393" y="493"/>
                </a:cubicBezTo>
                <a:close/>
                <a:moveTo>
                  <a:pt x="393" y="503"/>
                </a:moveTo>
                <a:cubicBezTo>
                  <a:pt x="393" y="511"/>
                  <a:pt x="393" y="511"/>
                  <a:pt x="393" y="511"/>
                </a:cubicBezTo>
                <a:cubicBezTo>
                  <a:pt x="391" y="511"/>
                  <a:pt x="391" y="511"/>
                  <a:pt x="391" y="511"/>
                </a:cubicBezTo>
                <a:cubicBezTo>
                  <a:pt x="391" y="498"/>
                  <a:pt x="391" y="498"/>
                  <a:pt x="391" y="498"/>
                </a:cubicBezTo>
                <a:cubicBezTo>
                  <a:pt x="392" y="500"/>
                  <a:pt x="393" y="501"/>
                  <a:pt x="393" y="503"/>
                </a:cubicBezTo>
                <a:close/>
                <a:moveTo>
                  <a:pt x="393" y="516"/>
                </a:moveTo>
                <a:cubicBezTo>
                  <a:pt x="393" y="520"/>
                  <a:pt x="393" y="520"/>
                  <a:pt x="393" y="520"/>
                </a:cubicBezTo>
                <a:cubicBezTo>
                  <a:pt x="393" y="521"/>
                  <a:pt x="392" y="521"/>
                  <a:pt x="391" y="521"/>
                </a:cubicBezTo>
                <a:cubicBezTo>
                  <a:pt x="391" y="516"/>
                  <a:pt x="391" y="516"/>
                  <a:pt x="391" y="516"/>
                </a:cubicBezTo>
                <a:cubicBezTo>
                  <a:pt x="392" y="516"/>
                  <a:pt x="393" y="516"/>
                  <a:pt x="393" y="516"/>
                </a:cubicBezTo>
                <a:close/>
                <a:moveTo>
                  <a:pt x="393" y="528"/>
                </a:moveTo>
                <a:cubicBezTo>
                  <a:pt x="393" y="533"/>
                  <a:pt x="393" y="533"/>
                  <a:pt x="393" y="533"/>
                </a:cubicBezTo>
                <a:cubicBezTo>
                  <a:pt x="391" y="533"/>
                  <a:pt x="391" y="533"/>
                  <a:pt x="391" y="533"/>
                </a:cubicBezTo>
                <a:cubicBezTo>
                  <a:pt x="391" y="529"/>
                  <a:pt x="391" y="529"/>
                  <a:pt x="391" y="529"/>
                </a:cubicBezTo>
                <a:cubicBezTo>
                  <a:pt x="393" y="528"/>
                  <a:pt x="393" y="528"/>
                  <a:pt x="393" y="528"/>
                </a:cubicBezTo>
                <a:close/>
                <a:moveTo>
                  <a:pt x="393" y="541"/>
                </a:moveTo>
                <a:cubicBezTo>
                  <a:pt x="393" y="545"/>
                  <a:pt x="393" y="545"/>
                  <a:pt x="393" y="545"/>
                </a:cubicBezTo>
                <a:cubicBezTo>
                  <a:pt x="391" y="546"/>
                  <a:pt x="391" y="546"/>
                  <a:pt x="391" y="546"/>
                </a:cubicBezTo>
                <a:cubicBezTo>
                  <a:pt x="391" y="541"/>
                  <a:pt x="391" y="541"/>
                  <a:pt x="391" y="541"/>
                </a:cubicBezTo>
                <a:cubicBezTo>
                  <a:pt x="392" y="541"/>
                  <a:pt x="393" y="541"/>
                  <a:pt x="393" y="541"/>
                </a:cubicBezTo>
                <a:close/>
                <a:moveTo>
                  <a:pt x="393" y="553"/>
                </a:moveTo>
                <a:cubicBezTo>
                  <a:pt x="393" y="557"/>
                  <a:pt x="393" y="557"/>
                  <a:pt x="393" y="557"/>
                </a:cubicBezTo>
                <a:cubicBezTo>
                  <a:pt x="393" y="557"/>
                  <a:pt x="392" y="558"/>
                  <a:pt x="391" y="558"/>
                </a:cubicBezTo>
                <a:cubicBezTo>
                  <a:pt x="391" y="554"/>
                  <a:pt x="391" y="554"/>
                  <a:pt x="391" y="554"/>
                </a:cubicBezTo>
                <a:cubicBezTo>
                  <a:pt x="393" y="553"/>
                  <a:pt x="393" y="553"/>
                  <a:pt x="393" y="553"/>
                </a:cubicBezTo>
                <a:close/>
                <a:moveTo>
                  <a:pt x="393" y="565"/>
                </a:moveTo>
                <a:cubicBezTo>
                  <a:pt x="393" y="569"/>
                  <a:pt x="393" y="569"/>
                  <a:pt x="393" y="569"/>
                </a:cubicBezTo>
                <a:cubicBezTo>
                  <a:pt x="393" y="570"/>
                  <a:pt x="392" y="570"/>
                  <a:pt x="391" y="571"/>
                </a:cubicBezTo>
                <a:cubicBezTo>
                  <a:pt x="391" y="566"/>
                  <a:pt x="391" y="566"/>
                  <a:pt x="391" y="566"/>
                </a:cubicBezTo>
                <a:cubicBezTo>
                  <a:pt x="393" y="565"/>
                  <a:pt x="393" y="565"/>
                  <a:pt x="393" y="565"/>
                </a:cubicBezTo>
                <a:close/>
                <a:moveTo>
                  <a:pt x="393" y="578"/>
                </a:moveTo>
                <a:cubicBezTo>
                  <a:pt x="393" y="582"/>
                  <a:pt x="393" y="582"/>
                  <a:pt x="393" y="582"/>
                </a:cubicBezTo>
                <a:cubicBezTo>
                  <a:pt x="393" y="582"/>
                  <a:pt x="392" y="583"/>
                  <a:pt x="391" y="583"/>
                </a:cubicBezTo>
                <a:cubicBezTo>
                  <a:pt x="391" y="579"/>
                  <a:pt x="391" y="579"/>
                  <a:pt x="391" y="579"/>
                </a:cubicBezTo>
                <a:cubicBezTo>
                  <a:pt x="393" y="578"/>
                  <a:pt x="393" y="578"/>
                  <a:pt x="393" y="578"/>
                </a:cubicBezTo>
                <a:close/>
                <a:moveTo>
                  <a:pt x="393" y="591"/>
                </a:moveTo>
                <a:cubicBezTo>
                  <a:pt x="393" y="595"/>
                  <a:pt x="393" y="595"/>
                  <a:pt x="393" y="595"/>
                </a:cubicBezTo>
                <a:cubicBezTo>
                  <a:pt x="391" y="595"/>
                  <a:pt x="391" y="595"/>
                  <a:pt x="391" y="595"/>
                </a:cubicBezTo>
                <a:cubicBezTo>
                  <a:pt x="391" y="591"/>
                  <a:pt x="391" y="591"/>
                  <a:pt x="391" y="591"/>
                </a:cubicBezTo>
                <a:cubicBezTo>
                  <a:pt x="393" y="591"/>
                  <a:pt x="393" y="591"/>
                  <a:pt x="393" y="591"/>
                </a:cubicBezTo>
                <a:close/>
                <a:moveTo>
                  <a:pt x="393" y="603"/>
                </a:moveTo>
                <a:cubicBezTo>
                  <a:pt x="393" y="607"/>
                  <a:pt x="393" y="607"/>
                  <a:pt x="393" y="607"/>
                </a:cubicBezTo>
                <a:cubicBezTo>
                  <a:pt x="393" y="607"/>
                  <a:pt x="392" y="607"/>
                  <a:pt x="391" y="608"/>
                </a:cubicBezTo>
                <a:cubicBezTo>
                  <a:pt x="391" y="603"/>
                  <a:pt x="391" y="603"/>
                  <a:pt x="391" y="603"/>
                </a:cubicBezTo>
                <a:cubicBezTo>
                  <a:pt x="392" y="603"/>
                  <a:pt x="393" y="603"/>
                  <a:pt x="393" y="603"/>
                </a:cubicBezTo>
                <a:close/>
                <a:moveTo>
                  <a:pt x="393" y="612"/>
                </a:moveTo>
                <a:cubicBezTo>
                  <a:pt x="393" y="620"/>
                  <a:pt x="393" y="620"/>
                  <a:pt x="393" y="620"/>
                </a:cubicBezTo>
                <a:cubicBezTo>
                  <a:pt x="393" y="620"/>
                  <a:pt x="392" y="619"/>
                  <a:pt x="391" y="619"/>
                </a:cubicBezTo>
                <a:cubicBezTo>
                  <a:pt x="391" y="612"/>
                  <a:pt x="391" y="612"/>
                  <a:pt x="391" y="612"/>
                </a:cubicBezTo>
                <a:cubicBezTo>
                  <a:pt x="393" y="612"/>
                  <a:pt x="393" y="612"/>
                  <a:pt x="393" y="612"/>
                </a:cubicBezTo>
                <a:close/>
                <a:moveTo>
                  <a:pt x="393" y="635"/>
                </a:moveTo>
                <a:cubicBezTo>
                  <a:pt x="393" y="639"/>
                  <a:pt x="393" y="639"/>
                  <a:pt x="393" y="639"/>
                </a:cubicBezTo>
                <a:cubicBezTo>
                  <a:pt x="391" y="639"/>
                  <a:pt x="391" y="639"/>
                  <a:pt x="391" y="639"/>
                </a:cubicBezTo>
                <a:cubicBezTo>
                  <a:pt x="391" y="634"/>
                  <a:pt x="391" y="634"/>
                  <a:pt x="391" y="634"/>
                </a:cubicBezTo>
                <a:cubicBezTo>
                  <a:pt x="392" y="634"/>
                  <a:pt x="392" y="634"/>
                  <a:pt x="393" y="635"/>
                </a:cubicBezTo>
                <a:cubicBezTo>
                  <a:pt x="393" y="635"/>
                  <a:pt x="393" y="635"/>
                  <a:pt x="393" y="635"/>
                </a:cubicBezTo>
                <a:close/>
                <a:moveTo>
                  <a:pt x="393" y="750"/>
                </a:moveTo>
                <a:cubicBezTo>
                  <a:pt x="393" y="765"/>
                  <a:pt x="393" y="765"/>
                  <a:pt x="393" y="765"/>
                </a:cubicBezTo>
                <a:cubicBezTo>
                  <a:pt x="393" y="764"/>
                  <a:pt x="392" y="763"/>
                  <a:pt x="391" y="763"/>
                </a:cubicBezTo>
                <a:cubicBezTo>
                  <a:pt x="391" y="751"/>
                  <a:pt x="391" y="751"/>
                  <a:pt x="391" y="751"/>
                </a:cubicBezTo>
                <a:cubicBezTo>
                  <a:pt x="392" y="751"/>
                  <a:pt x="393" y="750"/>
                  <a:pt x="393" y="750"/>
                </a:cubicBezTo>
                <a:close/>
                <a:moveTo>
                  <a:pt x="391" y="694"/>
                </a:moveTo>
                <a:cubicBezTo>
                  <a:pt x="391" y="685"/>
                  <a:pt x="391" y="685"/>
                  <a:pt x="391" y="685"/>
                </a:cubicBezTo>
                <a:cubicBezTo>
                  <a:pt x="392" y="688"/>
                  <a:pt x="392" y="691"/>
                  <a:pt x="391" y="694"/>
                </a:cubicBezTo>
                <a:close/>
                <a:moveTo>
                  <a:pt x="387" y="0"/>
                </a:moveTo>
                <a:cubicBezTo>
                  <a:pt x="391" y="0"/>
                  <a:pt x="391" y="0"/>
                  <a:pt x="391" y="0"/>
                </a:cubicBezTo>
                <a:cubicBezTo>
                  <a:pt x="391" y="8"/>
                  <a:pt x="391" y="8"/>
                  <a:pt x="391" y="8"/>
                </a:cubicBezTo>
                <a:cubicBezTo>
                  <a:pt x="390" y="8"/>
                  <a:pt x="389" y="9"/>
                  <a:pt x="388" y="9"/>
                </a:cubicBezTo>
                <a:cubicBezTo>
                  <a:pt x="388" y="10"/>
                  <a:pt x="389" y="11"/>
                  <a:pt x="391" y="15"/>
                </a:cubicBezTo>
                <a:cubicBezTo>
                  <a:pt x="391" y="32"/>
                  <a:pt x="391" y="32"/>
                  <a:pt x="391" y="32"/>
                </a:cubicBezTo>
                <a:cubicBezTo>
                  <a:pt x="390" y="29"/>
                  <a:pt x="389" y="27"/>
                  <a:pt x="387" y="25"/>
                </a:cubicBezTo>
                <a:cubicBezTo>
                  <a:pt x="387" y="0"/>
                  <a:pt x="387" y="0"/>
                  <a:pt x="387" y="0"/>
                </a:cubicBezTo>
                <a:close/>
                <a:moveTo>
                  <a:pt x="391" y="794"/>
                </a:moveTo>
                <a:cubicBezTo>
                  <a:pt x="390" y="794"/>
                  <a:pt x="389" y="794"/>
                  <a:pt x="387" y="794"/>
                </a:cubicBezTo>
                <a:cubicBezTo>
                  <a:pt x="387" y="784"/>
                  <a:pt x="387" y="784"/>
                  <a:pt x="387" y="784"/>
                </a:cubicBezTo>
                <a:cubicBezTo>
                  <a:pt x="388" y="785"/>
                  <a:pt x="390" y="786"/>
                  <a:pt x="391" y="786"/>
                </a:cubicBezTo>
                <a:cubicBezTo>
                  <a:pt x="391" y="794"/>
                  <a:pt x="391" y="794"/>
                  <a:pt x="391" y="794"/>
                </a:cubicBezTo>
                <a:close/>
                <a:moveTo>
                  <a:pt x="391" y="38"/>
                </a:moveTo>
                <a:cubicBezTo>
                  <a:pt x="391" y="46"/>
                  <a:pt x="391" y="46"/>
                  <a:pt x="391" y="46"/>
                </a:cubicBezTo>
                <a:cubicBezTo>
                  <a:pt x="391" y="46"/>
                  <a:pt x="390" y="47"/>
                  <a:pt x="389" y="47"/>
                </a:cubicBezTo>
                <a:cubicBezTo>
                  <a:pt x="387" y="47"/>
                  <a:pt x="387" y="47"/>
                  <a:pt x="387" y="47"/>
                </a:cubicBezTo>
                <a:cubicBezTo>
                  <a:pt x="387" y="39"/>
                  <a:pt x="387" y="39"/>
                  <a:pt x="387" y="39"/>
                </a:cubicBezTo>
                <a:cubicBezTo>
                  <a:pt x="389" y="39"/>
                  <a:pt x="390" y="39"/>
                  <a:pt x="391" y="38"/>
                </a:cubicBezTo>
                <a:close/>
                <a:moveTo>
                  <a:pt x="391" y="165"/>
                </a:moveTo>
                <a:cubicBezTo>
                  <a:pt x="391" y="181"/>
                  <a:pt x="391" y="181"/>
                  <a:pt x="391" y="181"/>
                </a:cubicBezTo>
                <a:cubicBezTo>
                  <a:pt x="390" y="178"/>
                  <a:pt x="389" y="176"/>
                  <a:pt x="387" y="174"/>
                </a:cubicBezTo>
                <a:cubicBezTo>
                  <a:pt x="387" y="165"/>
                  <a:pt x="387" y="165"/>
                  <a:pt x="387" y="165"/>
                </a:cubicBezTo>
                <a:cubicBezTo>
                  <a:pt x="389" y="165"/>
                  <a:pt x="390" y="165"/>
                  <a:pt x="391" y="165"/>
                </a:cubicBezTo>
                <a:close/>
                <a:moveTo>
                  <a:pt x="391" y="188"/>
                </a:moveTo>
                <a:cubicBezTo>
                  <a:pt x="391" y="193"/>
                  <a:pt x="391" y="193"/>
                  <a:pt x="391" y="193"/>
                </a:cubicBezTo>
                <a:cubicBezTo>
                  <a:pt x="389" y="193"/>
                  <a:pt x="389" y="193"/>
                  <a:pt x="389" y="193"/>
                </a:cubicBezTo>
                <a:cubicBezTo>
                  <a:pt x="388" y="195"/>
                  <a:pt x="388" y="197"/>
                  <a:pt x="388" y="199"/>
                </a:cubicBezTo>
                <a:cubicBezTo>
                  <a:pt x="389" y="199"/>
                  <a:pt x="390" y="199"/>
                  <a:pt x="391" y="199"/>
                </a:cubicBezTo>
                <a:cubicBezTo>
                  <a:pt x="391" y="203"/>
                  <a:pt x="391" y="203"/>
                  <a:pt x="391" y="203"/>
                </a:cubicBezTo>
                <a:cubicBezTo>
                  <a:pt x="389" y="205"/>
                  <a:pt x="388" y="207"/>
                  <a:pt x="388" y="212"/>
                </a:cubicBezTo>
                <a:cubicBezTo>
                  <a:pt x="389" y="212"/>
                  <a:pt x="390" y="211"/>
                  <a:pt x="391" y="211"/>
                </a:cubicBezTo>
                <a:cubicBezTo>
                  <a:pt x="391" y="215"/>
                  <a:pt x="391" y="215"/>
                  <a:pt x="391" y="215"/>
                </a:cubicBezTo>
                <a:cubicBezTo>
                  <a:pt x="389" y="216"/>
                  <a:pt x="389" y="216"/>
                  <a:pt x="389" y="216"/>
                </a:cubicBezTo>
                <a:cubicBezTo>
                  <a:pt x="389" y="218"/>
                  <a:pt x="388" y="221"/>
                  <a:pt x="388" y="224"/>
                </a:cubicBezTo>
                <a:cubicBezTo>
                  <a:pt x="391" y="223"/>
                  <a:pt x="391" y="223"/>
                  <a:pt x="391" y="223"/>
                </a:cubicBezTo>
                <a:cubicBezTo>
                  <a:pt x="391" y="228"/>
                  <a:pt x="391" y="228"/>
                  <a:pt x="391" y="228"/>
                </a:cubicBezTo>
                <a:cubicBezTo>
                  <a:pt x="389" y="229"/>
                  <a:pt x="388" y="232"/>
                  <a:pt x="388" y="237"/>
                </a:cubicBezTo>
                <a:cubicBezTo>
                  <a:pt x="389" y="237"/>
                  <a:pt x="390" y="236"/>
                  <a:pt x="391" y="236"/>
                </a:cubicBezTo>
                <a:cubicBezTo>
                  <a:pt x="391" y="240"/>
                  <a:pt x="391" y="240"/>
                  <a:pt x="391" y="240"/>
                </a:cubicBezTo>
                <a:cubicBezTo>
                  <a:pt x="389" y="241"/>
                  <a:pt x="389" y="241"/>
                  <a:pt x="389" y="241"/>
                </a:cubicBezTo>
                <a:cubicBezTo>
                  <a:pt x="389" y="243"/>
                  <a:pt x="388" y="246"/>
                  <a:pt x="388" y="249"/>
                </a:cubicBezTo>
                <a:cubicBezTo>
                  <a:pt x="389" y="248"/>
                  <a:pt x="390" y="248"/>
                  <a:pt x="391" y="248"/>
                </a:cubicBezTo>
                <a:cubicBezTo>
                  <a:pt x="391" y="253"/>
                  <a:pt x="391" y="253"/>
                  <a:pt x="391" y="253"/>
                </a:cubicBezTo>
                <a:cubicBezTo>
                  <a:pt x="389" y="254"/>
                  <a:pt x="388" y="257"/>
                  <a:pt x="388" y="262"/>
                </a:cubicBezTo>
                <a:cubicBezTo>
                  <a:pt x="391" y="261"/>
                  <a:pt x="391" y="261"/>
                  <a:pt x="391" y="261"/>
                </a:cubicBezTo>
                <a:cubicBezTo>
                  <a:pt x="391" y="265"/>
                  <a:pt x="391" y="265"/>
                  <a:pt x="391" y="265"/>
                </a:cubicBezTo>
                <a:cubicBezTo>
                  <a:pt x="389" y="266"/>
                  <a:pt x="388" y="269"/>
                  <a:pt x="388" y="273"/>
                </a:cubicBezTo>
                <a:cubicBezTo>
                  <a:pt x="389" y="273"/>
                  <a:pt x="390" y="273"/>
                  <a:pt x="391" y="273"/>
                </a:cubicBezTo>
                <a:cubicBezTo>
                  <a:pt x="391" y="277"/>
                  <a:pt x="391" y="277"/>
                  <a:pt x="391" y="277"/>
                </a:cubicBezTo>
                <a:cubicBezTo>
                  <a:pt x="389" y="279"/>
                  <a:pt x="388" y="281"/>
                  <a:pt x="388" y="286"/>
                </a:cubicBezTo>
                <a:cubicBezTo>
                  <a:pt x="391" y="285"/>
                  <a:pt x="391" y="285"/>
                  <a:pt x="391" y="285"/>
                </a:cubicBezTo>
                <a:cubicBezTo>
                  <a:pt x="391" y="290"/>
                  <a:pt x="391" y="290"/>
                  <a:pt x="391" y="290"/>
                </a:cubicBezTo>
                <a:cubicBezTo>
                  <a:pt x="390" y="291"/>
                  <a:pt x="389" y="292"/>
                  <a:pt x="389" y="293"/>
                </a:cubicBezTo>
                <a:cubicBezTo>
                  <a:pt x="391" y="293"/>
                  <a:pt x="391" y="293"/>
                  <a:pt x="391" y="293"/>
                </a:cubicBezTo>
                <a:cubicBezTo>
                  <a:pt x="391" y="298"/>
                  <a:pt x="391" y="298"/>
                  <a:pt x="391" y="298"/>
                </a:cubicBezTo>
                <a:cubicBezTo>
                  <a:pt x="391" y="298"/>
                  <a:pt x="391" y="298"/>
                  <a:pt x="391" y="298"/>
                </a:cubicBezTo>
                <a:cubicBezTo>
                  <a:pt x="391" y="298"/>
                  <a:pt x="391" y="299"/>
                  <a:pt x="391" y="299"/>
                </a:cubicBezTo>
                <a:cubicBezTo>
                  <a:pt x="391" y="306"/>
                  <a:pt x="391" y="306"/>
                  <a:pt x="391" y="306"/>
                </a:cubicBezTo>
                <a:cubicBezTo>
                  <a:pt x="390" y="304"/>
                  <a:pt x="389" y="302"/>
                  <a:pt x="387" y="301"/>
                </a:cubicBezTo>
                <a:cubicBezTo>
                  <a:pt x="387" y="188"/>
                  <a:pt x="387" y="188"/>
                  <a:pt x="387" y="188"/>
                </a:cubicBezTo>
                <a:cubicBezTo>
                  <a:pt x="391" y="188"/>
                  <a:pt x="391" y="188"/>
                  <a:pt x="391" y="188"/>
                </a:cubicBezTo>
                <a:close/>
                <a:moveTo>
                  <a:pt x="391" y="308"/>
                </a:moveTo>
                <a:cubicBezTo>
                  <a:pt x="391" y="312"/>
                  <a:pt x="391" y="312"/>
                  <a:pt x="391" y="312"/>
                </a:cubicBezTo>
                <a:cubicBezTo>
                  <a:pt x="390" y="312"/>
                  <a:pt x="389" y="312"/>
                  <a:pt x="387" y="312"/>
                </a:cubicBezTo>
                <a:cubicBezTo>
                  <a:pt x="387" y="309"/>
                  <a:pt x="387" y="309"/>
                  <a:pt x="387" y="309"/>
                </a:cubicBezTo>
                <a:cubicBezTo>
                  <a:pt x="389" y="308"/>
                  <a:pt x="390" y="308"/>
                  <a:pt x="391" y="308"/>
                </a:cubicBezTo>
                <a:close/>
                <a:moveTo>
                  <a:pt x="391" y="343"/>
                </a:moveTo>
                <a:cubicBezTo>
                  <a:pt x="391" y="436"/>
                  <a:pt x="391" y="436"/>
                  <a:pt x="391" y="436"/>
                </a:cubicBezTo>
                <a:cubicBezTo>
                  <a:pt x="387" y="438"/>
                  <a:pt x="387" y="438"/>
                  <a:pt x="387" y="438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91" y="343"/>
                  <a:pt x="391" y="343"/>
                  <a:pt x="391" y="343"/>
                </a:cubicBezTo>
                <a:close/>
                <a:moveTo>
                  <a:pt x="391" y="492"/>
                </a:moveTo>
                <a:cubicBezTo>
                  <a:pt x="391" y="496"/>
                  <a:pt x="391" y="496"/>
                  <a:pt x="391" y="496"/>
                </a:cubicBezTo>
                <a:cubicBezTo>
                  <a:pt x="391" y="496"/>
                  <a:pt x="391" y="496"/>
                  <a:pt x="390" y="496"/>
                </a:cubicBezTo>
                <a:cubicBezTo>
                  <a:pt x="391" y="497"/>
                  <a:pt x="391" y="498"/>
                  <a:pt x="391" y="498"/>
                </a:cubicBezTo>
                <a:cubicBezTo>
                  <a:pt x="391" y="511"/>
                  <a:pt x="391" y="511"/>
                  <a:pt x="391" y="511"/>
                </a:cubicBezTo>
                <a:cubicBezTo>
                  <a:pt x="388" y="511"/>
                  <a:pt x="388" y="511"/>
                  <a:pt x="388" y="511"/>
                </a:cubicBezTo>
                <a:cubicBezTo>
                  <a:pt x="388" y="513"/>
                  <a:pt x="388" y="515"/>
                  <a:pt x="388" y="517"/>
                </a:cubicBezTo>
                <a:cubicBezTo>
                  <a:pt x="389" y="517"/>
                  <a:pt x="390" y="517"/>
                  <a:pt x="391" y="516"/>
                </a:cubicBezTo>
                <a:cubicBezTo>
                  <a:pt x="391" y="521"/>
                  <a:pt x="391" y="521"/>
                  <a:pt x="391" y="521"/>
                </a:cubicBezTo>
                <a:cubicBezTo>
                  <a:pt x="389" y="523"/>
                  <a:pt x="388" y="525"/>
                  <a:pt x="388" y="530"/>
                </a:cubicBezTo>
                <a:cubicBezTo>
                  <a:pt x="389" y="529"/>
                  <a:pt x="390" y="529"/>
                  <a:pt x="391" y="529"/>
                </a:cubicBezTo>
                <a:cubicBezTo>
                  <a:pt x="391" y="533"/>
                  <a:pt x="391" y="533"/>
                  <a:pt x="391" y="533"/>
                </a:cubicBezTo>
                <a:cubicBezTo>
                  <a:pt x="389" y="533"/>
                  <a:pt x="389" y="533"/>
                  <a:pt x="389" y="533"/>
                </a:cubicBezTo>
                <a:cubicBezTo>
                  <a:pt x="389" y="536"/>
                  <a:pt x="388" y="539"/>
                  <a:pt x="388" y="542"/>
                </a:cubicBezTo>
                <a:cubicBezTo>
                  <a:pt x="389" y="542"/>
                  <a:pt x="390" y="541"/>
                  <a:pt x="391" y="541"/>
                </a:cubicBezTo>
                <a:cubicBezTo>
                  <a:pt x="391" y="546"/>
                  <a:pt x="391" y="546"/>
                  <a:pt x="391" y="546"/>
                </a:cubicBezTo>
                <a:cubicBezTo>
                  <a:pt x="390" y="546"/>
                  <a:pt x="390" y="546"/>
                  <a:pt x="390" y="546"/>
                </a:cubicBezTo>
                <a:cubicBezTo>
                  <a:pt x="389" y="549"/>
                  <a:pt x="389" y="549"/>
                  <a:pt x="388" y="554"/>
                </a:cubicBezTo>
                <a:cubicBezTo>
                  <a:pt x="389" y="554"/>
                  <a:pt x="390" y="554"/>
                  <a:pt x="391" y="554"/>
                </a:cubicBezTo>
                <a:cubicBezTo>
                  <a:pt x="391" y="558"/>
                  <a:pt x="391" y="558"/>
                  <a:pt x="391" y="558"/>
                </a:cubicBezTo>
                <a:cubicBezTo>
                  <a:pt x="389" y="560"/>
                  <a:pt x="388" y="562"/>
                  <a:pt x="388" y="566"/>
                </a:cubicBezTo>
                <a:cubicBezTo>
                  <a:pt x="391" y="566"/>
                  <a:pt x="391" y="566"/>
                  <a:pt x="391" y="566"/>
                </a:cubicBezTo>
                <a:cubicBezTo>
                  <a:pt x="391" y="571"/>
                  <a:pt x="391" y="571"/>
                  <a:pt x="391" y="571"/>
                </a:cubicBezTo>
                <a:cubicBezTo>
                  <a:pt x="389" y="572"/>
                  <a:pt x="388" y="575"/>
                  <a:pt x="388" y="579"/>
                </a:cubicBezTo>
                <a:cubicBezTo>
                  <a:pt x="391" y="579"/>
                  <a:pt x="391" y="579"/>
                  <a:pt x="391" y="579"/>
                </a:cubicBezTo>
                <a:cubicBezTo>
                  <a:pt x="391" y="583"/>
                  <a:pt x="391" y="583"/>
                  <a:pt x="391" y="583"/>
                </a:cubicBezTo>
                <a:cubicBezTo>
                  <a:pt x="389" y="585"/>
                  <a:pt x="388" y="587"/>
                  <a:pt x="388" y="592"/>
                </a:cubicBezTo>
                <a:cubicBezTo>
                  <a:pt x="391" y="591"/>
                  <a:pt x="391" y="591"/>
                  <a:pt x="391" y="591"/>
                </a:cubicBezTo>
                <a:cubicBezTo>
                  <a:pt x="391" y="595"/>
                  <a:pt x="391" y="595"/>
                  <a:pt x="391" y="595"/>
                </a:cubicBezTo>
                <a:cubicBezTo>
                  <a:pt x="389" y="596"/>
                  <a:pt x="389" y="596"/>
                  <a:pt x="389" y="596"/>
                </a:cubicBezTo>
                <a:cubicBezTo>
                  <a:pt x="389" y="599"/>
                  <a:pt x="388" y="601"/>
                  <a:pt x="388" y="604"/>
                </a:cubicBezTo>
                <a:cubicBezTo>
                  <a:pt x="389" y="604"/>
                  <a:pt x="390" y="603"/>
                  <a:pt x="391" y="603"/>
                </a:cubicBezTo>
                <a:cubicBezTo>
                  <a:pt x="391" y="608"/>
                  <a:pt x="391" y="608"/>
                  <a:pt x="391" y="608"/>
                </a:cubicBezTo>
                <a:cubicBezTo>
                  <a:pt x="391" y="608"/>
                  <a:pt x="390" y="608"/>
                  <a:pt x="390" y="608"/>
                </a:cubicBezTo>
                <a:cubicBezTo>
                  <a:pt x="390" y="610"/>
                  <a:pt x="390" y="611"/>
                  <a:pt x="390" y="612"/>
                </a:cubicBezTo>
                <a:cubicBezTo>
                  <a:pt x="391" y="612"/>
                  <a:pt x="391" y="612"/>
                  <a:pt x="391" y="612"/>
                </a:cubicBezTo>
                <a:cubicBezTo>
                  <a:pt x="391" y="619"/>
                  <a:pt x="391" y="619"/>
                  <a:pt x="391" y="619"/>
                </a:cubicBezTo>
                <a:cubicBezTo>
                  <a:pt x="390" y="618"/>
                  <a:pt x="389" y="617"/>
                  <a:pt x="387" y="617"/>
                </a:cubicBezTo>
                <a:cubicBezTo>
                  <a:pt x="387" y="506"/>
                  <a:pt x="387" y="506"/>
                  <a:pt x="387" y="506"/>
                </a:cubicBezTo>
                <a:cubicBezTo>
                  <a:pt x="388" y="506"/>
                  <a:pt x="389" y="506"/>
                  <a:pt x="390" y="506"/>
                </a:cubicBezTo>
                <a:cubicBezTo>
                  <a:pt x="389" y="504"/>
                  <a:pt x="388" y="502"/>
                  <a:pt x="387" y="500"/>
                </a:cubicBezTo>
                <a:cubicBezTo>
                  <a:pt x="387" y="491"/>
                  <a:pt x="387" y="491"/>
                  <a:pt x="387" y="491"/>
                </a:cubicBezTo>
                <a:cubicBezTo>
                  <a:pt x="391" y="492"/>
                  <a:pt x="391" y="492"/>
                  <a:pt x="391" y="492"/>
                </a:cubicBezTo>
                <a:close/>
                <a:moveTo>
                  <a:pt x="391" y="634"/>
                </a:moveTo>
                <a:cubicBezTo>
                  <a:pt x="391" y="639"/>
                  <a:pt x="391" y="639"/>
                  <a:pt x="391" y="639"/>
                </a:cubicBezTo>
                <a:cubicBezTo>
                  <a:pt x="387" y="639"/>
                  <a:pt x="387" y="639"/>
                  <a:pt x="387" y="639"/>
                </a:cubicBezTo>
                <a:cubicBezTo>
                  <a:pt x="387" y="630"/>
                  <a:pt x="387" y="630"/>
                  <a:pt x="387" y="630"/>
                </a:cubicBezTo>
                <a:cubicBezTo>
                  <a:pt x="388" y="631"/>
                  <a:pt x="390" y="633"/>
                  <a:pt x="391" y="634"/>
                </a:cubicBezTo>
                <a:close/>
                <a:moveTo>
                  <a:pt x="391" y="685"/>
                </a:moveTo>
                <a:cubicBezTo>
                  <a:pt x="391" y="694"/>
                  <a:pt x="391" y="694"/>
                  <a:pt x="391" y="694"/>
                </a:cubicBezTo>
                <a:cubicBezTo>
                  <a:pt x="391" y="698"/>
                  <a:pt x="389" y="701"/>
                  <a:pt x="387" y="705"/>
                </a:cubicBezTo>
                <a:cubicBezTo>
                  <a:pt x="387" y="675"/>
                  <a:pt x="387" y="675"/>
                  <a:pt x="387" y="675"/>
                </a:cubicBezTo>
                <a:cubicBezTo>
                  <a:pt x="389" y="678"/>
                  <a:pt x="391" y="681"/>
                  <a:pt x="391" y="685"/>
                </a:cubicBezTo>
                <a:close/>
                <a:moveTo>
                  <a:pt x="391" y="751"/>
                </a:moveTo>
                <a:cubicBezTo>
                  <a:pt x="391" y="763"/>
                  <a:pt x="391" y="763"/>
                  <a:pt x="391" y="763"/>
                </a:cubicBezTo>
                <a:cubicBezTo>
                  <a:pt x="390" y="761"/>
                  <a:pt x="389" y="760"/>
                  <a:pt x="387" y="759"/>
                </a:cubicBezTo>
                <a:cubicBezTo>
                  <a:pt x="387" y="749"/>
                  <a:pt x="387" y="749"/>
                  <a:pt x="387" y="749"/>
                </a:cubicBezTo>
                <a:cubicBezTo>
                  <a:pt x="388" y="749"/>
                  <a:pt x="389" y="750"/>
                  <a:pt x="390" y="751"/>
                </a:cubicBezTo>
                <a:lnTo>
                  <a:pt x="391" y="751"/>
                </a:lnTo>
                <a:close/>
                <a:moveTo>
                  <a:pt x="380" y="2"/>
                </a:moveTo>
                <a:cubicBezTo>
                  <a:pt x="382" y="1"/>
                  <a:pt x="385" y="1"/>
                  <a:pt x="387" y="0"/>
                </a:cubicBezTo>
                <a:cubicBezTo>
                  <a:pt x="387" y="0"/>
                  <a:pt x="387" y="0"/>
                  <a:pt x="387" y="0"/>
                </a:cubicBezTo>
                <a:cubicBezTo>
                  <a:pt x="387" y="25"/>
                  <a:pt x="387" y="25"/>
                  <a:pt x="387" y="25"/>
                </a:cubicBezTo>
                <a:cubicBezTo>
                  <a:pt x="385" y="22"/>
                  <a:pt x="383" y="19"/>
                  <a:pt x="380" y="16"/>
                </a:cubicBezTo>
                <a:cubicBezTo>
                  <a:pt x="380" y="2"/>
                  <a:pt x="380" y="2"/>
                  <a:pt x="380" y="2"/>
                </a:cubicBezTo>
                <a:close/>
                <a:moveTo>
                  <a:pt x="387" y="794"/>
                </a:moveTo>
                <a:cubicBezTo>
                  <a:pt x="385" y="793"/>
                  <a:pt x="383" y="793"/>
                  <a:pt x="380" y="793"/>
                </a:cubicBezTo>
                <a:cubicBezTo>
                  <a:pt x="380" y="780"/>
                  <a:pt x="380" y="780"/>
                  <a:pt x="380" y="780"/>
                </a:cubicBezTo>
                <a:cubicBezTo>
                  <a:pt x="382" y="781"/>
                  <a:pt x="385" y="783"/>
                  <a:pt x="387" y="784"/>
                </a:cubicBezTo>
                <a:cubicBezTo>
                  <a:pt x="387" y="794"/>
                  <a:pt x="387" y="794"/>
                  <a:pt x="387" y="794"/>
                </a:cubicBezTo>
                <a:close/>
                <a:moveTo>
                  <a:pt x="387" y="39"/>
                </a:moveTo>
                <a:cubicBezTo>
                  <a:pt x="387" y="47"/>
                  <a:pt x="387" y="47"/>
                  <a:pt x="387" y="47"/>
                </a:cubicBezTo>
                <a:cubicBezTo>
                  <a:pt x="380" y="46"/>
                  <a:pt x="380" y="46"/>
                  <a:pt x="380" y="46"/>
                </a:cubicBezTo>
                <a:cubicBezTo>
                  <a:pt x="380" y="39"/>
                  <a:pt x="380" y="39"/>
                  <a:pt x="380" y="39"/>
                </a:cubicBezTo>
                <a:cubicBezTo>
                  <a:pt x="383" y="39"/>
                  <a:pt x="385" y="39"/>
                  <a:pt x="387" y="39"/>
                </a:cubicBezTo>
                <a:close/>
                <a:moveTo>
                  <a:pt x="387" y="165"/>
                </a:moveTo>
                <a:cubicBezTo>
                  <a:pt x="387" y="174"/>
                  <a:pt x="387" y="174"/>
                  <a:pt x="387" y="174"/>
                </a:cubicBezTo>
                <a:cubicBezTo>
                  <a:pt x="385" y="172"/>
                  <a:pt x="383" y="171"/>
                  <a:pt x="380" y="170"/>
                </a:cubicBezTo>
                <a:cubicBezTo>
                  <a:pt x="380" y="165"/>
                  <a:pt x="380" y="165"/>
                  <a:pt x="380" y="165"/>
                </a:cubicBezTo>
                <a:cubicBezTo>
                  <a:pt x="383" y="165"/>
                  <a:pt x="385" y="165"/>
                  <a:pt x="387" y="165"/>
                </a:cubicBezTo>
                <a:close/>
                <a:moveTo>
                  <a:pt x="387" y="188"/>
                </a:moveTo>
                <a:cubicBezTo>
                  <a:pt x="387" y="301"/>
                  <a:pt x="387" y="301"/>
                  <a:pt x="387" y="301"/>
                </a:cubicBezTo>
                <a:cubicBezTo>
                  <a:pt x="385" y="300"/>
                  <a:pt x="384" y="299"/>
                  <a:pt x="380" y="299"/>
                </a:cubicBezTo>
                <a:cubicBezTo>
                  <a:pt x="380" y="295"/>
                  <a:pt x="380" y="295"/>
                  <a:pt x="380" y="295"/>
                </a:cubicBezTo>
                <a:cubicBezTo>
                  <a:pt x="382" y="295"/>
                  <a:pt x="383" y="295"/>
                  <a:pt x="384" y="295"/>
                </a:cubicBezTo>
                <a:cubicBezTo>
                  <a:pt x="384" y="260"/>
                  <a:pt x="384" y="226"/>
                  <a:pt x="384" y="192"/>
                </a:cubicBezTo>
                <a:cubicBezTo>
                  <a:pt x="383" y="192"/>
                  <a:pt x="382" y="192"/>
                  <a:pt x="380" y="192"/>
                </a:cubicBezTo>
                <a:cubicBezTo>
                  <a:pt x="380" y="182"/>
                  <a:pt x="380" y="182"/>
                  <a:pt x="380" y="182"/>
                </a:cubicBezTo>
                <a:cubicBezTo>
                  <a:pt x="385" y="188"/>
                  <a:pt x="385" y="188"/>
                  <a:pt x="385" y="188"/>
                </a:cubicBezTo>
                <a:cubicBezTo>
                  <a:pt x="387" y="188"/>
                  <a:pt x="387" y="188"/>
                  <a:pt x="387" y="188"/>
                </a:cubicBezTo>
                <a:close/>
                <a:moveTo>
                  <a:pt x="387" y="309"/>
                </a:moveTo>
                <a:cubicBezTo>
                  <a:pt x="387" y="312"/>
                  <a:pt x="387" y="312"/>
                  <a:pt x="387" y="312"/>
                </a:cubicBezTo>
                <a:cubicBezTo>
                  <a:pt x="385" y="312"/>
                  <a:pt x="383" y="313"/>
                  <a:pt x="380" y="313"/>
                </a:cubicBezTo>
                <a:cubicBezTo>
                  <a:pt x="380" y="303"/>
                  <a:pt x="380" y="303"/>
                  <a:pt x="380" y="303"/>
                </a:cubicBezTo>
                <a:cubicBezTo>
                  <a:pt x="382" y="305"/>
                  <a:pt x="383" y="306"/>
                  <a:pt x="385" y="309"/>
                </a:cubicBezTo>
                <a:cubicBezTo>
                  <a:pt x="387" y="309"/>
                  <a:pt x="387" y="309"/>
                  <a:pt x="387" y="309"/>
                </a:cubicBezTo>
                <a:close/>
                <a:moveTo>
                  <a:pt x="387" y="356"/>
                </a:moveTo>
                <a:cubicBezTo>
                  <a:pt x="387" y="438"/>
                  <a:pt x="387" y="438"/>
                  <a:pt x="387" y="438"/>
                </a:cubicBezTo>
                <a:cubicBezTo>
                  <a:pt x="380" y="443"/>
                  <a:pt x="380" y="443"/>
                  <a:pt x="380" y="443"/>
                </a:cubicBezTo>
                <a:cubicBezTo>
                  <a:pt x="380" y="375"/>
                  <a:pt x="380" y="375"/>
                  <a:pt x="380" y="375"/>
                </a:cubicBezTo>
                <a:cubicBezTo>
                  <a:pt x="387" y="356"/>
                  <a:pt x="387" y="356"/>
                  <a:pt x="387" y="356"/>
                </a:cubicBezTo>
                <a:close/>
                <a:moveTo>
                  <a:pt x="387" y="491"/>
                </a:moveTo>
                <a:cubicBezTo>
                  <a:pt x="387" y="500"/>
                  <a:pt x="387" y="500"/>
                  <a:pt x="387" y="500"/>
                </a:cubicBezTo>
                <a:cubicBezTo>
                  <a:pt x="385" y="495"/>
                  <a:pt x="385" y="495"/>
                  <a:pt x="385" y="495"/>
                </a:cubicBezTo>
                <a:cubicBezTo>
                  <a:pt x="383" y="495"/>
                  <a:pt x="382" y="495"/>
                  <a:pt x="380" y="495"/>
                </a:cubicBezTo>
                <a:cubicBezTo>
                  <a:pt x="380" y="490"/>
                  <a:pt x="380" y="490"/>
                  <a:pt x="380" y="490"/>
                </a:cubicBezTo>
                <a:cubicBezTo>
                  <a:pt x="387" y="491"/>
                  <a:pt x="387" y="491"/>
                  <a:pt x="387" y="491"/>
                </a:cubicBezTo>
                <a:close/>
                <a:moveTo>
                  <a:pt x="387" y="506"/>
                </a:moveTo>
                <a:cubicBezTo>
                  <a:pt x="387" y="617"/>
                  <a:pt x="387" y="617"/>
                  <a:pt x="387" y="617"/>
                </a:cubicBezTo>
                <a:cubicBezTo>
                  <a:pt x="385" y="616"/>
                  <a:pt x="383" y="616"/>
                  <a:pt x="380" y="616"/>
                </a:cubicBezTo>
                <a:cubicBezTo>
                  <a:pt x="380" y="612"/>
                  <a:pt x="380" y="612"/>
                  <a:pt x="380" y="612"/>
                </a:cubicBezTo>
                <a:cubicBezTo>
                  <a:pt x="382" y="612"/>
                  <a:pt x="383" y="611"/>
                  <a:pt x="384" y="611"/>
                </a:cubicBezTo>
                <a:cubicBezTo>
                  <a:pt x="384" y="577"/>
                  <a:pt x="384" y="544"/>
                  <a:pt x="384" y="510"/>
                </a:cubicBezTo>
                <a:cubicBezTo>
                  <a:pt x="380" y="509"/>
                  <a:pt x="380" y="509"/>
                  <a:pt x="380" y="509"/>
                </a:cubicBezTo>
                <a:cubicBezTo>
                  <a:pt x="380" y="501"/>
                  <a:pt x="380" y="501"/>
                  <a:pt x="380" y="501"/>
                </a:cubicBezTo>
                <a:cubicBezTo>
                  <a:pt x="381" y="503"/>
                  <a:pt x="382" y="505"/>
                  <a:pt x="384" y="506"/>
                </a:cubicBezTo>
                <a:cubicBezTo>
                  <a:pt x="385" y="506"/>
                  <a:pt x="386" y="506"/>
                  <a:pt x="387" y="506"/>
                </a:cubicBezTo>
                <a:close/>
                <a:moveTo>
                  <a:pt x="387" y="630"/>
                </a:moveTo>
                <a:cubicBezTo>
                  <a:pt x="387" y="639"/>
                  <a:pt x="387" y="639"/>
                  <a:pt x="387" y="639"/>
                </a:cubicBezTo>
                <a:cubicBezTo>
                  <a:pt x="380" y="639"/>
                  <a:pt x="380" y="639"/>
                  <a:pt x="380" y="639"/>
                </a:cubicBezTo>
                <a:cubicBezTo>
                  <a:pt x="380" y="633"/>
                  <a:pt x="380" y="633"/>
                  <a:pt x="380" y="633"/>
                </a:cubicBezTo>
                <a:cubicBezTo>
                  <a:pt x="382" y="633"/>
                  <a:pt x="382" y="633"/>
                  <a:pt x="382" y="633"/>
                </a:cubicBezTo>
                <a:cubicBezTo>
                  <a:pt x="381" y="632"/>
                  <a:pt x="381" y="631"/>
                  <a:pt x="380" y="631"/>
                </a:cubicBezTo>
                <a:cubicBezTo>
                  <a:pt x="380" y="618"/>
                  <a:pt x="380" y="618"/>
                  <a:pt x="380" y="618"/>
                </a:cubicBezTo>
                <a:cubicBezTo>
                  <a:pt x="383" y="623"/>
                  <a:pt x="384" y="626"/>
                  <a:pt x="387" y="630"/>
                </a:cubicBezTo>
                <a:close/>
                <a:moveTo>
                  <a:pt x="387" y="675"/>
                </a:moveTo>
                <a:cubicBezTo>
                  <a:pt x="387" y="705"/>
                  <a:pt x="387" y="705"/>
                  <a:pt x="387" y="705"/>
                </a:cubicBezTo>
                <a:cubicBezTo>
                  <a:pt x="385" y="707"/>
                  <a:pt x="383" y="709"/>
                  <a:pt x="380" y="711"/>
                </a:cubicBezTo>
                <a:cubicBezTo>
                  <a:pt x="380" y="672"/>
                  <a:pt x="380" y="672"/>
                  <a:pt x="380" y="672"/>
                </a:cubicBezTo>
                <a:cubicBezTo>
                  <a:pt x="382" y="673"/>
                  <a:pt x="385" y="673"/>
                  <a:pt x="387" y="674"/>
                </a:cubicBezTo>
                <a:cubicBezTo>
                  <a:pt x="387" y="675"/>
                  <a:pt x="387" y="675"/>
                  <a:pt x="387" y="675"/>
                </a:cubicBezTo>
                <a:close/>
                <a:moveTo>
                  <a:pt x="387" y="749"/>
                </a:moveTo>
                <a:cubicBezTo>
                  <a:pt x="387" y="759"/>
                  <a:pt x="387" y="759"/>
                  <a:pt x="387" y="759"/>
                </a:cubicBezTo>
                <a:cubicBezTo>
                  <a:pt x="385" y="758"/>
                  <a:pt x="383" y="758"/>
                  <a:pt x="380" y="757"/>
                </a:cubicBezTo>
                <a:cubicBezTo>
                  <a:pt x="380" y="747"/>
                  <a:pt x="380" y="747"/>
                  <a:pt x="380" y="747"/>
                </a:cubicBezTo>
                <a:cubicBezTo>
                  <a:pt x="383" y="748"/>
                  <a:pt x="385" y="748"/>
                  <a:pt x="387" y="749"/>
                </a:cubicBezTo>
                <a:close/>
                <a:moveTo>
                  <a:pt x="379" y="2"/>
                </a:moveTo>
                <a:cubicBezTo>
                  <a:pt x="380" y="2"/>
                  <a:pt x="380" y="2"/>
                  <a:pt x="380" y="2"/>
                </a:cubicBezTo>
                <a:cubicBezTo>
                  <a:pt x="380" y="16"/>
                  <a:pt x="380" y="16"/>
                  <a:pt x="380" y="16"/>
                </a:cubicBezTo>
                <a:cubicBezTo>
                  <a:pt x="380" y="16"/>
                  <a:pt x="380" y="15"/>
                  <a:pt x="379" y="15"/>
                </a:cubicBezTo>
                <a:cubicBezTo>
                  <a:pt x="379" y="2"/>
                  <a:pt x="379" y="2"/>
                  <a:pt x="379" y="2"/>
                </a:cubicBezTo>
                <a:close/>
                <a:moveTo>
                  <a:pt x="380" y="793"/>
                </a:moveTo>
                <a:cubicBezTo>
                  <a:pt x="379" y="793"/>
                  <a:pt x="379" y="793"/>
                  <a:pt x="379" y="793"/>
                </a:cubicBezTo>
                <a:cubicBezTo>
                  <a:pt x="379" y="778"/>
                  <a:pt x="379" y="778"/>
                  <a:pt x="379" y="778"/>
                </a:cubicBezTo>
                <a:cubicBezTo>
                  <a:pt x="380" y="779"/>
                  <a:pt x="380" y="779"/>
                  <a:pt x="380" y="780"/>
                </a:cubicBezTo>
                <a:cubicBezTo>
                  <a:pt x="380" y="793"/>
                  <a:pt x="380" y="793"/>
                  <a:pt x="380" y="793"/>
                </a:cubicBezTo>
                <a:close/>
                <a:moveTo>
                  <a:pt x="380" y="39"/>
                </a:moveTo>
                <a:cubicBezTo>
                  <a:pt x="380" y="46"/>
                  <a:pt x="380" y="46"/>
                  <a:pt x="380" y="46"/>
                </a:cubicBezTo>
                <a:cubicBezTo>
                  <a:pt x="379" y="46"/>
                  <a:pt x="379" y="46"/>
                  <a:pt x="379" y="46"/>
                </a:cubicBezTo>
                <a:cubicBezTo>
                  <a:pt x="379" y="39"/>
                  <a:pt x="379" y="39"/>
                  <a:pt x="379" y="39"/>
                </a:cubicBezTo>
                <a:cubicBezTo>
                  <a:pt x="380" y="39"/>
                  <a:pt x="380" y="39"/>
                  <a:pt x="380" y="39"/>
                </a:cubicBezTo>
                <a:cubicBezTo>
                  <a:pt x="380" y="39"/>
                  <a:pt x="380" y="39"/>
                  <a:pt x="380" y="39"/>
                </a:cubicBezTo>
                <a:close/>
                <a:moveTo>
                  <a:pt x="380" y="165"/>
                </a:moveTo>
                <a:cubicBezTo>
                  <a:pt x="380" y="170"/>
                  <a:pt x="380" y="170"/>
                  <a:pt x="380" y="170"/>
                </a:cubicBezTo>
                <a:cubicBezTo>
                  <a:pt x="380" y="170"/>
                  <a:pt x="380" y="170"/>
                  <a:pt x="379" y="170"/>
                </a:cubicBezTo>
                <a:cubicBezTo>
                  <a:pt x="379" y="165"/>
                  <a:pt x="379" y="165"/>
                  <a:pt x="379" y="165"/>
                </a:cubicBezTo>
                <a:cubicBezTo>
                  <a:pt x="380" y="165"/>
                  <a:pt x="380" y="165"/>
                  <a:pt x="380" y="165"/>
                </a:cubicBezTo>
                <a:close/>
                <a:moveTo>
                  <a:pt x="380" y="182"/>
                </a:moveTo>
                <a:cubicBezTo>
                  <a:pt x="380" y="192"/>
                  <a:pt x="380" y="192"/>
                  <a:pt x="380" y="192"/>
                </a:cubicBezTo>
                <a:cubicBezTo>
                  <a:pt x="380" y="192"/>
                  <a:pt x="380" y="192"/>
                  <a:pt x="379" y="192"/>
                </a:cubicBezTo>
                <a:cubicBezTo>
                  <a:pt x="379" y="181"/>
                  <a:pt x="379" y="181"/>
                  <a:pt x="379" y="181"/>
                </a:cubicBezTo>
                <a:cubicBezTo>
                  <a:pt x="380" y="182"/>
                  <a:pt x="380" y="182"/>
                  <a:pt x="380" y="182"/>
                </a:cubicBezTo>
                <a:close/>
                <a:moveTo>
                  <a:pt x="380" y="295"/>
                </a:moveTo>
                <a:cubicBezTo>
                  <a:pt x="380" y="299"/>
                  <a:pt x="380" y="299"/>
                  <a:pt x="380" y="299"/>
                </a:cubicBezTo>
                <a:cubicBezTo>
                  <a:pt x="380" y="299"/>
                  <a:pt x="380" y="299"/>
                  <a:pt x="379" y="299"/>
                </a:cubicBezTo>
                <a:cubicBezTo>
                  <a:pt x="379" y="296"/>
                  <a:pt x="379" y="296"/>
                  <a:pt x="379" y="296"/>
                </a:cubicBezTo>
                <a:cubicBezTo>
                  <a:pt x="380" y="295"/>
                  <a:pt x="380" y="295"/>
                  <a:pt x="380" y="295"/>
                </a:cubicBezTo>
                <a:close/>
                <a:moveTo>
                  <a:pt x="380" y="303"/>
                </a:moveTo>
                <a:cubicBezTo>
                  <a:pt x="380" y="313"/>
                  <a:pt x="380" y="313"/>
                  <a:pt x="380" y="313"/>
                </a:cubicBezTo>
                <a:cubicBezTo>
                  <a:pt x="379" y="313"/>
                  <a:pt x="379" y="313"/>
                  <a:pt x="379" y="313"/>
                </a:cubicBezTo>
                <a:cubicBezTo>
                  <a:pt x="379" y="310"/>
                  <a:pt x="379" y="310"/>
                  <a:pt x="379" y="310"/>
                </a:cubicBezTo>
                <a:cubicBezTo>
                  <a:pt x="380" y="310"/>
                  <a:pt x="380" y="309"/>
                  <a:pt x="380" y="309"/>
                </a:cubicBezTo>
                <a:cubicBezTo>
                  <a:pt x="379" y="307"/>
                  <a:pt x="379" y="307"/>
                  <a:pt x="379" y="307"/>
                </a:cubicBezTo>
                <a:cubicBezTo>
                  <a:pt x="379" y="302"/>
                  <a:pt x="379" y="302"/>
                  <a:pt x="379" y="302"/>
                </a:cubicBezTo>
                <a:cubicBezTo>
                  <a:pt x="380" y="302"/>
                  <a:pt x="380" y="302"/>
                  <a:pt x="380" y="303"/>
                </a:cubicBezTo>
                <a:close/>
                <a:moveTo>
                  <a:pt x="380" y="375"/>
                </a:moveTo>
                <a:cubicBezTo>
                  <a:pt x="380" y="443"/>
                  <a:pt x="380" y="443"/>
                  <a:pt x="380" y="443"/>
                </a:cubicBezTo>
                <a:cubicBezTo>
                  <a:pt x="379" y="444"/>
                  <a:pt x="379" y="444"/>
                  <a:pt x="379" y="444"/>
                </a:cubicBezTo>
                <a:cubicBezTo>
                  <a:pt x="379" y="377"/>
                  <a:pt x="379" y="377"/>
                  <a:pt x="379" y="377"/>
                </a:cubicBezTo>
                <a:cubicBezTo>
                  <a:pt x="380" y="377"/>
                  <a:pt x="380" y="377"/>
                  <a:pt x="380" y="377"/>
                </a:cubicBezTo>
                <a:cubicBezTo>
                  <a:pt x="380" y="375"/>
                  <a:pt x="380" y="375"/>
                  <a:pt x="380" y="375"/>
                </a:cubicBezTo>
                <a:close/>
                <a:moveTo>
                  <a:pt x="380" y="490"/>
                </a:moveTo>
                <a:cubicBezTo>
                  <a:pt x="380" y="495"/>
                  <a:pt x="380" y="495"/>
                  <a:pt x="380" y="495"/>
                </a:cubicBezTo>
                <a:cubicBezTo>
                  <a:pt x="379" y="495"/>
                  <a:pt x="379" y="495"/>
                  <a:pt x="379" y="495"/>
                </a:cubicBezTo>
                <a:cubicBezTo>
                  <a:pt x="379" y="490"/>
                  <a:pt x="379" y="490"/>
                  <a:pt x="379" y="490"/>
                </a:cubicBezTo>
                <a:cubicBezTo>
                  <a:pt x="380" y="490"/>
                  <a:pt x="380" y="490"/>
                  <a:pt x="380" y="490"/>
                </a:cubicBezTo>
                <a:close/>
                <a:moveTo>
                  <a:pt x="380" y="501"/>
                </a:moveTo>
                <a:cubicBezTo>
                  <a:pt x="380" y="509"/>
                  <a:pt x="380" y="509"/>
                  <a:pt x="380" y="509"/>
                </a:cubicBezTo>
                <a:cubicBezTo>
                  <a:pt x="379" y="509"/>
                  <a:pt x="379" y="509"/>
                  <a:pt x="379" y="509"/>
                </a:cubicBezTo>
                <a:cubicBezTo>
                  <a:pt x="379" y="497"/>
                  <a:pt x="379" y="497"/>
                  <a:pt x="379" y="497"/>
                </a:cubicBezTo>
                <a:cubicBezTo>
                  <a:pt x="380" y="499"/>
                  <a:pt x="380" y="500"/>
                  <a:pt x="380" y="501"/>
                </a:cubicBezTo>
                <a:close/>
                <a:moveTo>
                  <a:pt x="380" y="612"/>
                </a:moveTo>
                <a:cubicBezTo>
                  <a:pt x="380" y="616"/>
                  <a:pt x="380" y="616"/>
                  <a:pt x="380" y="616"/>
                </a:cubicBezTo>
                <a:cubicBezTo>
                  <a:pt x="380" y="616"/>
                  <a:pt x="380" y="616"/>
                  <a:pt x="380" y="616"/>
                </a:cubicBezTo>
                <a:cubicBezTo>
                  <a:pt x="380" y="616"/>
                  <a:pt x="380" y="617"/>
                  <a:pt x="380" y="618"/>
                </a:cubicBezTo>
                <a:cubicBezTo>
                  <a:pt x="380" y="631"/>
                  <a:pt x="380" y="631"/>
                  <a:pt x="380" y="631"/>
                </a:cubicBezTo>
                <a:cubicBezTo>
                  <a:pt x="380" y="630"/>
                  <a:pt x="380" y="629"/>
                  <a:pt x="379" y="628"/>
                </a:cubicBezTo>
                <a:cubicBezTo>
                  <a:pt x="379" y="612"/>
                  <a:pt x="379" y="612"/>
                  <a:pt x="379" y="612"/>
                </a:cubicBezTo>
                <a:cubicBezTo>
                  <a:pt x="380" y="612"/>
                  <a:pt x="380" y="612"/>
                  <a:pt x="380" y="612"/>
                </a:cubicBezTo>
                <a:close/>
                <a:moveTo>
                  <a:pt x="380" y="633"/>
                </a:moveTo>
                <a:cubicBezTo>
                  <a:pt x="380" y="639"/>
                  <a:pt x="380" y="639"/>
                  <a:pt x="380" y="639"/>
                </a:cubicBezTo>
                <a:cubicBezTo>
                  <a:pt x="379" y="639"/>
                  <a:pt x="379" y="639"/>
                  <a:pt x="379" y="639"/>
                </a:cubicBezTo>
                <a:cubicBezTo>
                  <a:pt x="379" y="633"/>
                  <a:pt x="379" y="633"/>
                  <a:pt x="379" y="633"/>
                </a:cubicBezTo>
                <a:cubicBezTo>
                  <a:pt x="380" y="633"/>
                  <a:pt x="380" y="633"/>
                  <a:pt x="380" y="633"/>
                </a:cubicBezTo>
                <a:close/>
                <a:moveTo>
                  <a:pt x="380" y="672"/>
                </a:moveTo>
                <a:cubicBezTo>
                  <a:pt x="380" y="711"/>
                  <a:pt x="380" y="711"/>
                  <a:pt x="380" y="711"/>
                </a:cubicBezTo>
                <a:cubicBezTo>
                  <a:pt x="380" y="711"/>
                  <a:pt x="380" y="711"/>
                  <a:pt x="380" y="712"/>
                </a:cubicBezTo>
                <a:cubicBezTo>
                  <a:pt x="379" y="712"/>
                  <a:pt x="379" y="712"/>
                  <a:pt x="379" y="712"/>
                </a:cubicBezTo>
                <a:cubicBezTo>
                  <a:pt x="379" y="699"/>
                  <a:pt x="379" y="699"/>
                  <a:pt x="379" y="699"/>
                </a:cubicBezTo>
                <a:cubicBezTo>
                  <a:pt x="380" y="699"/>
                  <a:pt x="380" y="698"/>
                  <a:pt x="380" y="698"/>
                </a:cubicBezTo>
                <a:cubicBezTo>
                  <a:pt x="380" y="697"/>
                  <a:pt x="380" y="697"/>
                  <a:pt x="380" y="696"/>
                </a:cubicBezTo>
                <a:cubicBezTo>
                  <a:pt x="380" y="696"/>
                  <a:pt x="379" y="696"/>
                  <a:pt x="379" y="696"/>
                </a:cubicBezTo>
                <a:cubicBezTo>
                  <a:pt x="379" y="688"/>
                  <a:pt x="379" y="688"/>
                  <a:pt x="379" y="688"/>
                </a:cubicBezTo>
                <a:cubicBezTo>
                  <a:pt x="380" y="688"/>
                  <a:pt x="380" y="688"/>
                  <a:pt x="380" y="688"/>
                </a:cubicBezTo>
                <a:cubicBezTo>
                  <a:pt x="380" y="685"/>
                  <a:pt x="380" y="682"/>
                  <a:pt x="379" y="680"/>
                </a:cubicBezTo>
                <a:cubicBezTo>
                  <a:pt x="379" y="672"/>
                  <a:pt x="379" y="672"/>
                  <a:pt x="379" y="672"/>
                </a:cubicBezTo>
                <a:cubicBezTo>
                  <a:pt x="380" y="672"/>
                  <a:pt x="380" y="672"/>
                  <a:pt x="380" y="672"/>
                </a:cubicBezTo>
                <a:close/>
                <a:moveTo>
                  <a:pt x="380" y="747"/>
                </a:moveTo>
                <a:cubicBezTo>
                  <a:pt x="380" y="757"/>
                  <a:pt x="380" y="757"/>
                  <a:pt x="380" y="757"/>
                </a:cubicBezTo>
                <a:cubicBezTo>
                  <a:pt x="380" y="757"/>
                  <a:pt x="380" y="757"/>
                  <a:pt x="379" y="757"/>
                </a:cubicBezTo>
                <a:cubicBezTo>
                  <a:pt x="379" y="747"/>
                  <a:pt x="379" y="747"/>
                  <a:pt x="379" y="747"/>
                </a:cubicBezTo>
                <a:cubicBezTo>
                  <a:pt x="380" y="747"/>
                  <a:pt x="380" y="747"/>
                  <a:pt x="380" y="747"/>
                </a:cubicBezTo>
                <a:close/>
                <a:moveTo>
                  <a:pt x="377" y="2"/>
                </a:moveTo>
                <a:cubicBezTo>
                  <a:pt x="378" y="2"/>
                  <a:pt x="378" y="2"/>
                  <a:pt x="379" y="2"/>
                </a:cubicBezTo>
                <a:cubicBezTo>
                  <a:pt x="379" y="15"/>
                  <a:pt x="379" y="15"/>
                  <a:pt x="379" y="15"/>
                </a:cubicBezTo>
                <a:cubicBezTo>
                  <a:pt x="378" y="14"/>
                  <a:pt x="378" y="13"/>
                  <a:pt x="377" y="13"/>
                </a:cubicBezTo>
                <a:cubicBezTo>
                  <a:pt x="377" y="2"/>
                  <a:pt x="377" y="2"/>
                  <a:pt x="377" y="2"/>
                </a:cubicBezTo>
                <a:close/>
                <a:moveTo>
                  <a:pt x="379" y="793"/>
                </a:moveTo>
                <a:cubicBezTo>
                  <a:pt x="377" y="793"/>
                  <a:pt x="377" y="793"/>
                  <a:pt x="377" y="793"/>
                </a:cubicBezTo>
                <a:cubicBezTo>
                  <a:pt x="377" y="775"/>
                  <a:pt x="377" y="775"/>
                  <a:pt x="377" y="775"/>
                </a:cubicBezTo>
                <a:cubicBezTo>
                  <a:pt x="377" y="776"/>
                  <a:pt x="378" y="777"/>
                  <a:pt x="379" y="778"/>
                </a:cubicBezTo>
                <a:cubicBezTo>
                  <a:pt x="379" y="793"/>
                  <a:pt x="379" y="793"/>
                  <a:pt x="379" y="793"/>
                </a:cubicBezTo>
                <a:close/>
                <a:moveTo>
                  <a:pt x="379" y="39"/>
                </a:moveTo>
                <a:cubicBezTo>
                  <a:pt x="379" y="46"/>
                  <a:pt x="379" y="46"/>
                  <a:pt x="379" y="46"/>
                </a:cubicBezTo>
                <a:cubicBezTo>
                  <a:pt x="377" y="46"/>
                  <a:pt x="377" y="46"/>
                  <a:pt x="377" y="46"/>
                </a:cubicBezTo>
                <a:cubicBezTo>
                  <a:pt x="377" y="38"/>
                  <a:pt x="377" y="38"/>
                  <a:pt x="377" y="38"/>
                </a:cubicBezTo>
                <a:cubicBezTo>
                  <a:pt x="378" y="38"/>
                  <a:pt x="378" y="38"/>
                  <a:pt x="379" y="39"/>
                </a:cubicBezTo>
                <a:close/>
                <a:moveTo>
                  <a:pt x="379" y="165"/>
                </a:moveTo>
                <a:cubicBezTo>
                  <a:pt x="379" y="170"/>
                  <a:pt x="379" y="170"/>
                  <a:pt x="379" y="170"/>
                </a:cubicBezTo>
                <a:cubicBezTo>
                  <a:pt x="378" y="170"/>
                  <a:pt x="378" y="170"/>
                  <a:pt x="377" y="170"/>
                </a:cubicBezTo>
                <a:cubicBezTo>
                  <a:pt x="377" y="166"/>
                  <a:pt x="377" y="166"/>
                  <a:pt x="377" y="166"/>
                </a:cubicBezTo>
                <a:cubicBezTo>
                  <a:pt x="379" y="165"/>
                  <a:pt x="379" y="165"/>
                  <a:pt x="379" y="165"/>
                </a:cubicBezTo>
                <a:close/>
                <a:moveTo>
                  <a:pt x="379" y="181"/>
                </a:moveTo>
                <a:cubicBezTo>
                  <a:pt x="379" y="192"/>
                  <a:pt x="379" y="192"/>
                  <a:pt x="379" y="192"/>
                </a:cubicBezTo>
                <a:cubicBezTo>
                  <a:pt x="378" y="192"/>
                  <a:pt x="378" y="192"/>
                  <a:pt x="377" y="193"/>
                </a:cubicBezTo>
                <a:cubicBezTo>
                  <a:pt x="377" y="177"/>
                  <a:pt x="377" y="177"/>
                  <a:pt x="377" y="177"/>
                </a:cubicBezTo>
                <a:cubicBezTo>
                  <a:pt x="379" y="181"/>
                  <a:pt x="379" y="181"/>
                  <a:pt x="379" y="181"/>
                </a:cubicBezTo>
                <a:close/>
                <a:moveTo>
                  <a:pt x="379" y="296"/>
                </a:moveTo>
                <a:cubicBezTo>
                  <a:pt x="379" y="299"/>
                  <a:pt x="379" y="299"/>
                  <a:pt x="379" y="299"/>
                </a:cubicBezTo>
                <a:cubicBezTo>
                  <a:pt x="379" y="299"/>
                  <a:pt x="378" y="299"/>
                  <a:pt x="378" y="299"/>
                </a:cubicBezTo>
                <a:cubicBezTo>
                  <a:pt x="378" y="300"/>
                  <a:pt x="379" y="301"/>
                  <a:pt x="379" y="302"/>
                </a:cubicBezTo>
                <a:cubicBezTo>
                  <a:pt x="379" y="307"/>
                  <a:pt x="379" y="307"/>
                  <a:pt x="379" y="307"/>
                </a:cubicBezTo>
                <a:cubicBezTo>
                  <a:pt x="378" y="306"/>
                  <a:pt x="377" y="305"/>
                  <a:pt x="377" y="305"/>
                </a:cubicBezTo>
                <a:cubicBezTo>
                  <a:pt x="377" y="296"/>
                  <a:pt x="377" y="296"/>
                  <a:pt x="377" y="296"/>
                </a:cubicBezTo>
                <a:cubicBezTo>
                  <a:pt x="378" y="296"/>
                  <a:pt x="378" y="296"/>
                  <a:pt x="379" y="296"/>
                </a:cubicBezTo>
                <a:close/>
                <a:moveTo>
                  <a:pt x="379" y="310"/>
                </a:moveTo>
                <a:cubicBezTo>
                  <a:pt x="379" y="313"/>
                  <a:pt x="379" y="313"/>
                  <a:pt x="379" y="313"/>
                </a:cubicBezTo>
                <a:cubicBezTo>
                  <a:pt x="378" y="313"/>
                  <a:pt x="378" y="314"/>
                  <a:pt x="377" y="314"/>
                </a:cubicBezTo>
                <a:cubicBezTo>
                  <a:pt x="377" y="311"/>
                  <a:pt x="377" y="311"/>
                  <a:pt x="377" y="311"/>
                </a:cubicBezTo>
                <a:cubicBezTo>
                  <a:pt x="378" y="311"/>
                  <a:pt x="378" y="310"/>
                  <a:pt x="379" y="310"/>
                </a:cubicBezTo>
                <a:close/>
                <a:moveTo>
                  <a:pt x="379" y="377"/>
                </a:moveTo>
                <a:cubicBezTo>
                  <a:pt x="379" y="444"/>
                  <a:pt x="379" y="444"/>
                  <a:pt x="379" y="444"/>
                </a:cubicBezTo>
                <a:cubicBezTo>
                  <a:pt x="377" y="446"/>
                  <a:pt x="377" y="446"/>
                  <a:pt x="377" y="446"/>
                </a:cubicBezTo>
                <a:cubicBezTo>
                  <a:pt x="377" y="377"/>
                  <a:pt x="377" y="377"/>
                  <a:pt x="377" y="377"/>
                </a:cubicBezTo>
                <a:cubicBezTo>
                  <a:pt x="379" y="377"/>
                  <a:pt x="379" y="377"/>
                  <a:pt x="379" y="377"/>
                </a:cubicBezTo>
                <a:close/>
                <a:moveTo>
                  <a:pt x="379" y="490"/>
                </a:moveTo>
                <a:cubicBezTo>
                  <a:pt x="379" y="495"/>
                  <a:pt x="379" y="495"/>
                  <a:pt x="379" y="495"/>
                </a:cubicBezTo>
                <a:cubicBezTo>
                  <a:pt x="378" y="495"/>
                  <a:pt x="378" y="495"/>
                  <a:pt x="378" y="495"/>
                </a:cubicBezTo>
                <a:cubicBezTo>
                  <a:pt x="379" y="496"/>
                  <a:pt x="379" y="497"/>
                  <a:pt x="379" y="497"/>
                </a:cubicBezTo>
                <a:cubicBezTo>
                  <a:pt x="379" y="509"/>
                  <a:pt x="379" y="509"/>
                  <a:pt x="379" y="509"/>
                </a:cubicBezTo>
                <a:cubicBezTo>
                  <a:pt x="377" y="508"/>
                  <a:pt x="377" y="508"/>
                  <a:pt x="377" y="508"/>
                </a:cubicBezTo>
                <a:cubicBezTo>
                  <a:pt x="377" y="505"/>
                  <a:pt x="377" y="505"/>
                  <a:pt x="377" y="505"/>
                </a:cubicBezTo>
                <a:cubicBezTo>
                  <a:pt x="377" y="505"/>
                  <a:pt x="377" y="505"/>
                  <a:pt x="377" y="505"/>
                </a:cubicBezTo>
                <a:cubicBezTo>
                  <a:pt x="377" y="504"/>
                  <a:pt x="377" y="504"/>
                  <a:pt x="377" y="504"/>
                </a:cubicBezTo>
                <a:cubicBezTo>
                  <a:pt x="377" y="489"/>
                  <a:pt x="377" y="489"/>
                  <a:pt x="377" y="489"/>
                </a:cubicBezTo>
                <a:cubicBezTo>
                  <a:pt x="379" y="490"/>
                  <a:pt x="379" y="490"/>
                  <a:pt x="379" y="490"/>
                </a:cubicBezTo>
                <a:close/>
                <a:moveTo>
                  <a:pt x="379" y="612"/>
                </a:moveTo>
                <a:cubicBezTo>
                  <a:pt x="379" y="628"/>
                  <a:pt x="379" y="628"/>
                  <a:pt x="379" y="628"/>
                </a:cubicBezTo>
                <a:cubicBezTo>
                  <a:pt x="378" y="626"/>
                  <a:pt x="377" y="624"/>
                  <a:pt x="377" y="623"/>
                </a:cubicBezTo>
                <a:cubicBezTo>
                  <a:pt x="377" y="612"/>
                  <a:pt x="377" y="612"/>
                  <a:pt x="377" y="612"/>
                </a:cubicBezTo>
                <a:cubicBezTo>
                  <a:pt x="379" y="612"/>
                  <a:pt x="379" y="612"/>
                  <a:pt x="379" y="612"/>
                </a:cubicBezTo>
                <a:close/>
                <a:moveTo>
                  <a:pt x="379" y="633"/>
                </a:moveTo>
                <a:cubicBezTo>
                  <a:pt x="379" y="639"/>
                  <a:pt x="379" y="639"/>
                  <a:pt x="379" y="639"/>
                </a:cubicBezTo>
                <a:cubicBezTo>
                  <a:pt x="377" y="639"/>
                  <a:pt x="377" y="639"/>
                  <a:pt x="377" y="639"/>
                </a:cubicBezTo>
                <a:cubicBezTo>
                  <a:pt x="377" y="633"/>
                  <a:pt x="377" y="633"/>
                  <a:pt x="377" y="633"/>
                </a:cubicBezTo>
                <a:cubicBezTo>
                  <a:pt x="378" y="633"/>
                  <a:pt x="378" y="633"/>
                  <a:pt x="379" y="633"/>
                </a:cubicBezTo>
                <a:close/>
                <a:moveTo>
                  <a:pt x="379" y="672"/>
                </a:moveTo>
                <a:cubicBezTo>
                  <a:pt x="379" y="680"/>
                  <a:pt x="379" y="680"/>
                  <a:pt x="379" y="680"/>
                </a:cubicBezTo>
                <a:cubicBezTo>
                  <a:pt x="379" y="679"/>
                  <a:pt x="379" y="679"/>
                  <a:pt x="378" y="679"/>
                </a:cubicBezTo>
                <a:cubicBezTo>
                  <a:pt x="378" y="679"/>
                  <a:pt x="377" y="679"/>
                  <a:pt x="377" y="679"/>
                </a:cubicBezTo>
                <a:cubicBezTo>
                  <a:pt x="377" y="672"/>
                  <a:pt x="377" y="672"/>
                  <a:pt x="377" y="672"/>
                </a:cubicBezTo>
                <a:cubicBezTo>
                  <a:pt x="378" y="672"/>
                  <a:pt x="378" y="672"/>
                  <a:pt x="379" y="672"/>
                </a:cubicBezTo>
                <a:close/>
                <a:moveTo>
                  <a:pt x="379" y="688"/>
                </a:moveTo>
                <a:cubicBezTo>
                  <a:pt x="379" y="696"/>
                  <a:pt x="379" y="696"/>
                  <a:pt x="379" y="696"/>
                </a:cubicBezTo>
                <a:cubicBezTo>
                  <a:pt x="378" y="697"/>
                  <a:pt x="378" y="697"/>
                  <a:pt x="377" y="697"/>
                </a:cubicBezTo>
                <a:cubicBezTo>
                  <a:pt x="377" y="690"/>
                  <a:pt x="377" y="690"/>
                  <a:pt x="377" y="690"/>
                </a:cubicBezTo>
                <a:cubicBezTo>
                  <a:pt x="378" y="689"/>
                  <a:pt x="379" y="689"/>
                  <a:pt x="379" y="688"/>
                </a:cubicBezTo>
                <a:close/>
                <a:moveTo>
                  <a:pt x="379" y="699"/>
                </a:moveTo>
                <a:cubicBezTo>
                  <a:pt x="379" y="712"/>
                  <a:pt x="379" y="712"/>
                  <a:pt x="379" y="712"/>
                </a:cubicBezTo>
                <a:cubicBezTo>
                  <a:pt x="377" y="712"/>
                  <a:pt x="377" y="712"/>
                  <a:pt x="377" y="712"/>
                </a:cubicBezTo>
                <a:cubicBezTo>
                  <a:pt x="377" y="703"/>
                  <a:pt x="377" y="703"/>
                  <a:pt x="377" y="703"/>
                </a:cubicBezTo>
                <a:cubicBezTo>
                  <a:pt x="378" y="702"/>
                  <a:pt x="378" y="701"/>
                  <a:pt x="379" y="699"/>
                </a:cubicBezTo>
                <a:close/>
                <a:moveTo>
                  <a:pt x="379" y="747"/>
                </a:moveTo>
                <a:cubicBezTo>
                  <a:pt x="379" y="757"/>
                  <a:pt x="379" y="757"/>
                  <a:pt x="379" y="757"/>
                </a:cubicBezTo>
                <a:cubicBezTo>
                  <a:pt x="378" y="756"/>
                  <a:pt x="378" y="756"/>
                  <a:pt x="377" y="756"/>
                </a:cubicBezTo>
                <a:cubicBezTo>
                  <a:pt x="377" y="747"/>
                  <a:pt x="377" y="747"/>
                  <a:pt x="377" y="747"/>
                </a:cubicBezTo>
                <a:cubicBezTo>
                  <a:pt x="378" y="747"/>
                  <a:pt x="378" y="747"/>
                  <a:pt x="379" y="747"/>
                </a:cubicBezTo>
                <a:close/>
                <a:moveTo>
                  <a:pt x="373" y="2"/>
                </a:moveTo>
                <a:cubicBezTo>
                  <a:pt x="374" y="2"/>
                  <a:pt x="376" y="2"/>
                  <a:pt x="377" y="2"/>
                </a:cubicBezTo>
                <a:cubicBezTo>
                  <a:pt x="377" y="13"/>
                  <a:pt x="377" y="13"/>
                  <a:pt x="377" y="13"/>
                </a:cubicBezTo>
                <a:cubicBezTo>
                  <a:pt x="376" y="12"/>
                  <a:pt x="374" y="11"/>
                  <a:pt x="373" y="10"/>
                </a:cubicBezTo>
                <a:cubicBezTo>
                  <a:pt x="373" y="2"/>
                  <a:pt x="373" y="2"/>
                  <a:pt x="373" y="2"/>
                </a:cubicBezTo>
                <a:close/>
                <a:moveTo>
                  <a:pt x="377" y="793"/>
                </a:moveTo>
                <a:cubicBezTo>
                  <a:pt x="376" y="793"/>
                  <a:pt x="374" y="793"/>
                  <a:pt x="373" y="793"/>
                </a:cubicBezTo>
                <a:cubicBezTo>
                  <a:pt x="373" y="768"/>
                  <a:pt x="373" y="768"/>
                  <a:pt x="373" y="768"/>
                </a:cubicBezTo>
                <a:cubicBezTo>
                  <a:pt x="374" y="771"/>
                  <a:pt x="376" y="773"/>
                  <a:pt x="377" y="775"/>
                </a:cubicBezTo>
                <a:cubicBezTo>
                  <a:pt x="377" y="793"/>
                  <a:pt x="377" y="793"/>
                  <a:pt x="377" y="793"/>
                </a:cubicBezTo>
                <a:close/>
                <a:moveTo>
                  <a:pt x="377" y="38"/>
                </a:moveTo>
                <a:cubicBezTo>
                  <a:pt x="377" y="46"/>
                  <a:pt x="377" y="46"/>
                  <a:pt x="377" y="46"/>
                </a:cubicBezTo>
                <a:cubicBezTo>
                  <a:pt x="373" y="46"/>
                  <a:pt x="373" y="46"/>
                  <a:pt x="373" y="46"/>
                </a:cubicBezTo>
                <a:cubicBezTo>
                  <a:pt x="373" y="35"/>
                  <a:pt x="373" y="35"/>
                  <a:pt x="373" y="35"/>
                </a:cubicBezTo>
                <a:cubicBezTo>
                  <a:pt x="374" y="36"/>
                  <a:pt x="376" y="37"/>
                  <a:pt x="377" y="38"/>
                </a:cubicBezTo>
                <a:close/>
                <a:moveTo>
                  <a:pt x="377" y="166"/>
                </a:moveTo>
                <a:cubicBezTo>
                  <a:pt x="377" y="170"/>
                  <a:pt x="377" y="170"/>
                  <a:pt x="377" y="170"/>
                </a:cubicBezTo>
                <a:cubicBezTo>
                  <a:pt x="376" y="170"/>
                  <a:pt x="374" y="171"/>
                  <a:pt x="373" y="171"/>
                </a:cubicBezTo>
                <a:cubicBezTo>
                  <a:pt x="373" y="166"/>
                  <a:pt x="373" y="166"/>
                  <a:pt x="373" y="166"/>
                </a:cubicBezTo>
                <a:cubicBezTo>
                  <a:pt x="377" y="166"/>
                  <a:pt x="377" y="166"/>
                  <a:pt x="377" y="166"/>
                </a:cubicBezTo>
                <a:close/>
                <a:moveTo>
                  <a:pt x="377" y="177"/>
                </a:moveTo>
                <a:cubicBezTo>
                  <a:pt x="377" y="193"/>
                  <a:pt x="377" y="193"/>
                  <a:pt x="377" y="193"/>
                </a:cubicBezTo>
                <a:cubicBezTo>
                  <a:pt x="376" y="193"/>
                  <a:pt x="375" y="193"/>
                  <a:pt x="373" y="194"/>
                </a:cubicBezTo>
                <a:cubicBezTo>
                  <a:pt x="373" y="188"/>
                  <a:pt x="373" y="188"/>
                  <a:pt x="373" y="188"/>
                </a:cubicBezTo>
                <a:cubicBezTo>
                  <a:pt x="375" y="188"/>
                  <a:pt x="375" y="188"/>
                  <a:pt x="375" y="188"/>
                </a:cubicBezTo>
                <a:cubicBezTo>
                  <a:pt x="375" y="187"/>
                  <a:pt x="375" y="187"/>
                  <a:pt x="373" y="183"/>
                </a:cubicBezTo>
                <a:cubicBezTo>
                  <a:pt x="373" y="174"/>
                  <a:pt x="373" y="174"/>
                  <a:pt x="373" y="174"/>
                </a:cubicBezTo>
                <a:cubicBezTo>
                  <a:pt x="377" y="177"/>
                  <a:pt x="377" y="177"/>
                  <a:pt x="377" y="177"/>
                </a:cubicBezTo>
                <a:close/>
                <a:moveTo>
                  <a:pt x="377" y="296"/>
                </a:moveTo>
                <a:cubicBezTo>
                  <a:pt x="377" y="305"/>
                  <a:pt x="377" y="305"/>
                  <a:pt x="377" y="305"/>
                </a:cubicBezTo>
                <a:cubicBezTo>
                  <a:pt x="376" y="303"/>
                  <a:pt x="374" y="302"/>
                  <a:pt x="373" y="302"/>
                </a:cubicBezTo>
                <a:cubicBezTo>
                  <a:pt x="373" y="297"/>
                  <a:pt x="373" y="297"/>
                  <a:pt x="373" y="297"/>
                </a:cubicBezTo>
                <a:cubicBezTo>
                  <a:pt x="374" y="297"/>
                  <a:pt x="376" y="296"/>
                  <a:pt x="377" y="296"/>
                </a:cubicBezTo>
                <a:close/>
                <a:moveTo>
                  <a:pt x="377" y="311"/>
                </a:moveTo>
                <a:cubicBezTo>
                  <a:pt x="377" y="314"/>
                  <a:pt x="377" y="314"/>
                  <a:pt x="377" y="314"/>
                </a:cubicBezTo>
                <a:cubicBezTo>
                  <a:pt x="376" y="314"/>
                  <a:pt x="374" y="315"/>
                  <a:pt x="373" y="315"/>
                </a:cubicBezTo>
                <a:cubicBezTo>
                  <a:pt x="373" y="311"/>
                  <a:pt x="373" y="311"/>
                  <a:pt x="373" y="311"/>
                </a:cubicBezTo>
                <a:cubicBezTo>
                  <a:pt x="374" y="311"/>
                  <a:pt x="374" y="311"/>
                  <a:pt x="374" y="311"/>
                </a:cubicBezTo>
                <a:cubicBezTo>
                  <a:pt x="375" y="311"/>
                  <a:pt x="376" y="311"/>
                  <a:pt x="377" y="311"/>
                </a:cubicBezTo>
                <a:close/>
                <a:moveTo>
                  <a:pt x="377" y="377"/>
                </a:moveTo>
                <a:cubicBezTo>
                  <a:pt x="377" y="446"/>
                  <a:pt x="377" y="446"/>
                  <a:pt x="377" y="446"/>
                </a:cubicBezTo>
                <a:cubicBezTo>
                  <a:pt x="373" y="448"/>
                  <a:pt x="373" y="448"/>
                  <a:pt x="373" y="448"/>
                </a:cubicBezTo>
                <a:cubicBezTo>
                  <a:pt x="373" y="377"/>
                  <a:pt x="373" y="377"/>
                  <a:pt x="373" y="377"/>
                </a:cubicBezTo>
                <a:cubicBezTo>
                  <a:pt x="377" y="377"/>
                  <a:pt x="377" y="377"/>
                  <a:pt x="377" y="377"/>
                </a:cubicBezTo>
                <a:close/>
                <a:moveTo>
                  <a:pt x="377" y="489"/>
                </a:moveTo>
                <a:cubicBezTo>
                  <a:pt x="377" y="504"/>
                  <a:pt x="377" y="504"/>
                  <a:pt x="377" y="504"/>
                </a:cubicBezTo>
                <a:cubicBezTo>
                  <a:pt x="376" y="501"/>
                  <a:pt x="374" y="498"/>
                  <a:pt x="373" y="495"/>
                </a:cubicBezTo>
                <a:cubicBezTo>
                  <a:pt x="373" y="489"/>
                  <a:pt x="373" y="489"/>
                  <a:pt x="373" y="489"/>
                </a:cubicBezTo>
                <a:cubicBezTo>
                  <a:pt x="377" y="489"/>
                  <a:pt x="377" y="489"/>
                  <a:pt x="377" y="489"/>
                </a:cubicBezTo>
                <a:close/>
                <a:moveTo>
                  <a:pt x="377" y="505"/>
                </a:moveTo>
                <a:cubicBezTo>
                  <a:pt x="377" y="508"/>
                  <a:pt x="377" y="508"/>
                  <a:pt x="377" y="508"/>
                </a:cubicBezTo>
                <a:cubicBezTo>
                  <a:pt x="376" y="508"/>
                  <a:pt x="374" y="508"/>
                  <a:pt x="373" y="507"/>
                </a:cubicBezTo>
                <a:cubicBezTo>
                  <a:pt x="373" y="505"/>
                  <a:pt x="373" y="505"/>
                  <a:pt x="373" y="505"/>
                </a:cubicBezTo>
                <a:cubicBezTo>
                  <a:pt x="374" y="505"/>
                  <a:pt x="374" y="505"/>
                  <a:pt x="374" y="505"/>
                </a:cubicBezTo>
                <a:cubicBezTo>
                  <a:pt x="377" y="505"/>
                  <a:pt x="377" y="505"/>
                  <a:pt x="377" y="505"/>
                </a:cubicBezTo>
                <a:close/>
                <a:moveTo>
                  <a:pt x="377" y="612"/>
                </a:moveTo>
                <a:cubicBezTo>
                  <a:pt x="377" y="623"/>
                  <a:pt x="377" y="623"/>
                  <a:pt x="377" y="623"/>
                </a:cubicBezTo>
                <a:cubicBezTo>
                  <a:pt x="376" y="621"/>
                  <a:pt x="375" y="620"/>
                  <a:pt x="373" y="618"/>
                </a:cubicBezTo>
                <a:cubicBezTo>
                  <a:pt x="373" y="612"/>
                  <a:pt x="373" y="612"/>
                  <a:pt x="373" y="612"/>
                </a:cubicBezTo>
                <a:cubicBezTo>
                  <a:pt x="374" y="612"/>
                  <a:pt x="374" y="612"/>
                  <a:pt x="375" y="612"/>
                </a:cubicBezTo>
                <a:cubicBezTo>
                  <a:pt x="377" y="612"/>
                  <a:pt x="377" y="612"/>
                  <a:pt x="377" y="612"/>
                </a:cubicBezTo>
                <a:close/>
                <a:moveTo>
                  <a:pt x="377" y="633"/>
                </a:moveTo>
                <a:cubicBezTo>
                  <a:pt x="377" y="639"/>
                  <a:pt x="377" y="639"/>
                  <a:pt x="377" y="639"/>
                </a:cubicBezTo>
                <a:cubicBezTo>
                  <a:pt x="375" y="639"/>
                  <a:pt x="375" y="639"/>
                  <a:pt x="375" y="639"/>
                </a:cubicBezTo>
                <a:cubicBezTo>
                  <a:pt x="374" y="639"/>
                  <a:pt x="374" y="639"/>
                  <a:pt x="373" y="639"/>
                </a:cubicBezTo>
                <a:cubicBezTo>
                  <a:pt x="373" y="633"/>
                  <a:pt x="373" y="633"/>
                  <a:pt x="373" y="633"/>
                </a:cubicBezTo>
                <a:cubicBezTo>
                  <a:pt x="374" y="633"/>
                  <a:pt x="376" y="633"/>
                  <a:pt x="377" y="633"/>
                </a:cubicBezTo>
                <a:close/>
                <a:moveTo>
                  <a:pt x="377" y="672"/>
                </a:moveTo>
                <a:cubicBezTo>
                  <a:pt x="377" y="679"/>
                  <a:pt x="377" y="679"/>
                  <a:pt x="377" y="679"/>
                </a:cubicBezTo>
                <a:cubicBezTo>
                  <a:pt x="376" y="679"/>
                  <a:pt x="375" y="679"/>
                  <a:pt x="373" y="680"/>
                </a:cubicBezTo>
                <a:cubicBezTo>
                  <a:pt x="373" y="672"/>
                  <a:pt x="373" y="672"/>
                  <a:pt x="373" y="672"/>
                </a:cubicBezTo>
                <a:cubicBezTo>
                  <a:pt x="374" y="672"/>
                  <a:pt x="376" y="672"/>
                  <a:pt x="377" y="672"/>
                </a:cubicBezTo>
                <a:close/>
                <a:moveTo>
                  <a:pt x="377" y="690"/>
                </a:moveTo>
                <a:cubicBezTo>
                  <a:pt x="377" y="697"/>
                  <a:pt x="377" y="697"/>
                  <a:pt x="377" y="697"/>
                </a:cubicBezTo>
                <a:cubicBezTo>
                  <a:pt x="376" y="697"/>
                  <a:pt x="374" y="697"/>
                  <a:pt x="373" y="697"/>
                </a:cubicBezTo>
                <a:cubicBezTo>
                  <a:pt x="373" y="687"/>
                  <a:pt x="373" y="687"/>
                  <a:pt x="373" y="687"/>
                </a:cubicBezTo>
                <a:cubicBezTo>
                  <a:pt x="374" y="688"/>
                  <a:pt x="374" y="689"/>
                  <a:pt x="375" y="690"/>
                </a:cubicBezTo>
                <a:cubicBezTo>
                  <a:pt x="376" y="690"/>
                  <a:pt x="376" y="690"/>
                  <a:pt x="377" y="690"/>
                </a:cubicBezTo>
                <a:close/>
                <a:moveTo>
                  <a:pt x="377" y="703"/>
                </a:moveTo>
                <a:cubicBezTo>
                  <a:pt x="377" y="712"/>
                  <a:pt x="377" y="712"/>
                  <a:pt x="377" y="712"/>
                </a:cubicBezTo>
                <a:cubicBezTo>
                  <a:pt x="373" y="712"/>
                  <a:pt x="373" y="712"/>
                  <a:pt x="373" y="712"/>
                </a:cubicBezTo>
                <a:cubicBezTo>
                  <a:pt x="373" y="703"/>
                  <a:pt x="373" y="703"/>
                  <a:pt x="373" y="703"/>
                </a:cubicBezTo>
                <a:cubicBezTo>
                  <a:pt x="374" y="703"/>
                  <a:pt x="375" y="703"/>
                  <a:pt x="376" y="703"/>
                </a:cubicBezTo>
                <a:cubicBezTo>
                  <a:pt x="377" y="703"/>
                  <a:pt x="377" y="703"/>
                  <a:pt x="377" y="703"/>
                </a:cubicBezTo>
                <a:close/>
                <a:moveTo>
                  <a:pt x="377" y="747"/>
                </a:moveTo>
                <a:cubicBezTo>
                  <a:pt x="377" y="756"/>
                  <a:pt x="377" y="756"/>
                  <a:pt x="377" y="756"/>
                </a:cubicBezTo>
                <a:cubicBezTo>
                  <a:pt x="376" y="756"/>
                  <a:pt x="374" y="756"/>
                  <a:pt x="373" y="756"/>
                </a:cubicBezTo>
                <a:cubicBezTo>
                  <a:pt x="373" y="747"/>
                  <a:pt x="373" y="747"/>
                  <a:pt x="373" y="747"/>
                </a:cubicBezTo>
                <a:cubicBezTo>
                  <a:pt x="374" y="747"/>
                  <a:pt x="376" y="747"/>
                  <a:pt x="377" y="747"/>
                </a:cubicBezTo>
                <a:close/>
                <a:moveTo>
                  <a:pt x="373" y="551"/>
                </a:moveTo>
                <a:cubicBezTo>
                  <a:pt x="373" y="544"/>
                  <a:pt x="373" y="544"/>
                  <a:pt x="373" y="544"/>
                </a:cubicBezTo>
                <a:cubicBezTo>
                  <a:pt x="375" y="545"/>
                  <a:pt x="376" y="546"/>
                  <a:pt x="377" y="548"/>
                </a:cubicBezTo>
                <a:cubicBezTo>
                  <a:pt x="375" y="549"/>
                  <a:pt x="374" y="550"/>
                  <a:pt x="373" y="551"/>
                </a:cubicBezTo>
                <a:close/>
                <a:moveTo>
                  <a:pt x="373" y="264"/>
                </a:moveTo>
                <a:cubicBezTo>
                  <a:pt x="373" y="258"/>
                  <a:pt x="373" y="258"/>
                  <a:pt x="373" y="258"/>
                </a:cubicBezTo>
                <a:cubicBezTo>
                  <a:pt x="375" y="258"/>
                  <a:pt x="375" y="258"/>
                  <a:pt x="375" y="258"/>
                </a:cubicBezTo>
                <a:cubicBezTo>
                  <a:pt x="375" y="260"/>
                  <a:pt x="375" y="261"/>
                  <a:pt x="375" y="263"/>
                </a:cubicBezTo>
                <a:cubicBezTo>
                  <a:pt x="375" y="264"/>
                  <a:pt x="374" y="264"/>
                  <a:pt x="373" y="264"/>
                </a:cubicBezTo>
                <a:close/>
                <a:moveTo>
                  <a:pt x="370" y="2"/>
                </a:moveTo>
                <a:cubicBezTo>
                  <a:pt x="371" y="2"/>
                  <a:pt x="372" y="2"/>
                  <a:pt x="373" y="2"/>
                </a:cubicBezTo>
                <a:cubicBezTo>
                  <a:pt x="373" y="10"/>
                  <a:pt x="373" y="10"/>
                  <a:pt x="373" y="10"/>
                </a:cubicBezTo>
                <a:cubicBezTo>
                  <a:pt x="372" y="10"/>
                  <a:pt x="371" y="9"/>
                  <a:pt x="370" y="9"/>
                </a:cubicBezTo>
                <a:cubicBezTo>
                  <a:pt x="370" y="2"/>
                  <a:pt x="370" y="2"/>
                  <a:pt x="370" y="2"/>
                </a:cubicBezTo>
                <a:close/>
                <a:moveTo>
                  <a:pt x="373" y="793"/>
                </a:moveTo>
                <a:cubicBezTo>
                  <a:pt x="372" y="793"/>
                  <a:pt x="371" y="793"/>
                  <a:pt x="370" y="793"/>
                </a:cubicBezTo>
                <a:cubicBezTo>
                  <a:pt x="370" y="785"/>
                  <a:pt x="370" y="785"/>
                  <a:pt x="370" y="785"/>
                </a:cubicBezTo>
                <a:cubicBezTo>
                  <a:pt x="371" y="785"/>
                  <a:pt x="371" y="785"/>
                  <a:pt x="372" y="784"/>
                </a:cubicBezTo>
                <a:cubicBezTo>
                  <a:pt x="371" y="783"/>
                  <a:pt x="371" y="781"/>
                  <a:pt x="370" y="780"/>
                </a:cubicBezTo>
                <a:cubicBezTo>
                  <a:pt x="370" y="760"/>
                  <a:pt x="370" y="760"/>
                  <a:pt x="370" y="760"/>
                </a:cubicBezTo>
                <a:cubicBezTo>
                  <a:pt x="371" y="763"/>
                  <a:pt x="372" y="766"/>
                  <a:pt x="373" y="768"/>
                </a:cubicBezTo>
                <a:cubicBezTo>
                  <a:pt x="373" y="793"/>
                  <a:pt x="373" y="793"/>
                  <a:pt x="373" y="793"/>
                </a:cubicBezTo>
                <a:close/>
                <a:moveTo>
                  <a:pt x="373" y="35"/>
                </a:moveTo>
                <a:cubicBezTo>
                  <a:pt x="373" y="46"/>
                  <a:pt x="373" y="46"/>
                  <a:pt x="373" y="46"/>
                </a:cubicBezTo>
                <a:cubicBezTo>
                  <a:pt x="370" y="46"/>
                  <a:pt x="370" y="46"/>
                  <a:pt x="370" y="46"/>
                </a:cubicBezTo>
                <a:cubicBezTo>
                  <a:pt x="370" y="32"/>
                  <a:pt x="370" y="32"/>
                  <a:pt x="370" y="32"/>
                </a:cubicBezTo>
                <a:cubicBezTo>
                  <a:pt x="371" y="33"/>
                  <a:pt x="372" y="34"/>
                  <a:pt x="373" y="35"/>
                </a:cubicBezTo>
                <a:close/>
                <a:moveTo>
                  <a:pt x="373" y="166"/>
                </a:moveTo>
                <a:cubicBezTo>
                  <a:pt x="373" y="171"/>
                  <a:pt x="373" y="171"/>
                  <a:pt x="373" y="171"/>
                </a:cubicBezTo>
                <a:cubicBezTo>
                  <a:pt x="373" y="171"/>
                  <a:pt x="372" y="171"/>
                  <a:pt x="372" y="172"/>
                </a:cubicBezTo>
                <a:cubicBezTo>
                  <a:pt x="373" y="174"/>
                  <a:pt x="373" y="174"/>
                  <a:pt x="373" y="174"/>
                </a:cubicBezTo>
                <a:cubicBezTo>
                  <a:pt x="373" y="183"/>
                  <a:pt x="373" y="183"/>
                  <a:pt x="373" y="183"/>
                </a:cubicBezTo>
                <a:cubicBezTo>
                  <a:pt x="373" y="182"/>
                  <a:pt x="372" y="180"/>
                  <a:pt x="370" y="177"/>
                </a:cubicBezTo>
                <a:cubicBezTo>
                  <a:pt x="370" y="166"/>
                  <a:pt x="370" y="166"/>
                  <a:pt x="370" y="166"/>
                </a:cubicBezTo>
                <a:cubicBezTo>
                  <a:pt x="371" y="166"/>
                  <a:pt x="371" y="166"/>
                  <a:pt x="371" y="166"/>
                </a:cubicBezTo>
                <a:cubicBezTo>
                  <a:pt x="373" y="166"/>
                  <a:pt x="373" y="166"/>
                  <a:pt x="373" y="166"/>
                </a:cubicBezTo>
                <a:close/>
                <a:moveTo>
                  <a:pt x="373" y="188"/>
                </a:moveTo>
                <a:cubicBezTo>
                  <a:pt x="373" y="194"/>
                  <a:pt x="373" y="194"/>
                  <a:pt x="373" y="194"/>
                </a:cubicBezTo>
                <a:cubicBezTo>
                  <a:pt x="372" y="194"/>
                  <a:pt x="372" y="194"/>
                  <a:pt x="372" y="194"/>
                </a:cubicBezTo>
                <a:cubicBezTo>
                  <a:pt x="372" y="194"/>
                  <a:pt x="371" y="194"/>
                  <a:pt x="370" y="194"/>
                </a:cubicBezTo>
                <a:cubicBezTo>
                  <a:pt x="370" y="188"/>
                  <a:pt x="370" y="188"/>
                  <a:pt x="370" y="188"/>
                </a:cubicBezTo>
                <a:cubicBezTo>
                  <a:pt x="371" y="188"/>
                  <a:pt x="372" y="188"/>
                  <a:pt x="373" y="188"/>
                </a:cubicBezTo>
                <a:close/>
                <a:moveTo>
                  <a:pt x="373" y="258"/>
                </a:moveTo>
                <a:cubicBezTo>
                  <a:pt x="373" y="264"/>
                  <a:pt x="373" y="264"/>
                  <a:pt x="373" y="264"/>
                </a:cubicBezTo>
                <a:cubicBezTo>
                  <a:pt x="372" y="265"/>
                  <a:pt x="371" y="266"/>
                  <a:pt x="370" y="266"/>
                </a:cubicBezTo>
                <a:cubicBezTo>
                  <a:pt x="370" y="257"/>
                  <a:pt x="370" y="257"/>
                  <a:pt x="370" y="257"/>
                </a:cubicBezTo>
                <a:cubicBezTo>
                  <a:pt x="371" y="258"/>
                  <a:pt x="372" y="258"/>
                  <a:pt x="373" y="258"/>
                </a:cubicBezTo>
                <a:close/>
                <a:moveTo>
                  <a:pt x="373" y="297"/>
                </a:moveTo>
                <a:cubicBezTo>
                  <a:pt x="373" y="302"/>
                  <a:pt x="373" y="302"/>
                  <a:pt x="373" y="302"/>
                </a:cubicBezTo>
                <a:cubicBezTo>
                  <a:pt x="372" y="302"/>
                  <a:pt x="371" y="302"/>
                  <a:pt x="370" y="302"/>
                </a:cubicBezTo>
                <a:cubicBezTo>
                  <a:pt x="370" y="298"/>
                  <a:pt x="370" y="298"/>
                  <a:pt x="370" y="298"/>
                </a:cubicBezTo>
                <a:cubicBezTo>
                  <a:pt x="371" y="298"/>
                  <a:pt x="372" y="297"/>
                  <a:pt x="373" y="297"/>
                </a:cubicBezTo>
                <a:close/>
                <a:moveTo>
                  <a:pt x="373" y="311"/>
                </a:moveTo>
                <a:cubicBezTo>
                  <a:pt x="373" y="315"/>
                  <a:pt x="373" y="315"/>
                  <a:pt x="373" y="315"/>
                </a:cubicBezTo>
                <a:cubicBezTo>
                  <a:pt x="372" y="315"/>
                  <a:pt x="371" y="315"/>
                  <a:pt x="370" y="316"/>
                </a:cubicBezTo>
                <a:cubicBezTo>
                  <a:pt x="370" y="308"/>
                  <a:pt x="370" y="308"/>
                  <a:pt x="370" y="308"/>
                </a:cubicBezTo>
                <a:cubicBezTo>
                  <a:pt x="373" y="311"/>
                  <a:pt x="373" y="311"/>
                  <a:pt x="373" y="311"/>
                </a:cubicBezTo>
                <a:close/>
                <a:moveTo>
                  <a:pt x="373" y="377"/>
                </a:moveTo>
                <a:cubicBezTo>
                  <a:pt x="373" y="448"/>
                  <a:pt x="373" y="448"/>
                  <a:pt x="373" y="448"/>
                </a:cubicBezTo>
                <a:cubicBezTo>
                  <a:pt x="370" y="451"/>
                  <a:pt x="370" y="451"/>
                  <a:pt x="370" y="451"/>
                </a:cubicBezTo>
                <a:cubicBezTo>
                  <a:pt x="370" y="377"/>
                  <a:pt x="370" y="377"/>
                  <a:pt x="370" y="377"/>
                </a:cubicBezTo>
                <a:cubicBezTo>
                  <a:pt x="373" y="377"/>
                  <a:pt x="373" y="377"/>
                  <a:pt x="373" y="377"/>
                </a:cubicBezTo>
                <a:close/>
                <a:moveTo>
                  <a:pt x="373" y="489"/>
                </a:moveTo>
                <a:cubicBezTo>
                  <a:pt x="373" y="495"/>
                  <a:pt x="373" y="495"/>
                  <a:pt x="373" y="495"/>
                </a:cubicBezTo>
                <a:cubicBezTo>
                  <a:pt x="373" y="493"/>
                  <a:pt x="373" y="493"/>
                  <a:pt x="373" y="493"/>
                </a:cubicBezTo>
                <a:cubicBezTo>
                  <a:pt x="370" y="492"/>
                  <a:pt x="370" y="492"/>
                  <a:pt x="370" y="492"/>
                </a:cubicBezTo>
                <a:cubicBezTo>
                  <a:pt x="370" y="488"/>
                  <a:pt x="370" y="488"/>
                  <a:pt x="370" y="488"/>
                </a:cubicBezTo>
                <a:cubicBezTo>
                  <a:pt x="373" y="489"/>
                  <a:pt x="373" y="489"/>
                  <a:pt x="373" y="489"/>
                </a:cubicBezTo>
                <a:close/>
                <a:moveTo>
                  <a:pt x="373" y="505"/>
                </a:moveTo>
                <a:cubicBezTo>
                  <a:pt x="373" y="507"/>
                  <a:pt x="373" y="507"/>
                  <a:pt x="373" y="507"/>
                </a:cubicBezTo>
                <a:cubicBezTo>
                  <a:pt x="372" y="507"/>
                  <a:pt x="371" y="507"/>
                  <a:pt x="370" y="506"/>
                </a:cubicBezTo>
                <a:cubicBezTo>
                  <a:pt x="370" y="501"/>
                  <a:pt x="370" y="501"/>
                  <a:pt x="370" y="501"/>
                </a:cubicBezTo>
                <a:cubicBezTo>
                  <a:pt x="371" y="502"/>
                  <a:pt x="372" y="504"/>
                  <a:pt x="373" y="505"/>
                </a:cubicBezTo>
                <a:close/>
                <a:moveTo>
                  <a:pt x="373" y="544"/>
                </a:moveTo>
                <a:cubicBezTo>
                  <a:pt x="373" y="551"/>
                  <a:pt x="373" y="551"/>
                  <a:pt x="373" y="551"/>
                </a:cubicBezTo>
                <a:cubicBezTo>
                  <a:pt x="372" y="551"/>
                  <a:pt x="371" y="552"/>
                  <a:pt x="370" y="552"/>
                </a:cubicBezTo>
                <a:cubicBezTo>
                  <a:pt x="370" y="543"/>
                  <a:pt x="370" y="543"/>
                  <a:pt x="370" y="543"/>
                </a:cubicBezTo>
                <a:cubicBezTo>
                  <a:pt x="371" y="543"/>
                  <a:pt x="372" y="544"/>
                  <a:pt x="373" y="544"/>
                </a:cubicBezTo>
                <a:close/>
                <a:moveTo>
                  <a:pt x="373" y="612"/>
                </a:moveTo>
                <a:cubicBezTo>
                  <a:pt x="373" y="618"/>
                  <a:pt x="373" y="618"/>
                  <a:pt x="373" y="618"/>
                </a:cubicBezTo>
                <a:cubicBezTo>
                  <a:pt x="372" y="618"/>
                  <a:pt x="371" y="617"/>
                  <a:pt x="370" y="616"/>
                </a:cubicBezTo>
                <a:cubicBezTo>
                  <a:pt x="370" y="610"/>
                  <a:pt x="370" y="610"/>
                  <a:pt x="370" y="610"/>
                </a:cubicBezTo>
                <a:cubicBezTo>
                  <a:pt x="371" y="611"/>
                  <a:pt x="372" y="611"/>
                  <a:pt x="373" y="612"/>
                </a:cubicBezTo>
                <a:close/>
                <a:moveTo>
                  <a:pt x="373" y="633"/>
                </a:moveTo>
                <a:cubicBezTo>
                  <a:pt x="373" y="639"/>
                  <a:pt x="373" y="639"/>
                  <a:pt x="373" y="639"/>
                </a:cubicBezTo>
                <a:cubicBezTo>
                  <a:pt x="372" y="639"/>
                  <a:pt x="371" y="638"/>
                  <a:pt x="370" y="638"/>
                </a:cubicBezTo>
                <a:cubicBezTo>
                  <a:pt x="370" y="632"/>
                  <a:pt x="370" y="632"/>
                  <a:pt x="370" y="632"/>
                </a:cubicBezTo>
                <a:cubicBezTo>
                  <a:pt x="371" y="633"/>
                  <a:pt x="372" y="633"/>
                  <a:pt x="372" y="633"/>
                </a:cubicBezTo>
                <a:cubicBezTo>
                  <a:pt x="373" y="633"/>
                  <a:pt x="373" y="633"/>
                  <a:pt x="373" y="633"/>
                </a:cubicBezTo>
                <a:close/>
                <a:moveTo>
                  <a:pt x="373" y="672"/>
                </a:moveTo>
                <a:cubicBezTo>
                  <a:pt x="373" y="680"/>
                  <a:pt x="373" y="680"/>
                  <a:pt x="373" y="680"/>
                </a:cubicBezTo>
                <a:cubicBezTo>
                  <a:pt x="373" y="680"/>
                  <a:pt x="373" y="680"/>
                  <a:pt x="373" y="680"/>
                </a:cubicBezTo>
                <a:cubicBezTo>
                  <a:pt x="373" y="683"/>
                  <a:pt x="373" y="685"/>
                  <a:pt x="373" y="687"/>
                </a:cubicBezTo>
                <a:cubicBezTo>
                  <a:pt x="373" y="697"/>
                  <a:pt x="373" y="697"/>
                  <a:pt x="373" y="697"/>
                </a:cubicBezTo>
                <a:cubicBezTo>
                  <a:pt x="372" y="697"/>
                  <a:pt x="371" y="697"/>
                  <a:pt x="370" y="696"/>
                </a:cubicBezTo>
                <a:cubicBezTo>
                  <a:pt x="370" y="672"/>
                  <a:pt x="370" y="672"/>
                  <a:pt x="370" y="672"/>
                </a:cubicBezTo>
                <a:cubicBezTo>
                  <a:pt x="371" y="672"/>
                  <a:pt x="372" y="672"/>
                  <a:pt x="373" y="672"/>
                </a:cubicBezTo>
                <a:close/>
                <a:moveTo>
                  <a:pt x="373" y="703"/>
                </a:moveTo>
                <a:cubicBezTo>
                  <a:pt x="373" y="712"/>
                  <a:pt x="373" y="712"/>
                  <a:pt x="373" y="712"/>
                </a:cubicBezTo>
                <a:cubicBezTo>
                  <a:pt x="372" y="712"/>
                  <a:pt x="371" y="712"/>
                  <a:pt x="370" y="712"/>
                </a:cubicBezTo>
                <a:cubicBezTo>
                  <a:pt x="370" y="703"/>
                  <a:pt x="370" y="703"/>
                  <a:pt x="370" y="703"/>
                </a:cubicBezTo>
                <a:cubicBezTo>
                  <a:pt x="371" y="703"/>
                  <a:pt x="372" y="703"/>
                  <a:pt x="373" y="703"/>
                </a:cubicBezTo>
                <a:close/>
                <a:moveTo>
                  <a:pt x="373" y="747"/>
                </a:moveTo>
                <a:cubicBezTo>
                  <a:pt x="373" y="756"/>
                  <a:pt x="373" y="756"/>
                  <a:pt x="373" y="756"/>
                </a:cubicBezTo>
                <a:cubicBezTo>
                  <a:pt x="372" y="756"/>
                  <a:pt x="371" y="756"/>
                  <a:pt x="370" y="756"/>
                </a:cubicBezTo>
                <a:cubicBezTo>
                  <a:pt x="370" y="747"/>
                  <a:pt x="370" y="747"/>
                  <a:pt x="370" y="747"/>
                </a:cubicBezTo>
                <a:cubicBezTo>
                  <a:pt x="371" y="747"/>
                  <a:pt x="372" y="747"/>
                  <a:pt x="373" y="747"/>
                </a:cubicBezTo>
                <a:close/>
                <a:moveTo>
                  <a:pt x="370" y="529"/>
                </a:moveTo>
                <a:cubicBezTo>
                  <a:pt x="370" y="522"/>
                  <a:pt x="370" y="522"/>
                  <a:pt x="370" y="522"/>
                </a:cubicBezTo>
                <a:cubicBezTo>
                  <a:pt x="371" y="524"/>
                  <a:pt x="371" y="527"/>
                  <a:pt x="370" y="529"/>
                </a:cubicBezTo>
                <a:close/>
                <a:moveTo>
                  <a:pt x="370" y="129"/>
                </a:moveTo>
                <a:cubicBezTo>
                  <a:pt x="370" y="121"/>
                  <a:pt x="370" y="121"/>
                  <a:pt x="370" y="121"/>
                </a:cubicBezTo>
                <a:cubicBezTo>
                  <a:pt x="371" y="122"/>
                  <a:pt x="372" y="122"/>
                  <a:pt x="372" y="122"/>
                </a:cubicBezTo>
                <a:cubicBezTo>
                  <a:pt x="372" y="125"/>
                  <a:pt x="371" y="127"/>
                  <a:pt x="370" y="129"/>
                </a:cubicBezTo>
                <a:close/>
                <a:moveTo>
                  <a:pt x="367" y="2"/>
                </a:moveTo>
                <a:cubicBezTo>
                  <a:pt x="368" y="2"/>
                  <a:pt x="369" y="2"/>
                  <a:pt x="370" y="2"/>
                </a:cubicBezTo>
                <a:cubicBezTo>
                  <a:pt x="370" y="9"/>
                  <a:pt x="370" y="9"/>
                  <a:pt x="370" y="9"/>
                </a:cubicBezTo>
                <a:cubicBezTo>
                  <a:pt x="369" y="9"/>
                  <a:pt x="368" y="8"/>
                  <a:pt x="367" y="8"/>
                </a:cubicBezTo>
                <a:cubicBezTo>
                  <a:pt x="367" y="2"/>
                  <a:pt x="367" y="2"/>
                  <a:pt x="367" y="2"/>
                </a:cubicBezTo>
                <a:close/>
                <a:moveTo>
                  <a:pt x="370" y="793"/>
                </a:moveTo>
                <a:cubicBezTo>
                  <a:pt x="369" y="792"/>
                  <a:pt x="368" y="792"/>
                  <a:pt x="367" y="792"/>
                </a:cubicBezTo>
                <a:cubicBezTo>
                  <a:pt x="367" y="786"/>
                  <a:pt x="367" y="786"/>
                  <a:pt x="367" y="786"/>
                </a:cubicBezTo>
                <a:cubicBezTo>
                  <a:pt x="368" y="785"/>
                  <a:pt x="369" y="785"/>
                  <a:pt x="370" y="785"/>
                </a:cubicBezTo>
                <a:cubicBezTo>
                  <a:pt x="370" y="793"/>
                  <a:pt x="370" y="793"/>
                  <a:pt x="370" y="793"/>
                </a:cubicBezTo>
                <a:close/>
                <a:moveTo>
                  <a:pt x="370" y="32"/>
                </a:moveTo>
                <a:cubicBezTo>
                  <a:pt x="370" y="46"/>
                  <a:pt x="370" y="46"/>
                  <a:pt x="370" y="46"/>
                </a:cubicBezTo>
                <a:cubicBezTo>
                  <a:pt x="369" y="46"/>
                  <a:pt x="369" y="46"/>
                  <a:pt x="369" y="46"/>
                </a:cubicBezTo>
                <a:cubicBezTo>
                  <a:pt x="368" y="46"/>
                  <a:pt x="368" y="46"/>
                  <a:pt x="367" y="46"/>
                </a:cubicBezTo>
                <a:cubicBezTo>
                  <a:pt x="367" y="29"/>
                  <a:pt x="367" y="29"/>
                  <a:pt x="367" y="29"/>
                </a:cubicBezTo>
                <a:cubicBezTo>
                  <a:pt x="368" y="30"/>
                  <a:pt x="369" y="31"/>
                  <a:pt x="370" y="32"/>
                </a:cubicBezTo>
                <a:close/>
                <a:moveTo>
                  <a:pt x="370" y="121"/>
                </a:moveTo>
                <a:cubicBezTo>
                  <a:pt x="370" y="129"/>
                  <a:pt x="370" y="129"/>
                  <a:pt x="370" y="129"/>
                </a:cubicBezTo>
                <a:cubicBezTo>
                  <a:pt x="369" y="131"/>
                  <a:pt x="368" y="133"/>
                  <a:pt x="367" y="134"/>
                </a:cubicBezTo>
                <a:cubicBezTo>
                  <a:pt x="367" y="121"/>
                  <a:pt x="367" y="121"/>
                  <a:pt x="367" y="121"/>
                </a:cubicBezTo>
                <a:cubicBezTo>
                  <a:pt x="368" y="121"/>
                  <a:pt x="369" y="121"/>
                  <a:pt x="370" y="121"/>
                </a:cubicBezTo>
                <a:close/>
                <a:moveTo>
                  <a:pt x="370" y="166"/>
                </a:moveTo>
                <a:cubicBezTo>
                  <a:pt x="370" y="177"/>
                  <a:pt x="370" y="177"/>
                  <a:pt x="370" y="177"/>
                </a:cubicBezTo>
                <a:cubicBezTo>
                  <a:pt x="369" y="176"/>
                  <a:pt x="369" y="176"/>
                  <a:pt x="369" y="176"/>
                </a:cubicBezTo>
                <a:cubicBezTo>
                  <a:pt x="368" y="175"/>
                  <a:pt x="367" y="175"/>
                  <a:pt x="367" y="175"/>
                </a:cubicBezTo>
                <a:cubicBezTo>
                  <a:pt x="367" y="166"/>
                  <a:pt x="367" y="166"/>
                  <a:pt x="367" y="166"/>
                </a:cubicBezTo>
                <a:cubicBezTo>
                  <a:pt x="368" y="166"/>
                  <a:pt x="369" y="166"/>
                  <a:pt x="370" y="166"/>
                </a:cubicBezTo>
                <a:close/>
                <a:moveTo>
                  <a:pt x="370" y="188"/>
                </a:moveTo>
                <a:cubicBezTo>
                  <a:pt x="370" y="194"/>
                  <a:pt x="370" y="194"/>
                  <a:pt x="370" y="194"/>
                </a:cubicBezTo>
                <a:cubicBezTo>
                  <a:pt x="369" y="194"/>
                  <a:pt x="368" y="194"/>
                  <a:pt x="367" y="194"/>
                </a:cubicBezTo>
                <a:cubicBezTo>
                  <a:pt x="367" y="188"/>
                  <a:pt x="367" y="188"/>
                  <a:pt x="367" y="188"/>
                </a:cubicBezTo>
                <a:cubicBezTo>
                  <a:pt x="368" y="188"/>
                  <a:pt x="369" y="188"/>
                  <a:pt x="370" y="188"/>
                </a:cubicBezTo>
                <a:close/>
                <a:moveTo>
                  <a:pt x="370" y="257"/>
                </a:moveTo>
                <a:cubicBezTo>
                  <a:pt x="370" y="266"/>
                  <a:pt x="370" y="266"/>
                  <a:pt x="370" y="266"/>
                </a:cubicBezTo>
                <a:cubicBezTo>
                  <a:pt x="369" y="266"/>
                  <a:pt x="368" y="267"/>
                  <a:pt x="367" y="268"/>
                </a:cubicBezTo>
                <a:cubicBezTo>
                  <a:pt x="367" y="257"/>
                  <a:pt x="367" y="257"/>
                  <a:pt x="367" y="257"/>
                </a:cubicBezTo>
                <a:cubicBezTo>
                  <a:pt x="370" y="257"/>
                  <a:pt x="370" y="257"/>
                  <a:pt x="370" y="257"/>
                </a:cubicBezTo>
                <a:close/>
                <a:moveTo>
                  <a:pt x="370" y="298"/>
                </a:moveTo>
                <a:cubicBezTo>
                  <a:pt x="370" y="302"/>
                  <a:pt x="370" y="302"/>
                  <a:pt x="370" y="302"/>
                </a:cubicBezTo>
                <a:cubicBezTo>
                  <a:pt x="369" y="302"/>
                  <a:pt x="368" y="302"/>
                  <a:pt x="367" y="302"/>
                </a:cubicBezTo>
                <a:cubicBezTo>
                  <a:pt x="367" y="299"/>
                  <a:pt x="367" y="299"/>
                  <a:pt x="367" y="299"/>
                </a:cubicBezTo>
                <a:cubicBezTo>
                  <a:pt x="368" y="298"/>
                  <a:pt x="369" y="298"/>
                  <a:pt x="370" y="298"/>
                </a:cubicBezTo>
                <a:close/>
                <a:moveTo>
                  <a:pt x="370" y="308"/>
                </a:moveTo>
                <a:cubicBezTo>
                  <a:pt x="370" y="316"/>
                  <a:pt x="370" y="316"/>
                  <a:pt x="370" y="316"/>
                </a:cubicBezTo>
                <a:cubicBezTo>
                  <a:pt x="369" y="316"/>
                  <a:pt x="368" y="316"/>
                  <a:pt x="367" y="317"/>
                </a:cubicBezTo>
                <a:cubicBezTo>
                  <a:pt x="367" y="314"/>
                  <a:pt x="367" y="314"/>
                  <a:pt x="367" y="314"/>
                </a:cubicBezTo>
                <a:cubicBezTo>
                  <a:pt x="368" y="314"/>
                  <a:pt x="368" y="313"/>
                  <a:pt x="369" y="313"/>
                </a:cubicBezTo>
                <a:cubicBezTo>
                  <a:pt x="368" y="312"/>
                  <a:pt x="368" y="311"/>
                  <a:pt x="367" y="309"/>
                </a:cubicBezTo>
                <a:cubicBezTo>
                  <a:pt x="367" y="305"/>
                  <a:pt x="367" y="305"/>
                  <a:pt x="367" y="305"/>
                </a:cubicBezTo>
                <a:cubicBezTo>
                  <a:pt x="370" y="308"/>
                  <a:pt x="370" y="308"/>
                  <a:pt x="370" y="308"/>
                </a:cubicBezTo>
                <a:close/>
                <a:moveTo>
                  <a:pt x="370" y="377"/>
                </a:moveTo>
                <a:cubicBezTo>
                  <a:pt x="370" y="451"/>
                  <a:pt x="370" y="451"/>
                  <a:pt x="370" y="451"/>
                </a:cubicBezTo>
                <a:cubicBezTo>
                  <a:pt x="367" y="453"/>
                  <a:pt x="367" y="453"/>
                  <a:pt x="367" y="453"/>
                </a:cubicBezTo>
                <a:cubicBezTo>
                  <a:pt x="367" y="417"/>
                  <a:pt x="367" y="417"/>
                  <a:pt x="367" y="417"/>
                </a:cubicBezTo>
                <a:cubicBezTo>
                  <a:pt x="368" y="411"/>
                  <a:pt x="368" y="411"/>
                  <a:pt x="368" y="411"/>
                </a:cubicBezTo>
                <a:cubicBezTo>
                  <a:pt x="367" y="410"/>
                  <a:pt x="367" y="410"/>
                  <a:pt x="367" y="410"/>
                </a:cubicBezTo>
                <a:cubicBezTo>
                  <a:pt x="367" y="378"/>
                  <a:pt x="367" y="378"/>
                  <a:pt x="367" y="378"/>
                </a:cubicBezTo>
                <a:cubicBezTo>
                  <a:pt x="370" y="377"/>
                  <a:pt x="370" y="377"/>
                  <a:pt x="370" y="377"/>
                </a:cubicBezTo>
                <a:close/>
                <a:moveTo>
                  <a:pt x="370" y="488"/>
                </a:moveTo>
                <a:cubicBezTo>
                  <a:pt x="370" y="492"/>
                  <a:pt x="370" y="492"/>
                  <a:pt x="370" y="492"/>
                </a:cubicBezTo>
                <a:cubicBezTo>
                  <a:pt x="367" y="491"/>
                  <a:pt x="367" y="491"/>
                  <a:pt x="367" y="491"/>
                </a:cubicBezTo>
                <a:cubicBezTo>
                  <a:pt x="367" y="487"/>
                  <a:pt x="367" y="487"/>
                  <a:pt x="367" y="487"/>
                </a:cubicBezTo>
                <a:cubicBezTo>
                  <a:pt x="370" y="488"/>
                  <a:pt x="370" y="488"/>
                  <a:pt x="370" y="488"/>
                </a:cubicBezTo>
                <a:close/>
                <a:moveTo>
                  <a:pt x="370" y="501"/>
                </a:moveTo>
                <a:cubicBezTo>
                  <a:pt x="368" y="499"/>
                  <a:pt x="368" y="496"/>
                  <a:pt x="367" y="491"/>
                </a:cubicBezTo>
                <a:cubicBezTo>
                  <a:pt x="367" y="506"/>
                  <a:pt x="367" y="506"/>
                  <a:pt x="367" y="506"/>
                </a:cubicBezTo>
                <a:cubicBezTo>
                  <a:pt x="368" y="506"/>
                  <a:pt x="369" y="506"/>
                  <a:pt x="370" y="506"/>
                </a:cubicBezTo>
                <a:cubicBezTo>
                  <a:pt x="370" y="501"/>
                  <a:pt x="370" y="501"/>
                  <a:pt x="370" y="501"/>
                </a:cubicBezTo>
                <a:close/>
                <a:moveTo>
                  <a:pt x="370" y="522"/>
                </a:moveTo>
                <a:cubicBezTo>
                  <a:pt x="370" y="529"/>
                  <a:pt x="370" y="529"/>
                  <a:pt x="370" y="529"/>
                </a:cubicBezTo>
                <a:cubicBezTo>
                  <a:pt x="369" y="530"/>
                  <a:pt x="368" y="532"/>
                  <a:pt x="367" y="533"/>
                </a:cubicBezTo>
                <a:cubicBezTo>
                  <a:pt x="367" y="521"/>
                  <a:pt x="367" y="521"/>
                  <a:pt x="367" y="521"/>
                </a:cubicBezTo>
                <a:cubicBezTo>
                  <a:pt x="369" y="521"/>
                  <a:pt x="369" y="521"/>
                  <a:pt x="369" y="521"/>
                </a:cubicBezTo>
                <a:cubicBezTo>
                  <a:pt x="369" y="521"/>
                  <a:pt x="370" y="522"/>
                  <a:pt x="370" y="522"/>
                </a:cubicBezTo>
                <a:close/>
                <a:moveTo>
                  <a:pt x="370" y="543"/>
                </a:moveTo>
                <a:cubicBezTo>
                  <a:pt x="370" y="552"/>
                  <a:pt x="370" y="552"/>
                  <a:pt x="370" y="552"/>
                </a:cubicBezTo>
                <a:cubicBezTo>
                  <a:pt x="369" y="553"/>
                  <a:pt x="368" y="553"/>
                  <a:pt x="367" y="553"/>
                </a:cubicBezTo>
                <a:cubicBezTo>
                  <a:pt x="367" y="542"/>
                  <a:pt x="367" y="542"/>
                  <a:pt x="367" y="542"/>
                </a:cubicBezTo>
                <a:cubicBezTo>
                  <a:pt x="368" y="542"/>
                  <a:pt x="369" y="543"/>
                  <a:pt x="370" y="543"/>
                </a:cubicBezTo>
                <a:close/>
                <a:moveTo>
                  <a:pt x="370" y="610"/>
                </a:moveTo>
                <a:cubicBezTo>
                  <a:pt x="370" y="616"/>
                  <a:pt x="370" y="616"/>
                  <a:pt x="370" y="616"/>
                </a:cubicBezTo>
                <a:cubicBezTo>
                  <a:pt x="369" y="616"/>
                  <a:pt x="368" y="616"/>
                  <a:pt x="367" y="615"/>
                </a:cubicBezTo>
                <a:cubicBezTo>
                  <a:pt x="367" y="609"/>
                  <a:pt x="367" y="609"/>
                  <a:pt x="367" y="609"/>
                </a:cubicBezTo>
                <a:cubicBezTo>
                  <a:pt x="368" y="610"/>
                  <a:pt x="369" y="610"/>
                  <a:pt x="370" y="610"/>
                </a:cubicBezTo>
                <a:close/>
                <a:moveTo>
                  <a:pt x="370" y="632"/>
                </a:moveTo>
                <a:cubicBezTo>
                  <a:pt x="370" y="638"/>
                  <a:pt x="370" y="638"/>
                  <a:pt x="370" y="638"/>
                </a:cubicBezTo>
                <a:cubicBezTo>
                  <a:pt x="369" y="638"/>
                  <a:pt x="368" y="638"/>
                  <a:pt x="367" y="637"/>
                </a:cubicBezTo>
                <a:cubicBezTo>
                  <a:pt x="367" y="628"/>
                  <a:pt x="367" y="628"/>
                  <a:pt x="367" y="628"/>
                </a:cubicBezTo>
                <a:cubicBezTo>
                  <a:pt x="368" y="630"/>
                  <a:pt x="369" y="631"/>
                  <a:pt x="370" y="632"/>
                </a:cubicBezTo>
                <a:close/>
                <a:moveTo>
                  <a:pt x="370" y="672"/>
                </a:moveTo>
                <a:cubicBezTo>
                  <a:pt x="370" y="696"/>
                  <a:pt x="370" y="696"/>
                  <a:pt x="370" y="696"/>
                </a:cubicBezTo>
                <a:cubicBezTo>
                  <a:pt x="369" y="696"/>
                  <a:pt x="368" y="695"/>
                  <a:pt x="367" y="694"/>
                </a:cubicBezTo>
                <a:cubicBezTo>
                  <a:pt x="367" y="674"/>
                  <a:pt x="367" y="674"/>
                  <a:pt x="367" y="674"/>
                </a:cubicBezTo>
                <a:cubicBezTo>
                  <a:pt x="368" y="673"/>
                  <a:pt x="369" y="673"/>
                  <a:pt x="370" y="672"/>
                </a:cubicBezTo>
                <a:close/>
                <a:moveTo>
                  <a:pt x="370" y="703"/>
                </a:moveTo>
                <a:cubicBezTo>
                  <a:pt x="370" y="712"/>
                  <a:pt x="370" y="712"/>
                  <a:pt x="370" y="712"/>
                </a:cubicBezTo>
                <a:cubicBezTo>
                  <a:pt x="369" y="712"/>
                  <a:pt x="368" y="712"/>
                  <a:pt x="367" y="712"/>
                </a:cubicBezTo>
                <a:cubicBezTo>
                  <a:pt x="367" y="702"/>
                  <a:pt x="367" y="702"/>
                  <a:pt x="367" y="702"/>
                </a:cubicBezTo>
                <a:cubicBezTo>
                  <a:pt x="368" y="703"/>
                  <a:pt x="369" y="703"/>
                  <a:pt x="370" y="703"/>
                </a:cubicBezTo>
                <a:close/>
                <a:moveTo>
                  <a:pt x="370" y="747"/>
                </a:moveTo>
                <a:cubicBezTo>
                  <a:pt x="370" y="756"/>
                  <a:pt x="370" y="756"/>
                  <a:pt x="370" y="756"/>
                </a:cubicBezTo>
                <a:cubicBezTo>
                  <a:pt x="369" y="756"/>
                  <a:pt x="369" y="756"/>
                  <a:pt x="368" y="756"/>
                </a:cubicBezTo>
                <a:cubicBezTo>
                  <a:pt x="369" y="757"/>
                  <a:pt x="369" y="759"/>
                  <a:pt x="370" y="760"/>
                </a:cubicBezTo>
                <a:cubicBezTo>
                  <a:pt x="370" y="780"/>
                  <a:pt x="370" y="780"/>
                  <a:pt x="370" y="780"/>
                </a:cubicBezTo>
                <a:cubicBezTo>
                  <a:pt x="369" y="777"/>
                  <a:pt x="368" y="775"/>
                  <a:pt x="367" y="773"/>
                </a:cubicBezTo>
                <a:cubicBezTo>
                  <a:pt x="367" y="747"/>
                  <a:pt x="367" y="747"/>
                  <a:pt x="367" y="747"/>
                </a:cubicBezTo>
                <a:cubicBezTo>
                  <a:pt x="368" y="747"/>
                  <a:pt x="369" y="747"/>
                  <a:pt x="370" y="747"/>
                </a:cubicBezTo>
                <a:close/>
                <a:moveTo>
                  <a:pt x="367" y="580"/>
                </a:moveTo>
                <a:cubicBezTo>
                  <a:pt x="367" y="572"/>
                  <a:pt x="367" y="572"/>
                  <a:pt x="367" y="572"/>
                </a:cubicBezTo>
                <a:cubicBezTo>
                  <a:pt x="369" y="574"/>
                  <a:pt x="368" y="576"/>
                  <a:pt x="367" y="580"/>
                </a:cubicBezTo>
                <a:close/>
                <a:moveTo>
                  <a:pt x="361" y="2"/>
                </a:moveTo>
                <a:cubicBezTo>
                  <a:pt x="363" y="2"/>
                  <a:pt x="365" y="2"/>
                  <a:pt x="367" y="2"/>
                </a:cubicBezTo>
                <a:cubicBezTo>
                  <a:pt x="367" y="8"/>
                  <a:pt x="367" y="8"/>
                  <a:pt x="367" y="8"/>
                </a:cubicBezTo>
                <a:cubicBezTo>
                  <a:pt x="365" y="8"/>
                  <a:pt x="363" y="8"/>
                  <a:pt x="361" y="9"/>
                </a:cubicBezTo>
                <a:cubicBezTo>
                  <a:pt x="361" y="2"/>
                  <a:pt x="361" y="2"/>
                  <a:pt x="361" y="2"/>
                </a:cubicBezTo>
                <a:close/>
                <a:moveTo>
                  <a:pt x="367" y="792"/>
                </a:moveTo>
                <a:cubicBezTo>
                  <a:pt x="365" y="792"/>
                  <a:pt x="363" y="792"/>
                  <a:pt x="361" y="792"/>
                </a:cubicBezTo>
                <a:cubicBezTo>
                  <a:pt x="361" y="785"/>
                  <a:pt x="361" y="785"/>
                  <a:pt x="361" y="785"/>
                </a:cubicBezTo>
                <a:cubicBezTo>
                  <a:pt x="362" y="785"/>
                  <a:pt x="363" y="786"/>
                  <a:pt x="364" y="786"/>
                </a:cubicBezTo>
                <a:cubicBezTo>
                  <a:pt x="365" y="786"/>
                  <a:pt x="366" y="786"/>
                  <a:pt x="367" y="786"/>
                </a:cubicBezTo>
                <a:cubicBezTo>
                  <a:pt x="367" y="792"/>
                  <a:pt x="367" y="792"/>
                  <a:pt x="367" y="792"/>
                </a:cubicBezTo>
                <a:close/>
                <a:moveTo>
                  <a:pt x="367" y="29"/>
                </a:moveTo>
                <a:cubicBezTo>
                  <a:pt x="367" y="46"/>
                  <a:pt x="367" y="46"/>
                  <a:pt x="367" y="46"/>
                </a:cubicBezTo>
                <a:cubicBezTo>
                  <a:pt x="365" y="47"/>
                  <a:pt x="363" y="47"/>
                  <a:pt x="361" y="48"/>
                </a:cubicBezTo>
                <a:cubicBezTo>
                  <a:pt x="361" y="40"/>
                  <a:pt x="361" y="40"/>
                  <a:pt x="361" y="40"/>
                </a:cubicBezTo>
                <a:cubicBezTo>
                  <a:pt x="362" y="40"/>
                  <a:pt x="362" y="40"/>
                  <a:pt x="362" y="40"/>
                </a:cubicBezTo>
                <a:cubicBezTo>
                  <a:pt x="362" y="38"/>
                  <a:pt x="361" y="37"/>
                  <a:pt x="361" y="35"/>
                </a:cubicBezTo>
                <a:cubicBezTo>
                  <a:pt x="361" y="21"/>
                  <a:pt x="361" y="21"/>
                  <a:pt x="361" y="21"/>
                </a:cubicBezTo>
                <a:cubicBezTo>
                  <a:pt x="363" y="23"/>
                  <a:pt x="364" y="26"/>
                  <a:pt x="367" y="29"/>
                </a:cubicBezTo>
                <a:close/>
                <a:moveTo>
                  <a:pt x="367" y="121"/>
                </a:moveTo>
                <a:cubicBezTo>
                  <a:pt x="367" y="134"/>
                  <a:pt x="367" y="134"/>
                  <a:pt x="367" y="134"/>
                </a:cubicBezTo>
                <a:cubicBezTo>
                  <a:pt x="365" y="136"/>
                  <a:pt x="363" y="137"/>
                  <a:pt x="361" y="138"/>
                </a:cubicBezTo>
                <a:cubicBezTo>
                  <a:pt x="361" y="120"/>
                  <a:pt x="361" y="120"/>
                  <a:pt x="361" y="120"/>
                </a:cubicBezTo>
                <a:cubicBezTo>
                  <a:pt x="363" y="121"/>
                  <a:pt x="365" y="121"/>
                  <a:pt x="367" y="121"/>
                </a:cubicBezTo>
                <a:close/>
                <a:moveTo>
                  <a:pt x="367" y="166"/>
                </a:moveTo>
                <a:cubicBezTo>
                  <a:pt x="367" y="175"/>
                  <a:pt x="367" y="175"/>
                  <a:pt x="367" y="175"/>
                </a:cubicBezTo>
                <a:cubicBezTo>
                  <a:pt x="364" y="174"/>
                  <a:pt x="363" y="173"/>
                  <a:pt x="361" y="173"/>
                </a:cubicBezTo>
                <a:cubicBezTo>
                  <a:pt x="361" y="167"/>
                  <a:pt x="361" y="167"/>
                  <a:pt x="361" y="167"/>
                </a:cubicBezTo>
                <a:cubicBezTo>
                  <a:pt x="362" y="167"/>
                  <a:pt x="364" y="167"/>
                  <a:pt x="367" y="166"/>
                </a:cubicBezTo>
                <a:close/>
                <a:moveTo>
                  <a:pt x="367" y="188"/>
                </a:moveTo>
                <a:cubicBezTo>
                  <a:pt x="367" y="194"/>
                  <a:pt x="367" y="194"/>
                  <a:pt x="367" y="194"/>
                </a:cubicBezTo>
                <a:cubicBezTo>
                  <a:pt x="365" y="194"/>
                  <a:pt x="363" y="194"/>
                  <a:pt x="361" y="195"/>
                </a:cubicBezTo>
                <a:cubicBezTo>
                  <a:pt x="361" y="184"/>
                  <a:pt x="361" y="184"/>
                  <a:pt x="361" y="184"/>
                </a:cubicBezTo>
                <a:cubicBezTo>
                  <a:pt x="364" y="189"/>
                  <a:pt x="364" y="189"/>
                  <a:pt x="364" y="189"/>
                </a:cubicBezTo>
                <a:cubicBezTo>
                  <a:pt x="367" y="188"/>
                  <a:pt x="367" y="188"/>
                  <a:pt x="367" y="188"/>
                </a:cubicBezTo>
                <a:close/>
                <a:moveTo>
                  <a:pt x="367" y="257"/>
                </a:moveTo>
                <a:cubicBezTo>
                  <a:pt x="367" y="268"/>
                  <a:pt x="367" y="268"/>
                  <a:pt x="367" y="268"/>
                </a:cubicBezTo>
                <a:cubicBezTo>
                  <a:pt x="365" y="268"/>
                  <a:pt x="364" y="269"/>
                  <a:pt x="363" y="270"/>
                </a:cubicBezTo>
                <a:cubicBezTo>
                  <a:pt x="362" y="274"/>
                  <a:pt x="362" y="278"/>
                  <a:pt x="361" y="283"/>
                </a:cubicBezTo>
                <a:cubicBezTo>
                  <a:pt x="361" y="246"/>
                  <a:pt x="361" y="246"/>
                  <a:pt x="361" y="246"/>
                </a:cubicBezTo>
                <a:cubicBezTo>
                  <a:pt x="362" y="246"/>
                  <a:pt x="362" y="246"/>
                  <a:pt x="362" y="246"/>
                </a:cubicBezTo>
                <a:cubicBezTo>
                  <a:pt x="362" y="250"/>
                  <a:pt x="362" y="253"/>
                  <a:pt x="362" y="257"/>
                </a:cubicBezTo>
                <a:cubicBezTo>
                  <a:pt x="363" y="257"/>
                  <a:pt x="365" y="257"/>
                  <a:pt x="367" y="257"/>
                </a:cubicBezTo>
                <a:close/>
                <a:moveTo>
                  <a:pt x="367" y="299"/>
                </a:moveTo>
                <a:cubicBezTo>
                  <a:pt x="367" y="302"/>
                  <a:pt x="367" y="302"/>
                  <a:pt x="367" y="302"/>
                </a:cubicBezTo>
                <a:cubicBezTo>
                  <a:pt x="366" y="302"/>
                  <a:pt x="365" y="302"/>
                  <a:pt x="364" y="302"/>
                </a:cubicBezTo>
                <a:cubicBezTo>
                  <a:pt x="365" y="303"/>
                  <a:pt x="366" y="304"/>
                  <a:pt x="367" y="305"/>
                </a:cubicBezTo>
                <a:cubicBezTo>
                  <a:pt x="367" y="309"/>
                  <a:pt x="367" y="309"/>
                  <a:pt x="367" y="309"/>
                </a:cubicBezTo>
                <a:cubicBezTo>
                  <a:pt x="365" y="308"/>
                  <a:pt x="363" y="307"/>
                  <a:pt x="361" y="306"/>
                </a:cubicBezTo>
                <a:cubicBezTo>
                  <a:pt x="361" y="301"/>
                  <a:pt x="361" y="301"/>
                  <a:pt x="361" y="301"/>
                </a:cubicBezTo>
                <a:cubicBezTo>
                  <a:pt x="363" y="300"/>
                  <a:pt x="365" y="299"/>
                  <a:pt x="367" y="299"/>
                </a:cubicBezTo>
                <a:close/>
                <a:moveTo>
                  <a:pt x="367" y="314"/>
                </a:moveTo>
                <a:cubicBezTo>
                  <a:pt x="367" y="317"/>
                  <a:pt x="367" y="317"/>
                  <a:pt x="367" y="317"/>
                </a:cubicBezTo>
                <a:cubicBezTo>
                  <a:pt x="365" y="317"/>
                  <a:pt x="362" y="318"/>
                  <a:pt x="361" y="319"/>
                </a:cubicBezTo>
                <a:cubicBezTo>
                  <a:pt x="361" y="313"/>
                  <a:pt x="361" y="313"/>
                  <a:pt x="361" y="313"/>
                </a:cubicBezTo>
                <a:cubicBezTo>
                  <a:pt x="363" y="315"/>
                  <a:pt x="363" y="315"/>
                  <a:pt x="363" y="315"/>
                </a:cubicBezTo>
                <a:cubicBezTo>
                  <a:pt x="364" y="314"/>
                  <a:pt x="366" y="314"/>
                  <a:pt x="367" y="314"/>
                </a:cubicBezTo>
                <a:close/>
                <a:moveTo>
                  <a:pt x="367" y="378"/>
                </a:moveTo>
                <a:cubicBezTo>
                  <a:pt x="367" y="410"/>
                  <a:pt x="367" y="410"/>
                  <a:pt x="367" y="410"/>
                </a:cubicBezTo>
                <a:cubicBezTo>
                  <a:pt x="361" y="405"/>
                  <a:pt x="361" y="405"/>
                  <a:pt x="361" y="405"/>
                </a:cubicBezTo>
                <a:cubicBezTo>
                  <a:pt x="361" y="378"/>
                  <a:pt x="361" y="378"/>
                  <a:pt x="361" y="378"/>
                </a:cubicBezTo>
                <a:cubicBezTo>
                  <a:pt x="367" y="378"/>
                  <a:pt x="367" y="378"/>
                  <a:pt x="367" y="378"/>
                </a:cubicBezTo>
                <a:close/>
                <a:moveTo>
                  <a:pt x="367" y="417"/>
                </a:moveTo>
                <a:cubicBezTo>
                  <a:pt x="367" y="453"/>
                  <a:pt x="367" y="453"/>
                  <a:pt x="367" y="453"/>
                </a:cubicBezTo>
                <a:cubicBezTo>
                  <a:pt x="361" y="457"/>
                  <a:pt x="361" y="457"/>
                  <a:pt x="361" y="457"/>
                </a:cubicBezTo>
                <a:cubicBezTo>
                  <a:pt x="361" y="436"/>
                  <a:pt x="361" y="436"/>
                  <a:pt x="361" y="436"/>
                </a:cubicBezTo>
                <a:cubicBezTo>
                  <a:pt x="363" y="430"/>
                  <a:pt x="365" y="423"/>
                  <a:pt x="367" y="417"/>
                </a:cubicBezTo>
                <a:close/>
                <a:moveTo>
                  <a:pt x="367" y="487"/>
                </a:moveTo>
                <a:cubicBezTo>
                  <a:pt x="367" y="491"/>
                  <a:pt x="367" y="491"/>
                  <a:pt x="367" y="491"/>
                </a:cubicBezTo>
                <a:cubicBezTo>
                  <a:pt x="367" y="506"/>
                  <a:pt x="367" y="506"/>
                  <a:pt x="367" y="506"/>
                </a:cubicBezTo>
                <a:cubicBezTo>
                  <a:pt x="365" y="505"/>
                  <a:pt x="363" y="504"/>
                  <a:pt x="361" y="504"/>
                </a:cubicBezTo>
                <a:cubicBezTo>
                  <a:pt x="361" y="501"/>
                  <a:pt x="361" y="501"/>
                  <a:pt x="361" y="501"/>
                </a:cubicBezTo>
                <a:cubicBezTo>
                  <a:pt x="361" y="501"/>
                  <a:pt x="361" y="501"/>
                  <a:pt x="362" y="502"/>
                </a:cubicBezTo>
                <a:cubicBezTo>
                  <a:pt x="363" y="502"/>
                  <a:pt x="363" y="502"/>
                  <a:pt x="364" y="502"/>
                </a:cubicBezTo>
                <a:cubicBezTo>
                  <a:pt x="364" y="497"/>
                  <a:pt x="363" y="493"/>
                  <a:pt x="361" y="490"/>
                </a:cubicBezTo>
                <a:cubicBezTo>
                  <a:pt x="361" y="485"/>
                  <a:pt x="361" y="485"/>
                  <a:pt x="361" y="485"/>
                </a:cubicBezTo>
                <a:cubicBezTo>
                  <a:pt x="362" y="486"/>
                  <a:pt x="363" y="486"/>
                  <a:pt x="364" y="487"/>
                </a:cubicBezTo>
                <a:cubicBezTo>
                  <a:pt x="367" y="487"/>
                  <a:pt x="367" y="487"/>
                  <a:pt x="367" y="487"/>
                </a:cubicBezTo>
                <a:close/>
                <a:moveTo>
                  <a:pt x="367" y="521"/>
                </a:moveTo>
                <a:cubicBezTo>
                  <a:pt x="367" y="533"/>
                  <a:pt x="367" y="533"/>
                  <a:pt x="367" y="533"/>
                </a:cubicBezTo>
                <a:cubicBezTo>
                  <a:pt x="365" y="536"/>
                  <a:pt x="362" y="539"/>
                  <a:pt x="363" y="542"/>
                </a:cubicBezTo>
                <a:cubicBezTo>
                  <a:pt x="364" y="542"/>
                  <a:pt x="366" y="542"/>
                  <a:pt x="367" y="542"/>
                </a:cubicBezTo>
                <a:cubicBezTo>
                  <a:pt x="367" y="553"/>
                  <a:pt x="367" y="553"/>
                  <a:pt x="367" y="553"/>
                </a:cubicBezTo>
                <a:cubicBezTo>
                  <a:pt x="365" y="554"/>
                  <a:pt x="363" y="554"/>
                  <a:pt x="361" y="554"/>
                </a:cubicBezTo>
                <a:cubicBezTo>
                  <a:pt x="361" y="525"/>
                  <a:pt x="361" y="525"/>
                  <a:pt x="361" y="525"/>
                </a:cubicBezTo>
                <a:cubicBezTo>
                  <a:pt x="361" y="524"/>
                  <a:pt x="362" y="523"/>
                  <a:pt x="363" y="521"/>
                </a:cubicBezTo>
                <a:cubicBezTo>
                  <a:pt x="367" y="521"/>
                  <a:pt x="367" y="521"/>
                  <a:pt x="367" y="521"/>
                </a:cubicBezTo>
                <a:close/>
                <a:moveTo>
                  <a:pt x="367" y="572"/>
                </a:moveTo>
                <a:cubicBezTo>
                  <a:pt x="367" y="580"/>
                  <a:pt x="367" y="580"/>
                  <a:pt x="367" y="580"/>
                </a:cubicBezTo>
                <a:cubicBezTo>
                  <a:pt x="365" y="583"/>
                  <a:pt x="363" y="587"/>
                  <a:pt x="361" y="593"/>
                </a:cubicBezTo>
                <a:cubicBezTo>
                  <a:pt x="361" y="593"/>
                  <a:pt x="361" y="593"/>
                  <a:pt x="361" y="593"/>
                </a:cubicBezTo>
                <a:cubicBezTo>
                  <a:pt x="361" y="569"/>
                  <a:pt x="361" y="569"/>
                  <a:pt x="361" y="569"/>
                </a:cubicBezTo>
                <a:cubicBezTo>
                  <a:pt x="363" y="570"/>
                  <a:pt x="366" y="571"/>
                  <a:pt x="367" y="572"/>
                </a:cubicBezTo>
                <a:close/>
                <a:moveTo>
                  <a:pt x="367" y="609"/>
                </a:moveTo>
                <a:cubicBezTo>
                  <a:pt x="367" y="615"/>
                  <a:pt x="367" y="615"/>
                  <a:pt x="367" y="615"/>
                </a:cubicBezTo>
                <a:cubicBezTo>
                  <a:pt x="365" y="615"/>
                  <a:pt x="363" y="614"/>
                  <a:pt x="361" y="614"/>
                </a:cubicBezTo>
                <a:cubicBezTo>
                  <a:pt x="363" y="619"/>
                  <a:pt x="364" y="624"/>
                  <a:pt x="367" y="628"/>
                </a:cubicBezTo>
                <a:cubicBezTo>
                  <a:pt x="367" y="637"/>
                  <a:pt x="367" y="637"/>
                  <a:pt x="367" y="637"/>
                </a:cubicBezTo>
                <a:cubicBezTo>
                  <a:pt x="365" y="637"/>
                  <a:pt x="363" y="637"/>
                  <a:pt x="361" y="637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08"/>
                  <a:pt x="361" y="608"/>
                  <a:pt x="361" y="608"/>
                </a:cubicBezTo>
                <a:cubicBezTo>
                  <a:pt x="363" y="608"/>
                  <a:pt x="365" y="609"/>
                  <a:pt x="367" y="609"/>
                </a:cubicBezTo>
                <a:close/>
                <a:moveTo>
                  <a:pt x="367" y="674"/>
                </a:moveTo>
                <a:cubicBezTo>
                  <a:pt x="367" y="694"/>
                  <a:pt x="367" y="694"/>
                  <a:pt x="367" y="694"/>
                </a:cubicBezTo>
                <a:cubicBezTo>
                  <a:pt x="361" y="690"/>
                  <a:pt x="360" y="679"/>
                  <a:pt x="367" y="674"/>
                </a:cubicBezTo>
                <a:close/>
                <a:moveTo>
                  <a:pt x="367" y="702"/>
                </a:moveTo>
                <a:cubicBezTo>
                  <a:pt x="367" y="712"/>
                  <a:pt x="367" y="712"/>
                  <a:pt x="367" y="712"/>
                </a:cubicBezTo>
                <a:cubicBezTo>
                  <a:pt x="365" y="711"/>
                  <a:pt x="363" y="711"/>
                  <a:pt x="361" y="710"/>
                </a:cubicBezTo>
                <a:cubicBezTo>
                  <a:pt x="362" y="702"/>
                  <a:pt x="362" y="702"/>
                  <a:pt x="364" y="701"/>
                </a:cubicBezTo>
                <a:cubicBezTo>
                  <a:pt x="365" y="701"/>
                  <a:pt x="366" y="702"/>
                  <a:pt x="367" y="702"/>
                </a:cubicBezTo>
                <a:close/>
                <a:moveTo>
                  <a:pt x="367" y="747"/>
                </a:moveTo>
                <a:cubicBezTo>
                  <a:pt x="367" y="773"/>
                  <a:pt x="367" y="773"/>
                  <a:pt x="367" y="773"/>
                </a:cubicBezTo>
                <a:cubicBezTo>
                  <a:pt x="364" y="769"/>
                  <a:pt x="363" y="765"/>
                  <a:pt x="361" y="762"/>
                </a:cubicBezTo>
                <a:cubicBezTo>
                  <a:pt x="361" y="748"/>
                  <a:pt x="361" y="748"/>
                  <a:pt x="361" y="748"/>
                </a:cubicBezTo>
                <a:cubicBezTo>
                  <a:pt x="362" y="748"/>
                  <a:pt x="364" y="748"/>
                  <a:pt x="367" y="747"/>
                </a:cubicBezTo>
                <a:close/>
                <a:moveTo>
                  <a:pt x="354" y="3"/>
                </a:moveTo>
                <a:cubicBezTo>
                  <a:pt x="355" y="3"/>
                  <a:pt x="356" y="2"/>
                  <a:pt x="357" y="2"/>
                </a:cubicBezTo>
                <a:cubicBezTo>
                  <a:pt x="358" y="2"/>
                  <a:pt x="359" y="2"/>
                  <a:pt x="361" y="2"/>
                </a:cubicBezTo>
                <a:cubicBezTo>
                  <a:pt x="361" y="9"/>
                  <a:pt x="361" y="9"/>
                  <a:pt x="361" y="9"/>
                </a:cubicBezTo>
                <a:cubicBezTo>
                  <a:pt x="359" y="9"/>
                  <a:pt x="356" y="10"/>
                  <a:pt x="354" y="12"/>
                </a:cubicBezTo>
                <a:cubicBezTo>
                  <a:pt x="354" y="3"/>
                  <a:pt x="354" y="3"/>
                  <a:pt x="354" y="3"/>
                </a:cubicBezTo>
                <a:close/>
                <a:moveTo>
                  <a:pt x="361" y="792"/>
                </a:moveTo>
                <a:cubicBezTo>
                  <a:pt x="358" y="792"/>
                  <a:pt x="356" y="792"/>
                  <a:pt x="354" y="791"/>
                </a:cubicBezTo>
                <a:cubicBezTo>
                  <a:pt x="354" y="782"/>
                  <a:pt x="354" y="782"/>
                  <a:pt x="354" y="782"/>
                </a:cubicBezTo>
                <a:cubicBezTo>
                  <a:pt x="356" y="783"/>
                  <a:pt x="358" y="784"/>
                  <a:pt x="361" y="785"/>
                </a:cubicBezTo>
                <a:cubicBezTo>
                  <a:pt x="361" y="792"/>
                  <a:pt x="361" y="792"/>
                  <a:pt x="361" y="792"/>
                </a:cubicBezTo>
                <a:close/>
                <a:moveTo>
                  <a:pt x="361" y="21"/>
                </a:moveTo>
                <a:cubicBezTo>
                  <a:pt x="361" y="35"/>
                  <a:pt x="361" y="35"/>
                  <a:pt x="361" y="35"/>
                </a:cubicBezTo>
                <a:cubicBezTo>
                  <a:pt x="359" y="31"/>
                  <a:pt x="357" y="27"/>
                  <a:pt x="354" y="24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6" y="15"/>
                  <a:pt x="359" y="18"/>
                  <a:pt x="361" y="21"/>
                </a:cubicBezTo>
                <a:close/>
                <a:moveTo>
                  <a:pt x="361" y="40"/>
                </a:moveTo>
                <a:cubicBezTo>
                  <a:pt x="361" y="48"/>
                  <a:pt x="361" y="48"/>
                  <a:pt x="361" y="48"/>
                </a:cubicBezTo>
                <a:cubicBezTo>
                  <a:pt x="358" y="48"/>
                  <a:pt x="356" y="48"/>
                  <a:pt x="354" y="49"/>
                </a:cubicBezTo>
                <a:cubicBezTo>
                  <a:pt x="354" y="41"/>
                  <a:pt x="354" y="41"/>
                  <a:pt x="354" y="41"/>
                </a:cubicBezTo>
                <a:cubicBezTo>
                  <a:pt x="357" y="41"/>
                  <a:pt x="358" y="41"/>
                  <a:pt x="361" y="40"/>
                </a:cubicBezTo>
                <a:close/>
                <a:moveTo>
                  <a:pt x="361" y="120"/>
                </a:moveTo>
                <a:cubicBezTo>
                  <a:pt x="361" y="138"/>
                  <a:pt x="361" y="138"/>
                  <a:pt x="361" y="138"/>
                </a:cubicBezTo>
                <a:cubicBezTo>
                  <a:pt x="359" y="139"/>
                  <a:pt x="357" y="139"/>
                  <a:pt x="354" y="139"/>
                </a:cubicBezTo>
                <a:cubicBezTo>
                  <a:pt x="354" y="120"/>
                  <a:pt x="354" y="120"/>
                  <a:pt x="354" y="120"/>
                </a:cubicBezTo>
                <a:cubicBezTo>
                  <a:pt x="356" y="120"/>
                  <a:pt x="358" y="120"/>
                  <a:pt x="361" y="120"/>
                </a:cubicBezTo>
                <a:close/>
                <a:moveTo>
                  <a:pt x="361" y="167"/>
                </a:moveTo>
                <a:cubicBezTo>
                  <a:pt x="361" y="173"/>
                  <a:pt x="361" y="173"/>
                  <a:pt x="361" y="173"/>
                </a:cubicBezTo>
                <a:cubicBezTo>
                  <a:pt x="359" y="173"/>
                  <a:pt x="357" y="173"/>
                  <a:pt x="354" y="173"/>
                </a:cubicBezTo>
                <a:cubicBezTo>
                  <a:pt x="354" y="169"/>
                  <a:pt x="354" y="169"/>
                  <a:pt x="354" y="169"/>
                </a:cubicBezTo>
                <a:cubicBezTo>
                  <a:pt x="356" y="168"/>
                  <a:pt x="358" y="168"/>
                  <a:pt x="361" y="167"/>
                </a:cubicBezTo>
                <a:close/>
                <a:moveTo>
                  <a:pt x="361" y="184"/>
                </a:moveTo>
                <a:cubicBezTo>
                  <a:pt x="361" y="195"/>
                  <a:pt x="361" y="195"/>
                  <a:pt x="361" y="195"/>
                </a:cubicBezTo>
                <a:cubicBezTo>
                  <a:pt x="358" y="195"/>
                  <a:pt x="356" y="195"/>
                  <a:pt x="354" y="196"/>
                </a:cubicBezTo>
                <a:cubicBezTo>
                  <a:pt x="354" y="191"/>
                  <a:pt x="354" y="191"/>
                  <a:pt x="354" y="191"/>
                </a:cubicBezTo>
                <a:cubicBezTo>
                  <a:pt x="355" y="191"/>
                  <a:pt x="356" y="191"/>
                  <a:pt x="357" y="191"/>
                </a:cubicBezTo>
                <a:cubicBezTo>
                  <a:pt x="356" y="188"/>
                  <a:pt x="355" y="186"/>
                  <a:pt x="354" y="185"/>
                </a:cubicBezTo>
                <a:cubicBezTo>
                  <a:pt x="354" y="177"/>
                  <a:pt x="354" y="177"/>
                  <a:pt x="354" y="177"/>
                </a:cubicBezTo>
                <a:cubicBezTo>
                  <a:pt x="361" y="184"/>
                  <a:pt x="361" y="184"/>
                  <a:pt x="361" y="184"/>
                </a:cubicBezTo>
                <a:close/>
                <a:moveTo>
                  <a:pt x="361" y="246"/>
                </a:moveTo>
                <a:cubicBezTo>
                  <a:pt x="361" y="283"/>
                  <a:pt x="361" y="283"/>
                  <a:pt x="361" y="283"/>
                </a:cubicBezTo>
                <a:cubicBezTo>
                  <a:pt x="359" y="287"/>
                  <a:pt x="357" y="291"/>
                  <a:pt x="354" y="293"/>
                </a:cubicBezTo>
                <a:cubicBezTo>
                  <a:pt x="354" y="220"/>
                  <a:pt x="354" y="220"/>
                  <a:pt x="354" y="220"/>
                </a:cubicBezTo>
                <a:cubicBezTo>
                  <a:pt x="355" y="220"/>
                  <a:pt x="355" y="220"/>
                  <a:pt x="355" y="220"/>
                </a:cubicBezTo>
                <a:cubicBezTo>
                  <a:pt x="356" y="220"/>
                  <a:pt x="357" y="221"/>
                  <a:pt x="357" y="221"/>
                </a:cubicBezTo>
                <a:cubicBezTo>
                  <a:pt x="358" y="230"/>
                  <a:pt x="358" y="238"/>
                  <a:pt x="358" y="246"/>
                </a:cubicBezTo>
                <a:cubicBezTo>
                  <a:pt x="361" y="246"/>
                  <a:pt x="361" y="246"/>
                  <a:pt x="361" y="246"/>
                </a:cubicBezTo>
                <a:close/>
                <a:moveTo>
                  <a:pt x="361" y="301"/>
                </a:moveTo>
                <a:cubicBezTo>
                  <a:pt x="361" y="306"/>
                  <a:pt x="361" y="306"/>
                  <a:pt x="361" y="306"/>
                </a:cubicBezTo>
                <a:cubicBezTo>
                  <a:pt x="359" y="305"/>
                  <a:pt x="356" y="306"/>
                  <a:pt x="354" y="306"/>
                </a:cubicBezTo>
                <a:cubicBezTo>
                  <a:pt x="354" y="303"/>
                  <a:pt x="354" y="303"/>
                  <a:pt x="354" y="303"/>
                </a:cubicBezTo>
                <a:cubicBezTo>
                  <a:pt x="356" y="302"/>
                  <a:pt x="358" y="301"/>
                  <a:pt x="361" y="301"/>
                </a:cubicBezTo>
                <a:close/>
                <a:moveTo>
                  <a:pt x="361" y="313"/>
                </a:moveTo>
                <a:cubicBezTo>
                  <a:pt x="361" y="319"/>
                  <a:pt x="361" y="319"/>
                  <a:pt x="361" y="319"/>
                </a:cubicBezTo>
                <a:cubicBezTo>
                  <a:pt x="358" y="320"/>
                  <a:pt x="356" y="321"/>
                  <a:pt x="354" y="322"/>
                </a:cubicBezTo>
                <a:cubicBezTo>
                  <a:pt x="354" y="318"/>
                  <a:pt x="354" y="318"/>
                  <a:pt x="354" y="318"/>
                </a:cubicBezTo>
                <a:cubicBezTo>
                  <a:pt x="355" y="318"/>
                  <a:pt x="356" y="317"/>
                  <a:pt x="358" y="316"/>
                </a:cubicBezTo>
                <a:cubicBezTo>
                  <a:pt x="357" y="315"/>
                  <a:pt x="356" y="315"/>
                  <a:pt x="354" y="314"/>
                </a:cubicBezTo>
                <a:cubicBezTo>
                  <a:pt x="354" y="309"/>
                  <a:pt x="354" y="309"/>
                  <a:pt x="354" y="309"/>
                </a:cubicBezTo>
                <a:cubicBezTo>
                  <a:pt x="356" y="310"/>
                  <a:pt x="357" y="311"/>
                  <a:pt x="361" y="313"/>
                </a:cubicBezTo>
                <a:close/>
                <a:moveTo>
                  <a:pt x="361" y="378"/>
                </a:moveTo>
                <a:cubicBezTo>
                  <a:pt x="361" y="405"/>
                  <a:pt x="361" y="405"/>
                  <a:pt x="361" y="405"/>
                </a:cubicBezTo>
                <a:cubicBezTo>
                  <a:pt x="354" y="400"/>
                  <a:pt x="354" y="400"/>
                  <a:pt x="354" y="400"/>
                </a:cubicBezTo>
                <a:cubicBezTo>
                  <a:pt x="354" y="378"/>
                  <a:pt x="354" y="378"/>
                  <a:pt x="354" y="378"/>
                </a:cubicBezTo>
                <a:cubicBezTo>
                  <a:pt x="361" y="378"/>
                  <a:pt x="361" y="378"/>
                  <a:pt x="361" y="378"/>
                </a:cubicBezTo>
                <a:close/>
                <a:moveTo>
                  <a:pt x="361" y="436"/>
                </a:moveTo>
                <a:cubicBezTo>
                  <a:pt x="361" y="457"/>
                  <a:pt x="361" y="457"/>
                  <a:pt x="361" y="457"/>
                </a:cubicBezTo>
                <a:cubicBezTo>
                  <a:pt x="354" y="462"/>
                  <a:pt x="354" y="462"/>
                  <a:pt x="354" y="462"/>
                </a:cubicBezTo>
                <a:cubicBezTo>
                  <a:pt x="354" y="457"/>
                  <a:pt x="354" y="457"/>
                  <a:pt x="354" y="457"/>
                </a:cubicBezTo>
                <a:cubicBezTo>
                  <a:pt x="356" y="450"/>
                  <a:pt x="358" y="443"/>
                  <a:pt x="361" y="436"/>
                </a:cubicBezTo>
                <a:close/>
                <a:moveTo>
                  <a:pt x="361" y="485"/>
                </a:moveTo>
                <a:cubicBezTo>
                  <a:pt x="361" y="490"/>
                  <a:pt x="361" y="490"/>
                  <a:pt x="361" y="490"/>
                </a:cubicBezTo>
                <a:cubicBezTo>
                  <a:pt x="360" y="489"/>
                  <a:pt x="358" y="488"/>
                  <a:pt x="357" y="487"/>
                </a:cubicBezTo>
                <a:cubicBezTo>
                  <a:pt x="357" y="490"/>
                  <a:pt x="357" y="494"/>
                  <a:pt x="357" y="497"/>
                </a:cubicBezTo>
                <a:cubicBezTo>
                  <a:pt x="358" y="498"/>
                  <a:pt x="359" y="499"/>
                  <a:pt x="361" y="501"/>
                </a:cubicBezTo>
                <a:cubicBezTo>
                  <a:pt x="361" y="504"/>
                  <a:pt x="361" y="504"/>
                  <a:pt x="361" y="504"/>
                </a:cubicBezTo>
                <a:cubicBezTo>
                  <a:pt x="358" y="503"/>
                  <a:pt x="356" y="502"/>
                  <a:pt x="354" y="501"/>
                </a:cubicBezTo>
                <a:cubicBezTo>
                  <a:pt x="354" y="482"/>
                  <a:pt x="354" y="482"/>
                  <a:pt x="354" y="482"/>
                </a:cubicBezTo>
                <a:cubicBezTo>
                  <a:pt x="356" y="483"/>
                  <a:pt x="359" y="484"/>
                  <a:pt x="361" y="485"/>
                </a:cubicBezTo>
                <a:close/>
                <a:moveTo>
                  <a:pt x="361" y="525"/>
                </a:moveTo>
                <a:cubicBezTo>
                  <a:pt x="361" y="554"/>
                  <a:pt x="361" y="554"/>
                  <a:pt x="361" y="554"/>
                </a:cubicBezTo>
                <a:cubicBezTo>
                  <a:pt x="359" y="554"/>
                  <a:pt x="359" y="554"/>
                  <a:pt x="359" y="554"/>
                </a:cubicBezTo>
                <a:cubicBezTo>
                  <a:pt x="356" y="559"/>
                  <a:pt x="357" y="561"/>
                  <a:pt x="357" y="568"/>
                </a:cubicBezTo>
                <a:cubicBezTo>
                  <a:pt x="358" y="568"/>
                  <a:pt x="359" y="569"/>
                  <a:pt x="361" y="569"/>
                </a:cubicBezTo>
                <a:cubicBezTo>
                  <a:pt x="361" y="593"/>
                  <a:pt x="361" y="593"/>
                  <a:pt x="361" y="593"/>
                </a:cubicBezTo>
                <a:cubicBezTo>
                  <a:pt x="358" y="593"/>
                  <a:pt x="358" y="593"/>
                  <a:pt x="356" y="591"/>
                </a:cubicBezTo>
                <a:cubicBezTo>
                  <a:pt x="355" y="588"/>
                  <a:pt x="355" y="584"/>
                  <a:pt x="354" y="581"/>
                </a:cubicBezTo>
                <a:cubicBezTo>
                  <a:pt x="354" y="540"/>
                  <a:pt x="354" y="540"/>
                  <a:pt x="354" y="540"/>
                </a:cubicBezTo>
                <a:cubicBezTo>
                  <a:pt x="356" y="535"/>
                  <a:pt x="358" y="530"/>
                  <a:pt x="361" y="525"/>
                </a:cubicBezTo>
                <a:close/>
                <a:moveTo>
                  <a:pt x="361" y="608"/>
                </a:moveTo>
                <a:cubicBezTo>
                  <a:pt x="361" y="631"/>
                  <a:pt x="361" y="631"/>
                  <a:pt x="361" y="631"/>
                </a:cubicBezTo>
                <a:cubicBezTo>
                  <a:pt x="359" y="624"/>
                  <a:pt x="357" y="619"/>
                  <a:pt x="354" y="616"/>
                </a:cubicBezTo>
                <a:cubicBezTo>
                  <a:pt x="354" y="607"/>
                  <a:pt x="354" y="607"/>
                  <a:pt x="354" y="607"/>
                </a:cubicBezTo>
                <a:cubicBezTo>
                  <a:pt x="356" y="607"/>
                  <a:pt x="359" y="607"/>
                  <a:pt x="361" y="608"/>
                </a:cubicBezTo>
                <a:close/>
                <a:moveTo>
                  <a:pt x="361" y="631"/>
                </a:moveTo>
                <a:cubicBezTo>
                  <a:pt x="361" y="637"/>
                  <a:pt x="361" y="637"/>
                  <a:pt x="361" y="637"/>
                </a:cubicBezTo>
                <a:cubicBezTo>
                  <a:pt x="359" y="636"/>
                  <a:pt x="356" y="636"/>
                  <a:pt x="354" y="636"/>
                </a:cubicBezTo>
                <a:cubicBezTo>
                  <a:pt x="354" y="631"/>
                  <a:pt x="354" y="631"/>
                  <a:pt x="354" y="631"/>
                </a:cubicBezTo>
                <a:cubicBezTo>
                  <a:pt x="355" y="631"/>
                  <a:pt x="355" y="631"/>
                  <a:pt x="355" y="631"/>
                </a:cubicBezTo>
                <a:cubicBezTo>
                  <a:pt x="361" y="631"/>
                  <a:pt x="361" y="631"/>
                  <a:pt x="361" y="631"/>
                </a:cubicBezTo>
                <a:close/>
                <a:moveTo>
                  <a:pt x="361" y="748"/>
                </a:moveTo>
                <a:cubicBezTo>
                  <a:pt x="361" y="762"/>
                  <a:pt x="361" y="762"/>
                  <a:pt x="361" y="762"/>
                </a:cubicBezTo>
                <a:cubicBezTo>
                  <a:pt x="359" y="760"/>
                  <a:pt x="357" y="758"/>
                  <a:pt x="354" y="756"/>
                </a:cubicBezTo>
                <a:cubicBezTo>
                  <a:pt x="354" y="747"/>
                  <a:pt x="354" y="747"/>
                  <a:pt x="354" y="747"/>
                </a:cubicBezTo>
                <a:cubicBezTo>
                  <a:pt x="355" y="747"/>
                  <a:pt x="357" y="747"/>
                  <a:pt x="358" y="748"/>
                </a:cubicBezTo>
                <a:cubicBezTo>
                  <a:pt x="359" y="748"/>
                  <a:pt x="360" y="748"/>
                  <a:pt x="361" y="748"/>
                </a:cubicBezTo>
                <a:close/>
                <a:moveTo>
                  <a:pt x="354" y="217"/>
                </a:moveTo>
                <a:cubicBezTo>
                  <a:pt x="354" y="209"/>
                  <a:pt x="354" y="209"/>
                  <a:pt x="354" y="209"/>
                </a:cubicBezTo>
                <a:cubicBezTo>
                  <a:pt x="355" y="209"/>
                  <a:pt x="355" y="209"/>
                  <a:pt x="355" y="209"/>
                </a:cubicBezTo>
                <a:cubicBezTo>
                  <a:pt x="356" y="211"/>
                  <a:pt x="356" y="211"/>
                  <a:pt x="357" y="215"/>
                </a:cubicBezTo>
                <a:cubicBezTo>
                  <a:pt x="356" y="215"/>
                  <a:pt x="355" y="216"/>
                  <a:pt x="354" y="217"/>
                </a:cubicBezTo>
                <a:close/>
                <a:moveTo>
                  <a:pt x="349" y="4"/>
                </a:moveTo>
                <a:cubicBezTo>
                  <a:pt x="351" y="4"/>
                  <a:pt x="352" y="3"/>
                  <a:pt x="354" y="3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24"/>
                  <a:pt x="354" y="24"/>
                  <a:pt x="354" y="24"/>
                </a:cubicBezTo>
                <a:cubicBezTo>
                  <a:pt x="353" y="22"/>
                  <a:pt x="351" y="21"/>
                  <a:pt x="349" y="19"/>
                </a:cubicBezTo>
                <a:cubicBezTo>
                  <a:pt x="349" y="4"/>
                  <a:pt x="349" y="4"/>
                  <a:pt x="349" y="4"/>
                </a:cubicBezTo>
                <a:close/>
                <a:moveTo>
                  <a:pt x="354" y="791"/>
                </a:moveTo>
                <a:cubicBezTo>
                  <a:pt x="353" y="791"/>
                  <a:pt x="351" y="791"/>
                  <a:pt x="349" y="791"/>
                </a:cubicBezTo>
                <a:cubicBezTo>
                  <a:pt x="349" y="779"/>
                  <a:pt x="349" y="779"/>
                  <a:pt x="349" y="779"/>
                </a:cubicBezTo>
                <a:cubicBezTo>
                  <a:pt x="350" y="780"/>
                  <a:pt x="352" y="781"/>
                  <a:pt x="354" y="782"/>
                </a:cubicBezTo>
                <a:cubicBezTo>
                  <a:pt x="354" y="791"/>
                  <a:pt x="354" y="791"/>
                  <a:pt x="354" y="791"/>
                </a:cubicBezTo>
                <a:close/>
                <a:moveTo>
                  <a:pt x="354" y="41"/>
                </a:moveTo>
                <a:cubicBezTo>
                  <a:pt x="354" y="49"/>
                  <a:pt x="354" y="49"/>
                  <a:pt x="354" y="49"/>
                </a:cubicBezTo>
                <a:cubicBezTo>
                  <a:pt x="353" y="49"/>
                  <a:pt x="351" y="49"/>
                  <a:pt x="349" y="49"/>
                </a:cubicBezTo>
                <a:cubicBezTo>
                  <a:pt x="349" y="42"/>
                  <a:pt x="349" y="42"/>
                  <a:pt x="349" y="42"/>
                </a:cubicBezTo>
                <a:cubicBezTo>
                  <a:pt x="351" y="41"/>
                  <a:pt x="353" y="41"/>
                  <a:pt x="354" y="41"/>
                </a:cubicBezTo>
                <a:close/>
                <a:moveTo>
                  <a:pt x="354" y="120"/>
                </a:moveTo>
                <a:cubicBezTo>
                  <a:pt x="354" y="139"/>
                  <a:pt x="354" y="139"/>
                  <a:pt x="354" y="139"/>
                </a:cubicBezTo>
                <a:cubicBezTo>
                  <a:pt x="353" y="140"/>
                  <a:pt x="351" y="140"/>
                  <a:pt x="349" y="140"/>
                </a:cubicBezTo>
                <a:cubicBezTo>
                  <a:pt x="349" y="119"/>
                  <a:pt x="349" y="119"/>
                  <a:pt x="349" y="119"/>
                </a:cubicBezTo>
                <a:cubicBezTo>
                  <a:pt x="351" y="119"/>
                  <a:pt x="353" y="119"/>
                  <a:pt x="354" y="120"/>
                </a:cubicBezTo>
                <a:close/>
                <a:moveTo>
                  <a:pt x="354" y="169"/>
                </a:moveTo>
                <a:cubicBezTo>
                  <a:pt x="354" y="173"/>
                  <a:pt x="354" y="173"/>
                  <a:pt x="354" y="173"/>
                </a:cubicBezTo>
                <a:cubicBezTo>
                  <a:pt x="353" y="174"/>
                  <a:pt x="353" y="174"/>
                  <a:pt x="351" y="174"/>
                </a:cubicBezTo>
                <a:cubicBezTo>
                  <a:pt x="354" y="177"/>
                  <a:pt x="354" y="177"/>
                  <a:pt x="354" y="177"/>
                </a:cubicBezTo>
                <a:cubicBezTo>
                  <a:pt x="354" y="185"/>
                  <a:pt x="354" y="185"/>
                  <a:pt x="354" y="185"/>
                </a:cubicBezTo>
                <a:cubicBezTo>
                  <a:pt x="353" y="183"/>
                  <a:pt x="351" y="181"/>
                  <a:pt x="349" y="180"/>
                </a:cubicBezTo>
                <a:cubicBezTo>
                  <a:pt x="349" y="169"/>
                  <a:pt x="349" y="169"/>
                  <a:pt x="349" y="169"/>
                </a:cubicBezTo>
                <a:cubicBezTo>
                  <a:pt x="351" y="169"/>
                  <a:pt x="352" y="169"/>
                  <a:pt x="354" y="169"/>
                </a:cubicBezTo>
                <a:close/>
                <a:moveTo>
                  <a:pt x="354" y="191"/>
                </a:moveTo>
                <a:cubicBezTo>
                  <a:pt x="354" y="196"/>
                  <a:pt x="354" y="196"/>
                  <a:pt x="354" y="196"/>
                </a:cubicBezTo>
                <a:cubicBezTo>
                  <a:pt x="352" y="196"/>
                  <a:pt x="351" y="197"/>
                  <a:pt x="349" y="197"/>
                </a:cubicBezTo>
                <a:cubicBezTo>
                  <a:pt x="349" y="192"/>
                  <a:pt x="349" y="192"/>
                  <a:pt x="349" y="192"/>
                </a:cubicBezTo>
                <a:cubicBezTo>
                  <a:pt x="351" y="192"/>
                  <a:pt x="353" y="192"/>
                  <a:pt x="354" y="191"/>
                </a:cubicBezTo>
                <a:close/>
                <a:moveTo>
                  <a:pt x="354" y="209"/>
                </a:moveTo>
                <a:cubicBezTo>
                  <a:pt x="354" y="217"/>
                  <a:pt x="354" y="217"/>
                  <a:pt x="354" y="217"/>
                </a:cubicBezTo>
                <a:cubicBezTo>
                  <a:pt x="353" y="218"/>
                  <a:pt x="351" y="219"/>
                  <a:pt x="349" y="220"/>
                </a:cubicBezTo>
                <a:cubicBezTo>
                  <a:pt x="349" y="210"/>
                  <a:pt x="349" y="210"/>
                  <a:pt x="349" y="210"/>
                </a:cubicBezTo>
                <a:cubicBezTo>
                  <a:pt x="351" y="209"/>
                  <a:pt x="353" y="209"/>
                  <a:pt x="354" y="209"/>
                </a:cubicBezTo>
                <a:close/>
                <a:moveTo>
                  <a:pt x="354" y="220"/>
                </a:moveTo>
                <a:cubicBezTo>
                  <a:pt x="354" y="293"/>
                  <a:pt x="354" y="293"/>
                  <a:pt x="354" y="293"/>
                </a:cubicBezTo>
                <a:cubicBezTo>
                  <a:pt x="353" y="294"/>
                  <a:pt x="351" y="295"/>
                  <a:pt x="349" y="295"/>
                </a:cubicBezTo>
                <a:cubicBezTo>
                  <a:pt x="349" y="283"/>
                  <a:pt x="349" y="283"/>
                  <a:pt x="349" y="283"/>
                </a:cubicBezTo>
                <a:cubicBezTo>
                  <a:pt x="351" y="281"/>
                  <a:pt x="353" y="278"/>
                  <a:pt x="354" y="273"/>
                </a:cubicBezTo>
                <a:cubicBezTo>
                  <a:pt x="352" y="274"/>
                  <a:pt x="350" y="274"/>
                  <a:pt x="349" y="275"/>
                </a:cubicBezTo>
                <a:cubicBezTo>
                  <a:pt x="349" y="242"/>
                  <a:pt x="349" y="242"/>
                  <a:pt x="349" y="242"/>
                </a:cubicBezTo>
                <a:cubicBezTo>
                  <a:pt x="350" y="241"/>
                  <a:pt x="350" y="241"/>
                  <a:pt x="350" y="241"/>
                </a:cubicBezTo>
                <a:cubicBezTo>
                  <a:pt x="350" y="241"/>
                  <a:pt x="349" y="241"/>
                  <a:pt x="349" y="241"/>
                </a:cubicBezTo>
                <a:cubicBezTo>
                  <a:pt x="349" y="222"/>
                  <a:pt x="349" y="222"/>
                  <a:pt x="349" y="222"/>
                </a:cubicBezTo>
                <a:cubicBezTo>
                  <a:pt x="351" y="222"/>
                  <a:pt x="353" y="221"/>
                  <a:pt x="354" y="220"/>
                </a:cubicBezTo>
                <a:close/>
                <a:moveTo>
                  <a:pt x="354" y="303"/>
                </a:moveTo>
                <a:cubicBezTo>
                  <a:pt x="354" y="306"/>
                  <a:pt x="354" y="306"/>
                  <a:pt x="354" y="306"/>
                </a:cubicBezTo>
                <a:cubicBezTo>
                  <a:pt x="354" y="307"/>
                  <a:pt x="353" y="307"/>
                  <a:pt x="353" y="307"/>
                </a:cubicBezTo>
                <a:cubicBezTo>
                  <a:pt x="353" y="308"/>
                  <a:pt x="354" y="308"/>
                  <a:pt x="354" y="309"/>
                </a:cubicBezTo>
                <a:cubicBezTo>
                  <a:pt x="354" y="314"/>
                  <a:pt x="354" y="314"/>
                  <a:pt x="354" y="314"/>
                </a:cubicBezTo>
                <a:cubicBezTo>
                  <a:pt x="353" y="313"/>
                  <a:pt x="351" y="312"/>
                  <a:pt x="349" y="311"/>
                </a:cubicBezTo>
                <a:cubicBezTo>
                  <a:pt x="349" y="305"/>
                  <a:pt x="349" y="305"/>
                  <a:pt x="349" y="305"/>
                </a:cubicBezTo>
                <a:cubicBezTo>
                  <a:pt x="351" y="304"/>
                  <a:pt x="353" y="304"/>
                  <a:pt x="354" y="303"/>
                </a:cubicBezTo>
                <a:close/>
                <a:moveTo>
                  <a:pt x="354" y="318"/>
                </a:moveTo>
                <a:cubicBezTo>
                  <a:pt x="354" y="322"/>
                  <a:pt x="354" y="322"/>
                  <a:pt x="354" y="322"/>
                </a:cubicBezTo>
                <a:cubicBezTo>
                  <a:pt x="352" y="323"/>
                  <a:pt x="350" y="325"/>
                  <a:pt x="349" y="326"/>
                </a:cubicBezTo>
                <a:cubicBezTo>
                  <a:pt x="349" y="319"/>
                  <a:pt x="349" y="319"/>
                  <a:pt x="349" y="319"/>
                </a:cubicBezTo>
                <a:cubicBezTo>
                  <a:pt x="350" y="319"/>
                  <a:pt x="350" y="319"/>
                  <a:pt x="350" y="319"/>
                </a:cubicBezTo>
                <a:cubicBezTo>
                  <a:pt x="352" y="319"/>
                  <a:pt x="353" y="319"/>
                  <a:pt x="354" y="318"/>
                </a:cubicBezTo>
                <a:close/>
                <a:moveTo>
                  <a:pt x="354" y="378"/>
                </a:moveTo>
                <a:cubicBezTo>
                  <a:pt x="354" y="400"/>
                  <a:pt x="354" y="400"/>
                  <a:pt x="354" y="400"/>
                </a:cubicBezTo>
                <a:cubicBezTo>
                  <a:pt x="349" y="396"/>
                  <a:pt x="349" y="396"/>
                  <a:pt x="349" y="396"/>
                </a:cubicBezTo>
                <a:cubicBezTo>
                  <a:pt x="349" y="378"/>
                  <a:pt x="349" y="378"/>
                  <a:pt x="349" y="378"/>
                </a:cubicBezTo>
                <a:cubicBezTo>
                  <a:pt x="354" y="378"/>
                  <a:pt x="354" y="378"/>
                  <a:pt x="354" y="378"/>
                </a:cubicBezTo>
                <a:close/>
                <a:moveTo>
                  <a:pt x="354" y="457"/>
                </a:moveTo>
                <a:cubicBezTo>
                  <a:pt x="354" y="462"/>
                  <a:pt x="354" y="462"/>
                  <a:pt x="354" y="462"/>
                </a:cubicBezTo>
                <a:cubicBezTo>
                  <a:pt x="353" y="463"/>
                  <a:pt x="353" y="463"/>
                  <a:pt x="353" y="463"/>
                </a:cubicBezTo>
                <a:cubicBezTo>
                  <a:pt x="354" y="457"/>
                  <a:pt x="354" y="457"/>
                  <a:pt x="354" y="457"/>
                </a:cubicBezTo>
                <a:close/>
                <a:moveTo>
                  <a:pt x="354" y="482"/>
                </a:moveTo>
                <a:cubicBezTo>
                  <a:pt x="354" y="501"/>
                  <a:pt x="354" y="501"/>
                  <a:pt x="354" y="501"/>
                </a:cubicBezTo>
                <a:cubicBezTo>
                  <a:pt x="352" y="501"/>
                  <a:pt x="351" y="500"/>
                  <a:pt x="349" y="499"/>
                </a:cubicBezTo>
                <a:cubicBezTo>
                  <a:pt x="349" y="496"/>
                  <a:pt x="349" y="496"/>
                  <a:pt x="349" y="496"/>
                </a:cubicBezTo>
                <a:cubicBezTo>
                  <a:pt x="349" y="496"/>
                  <a:pt x="350" y="497"/>
                  <a:pt x="350" y="497"/>
                </a:cubicBezTo>
                <a:cubicBezTo>
                  <a:pt x="351" y="497"/>
                  <a:pt x="352" y="497"/>
                  <a:pt x="353" y="497"/>
                </a:cubicBezTo>
                <a:cubicBezTo>
                  <a:pt x="351" y="491"/>
                  <a:pt x="352" y="487"/>
                  <a:pt x="349" y="483"/>
                </a:cubicBezTo>
                <a:cubicBezTo>
                  <a:pt x="349" y="479"/>
                  <a:pt x="349" y="479"/>
                  <a:pt x="349" y="479"/>
                </a:cubicBezTo>
                <a:cubicBezTo>
                  <a:pt x="351" y="480"/>
                  <a:pt x="352" y="481"/>
                  <a:pt x="354" y="482"/>
                </a:cubicBezTo>
                <a:close/>
                <a:moveTo>
                  <a:pt x="354" y="540"/>
                </a:moveTo>
                <a:cubicBezTo>
                  <a:pt x="354" y="581"/>
                  <a:pt x="354" y="581"/>
                  <a:pt x="354" y="581"/>
                </a:cubicBezTo>
                <a:cubicBezTo>
                  <a:pt x="354" y="579"/>
                  <a:pt x="354" y="579"/>
                  <a:pt x="354" y="579"/>
                </a:cubicBezTo>
                <a:cubicBezTo>
                  <a:pt x="352" y="579"/>
                  <a:pt x="351" y="578"/>
                  <a:pt x="349" y="578"/>
                </a:cubicBezTo>
                <a:cubicBezTo>
                  <a:pt x="349" y="556"/>
                  <a:pt x="349" y="556"/>
                  <a:pt x="349" y="556"/>
                </a:cubicBezTo>
                <a:cubicBezTo>
                  <a:pt x="351" y="551"/>
                  <a:pt x="352" y="546"/>
                  <a:pt x="354" y="540"/>
                </a:cubicBezTo>
                <a:close/>
                <a:moveTo>
                  <a:pt x="354" y="607"/>
                </a:moveTo>
                <a:cubicBezTo>
                  <a:pt x="354" y="616"/>
                  <a:pt x="354" y="616"/>
                  <a:pt x="354" y="616"/>
                </a:cubicBezTo>
                <a:cubicBezTo>
                  <a:pt x="353" y="614"/>
                  <a:pt x="351" y="613"/>
                  <a:pt x="349" y="612"/>
                </a:cubicBezTo>
                <a:cubicBezTo>
                  <a:pt x="349" y="606"/>
                  <a:pt x="349" y="606"/>
                  <a:pt x="349" y="606"/>
                </a:cubicBezTo>
                <a:cubicBezTo>
                  <a:pt x="351" y="606"/>
                  <a:pt x="353" y="606"/>
                  <a:pt x="354" y="607"/>
                </a:cubicBezTo>
                <a:close/>
                <a:moveTo>
                  <a:pt x="354" y="631"/>
                </a:moveTo>
                <a:cubicBezTo>
                  <a:pt x="354" y="636"/>
                  <a:pt x="354" y="636"/>
                  <a:pt x="354" y="636"/>
                </a:cubicBezTo>
                <a:cubicBezTo>
                  <a:pt x="353" y="636"/>
                  <a:pt x="351" y="635"/>
                  <a:pt x="349" y="635"/>
                </a:cubicBezTo>
                <a:cubicBezTo>
                  <a:pt x="349" y="628"/>
                  <a:pt x="349" y="628"/>
                  <a:pt x="349" y="628"/>
                </a:cubicBezTo>
                <a:cubicBezTo>
                  <a:pt x="351" y="629"/>
                  <a:pt x="352" y="630"/>
                  <a:pt x="354" y="631"/>
                </a:cubicBezTo>
                <a:close/>
                <a:moveTo>
                  <a:pt x="354" y="747"/>
                </a:moveTo>
                <a:cubicBezTo>
                  <a:pt x="354" y="756"/>
                  <a:pt x="354" y="756"/>
                  <a:pt x="354" y="756"/>
                </a:cubicBezTo>
                <a:cubicBezTo>
                  <a:pt x="353" y="755"/>
                  <a:pt x="351" y="755"/>
                  <a:pt x="349" y="754"/>
                </a:cubicBezTo>
                <a:cubicBezTo>
                  <a:pt x="349" y="745"/>
                  <a:pt x="349" y="745"/>
                  <a:pt x="349" y="745"/>
                </a:cubicBezTo>
                <a:cubicBezTo>
                  <a:pt x="351" y="746"/>
                  <a:pt x="352" y="746"/>
                  <a:pt x="354" y="747"/>
                </a:cubicBezTo>
                <a:close/>
                <a:moveTo>
                  <a:pt x="344" y="5"/>
                </a:moveTo>
                <a:cubicBezTo>
                  <a:pt x="346" y="4"/>
                  <a:pt x="347" y="4"/>
                  <a:pt x="349" y="4"/>
                </a:cubicBezTo>
                <a:cubicBezTo>
                  <a:pt x="349" y="19"/>
                  <a:pt x="349" y="19"/>
                  <a:pt x="349" y="19"/>
                </a:cubicBezTo>
                <a:cubicBezTo>
                  <a:pt x="347" y="18"/>
                  <a:pt x="346" y="17"/>
                  <a:pt x="344" y="17"/>
                </a:cubicBezTo>
                <a:cubicBezTo>
                  <a:pt x="344" y="5"/>
                  <a:pt x="344" y="5"/>
                  <a:pt x="344" y="5"/>
                </a:cubicBezTo>
                <a:close/>
                <a:moveTo>
                  <a:pt x="349" y="791"/>
                </a:moveTo>
                <a:cubicBezTo>
                  <a:pt x="347" y="791"/>
                  <a:pt x="346" y="790"/>
                  <a:pt x="344" y="790"/>
                </a:cubicBezTo>
                <a:cubicBezTo>
                  <a:pt x="344" y="772"/>
                  <a:pt x="344" y="772"/>
                  <a:pt x="344" y="772"/>
                </a:cubicBezTo>
                <a:cubicBezTo>
                  <a:pt x="346" y="775"/>
                  <a:pt x="347" y="777"/>
                  <a:pt x="349" y="779"/>
                </a:cubicBezTo>
                <a:cubicBezTo>
                  <a:pt x="349" y="791"/>
                  <a:pt x="349" y="791"/>
                  <a:pt x="349" y="791"/>
                </a:cubicBezTo>
                <a:close/>
                <a:moveTo>
                  <a:pt x="349" y="42"/>
                </a:moveTo>
                <a:cubicBezTo>
                  <a:pt x="349" y="49"/>
                  <a:pt x="349" y="49"/>
                  <a:pt x="349" y="49"/>
                </a:cubicBezTo>
                <a:cubicBezTo>
                  <a:pt x="344" y="50"/>
                  <a:pt x="344" y="50"/>
                  <a:pt x="344" y="50"/>
                </a:cubicBezTo>
                <a:cubicBezTo>
                  <a:pt x="344" y="41"/>
                  <a:pt x="344" y="41"/>
                  <a:pt x="344" y="41"/>
                </a:cubicBezTo>
                <a:cubicBezTo>
                  <a:pt x="345" y="41"/>
                  <a:pt x="345" y="41"/>
                  <a:pt x="345" y="42"/>
                </a:cubicBezTo>
                <a:cubicBezTo>
                  <a:pt x="349" y="42"/>
                  <a:pt x="349" y="42"/>
                  <a:pt x="349" y="42"/>
                </a:cubicBezTo>
                <a:close/>
                <a:moveTo>
                  <a:pt x="349" y="119"/>
                </a:moveTo>
                <a:cubicBezTo>
                  <a:pt x="349" y="140"/>
                  <a:pt x="349" y="140"/>
                  <a:pt x="349" y="140"/>
                </a:cubicBezTo>
                <a:cubicBezTo>
                  <a:pt x="347" y="140"/>
                  <a:pt x="346" y="140"/>
                  <a:pt x="344" y="140"/>
                </a:cubicBezTo>
                <a:cubicBezTo>
                  <a:pt x="344" y="118"/>
                  <a:pt x="344" y="118"/>
                  <a:pt x="344" y="118"/>
                </a:cubicBezTo>
                <a:cubicBezTo>
                  <a:pt x="346" y="118"/>
                  <a:pt x="347" y="118"/>
                  <a:pt x="349" y="119"/>
                </a:cubicBezTo>
                <a:close/>
                <a:moveTo>
                  <a:pt x="349" y="169"/>
                </a:moveTo>
                <a:cubicBezTo>
                  <a:pt x="349" y="180"/>
                  <a:pt x="349" y="180"/>
                  <a:pt x="349" y="180"/>
                </a:cubicBezTo>
                <a:cubicBezTo>
                  <a:pt x="347" y="180"/>
                  <a:pt x="346" y="179"/>
                  <a:pt x="344" y="179"/>
                </a:cubicBezTo>
                <a:cubicBezTo>
                  <a:pt x="344" y="171"/>
                  <a:pt x="344" y="171"/>
                  <a:pt x="344" y="171"/>
                </a:cubicBezTo>
                <a:cubicBezTo>
                  <a:pt x="346" y="170"/>
                  <a:pt x="347" y="170"/>
                  <a:pt x="349" y="169"/>
                </a:cubicBezTo>
                <a:close/>
                <a:moveTo>
                  <a:pt x="349" y="192"/>
                </a:moveTo>
                <a:cubicBezTo>
                  <a:pt x="349" y="197"/>
                  <a:pt x="349" y="197"/>
                  <a:pt x="349" y="197"/>
                </a:cubicBezTo>
                <a:cubicBezTo>
                  <a:pt x="347" y="197"/>
                  <a:pt x="346" y="198"/>
                  <a:pt x="344" y="198"/>
                </a:cubicBezTo>
                <a:cubicBezTo>
                  <a:pt x="344" y="190"/>
                  <a:pt x="344" y="190"/>
                  <a:pt x="344" y="190"/>
                </a:cubicBezTo>
                <a:cubicBezTo>
                  <a:pt x="345" y="191"/>
                  <a:pt x="346" y="192"/>
                  <a:pt x="346" y="192"/>
                </a:cubicBezTo>
                <a:cubicBezTo>
                  <a:pt x="349" y="192"/>
                  <a:pt x="349" y="192"/>
                  <a:pt x="349" y="192"/>
                </a:cubicBezTo>
                <a:close/>
                <a:moveTo>
                  <a:pt x="349" y="210"/>
                </a:moveTo>
                <a:cubicBezTo>
                  <a:pt x="349" y="220"/>
                  <a:pt x="349" y="220"/>
                  <a:pt x="349" y="220"/>
                </a:cubicBezTo>
                <a:cubicBezTo>
                  <a:pt x="347" y="220"/>
                  <a:pt x="346" y="221"/>
                  <a:pt x="344" y="222"/>
                </a:cubicBezTo>
                <a:cubicBezTo>
                  <a:pt x="344" y="211"/>
                  <a:pt x="344" y="211"/>
                  <a:pt x="344" y="211"/>
                </a:cubicBezTo>
                <a:cubicBezTo>
                  <a:pt x="346" y="210"/>
                  <a:pt x="347" y="210"/>
                  <a:pt x="349" y="210"/>
                </a:cubicBezTo>
                <a:close/>
                <a:moveTo>
                  <a:pt x="349" y="222"/>
                </a:moveTo>
                <a:cubicBezTo>
                  <a:pt x="349" y="241"/>
                  <a:pt x="349" y="241"/>
                  <a:pt x="349" y="241"/>
                </a:cubicBezTo>
                <a:cubicBezTo>
                  <a:pt x="347" y="241"/>
                  <a:pt x="346" y="241"/>
                  <a:pt x="344" y="241"/>
                </a:cubicBezTo>
                <a:cubicBezTo>
                  <a:pt x="344" y="234"/>
                  <a:pt x="344" y="234"/>
                  <a:pt x="344" y="234"/>
                </a:cubicBezTo>
                <a:cubicBezTo>
                  <a:pt x="345" y="234"/>
                  <a:pt x="346" y="233"/>
                  <a:pt x="348" y="233"/>
                </a:cubicBezTo>
                <a:cubicBezTo>
                  <a:pt x="348" y="233"/>
                  <a:pt x="348" y="232"/>
                  <a:pt x="348" y="231"/>
                </a:cubicBezTo>
                <a:cubicBezTo>
                  <a:pt x="346" y="231"/>
                  <a:pt x="345" y="232"/>
                  <a:pt x="344" y="232"/>
                </a:cubicBezTo>
                <a:cubicBezTo>
                  <a:pt x="344" y="224"/>
                  <a:pt x="344" y="224"/>
                  <a:pt x="344" y="224"/>
                </a:cubicBezTo>
                <a:cubicBezTo>
                  <a:pt x="349" y="222"/>
                  <a:pt x="349" y="222"/>
                  <a:pt x="349" y="222"/>
                </a:cubicBezTo>
                <a:close/>
                <a:moveTo>
                  <a:pt x="349" y="242"/>
                </a:moveTo>
                <a:cubicBezTo>
                  <a:pt x="349" y="275"/>
                  <a:pt x="349" y="275"/>
                  <a:pt x="349" y="275"/>
                </a:cubicBezTo>
                <a:cubicBezTo>
                  <a:pt x="347" y="275"/>
                  <a:pt x="346" y="276"/>
                  <a:pt x="344" y="27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45"/>
                  <a:pt x="344" y="245"/>
                  <a:pt x="344" y="245"/>
                </a:cubicBezTo>
                <a:cubicBezTo>
                  <a:pt x="346" y="244"/>
                  <a:pt x="347" y="243"/>
                  <a:pt x="349" y="242"/>
                </a:cubicBezTo>
                <a:close/>
                <a:moveTo>
                  <a:pt x="349" y="283"/>
                </a:moveTo>
                <a:cubicBezTo>
                  <a:pt x="349" y="295"/>
                  <a:pt x="349" y="295"/>
                  <a:pt x="349" y="295"/>
                </a:cubicBezTo>
                <a:cubicBezTo>
                  <a:pt x="348" y="295"/>
                  <a:pt x="347" y="295"/>
                  <a:pt x="346" y="295"/>
                </a:cubicBezTo>
                <a:cubicBezTo>
                  <a:pt x="346" y="295"/>
                  <a:pt x="345" y="294"/>
                  <a:pt x="344" y="294"/>
                </a:cubicBezTo>
                <a:cubicBezTo>
                  <a:pt x="344" y="285"/>
                  <a:pt x="344" y="285"/>
                  <a:pt x="344" y="285"/>
                </a:cubicBezTo>
                <a:cubicBezTo>
                  <a:pt x="346" y="284"/>
                  <a:pt x="348" y="283"/>
                  <a:pt x="349" y="283"/>
                </a:cubicBezTo>
                <a:close/>
                <a:moveTo>
                  <a:pt x="349" y="305"/>
                </a:moveTo>
                <a:cubicBezTo>
                  <a:pt x="349" y="311"/>
                  <a:pt x="349" y="311"/>
                  <a:pt x="349" y="311"/>
                </a:cubicBezTo>
                <a:cubicBezTo>
                  <a:pt x="347" y="311"/>
                  <a:pt x="346" y="311"/>
                  <a:pt x="344" y="312"/>
                </a:cubicBezTo>
                <a:cubicBezTo>
                  <a:pt x="344" y="307"/>
                  <a:pt x="344" y="307"/>
                  <a:pt x="344" y="307"/>
                </a:cubicBezTo>
                <a:cubicBezTo>
                  <a:pt x="346" y="306"/>
                  <a:pt x="347" y="306"/>
                  <a:pt x="349" y="305"/>
                </a:cubicBezTo>
                <a:close/>
                <a:moveTo>
                  <a:pt x="349" y="319"/>
                </a:moveTo>
                <a:cubicBezTo>
                  <a:pt x="349" y="326"/>
                  <a:pt x="349" y="326"/>
                  <a:pt x="349" y="326"/>
                </a:cubicBezTo>
                <a:cubicBezTo>
                  <a:pt x="349" y="326"/>
                  <a:pt x="348" y="327"/>
                  <a:pt x="348" y="327"/>
                </a:cubicBezTo>
                <a:cubicBezTo>
                  <a:pt x="346" y="327"/>
                  <a:pt x="345" y="328"/>
                  <a:pt x="344" y="329"/>
                </a:cubicBezTo>
                <a:cubicBezTo>
                  <a:pt x="344" y="324"/>
                  <a:pt x="344" y="324"/>
                  <a:pt x="344" y="324"/>
                </a:cubicBezTo>
                <a:cubicBezTo>
                  <a:pt x="345" y="324"/>
                  <a:pt x="346" y="323"/>
                  <a:pt x="348" y="322"/>
                </a:cubicBezTo>
                <a:cubicBezTo>
                  <a:pt x="346" y="321"/>
                  <a:pt x="345" y="321"/>
                  <a:pt x="344" y="320"/>
                </a:cubicBezTo>
                <a:cubicBezTo>
                  <a:pt x="344" y="316"/>
                  <a:pt x="344" y="316"/>
                  <a:pt x="344" y="316"/>
                </a:cubicBezTo>
                <a:cubicBezTo>
                  <a:pt x="346" y="317"/>
                  <a:pt x="347" y="318"/>
                  <a:pt x="349" y="319"/>
                </a:cubicBezTo>
                <a:close/>
                <a:moveTo>
                  <a:pt x="349" y="378"/>
                </a:moveTo>
                <a:cubicBezTo>
                  <a:pt x="349" y="396"/>
                  <a:pt x="349" y="396"/>
                  <a:pt x="349" y="396"/>
                </a:cubicBezTo>
                <a:cubicBezTo>
                  <a:pt x="344" y="393"/>
                  <a:pt x="344" y="393"/>
                  <a:pt x="344" y="393"/>
                </a:cubicBezTo>
                <a:cubicBezTo>
                  <a:pt x="344" y="378"/>
                  <a:pt x="344" y="378"/>
                  <a:pt x="344" y="378"/>
                </a:cubicBezTo>
                <a:cubicBezTo>
                  <a:pt x="349" y="378"/>
                  <a:pt x="349" y="378"/>
                  <a:pt x="349" y="378"/>
                </a:cubicBezTo>
                <a:close/>
                <a:moveTo>
                  <a:pt x="349" y="479"/>
                </a:moveTo>
                <a:cubicBezTo>
                  <a:pt x="349" y="483"/>
                  <a:pt x="349" y="483"/>
                  <a:pt x="349" y="483"/>
                </a:cubicBezTo>
                <a:cubicBezTo>
                  <a:pt x="348" y="482"/>
                  <a:pt x="347" y="481"/>
                  <a:pt x="346" y="481"/>
                </a:cubicBezTo>
                <a:cubicBezTo>
                  <a:pt x="345" y="488"/>
                  <a:pt x="344" y="491"/>
                  <a:pt x="349" y="496"/>
                </a:cubicBezTo>
                <a:cubicBezTo>
                  <a:pt x="349" y="499"/>
                  <a:pt x="349" y="499"/>
                  <a:pt x="349" y="499"/>
                </a:cubicBezTo>
                <a:cubicBezTo>
                  <a:pt x="347" y="498"/>
                  <a:pt x="346" y="498"/>
                  <a:pt x="344" y="497"/>
                </a:cubicBezTo>
                <a:cubicBezTo>
                  <a:pt x="344" y="476"/>
                  <a:pt x="344" y="476"/>
                  <a:pt x="344" y="476"/>
                </a:cubicBezTo>
                <a:cubicBezTo>
                  <a:pt x="346" y="477"/>
                  <a:pt x="347" y="478"/>
                  <a:pt x="349" y="479"/>
                </a:cubicBezTo>
                <a:close/>
                <a:moveTo>
                  <a:pt x="349" y="556"/>
                </a:moveTo>
                <a:cubicBezTo>
                  <a:pt x="349" y="578"/>
                  <a:pt x="349" y="578"/>
                  <a:pt x="349" y="578"/>
                </a:cubicBezTo>
                <a:cubicBezTo>
                  <a:pt x="348" y="578"/>
                  <a:pt x="348" y="578"/>
                  <a:pt x="348" y="578"/>
                </a:cubicBezTo>
                <a:cubicBezTo>
                  <a:pt x="346" y="582"/>
                  <a:pt x="345" y="585"/>
                  <a:pt x="344" y="588"/>
                </a:cubicBezTo>
                <a:cubicBezTo>
                  <a:pt x="344" y="564"/>
                  <a:pt x="344" y="564"/>
                  <a:pt x="344" y="564"/>
                </a:cubicBezTo>
                <a:cubicBezTo>
                  <a:pt x="345" y="563"/>
                  <a:pt x="346" y="562"/>
                  <a:pt x="347" y="561"/>
                </a:cubicBezTo>
                <a:cubicBezTo>
                  <a:pt x="348" y="559"/>
                  <a:pt x="348" y="558"/>
                  <a:pt x="349" y="556"/>
                </a:cubicBezTo>
                <a:close/>
                <a:moveTo>
                  <a:pt x="349" y="606"/>
                </a:moveTo>
                <a:cubicBezTo>
                  <a:pt x="349" y="612"/>
                  <a:pt x="349" y="612"/>
                  <a:pt x="349" y="612"/>
                </a:cubicBezTo>
                <a:cubicBezTo>
                  <a:pt x="348" y="611"/>
                  <a:pt x="346" y="611"/>
                  <a:pt x="344" y="610"/>
                </a:cubicBezTo>
                <a:cubicBezTo>
                  <a:pt x="344" y="605"/>
                  <a:pt x="344" y="605"/>
                  <a:pt x="344" y="605"/>
                </a:cubicBezTo>
                <a:cubicBezTo>
                  <a:pt x="346" y="605"/>
                  <a:pt x="347" y="606"/>
                  <a:pt x="349" y="606"/>
                </a:cubicBezTo>
                <a:close/>
                <a:moveTo>
                  <a:pt x="349" y="628"/>
                </a:moveTo>
                <a:cubicBezTo>
                  <a:pt x="349" y="635"/>
                  <a:pt x="349" y="635"/>
                  <a:pt x="349" y="635"/>
                </a:cubicBezTo>
                <a:cubicBezTo>
                  <a:pt x="347" y="635"/>
                  <a:pt x="346" y="635"/>
                  <a:pt x="344" y="634"/>
                </a:cubicBezTo>
                <a:cubicBezTo>
                  <a:pt x="344" y="614"/>
                  <a:pt x="344" y="614"/>
                  <a:pt x="344" y="614"/>
                </a:cubicBezTo>
                <a:cubicBezTo>
                  <a:pt x="345" y="619"/>
                  <a:pt x="346" y="623"/>
                  <a:pt x="348" y="628"/>
                </a:cubicBezTo>
                <a:cubicBezTo>
                  <a:pt x="349" y="628"/>
                  <a:pt x="349" y="628"/>
                  <a:pt x="349" y="628"/>
                </a:cubicBezTo>
                <a:close/>
                <a:moveTo>
                  <a:pt x="349" y="745"/>
                </a:moveTo>
                <a:cubicBezTo>
                  <a:pt x="349" y="754"/>
                  <a:pt x="349" y="754"/>
                  <a:pt x="349" y="754"/>
                </a:cubicBezTo>
                <a:cubicBezTo>
                  <a:pt x="347" y="753"/>
                  <a:pt x="346" y="753"/>
                  <a:pt x="344" y="753"/>
                </a:cubicBezTo>
                <a:cubicBezTo>
                  <a:pt x="344" y="745"/>
                  <a:pt x="344" y="745"/>
                  <a:pt x="344" y="745"/>
                </a:cubicBezTo>
                <a:cubicBezTo>
                  <a:pt x="346" y="745"/>
                  <a:pt x="347" y="745"/>
                  <a:pt x="349" y="745"/>
                </a:cubicBezTo>
                <a:close/>
                <a:moveTo>
                  <a:pt x="344" y="686"/>
                </a:moveTo>
                <a:cubicBezTo>
                  <a:pt x="344" y="667"/>
                  <a:pt x="344" y="667"/>
                  <a:pt x="344" y="667"/>
                </a:cubicBezTo>
                <a:cubicBezTo>
                  <a:pt x="345" y="667"/>
                  <a:pt x="345" y="667"/>
                  <a:pt x="346" y="667"/>
                </a:cubicBezTo>
                <a:cubicBezTo>
                  <a:pt x="346" y="671"/>
                  <a:pt x="346" y="678"/>
                  <a:pt x="344" y="686"/>
                </a:cubicBezTo>
                <a:close/>
                <a:moveTo>
                  <a:pt x="344" y="540"/>
                </a:moveTo>
                <a:cubicBezTo>
                  <a:pt x="344" y="534"/>
                  <a:pt x="344" y="534"/>
                  <a:pt x="344" y="534"/>
                </a:cubicBezTo>
                <a:cubicBezTo>
                  <a:pt x="345" y="534"/>
                  <a:pt x="346" y="534"/>
                  <a:pt x="348" y="535"/>
                </a:cubicBezTo>
                <a:cubicBezTo>
                  <a:pt x="348" y="537"/>
                  <a:pt x="346" y="538"/>
                  <a:pt x="344" y="540"/>
                </a:cubicBezTo>
                <a:close/>
                <a:moveTo>
                  <a:pt x="337" y="6"/>
                </a:moveTo>
                <a:cubicBezTo>
                  <a:pt x="340" y="5"/>
                  <a:pt x="342" y="5"/>
                  <a:pt x="344" y="5"/>
                </a:cubicBezTo>
                <a:cubicBezTo>
                  <a:pt x="344" y="17"/>
                  <a:pt x="344" y="17"/>
                  <a:pt x="344" y="17"/>
                </a:cubicBezTo>
                <a:cubicBezTo>
                  <a:pt x="342" y="16"/>
                  <a:pt x="340" y="15"/>
                  <a:pt x="337" y="14"/>
                </a:cubicBezTo>
                <a:cubicBezTo>
                  <a:pt x="337" y="6"/>
                  <a:pt x="337" y="6"/>
                  <a:pt x="337" y="6"/>
                </a:cubicBezTo>
                <a:close/>
                <a:moveTo>
                  <a:pt x="344" y="790"/>
                </a:moveTo>
                <a:cubicBezTo>
                  <a:pt x="342" y="790"/>
                  <a:pt x="340" y="789"/>
                  <a:pt x="337" y="789"/>
                </a:cubicBezTo>
                <a:cubicBezTo>
                  <a:pt x="337" y="781"/>
                  <a:pt x="337" y="781"/>
                  <a:pt x="337" y="781"/>
                </a:cubicBezTo>
                <a:cubicBezTo>
                  <a:pt x="338" y="781"/>
                  <a:pt x="338" y="781"/>
                  <a:pt x="338" y="781"/>
                </a:cubicBezTo>
                <a:cubicBezTo>
                  <a:pt x="338" y="780"/>
                  <a:pt x="338" y="779"/>
                  <a:pt x="337" y="778"/>
                </a:cubicBezTo>
                <a:cubicBezTo>
                  <a:pt x="337" y="755"/>
                  <a:pt x="337" y="755"/>
                  <a:pt x="337" y="755"/>
                </a:cubicBezTo>
                <a:cubicBezTo>
                  <a:pt x="340" y="762"/>
                  <a:pt x="342" y="768"/>
                  <a:pt x="344" y="772"/>
                </a:cubicBezTo>
                <a:cubicBezTo>
                  <a:pt x="344" y="790"/>
                  <a:pt x="344" y="790"/>
                  <a:pt x="344" y="790"/>
                </a:cubicBezTo>
                <a:close/>
                <a:moveTo>
                  <a:pt x="344" y="41"/>
                </a:moveTo>
                <a:cubicBezTo>
                  <a:pt x="344" y="50"/>
                  <a:pt x="344" y="50"/>
                  <a:pt x="344" y="50"/>
                </a:cubicBezTo>
                <a:cubicBezTo>
                  <a:pt x="342" y="50"/>
                  <a:pt x="340" y="51"/>
                  <a:pt x="337" y="51"/>
                </a:cubicBezTo>
                <a:cubicBezTo>
                  <a:pt x="337" y="35"/>
                  <a:pt x="337" y="35"/>
                  <a:pt x="337" y="35"/>
                </a:cubicBezTo>
                <a:cubicBezTo>
                  <a:pt x="340" y="37"/>
                  <a:pt x="342" y="39"/>
                  <a:pt x="344" y="41"/>
                </a:cubicBezTo>
                <a:close/>
                <a:moveTo>
                  <a:pt x="344" y="118"/>
                </a:moveTo>
                <a:cubicBezTo>
                  <a:pt x="344" y="140"/>
                  <a:pt x="344" y="140"/>
                  <a:pt x="344" y="140"/>
                </a:cubicBezTo>
                <a:cubicBezTo>
                  <a:pt x="343" y="140"/>
                  <a:pt x="343" y="140"/>
                  <a:pt x="343" y="140"/>
                </a:cubicBezTo>
                <a:cubicBezTo>
                  <a:pt x="342" y="139"/>
                  <a:pt x="340" y="137"/>
                  <a:pt x="337" y="136"/>
                </a:cubicBezTo>
                <a:cubicBezTo>
                  <a:pt x="337" y="116"/>
                  <a:pt x="337" y="116"/>
                  <a:pt x="337" y="116"/>
                </a:cubicBezTo>
                <a:cubicBezTo>
                  <a:pt x="340" y="117"/>
                  <a:pt x="342" y="117"/>
                  <a:pt x="344" y="118"/>
                </a:cubicBezTo>
                <a:close/>
                <a:moveTo>
                  <a:pt x="344" y="171"/>
                </a:moveTo>
                <a:cubicBezTo>
                  <a:pt x="344" y="179"/>
                  <a:pt x="344" y="179"/>
                  <a:pt x="344" y="179"/>
                </a:cubicBezTo>
                <a:cubicBezTo>
                  <a:pt x="342" y="178"/>
                  <a:pt x="340" y="178"/>
                  <a:pt x="337" y="178"/>
                </a:cubicBezTo>
                <a:cubicBezTo>
                  <a:pt x="337" y="171"/>
                  <a:pt x="337" y="171"/>
                  <a:pt x="337" y="171"/>
                </a:cubicBezTo>
                <a:cubicBezTo>
                  <a:pt x="337" y="171"/>
                  <a:pt x="337" y="171"/>
                  <a:pt x="337" y="171"/>
                </a:cubicBezTo>
                <a:cubicBezTo>
                  <a:pt x="340" y="171"/>
                  <a:pt x="342" y="171"/>
                  <a:pt x="344" y="171"/>
                </a:cubicBezTo>
                <a:close/>
                <a:moveTo>
                  <a:pt x="344" y="190"/>
                </a:moveTo>
                <a:cubicBezTo>
                  <a:pt x="344" y="198"/>
                  <a:pt x="344" y="198"/>
                  <a:pt x="344" y="198"/>
                </a:cubicBezTo>
                <a:cubicBezTo>
                  <a:pt x="342" y="199"/>
                  <a:pt x="339" y="200"/>
                  <a:pt x="337" y="201"/>
                </a:cubicBezTo>
                <a:cubicBezTo>
                  <a:pt x="337" y="201"/>
                  <a:pt x="337" y="201"/>
                  <a:pt x="337" y="201"/>
                </a:cubicBezTo>
                <a:cubicBezTo>
                  <a:pt x="337" y="195"/>
                  <a:pt x="337" y="195"/>
                  <a:pt x="337" y="195"/>
                </a:cubicBezTo>
                <a:cubicBezTo>
                  <a:pt x="338" y="195"/>
                  <a:pt x="339" y="194"/>
                  <a:pt x="340" y="194"/>
                </a:cubicBezTo>
                <a:cubicBezTo>
                  <a:pt x="339" y="193"/>
                  <a:pt x="338" y="193"/>
                  <a:pt x="337" y="192"/>
                </a:cubicBezTo>
                <a:cubicBezTo>
                  <a:pt x="337" y="185"/>
                  <a:pt x="337" y="185"/>
                  <a:pt x="337" y="185"/>
                </a:cubicBezTo>
                <a:cubicBezTo>
                  <a:pt x="339" y="187"/>
                  <a:pt x="342" y="189"/>
                  <a:pt x="344" y="190"/>
                </a:cubicBezTo>
                <a:close/>
                <a:moveTo>
                  <a:pt x="344" y="211"/>
                </a:moveTo>
                <a:cubicBezTo>
                  <a:pt x="344" y="222"/>
                  <a:pt x="344" y="222"/>
                  <a:pt x="344" y="222"/>
                </a:cubicBezTo>
                <a:cubicBezTo>
                  <a:pt x="342" y="222"/>
                  <a:pt x="340" y="223"/>
                  <a:pt x="337" y="224"/>
                </a:cubicBezTo>
                <a:cubicBezTo>
                  <a:pt x="337" y="213"/>
                  <a:pt x="337" y="213"/>
                  <a:pt x="337" y="213"/>
                </a:cubicBezTo>
                <a:cubicBezTo>
                  <a:pt x="340" y="212"/>
                  <a:pt x="342" y="211"/>
                  <a:pt x="344" y="211"/>
                </a:cubicBezTo>
                <a:close/>
                <a:moveTo>
                  <a:pt x="344" y="224"/>
                </a:moveTo>
                <a:cubicBezTo>
                  <a:pt x="337" y="226"/>
                  <a:pt x="337" y="226"/>
                  <a:pt x="337" y="226"/>
                </a:cubicBezTo>
                <a:cubicBezTo>
                  <a:pt x="337" y="234"/>
                  <a:pt x="337" y="234"/>
                  <a:pt x="337" y="234"/>
                </a:cubicBezTo>
                <a:cubicBezTo>
                  <a:pt x="340" y="233"/>
                  <a:pt x="342" y="233"/>
                  <a:pt x="344" y="232"/>
                </a:cubicBezTo>
                <a:cubicBezTo>
                  <a:pt x="344" y="224"/>
                  <a:pt x="344" y="224"/>
                  <a:pt x="344" y="224"/>
                </a:cubicBezTo>
                <a:close/>
                <a:moveTo>
                  <a:pt x="344" y="234"/>
                </a:moveTo>
                <a:cubicBezTo>
                  <a:pt x="344" y="241"/>
                  <a:pt x="344" y="241"/>
                  <a:pt x="344" y="241"/>
                </a:cubicBezTo>
                <a:cubicBezTo>
                  <a:pt x="342" y="242"/>
                  <a:pt x="339" y="243"/>
                  <a:pt x="337" y="244"/>
                </a:cubicBezTo>
                <a:cubicBezTo>
                  <a:pt x="337" y="237"/>
                  <a:pt x="337" y="237"/>
                  <a:pt x="337" y="237"/>
                </a:cubicBezTo>
                <a:cubicBezTo>
                  <a:pt x="340" y="236"/>
                  <a:pt x="342" y="235"/>
                  <a:pt x="344" y="234"/>
                </a:cubicBezTo>
                <a:close/>
                <a:moveTo>
                  <a:pt x="344" y="245"/>
                </a:moveTo>
                <a:cubicBezTo>
                  <a:pt x="344" y="267"/>
                  <a:pt x="344" y="267"/>
                  <a:pt x="344" y="267"/>
                </a:cubicBezTo>
                <a:cubicBezTo>
                  <a:pt x="343" y="266"/>
                  <a:pt x="343" y="266"/>
                  <a:pt x="337" y="264"/>
                </a:cubicBezTo>
                <a:cubicBezTo>
                  <a:pt x="337" y="248"/>
                  <a:pt x="337" y="248"/>
                  <a:pt x="337" y="248"/>
                </a:cubicBezTo>
                <a:cubicBezTo>
                  <a:pt x="340" y="247"/>
                  <a:pt x="342" y="246"/>
                  <a:pt x="344" y="245"/>
                </a:cubicBezTo>
                <a:close/>
                <a:moveTo>
                  <a:pt x="344" y="267"/>
                </a:moveTo>
                <a:cubicBezTo>
                  <a:pt x="344" y="277"/>
                  <a:pt x="344" y="277"/>
                  <a:pt x="344" y="277"/>
                </a:cubicBezTo>
                <a:cubicBezTo>
                  <a:pt x="342" y="278"/>
                  <a:pt x="340" y="279"/>
                  <a:pt x="337" y="278"/>
                </a:cubicBezTo>
                <a:cubicBezTo>
                  <a:pt x="337" y="272"/>
                  <a:pt x="337" y="272"/>
                  <a:pt x="337" y="272"/>
                </a:cubicBezTo>
                <a:cubicBezTo>
                  <a:pt x="339" y="269"/>
                  <a:pt x="340" y="269"/>
                  <a:pt x="344" y="267"/>
                </a:cubicBezTo>
                <a:close/>
                <a:moveTo>
                  <a:pt x="344" y="285"/>
                </a:moveTo>
                <a:cubicBezTo>
                  <a:pt x="344" y="294"/>
                  <a:pt x="344" y="294"/>
                  <a:pt x="344" y="294"/>
                </a:cubicBezTo>
                <a:cubicBezTo>
                  <a:pt x="342" y="292"/>
                  <a:pt x="341" y="290"/>
                  <a:pt x="342" y="286"/>
                </a:cubicBezTo>
                <a:cubicBezTo>
                  <a:pt x="343" y="286"/>
                  <a:pt x="344" y="285"/>
                  <a:pt x="344" y="285"/>
                </a:cubicBezTo>
                <a:close/>
                <a:moveTo>
                  <a:pt x="344" y="307"/>
                </a:moveTo>
                <a:cubicBezTo>
                  <a:pt x="344" y="312"/>
                  <a:pt x="344" y="312"/>
                  <a:pt x="344" y="312"/>
                </a:cubicBezTo>
                <a:cubicBezTo>
                  <a:pt x="343" y="312"/>
                  <a:pt x="342" y="313"/>
                  <a:pt x="341" y="314"/>
                </a:cubicBezTo>
                <a:cubicBezTo>
                  <a:pt x="342" y="315"/>
                  <a:pt x="343" y="315"/>
                  <a:pt x="344" y="316"/>
                </a:cubicBezTo>
                <a:cubicBezTo>
                  <a:pt x="344" y="320"/>
                  <a:pt x="344" y="320"/>
                  <a:pt x="344" y="320"/>
                </a:cubicBezTo>
                <a:cubicBezTo>
                  <a:pt x="342" y="319"/>
                  <a:pt x="340" y="318"/>
                  <a:pt x="337" y="318"/>
                </a:cubicBezTo>
                <a:cubicBezTo>
                  <a:pt x="337" y="312"/>
                  <a:pt x="337" y="312"/>
                  <a:pt x="337" y="312"/>
                </a:cubicBezTo>
                <a:cubicBezTo>
                  <a:pt x="338" y="311"/>
                  <a:pt x="340" y="310"/>
                  <a:pt x="342" y="308"/>
                </a:cubicBezTo>
                <a:cubicBezTo>
                  <a:pt x="343" y="308"/>
                  <a:pt x="343" y="307"/>
                  <a:pt x="344" y="307"/>
                </a:cubicBezTo>
                <a:close/>
                <a:moveTo>
                  <a:pt x="344" y="324"/>
                </a:moveTo>
                <a:cubicBezTo>
                  <a:pt x="344" y="329"/>
                  <a:pt x="344" y="329"/>
                  <a:pt x="344" y="329"/>
                </a:cubicBezTo>
                <a:cubicBezTo>
                  <a:pt x="341" y="330"/>
                  <a:pt x="340" y="333"/>
                  <a:pt x="337" y="334"/>
                </a:cubicBezTo>
                <a:cubicBezTo>
                  <a:pt x="337" y="330"/>
                  <a:pt x="337" y="330"/>
                  <a:pt x="337" y="330"/>
                </a:cubicBezTo>
                <a:cubicBezTo>
                  <a:pt x="338" y="330"/>
                  <a:pt x="338" y="330"/>
                  <a:pt x="338" y="329"/>
                </a:cubicBezTo>
                <a:cubicBezTo>
                  <a:pt x="337" y="329"/>
                  <a:pt x="337" y="329"/>
                  <a:pt x="337" y="329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41" y="325"/>
                  <a:pt x="342" y="325"/>
                  <a:pt x="344" y="324"/>
                </a:cubicBezTo>
                <a:close/>
                <a:moveTo>
                  <a:pt x="344" y="378"/>
                </a:moveTo>
                <a:cubicBezTo>
                  <a:pt x="344" y="393"/>
                  <a:pt x="344" y="393"/>
                  <a:pt x="344" y="393"/>
                </a:cubicBezTo>
                <a:cubicBezTo>
                  <a:pt x="337" y="387"/>
                  <a:pt x="337" y="387"/>
                  <a:pt x="337" y="387"/>
                </a:cubicBezTo>
                <a:cubicBezTo>
                  <a:pt x="337" y="379"/>
                  <a:pt x="337" y="379"/>
                  <a:pt x="337" y="379"/>
                </a:cubicBezTo>
                <a:cubicBezTo>
                  <a:pt x="344" y="378"/>
                  <a:pt x="344" y="378"/>
                  <a:pt x="344" y="378"/>
                </a:cubicBezTo>
                <a:close/>
                <a:moveTo>
                  <a:pt x="344" y="476"/>
                </a:moveTo>
                <a:cubicBezTo>
                  <a:pt x="344" y="497"/>
                  <a:pt x="344" y="497"/>
                  <a:pt x="344" y="497"/>
                </a:cubicBezTo>
                <a:cubicBezTo>
                  <a:pt x="342" y="495"/>
                  <a:pt x="340" y="494"/>
                  <a:pt x="337" y="493"/>
                </a:cubicBezTo>
                <a:cubicBezTo>
                  <a:pt x="337" y="488"/>
                  <a:pt x="337" y="488"/>
                  <a:pt x="337" y="488"/>
                </a:cubicBezTo>
                <a:cubicBezTo>
                  <a:pt x="338" y="489"/>
                  <a:pt x="338" y="490"/>
                  <a:pt x="340" y="491"/>
                </a:cubicBezTo>
                <a:cubicBezTo>
                  <a:pt x="340" y="484"/>
                  <a:pt x="342" y="479"/>
                  <a:pt x="337" y="474"/>
                </a:cubicBezTo>
                <a:cubicBezTo>
                  <a:pt x="337" y="470"/>
                  <a:pt x="337" y="470"/>
                  <a:pt x="337" y="470"/>
                </a:cubicBezTo>
                <a:cubicBezTo>
                  <a:pt x="339" y="471"/>
                  <a:pt x="340" y="472"/>
                  <a:pt x="342" y="473"/>
                </a:cubicBezTo>
                <a:cubicBezTo>
                  <a:pt x="343" y="474"/>
                  <a:pt x="343" y="475"/>
                  <a:pt x="344" y="476"/>
                </a:cubicBezTo>
                <a:close/>
                <a:moveTo>
                  <a:pt x="344" y="534"/>
                </a:moveTo>
                <a:cubicBezTo>
                  <a:pt x="344" y="540"/>
                  <a:pt x="344" y="540"/>
                  <a:pt x="344" y="540"/>
                </a:cubicBezTo>
                <a:cubicBezTo>
                  <a:pt x="342" y="542"/>
                  <a:pt x="340" y="544"/>
                  <a:pt x="337" y="545"/>
                </a:cubicBezTo>
                <a:cubicBezTo>
                  <a:pt x="337" y="536"/>
                  <a:pt x="337" y="536"/>
                  <a:pt x="337" y="536"/>
                </a:cubicBezTo>
                <a:cubicBezTo>
                  <a:pt x="339" y="535"/>
                  <a:pt x="341" y="535"/>
                  <a:pt x="344" y="534"/>
                </a:cubicBezTo>
                <a:close/>
                <a:moveTo>
                  <a:pt x="344" y="564"/>
                </a:moveTo>
                <a:cubicBezTo>
                  <a:pt x="344" y="588"/>
                  <a:pt x="344" y="588"/>
                  <a:pt x="344" y="588"/>
                </a:cubicBezTo>
                <a:cubicBezTo>
                  <a:pt x="344" y="590"/>
                  <a:pt x="344" y="590"/>
                  <a:pt x="343" y="591"/>
                </a:cubicBezTo>
                <a:cubicBezTo>
                  <a:pt x="342" y="592"/>
                  <a:pt x="340" y="593"/>
                  <a:pt x="338" y="593"/>
                </a:cubicBezTo>
                <a:cubicBezTo>
                  <a:pt x="338" y="592"/>
                  <a:pt x="338" y="590"/>
                  <a:pt x="337" y="589"/>
                </a:cubicBezTo>
                <a:cubicBezTo>
                  <a:pt x="337" y="580"/>
                  <a:pt x="337" y="580"/>
                  <a:pt x="337" y="580"/>
                </a:cubicBezTo>
                <a:cubicBezTo>
                  <a:pt x="338" y="580"/>
                  <a:pt x="338" y="580"/>
                  <a:pt x="338" y="580"/>
                </a:cubicBezTo>
                <a:cubicBezTo>
                  <a:pt x="340" y="576"/>
                  <a:pt x="341" y="569"/>
                  <a:pt x="344" y="564"/>
                </a:cubicBezTo>
                <a:close/>
                <a:moveTo>
                  <a:pt x="344" y="605"/>
                </a:moveTo>
                <a:cubicBezTo>
                  <a:pt x="344" y="610"/>
                  <a:pt x="344" y="610"/>
                  <a:pt x="344" y="610"/>
                </a:cubicBezTo>
                <a:cubicBezTo>
                  <a:pt x="344" y="610"/>
                  <a:pt x="343" y="610"/>
                  <a:pt x="343" y="610"/>
                </a:cubicBezTo>
                <a:cubicBezTo>
                  <a:pt x="343" y="612"/>
                  <a:pt x="344" y="613"/>
                  <a:pt x="344" y="614"/>
                </a:cubicBezTo>
                <a:cubicBezTo>
                  <a:pt x="344" y="634"/>
                  <a:pt x="344" y="634"/>
                  <a:pt x="344" y="634"/>
                </a:cubicBezTo>
                <a:cubicBezTo>
                  <a:pt x="342" y="634"/>
                  <a:pt x="339" y="633"/>
                  <a:pt x="337" y="633"/>
                </a:cubicBezTo>
                <a:cubicBezTo>
                  <a:pt x="337" y="627"/>
                  <a:pt x="337" y="627"/>
                  <a:pt x="337" y="627"/>
                </a:cubicBezTo>
                <a:cubicBezTo>
                  <a:pt x="338" y="627"/>
                  <a:pt x="338" y="627"/>
                  <a:pt x="338" y="628"/>
                </a:cubicBezTo>
                <a:cubicBezTo>
                  <a:pt x="339" y="627"/>
                  <a:pt x="340" y="627"/>
                  <a:pt x="342" y="626"/>
                </a:cubicBezTo>
                <a:cubicBezTo>
                  <a:pt x="340" y="622"/>
                  <a:pt x="339" y="618"/>
                  <a:pt x="337" y="614"/>
                </a:cubicBezTo>
                <a:cubicBezTo>
                  <a:pt x="337" y="604"/>
                  <a:pt x="337" y="604"/>
                  <a:pt x="337" y="604"/>
                </a:cubicBezTo>
                <a:cubicBezTo>
                  <a:pt x="338" y="604"/>
                  <a:pt x="338" y="604"/>
                  <a:pt x="338" y="605"/>
                </a:cubicBezTo>
                <a:cubicBezTo>
                  <a:pt x="340" y="605"/>
                  <a:pt x="342" y="605"/>
                  <a:pt x="344" y="605"/>
                </a:cubicBezTo>
                <a:close/>
                <a:moveTo>
                  <a:pt x="344" y="667"/>
                </a:moveTo>
                <a:cubicBezTo>
                  <a:pt x="344" y="686"/>
                  <a:pt x="344" y="686"/>
                  <a:pt x="344" y="686"/>
                </a:cubicBezTo>
                <a:cubicBezTo>
                  <a:pt x="342" y="695"/>
                  <a:pt x="340" y="704"/>
                  <a:pt x="337" y="708"/>
                </a:cubicBezTo>
                <a:cubicBezTo>
                  <a:pt x="337" y="708"/>
                  <a:pt x="337" y="708"/>
                  <a:pt x="337" y="708"/>
                </a:cubicBezTo>
                <a:cubicBezTo>
                  <a:pt x="337" y="667"/>
                  <a:pt x="337" y="667"/>
                  <a:pt x="337" y="667"/>
                </a:cubicBezTo>
                <a:cubicBezTo>
                  <a:pt x="339" y="667"/>
                  <a:pt x="342" y="667"/>
                  <a:pt x="344" y="667"/>
                </a:cubicBezTo>
                <a:close/>
                <a:moveTo>
                  <a:pt x="344" y="745"/>
                </a:moveTo>
                <a:cubicBezTo>
                  <a:pt x="344" y="753"/>
                  <a:pt x="344" y="753"/>
                  <a:pt x="344" y="753"/>
                </a:cubicBezTo>
                <a:cubicBezTo>
                  <a:pt x="342" y="753"/>
                  <a:pt x="340" y="753"/>
                  <a:pt x="337" y="753"/>
                </a:cubicBezTo>
                <a:cubicBezTo>
                  <a:pt x="337" y="745"/>
                  <a:pt x="337" y="745"/>
                  <a:pt x="337" y="745"/>
                </a:cubicBezTo>
                <a:cubicBezTo>
                  <a:pt x="340" y="745"/>
                  <a:pt x="342" y="745"/>
                  <a:pt x="344" y="745"/>
                </a:cubicBezTo>
                <a:close/>
                <a:moveTo>
                  <a:pt x="337" y="532"/>
                </a:moveTo>
                <a:cubicBezTo>
                  <a:pt x="337" y="522"/>
                  <a:pt x="337" y="522"/>
                  <a:pt x="337" y="522"/>
                </a:cubicBezTo>
                <a:cubicBezTo>
                  <a:pt x="343" y="523"/>
                  <a:pt x="343" y="523"/>
                  <a:pt x="343" y="523"/>
                </a:cubicBezTo>
                <a:cubicBezTo>
                  <a:pt x="344" y="526"/>
                  <a:pt x="341" y="529"/>
                  <a:pt x="337" y="532"/>
                </a:cubicBezTo>
                <a:close/>
                <a:moveTo>
                  <a:pt x="337" y="517"/>
                </a:moveTo>
                <a:cubicBezTo>
                  <a:pt x="337" y="509"/>
                  <a:pt x="337" y="509"/>
                  <a:pt x="337" y="509"/>
                </a:cubicBezTo>
                <a:cubicBezTo>
                  <a:pt x="339" y="508"/>
                  <a:pt x="340" y="508"/>
                  <a:pt x="342" y="508"/>
                </a:cubicBezTo>
                <a:cubicBezTo>
                  <a:pt x="344" y="511"/>
                  <a:pt x="344" y="513"/>
                  <a:pt x="343" y="516"/>
                </a:cubicBezTo>
                <a:cubicBezTo>
                  <a:pt x="341" y="516"/>
                  <a:pt x="339" y="517"/>
                  <a:pt x="337" y="517"/>
                </a:cubicBezTo>
                <a:close/>
                <a:moveTo>
                  <a:pt x="337" y="101"/>
                </a:moveTo>
                <a:cubicBezTo>
                  <a:pt x="337" y="84"/>
                  <a:pt x="337" y="84"/>
                  <a:pt x="337" y="84"/>
                </a:cubicBezTo>
                <a:cubicBezTo>
                  <a:pt x="338" y="84"/>
                  <a:pt x="339" y="84"/>
                  <a:pt x="340" y="84"/>
                </a:cubicBezTo>
                <a:cubicBezTo>
                  <a:pt x="343" y="91"/>
                  <a:pt x="342" y="94"/>
                  <a:pt x="340" y="100"/>
                </a:cubicBezTo>
                <a:lnTo>
                  <a:pt x="337" y="101"/>
                </a:lnTo>
                <a:close/>
                <a:moveTo>
                  <a:pt x="328" y="7"/>
                </a:moveTo>
                <a:cubicBezTo>
                  <a:pt x="331" y="7"/>
                  <a:pt x="334" y="6"/>
                  <a:pt x="337" y="6"/>
                </a:cubicBezTo>
                <a:cubicBezTo>
                  <a:pt x="337" y="14"/>
                  <a:pt x="337" y="14"/>
                  <a:pt x="337" y="14"/>
                </a:cubicBezTo>
                <a:cubicBezTo>
                  <a:pt x="334" y="14"/>
                  <a:pt x="331" y="14"/>
                  <a:pt x="328" y="14"/>
                </a:cubicBezTo>
                <a:cubicBezTo>
                  <a:pt x="328" y="7"/>
                  <a:pt x="328" y="7"/>
                  <a:pt x="328" y="7"/>
                </a:cubicBezTo>
                <a:close/>
                <a:moveTo>
                  <a:pt x="337" y="789"/>
                </a:moveTo>
                <a:cubicBezTo>
                  <a:pt x="334" y="789"/>
                  <a:pt x="331" y="788"/>
                  <a:pt x="328" y="788"/>
                </a:cubicBezTo>
                <a:cubicBezTo>
                  <a:pt x="328" y="781"/>
                  <a:pt x="328" y="781"/>
                  <a:pt x="328" y="781"/>
                </a:cubicBezTo>
                <a:cubicBezTo>
                  <a:pt x="331" y="781"/>
                  <a:pt x="334" y="781"/>
                  <a:pt x="337" y="781"/>
                </a:cubicBezTo>
                <a:cubicBezTo>
                  <a:pt x="337" y="789"/>
                  <a:pt x="337" y="789"/>
                  <a:pt x="337" y="789"/>
                </a:cubicBezTo>
                <a:close/>
                <a:moveTo>
                  <a:pt x="337" y="35"/>
                </a:moveTo>
                <a:cubicBezTo>
                  <a:pt x="337" y="51"/>
                  <a:pt x="337" y="51"/>
                  <a:pt x="337" y="51"/>
                </a:cubicBezTo>
                <a:cubicBezTo>
                  <a:pt x="334" y="52"/>
                  <a:pt x="331" y="52"/>
                  <a:pt x="328" y="53"/>
                </a:cubicBezTo>
                <a:cubicBezTo>
                  <a:pt x="328" y="45"/>
                  <a:pt x="328" y="45"/>
                  <a:pt x="328" y="45"/>
                </a:cubicBezTo>
                <a:cubicBezTo>
                  <a:pt x="329" y="44"/>
                  <a:pt x="331" y="44"/>
                  <a:pt x="332" y="43"/>
                </a:cubicBezTo>
                <a:cubicBezTo>
                  <a:pt x="331" y="41"/>
                  <a:pt x="329" y="40"/>
                  <a:pt x="328" y="38"/>
                </a:cubicBezTo>
                <a:cubicBezTo>
                  <a:pt x="328" y="26"/>
                  <a:pt x="328" y="26"/>
                  <a:pt x="328" y="26"/>
                </a:cubicBezTo>
                <a:cubicBezTo>
                  <a:pt x="331" y="29"/>
                  <a:pt x="334" y="33"/>
                  <a:pt x="337" y="35"/>
                </a:cubicBezTo>
                <a:close/>
                <a:moveTo>
                  <a:pt x="337" y="84"/>
                </a:moveTo>
                <a:cubicBezTo>
                  <a:pt x="337" y="101"/>
                  <a:pt x="337" y="101"/>
                  <a:pt x="337" y="101"/>
                </a:cubicBezTo>
                <a:cubicBezTo>
                  <a:pt x="334" y="102"/>
                  <a:pt x="331" y="103"/>
                  <a:pt x="328" y="103"/>
                </a:cubicBezTo>
                <a:cubicBezTo>
                  <a:pt x="328" y="87"/>
                  <a:pt x="328" y="87"/>
                  <a:pt x="328" y="87"/>
                </a:cubicBezTo>
                <a:cubicBezTo>
                  <a:pt x="331" y="86"/>
                  <a:pt x="334" y="85"/>
                  <a:pt x="337" y="84"/>
                </a:cubicBezTo>
                <a:close/>
                <a:moveTo>
                  <a:pt x="337" y="116"/>
                </a:moveTo>
                <a:cubicBezTo>
                  <a:pt x="337" y="136"/>
                  <a:pt x="337" y="136"/>
                  <a:pt x="337" y="136"/>
                </a:cubicBezTo>
                <a:cubicBezTo>
                  <a:pt x="334" y="134"/>
                  <a:pt x="331" y="131"/>
                  <a:pt x="328" y="129"/>
                </a:cubicBezTo>
                <a:cubicBezTo>
                  <a:pt x="328" y="113"/>
                  <a:pt x="328" y="113"/>
                  <a:pt x="328" y="113"/>
                </a:cubicBezTo>
                <a:cubicBezTo>
                  <a:pt x="331" y="114"/>
                  <a:pt x="334" y="115"/>
                  <a:pt x="337" y="116"/>
                </a:cubicBezTo>
                <a:close/>
                <a:moveTo>
                  <a:pt x="337" y="171"/>
                </a:moveTo>
                <a:cubicBezTo>
                  <a:pt x="337" y="178"/>
                  <a:pt x="337" y="178"/>
                  <a:pt x="337" y="178"/>
                </a:cubicBezTo>
                <a:cubicBezTo>
                  <a:pt x="336" y="178"/>
                  <a:pt x="334" y="178"/>
                  <a:pt x="332" y="178"/>
                </a:cubicBezTo>
                <a:cubicBezTo>
                  <a:pt x="334" y="181"/>
                  <a:pt x="335" y="183"/>
                  <a:pt x="337" y="185"/>
                </a:cubicBezTo>
                <a:cubicBezTo>
                  <a:pt x="337" y="192"/>
                  <a:pt x="337" y="192"/>
                  <a:pt x="337" y="192"/>
                </a:cubicBezTo>
                <a:cubicBezTo>
                  <a:pt x="333" y="190"/>
                  <a:pt x="330" y="187"/>
                  <a:pt x="328" y="185"/>
                </a:cubicBezTo>
                <a:cubicBezTo>
                  <a:pt x="328" y="175"/>
                  <a:pt x="328" y="175"/>
                  <a:pt x="328" y="175"/>
                </a:cubicBezTo>
                <a:cubicBezTo>
                  <a:pt x="331" y="174"/>
                  <a:pt x="334" y="173"/>
                  <a:pt x="337" y="171"/>
                </a:cubicBezTo>
                <a:close/>
                <a:moveTo>
                  <a:pt x="337" y="195"/>
                </a:moveTo>
                <a:cubicBezTo>
                  <a:pt x="337" y="201"/>
                  <a:pt x="337" y="201"/>
                  <a:pt x="337" y="201"/>
                </a:cubicBezTo>
                <a:cubicBezTo>
                  <a:pt x="334" y="202"/>
                  <a:pt x="331" y="202"/>
                  <a:pt x="328" y="203"/>
                </a:cubicBezTo>
                <a:cubicBezTo>
                  <a:pt x="328" y="197"/>
                  <a:pt x="328" y="197"/>
                  <a:pt x="328" y="197"/>
                </a:cubicBezTo>
                <a:cubicBezTo>
                  <a:pt x="332" y="197"/>
                  <a:pt x="334" y="196"/>
                  <a:pt x="337" y="195"/>
                </a:cubicBezTo>
                <a:close/>
                <a:moveTo>
                  <a:pt x="337" y="213"/>
                </a:moveTo>
                <a:cubicBezTo>
                  <a:pt x="337" y="224"/>
                  <a:pt x="337" y="224"/>
                  <a:pt x="337" y="224"/>
                </a:cubicBezTo>
                <a:cubicBezTo>
                  <a:pt x="335" y="225"/>
                  <a:pt x="333" y="226"/>
                  <a:pt x="331" y="226"/>
                </a:cubicBezTo>
                <a:cubicBezTo>
                  <a:pt x="331" y="227"/>
                  <a:pt x="331" y="228"/>
                  <a:pt x="331" y="229"/>
                </a:cubicBezTo>
                <a:cubicBezTo>
                  <a:pt x="337" y="226"/>
                  <a:pt x="337" y="226"/>
                  <a:pt x="337" y="226"/>
                </a:cubicBezTo>
                <a:cubicBezTo>
                  <a:pt x="337" y="234"/>
                  <a:pt x="337" y="234"/>
                  <a:pt x="337" y="234"/>
                </a:cubicBezTo>
                <a:cubicBezTo>
                  <a:pt x="334" y="235"/>
                  <a:pt x="330" y="237"/>
                  <a:pt x="328" y="239"/>
                </a:cubicBezTo>
                <a:cubicBezTo>
                  <a:pt x="328" y="216"/>
                  <a:pt x="328" y="216"/>
                  <a:pt x="328" y="216"/>
                </a:cubicBezTo>
                <a:cubicBezTo>
                  <a:pt x="331" y="215"/>
                  <a:pt x="334" y="214"/>
                  <a:pt x="337" y="213"/>
                </a:cubicBezTo>
                <a:close/>
                <a:moveTo>
                  <a:pt x="337" y="237"/>
                </a:moveTo>
                <a:cubicBezTo>
                  <a:pt x="334" y="239"/>
                  <a:pt x="331" y="240"/>
                  <a:pt x="328" y="242"/>
                </a:cubicBezTo>
                <a:cubicBezTo>
                  <a:pt x="328" y="260"/>
                  <a:pt x="328" y="260"/>
                  <a:pt x="328" y="260"/>
                </a:cubicBezTo>
                <a:cubicBezTo>
                  <a:pt x="329" y="260"/>
                  <a:pt x="331" y="260"/>
                  <a:pt x="332" y="260"/>
                </a:cubicBezTo>
                <a:cubicBezTo>
                  <a:pt x="332" y="260"/>
                  <a:pt x="332" y="259"/>
                  <a:pt x="332" y="258"/>
                </a:cubicBezTo>
                <a:cubicBezTo>
                  <a:pt x="333" y="258"/>
                  <a:pt x="334" y="258"/>
                  <a:pt x="335" y="258"/>
                </a:cubicBezTo>
                <a:cubicBezTo>
                  <a:pt x="335" y="260"/>
                  <a:pt x="335" y="262"/>
                  <a:pt x="336" y="264"/>
                </a:cubicBezTo>
                <a:cubicBezTo>
                  <a:pt x="337" y="264"/>
                  <a:pt x="337" y="264"/>
                  <a:pt x="337" y="264"/>
                </a:cubicBezTo>
                <a:cubicBezTo>
                  <a:pt x="337" y="248"/>
                  <a:pt x="337" y="248"/>
                  <a:pt x="337" y="248"/>
                </a:cubicBezTo>
                <a:cubicBezTo>
                  <a:pt x="335" y="249"/>
                  <a:pt x="333" y="249"/>
                  <a:pt x="330" y="250"/>
                </a:cubicBezTo>
                <a:cubicBezTo>
                  <a:pt x="332" y="247"/>
                  <a:pt x="334" y="245"/>
                  <a:pt x="337" y="244"/>
                </a:cubicBezTo>
                <a:cubicBezTo>
                  <a:pt x="337" y="237"/>
                  <a:pt x="337" y="237"/>
                  <a:pt x="337" y="237"/>
                </a:cubicBezTo>
                <a:close/>
                <a:moveTo>
                  <a:pt x="337" y="272"/>
                </a:moveTo>
                <a:cubicBezTo>
                  <a:pt x="337" y="278"/>
                  <a:pt x="337" y="278"/>
                  <a:pt x="337" y="278"/>
                </a:cubicBezTo>
                <a:cubicBezTo>
                  <a:pt x="337" y="278"/>
                  <a:pt x="336" y="277"/>
                  <a:pt x="336" y="277"/>
                </a:cubicBezTo>
                <a:cubicBezTo>
                  <a:pt x="336" y="276"/>
                  <a:pt x="336" y="275"/>
                  <a:pt x="336" y="273"/>
                </a:cubicBezTo>
                <a:cubicBezTo>
                  <a:pt x="336" y="273"/>
                  <a:pt x="337" y="272"/>
                  <a:pt x="337" y="272"/>
                </a:cubicBezTo>
                <a:close/>
                <a:moveTo>
                  <a:pt x="337" y="312"/>
                </a:moveTo>
                <a:cubicBezTo>
                  <a:pt x="337" y="318"/>
                  <a:pt x="337" y="318"/>
                  <a:pt x="337" y="318"/>
                </a:cubicBezTo>
                <a:cubicBezTo>
                  <a:pt x="335" y="318"/>
                  <a:pt x="333" y="319"/>
                  <a:pt x="330" y="321"/>
                </a:cubicBezTo>
                <a:cubicBezTo>
                  <a:pt x="332" y="322"/>
                  <a:pt x="335" y="323"/>
                  <a:pt x="337" y="325"/>
                </a:cubicBezTo>
                <a:cubicBezTo>
                  <a:pt x="337" y="329"/>
                  <a:pt x="337" y="329"/>
                  <a:pt x="337" y="329"/>
                </a:cubicBezTo>
                <a:cubicBezTo>
                  <a:pt x="333" y="327"/>
                  <a:pt x="330" y="326"/>
                  <a:pt x="328" y="326"/>
                </a:cubicBezTo>
                <a:cubicBezTo>
                  <a:pt x="328" y="316"/>
                  <a:pt x="328" y="316"/>
                  <a:pt x="328" y="316"/>
                </a:cubicBezTo>
                <a:cubicBezTo>
                  <a:pt x="329" y="317"/>
                  <a:pt x="329" y="317"/>
                  <a:pt x="329" y="317"/>
                </a:cubicBezTo>
                <a:cubicBezTo>
                  <a:pt x="334" y="314"/>
                  <a:pt x="335" y="313"/>
                  <a:pt x="337" y="312"/>
                </a:cubicBezTo>
                <a:close/>
                <a:moveTo>
                  <a:pt x="337" y="330"/>
                </a:moveTo>
                <a:cubicBezTo>
                  <a:pt x="337" y="334"/>
                  <a:pt x="337" y="334"/>
                  <a:pt x="337" y="334"/>
                </a:cubicBezTo>
                <a:cubicBezTo>
                  <a:pt x="336" y="335"/>
                  <a:pt x="335" y="336"/>
                  <a:pt x="334" y="336"/>
                </a:cubicBezTo>
                <a:cubicBezTo>
                  <a:pt x="333" y="339"/>
                  <a:pt x="330" y="342"/>
                  <a:pt x="328" y="344"/>
                </a:cubicBezTo>
                <a:cubicBezTo>
                  <a:pt x="328" y="338"/>
                  <a:pt x="328" y="338"/>
                  <a:pt x="328" y="338"/>
                </a:cubicBezTo>
                <a:cubicBezTo>
                  <a:pt x="328" y="338"/>
                  <a:pt x="328" y="338"/>
                  <a:pt x="328" y="338"/>
                </a:cubicBezTo>
                <a:cubicBezTo>
                  <a:pt x="328" y="337"/>
                  <a:pt x="328" y="337"/>
                  <a:pt x="328" y="337"/>
                </a:cubicBezTo>
                <a:cubicBezTo>
                  <a:pt x="328" y="332"/>
                  <a:pt x="328" y="332"/>
                  <a:pt x="328" y="332"/>
                </a:cubicBezTo>
                <a:cubicBezTo>
                  <a:pt x="332" y="332"/>
                  <a:pt x="334" y="332"/>
                  <a:pt x="337" y="330"/>
                </a:cubicBezTo>
                <a:close/>
                <a:moveTo>
                  <a:pt x="337" y="379"/>
                </a:moveTo>
                <a:cubicBezTo>
                  <a:pt x="337" y="387"/>
                  <a:pt x="337" y="387"/>
                  <a:pt x="337" y="387"/>
                </a:cubicBezTo>
                <a:cubicBezTo>
                  <a:pt x="328" y="381"/>
                  <a:pt x="328" y="381"/>
                  <a:pt x="328" y="381"/>
                </a:cubicBezTo>
                <a:cubicBezTo>
                  <a:pt x="328" y="379"/>
                  <a:pt x="328" y="379"/>
                  <a:pt x="328" y="379"/>
                </a:cubicBezTo>
                <a:cubicBezTo>
                  <a:pt x="337" y="379"/>
                  <a:pt x="337" y="379"/>
                  <a:pt x="337" y="379"/>
                </a:cubicBezTo>
                <a:close/>
                <a:moveTo>
                  <a:pt x="337" y="470"/>
                </a:moveTo>
                <a:cubicBezTo>
                  <a:pt x="337" y="474"/>
                  <a:pt x="337" y="474"/>
                  <a:pt x="337" y="474"/>
                </a:cubicBezTo>
                <a:cubicBezTo>
                  <a:pt x="337" y="474"/>
                  <a:pt x="337" y="474"/>
                  <a:pt x="337" y="474"/>
                </a:cubicBezTo>
                <a:cubicBezTo>
                  <a:pt x="335" y="479"/>
                  <a:pt x="334" y="484"/>
                  <a:pt x="337" y="488"/>
                </a:cubicBezTo>
                <a:cubicBezTo>
                  <a:pt x="337" y="493"/>
                  <a:pt x="337" y="493"/>
                  <a:pt x="337" y="493"/>
                </a:cubicBezTo>
                <a:cubicBezTo>
                  <a:pt x="335" y="491"/>
                  <a:pt x="333" y="490"/>
                  <a:pt x="331" y="488"/>
                </a:cubicBezTo>
                <a:cubicBezTo>
                  <a:pt x="330" y="488"/>
                  <a:pt x="329" y="489"/>
                  <a:pt x="328" y="489"/>
                </a:cubicBezTo>
                <a:cubicBezTo>
                  <a:pt x="328" y="482"/>
                  <a:pt x="328" y="482"/>
                  <a:pt x="328" y="482"/>
                </a:cubicBezTo>
                <a:cubicBezTo>
                  <a:pt x="328" y="482"/>
                  <a:pt x="329" y="482"/>
                  <a:pt x="329" y="483"/>
                </a:cubicBezTo>
                <a:cubicBezTo>
                  <a:pt x="332" y="478"/>
                  <a:pt x="330" y="472"/>
                  <a:pt x="330" y="466"/>
                </a:cubicBezTo>
                <a:cubicBezTo>
                  <a:pt x="328" y="466"/>
                  <a:pt x="328" y="466"/>
                  <a:pt x="328" y="466"/>
                </a:cubicBezTo>
                <a:cubicBezTo>
                  <a:pt x="328" y="461"/>
                  <a:pt x="328" y="461"/>
                  <a:pt x="328" y="461"/>
                </a:cubicBezTo>
                <a:cubicBezTo>
                  <a:pt x="331" y="464"/>
                  <a:pt x="334" y="467"/>
                  <a:pt x="337" y="470"/>
                </a:cubicBezTo>
                <a:close/>
                <a:moveTo>
                  <a:pt x="337" y="509"/>
                </a:moveTo>
                <a:cubicBezTo>
                  <a:pt x="337" y="517"/>
                  <a:pt x="337" y="517"/>
                  <a:pt x="337" y="517"/>
                </a:cubicBezTo>
                <a:cubicBezTo>
                  <a:pt x="334" y="518"/>
                  <a:pt x="331" y="519"/>
                  <a:pt x="328" y="521"/>
                </a:cubicBezTo>
                <a:cubicBezTo>
                  <a:pt x="328" y="511"/>
                  <a:pt x="328" y="511"/>
                  <a:pt x="328" y="511"/>
                </a:cubicBezTo>
                <a:cubicBezTo>
                  <a:pt x="331" y="510"/>
                  <a:pt x="334" y="509"/>
                  <a:pt x="337" y="509"/>
                </a:cubicBezTo>
                <a:close/>
                <a:moveTo>
                  <a:pt x="337" y="522"/>
                </a:moveTo>
                <a:cubicBezTo>
                  <a:pt x="337" y="532"/>
                  <a:pt x="337" y="532"/>
                  <a:pt x="337" y="532"/>
                </a:cubicBezTo>
                <a:cubicBezTo>
                  <a:pt x="334" y="534"/>
                  <a:pt x="331" y="537"/>
                  <a:pt x="328" y="539"/>
                </a:cubicBezTo>
                <a:cubicBezTo>
                  <a:pt x="328" y="530"/>
                  <a:pt x="328" y="530"/>
                  <a:pt x="328" y="530"/>
                </a:cubicBezTo>
                <a:cubicBezTo>
                  <a:pt x="331" y="527"/>
                  <a:pt x="333" y="525"/>
                  <a:pt x="336" y="522"/>
                </a:cubicBezTo>
                <a:cubicBezTo>
                  <a:pt x="337" y="522"/>
                  <a:pt x="337" y="522"/>
                  <a:pt x="337" y="522"/>
                </a:cubicBezTo>
                <a:close/>
                <a:moveTo>
                  <a:pt x="337" y="536"/>
                </a:moveTo>
                <a:cubicBezTo>
                  <a:pt x="334" y="538"/>
                  <a:pt x="331" y="542"/>
                  <a:pt x="328" y="545"/>
                </a:cubicBezTo>
                <a:cubicBezTo>
                  <a:pt x="328" y="577"/>
                  <a:pt x="328" y="577"/>
                  <a:pt x="328" y="577"/>
                </a:cubicBezTo>
                <a:cubicBezTo>
                  <a:pt x="331" y="571"/>
                  <a:pt x="334" y="563"/>
                  <a:pt x="334" y="557"/>
                </a:cubicBezTo>
                <a:cubicBezTo>
                  <a:pt x="330" y="552"/>
                  <a:pt x="333" y="549"/>
                  <a:pt x="337" y="545"/>
                </a:cubicBezTo>
                <a:cubicBezTo>
                  <a:pt x="337" y="536"/>
                  <a:pt x="337" y="536"/>
                  <a:pt x="337" y="536"/>
                </a:cubicBezTo>
                <a:close/>
                <a:moveTo>
                  <a:pt x="337" y="580"/>
                </a:moveTo>
                <a:cubicBezTo>
                  <a:pt x="337" y="589"/>
                  <a:pt x="337" y="589"/>
                  <a:pt x="337" y="589"/>
                </a:cubicBezTo>
                <a:cubicBezTo>
                  <a:pt x="336" y="587"/>
                  <a:pt x="336" y="585"/>
                  <a:pt x="336" y="580"/>
                </a:cubicBezTo>
                <a:cubicBezTo>
                  <a:pt x="337" y="580"/>
                  <a:pt x="337" y="580"/>
                  <a:pt x="337" y="580"/>
                </a:cubicBezTo>
                <a:close/>
                <a:moveTo>
                  <a:pt x="337" y="604"/>
                </a:moveTo>
                <a:cubicBezTo>
                  <a:pt x="337" y="614"/>
                  <a:pt x="337" y="614"/>
                  <a:pt x="337" y="614"/>
                </a:cubicBezTo>
                <a:cubicBezTo>
                  <a:pt x="335" y="608"/>
                  <a:pt x="335" y="608"/>
                  <a:pt x="335" y="608"/>
                </a:cubicBezTo>
                <a:cubicBezTo>
                  <a:pt x="333" y="607"/>
                  <a:pt x="330" y="607"/>
                  <a:pt x="328" y="606"/>
                </a:cubicBezTo>
                <a:cubicBezTo>
                  <a:pt x="328" y="601"/>
                  <a:pt x="328" y="601"/>
                  <a:pt x="328" y="601"/>
                </a:cubicBezTo>
                <a:cubicBezTo>
                  <a:pt x="334" y="602"/>
                  <a:pt x="335" y="603"/>
                  <a:pt x="337" y="604"/>
                </a:cubicBezTo>
                <a:close/>
                <a:moveTo>
                  <a:pt x="337" y="627"/>
                </a:moveTo>
                <a:cubicBezTo>
                  <a:pt x="337" y="633"/>
                  <a:pt x="337" y="633"/>
                  <a:pt x="337" y="633"/>
                </a:cubicBezTo>
                <a:cubicBezTo>
                  <a:pt x="334" y="632"/>
                  <a:pt x="331" y="630"/>
                  <a:pt x="328" y="628"/>
                </a:cubicBezTo>
                <a:cubicBezTo>
                  <a:pt x="328" y="619"/>
                  <a:pt x="328" y="619"/>
                  <a:pt x="328" y="619"/>
                </a:cubicBezTo>
                <a:cubicBezTo>
                  <a:pt x="330" y="622"/>
                  <a:pt x="332" y="624"/>
                  <a:pt x="337" y="627"/>
                </a:cubicBezTo>
                <a:close/>
                <a:moveTo>
                  <a:pt x="337" y="667"/>
                </a:moveTo>
                <a:cubicBezTo>
                  <a:pt x="337" y="708"/>
                  <a:pt x="337" y="708"/>
                  <a:pt x="337" y="708"/>
                </a:cubicBezTo>
                <a:cubicBezTo>
                  <a:pt x="334" y="707"/>
                  <a:pt x="331" y="706"/>
                  <a:pt x="328" y="705"/>
                </a:cubicBezTo>
                <a:cubicBezTo>
                  <a:pt x="328" y="704"/>
                  <a:pt x="328" y="704"/>
                  <a:pt x="328" y="704"/>
                </a:cubicBezTo>
                <a:cubicBezTo>
                  <a:pt x="330" y="695"/>
                  <a:pt x="331" y="686"/>
                  <a:pt x="333" y="677"/>
                </a:cubicBezTo>
                <a:cubicBezTo>
                  <a:pt x="331" y="678"/>
                  <a:pt x="330" y="679"/>
                  <a:pt x="328" y="679"/>
                </a:cubicBezTo>
                <a:cubicBezTo>
                  <a:pt x="328" y="669"/>
                  <a:pt x="328" y="669"/>
                  <a:pt x="328" y="669"/>
                </a:cubicBezTo>
                <a:cubicBezTo>
                  <a:pt x="331" y="668"/>
                  <a:pt x="334" y="667"/>
                  <a:pt x="337" y="667"/>
                </a:cubicBezTo>
                <a:close/>
                <a:moveTo>
                  <a:pt x="337" y="745"/>
                </a:moveTo>
                <a:cubicBezTo>
                  <a:pt x="337" y="753"/>
                  <a:pt x="337" y="753"/>
                  <a:pt x="337" y="753"/>
                </a:cubicBezTo>
                <a:cubicBezTo>
                  <a:pt x="336" y="753"/>
                  <a:pt x="336" y="753"/>
                  <a:pt x="336" y="753"/>
                </a:cubicBezTo>
                <a:cubicBezTo>
                  <a:pt x="337" y="753"/>
                  <a:pt x="337" y="754"/>
                  <a:pt x="337" y="755"/>
                </a:cubicBezTo>
                <a:cubicBezTo>
                  <a:pt x="337" y="778"/>
                  <a:pt x="337" y="778"/>
                  <a:pt x="337" y="778"/>
                </a:cubicBezTo>
                <a:cubicBezTo>
                  <a:pt x="333" y="768"/>
                  <a:pt x="331" y="762"/>
                  <a:pt x="328" y="757"/>
                </a:cubicBezTo>
                <a:cubicBezTo>
                  <a:pt x="328" y="743"/>
                  <a:pt x="328" y="743"/>
                  <a:pt x="328" y="743"/>
                </a:cubicBezTo>
                <a:cubicBezTo>
                  <a:pt x="328" y="744"/>
                  <a:pt x="329" y="744"/>
                  <a:pt x="329" y="744"/>
                </a:cubicBezTo>
                <a:cubicBezTo>
                  <a:pt x="332" y="744"/>
                  <a:pt x="335" y="744"/>
                  <a:pt x="337" y="745"/>
                </a:cubicBezTo>
                <a:close/>
                <a:moveTo>
                  <a:pt x="322" y="8"/>
                </a:moveTo>
                <a:cubicBezTo>
                  <a:pt x="324" y="8"/>
                  <a:pt x="326" y="7"/>
                  <a:pt x="328" y="7"/>
                </a:cubicBezTo>
                <a:cubicBezTo>
                  <a:pt x="328" y="14"/>
                  <a:pt x="328" y="14"/>
                  <a:pt x="328" y="14"/>
                </a:cubicBezTo>
                <a:cubicBezTo>
                  <a:pt x="326" y="14"/>
                  <a:pt x="324" y="15"/>
                  <a:pt x="322" y="15"/>
                </a:cubicBezTo>
                <a:cubicBezTo>
                  <a:pt x="322" y="8"/>
                  <a:pt x="322" y="8"/>
                  <a:pt x="322" y="8"/>
                </a:cubicBezTo>
                <a:close/>
                <a:moveTo>
                  <a:pt x="328" y="788"/>
                </a:moveTo>
                <a:cubicBezTo>
                  <a:pt x="326" y="787"/>
                  <a:pt x="324" y="787"/>
                  <a:pt x="322" y="787"/>
                </a:cubicBezTo>
                <a:cubicBezTo>
                  <a:pt x="322" y="778"/>
                  <a:pt x="322" y="778"/>
                  <a:pt x="322" y="778"/>
                </a:cubicBezTo>
                <a:cubicBezTo>
                  <a:pt x="323" y="779"/>
                  <a:pt x="325" y="780"/>
                  <a:pt x="328" y="781"/>
                </a:cubicBezTo>
                <a:cubicBezTo>
                  <a:pt x="328" y="781"/>
                  <a:pt x="328" y="781"/>
                  <a:pt x="328" y="781"/>
                </a:cubicBezTo>
                <a:cubicBezTo>
                  <a:pt x="328" y="788"/>
                  <a:pt x="328" y="788"/>
                  <a:pt x="328" y="788"/>
                </a:cubicBezTo>
                <a:close/>
                <a:moveTo>
                  <a:pt x="328" y="26"/>
                </a:moveTo>
                <a:cubicBezTo>
                  <a:pt x="328" y="38"/>
                  <a:pt x="328" y="38"/>
                  <a:pt x="328" y="38"/>
                </a:cubicBezTo>
                <a:cubicBezTo>
                  <a:pt x="326" y="36"/>
                  <a:pt x="324" y="33"/>
                  <a:pt x="322" y="31"/>
                </a:cubicBezTo>
                <a:cubicBezTo>
                  <a:pt x="322" y="18"/>
                  <a:pt x="322" y="18"/>
                  <a:pt x="322" y="18"/>
                </a:cubicBezTo>
                <a:cubicBezTo>
                  <a:pt x="323" y="21"/>
                  <a:pt x="325" y="24"/>
                  <a:pt x="328" y="26"/>
                </a:cubicBezTo>
                <a:close/>
                <a:moveTo>
                  <a:pt x="328" y="45"/>
                </a:moveTo>
                <a:cubicBezTo>
                  <a:pt x="328" y="53"/>
                  <a:pt x="328" y="53"/>
                  <a:pt x="328" y="53"/>
                </a:cubicBezTo>
                <a:cubicBezTo>
                  <a:pt x="326" y="53"/>
                  <a:pt x="324" y="54"/>
                  <a:pt x="322" y="55"/>
                </a:cubicBezTo>
                <a:cubicBezTo>
                  <a:pt x="322" y="46"/>
                  <a:pt x="322" y="46"/>
                  <a:pt x="322" y="46"/>
                </a:cubicBezTo>
                <a:cubicBezTo>
                  <a:pt x="324" y="46"/>
                  <a:pt x="326" y="45"/>
                  <a:pt x="328" y="45"/>
                </a:cubicBezTo>
                <a:close/>
                <a:moveTo>
                  <a:pt x="328" y="87"/>
                </a:moveTo>
                <a:cubicBezTo>
                  <a:pt x="328" y="103"/>
                  <a:pt x="328" y="103"/>
                  <a:pt x="328" y="103"/>
                </a:cubicBezTo>
                <a:cubicBezTo>
                  <a:pt x="326" y="104"/>
                  <a:pt x="324" y="104"/>
                  <a:pt x="322" y="105"/>
                </a:cubicBezTo>
                <a:cubicBezTo>
                  <a:pt x="322" y="89"/>
                  <a:pt x="322" y="89"/>
                  <a:pt x="322" y="89"/>
                </a:cubicBezTo>
                <a:cubicBezTo>
                  <a:pt x="324" y="89"/>
                  <a:pt x="326" y="88"/>
                  <a:pt x="328" y="87"/>
                </a:cubicBezTo>
                <a:close/>
                <a:moveTo>
                  <a:pt x="328" y="113"/>
                </a:moveTo>
                <a:cubicBezTo>
                  <a:pt x="328" y="129"/>
                  <a:pt x="328" y="129"/>
                  <a:pt x="328" y="129"/>
                </a:cubicBezTo>
                <a:cubicBezTo>
                  <a:pt x="326" y="128"/>
                  <a:pt x="324" y="127"/>
                  <a:pt x="322" y="126"/>
                </a:cubicBezTo>
                <a:cubicBezTo>
                  <a:pt x="322" y="111"/>
                  <a:pt x="322" y="111"/>
                  <a:pt x="322" y="111"/>
                </a:cubicBezTo>
                <a:cubicBezTo>
                  <a:pt x="324" y="112"/>
                  <a:pt x="326" y="113"/>
                  <a:pt x="328" y="113"/>
                </a:cubicBezTo>
                <a:close/>
                <a:moveTo>
                  <a:pt x="328" y="175"/>
                </a:moveTo>
                <a:cubicBezTo>
                  <a:pt x="328" y="185"/>
                  <a:pt x="328" y="185"/>
                  <a:pt x="328" y="185"/>
                </a:cubicBezTo>
                <a:cubicBezTo>
                  <a:pt x="326" y="183"/>
                  <a:pt x="324" y="182"/>
                  <a:pt x="322" y="183"/>
                </a:cubicBezTo>
                <a:cubicBezTo>
                  <a:pt x="322" y="177"/>
                  <a:pt x="322" y="177"/>
                  <a:pt x="322" y="177"/>
                </a:cubicBezTo>
                <a:cubicBezTo>
                  <a:pt x="324" y="176"/>
                  <a:pt x="326" y="176"/>
                  <a:pt x="328" y="175"/>
                </a:cubicBezTo>
                <a:close/>
                <a:moveTo>
                  <a:pt x="328" y="197"/>
                </a:moveTo>
                <a:cubicBezTo>
                  <a:pt x="328" y="203"/>
                  <a:pt x="328" y="203"/>
                  <a:pt x="328" y="203"/>
                </a:cubicBezTo>
                <a:cubicBezTo>
                  <a:pt x="326" y="204"/>
                  <a:pt x="324" y="205"/>
                  <a:pt x="322" y="205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193"/>
                  <a:pt x="322" y="193"/>
                  <a:pt x="322" y="193"/>
                </a:cubicBezTo>
                <a:cubicBezTo>
                  <a:pt x="327" y="197"/>
                  <a:pt x="327" y="197"/>
                  <a:pt x="327" y="197"/>
                </a:cubicBezTo>
                <a:cubicBezTo>
                  <a:pt x="328" y="197"/>
                  <a:pt x="328" y="197"/>
                  <a:pt x="328" y="197"/>
                </a:cubicBezTo>
                <a:close/>
                <a:moveTo>
                  <a:pt x="328" y="216"/>
                </a:moveTo>
                <a:cubicBezTo>
                  <a:pt x="328" y="239"/>
                  <a:pt x="328" y="239"/>
                  <a:pt x="328" y="239"/>
                </a:cubicBezTo>
                <a:cubicBezTo>
                  <a:pt x="327" y="240"/>
                  <a:pt x="326" y="241"/>
                  <a:pt x="325" y="243"/>
                </a:cubicBezTo>
                <a:cubicBezTo>
                  <a:pt x="326" y="243"/>
                  <a:pt x="327" y="242"/>
                  <a:pt x="328" y="242"/>
                </a:cubicBezTo>
                <a:cubicBezTo>
                  <a:pt x="328" y="260"/>
                  <a:pt x="328" y="260"/>
                  <a:pt x="328" y="260"/>
                </a:cubicBezTo>
                <a:cubicBezTo>
                  <a:pt x="325" y="259"/>
                  <a:pt x="323" y="257"/>
                  <a:pt x="322" y="256"/>
                </a:cubicBezTo>
                <a:cubicBezTo>
                  <a:pt x="322" y="219"/>
                  <a:pt x="322" y="219"/>
                  <a:pt x="322" y="219"/>
                </a:cubicBezTo>
                <a:cubicBezTo>
                  <a:pt x="324" y="218"/>
                  <a:pt x="326" y="217"/>
                  <a:pt x="328" y="216"/>
                </a:cubicBezTo>
                <a:close/>
                <a:moveTo>
                  <a:pt x="328" y="316"/>
                </a:moveTo>
                <a:cubicBezTo>
                  <a:pt x="328" y="326"/>
                  <a:pt x="328" y="326"/>
                  <a:pt x="328" y="326"/>
                </a:cubicBezTo>
                <a:cubicBezTo>
                  <a:pt x="326" y="326"/>
                  <a:pt x="324" y="327"/>
                  <a:pt x="322" y="329"/>
                </a:cubicBezTo>
                <a:cubicBezTo>
                  <a:pt x="322" y="325"/>
                  <a:pt x="322" y="325"/>
                  <a:pt x="322" y="325"/>
                </a:cubicBezTo>
                <a:cubicBezTo>
                  <a:pt x="325" y="322"/>
                  <a:pt x="325" y="319"/>
                  <a:pt x="322" y="314"/>
                </a:cubicBezTo>
                <a:cubicBezTo>
                  <a:pt x="322" y="310"/>
                  <a:pt x="322" y="310"/>
                  <a:pt x="322" y="310"/>
                </a:cubicBezTo>
                <a:cubicBezTo>
                  <a:pt x="324" y="312"/>
                  <a:pt x="326" y="314"/>
                  <a:pt x="328" y="316"/>
                </a:cubicBezTo>
                <a:close/>
                <a:moveTo>
                  <a:pt x="328" y="332"/>
                </a:moveTo>
                <a:cubicBezTo>
                  <a:pt x="328" y="337"/>
                  <a:pt x="328" y="337"/>
                  <a:pt x="328" y="337"/>
                </a:cubicBezTo>
                <a:cubicBezTo>
                  <a:pt x="328" y="337"/>
                  <a:pt x="328" y="336"/>
                  <a:pt x="328" y="336"/>
                </a:cubicBezTo>
                <a:cubicBezTo>
                  <a:pt x="325" y="336"/>
                  <a:pt x="323" y="335"/>
                  <a:pt x="322" y="335"/>
                </a:cubicBezTo>
                <a:cubicBezTo>
                  <a:pt x="322" y="331"/>
                  <a:pt x="322" y="331"/>
                  <a:pt x="322" y="331"/>
                </a:cubicBezTo>
                <a:cubicBezTo>
                  <a:pt x="323" y="332"/>
                  <a:pt x="324" y="332"/>
                  <a:pt x="325" y="332"/>
                </a:cubicBezTo>
                <a:cubicBezTo>
                  <a:pt x="326" y="332"/>
                  <a:pt x="327" y="332"/>
                  <a:pt x="328" y="332"/>
                </a:cubicBezTo>
                <a:close/>
                <a:moveTo>
                  <a:pt x="328" y="338"/>
                </a:moveTo>
                <a:cubicBezTo>
                  <a:pt x="328" y="344"/>
                  <a:pt x="328" y="344"/>
                  <a:pt x="328" y="344"/>
                </a:cubicBezTo>
                <a:cubicBezTo>
                  <a:pt x="326" y="346"/>
                  <a:pt x="325" y="348"/>
                  <a:pt x="324" y="350"/>
                </a:cubicBezTo>
                <a:cubicBezTo>
                  <a:pt x="323" y="351"/>
                  <a:pt x="322" y="351"/>
                  <a:pt x="322" y="352"/>
                </a:cubicBezTo>
                <a:cubicBezTo>
                  <a:pt x="322" y="341"/>
                  <a:pt x="322" y="341"/>
                  <a:pt x="322" y="341"/>
                </a:cubicBezTo>
                <a:cubicBezTo>
                  <a:pt x="324" y="341"/>
                  <a:pt x="326" y="341"/>
                  <a:pt x="328" y="338"/>
                </a:cubicBezTo>
                <a:close/>
                <a:moveTo>
                  <a:pt x="328" y="379"/>
                </a:moveTo>
                <a:cubicBezTo>
                  <a:pt x="328" y="381"/>
                  <a:pt x="328" y="381"/>
                  <a:pt x="328" y="381"/>
                </a:cubicBezTo>
                <a:cubicBezTo>
                  <a:pt x="325" y="379"/>
                  <a:pt x="325" y="379"/>
                  <a:pt x="325" y="379"/>
                </a:cubicBezTo>
                <a:cubicBezTo>
                  <a:pt x="328" y="379"/>
                  <a:pt x="328" y="379"/>
                  <a:pt x="328" y="379"/>
                </a:cubicBezTo>
                <a:close/>
                <a:moveTo>
                  <a:pt x="328" y="461"/>
                </a:moveTo>
                <a:cubicBezTo>
                  <a:pt x="328" y="466"/>
                  <a:pt x="328" y="466"/>
                  <a:pt x="328" y="466"/>
                </a:cubicBezTo>
                <a:cubicBezTo>
                  <a:pt x="327" y="466"/>
                  <a:pt x="327" y="466"/>
                  <a:pt x="327" y="466"/>
                </a:cubicBezTo>
                <a:cubicBezTo>
                  <a:pt x="325" y="474"/>
                  <a:pt x="324" y="476"/>
                  <a:pt x="328" y="482"/>
                </a:cubicBezTo>
                <a:cubicBezTo>
                  <a:pt x="328" y="489"/>
                  <a:pt x="328" y="489"/>
                  <a:pt x="328" y="489"/>
                </a:cubicBezTo>
                <a:cubicBezTo>
                  <a:pt x="326" y="490"/>
                  <a:pt x="324" y="491"/>
                  <a:pt x="322" y="493"/>
                </a:cubicBezTo>
                <a:cubicBezTo>
                  <a:pt x="322" y="485"/>
                  <a:pt x="322" y="485"/>
                  <a:pt x="322" y="485"/>
                </a:cubicBezTo>
                <a:cubicBezTo>
                  <a:pt x="323" y="485"/>
                  <a:pt x="324" y="485"/>
                  <a:pt x="325" y="484"/>
                </a:cubicBezTo>
                <a:cubicBezTo>
                  <a:pt x="324" y="483"/>
                  <a:pt x="323" y="482"/>
                  <a:pt x="322" y="480"/>
                </a:cubicBezTo>
                <a:cubicBezTo>
                  <a:pt x="322" y="468"/>
                  <a:pt x="322" y="468"/>
                  <a:pt x="322" y="468"/>
                </a:cubicBezTo>
                <a:cubicBezTo>
                  <a:pt x="323" y="465"/>
                  <a:pt x="323" y="462"/>
                  <a:pt x="322" y="459"/>
                </a:cubicBezTo>
                <a:cubicBezTo>
                  <a:pt x="322" y="452"/>
                  <a:pt x="322" y="452"/>
                  <a:pt x="322" y="452"/>
                </a:cubicBezTo>
                <a:cubicBezTo>
                  <a:pt x="323" y="455"/>
                  <a:pt x="326" y="458"/>
                  <a:pt x="328" y="461"/>
                </a:cubicBezTo>
                <a:close/>
                <a:moveTo>
                  <a:pt x="328" y="511"/>
                </a:moveTo>
                <a:cubicBezTo>
                  <a:pt x="328" y="521"/>
                  <a:pt x="328" y="521"/>
                  <a:pt x="328" y="521"/>
                </a:cubicBezTo>
                <a:cubicBezTo>
                  <a:pt x="326" y="522"/>
                  <a:pt x="324" y="523"/>
                  <a:pt x="322" y="524"/>
                </a:cubicBezTo>
                <a:cubicBezTo>
                  <a:pt x="322" y="514"/>
                  <a:pt x="322" y="514"/>
                  <a:pt x="322" y="514"/>
                </a:cubicBezTo>
                <a:cubicBezTo>
                  <a:pt x="324" y="513"/>
                  <a:pt x="326" y="512"/>
                  <a:pt x="328" y="511"/>
                </a:cubicBezTo>
                <a:close/>
                <a:moveTo>
                  <a:pt x="328" y="530"/>
                </a:moveTo>
                <a:cubicBezTo>
                  <a:pt x="328" y="539"/>
                  <a:pt x="328" y="539"/>
                  <a:pt x="328" y="539"/>
                </a:cubicBezTo>
                <a:cubicBezTo>
                  <a:pt x="325" y="541"/>
                  <a:pt x="323" y="544"/>
                  <a:pt x="323" y="547"/>
                </a:cubicBezTo>
                <a:cubicBezTo>
                  <a:pt x="324" y="547"/>
                  <a:pt x="325" y="547"/>
                  <a:pt x="327" y="547"/>
                </a:cubicBezTo>
                <a:cubicBezTo>
                  <a:pt x="327" y="546"/>
                  <a:pt x="327" y="546"/>
                  <a:pt x="328" y="545"/>
                </a:cubicBezTo>
                <a:cubicBezTo>
                  <a:pt x="328" y="577"/>
                  <a:pt x="328" y="577"/>
                  <a:pt x="328" y="577"/>
                </a:cubicBezTo>
                <a:cubicBezTo>
                  <a:pt x="326" y="581"/>
                  <a:pt x="324" y="584"/>
                  <a:pt x="323" y="588"/>
                </a:cubicBezTo>
                <a:cubicBezTo>
                  <a:pt x="322" y="588"/>
                  <a:pt x="322" y="588"/>
                  <a:pt x="322" y="588"/>
                </a:cubicBezTo>
                <a:cubicBezTo>
                  <a:pt x="322" y="571"/>
                  <a:pt x="322" y="571"/>
                  <a:pt x="322" y="571"/>
                </a:cubicBezTo>
                <a:cubicBezTo>
                  <a:pt x="323" y="568"/>
                  <a:pt x="325" y="566"/>
                  <a:pt x="325" y="562"/>
                </a:cubicBezTo>
                <a:cubicBezTo>
                  <a:pt x="324" y="561"/>
                  <a:pt x="323" y="560"/>
                  <a:pt x="322" y="559"/>
                </a:cubicBezTo>
                <a:cubicBezTo>
                  <a:pt x="322" y="536"/>
                  <a:pt x="322" y="536"/>
                  <a:pt x="322" y="536"/>
                </a:cubicBezTo>
                <a:cubicBezTo>
                  <a:pt x="324" y="534"/>
                  <a:pt x="326" y="532"/>
                  <a:pt x="328" y="530"/>
                </a:cubicBezTo>
                <a:close/>
                <a:moveTo>
                  <a:pt x="328" y="601"/>
                </a:moveTo>
                <a:cubicBezTo>
                  <a:pt x="328" y="606"/>
                  <a:pt x="328" y="606"/>
                  <a:pt x="328" y="606"/>
                </a:cubicBezTo>
                <a:cubicBezTo>
                  <a:pt x="327" y="606"/>
                  <a:pt x="326" y="605"/>
                  <a:pt x="325" y="605"/>
                </a:cubicBezTo>
                <a:cubicBezTo>
                  <a:pt x="326" y="612"/>
                  <a:pt x="327" y="616"/>
                  <a:pt x="328" y="619"/>
                </a:cubicBezTo>
                <a:cubicBezTo>
                  <a:pt x="328" y="628"/>
                  <a:pt x="328" y="628"/>
                  <a:pt x="328" y="628"/>
                </a:cubicBezTo>
                <a:cubicBezTo>
                  <a:pt x="328" y="628"/>
                  <a:pt x="328" y="628"/>
                  <a:pt x="328" y="628"/>
                </a:cubicBezTo>
                <a:cubicBezTo>
                  <a:pt x="326" y="628"/>
                  <a:pt x="324" y="627"/>
                  <a:pt x="322" y="627"/>
                </a:cubicBezTo>
                <a:cubicBezTo>
                  <a:pt x="322" y="622"/>
                  <a:pt x="322" y="622"/>
                  <a:pt x="322" y="622"/>
                </a:cubicBezTo>
                <a:cubicBezTo>
                  <a:pt x="322" y="622"/>
                  <a:pt x="322" y="622"/>
                  <a:pt x="322" y="622"/>
                </a:cubicBezTo>
                <a:cubicBezTo>
                  <a:pt x="322" y="621"/>
                  <a:pt x="322" y="621"/>
                  <a:pt x="322" y="621"/>
                </a:cubicBezTo>
                <a:cubicBezTo>
                  <a:pt x="322" y="599"/>
                  <a:pt x="322" y="599"/>
                  <a:pt x="322" y="599"/>
                </a:cubicBezTo>
                <a:cubicBezTo>
                  <a:pt x="324" y="600"/>
                  <a:pt x="326" y="600"/>
                  <a:pt x="328" y="601"/>
                </a:cubicBezTo>
                <a:close/>
                <a:moveTo>
                  <a:pt x="328" y="669"/>
                </a:moveTo>
                <a:cubicBezTo>
                  <a:pt x="328" y="679"/>
                  <a:pt x="328" y="679"/>
                  <a:pt x="328" y="679"/>
                </a:cubicBezTo>
                <a:cubicBezTo>
                  <a:pt x="327" y="680"/>
                  <a:pt x="327" y="680"/>
                  <a:pt x="326" y="680"/>
                </a:cubicBezTo>
                <a:cubicBezTo>
                  <a:pt x="325" y="677"/>
                  <a:pt x="323" y="675"/>
                  <a:pt x="322" y="672"/>
                </a:cubicBezTo>
                <a:cubicBezTo>
                  <a:pt x="324" y="671"/>
                  <a:pt x="326" y="670"/>
                  <a:pt x="328" y="669"/>
                </a:cubicBezTo>
                <a:close/>
                <a:moveTo>
                  <a:pt x="328" y="704"/>
                </a:moveTo>
                <a:cubicBezTo>
                  <a:pt x="328" y="705"/>
                  <a:pt x="328" y="705"/>
                  <a:pt x="328" y="705"/>
                </a:cubicBezTo>
                <a:cubicBezTo>
                  <a:pt x="328" y="705"/>
                  <a:pt x="328" y="705"/>
                  <a:pt x="328" y="705"/>
                </a:cubicBezTo>
                <a:cubicBezTo>
                  <a:pt x="328" y="704"/>
                  <a:pt x="328" y="704"/>
                  <a:pt x="328" y="704"/>
                </a:cubicBezTo>
                <a:close/>
                <a:moveTo>
                  <a:pt x="328" y="743"/>
                </a:moveTo>
                <a:cubicBezTo>
                  <a:pt x="328" y="757"/>
                  <a:pt x="328" y="757"/>
                  <a:pt x="328" y="757"/>
                </a:cubicBezTo>
                <a:cubicBezTo>
                  <a:pt x="326" y="754"/>
                  <a:pt x="324" y="752"/>
                  <a:pt x="322" y="750"/>
                </a:cubicBezTo>
                <a:cubicBezTo>
                  <a:pt x="322" y="740"/>
                  <a:pt x="322" y="740"/>
                  <a:pt x="322" y="740"/>
                </a:cubicBezTo>
                <a:cubicBezTo>
                  <a:pt x="324" y="741"/>
                  <a:pt x="326" y="742"/>
                  <a:pt x="328" y="743"/>
                </a:cubicBezTo>
                <a:close/>
                <a:moveTo>
                  <a:pt x="322" y="296"/>
                </a:moveTo>
                <a:cubicBezTo>
                  <a:pt x="322" y="269"/>
                  <a:pt x="322" y="269"/>
                  <a:pt x="322" y="269"/>
                </a:cubicBezTo>
                <a:cubicBezTo>
                  <a:pt x="325" y="278"/>
                  <a:pt x="329" y="292"/>
                  <a:pt x="322" y="296"/>
                </a:cubicBezTo>
                <a:close/>
                <a:moveTo>
                  <a:pt x="315" y="10"/>
                </a:moveTo>
                <a:cubicBezTo>
                  <a:pt x="317" y="9"/>
                  <a:pt x="319" y="9"/>
                  <a:pt x="322" y="8"/>
                </a:cubicBezTo>
                <a:cubicBezTo>
                  <a:pt x="322" y="15"/>
                  <a:pt x="322" y="15"/>
                  <a:pt x="322" y="15"/>
                </a:cubicBezTo>
                <a:cubicBezTo>
                  <a:pt x="321" y="16"/>
                  <a:pt x="321" y="16"/>
                  <a:pt x="321" y="16"/>
                </a:cubicBezTo>
                <a:cubicBezTo>
                  <a:pt x="321" y="16"/>
                  <a:pt x="321" y="17"/>
                  <a:pt x="322" y="18"/>
                </a:cubicBezTo>
                <a:cubicBezTo>
                  <a:pt x="322" y="31"/>
                  <a:pt x="322" y="31"/>
                  <a:pt x="322" y="31"/>
                </a:cubicBezTo>
                <a:cubicBezTo>
                  <a:pt x="319" y="29"/>
                  <a:pt x="317" y="27"/>
                  <a:pt x="315" y="25"/>
                </a:cubicBezTo>
                <a:cubicBezTo>
                  <a:pt x="315" y="10"/>
                  <a:pt x="315" y="10"/>
                  <a:pt x="315" y="10"/>
                </a:cubicBezTo>
                <a:close/>
                <a:moveTo>
                  <a:pt x="322" y="787"/>
                </a:moveTo>
                <a:cubicBezTo>
                  <a:pt x="319" y="787"/>
                  <a:pt x="317" y="786"/>
                  <a:pt x="315" y="786"/>
                </a:cubicBezTo>
                <a:cubicBezTo>
                  <a:pt x="315" y="772"/>
                  <a:pt x="315" y="772"/>
                  <a:pt x="315" y="772"/>
                </a:cubicBezTo>
                <a:cubicBezTo>
                  <a:pt x="317" y="774"/>
                  <a:pt x="319" y="776"/>
                  <a:pt x="322" y="778"/>
                </a:cubicBezTo>
                <a:cubicBezTo>
                  <a:pt x="322" y="787"/>
                  <a:pt x="322" y="787"/>
                  <a:pt x="322" y="787"/>
                </a:cubicBezTo>
                <a:close/>
                <a:moveTo>
                  <a:pt x="322" y="46"/>
                </a:moveTo>
                <a:cubicBezTo>
                  <a:pt x="322" y="55"/>
                  <a:pt x="322" y="55"/>
                  <a:pt x="322" y="55"/>
                </a:cubicBezTo>
                <a:cubicBezTo>
                  <a:pt x="321" y="55"/>
                  <a:pt x="321" y="55"/>
                  <a:pt x="321" y="55"/>
                </a:cubicBezTo>
                <a:cubicBezTo>
                  <a:pt x="315" y="55"/>
                  <a:pt x="315" y="55"/>
                  <a:pt x="315" y="55"/>
                </a:cubicBezTo>
                <a:cubicBezTo>
                  <a:pt x="315" y="47"/>
                  <a:pt x="315" y="47"/>
                  <a:pt x="315" y="47"/>
                </a:cubicBezTo>
                <a:cubicBezTo>
                  <a:pt x="317" y="47"/>
                  <a:pt x="320" y="47"/>
                  <a:pt x="322" y="46"/>
                </a:cubicBezTo>
                <a:close/>
                <a:moveTo>
                  <a:pt x="322" y="89"/>
                </a:moveTo>
                <a:cubicBezTo>
                  <a:pt x="322" y="105"/>
                  <a:pt x="322" y="105"/>
                  <a:pt x="322" y="105"/>
                </a:cubicBezTo>
                <a:cubicBezTo>
                  <a:pt x="318" y="106"/>
                  <a:pt x="318" y="106"/>
                  <a:pt x="318" y="106"/>
                </a:cubicBezTo>
                <a:cubicBezTo>
                  <a:pt x="318" y="107"/>
                  <a:pt x="317" y="108"/>
                  <a:pt x="317" y="110"/>
                </a:cubicBezTo>
                <a:cubicBezTo>
                  <a:pt x="319" y="110"/>
                  <a:pt x="320" y="111"/>
                  <a:pt x="322" y="111"/>
                </a:cubicBezTo>
                <a:cubicBezTo>
                  <a:pt x="322" y="126"/>
                  <a:pt x="322" y="126"/>
                  <a:pt x="322" y="126"/>
                </a:cubicBezTo>
                <a:cubicBezTo>
                  <a:pt x="319" y="124"/>
                  <a:pt x="317" y="123"/>
                  <a:pt x="315" y="123"/>
                </a:cubicBezTo>
                <a:cubicBezTo>
                  <a:pt x="315" y="92"/>
                  <a:pt x="315" y="92"/>
                  <a:pt x="315" y="92"/>
                </a:cubicBezTo>
                <a:cubicBezTo>
                  <a:pt x="317" y="91"/>
                  <a:pt x="319" y="91"/>
                  <a:pt x="322" y="89"/>
                </a:cubicBezTo>
                <a:close/>
                <a:moveTo>
                  <a:pt x="322" y="177"/>
                </a:moveTo>
                <a:cubicBezTo>
                  <a:pt x="322" y="183"/>
                  <a:pt x="322" y="183"/>
                  <a:pt x="322" y="183"/>
                </a:cubicBezTo>
                <a:cubicBezTo>
                  <a:pt x="320" y="183"/>
                  <a:pt x="318" y="183"/>
                  <a:pt x="315" y="185"/>
                </a:cubicBezTo>
                <a:cubicBezTo>
                  <a:pt x="315" y="179"/>
                  <a:pt x="315" y="179"/>
                  <a:pt x="315" y="179"/>
                </a:cubicBezTo>
                <a:cubicBezTo>
                  <a:pt x="322" y="177"/>
                  <a:pt x="322" y="177"/>
                  <a:pt x="322" y="177"/>
                </a:cubicBezTo>
                <a:close/>
                <a:moveTo>
                  <a:pt x="322" y="193"/>
                </a:moveTo>
                <a:cubicBezTo>
                  <a:pt x="322" y="200"/>
                  <a:pt x="322" y="200"/>
                  <a:pt x="322" y="200"/>
                </a:cubicBezTo>
                <a:cubicBezTo>
                  <a:pt x="319" y="198"/>
                  <a:pt x="317" y="196"/>
                  <a:pt x="315" y="195"/>
                </a:cubicBezTo>
                <a:cubicBezTo>
                  <a:pt x="315" y="188"/>
                  <a:pt x="315" y="188"/>
                  <a:pt x="315" y="188"/>
                </a:cubicBezTo>
                <a:cubicBezTo>
                  <a:pt x="317" y="190"/>
                  <a:pt x="319" y="191"/>
                  <a:pt x="322" y="193"/>
                </a:cubicBezTo>
                <a:close/>
                <a:moveTo>
                  <a:pt x="322" y="200"/>
                </a:moveTo>
                <a:cubicBezTo>
                  <a:pt x="322" y="205"/>
                  <a:pt x="322" y="205"/>
                  <a:pt x="322" y="205"/>
                </a:cubicBezTo>
                <a:cubicBezTo>
                  <a:pt x="319" y="206"/>
                  <a:pt x="317" y="207"/>
                  <a:pt x="315" y="208"/>
                </a:cubicBezTo>
                <a:cubicBezTo>
                  <a:pt x="315" y="203"/>
                  <a:pt x="315" y="203"/>
                  <a:pt x="315" y="203"/>
                </a:cubicBezTo>
                <a:cubicBezTo>
                  <a:pt x="319" y="202"/>
                  <a:pt x="319" y="202"/>
                  <a:pt x="322" y="200"/>
                </a:cubicBezTo>
                <a:close/>
                <a:moveTo>
                  <a:pt x="322" y="219"/>
                </a:moveTo>
                <a:cubicBezTo>
                  <a:pt x="322" y="256"/>
                  <a:pt x="322" y="256"/>
                  <a:pt x="322" y="256"/>
                </a:cubicBezTo>
                <a:cubicBezTo>
                  <a:pt x="318" y="252"/>
                  <a:pt x="317" y="246"/>
                  <a:pt x="317" y="239"/>
                </a:cubicBezTo>
                <a:cubicBezTo>
                  <a:pt x="320" y="235"/>
                  <a:pt x="320" y="235"/>
                  <a:pt x="320" y="234"/>
                </a:cubicBezTo>
                <a:cubicBezTo>
                  <a:pt x="318" y="234"/>
                  <a:pt x="316" y="235"/>
                  <a:pt x="315" y="235"/>
                </a:cubicBezTo>
                <a:cubicBezTo>
                  <a:pt x="315" y="223"/>
                  <a:pt x="315" y="223"/>
                  <a:pt x="315" y="223"/>
                </a:cubicBezTo>
                <a:cubicBezTo>
                  <a:pt x="317" y="222"/>
                  <a:pt x="319" y="220"/>
                  <a:pt x="322" y="219"/>
                </a:cubicBezTo>
                <a:close/>
                <a:moveTo>
                  <a:pt x="322" y="269"/>
                </a:moveTo>
                <a:cubicBezTo>
                  <a:pt x="322" y="296"/>
                  <a:pt x="322" y="296"/>
                  <a:pt x="322" y="296"/>
                </a:cubicBezTo>
                <a:cubicBezTo>
                  <a:pt x="321" y="297"/>
                  <a:pt x="320" y="298"/>
                  <a:pt x="318" y="298"/>
                </a:cubicBezTo>
                <a:cubicBezTo>
                  <a:pt x="315" y="292"/>
                  <a:pt x="316" y="283"/>
                  <a:pt x="315" y="275"/>
                </a:cubicBezTo>
                <a:cubicBezTo>
                  <a:pt x="315" y="256"/>
                  <a:pt x="315" y="256"/>
                  <a:pt x="315" y="256"/>
                </a:cubicBezTo>
                <a:cubicBezTo>
                  <a:pt x="317" y="259"/>
                  <a:pt x="319" y="261"/>
                  <a:pt x="320" y="264"/>
                </a:cubicBezTo>
                <a:cubicBezTo>
                  <a:pt x="321" y="265"/>
                  <a:pt x="321" y="267"/>
                  <a:pt x="322" y="269"/>
                </a:cubicBezTo>
                <a:close/>
                <a:moveTo>
                  <a:pt x="322" y="310"/>
                </a:moveTo>
                <a:cubicBezTo>
                  <a:pt x="322" y="314"/>
                  <a:pt x="322" y="314"/>
                  <a:pt x="322" y="314"/>
                </a:cubicBezTo>
                <a:cubicBezTo>
                  <a:pt x="321" y="314"/>
                  <a:pt x="321" y="314"/>
                  <a:pt x="321" y="313"/>
                </a:cubicBezTo>
                <a:cubicBezTo>
                  <a:pt x="320" y="318"/>
                  <a:pt x="317" y="321"/>
                  <a:pt x="315" y="325"/>
                </a:cubicBezTo>
                <a:cubicBezTo>
                  <a:pt x="315" y="317"/>
                  <a:pt x="315" y="317"/>
                  <a:pt x="315" y="317"/>
                </a:cubicBezTo>
                <a:cubicBezTo>
                  <a:pt x="317" y="314"/>
                  <a:pt x="317" y="312"/>
                  <a:pt x="315" y="308"/>
                </a:cubicBezTo>
                <a:cubicBezTo>
                  <a:pt x="315" y="302"/>
                  <a:pt x="315" y="302"/>
                  <a:pt x="315" y="302"/>
                </a:cubicBezTo>
                <a:cubicBezTo>
                  <a:pt x="317" y="305"/>
                  <a:pt x="319" y="307"/>
                  <a:pt x="322" y="310"/>
                </a:cubicBezTo>
                <a:close/>
                <a:moveTo>
                  <a:pt x="322" y="325"/>
                </a:moveTo>
                <a:cubicBezTo>
                  <a:pt x="320" y="326"/>
                  <a:pt x="317" y="328"/>
                  <a:pt x="315" y="331"/>
                </a:cubicBezTo>
                <a:cubicBezTo>
                  <a:pt x="315" y="337"/>
                  <a:pt x="315" y="337"/>
                  <a:pt x="315" y="337"/>
                </a:cubicBezTo>
                <a:cubicBezTo>
                  <a:pt x="317" y="335"/>
                  <a:pt x="319" y="335"/>
                  <a:pt x="322" y="335"/>
                </a:cubicBezTo>
                <a:cubicBezTo>
                  <a:pt x="322" y="331"/>
                  <a:pt x="322" y="331"/>
                  <a:pt x="322" y="331"/>
                </a:cubicBezTo>
                <a:cubicBezTo>
                  <a:pt x="319" y="330"/>
                  <a:pt x="319" y="330"/>
                  <a:pt x="319" y="330"/>
                </a:cubicBezTo>
                <a:cubicBezTo>
                  <a:pt x="320" y="330"/>
                  <a:pt x="321" y="329"/>
                  <a:pt x="322" y="329"/>
                </a:cubicBezTo>
                <a:cubicBezTo>
                  <a:pt x="322" y="325"/>
                  <a:pt x="322" y="325"/>
                  <a:pt x="322" y="325"/>
                </a:cubicBezTo>
                <a:close/>
                <a:moveTo>
                  <a:pt x="322" y="341"/>
                </a:moveTo>
                <a:cubicBezTo>
                  <a:pt x="322" y="352"/>
                  <a:pt x="322" y="352"/>
                  <a:pt x="322" y="352"/>
                </a:cubicBezTo>
                <a:cubicBezTo>
                  <a:pt x="319" y="355"/>
                  <a:pt x="317" y="359"/>
                  <a:pt x="315" y="362"/>
                </a:cubicBezTo>
                <a:cubicBezTo>
                  <a:pt x="315" y="351"/>
                  <a:pt x="315" y="351"/>
                  <a:pt x="315" y="351"/>
                </a:cubicBezTo>
                <a:cubicBezTo>
                  <a:pt x="317" y="350"/>
                  <a:pt x="320" y="349"/>
                  <a:pt x="321" y="346"/>
                </a:cubicBezTo>
                <a:cubicBezTo>
                  <a:pt x="315" y="346"/>
                  <a:pt x="315" y="346"/>
                  <a:pt x="315" y="346"/>
                </a:cubicBezTo>
                <a:cubicBezTo>
                  <a:pt x="315" y="341"/>
                  <a:pt x="315" y="341"/>
                  <a:pt x="315" y="341"/>
                </a:cubicBezTo>
                <a:cubicBezTo>
                  <a:pt x="316" y="342"/>
                  <a:pt x="316" y="342"/>
                  <a:pt x="316" y="342"/>
                </a:cubicBezTo>
                <a:cubicBezTo>
                  <a:pt x="318" y="341"/>
                  <a:pt x="320" y="341"/>
                  <a:pt x="322" y="341"/>
                </a:cubicBezTo>
                <a:close/>
                <a:moveTo>
                  <a:pt x="322" y="452"/>
                </a:moveTo>
                <a:cubicBezTo>
                  <a:pt x="322" y="459"/>
                  <a:pt x="322" y="459"/>
                  <a:pt x="322" y="459"/>
                </a:cubicBezTo>
                <a:cubicBezTo>
                  <a:pt x="321" y="458"/>
                  <a:pt x="321" y="457"/>
                  <a:pt x="320" y="456"/>
                </a:cubicBezTo>
                <a:cubicBezTo>
                  <a:pt x="317" y="463"/>
                  <a:pt x="315" y="467"/>
                  <a:pt x="319" y="474"/>
                </a:cubicBezTo>
                <a:cubicBezTo>
                  <a:pt x="320" y="472"/>
                  <a:pt x="321" y="470"/>
                  <a:pt x="322" y="468"/>
                </a:cubicBezTo>
                <a:cubicBezTo>
                  <a:pt x="322" y="480"/>
                  <a:pt x="322" y="480"/>
                  <a:pt x="322" y="480"/>
                </a:cubicBezTo>
                <a:cubicBezTo>
                  <a:pt x="319" y="478"/>
                  <a:pt x="317" y="476"/>
                  <a:pt x="315" y="474"/>
                </a:cubicBezTo>
                <a:cubicBezTo>
                  <a:pt x="315" y="457"/>
                  <a:pt x="315" y="457"/>
                  <a:pt x="315" y="457"/>
                </a:cubicBezTo>
                <a:cubicBezTo>
                  <a:pt x="316" y="455"/>
                  <a:pt x="317" y="452"/>
                  <a:pt x="315" y="448"/>
                </a:cubicBezTo>
                <a:cubicBezTo>
                  <a:pt x="315" y="441"/>
                  <a:pt x="315" y="441"/>
                  <a:pt x="315" y="441"/>
                </a:cubicBezTo>
                <a:cubicBezTo>
                  <a:pt x="316" y="443"/>
                  <a:pt x="317" y="445"/>
                  <a:pt x="319" y="446"/>
                </a:cubicBezTo>
                <a:cubicBezTo>
                  <a:pt x="320" y="448"/>
                  <a:pt x="321" y="450"/>
                  <a:pt x="322" y="452"/>
                </a:cubicBezTo>
                <a:close/>
                <a:moveTo>
                  <a:pt x="322" y="485"/>
                </a:moveTo>
                <a:cubicBezTo>
                  <a:pt x="322" y="493"/>
                  <a:pt x="322" y="493"/>
                  <a:pt x="322" y="493"/>
                </a:cubicBezTo>
                <a:cubicBezTo>
                  <a:pt x="319" y="496"/>
                  <a:pt x="317" y="499"/>
                  <a:pt x="315" y="502"/>
                </a:cubicBezTo>
                <a:cubicBezTo>
                  <a:pt x="315" y="494"/>
                  <a:pt x="315" y="494"/>
                  <a:pt x="315" y="494"/>
                </a:cubicBezTo>
                <a:cubicBezTo>
                  <a:pt x="318" y="493"/>
                  <a:pt x="320" y="492"/>
                  <a:pt x="321" y="489"/>
                </a:cubicBezTo>
                <a:cubicBezTo>
                  <a:pt x="320" y="488"/>
                  <a:pt x="317" y="487"/>
                  <a:pt x="315" y="486"/>
                </a:cubicBezTo>
                <a:cubicBezTo>
                  <a:pt x="315" y="481"/>
                  <a:pt x="315" y="481"/>
                  <a:pt x="315" y="481"/>
                </a:cubicBezTo>
                <a:cubicBezTo>
                  <a:pt x="316" y="482"/>
                  <a:pt x="318" y="484"/>
                  <a:pt x="319" y="485"/>
                </a:cubicBezTo>
                <a:cubicBezTo>
                  <a:pt x="322" y="485"/>
                  <a:pt x="322" y="485"/>
                  <a:pt x="322" y="485"/>
                </a:cubicBezTo>
                <a:close/>
                <a:moveTo>
                  <a:pt x="322" y="514"/>
                </a:moveTo>
                <a:cubicBezTo>
                  <a:pt x="322" y="524"/>
                  <a:pt x="322" y="524"/>
                  <a:pt x="322" y="524"/>
                </a:cubicBezTo>
                <a:cubicBezTo>
                  <a:pt x="319" y="526"/>
                  <a:pt x="317" y="528"/>
                  <a:pt x="315" y="531"/>
                </a:cubicBezTo>
                <a:cubicBezTo>
                  <a:pt x="315" y="518"/>
                  <a:pt x="315" y="518"/>
                  <a:pt x="315" y="518"/>
                </a:cubicBezTo>
                <a:cubicBezTo>
                  <a:pt x="317" y="517"/>
                  <a:pt x="319" y="516"/>
                  <a:pt x="322" y="514"/>
                </a:cubicBezTo>
                <a:close/>
                <a:moveTo>
                  <a:pt x="322" y="536"/>
                </a:moveTo>
                <a:cubicBezTo>
                  <a:pt x="322" y="559"/>
                  <a:pt x="322" y="559"/>
                  <a:pt x="322" y="559"/>
                </a:cubicBezTo>
                <a:cubicBezTo>
                  <a:pt x="320" y="558"/>
                  <a:pt x="317" y="557"/>
                  <a:pt x="315" y="557"/>
                </a:cubicBezTo>
                <a:cubicBezTo>
                  <a:pt x="315" y="541"/>
                  <a:pt x="315" y="541"/>
                  <a:pt x="315" y="541"/>
                </a:cubicBezTo>
                <a:cubicBezTo>
                  <a:pt x="317" y="540"/>
                  <a:pt x="319" y="538"/>
                  <a:pt x="322" y="536"/>
                </a:cubicBezTo>
                <a:close/>
                <a:moveTo>
                  <a:pt x="322" y="571"/>
                </a:moveTo>
                <a:cubicBezTo>
                  <a:pt x="322" y="588"/>
                  <a:pt x="322" y="588"/>
                  <a:pt x="322" y="588"/>
                </a:cubicBezTo>
                <a:cubicBezTo>
                  <a:pt x="319" y="588"/>
                  <a:pt x="319" y="588"/>
                  <a:pt x="319" y="588"/>
                </a:cubicBezTo>
                <a:cubicBezTo>
                  <a:pt x="313" y="578"/>
                  <a:pt x="318" y="576"/>
                  <a:pt x="322" y="571"/>
                </a:cubicBezTo>
                <a:close/>
                <a:moveTo>
                  <a:pt x="322" y="599"/>
                </a:moveTo>
                <a:cubicBezTo>
                  <a:pt x="322" y="621"/>
                  <a:pt x="322" y="621"/>
                  <a:pt x="322" y="621"/>
                </a:cubicBezTo>
                <a:cubicBezTo>
                  <a:pt x="320" y="611"/>
                  <a:pt x="320" y="606"/>
                  <a:pt x="315" y="602"/>
                </a:cubicBezTo>
                <a:cubicBezTo>
                  <a:pt x="315" y="595"/>
                  <a:pt x="315" y="595"/>
                  <a:pt x="315" y="595"/>
                </a:cubicBezTo>
                <a:cubicBezTo>
                  <a:pt x="318" y="597"/>
                  <a:pt x="319" y="597"/>
                  <a:pt x="321" y="599"/>
                </a:cubicBezTo>
                <a:cubicBezTo>
                  <a:pt x="322" y="599"/>
                  <a:pt x="322" y="599"/>
                  <a:pt x="322" y="599"/>
                </a:cubicBezTo>
                <a:close/>
                <a:moveTo>
                  <a:pt x="322" y="622"/>
                </a:moveTo>
                <a:cubicBezTo>
                  <a:pt x="319" y="622"/>
                  <a:pt x="319" y="622"/>
                  <a:pt x="319" y="622"/>
                </a:cubicBezTo>
                <a:cubicBezTo>
                  <a:pt x="318" y="621"/>
                  <a:pt x="317" y="620"/>
                  <a:pt x="315" y="620"/>
                </a:cubicBezTo>
                <a:cubicBezTo>
                  <a:pt x="315" y="625"/>
                  <a:pt x="315" y="625"/>
                  <a:pt x="315" y="625"/>
                </a:cubicBezTo>
                <a:cubicBezTo>
                  <a:pt x="317" y="626"/>
                  <a:pt x="319" y="626"/>
                  <a:pt x="322" y="627"/>
                </a:cubicBezTo>
                <a:cubicBezTo>
                  <a:pt x="322" y="622"/>
                  <a:pt x="322" y="622"/>
                  <a:pt x="322" y="622"/>
                </a:cubicBezTo>
                <a:close/>
                <a:moveTo>
                  <a:pt x="322" y="740"/>
                </a:moveTo>
                <a:cubicBezTo>
                  <a:pt x="322" y="750"/>
                  <a:pt x="322" y="750"/>
                  <a:pt x="322" y="750"/>
                </a:cubicBezTo>
                <a:cubicBezTo>
                  <a:pt x="320" y="749"/>
                  <a:pt x="318" y="748"/>
                  <a:pt x="315" y="747"/>
                </a:cubicBezTo>
                <a:cubicBezTo>
                  <a:pt x="315" y="739"/>
                  <a:pt x="315" y="739"/>
                  <a:pt x="315" y="739"/>
                </a:cubicBezTo>
                <a:cubicBezTo>
                  <a:pt x="317" y="739"/>
                  <a:pt x="320" y="740"/>
                  <a:pt x="322" y="740"/>
                </a:cubicBezTo>
                <a:close/>
                <a:moveTo>
                  <a:pt x="311" y="11"/>
                </a:moveTo>
                <a:cubicBezTo>
                  <a:pt x="313" y="11"/>
                  <a:pt x="314" y="10"/>
                  <a:pt x="315" y="10"/>
                </a:cubicBezTo>
                <a:cubicBezTo>
                  <a:pt x="315" y="25"/>
                  <a:pt x="315" y="25"/>
                  <a:pt x="315" y="25"/>
                </a:cubicBezTo>
                <a:cubicBezTo>
                  <a:pt x="314" y="24"/>
                  <a:pt x="313" y="23"/>
                  <a:pt x="311" y="23"/>
                </a:cubicBezTo>
                <a:cubicBezTo>
                  <a:pt x="311" y="11"/>
                  <a:pt x="311" y="11"/>
                  <a:pt x="311" y="11"/>
                </a:cubicBezTo>
                <a:close/>
                <a:moveTo>
                  <a:pt x="315" y="786"/>
                </a:moveTo>
                <a:cubicBezTo>
                  <a:pt x="314" y="785"/>
                  <a:pt x="312" y="785"/>
                  <a:pt x="311" y="785"/>
                </a:cubicBezTo>
                <a:cubicBezTo>
                  <a:pt x="311" y="765"/>
                  <a:pt x="311" y="765"/>
                  <a:pt x="311" y="765"/>
                </a:cubicBezTo>
                <a:cubicBezTo>
                  <a:pt x="312" y="768"/>
                  <a:pt x="313" y="770"/>
                  <a:pt x="315" y="772"/>
                </a:cubicBezTo>
                <a:cubicBezTo>
                  <a:pt x="315" y="786"/>
                  <a:pt x="315" y="786"/>
                  <a:pt x="315" y="786"/>
                </a:cubicBezTo>
                <a:close/>
                <a:moveTo>
                  <a:pt x="315" y="47"/>
                </a:moveTo>
                <a:cubicBezTo>
                  <a:pt x="315" y="55"/>
                  <a:pt x="315" y="55"/>
                  <a:pt x="315" y="55"/>
                </a:cubicBezTo>
                <a:cubicBezTo>
                  <a:pt x="311" y="55"/>
                  <a:pt x="311" y="55"/>
                  <a:pt x="311" y="55"/>
                </a:cubicBezTo>
                <a:cubicBezTo>
                  <a:pt x="311" y="45"/>
                  <a:pt x="311" y="45"/>
                  <a:pt x="311" y="45"/>
                </a:cubicBezTo>
                <a:cubicBezTo>
                  <a:pt x="315" y="47"/>
                  <a:pt x="315" y="47"/>
                  <a:pt x="315" y="47"/>
                </a:cubicBezTo>
                <a:cubicBezTo>
                  <a:pt x="315" y="47"/>
                  <a:pt x="315" y="47"/>
                  <a:pt x="315" y="47"/>
                </a:cubicBezTo>
                <a:close/>
                <a:moveTo>
                  <a:pt x="315" y="92"/>
                </a:moveTo>
                <a:cubicBezTo>
                  <a:pt x="315" y="123"/>
                  <a:pt x="315" y="123"/>
                  <a:pt x="315" y="123"/>
                </a:cubicBezTo>
                <a:cubicBezTo>
                  <a:pt x="314" y="122"/>
                  <a:pt x="313" y="122"/>
                  <a:pt x="312" y="122"/>
                </a:cubicBezTo>
                <a:cubicBezTo>
                  <a:pt x="312" y="125"/>
                  <a:pt x="311" y="127"/>
                  <a:pt x="311" y="130"/>
                </a:cubicBezTo>
                <a:cubicBezTo>
                  <a:pt x="311" y="93"/>
                  <a:pt x="311" y="93"/>
                  <a:pt x="311" y="93"/>
                </a:cubicBezTo>
                <a:cubicBezTo>
                  <a:pt x="313" y="93"/>
                  <a:pt x="314" y="93"/>
                  <a:pt x="315" y="92"/>
                </a:cubicBezTo>
                <a:close/>
                <a:moveTo>
                  <a:pt x="315" y="179"/>
                </a:moveTo>
                <a:cubicBezTo>
                  <a:pt x="315" y="185"/>
                  <a:pt x="315" y="185"/>
                  <a:pt x="315" y="185"/>
                </a:cubicBezTo>
                <a:cubicBezTo>
                  <a:pt x="314" y="185"/>
                  <a:pt x="313" y="185"/>
                  <a:pt x="313" y="186"/>
                </a:cubicBezTo>
                <a:cubicBezTo>
                  <a:pt x="315" y="188"/>
                  <a:pt x="315" y="188"/>
                  <a:pt x="315" y="188"/>
                </a:cubicBezTo>
                <a:cubicBezTo>
                  <a:pt x="315" y="195"/>
                  <a:pt x="315" y="195"/>
                  <a:pt x="315" y="195"/>
                </a:cubicBezTo>
                <a:cubicBezTo>
                  <a:pt x="314" y="194"/>
                  <a:pt x="312" y="193"/>
                  <a:pt x="311" y="192"/>
                </a:cubicBezTo>
                <a:cubicBezTo>
                  <a:pt x="311" y="181"/>
                  <a:pt x="311" y="181"/>
                  <a:pt x="311" y="181"/>
                </a:cubicBezTo>
                <a:cubicBezTo>
                  <a:pt x="312" y="180"/>
                  <a:pt x="314" y="180"/>
                  <a:pt x="315" y="179"/>
                </a:cubicBezTo>
                <a:close/>
                <a:moveTo>
                  <a:pt x="315" y="203"/>
                </a:moveTo>
                <a:cubicBezTo>
                  <a:pt x="315" y="208"/>
                  <a:pt x="315" y="208"/>
                  <a:pt x="315" y="208"/>
                </a:cubicBezTo>
                <a:cubicBezTo>
                  <a:pt x="314" y="208"/>
                  <a:pt x="312" y="209"/>
                  <a:pt x="311" y="209"/>
                </a:cubicBezTo>
                <a:cubicBezTo>
                  <a:pt x="311" y="204"/>
                  <a:pt x="311" y="204"/>
                  <a:pt x="311" y="204"/>
                </a:cubicBezTo>
                <a:cubicBezTo>
                  <a:pt x="313" y="203"/>
                  <a:pt x="314" y="203"/>
                  <a:pt x="315" y="203"/>
                </a:cubicBezTo>
                <a:close/>
                <a:moveTo>
                  <a:pt x="315" y="223"/>
                </a:moveTo>
                <a:cubicBezTo>
                  <a:pt x="315" y="235"/>
                  <a:pt x="315" y="235"/>
                  <a:pt x="315" y="235"/>
                </a:cubicBezTo>
                <a:cubicBezTo>
                  <a:pt x="314" y="236"/>
                  <a:pt x="313" y="237"/>
                  <a:pt x="311" y="238"/>
                </a:cubicBezTo>
                <a:cubicBezTo>
                  <a:pt x="311" y="225"/>
                  <a:pt x="311" y="225"/>
                  <a:pt x="311" y="225"/>
                </a:cubicBezTo>
                <a:cubicBezTo>
                  <a:pt x="312" y="224"/>
                  <a:pt x="314" y="224"/>
                  <a:pt x="315" y="223"/>
                </a:cubicBezTo>
                <a:close/>
                <a:moveTo>
                  <a:pt x="315" y="256"/>
                </a:moveTo>
                <a:cubicBezTo>
                  <a:pt x="315" y="275"/>
                  <a:pt x="315" y="275"/>
                  <a:pt x="315" y="275"/>
                </a:cubicBezTo>
                <a:cubicBezTo>
                  <a:pt x="315" y="274"/>
                  <a:pt x="315" y="273"/>
                  <a:pt x="314" y="272"/>
                </a:cubicBezTo>
                <a:cubicBezTo>
                  <a:pt x="313" y="271"/>
                  <a:pt x="313" y="269"/>
                  <a:pt x="311" y="267"/>
                </a:cubicBezTo>
                <a:cubicBezTo>
                  <a:pt x="311" y="250"/>
                  <a:pt x="311" y="250"/>
                  <a:pt x="311" y="250"/>
                </a:cubicBezTo>
                <a:cubicBezTo>
                  <a:pt x="312" y="252"/>
                  <a:pt x="313" y="254"/>
                  <a:pt x="315" y="256"/>
                </a:cubicBezTo>
                <a:close/>
                <a:moveTo>
                  <a:pt x="315" y="302"/>
                </a:moveTo>
                <a:cubicBezTo>
                  <a:pt x="315" y="308"/>
                  <a:pt x="315" y="308"/>
                  <a:pt x="315" y="308"/>
                </a:cubicBezTo>
                <a:cubicBezTo>
                  <a:pt x="315" y="307"/>
                  <a:pt x="314" y="306"/>
                  <a:pt x="313" y="305"/>
                </a:cubicBezTo>
                <a:cubicBezTo>
                  <a:pt x="313" y="306"/>
                  <a:pt x="312" y="307"/>
                  <a:pt x="311" y="308"/>
                </a:cubicBezTo>
                <a:cubicBezTo>
                  <a:pt x="311" y="299"/>
                  <a:pt x="311" y="299"/>
                  <a:pt x="311" y="299"/>
                </a:cubicBezTo>
                <a:cubicBezTo>
                  <a:pt x="315" y="302"/>
                  <a:pt x="315" y="302"/>
                  <a:pt x="315" y="302"/>
                </a:cubicBezTo>
                <a:close/>
                <a:moveTo>
                  <a:pt x="315" y="317"/>
                </a:moveTo>
                <a:cubicBezTo>
                  <a:pt x="315" y="325"/>
                  <a:pt x="315" y="325"/>
                  <a:pt x="315" y="325"/>
                </a:cubicBezTo>
                <a:cubicBezTo>
                  <a:pt x="314" y="327"/>
                  <a:pt x="313" y="329"/>
                  <a:pt x="314" y="332"/>
                </a:cubicBezTo>
                <a:cubicBezTo>
                  <a:pt x="314" y="332"/>
                  <a:pt x="315" y="331"/>
                  <a:pt x="315" y="331"/>
                </a:cubicBezTo>
                <a:cubicBezTo>
                  <a:pt x="315" y="337"/>
                  <a:pt x="315" y="337"/>
                  <a:pt x="315" y="337"/>
                </a:cubicBezTo>
                <a:cubicBezTo>
                  <a:pt x="314" y="338"/>
                  <a:pt x="313" y="339"/>
                  <a:pt x="313" y="341"/>
                </a:cubicBezTo>
                <a:cubicBezTo>
                  <a:pt x="313" y="341"/>
                  <a:pt x="314" y="341"/>
                  <a:pt x="315" y="341"/>
                </a:cubicBezTo>
                <a:cubicBezTo>
                  <a:pt x="315" y="346"/>
                  <a:pt x="315" y="346"/>
                  <a:pt x="315" y="346"/>
                </a:cubicBezTo>
                <a:cubicBezTo>
                  <a:pt x="311" y="346"/>
                  <a:pt x="311" y="346"/>
                  <a:pt x="311" y="346"/>
                </a:cubicBezTo>
                <a:cubicBezTo>
                  <a:pt x="311" y="322"/>
                  <a:pt x="311" y="322"/>
                  <a:pt x="311" y="322"/>
                </a:cubicBezTo>
                <a:cubicBezTo>
                  <a:pt x="313" y="320"/>
                  <a:pt x="314" y="319"/>
                  <a:pt x="315" y="317"/>
                </a:cubicBezTo>
                <a:close/>
                <a:moveTo>
                  <a:pt x="315" y="351"/>
                </a:moveTo>
                <a:cubicBezTo>
                  <a:pt x="315" y="362"/>
                  <a:pt x="315" y="362"/>
                  <a:pt x="315" y="362"/>
                </a:cubicBezTo>
                <a:cubicBezTo>
                  <a:pt x="313" y="366"/>
                  <a:pt x="312" y="369"/>
                  <a:pt x="311" y="372"/>
                </a:cubicBezTo>
                <a:cubicBezTo>
                  <a:pt x="311" y="361"/>
                  <a:pt x="311" y="361"/>
                  <a:pt x="311" y="361"/>
                </a:cubicBezTo>
                <a:cubicBezTo>
                  <a:pt x="313" y="361"/>
                  <a:pt x="313" y="361"/>
                  <a:pt x="313" y="361"/>
                </a:cubicBezTo>
                <a:cubicBezTo>
                  <a:pt x="313" y="359"/>
                  <a:pt x="314" y="357"/>
                  <a:pt x="315" y="356"/>
                </a:cubicBezTo>
                <a:cubicBezTo>
                  <a:pt x="314" y="356"/>
                  <a:pt x="312" y="356"/>
                  <a:pt x="311" y="356"/>
                </a:cubicBezTo>
                <a:cubicBezTo>
                  <a:pt x="311" y="351"/>
                  <a:pt x="311" y="351"/>
                  <a:pt x="311" y="351"/>
                </a:cubicBezTo>
                <a:cubicBezTo>
                  <a:pt x="313" y="351"/>
                  <a:pt x="314" y="351"/>
                  <a:pt x="315" y="351"/>
                </a:cubicBezTo>
                <a:close/>
                <a:moveTo>
                  <a:pt x="315" y="441"/>
                </a:moveTo>
                <a:cubicBezTo>
                  <a:pt x="315" y="448"/>
                  <a:pt x="315" y="448"/>
                  <a:pt x="315" y="448"/>
                </a:cubicBezTo>
                <a:cubicBezTo>
                  <a:pt x="315" y="447"/>
                  <a:pt x="315" y="447"/>
                  <a:pt x="314" y="446"/>
                </a:cubicBezTo>
                <a:cubicBezTo>
                  <a:pt x="313" y="448"/>
                  <a:pt x="312" y="449"/>
                  <a:pt x="311" y="451"/>
                </a:cubicBezTo>
                <a:cubicBezTo>
                  <a:pt x="311" y="432"/>
                  <a:pt x="311" y="432"/>
                  <a:pt x="311" y="432"/>
                </a:cubicBezTo>
                <a:cubicBezTo>
                  <a:pt x="312" y="435"/>
                  <a:pt x="313" y="438"/>
                  <a:pt x="315" y="441"/>
                </a:cubicBezTo>
                <a:close/>
                <a:moveTo>
                  <a:pt x="315" y="457"/>
                </a:moveTo>
                <a:cubicBezTo>
                  <a:pt x="315" y="474"/>
                  <a:pt x="315" y="474"/>
                  <a:pt x="315" y="474"/>
                </a:cubicBezTo>
                <a:cubicBezTo>
                  <a:pt x="315" y="473"/>
                  <a:pt x="314" y="473"/>
                  <a:pt x="314" y="472"/>
                </a:cubicBezTo>
                <a:cubicBezTo>
                  <a:pt x="313" y="473"/>
                  <a:pt x="312" y="474"/>
                  <a:pt x="311" y="474"/>
                </a:cubicBezTo>
                <a:cubicBezTo>
                  <a:pt x="311" y="464"/>
                  <a:pt x="311" y="464"/>
                  <a:pt x="311" y="464"/>
                </a:cubicBezTo>
                <a:cubicBezTo>
                  <a:pt x="311" y="464"/>
                  <a:pt x="311" y="464"/>
                  <a:pt x="311" y="464"/>
                </a:cubicBezTo>
                <a:cubicBezTo>
                  <a:pt x="313" y="461"/>
                  <a:pt x="314" y="459"/>
                  <a:pt x="315" y="457"/>
                </a:cubicBezTo>
                <a:close/>
                <a:moveTo>
                  <a:pt x="315" y="481"/>
                </a:moveTo>
                <a:cubicBezTo>
                  <a:pt x="315" y="486"/>
                  <a:pt x="315" y="486"/>
                  <a:pt x="315" y="486"/>
                </a:cubicBezTo>
                <a:cubicBezTo>
                  <a:pt x="314" y="485"/>
                  <a:pt x="313" y="484"/>
                  <a:pt x="311" y="484"/>
                </a:cubicBezTo>
                <a:cubicBezTo>
                  <a:pt x="311" y="479"/>
                  <a:pt x="311" y="479"/>
                  <a:pt x="311" y="479"/>
                </a:cubicBezTo>
                <a:cubicBezTo>
                  <a:pt x="313" y="480"/>
                  <a:pt x="314" y="480"/>
                  <a:pt x="315" y="481"/>
                </a:cubicBezTo>
                <a:close/>
                <a:moveTo>
                  <a:pt x="315" y="494"/>
                </a:moveTo>
                <a:cubicBezTo>
                  <a:pt x="315" y="502"/>
                  <a:pt x="315" y="502"/>
                  <a:pt x="315" y="502"/>
                </a:cubicBezTo>
                <a:cubicBezTo>
                  <a:pt x="315" y="503"/>
                  <a:pt x="314" y="504"/>
                  <a:pt x="314" y="504"/>
                </a:cubicBezTo>
                <a:cubicBezTo>
                  <a:pt x="313" y="504"/>
                  <a:pt x="312" y="505"/>
                  <a:pt x="311" y="505"/>
                </a:cubicBezTo>
                <a:cubicBezTo>
                  <a:pt x="311" y="500"/>
                  <a:pt x="311" y="500"/>
                  <a:pt x="311" y="500"/>
                </a:cubicBezTo>
                <a:cubicBezTo>
                  <a:pt x="312" y="499"/>
                  <a:pt x="312" y="499"/>
                  <a:pt x="313" y="499"/>
                </a:cubicBezTo>
                <a:cubicBezTo>
                  <a:pt x="312" y="498"/>
                  <a:pt x="312" y="498"/>
                  <a:pt x="311" y="498"/>
                </a:cubicBezTo>
                <a:cubicBezTo>
                  <a:pt x="311" y="494"/>
                  <a:pt x="311" y="494"/>
                  <a:pt x="311" y="494"/>
                </a:cubicBezTo>
                <a:cubicBezTo>
                  <a:pt x="313" y="495"/>
                  <a:pt x="313" y="495"/>
                  <a:pt x="313" y="495"/>
                </a:cubicBezTo>
                <a:cubicBezTo>
                  <a:pt x="313" y="495"/>
                  <a:pt x="314" y="494"/>
                  <a:pt x="315" y="494"/>
                </a:cubicBezTo>
                <a:close/>
                <a:moveTo>
                  <a:pt x="315" y="518"/>
                </a:moveTo>
                <a:cubicBezTo>
                  <a:pt x="315" y="531"/>
                  <a:pt x="315" y="531"/>
                  <a:pt x="315" y="531"/>
                </a:cubicBezTo>
                <a:cubicBezTo>
                  <a:pt x="313" y="534"/>
                  <a:pt x="312" y="537"/>
                  <a:pt x="312" y="542"/>
                </a:cubicBezTo>
                <a:cubicBezTo>
                  <a:pt x="312" y="542"/>
                  <a:pt x="313" y="542"/>
                  <a:pt x="313" y="542"/>
                </a:cubicBezTo>
                <a:cubicBezTo>
                  <a:pt x="314" y="542"/>
                  <a:pt x="314" y="542"/>
                  <a:pt x="315" y="541"/>
                </a:cubicBezTo>
                <a:cubicBezTo>
                  <a:pt x="315" y="557"/>
                  <a:pt x="315" y="557"/>
                  <a:pt x="315" y="557"/>
                </a:cubicBezTo>
                <a:cubicBezTo>
                  <a:pt x="314" y="556"/>
                  <a:pt x="313" y="556"/>
                  <a:pt x="311" y="555"/>
                </a:cubicBezTo>
                <a:cubicBezTo>
                  <a:pt x="311" y="522"/>
                  <a:pt x="311" y="522"/>
                  <a:pt x="311" y="522"/>
                </a:cubicBezTo>
                <a:cubicBezTo>
                  <a:pt x="312" y="521"/>
                  <a:pt x="314" y="520"/>
                  <a:pt x="315" y="518"/>
                </a:cubicBezTo>
                <a:close/>
                <a:moveTo>
                  <a:pt x="315" y="595"/>
                </a:moveTo>
                <a:cubicBezTo>
                  <a:pt x="315" y="602"/>
                  <a:pt x="315" y="602"/>
                  <a:pt x="315" y="602"/>
                </a:cubicBezTo>
                <a:cubicBezTo>
                  <a:pt x="314" y="601"/>
                  <a:pt x="313" y="600"/>
                  <a:pt x="311" y="599"/>
                </a:cubicBezTo>
                <a:cubicBezTo>
                  <a:pt x="311" y="593"/>
                  <a:pt x="311" y="593"/>
                  <a:pt x="311" y="593"/>
                </a:cubicBezTo>
                <a:cubicBezTo>
                  <a:pt x="312" y="594"/>
                  <a:pt x="313" y="594"/>
                  <a:pt x="314" y="594"/>
                </a:cubicBezTo>
                <a:cubicBezTo>
                  <a:pt x="315" y="595"/>
                  <a:pt x="315" y="595"/>
                  <a:pt x="315" y="595"/>
                </a:cubicBezTo>
                <a:close/>
                <a:moveTo>
                  <a:pt x="315" y="620"/>
                </a:moveTo>
                <a:cubicBezTo>
                  <a:pt x="315" y="625"/>
                  <a:pt x="315" y="625"/>
                  <a:pt x="315" y="625"/>
                </a:cubicBezTo>
                <a:cubicBezTo>
                  <a:pt x="314" y="624"/>
                  <a:pt x="313" y="624"/>
                  <a:pt x="311" y="624"/>
                </a:cubicBezTo>
                <a:cubicBezTo>
                  <a:pt x="311" y="618"/>
                  <a:pt x="311" y="618"/>
                  <a:pt x="311" y="618"/>
                </a:cubicBezTo>
                <a:cubicBezTo>
                  <a:pt x="311" y="618"/>
                  <a:pt x="311" y="618"/>
                  <a:pt x="311" y="618"/>
                </a:cubicBezTo>
                <a:cubicBezTo>
                  <a:pt x="315" y="620"/>
                  <a:pt x="315" y="620"/>
                  <a:pt x="315" y="620"/>
                </a:cubicBezTo>
                <a:close/>
                <a:moveTo>
                  <a:pt x="315" y="739"/>
                </a:moveTo>
                <a:cubicBezTo>
                  <a:pt x="315" y="747"/>
                  <a:pt x="315" y="747"/>
                  <a:pt x="315" y="747"/>
                </a:cubicBezTo>
                <a:cubicBezTo>
                  <a:pt x="314" y="747"/>
                  <a:pt x="313" y="746"/>
                  <a:pt x="311" y="746"/>
                </a:cubicBezTo>
                <a:cubicBezTo>
                  <a:pt x="311" y="738"/>
                  <a:pt x="311" y="738"/>
                  <a:pt x="311" y="738"/>
                </a:cubicBezTo>
                <a:cubicBezTo>
                  <a:pt x="312" y="739"/>
                  <a:pt x="314" y="739"/>
                  <a:pt x="315" y="739"/>
                </a:cubicBezTo>
                <a:close/>
                <a:moveTo>
                  <a:pt x="310" y="12"/>
                </a:moveTo>
                <a:cubicBezTo>
                  <a:pt x="310" y="12"/>
                  <a:pt x="310" y="12"/>
                  <a:pt x="310" y="12"/>
                </a:cubicBezTo>
                <a:cubicBezTo>
                  <a:pt x="310" y="11"/>
                  <a:pt x="311" y="11"/>
                  <a:pt x="311" y="11"/>
                </a:cubicBezTo>
                <a:cubicBezTo>
                  <a:pt x="311" y="23"/>
                  <a:pt x="311" y="23"/>
                  <a:pt x="311" y="23"/>
                </a:cubicBezTo>
                <a:cubicBezTo>
                  <a:pt x="311" y="23"/>
                  <a:pt x="310" y="23"/>
                  <a:pt x="310" y="23"/>
                </a:cubicBezTo>
                <a:cubicBezTo>
                  <a:pt x="310" y="12"/>
                  <a:pt x="310" y="12"/>
                  <a:pt x="310" y="12"/>
                </a:cubicBezTo>
                <a:close/>
                <a:moveTo>
                  <a:pt x="311" y="785"/>
                </a:moveTo>
                <a:cubicBezTo>
                  <a:pt x="310" y="785"/>
                  <a:pt x="310" y="785"/>
                  <a:pt x="310" y="785"/>
                </a:cubicBezTo>
                <a:cubicBezTo>
                  <a:pt x="310" y="762"/>
                  <a:pt x="310" y="762"/>
                  <a:pt x="310" y="762"/>
                </a:cubicBezTo>
                <a:cubicBezTo>
                  <a:pt x="310" y="763"/>
                  <a:pt x="311" y="764"/>
                  <a:pt x="311" y="765"/>
                </a:cubicBezTo>
                <a:cubicBezTo>
                  <a:pt x="311" y="785"/>
                  <a:pt x="311" y="785"/>
                  <a:pt x="311" y="785"/>
                </a:cubicBezTo>
                <a:close/>
                <a:moveTo>
                  <a:pt x="311" y="45"/>
                </a:moveTo>
                <a:cubicBezTo>
                  <a:pt x="311" y="55"/>
                  <a:pt x="311" y="55"/>
                  <a:pt x="311" y="55"/>
                </a:cubicBezTo>
                <a:cubicBezTo>
                  <a:pt x="310" y="55"/>
                  <a:pt x="310" y="55"/>
                  <a:pt x="310" y="55"/>
                </a:cubicBezTo>
                <a:cubicBezTo>
                  <a:pt x="310" y="44"/>
                  <a:pt x="310" y="44"/>
                  <a:pt x="310" y="44"/>
                </a:cubicBezTo>
                <a:cubicBezTo>
                  <a:pt x="311" y="45"/>
                  <a:pt x="311" y="45"/>
                  <a:pt x="311" y="45"/>
                </a:cubicBezTo>
                <a:close/>
                <a:moveTo>
                  <a:pt x="311" y="93"/>
                </a:moveTo>
                <a:cubicBezTo>
                  <a:pt x="311" y="130"/>
                  <a:pt x="311" y="130"/>
                  <a:pt x="311" y="130"/>
                </a:cubicBezTo>
                <a:cubicBezTo>
                  <a:pt x="311" y="132"/>
                  <a:pt x="310" y="134"/>
                  <a:pt x="310" y="136"/>
                </a:cubicBezTo>
                <a:cubicBezTo>
                  <a:pt x="310" y="94"/>
                  <a:pt x="310" y="94"/>
                  <a:pt x="310" y="94"/>
                </a:cubicBezTo>
                <a:cubicBezTo>
                  <a:pt x="310" y="94"/>
                  <a:pt x="311" y="94"/>
                  <a:pt x="311" y="93"/>
                </a:cubicBezTo>
                <a:close/>
                <a:moveTo>
                  <a:pt x="311" y="181"/>
                </a:moveTo>
                <a:cubicBezTo>
                  <a:pt x="311" y="192"/>
                  <a:pt x="311" y="192"/>
                  <a:pt x="311" y="192"/>
                </a:cubicBezTo>
                <a:cubicBezTo>
                  <a:pt x="311" y="192"/>
                  <a:pt x="310" y="192"/>
                  <a:pt x="310" y="192"/>
                </a:cubicBezTo>
                <a:cubicBezTo>
                  <a:pt x="310" y="181"/>
                  <a:pt x="310" y="181"/>
                  <a:pt x="310" y="181"/>
                </a:cubicBezTo>
                <a:cubicBezTo>
                  <a:pt x="311" y="181"/>
                  <a:pt x="311" y="181"/>
                  <a:pt x="311" y="181"/>
                </a:cubicBezTo>
                <a:close/>
                <a:moveTo>
                  <a:pt x="311" y="204"/>
                </a:moveTo>
                <a:cubicBezTo>
                  <a:pt x="311" y="209"/>
                  <a:pt x="311" y="209"/>
                  <a:pt x="311" y="209"/>
                </a:cubicBezTo>
                <a:cubicBezTo>
                  <a:pt x="310" y="210"/>
                  <a:pt x="310" y="210"/>
                  <a:pt x="310" y="210"/>
                </a:cubicBezTo>
                <a:cubicBezTo>
                  <a:pt x="310" y="204"/>
                  <a:pt x="310" y="204"/>
                  <a:pt x="310" y="204"/>
                </a:cubicBezTo>
                <a:cubicBezTo>
                  <a:pt x="310" y="204"/>
                  <a:pt x="310" y="204"/>
                  <a:pt x="310" y="204"/>
                </a:cubicBezTo>
                <a:cubicBezTo>
                  <a:pt x="311" y="204"/>
                  <a:pt x="311" y="204"/>
                  <a:pt x="311" y="204"/>
                </a:cubicBezTo>
                <a:close/>
                <a:moveTo>
                  <a:pt x="311" y="225"/>
                </a:moveTo>
                <a:cubicBezTo>
                  <a:pt x="311" y="238"/>
                  <a:pt x="311" y="238"/>
                  <a:pt x="311" y="238"/>
                </a:cubicBezTo>
                <a:cubicBezTo>
                  <a:pt x="310" y="239"/>
                  <a:pt x="310" y="239"/>
                  <a:pt x="310" y="239"/>
                </a:cubicBezTo>
                <a:cubicBezTo>
                  <a:pt x="310" y="226"/>
                  <a:pt x="310" y="226"/>
                  <a:pt x="310" y="226"/>
                </a:cubicBezTo>
                <a:cubicBezTo>
                  <a:pt x="311" y="225"/>
                  <a:pt x="311" y="225"/>
                  <a:pt x="311" y="225"/>
                </a:cubicBezTo>
                <a:close/>
                <a:moveTo>
                  <a:pt x="311" y="250"/>
                </a:moveTo>
                <a:cubicBezTo>
                  <a:pt x="311" y="267"/>
                  <a:pt x="311" y="267"/>
                  <a:pt x="311" y="267"/>
                </a:cubicBezTo>
                <a:cubicBezTo>
                  <a:pt x="310" y="266"/>
                  <a:pt x="310" y="266"/>
                  <a:pt x="310" y="266"/>
                </a:cubicBezTo>
                <a:cubicBezTo>
                  <a:pt x="310" y="248"/>
                  <a:pt x="310" y="248"/>
                  <a:pt x="310" y="248"/>
                </a:cubicBezTo>
                <a:cubicBezTo>
                  <a:pt x="310" y="249"/>
                  <a:pt x="311" y="249"/>
                  <a:pt x="311" y="250"/>
                </a:cubicBezTo>
                <a:close/>
                <a:moveTo>
                  <a:pt x="311" y="299"/>
                </a:moveTo>
                <a:cubicBezTo>
                  <a:pt x="311" y="308"/>
                  <a:pt x="311" y="308"/>
                  <a:pt x="311" y="308"/>
                </a:cubicBezTo>
                <a:cubicBezTo>
                  <a:pt x="310" y="309"/>
                  <a:pt x="310" y="309"/>
                  <a:pt x="310" y="309"/>
                </a:cubicBezTo>
                <a:cubicBezTo>
                  <a:pt x="310" y="298"/>
                  <a:pt x="310" y="298"/>
                  <a:pt x="310" y="298"/>
                </a:cubicBezTo>
                <a:cubicBezTo>
                  <a:pt x="311" y="299"/>
                  <a:pt x="311" y="299"/>
                  <a:pt x="311" y="299"/>
                </a:cubicBezTo>
                <a:close/>
                <a:moveTo>
                  <a:pt x="311" y="322"/>
                </a:moveTo>
                <a:cubicBezTo>
                  <a:pt x="311" y="346"/>
                  <a:pt x="311" y="346"/>
                  <a:pt x="311" y="346"/>
                </a:cubicBezTo>
                <a:cubicBezTo>
                  <a:pt x="310" y="346"/>
                  <a:pt x="310" y="346"/>
                  <a:pt x="310" y="346"/>
                </a:cubicBezTo>
                <a:cubicBezTo>
                  <a:pt x="310" y="337"/>
                  <a:pt x="310" y="337"/>
                  <a:pt x="310" y="337"/>
                </a:cubicBezTo>
                <a:cubicBezTo>
                  <a:pt x="311" y="336"/>
                  <a:pt x="311" y="336"/>
                  <a:pt x="311" y="336"/>
                </a:cubicBezTo>
                <a:cubicBezTo>
                  <a:pt x="310" y="335"/>
                  <a:pt x="310" y="335"/>
                  <a:pt x="310" y="334"/>
                </a:cubicBezTo>
                <a:cubicBezTo>
                  <a:pt x="310" y="324"/>
                  <a:pt x="310" y="324"/>
                  <a:pt x="310" y="324"/>
                </a:cubicBezTo>
                <a:cubicBezTo>
                  <a:pt x="311" y="322"/>
                  <a:pt x="311" y="322"/>
                  <a:pt x="311" y="322"/>
                </a:cubicBezTo>
                <a:close/>
                <a:moveTo>
                  <a:pt x="311" y="351"/>
                </a:moveTo>
                <a:cubicBezTo>
                  <a:pt x="311" y="356"/>
                  <a:pt x="311" y="356"/>
                  <a:pt x="311" y="356"/>
                </a:cubicBezTo>
                <a:cubicBezTo>
                  <a:pt x="310" y="356"/>
                  <a:pt x="310" y="356"/>
                  <a:pt x="310" y="356"/>
                </a:cubicBezTo>
                <a:cubicBezTo>
                  <a:pt x="310" y="351"/>
                  <a:pt x="310" y="351"/>
                  <a:pt x="310" y="351"/>
                </a:cubicBezTo>
                <a:cubicBezTo>
                  <a:pt x="310" y="351"/>
                  <a:pt x="311" y="351"/>
                  <a:pt x="311" y="351"/>
                </a:cubicBezTo>
                <a:close/>
                <a:moveTo>
                  <a:pt x="311" y="361"/>
                </a:moveTo>
                <a:cubicBezTo>
                  <a:pt x="311" y="372"/>
                  <a:pt x="311" y="372"/>
                  <a:pt x="311" y="372"/>
                </a:cubicBezTo>
                <a:cubicBezTo>
                  <a:pt x="311" y="374"/>
                  <a:pt x="310" y="375"/>
                  <a:pt x="310" y="377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1"/>
                  <a:pt x="310" y="361"/>
                  <a:pt x="310" y="361"/>
                </a:cubicBezTo>
                <a:cubicBezTo>
                  <a:pt x="311" y="361"/>
                  <a:pt x="311" y="361"/>
                  <a:pt x="311" y="361"/>
                </a:cubicBezTo>
                <a:close/>
                <a:moveTo>
                  <a:pt x="311" y="432"/>
                </a:moveTo>
                <a:cubicBezTo>
                  <a:pt x="311" y="451"/>
                  <a:pt x="311" y="451"/>
                  <a:pt x="311" y="451"/>
                </a:cubicBezTo>
                <a:cubicBezTo>
                  <a:pt x="311" y="452"/>
                  <a:pt x="310" y="453"/>
                  <a:pt x="310" y="453"/>
                </a:cubicBezTo>
                <a:cubicBezTo>
                  <a:pt x="310" y="443"/>
                  <a:pt x="310" y="443"/>
                  <a:pt x="310" y="443"/>
                </a:cubicBezTo>
                <a:cubicBezTo>
                  <a:pt x="310" y="440"/>
                  <a:pt x="310" y="438"/>
                  <a:pt x="310" y="436"/>
                </a:cubicBezTo>
                <a:cubicBezTo>
                  <a:pt x="310" y="436"/>
                  <a:pt x="310" y="436"/>
                  <a:pt x="310" y="436"/>
                </a:cubicBezTo>
                <a:cubicBezTo>
                  <a:pt x="310" y="428"/>
                  <a:pt x="310" y="428"/>
                  <a:pt x="310" y="428"/>
                </a:cubicBezTo>
                <a:cubicBezTo>
                  <a:pt x="310" y="429"/>
                  <a:pt x="311" y="430"/>
                  <a:pt x="311" y="432"/>
                </a:cubicBezTo>
                <a:close/>
                <a:moveTo>
                  <a:pt x="311" y="464"/>
                </a:moveTo>
                <a:cubicBezTo>
                  <a:pt x="311" y="474"/>
                  <a:pt x="311" y="474"/>
                  <a:pt x="311" y="474"/>
                </a:cubicBezTo>
                <a:cubicBezTo>
                  <a:pt x="311" y="475"/>
                  <a:pt x="310" y="475"/>
                  <a:pt x="310" y="476"/>
                </a:cubicBezTo>
                <a:cubicBezTo>
                  <a:pt x="310" y="471"/>
                  <a:pt x="310" y="471"/>
                  <a:pt x="310" y="471"/>
                </a:cubicBezTo>
                <a:cubicBezTo>
                  <a:pt x="310" y="470"/>
                  <a:pt x="311" y="469"/>
                  <a:pt x="311" y="468"/>
                </a:cubicBezTo>
                <a:cubicBezTo>
                  <a:pt x="310" y="467"/>
                  <a:pt x="310" y="467"/>
                  <a:pt x="310" y="467"/>
                </a:cubicBezTo>
                <a:cubicBezTo>
                  <a:pt x="310" y="461"/>
                  <a:pt x="310" y="461"/>
                  <a:pt x="310" y="461"/>
                </a:cubicBezTo>
                <a:cubicBezTo>
                  <a:pt x="310" y="462"/>
                  <a:pt x="310" y="463"/>
                  <a:pt x="311" y="464"/>
                </a:cubicBezTo>
                <a:close/>
                <a:moveTo>
                  <a:pt x="311" y="479"/>
                </a:moveTo>
                <a:cubicBezTo>
                  <a:pt x="311" y="484"/>
                  <a:pt x="311" y="484"/>
                  <a:pt x="311" y="484"/>
                </a:cubicBezTo>
                <a:cubicBezTo>
                  <a:pt x="311" y="484"/>
                  <a:pt x="310" y="483"/>
                  <a:pt x="310" y="483"/>
                </a:cubicBezTo>
                <a:cubicBezTo>
                  <a:pt x="310" y="478"/>
                  <a:pt x="310" y="478"/>
                  <a:pt x="310" y="478"/>
                </a:cubicBezTo>
                <a:cubicBezTo>
                  <a:pt x="310" y="479"/>
                  <a:pt x="311" y="479"/>
                  <a:pt x="311" y="479"/>
                </a:cubicBezTo>
                <a:close/>
                <a:moveTo>
                  <a:pt x="311" y="494"/>
                </a:moveTo>
                <a:cubicBezTo>
                  <a:pt x="311" y="498"/>
                  <a:pt x="311" y="498"/>
                  <a:pt x="311" y="498"/>
                </a:cubicBezTo>
                <a:cubicBezTo>
                  <a:pt x="311" y="497"/>
                  <a:pt x="310" y="497"/>
                  <a:pt x="310" y="497"/>
                </a:cubicBezTo>
                <a:cubicBezTo>
                  <a:pt x="310" y="493"/>
                  <a:pt x="310" y="493"/>
                  <a:pt x="310" y="493"/>
                </a:cubicBezTo>
                <a:cubicBezTo>
                  <a:pt x="311" y="494"/>
                  <a:pt x="311" y="494"/>
                  <a:pt x="311" y="494"/>
                </a:cubicBezTo>
                <a:close/>
                <a:moveTo>
                  <a:pt x="311" y="500"/>
                </a:moveTo>
                <a:cubicBezTo>
                  <a:pt x="311" y="505"/>
                  <a:pt x="311" y="505"/>
                  <a:pt x="311" y="505"/>
                </a:cubicBezTo>
                <a:cubicBezTo>
                  <a:pt x="311" y="506"/>
                  <a:pt x="310" y="506"/>
                  <a:pt x="310" y="506"/>
                </a:cubicBezTo>
                <a:cubicBezTo>
                  <a:pt x="310" y="500"/>
                  <a:pt x="310" y="500"/>
                  <a:pt x="310" y="500"/>
                </a:cubicBezTo>
                <a:cubicBezTo>
                  <a:pt x="310" y="500"/>
                  <a:pt x="311" y="500"/>
                  <a:pt x="311" y="500"/>
                </a:cubicBezTo>
                <a:close/>
                <a:moveTo>
                  <a:pt x="311" y="522"/>
                </a:moveTo>
                <a:cubicBezTo>
                  <a:pt x="311" y="555"/>
                  <a:pt x="311" y="555"/>
                  <a:pt x="311" y="555"/>
                </a:cubicBezTo>
                <a:cubicBezTo>
                  <a:pt x="310" y="555"/>
                  <a:pt x="310" y="555"/>
                  <a:pt x="310" y="555"/>
                </a:cubicBezTo>
                <a:cubicBezTo>
                  <a:pt x="310" y="523"/>
                  <a:pt x="310" y="523"/>
                  <a:pt x="310" y="523"/>
                </a:cubicBezTo>
                <a:cubicBezTo>
                  <a:pt x="310" y="522"/>
                  <a:pt x="311" y="522"/>
                  <a:pt x="311" y="522"/>
                </a:cubicBezTo>
                <a:close/>
                <a:moveTo>
                  <a:pt x="311" y="593"/>
                </a:moveTo>
                <a:cubicBezTo>
                  <a:pt x="311" y="599"/>
                  <a:pt x="311" y="599"/>
                  <a:pt x="311" y="599"/>
                </a:cubicBezTo>
                <a:cubicBezTo>
                  <a:pt x="311" y="599"/>
                  <a:pt x="310" y="599"/>
                  <a:pt x="310" y="599"/>
                </a:cubicBezTo>
                <a:cubicBezTo>
                  <a:pt x="310" y="593"/>
                  <a:pt x="310" y="593"/>
                  <a:pt x="310" y="593"/>
                </a:cubicBezTo>
                <a:cubicBezTo>
                  <a:pt x="310" y="593"/>
                  <a:pt x="311" y="593"/>
                  <a:pt x="311" y="593"/>
                </a:cubicBezTo>
                <a:close/>
                <a:moveTo>
                  <a:pt x="311" y="618"/>
                </a:moveTo>
                <a:cubicBezTo>
                  <a:pt x="311" y="624"/>
                  <a:pt x="311" y="624"/>
                  <a:pt x="311" y="624"/>
                </a:cubicBezTo>
                <a:cubicBezTo>
                  <a:pt x="310" y="623"/>
                  <a:pt x="310" y="623"/>
                  <a:pt x="310" y="623"/>
                </a:cubicBezTo>
                <a:cubicBezTo>
                  <a:pt x="310" y="614"/>
                  <a:pt x="310" y="614"/>
                  <a:pt x="310" y="614"/>
                </a:cubicBezTo>
                <a:cubicBezTo>
                  <a:pt x="310" y="615"/>
                  <a:pt x="311" y="616"/>
                  <a:pt x="311" y="618"/>
                </a:cubicBezTo>
                <a:close/>
                <a:moveTo>
                  <a:pt x="311" y="738"/>
                </a:moveTo>
                <a:cubicBezTo>
                  <a:pt x="311" y="746"/>
                  <a:pt x="311" y="746"/>
                  <a:pt x="311" y="746"/>
                </a:cubicBezTo>
                <a:cubicBezTo>
                  <a:pt x="311" y="746"/>
                  <a:pt x="310" y="746"/>
                  <a:pt x="310" y="746"/>
                </a:cubicBezTo>
                <a:cubicBezTo>
                  <a:pt x="310" y="738"/>
                  <a:pt x="310" y="738"/>
                  <a:pt x="310" y="738"/>
                </a:cubicBezTo>
                <a:lnTo>
                  <a:pt x="311" y="738"/>
                </a:lnTo>
                <a:close/>
                <a:moveTo>
                  <a:pt x="309" y="12"/>
                </a:moveTo>
                <a:cubicBezTo>
                  <a:pt x="309" y="12"/>
                  <a:pt x="310" y="12"/>
                  <a:pt x="310" y="12"/>
                </a:cubicBezTo>
                <a:cubicBezTo>
                  <a:pt x="310" y="23"/>
                  <a:pt x="310" y="23"/>
                  <a:pt x="310" y="23"/>
                </a:cubicBezTo>
                <a:cubicBezTo>
                  <a:pt x="310" y="22"/>
                  <a:pt x="309" y="22"/>
                  <a:pt x="309" y="22"/>
                </a:cubicBezTo>
                <a:cubicBezTo>
                  <a:pt x="309" y="12"/>
                  <a:pt x="309" y="12"/>
                  <a:pt x="309" y="12"/>
                </a:cubicBezTo>
                <a:close/>
                <a:moveTo>
                  <a:pt x="310" y="785"/>
                </a:moveTo>
                <a:cubicBezTo>
                  <a:pt x="309" y="785"/>
                  <a:pt x="309" y="785"/>
                  <a:pt x="309" y="785"/>
                </a:cubicBezTo>
                <a:cubicBezTo>
                  <a:pt x="309" y="758"/>
                  <a:pt x="309" y="758"/>
                  <a:pt x="309" y="758"/>
                </a:cubicBezTo>
                <a:cubicBezTo>
                  <a:pt x="309" y="760"/>
                  <a:pt x="310" y="761"/>
                  <a:pt x="310" y="762"/>
                </a:cubicBezTo>
                <a:cubicBezTo>
                  <a:pt x="310" y="785"/>
                  <a:pt x="310" y="785"/>
                  <a:pt x="310" y="785"/>
                </a:cubicBezTo>
                <a:close/>
                <a:moveTo>
                  <a:pt x="310" y="44"/>
                </a:moveTo>
                <a:cubicBezTo>
                  <a:pt x="310" y="55"/>
                  <a:pt x="310" y="55"/>
                  <a:pt x="310" y="55"/>
                </a:cubicBezTo>
                <a:cubicBezTo>
                  <a:pt x="309" y="55"/>
                  <a:pt x="309" y="55"/>
                  <a:pt x="309" y="55"/>
                </a:cubicBezTo>
                <a:cubicBezTo>
                  <a:pt x="309" y="44"/>
                  <a:pt x="309" y="44"/>
                  <a:pt x="309" y="44"/>
                </a:cubicBezTo>
                <a:cubicBezTo>
                  <a:pt x="310" y="44"/>
                  <a:pt x="310" y="44"/>
                  <a:pt x="310" y="44"/>
                </a:cubicBezTo>
                <a:close/>
                <a:moveTo>
                  <a:pt x="310" y="94"/>
                </a:moveTo>
                <a:cubicBezTo>
                  <a:pt x="310" y="136"/>
                  <a:pt x="310" y="136"/>
                  <a:pt x="310" y="136"/>
                </a:cubicBezTo>
                <a:cubicBezTo>
                  <a:pt x="310" y="138"/>
                  <a:pt x="309" y="139"/>
                  <a:pt x="309" y="141"/>
                </a:cubicBezTo>
                <a:cubicBezTo>
                  <a:pt x="309" y="94"/>
                  <a:pt x="309" y="94"/>
                  <a:pt x="309" y="94"/>
                </a:cubicBezTo>
                <a:cubicBezTo>
                  <a:pt x="309" y="94"/>
                  <a:pt x="310" y="94"/>
                  <a:pt x="310" y="94"/>
                </a:cubicBezTo>
                <a:close/>
                <a:moveTo>
                  <a:pt x="310" y="181"/>
                </a:moveTo>
                <a:cubicBezTo>
                  <a:pt x="310" y="192"/>
                  <a:pt x="310" y="192"/>
                  <a:pt x="310" y="192"/>
                </a:cubicBezTo>
                <a:cubicBezTo>
                  <a:pt x="310" y="192"/>
                  <a:pt x="309" y="192"/>
                  <a:pt x="309" y="191"/>
                </a:cubicBezTo>
                <a:cubicBezTo>
                  <a:pt x="309" y="181"/>
                  <a:pt x="309" y="181"/>
                  <a:pt x="309" y="181"/>
                </a:cubicBezTo>
                <a:cubicBezTo>
                  <a:pt x="310" y="181"/>
                  <a:pt x="310" y="181"/>
                  <a:pt x="310" y="181"/>
                </a:cubicBezTo>
                <a:close/>
                <a:moveTo>
                  <a:pt x="310" y="204"/>
                </a:moveTo>
                <a:cubicBezTo>
                  <a:pt x="310" y="210"/>
                  <a:pt x="310" y="210"/>
                  <a:pt x="310" y="210"/>
                </a:cubicBezTo>
                <a:cubicBezTo>
                  <a:pt x="309" y="210"/>
                  <a:pt x="309" y="210"/>
                  <a:pt x="309" y="210"/>
                </a:cubicBezTo>
                <a:cubicBezTo>
                  <a:pt x="309" y="203"/>
                  <a:pt x="309" y="203"/>
                  <a:pt x="309" y="203"/>
                </a:cubicBezTo>
                <a:cubicBezTo>
                  <a:pt x="310" y="204"/>
                  <a:pt x="310" y="204"/>
                  <a:pt x="310" y="204"/>
                </a:cubicBezTo>
                <a:close/>
                <a:moveTo>
                  <a:pt x="310" y="226"/>
                </a:moveTo>
                <a:cubicBezTo>
                  <a:pt x="310" y="239"/>
                  <a:pt x="310" y="239"/>
                  <a:pt x="310" y="239"/>
                </a:cubicBezTo>
                <a:cubicBezTo>
                  <a:pt x="310" y="239"/>
                  <a:pt x="309" y="239"/>
                  <a:pt x="309" y="240"/>
                </a:cubicBezTo>
                <a:cubicBezTo>
                  <a:pt x="309" y="226"/>
                  <a:pt x="309" y="226"/>
                  <a:pt x="309" y="226"/>
                </a:cubicBezTo>
                <a:cubicBezTo>
                  <a:pt x="310" y="226"/>
                  <a:pt x="310" y="226"/>
                  <a:pt x="310" y="226"/>
                </a:cubicBezTo>
                <a:close/>
                <a:moveTo>
                  <a:pt x="310" y="248"/>
                </a:moveTo>
                <a:cubicBezTo>
                  <a:pt x="310" y="266"/>
                  <a:pt x="310" y="266"/>
                  <a:pt x="310" y="266"/>
                </a:cubicBezTo>
                <a:cubicBezTo>
                  <a:pt x="309" y="264"/>
                  <a:pt x="309" y="264"/>
                  <a:pt x="309" y="264"/>
                </a:cubicBezTo>
                <a:cubicBezTo>
                  <a:pt x="309" y="245"/>
                  <a:pt x="309" y="245"/>
                  <a:pt x="309" y="245"/>
                </a:cubicBezTo>
                <a:cubicBezTo>
                  <a:pt x="309" y="246"/>
                  <a:pt x="310" y="247"/>
                  <a:pt x="310" y="248"/>
                </a:cubicBezTo>
                <a:close/>
                <a:moveTo>
                  <a:pt x="310" y="298"/>
                </a:moveTo>
                <a:cubicBezTo>
                  <a:pt x="310" y="309"/>
                  <a:pt x="310" y="309"/>
                  <a:pt x="310" y="309"/>
                </a:cubicBezTo>
                <a:cubicBezTo>
                  <a:pt x="309" y="311"/>
                  <a:pt x="309" y="311"/>
                  <a:pt x="309" y="311"/>
                </a:cubicBezTo>
                <a:cubicBezTo>
                  <a:pt x="309" y="296"/>
                  <a:pt x="309" y="296"/>
                  <a:pt x="309" y="296"/>
                </a:cubicBezTo>
                <a:cubicBezTo>
                  <a:pt x="310" y="298"/>
                  <a:pt x="310" y="298"/>
                  <a:pt x="310" y="298"/>
                </a:cubicBezTo>
                <a:close/>
                <a:moveTo>
                  <a:pt x="310" y="324"/>
                </a:moveTo>
                <a:cubicBezTo>
                  <a:pt x="310" y="334"/>
                  <a:pt x="310" y="334"/>
                  <a:pt x="310" y="334"/>
                </a:cubicBezTo>
                <a:cubicBezTo>
                  <a:pt x="310" y="333"/>
                  <a:pt x="309" y="333"/>
                  <a:pt x="309" y="332"/>
                </a:cubicBezTo>
                <a:cubicBezTo>
                  <a:pt x="309" y="325"/>
                  <a:pt x="309" y="325"/>
                  <a:pt x="309" y="325"/>
                </a:cubicBezTo>
                <a:cubicBezTo>
                  <a:pt x="309" y="324"/>
                  <a:pt x="310" y="324"/>
                  <a:pt x="310" y="324"/>
                </a:cubicBezTo>
                <a:close/>
                <a:moveTo>
                  <a:pt x="310" y="337"/>
                </a:moveTo>
                <a:cubicBezTo>
                  <a:pt x="310" y="346"/>
                  <a:pt x="310" y="346"/>
                  <a:pt x="310" y="346"/>
                </a:cubicBezTo>
                <a:cubicBezTo>
                  <a:pt x="309" y="346"/>
                  <a:pt x="309" y="346"/>
                  <a:pt x="309" y="346"/>
                </a:cubicBezTo>
                <a:cubicBezTo>
                  <a:pt x="309" y="338"/>
                  <a:pt x="309" y="338"/>
                  <a:pt x="309" y="338"/>
                </a:cubicBezTo>
                <a:cubicBezTo>
                  <a:pt x="309" y="338"/>
                  <a:pt x="310" y="337"/>
                  <a:pt x="310" y="337"/>
                </a:cubicBezTo>
                <a:close/>
                <a:moveTo>
                  <a:pt x="310" y="351"/>
                </a:moveTo>
                <a:cubicBezTo>
                  <a:pt x="310" y="356"/>
                  <a:pt x="310" y="356"/>
                  <a:pt x="310" y="356"/>
                </a:cubicBezTo>
                <a:cubicBezTo>
                  <a:pt x="309" y="356"/>
                  <a:pt x="309" y="356"/>
                  <a:pt x="309" y="356"/>
                </a:cubicBezTo>
                <a:cubicBezTo>
                  <a:pt x="309" y="352"/>
                  <a:pt x="309" y="352"/>
                  <a:pt x="309" y="352"/>
                </a:cubicBezTo>
                <a:cubicBezTo>
                  <a:pt x="310" y="351"/>
                  <a:pt x="310" y="351"/>
                  <a:pt x="310" y="351"/>
                </a:cubicBezTo>
                <a:close/>
                <a:moveTo>
                  <a:pt x="310" y="361"/>
                </a:moveTo>
                <a:cubicBezTo>
                  <a:pt x="310" y="366"/>
                  <a:pt x="310" y="366"/>
                  <a:pt x="310" y="366"/>
                </a:cubicBezTo>
                <a:cubicBezTo>
                  <a:pt x="309" y="366"/>
                  <a:pt x="309" y="366"/>
                  <a:pt x="309" y="366"/>
                </a:cubicBezTo>
                <a:cubicBezTo>
                  <a:pt x="309" y="362"/>
                  <a:pt x="309" y="362"/>
                  <a:pt x="309" y="362"/>
                </a:cubicBezTo>
                <a:cubicBezTo>
                  <a:pt x="310" y="361"/>
                  <a:pt x="310" y="361"/>
                  <a:pt x="310" y="361"/>
                </a:cubicBezTo>
                <a:close/>
                <a:moveTo>
                  <a:pt x="310" y="366"/>
                </a:moveTo>
                <a:cubicBezTo>
                  <a:pt x="310" y="377"/>
                  <a:pt x="310" y="377"/>
                  <a:pt x="310" y="377"/>
                </a:cubicBezTo>
                <a:cubicBezTo>
                  <a:pt x="310" y="378"/>
                  <a:pt x="309" y="380"/>
                  <a:pt x="309" y="382"/>
                </a:cubicBezTo>
                <a:cubicBezTo>
                  <a:pt x="309" y="369"/>
                  <a:pt x="309" y="369"/>
                  <a:pt x="309" y="369"/>
                </a:cubicBezTo>
                <a:cubicBezTo>
                  <a:pt x="309" y="368"/>
                  <a:pt x="310" y="367"/>
                  <a:pt x="310" y="366"/>
                </a:cubicBezTo>
                <a:close/>
                <a:moveTo>
                  <a:pt x="310" y="428"/>
                </a:moveTo>
                <a:cubicBezTo>
                  <a:pt x="310" y="436"/>
                  <a:pt x="310" y="436"/>
                  <a:pt x="310" y="436"/>
                </a:cubicBezTo>
                <a:cubicBezTo>
                  <a:pt x="310" y="436"/>
                  <a:pt x="309" y="436"/>
                  <a:pt x="309" y="436"/>
                </a:cubicBezTo>
                <a:cubicBezTo>
                  <a:pt x="309" y="424"/>
                  <a:pt x="309" y="424"/>
                  <a:pt x="309" y="424"/>
                </a:cubicBezTo>
                <a:cubicBezTo>
                  <a:pt x="309" y="425"/>
                  <a:pt x="310" y="426"/>
                  <a:pt x="310" y="428"/>
                </a:cubicBezTo>
                <a:close/>
                <a:moveTo>
                  <a:pt x="310" y="443"/>
                </a:moveTo>
                <a:cubicBezTo>
                  <a:pt x="310" y="453"/>
                  <a:pt x="310" y="453"/>
                  <a:pt x="310" y="453"/>
                </a:cubicBezTo>
                <a:cubicBezTo>
                  <a:pt x="309" y="456"/>
                  <a:pt x="309" y="458"/>
                  <a:pt x="310" y="461"/>
                </a:cubicBezTo>
                <a:cubicBezTo>
                  <a:pt x="310" y="467"/>
                  <a:pt x="310" y="467"/>
                  <a:pt x="310" y="467"/>
                </a:cubicBezTo>
                <a:cubicBezTo>
                  <a:pt x="310" y="466"/>
                  <a:pt x="309" y="466"/>
                  <a:pt x="309" y="466"/>
                </a:cubicBezTo>
                <a:cubicBezTo>
                  <a:pt x="309" y="447"/>
                  <a:pt x="309" y="447"/>
                  <a:pt x="309" y="447"/>
                </a:cubicBezTo>
                <a:cubicBezTo>
                  <a:pt x="309" y="446"/>
                  <a:pt x="310" y="444"/>
                  <a:pt x="310" y="443"/>
                </a:cubicBezTo>
                <a:close/>
                <a:moveTo>
                  <a:pt x="310" y="471"/>
                </a:moveTo>
                <a:cubicBezTo>
                  <a:pt x="310" y="476"/>
                  <a:pt x="310" y="476"/>
                  <a:pt x="310" y="476"/>
                </a:cubicBezTo>
                <a:cubicBezTo>
                  <a:pt x="310" y="476"/>
                  <a:pt x="309" y="477"/>
                  <a:pt x="309" y="478"/>
                </a:cubicBezTo>
                <a:cubicBezTo>
                  <a:pt x="309" y="473"/>
                  <a:pt x="309" y="473"/>
                  <a:pt x="309" y="473"/>
                </a:cubicBezTo>
                <a:cubicBezTo>
                  <a:pt x="309" y="472"/>
                  <a:pt x="310" y="471"/>
                  <a:pt x="310" y="471"/>
                </a:cubicBezTo>
                <a:close/>
                <a:moveTo>
                  <a:pt x="310" y="478"/>
                </a:moveTo>
                <a:cubicBezTo>
                  <a:pt x="310" y="483"/>
                  <a:pt x="310" y="483"/>
                  <a:pt x="310" y="483"/>
                </a:cubicBezTo>
                <a:cubicBezTo>
                  <a:pt x="310" y="483"/>
                  <a:pt x="309" y="483"/>
                  <a:pt x="309" y="483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10" y="478"/>
                  <a:pt x="310" y="478"/>
                </a:cubicBezTo>
                <a:close/>
                <a:moveTo>
                  <a:pt x="310" y="493"/>
                </a:moveTo>
                <a:cubicBezTo>
                  <a:pt x="310" y="497"/>
                  <a:pt x="310" y="497"/>
                  <a:pt x="310" y="497"/>
                </a:cubicBezTo>
                <a:cubicBezTo>
                  <a:pt x="309" y="496"/>
                  <a:pt x="309" y="496"/>
                  <a:pt x="309" y="496"/>
                </a:cubicBezTo>
                <a:cubicBezTo>
                  <a:pt x="309" y="492"/>
                  <a:pt x="309" y="492"/>
                  <a:pt x="309" y="492"/>
                </a:cubicBezTo>
                <a:cubicBezTo>
                  <a:pt x="310" y="493"/>
                  <a:pt x="310" y="493"/>
                  <a:pt x="310" y="493"/>
                </a:cubicBezTo>
                <a:close/>
                <a:moveTo>
                  <a:pt x="310" y="500"/>
                </a:moveTo>
                <a:cubicBezTo>
                  <a:pt x="310" y="506"/>
                  <a:pt x="310" y="506"/>
                  <a:pt x="310" y="506"/>
                </a:cubicBezTo>
                <a:cubicBezTo>
                  <a:pt x="310" y="506"/>
                  <a:pt x="309" y="506"/>
                  <a:pt x="309" y="507"/>
                </a:cubicBezTo>
                <a:cubicBezTo>
                  <a:pt x="309" y="501"/>
                  <a:pt x="309" y="501"/>
                  <a:pt x="309" y="501"/>
                </a:cubicBezTo>
                <a:cubicBezTo>
                  <a:pt x="309" y="501"/>
                  <a:pt x="310" y="501"/>
                  <a:pt x="310" y="500"/>
                </a:cubicBezTo>
                <a:close/>
                <a:moveTo>
                  <a:pt x="310" y="523"/>
                </a:moveTo>
                <a:cubicBezTo>
                  <a:pt x="310" y="555"/>
                  <a:pt x="310" y="555"/>
                  <a:pt x="310" y="555"/>
                </a:cubicBezTo>
                <a:cubicBezTo>
                  <a:pt x="309" y="554"/>
                  <a:pt x="309" y="554"/>
                  <a:pt x="309" y="554"/>
                </a:cubicBezTo>
                <a:cubicBezTo>
                  <a:pt x="309" y="524"/>
                  <a:pt x="309" y="524"/>
                  <a:pt x="309" y="524"/>
                </a:cubicBezTo>
                <a:cubicBezTo>
                  <a:pt x="309" y="523"/>
                  <a:pt x="310" y="523"/>
                  <a:pt x="310" y="523"/>
                </a:cubicBezTo>
                <a:close/>
                <a:moveTo>
                  <a:pt x="310" y="593"/>
                </a:moveTo>
                <a:cubicBezTo>
                  <a:pt x="310" y="599"/>
                  <a:pt x="310" y="599"/>
                  <a:pt x="310" y="599"/>
                </a:cubicBezTo>
                <a:cubicBezTo>
                  <a:pt x="310" y="599"/>
                  <a:pt x="309" y="599"/>
                  <a:pt x="309" y="599"/>
                </a:cubicBezTo>
                <a:cubicBezTo>
                  <a:pt x="309" y="593"/>
                  <a:pt x="309" y="593"/>
                  <a:pt x="309" y="593"/>
                </a:cubicBezTo>
                <a:cubicBezTo>
                  <a:pt x="309" y="593"/>
                  <a:pt x="310" y="593"/>
                  <a:pt x="310" y="593"/>
                </a:cubicBezTo>
                <a:close/>
                <a:moveTo>
                  <a:pt x="310" y="614"/>
                </a:moveTo>
                <a:cubicBezTo>
                  <a:pt x="310" y="623"/>
                  <a:pt x="310" y="623"/>
                  <a:pt x="310" y="623"/>
                </a:cubicBezTo>
                <a:cubicBezTo>
                  <a:pt x="309" y="623"/>
                  <a:pt x="309" y="623"/>
                  <a:pt x="309" y="623"/>
                </a:cubicBezTo>
                <a:cubicBezTo>
                  <a:pt x="309" y="609"/>
                  <a:pt x="309" y="609"/>
                  <a:pt x="309" y="609"/>
                </a:cubicBezTo>
                <a:cubicBezTo>
                  <a:pt x="309" y="611"/>
                  <a:pt x="310" y="613"/>
                  <a:pt x="310" y="614"/>
                </a:cubicBezTo>
                <a:close/>
                <a:moveTo>
                  <a:pt x="310" y="738"/>
                </a:moveTo>
                <a:cubicBezTo>
                  <a:pt x="310" y="746"/>
                  <a:pt x="310" y="746"/>
                  <a:pt x="310" y="746"/>
                </a:cubicBezTo>
                <a:cubicBezTo>
                  <a:pt x="309" y="746"/>
                  <a:pt x="309" y="746"/>
                  <a:pt x="309" y="746"/>
                </a:cubicBezTo>
                <a:cubicBezTo>
                  <a:pt x="309" y="738"/>
                  <a:pt x="309" y="738"/>
                  <a:pt x="309" y="738"/>
                </a:cubicBezTo>
                <a:lnTo>
                  <a:pt x="310" y="738"/>
                </a:lnTo>
                <a:close/>
                <a:moveTo>
                  <a:pt x="307" y="12"/>
                </a:moveTo>
                <a:cubicBezTo>
                  <a:pt x="308" y="12"/>
                  <a:pt x="308" y="12"/>
                  <a:pt x="309" y="12"/>
                </a:cubicBezTo>
                <a:cubicBezTo>
                  <a:pt x="309" y="22"/>
                  <a:pt x="309" y="22"/>
                  <a:pt x="309" y="22"/>
                </a:cubicBezTo>
                <a:cubicBezTo>
                  <a:pt x="308" y="22"/>
                  <a:pt x="308" y="22"/>
                  <a:pt x="307" y="22"/>
                </a:cubicBezTo>
                <a:cubicBezTo>
                  <a:pt x="307" y="12"/>
                  <a:pt x="307" y="12"/>
                  <a:pt x="307" y="12"/>
                </a:cubicBezTo>
                <a:close/>
                <a:moveTo>
                  <a:pt x="309" y="785"/>
                </a:moveTo>
                <a:cubicBezTo>
                  <a:pt x="307" y="784"/>
                  <a:pt x="307" y="784"/>
                  <a:pt x="307" y="784"/>
                </a:cubicBezTo>
                <a:cubicBezTo>
                  <a:pt x="307" y="752"/>
                  <a:pt x="307" y="752"/>
                  <a:pt x="307" y="752"/>
                </a:cubicBezTo>
                <a:cubicBezTo>
                  <a:pt x="308" y="754"/>
                  <a:pt x="308" y="756"/>
                  <a:pt x="309" y="758"/>
                </a:cubicBezTo>
                <a:cubicBezTo>
                  <a:pt x="309" y="785"/>
                  <a:pt x="309" y="785"/>
                  <a:pt x="309" y="785"/>
                </a:cubicBezTo>
                <a:close/>
                <a:moveTo>
                  <a:pt x="309" y="44"/>
                </a:moveTo>
                <a:cubicBezTo>
                  <a:pt x="309" y="55"/>
                  <a:pt x="309" y="55"/>
                  <a:pt x="309" y="55"/>
                </a:cubicBezTo>
                <a:cubicBezTo>
                  <a:pt x="309" y="55"/>
                  <a:pt x="309" y="55"/>
                  <a:pt x="309" y="55"/>
                </a:cubicBezTo>
                <a:cubicBezTo>
                  <a:pt x="308" y="55"/>
                  <a:pt x="308" y="56"/>
                  <a:pt x="307" y="56"/>
                </a:cubicBezTo>
                <a:cubicBezTo>
                  <a:pt x="307" y="42"/>
                  <a:pt x="307" y="42"/>
                  <a:pt x="307" y="42"/>
                </a:cubicBezTo>
                <a:cubicBezTo>
                  <a:pt x="309" y="44"/>
                  <a:pt x="309" y="44"/>
                  <a:pt x="309" y="44"/>
                </a:cubicBezTo>
                <a:close/>
                <a:moveTo>
                  <a:pt x="309" y="94"/>
                </a:moveTo>
                <a:cubicBezTo>
                  <a:pt x="309" y="141"/>
                  <a:pt x="309" y="141"/>
                  <a:pt x="309" y="141"/>
                </a:cubicBezTo>
                <a:cubicBezTo>
                  <a:pt x="308" y="143"/>
                  <a:pt x="308" y="145"/>
                  <a:pt x="307" y="147"/>
                </a:cubicBezTo>
                <a:cubicBezTo>
                  <a:pt x="307" y="94"/>
                  <a:pt x="307" y="94"/>
                  <a:pt x="307" y="94"/>
                </a:cubicBezTo>
                <a:cubicBezTo>
                  <a:pt x="308" y="94"/>
                  <a:pt x="308" y="94"/>
                  <a:pt x="309" y="94"/>
                </a:cubicBezTo>
                <a:close/>
                <a:moveTo>
                  <a:pt x="309" y="181"/>
                </a:moveTo>
                <a:cubicBezTo>
                  <a:pt x="309" y="191"/>
                  <a:pt x="309" y="191"/>
                  <a:pt x="309" y="191"/>
                </a:cubicBezTo>
                <a:cubicBezTo>
                  <a:pt x="308" y="191"/>
                  <a:pt x="308" y="191"/>
                  <a:pt x="307" y="191"/>
                </a:cubicBezTo>
                <a:cubicBezTo>
                  <a:pt x="307" y="182"/>
                  <a:pt x="307" y="182"/>
                  <a:pt x="307" y="182"/>
                </a:cubicBezTo>
                <a:cubicBezTo>
                  <a:pt x="309" y="181"/>
                  <a:pt x="309" y="181"/>
                  <a:pt x="309" y="181"/>
                </a:cubicBezTo>
                <a:close/>
                <a:moveTo>
                  <a:pt x="309" y="203"/>
                </a:moveTo>
                <a:cubicBezTo>
                  <a:pt x="309" y="210"/>
                  <a:pt x="309" y="210"/>
                  <a:pt x="309" y="210"/>
                </a:cubicBezTo>
                <a:cubicBezTo>
                  <a:pt x="308" y="210"/>
                  <a:pt x="308" y="211"/>
                  <a:pt x="307" y="211"/>
                </a:cubicBezTo>
                <a:cubicBezTo>
                  <a:pt x="307" y="202"/>
                  <a:pt x="307" y="202"/>
                  <a:pt x="307" y="202"/>
                </a:cubicBezTo>
                <a:cubicBezTo>
                  <a:pt x="309" y="203"/>
                  <a:pt x="309" y="203"/>
                  <a:pt x="309" y="203"/>
                </a:cubicBezTo>
                <a:close/>
                <a:moveTo>
                  <a:pt x="309" y="226"/>
                </a:moveTo>
                <a:cubicBezTo>
                  <a:pt x="309" y="240"/>
                  <a:pt x="309" y="240"/>
                  <a:pt x="309" y="240"/>
                </a:cubicBezTo>
                <a:cubicBezTo>
                  <a:pt x="308" y="240"/>
                  <a:pt x="308" y="240"/>
                  <a:pt x="308" y="240"/>
                </a:cubicBezTo>
                <a:cubicBezTo>
                  <a:pt x="308" y="242"/>
                  <a:pt x="309" y="243"/>
                  <a:pt x="309" y="245"/>
                </a:cubicBezTo>
                <a:cubicBezTo>
                  <a:pt x="309" y="264"/>
                  <a:pt x="309" y="264"/>
                  <a:pt x="309" y="264"/>
                </a:cubicBezTo>
                <a:cubicBezTo>
                  <a:pt x="307" y="262"/>
                  <a:pt x="307" y="262"/>
                  <a:pt x="307" y="262"/>
                </a:cubicBezTo>
                <a:cubicBezTo>
                  <a:pt x="307" y="228"/>
                  <a:pt x="307" y="228"/>
                  <a:pt x="307" y="228"/>
                </a:cubicBezTo>
                <a:cubicBezTo>
                  <a:pt x="308" y="227"/>
                  <a:pt x="308" y="227"/>
                  <a:pt x="309" y="226"/>
                </a:cubicBezTo>
                <a:close/>
                <a:moveTo>
                  <a:pt x="309" y="296"/>
                </a:moveTo>
                <a:cubicBezTo>
                  <a:pt x="309" y="311"/>
                  <a:pt x="309" y="311"/>
                  <a:pt x="309" y="311"/>
                </a:cubicBezTo>
                <a:cubicBezTo>
                  <a:pt x="308" y="311"/>
                  <a:pt x="308" y="312"/>
                  <a:pt x="307" y="313"/>
                </a:cubicBezTo>
                <a:cubicBezTo>
                  <a:pt x="307" y="304"/>
                  <a:pt x="307" y="304"/>
                  <a:pt x="307" y="304"/>
                </a:cubicBezTo>
                <a:cubicBezTo>
                  <a:pt x="308" y="303"/>
                  <a:pt x="308" y="302"/>
                  <a:pt x="307" y="301"/>
                </a:cubicBezTo>
                <a:cubicBezTo>
                  <a:pt x="307" y="295"/>
                  <a:pt x="307" y="295"/>
                  <a:pt x="307" y="295"/>
                </a:cubicBezTo>
                <a:cubicBezTo>
                  <a:pt x="309" y="296"/>
                  <a:pt x="309" y="296"/>
                  <a:pt x="309" y="296"/>
                </a:cubicBezTo>
                <a:close/>
                <a:moveTo>
                  <a:pt x="309" y="325"/>
                </a:moveTo>
                <a:cubicBezTo>
                  <a:pt x="309" y="332"/>
                  <a:pt x="309" y="332"/>
                  <a:pt x="309" y="332"/>
                </a:cubicBezTo>
                <a:cubicBezTo>
                  <a:pt x="308" y="332"/>
                  <a:pt x="308" y="331"/>
                  <a:pt x="307" y="330"/>
                </a:cubicBezTo>
                <a:cubicBezTo>
                  <a:pt x="307" y="326"/>
                  <a:pt x="307" y="326"/>
                  <a:pt x="307" y="326"/>
                </a:cubicBezTo>
                <a:cubicBezTo>
                  <a:pt x="307" y="326"/>
                  <a:pt x="308" y="326"/>
                  <a:pt x="308" y="326"/>
                </a:cubicBezTo>
                <a:cubicBezTo>
                  <a:pt x="308" y="326"/>
                  <a:pt x="308" y="325"/>
                  <a:pt x="309" y="325"/>
                </a:cubicBezTo>
                <a:close/>
                <a:moveTo>
                  <a:pt x="309" y="338"/>
                </a:moveTo>
                <a:cubicBezTo>
                  <a:pt x="309" y="346"/>
                  <a:pt x="309" y="346"/>
                  <a:pt x="309" y="346"/>
                </a:cubicBezTo>
                <a:cubicBezTo>
                  <a:pt x="308" y="346"/>
                  <a:pt x="308" y="346"/>
                  <a:pt x="308" y="346"/>
                </a:cubicBezTo>
                <a:cubicBezTo>
                  <a:pt x="307" y="348"/>
                  <a:pt x="307" y="348"/>
                  <a:pt x="307" y="348"/>
                </a:cubicBezTo>
                <a:cubicBezTo>
                  <a:pt x="307" y="341"/>
                  <a:pt x="307" y="341"/>
                  <a:pt x="307" y="341"/>
                </a:cubicBezTo>
                <a:cubicBezTo>
                  <a:pt x="308" y="340"/>
                  <a:pt x="308" y="339"/>
                  <a:pt x="309" y="338"/>
                </a:cubicBezTo>
                <a:close/>
                <a:moveTo>
                  <a:pt x="309" y="352"/>
                </a:moveTo>
                <a:cubicBezTo>
                  <a:pt x="309" y="356"/>
                  <a:pt x="309" y="356"/>
                  <a:pt x="309" y="356"/>
                </a:cubicBezTo>
                <a:cubicBezTo>
                  <a:pt x="307" y="356"/>
                  <a:pt x="307" y="356"/>
                  <a:pt x="307" y="356"/>
                </a:cubicBezTo>
                <a:cubicBezTo>
                  <a:pt x="307" y="352"/>
                  <a:pt x="307" y="352"/>
                  <a:pt x="307" y="352"/>
                </a:cubicBezTo>
                <a:cubicBezTo>
                  <a:pt x="309" y="352"/>
                  <a:pt x="309" y="352"/>
                  <a:pt x="309" y="352"/>
                </a:cubicBezTo>
                <a:close/>
                <a:moveTo>
                  <a:pt x="309" y="362"/>
                </a:moveTo>
                <a:cubicBezTo>
                  <a:pt x="309" y="366"/>
                  <a:pt x="309" y="366"/>
                  <a:pt x="309" y="366"/>
                </a:cubicBezTo>
                <a:cubicBezTo>
                  <a:pt x="308" y="367"/>
                  <a:pt x="308" y="367"/>
                  <a:pt x="307" y="367"/>
                </a:cubicBezTo>
                <a:cubicBezTo>
                  <a:pt x="307" y="362"/>
                  <a:pt x="307" y="362"/>
                  <a:pt x="307" y="362"/>
                </a:cubicBezTo>
                <a:cubicBezTo>
                  <a:pt x="309" y="362"/>
                  <a:pt x="309" y="362"/>
                  <a:pt x="309" y="362"/>
                </a:cubicBezTo>
                <a:close/>
                <a:moveTo>
                  <a:pt x="309" y="369"/>
                </a:moveTo>
                <a:cubicBezTo>
                  <a:pt x="309" y="382"/>
                  <a:pt x="309" y="382"/>
                  <a:pt x="309" y="382"/>
                </a:cubicBezTo>
                <a:cubicBezTo>
                  <a:pt x="308" y="387"/>
                  <a:pt x="308" y="393"/>
                  <a:pt x="307" y="398"/>
                </a:cubicBezTo>
                <a:cubicBezTo>
                  <a:pt x="307" y="371"/>
                  <a:pt x="307" y="371"/>
                  <a:pt x="307" y="371"/>
                </a:cubicBezTo>
                <a:cubicBezTo>
                  <a:pt x="308" y="370"/>
                  <a:pt x="308" y="370"/>
                  <a:pt x="309" y="369"/>
                </a:cubicBezTo>
                <a:close/>
                <a:moveTo>
                  <a:pt x="309" y="424"/>
                </a:moveTo>
                <a:cubicBezTo>
                  <a:pt x="309" y="436"/>
                  <a:pt x="309" y="436"/>
                  <a:pt x="309" y="436"/>
                </a:cubicBezTo>
                <a:cubicBezTo>
                  <a:pt x="308" y="436"/>
                  <a:pt x="308" y="437"/>
                  <a:pt x="307" y="437"/>
                </a:cubicBezTo>
                <a:cubicBezTo>
                  <a:pt x="307" y="408"/>
                  <a:pt x="307" y="408"/>
                  <a:pt x="307" y="408"/>
                </a:cubicBezTo>
                <a:cubicBezTo>
                  <a:pt x="307" y="413"/>
                  <a:pt x="308" y="417"/>
                  <a:pt x="308" y="422"/>
                </a:cubicBezTo>
                <a:cubicBezTo>
                  <a:pt x="308" y="422"/>
                  <a:pt x="309" y="423"/>
                  <a:pt x="309" y="424"/>
                </a:cubicBezTo>
                <a:close/>
                <a:moveTo>
                  <a:pt x="309" y="447"/>
                </a:moveTo>
                <a:cubicBezTo>
                  <a:pt x="309" y="466"/>
                  <a:pt x="309" y="466"/>
                  <a:pt x="309" y="466"/>
                </a:cubicBezTo>
                <a:cubicBezTo>
                  <a:pt x="308" y="465"/>
                  <a:pt x="308" y="464"/>
                  <a:pt x="307" y="464"/>
                </a:cubicBezTo>
                <a:cubicBezTo>
                  <a:pt x="307" y="449"/>
                  <a:pt x="307" y="449"/>
                  <a:pt x="307" y="449"/>
                </a:cubicBezTo>
                <a:cubicBezTo>
                  <a:pt x="308" y="449"/>
                  <a:pt x="308" y="448"/>
                  <a:pt x="309" y="447"/>
                </a:cubicBezTo>
                <a:close/>
                <a:moveTo>
                  <a:pt x="309" y="473"/>
                </a:move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83"/>
                  <a:pt x="309" y="483"/>
                  <a:pt x="309" y="483"/>
                </a:cubicBezTo>
                <a:cubicBezTo>
                  <a:pt x="308" y="483"/>
                  <a:pt x="308" y="482"/>
                  <a:pt x="307" y="482"/>
                </a:cubicBezTo>
                <a:cubicBezTo>
                  <a:pt x="307" y="475"/>
                  <a:pt x="307" y="475"/>
                  <a:pt x="307" y="475"/>
                </a:cubicBezTo>
                <a:cubicBezTo>
                  <a:pt x="308" y="474"/>
                  <a:pt x="308" y="473"/>
                  <a:pt x="309" y="473"/>
                </a:cubicBezTo>
                <a:close/>
                <a:moveTo>
                  <a:pt x="309" y="492"/>
                </a:moveTo>
                <a:cubicBezTo>
                  <a:pt x="309" y="496"/>
                  <a:pt x="309" y="496"/>
                  <a:pt x="309" y="496"/>
                </a:cubicBezTo>
                <a:cubicBezTo>
                  <a:pt x="307" y="495"/>
                  <a:pt x="307" y="495"/>
                  <a:pt x="307" y="495"/>
                </a:cubicBezTo>
                <a:cubicBezTo>
                  <a:pt x="307" y="491"/>
                  <a:pt x="307" y="491"/>
                  <a:pt x="307" y="491"/>
                </a:cubicBezTo>
                <a:cubicBezTo>
                  <a:pt x="309" y="492"/>
                  <a:pt x="309" y="492"/>
                  <a:pt x="309" y="492"/>
                </a:cubicBezTo>
                <a:close/>
                <a:moveTo>
                  <a:pt x="309" y="501"/>
                </a:moveTo>
                <a:cubicBezTo>
                  <a:pt x="309" y="507"/>
                  <a:pt x="309" y="507"/>
                  <a:pt x="309" y="507"/>
                </a:cubicBezTo>
                <a:cubicBezTo>
                  <a:pt x="308" y="507"/>
                  <a:pt x="308" y="508"/>
                  <a:pt x="307" y="508"/>
                </a:cubicBezTo>
                <a:cubicBezTo>
                  <a:pt x="307" y="502"/>
                  <a:pt x="307" y="502"/>
                  <a:pt x="307" y="502"/>
                </a:cubicBezTo>
                <a:cubicBezTo>
                  <a:pt x="308" y="501"/>
                  <a:pt x="308" y="501"/>
                  <a:pt x="309" y="501"/>
                </a:cubicBezTo>
                <a:close/>
                <a:moveTo>
                  <a:pt x="309" y="524"/>
                </a:moveTo>
                <a:cubicBezTo>
                  <a:pt x="309" y="554"/>
                  <a:pt x="309" y="554"/>
                  <a:pt x="309" y="554"/>
                </a:cubicBezTo>
                <a:cubicBezTo>
                  <a:pt x="308" y="554"/>
                  <a:pt x="308" y="554"/>
                  <a:pt x="307" y="554"/>
                </a:cubicBezTo>
                <a:cubicBezTo>
                  <a:pt x="307" y="525"/>
                  <a:pt x="307" y="525"/>
                  <a:pt x="307" y="525"/>
                </a:cubicBezTo>
                <a:cubicBezTo>
                  <a:pt x="308" y="525"/>
                  <a:pt x="308" y="524"/>
                  <a:pt x="309" y="524"/>
                </a:cubicBezTo>
                <a:close/>
                <a:moveTo>
                  <a:pt x="309" y="593"/>
                </a:moveTo>
                <a:cubicBezTo>
                  <a:pt x="309" y="599"/>
                  <a:pt x="309" y="599"/>
                  <a:pt x="309" y="599"/>
                </a:cubicBezTo>
                <a:cubicBezTo>
                  <a:pt x="308" y="599"/>
                  <a:pt x="308" y="598"/>
                  <a:pt x="308" y="598"/>
                </a:cubicBezTo>
                <a:cubicBezTo>
                  <a:pt x="308" y="603"/>
                  <a:pt x="308" y="606"/>
                  <a:pt x="309" y="609"/>
                </a:cubicBezTo>
                <a:cubicBezTo>
                  <a:pt x="309" y="623"/>
                  <a:pt x="309" y="623"/>
                  <a:pt x="309" y="623"/>
                </a:cubicBezTo>
                <a:cubicBezTo>
                  <a:pt x="307" y="622"/>
                  <a:pt x="307" y="622"/>
                  <a:pt x="307" y="622"/>
                </a:cubicBezTo>
                <a:cubicBezTo>
                  <a:pt x="307" y="592"/>
                  <a:pt x="307" y="592"/>
                  <a:pt x="307" y="592"/>
                </a:cubicBezTo>
                <a:cubicBezTo>
                  <a:pt x="308" y="592"/>
                  <a:pt x="308" y="593"/>
                  <a:pt x="309" y="593"/>
                </a:cubicBezTo>
                <a:close/>
                <a:moveTo>
                  <a:pt x="309" y="738"/>
                </a:moveTo>
                <a:cubicBezTo>
                  <a:pt x="309" y="746"/>
                  <a:pt x="309" y="746"/>
                  <a:pt x="309" y="746"/>
                </a:cubicBezTo>
                <a:cubicBezTo>
                  <a:pt x="308" y="745"/>
                  <a:pt x="308" y="745"/>
                  <a:pt x="307" y="745"/>
                </a:cubicBezTo>
                <a:cubicBezTo>
                  <a:pt x="307" y="738"/>
                  <a:pt x="307" y="738"/>
                  <a:pt x="307" y="738"/>
                </a:cubicBezTo>
                <a:cubicBezTo>
                  <a:pt x="308" y="738"/>
                  <a:pt x="308" y="738"/>
                  <a:pt x="309" y="738"/>
                </a:cubicBezTo>
                <a:close/>
                <a:moveTo>
                  <a:pt x="307" y="675"/>
                </a:move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lnTo>
                  <a:pt x="307" y="675"/>
                </a:lnTo>
                <a:close/>
                <a:moveTo>
                  <a:pt x="306" y="12"/>
                </a:moveTo>
                <a:cubicBezTo>
                  <a:pt x="306" y="12"/>
                  <a:pt x="307" y="12"/>
                  <a:pt x="307" y="12"/>
                </a:cubicBezTo>
                <a:cubicBezTo>
                  <a:pt x="307" y="22"/>
                  <a:pt x="307" y="22"/>
                  <a:pt x="307" y="22"/>
                </a:cubicBezTo>
                <a:cubicBezTo>
                  <a:pt x="307" y="21"/>
                  <a:pt x="306" y="21"/>
                  <a:pt x="306" y="21"/>
                </a:cubicBezTo>
                <a:cubicBezTo>
                  <a:pt x="306" y="12"/>
                  <a:pt x="306" y="12"/>
                  <a:pt x="306" y="12"/>
                </a:cubicBezTo>
                <a:close/>
                <a:moveTo>
                  <a:pt x="307" y="784"/>
                </a:moveTo>
                <a:cubicBezTo>
                  <a:pt x="306" y="784"/>
                  <a:pt x="306" y="784"/>
                  <a:pt x="306" y="784"/>
                </a:cubicBezTo>
                <a:cubicBezTo>
                  <a:pt x="306" y="747"/>
                  <a:pt x="306" y="747"/>
                  <a:pt x="306" y="747"/>
                </a:cubicBezTo>
                <a:cubicBezTo>
                  <a:pt x="306" y="749"/>
                  <a:pt x="307" y="750"/>
                  <a:pt x="307" y="752"/>
                </a:cubicBezTo>
                <a:cubicBezTo>
                  <a:pt x="307" y="784"/>
                  <a:pt x="307" y="784"/>
                  <a:pt x="307" y="784"/>
                </a:cubicBezTo>
                <a:close/>
                <a:moveTo>
                  <a:pt x="307" y="42"/>
                </a:moveTo>
                <a:cubicBezTo>
                  <a:pt x="307" y="56"/>
                  <a:pt x="307" y="56"/>
                  <a:pt x="307" y="56"/>
                </a:cubicBezTo>
                <a:cubicBezTo>
                  <a:pt x="306" y="57"/>
                  <a:pt x="306" y="57"/>
                  <a:pt x="306" y="57"/>
                </a:cubicBezTo>
                <a:cubicBezTo>
                  <a:pt x="306" y="42"/>
                  <a:pt x="306" y="42"/>
                  <a:pt x="306" y="42"/>
                </a:cubicBezTo>
                <a:cubicBezTo>
                  <a:pt x="307" y="42"/>
                  <a:pt x="307" y="42"/>
                  <a:pt x="307" y="42"/>
                </a:cubicBezTo>
                <a:close/>
                <a:moveTo>
                  <a:pt x="307" y="94"/>
                </a:moveTo>
                <a:cubicBezTo>
                  <a:pt x="307" y="147"/>
                  <a:pt x="307" y="147"/>
                  <a:pt x="307" y="147"/>
                </a:cubicBezTo>
                <a:cubicBezTo>
                  <a:pt x="307" y="149"/>
                  <a:pt x="306" y="150"/>
                  <a:pt x="306" y="151"/>
                </a:cubicBezTo>
                <a:cubicBezTo>
                  <a:pt x="306" y="95"/>
                  <a:pt x="306" y="95"/>
                  <a:pt x="306" y="95"/>
                </a:cubicBezTo>
                <a:cubicBezTo>
                  <a:pt x="306" y="95"/>
                  <a:pt x="307" y="94"/>
                  <a:pt x="307" y="94"/>
                </a:cubicBezTo>
                <a:close/>
                <a:moveTo>
                  <a:pt x="307" y="182"/>
                </a:moveTo>
                <a:cubicBezTo>
                  <a:pt x="307" y="191"/>
                  <a:pt x="307" y="191"/>
                  <a:pt x="307" y="191"/>
                </a:cubicBezTo>
                <a:cubicBezTo>
                  <a:pt x="307" y="191"/>
                  <a:pt x="306" y="191"/>
                  <a:pt x="306" y="191"/>
                </a:cubicBezTo>
                <a:cubicBezTo>
                  <a:pt x="306" y="182"/>
                  <a:pt x="306" y="182"/>
                  <a:pt x="306" y="182"/>
                </a:cubicBezTo>
                <a:cubicBezTo>
                  <a:pt x="307" y="182"/>
                  <a:pt x="307" y="182"/>
                  <a:pt x="307" y="182"/>
                </a:cubicBezTo>
                <a:close/>
                <a:moveTo>
                  <a:pt x="307" y="202"/>
                </a:moveTo>
                <a:cubicBezTo>
                  <a:pt x="307" y="211"/>
                  <a:pt x="307" y="211"/>
                  <a:pt x="307" y="211"/>
                </a:cubicBezTo>
                <a:cubicBezTo>
                  <a:pt x="306" y="211"/>
                  <a:pt x="306" y="211"/>
                  <a:pt x="306" y="211"/>
                </a:cubicBezTo>
                <a:cubicBezTo>
                  <a:pt x="306" y="201"/>
                  <a:pt x="306" y="201"/>
                  <a:pt x="306" y="201"/>
                </a:cubicBezTo>
                <a:cubicBezTo>
                  <a:pt x="307" y="202"/>
                  <a:pt x="307" y="202"/>
                  <a:pt x="307" y="202"/>
                </a:cubicBezTo>
                <a:close/>
                <a:moveTo>
                  <a:pt x="307" y="228"/>
                </a:moveTo>
                <a:cubicBezTo>
                  <a:pt x="307" y="262"/>
                  <a:pt x="307" y="262"/>
                  <a:pt x="307" y="262"/>
                </a:cubicBezTo>
                <a:cubicBezTo>
                  <a:pt x="306" y="260"/>
                  <a:pt x="306" y="260"/>
                  <a:pt x="306" y="260"/>
                </a:cubicBezTo>
                <a:cubicBezTo>
                  <a:pt x="306" y="228"/>
                  <a:pt x="306" y="228"/>
                  <a:pt x="306" y="228"/>
                </a:cubicBezTo>
                <a:cubicBezTo>
                  <a:pt x="306" y="228"/>
                  <a:pt x="307" y="228"/>
                  <a:pt x="307" y="228"/>
                </a:cubicBezTo>
                <a:close/>
                <a:moveTo>
                  <a:pt x="307" y="295"/>
                </a:moveTo>
                <a:cubicBezTo>
                  <a:pt x="307" y="301"/>
                  <a:pt x="307" y="301"/>
                  <a:pt x="307" y="301"/>
                </a:cubicBezTo>
                <a:cubicBezTo>
                  <a:pt x="307" y="300"/>
                  <a:pt x="307" y="299"/>
                  <a:pt x="306" y="298"/>
                </a:cubicBezTo>
                <a:cubicBezTo>
                  <a:pt x="306" y="294"/>
                  <a:pt x="306" y="294"/>
                  <a:pt x="306" y="294"/>
                </a:cubicBezTo>
                <a:cubicBezTo>
                  <a:pt x="307" y="295"/>
                  <a:pt x="307" y="295"/>
                  <a:pt x="307" y="295"/>
                </a:cubicBezTo>
                <a:close/>
                <a:moveTo>
                  <a:pt x="307" y="304"/>
                </a:moveTo>
                <a:cubicBezTo>
                  <a:pt x="307" y="313"/>
                  <a:pt x="307" y="313"/>
                  <a:pt x="307" y="313"/>
                </a:cubicBezTo>
                <a:cubicBezTo>
                  <a:pt x="307" y="314"/>
                  <a:pt x="306" y="314"/>
                  <a:pt x="306" y="315"/>
                </a:cubicBezTo>
                <a:cubicBezTo>
                  <a:pt x="306" y="308"/>
                  <a:pt x="306" y="308"/>
                  <a:pt x="306" y="308"/>
                </a:cubicBezTo>
                <a:cubicBezTo>
                  <a:pt x="307" y="307"/>
                  <a:pt x="307" y="305"/>
                  <a:pt x="307" y="304"/>
                </a:cubicBezTo>
                <a:close/>
                <a:moveTo>
                  <a:pt x="307" y="326"/>
                </a:moveTo>
                <a:cubicBezTo>
                  <a:pt x="307" y="330"/>
                  <a:pt x="307" y="330"/>
                  <a:pt x="307" y="330"/>
                </a:cubicBezTo>
                <a:cubicBezTo>
                  <a:pt x="307" y="330"/>
                  <a:pt x="306" y="329"/>
                  <a:pt x="306" y="329"/>
                </a:cubicBezTo>
                <a:cubicBezTo>
                  <a:pt x="306" y="324"/>
                  <a:pt x="306" y="324"/>
                  <a:pt x="306" y="324"/>
                </a:cubicBezTo>
                <a:cubicBezTo>
                  <a:pt x="306" y="325"/>
                  <a:pt x="307" y="325"/>
                  <a:pt x="307" y="326"/>
                </a:cubicBezTo>
                <a:close/>
                <a:moveTo>
                  <a:pt x="307" y="341"/>
                </a:moveTo>
                <a:cubicBezTo>
                  <a:pt x="307" y="348"/>
                  <a:pt x="307" y="348"/>
                  <a:pt x="307" y="348"/>
                </a:cubicBezTo>
                <a:cubicBezTo>
                  <a:pt x="306" y="349"/>
                  <a:pt x="306" y="349"/>
                  <a:pt x="306" y="349"/>
                </a:cubicBezTo>
                <a:cubicBezTo>
                  <a:pt x="306" y="343"/>
                  <a:pt x="306" y="343"/>
                  <a:pt x="306" y="343"/>
                </a:cubicBezTo>
                <a:cubicBezTo>
                  <a:pt x="306" y="342"/>
                  <a:pt x="307" y="342"/>
                  <a:pt x="307" y="341"/>
                </a:cubicBezTo>
                <a:close/>
                <a:moveTo>
                  <a:pt x="307" y="352"/>
                </a:moveTo>
                <a:cubicBezTo>
                  <a:pt x="307" y="356"/>
                  <a:pt x="307" y="356"/>
                  <a:pt x="307" y="356"/>
                </a:cubicBezTo>
                <a:cubicBezTo>
                  <a:pt x="306" y="357"/>
                  <a:pt x="306" y="357"/>
                  <a:pt x="306" y="357"/>
                </a:cubicBezTo>
                <a:cubicBezTo>
                  <a:pt x="306" y="352"/>
                  <a:pt x="306" y="352"/>
                  <a:pt x="306" y="352"/>
                </a:cubicBezTo>
                <a:cubicBezTo>
                  <a:pt x="307" y="352"/>
                  <a:pt x="307" y="352"/>
                  <a:pt x="307" y="352"/>
                </a:cubicBezTo>
                <a:close/>
                <a:moveTo>
                  <a:pt x="307" y="362"/>
                </a:moveTo>
                <a:cubicBezTo>
                  <a:pt x="307" y="367"/>
                  <a:pt x="307" y="367"/>
                  <a:pt x="307" y="367"/>
                </a:cubicBezTo>
                <a:cubicBezTo>
                  <a:pt x="306" y="367"/>
                  <a:pt x="306" y="367"/>
                  <a:pt x="306" y="367"/>
                </a:cubicBezTo>
                <a:cubicBezTo>
                  <a:pt x="306" y="362"/>
                  <a:pt x="306" y="362"/>
                  <a:pt x="306" y="362"/>
                </a:cubicBezTo>
                <a:cubicBezTo>
                  <a:pt x="307" y="362"/>
                  <a:pt x="307" y="362"/>
                  <a:pt x="307" y="362"/>
                </a:cubicBezTo>
                <a:close/>
                <a:moveTo>
                  <a:pt x="307" y="371"/>
                </a:moveTo>
                <a:cubicBezTo>
                  <a:pt x="307" y="398"/>
                  <a:pt x="307" y="398"/>
                  <a:pt x="307" y="398"/>
                </a:cubicBezTo>
                <a:cubicBezTo>
                  <a:pt x="307" y="402"/>
                  <a:pt x="307" y="405"/>
                  <a:pt x="307" y="408"/>
                </a:cubicBezTo>
                <a:cubicBezTo>
                  <a:pt x="307" y="437"/>
                  <a:pt x="307" y="437"/>
                  <a:pt x="307" y="437"/>
                </a:cubicBezTo>
                <a:cubicBezTo>
                  <a:pt x="307" y="438"/>
                  <a:pt x="306" y="438"/>
                  <a:pt x="306" y="438"/>
                </a:cubicBezTo>
                <a:cubicBezTo>
                  <a:pt x="306" y="428"/>
                  <a:pt x="306" y="428"/>
                  <a:pt x="306" y="428"/>
                </a:cubicBezTo>
                <a:cubicBezTo>
                  <a:pt x="306" y="427"/>
                  <a:pt x="306" y="426"/>
                  <a:pt x="306" y="425"/>
                </a:cubicBezTo>
                <a:cubicBezTo>
                  <a:pt x="306" y="425"/>
                  <a:pt x="306" y="425"/>
                  <a:pt x="306" y="425"/>
                </a:cubicBezTo>
                <a:cubicBezTo>
                  <a:pt x="306" y="372"/>
                  <a:pt x="306" y="372"/>
                  <a:pt x="306" y="372"/>
                </a:cubicBezTo>
                <a:cubicBezTo>
                  <a:pt x="306" y="372"/>
                  <a:pt x="307" y="371"/>
                  <a:pt x="307" y="371"/>
                </a:cubicBezTo>
                <a:close/>
                <a:moveTo>
                  <a:pt x="307" y="449"/>
                </a:moveTo>
                <a:cubicBezTo>
                  <a:pt x="307" y="464"/>
                  <a:pt x="307" y="464"/>
                  <a:pt x="307" y="464"/>
                </a:cubicBezTo>
                <a:cubicBezTo>
                  <a:pt x="307" y="463"/>
                  <a:pt x="306" y="463"/>
                  <a:pt x="306" y="462"/>
                </a:cubicBezTo>
                <a:cubicBezTo>
                  <a:pt x="306" y="451"/>
                  <a:pt x="306" y="451"/>
                  <a:pt x="306" y="451"/>
                </a:cubicBezTo>
                <a:cubicBezTo>
                  <a:pt x="306" y="450"/>
                  <a:pt x="307" y="450"/>
                  <a:pt x="307" y="449"/>
                </a:cubicBezTo>
                <a:close/>
                <a:moveTo>
                  <a:pt x="307" y="475"/>
                </a:moveTo>
                <a:cubicBezTo>
                  <a:pt x="307" y="482"/>
                  <a:pt x="307" y="482"/>
                  <a:pt x="307" y="482"/>
                </a:cubicBezTo>
                <a:cubicBezTo>
                  <a:pt x="307" y="482"/>
                  <a:pt x="306" y="482"/>
                  <a:pt x="306" y="482"/>
                </a:cubicBezTo>
                <a:cubicBezTo>
                  <a:pt x="306" y="476"/>
                  <a:pt x="306" y="476"/>
                  <a:pt x="306" y="476"/>
                </a:cubicBezTo>
                <a:cubicBezTo>
                  <a:pt x="306" y="476"/>
                  <a:pt x="307" y="475"/>
                  <a:pt x="307" y="475"/>
                </a:cubicBezTo>
                <a:close/>
                <a:moveTo>
                  <a:pt x="307" y="491"/>
                </a:moveTo>
                <a:cubicBezTo>
                  <a:pt x="307" y="495"/>
                  <a:pt x="307" y="495"/>
                  <a:pt x="307" y="495"/>
                </a:cubicBezTo>
                <a:cubicBezTo>
                  <a:pt x="307" y="495"/>
                  <a:pt x="306" y="495"/>
                  <a:pt x="306" y="494"/>
                </a:cubicBezTo>
                <a:cubicBezTo>
                  <a:pt x="306" y="490"/>
                  <a:pt x="306" y="490"/>
                  <a:pt x="306" y="490"/>
                </a:cubicBezTo>
                <a:cubicBezTo>
                  <a:pt x="307" y="491"/>
                  <a:pt x="307" y="491"/>
                  <a:pt x="307" y="491"/>
                </a:cubicBezTo>
                <a:close/>
                <a:moveTo>
                  <a:pt x="307" y="502"/>
                </a:moveTo>
                <a:cubicBezTo>
                  <a:pt x="307" y="508"/>
                  <a:pt x="307" y="508"/>
                  <a:pt x="307" y="508"/>
                </a:cubicBezTo>
                <a:cubicBezTo>
                  <a:pt x="307" y="509"/>
                  <a:pt x="306" y="509"/>
                  <a:pt x="306" y="510"/>
                </a:cubicBezTo>
                <a:cubicBezTo>
                  <a:pt x="306" y="502"/>
                  <a:pt x="306" y="502"/>
                  <a:pt x="306" y="502"/>
                </a:cubicBezTo>
                <a:cubicBezTo>
                  <a:pt x="306" y="502"/>
                  <a:pt x="307" y="502"/>
                  <a:pt x="307" y="502"/>
                </a:cubicBezTo>
                <a:close/>
                <a:moveTo>
                  <a:pt x="307" y="525"/>
                </a:moveTo>
                <a:cubicBezTo>
                  <a:pt x="307" y="554"/>
                  <a:pt x="307" y="554"/>
                  <a:pt x="307" y="554"/>
                </a:cubicBezTo>
                <a:cubicBezTo>
                  <a:pt x="307" y="554"/>
                  <a:pt x="306" y="554"/>
                  <a:pt x="306" y="554"/>
                </a:cubicBezTo>
                <a:cubicBezTo>
                  <a:pt x="306" y="527"/>
                  <a:pt x="306" y="527"/>
                  <a:pt x="306" y="527"/>
                </a:cubicBezTo>
                <a:cubicBezTo>
                  <a:pt x="306" y="526"/>
                  <a:pt x="307" y="526"/>
                  <a:pt x="307" y="525"/>
                </a:cubicBezTo>
                <a:close/>
                <a:moveTo>
                  <a:pt x="307" y="592"/>
                </a:moveTo>
                <a:cubicBezTo>
                  <a:pt x="307" y="622"/>
                  <a:pt x="307" y="622"/>
                  <a:pt x="307" y="622"/>
                </a:cubicBezTo>
                <a:cubicBezTo>
                  <a:pt x="306" y="622"/>
                  <a:pt x="306" y="622"/>
                  <a:pt x="306" y="622"/>
                </a:cubicBezTo>
                <a:cubicBezTo>
                  <a:pt x="306" y="592"/>
                  <a:pt x="306" y="592"/>
                  <a:pt x="306" y="592"/>
                </a:cubicBezTo>
                <a:cubicBezTo>
                  <a:pt x="306" y="592"/>
                  <a:pt x="307" y="592"/>
                  <a:pt x="307" y="592"/>
                </a:cubicBezTo>
                <a:close/>
                <a:moveTo>
                  <a:pt x="307" y="674"/>
                </a:moveTo>
                <a:cubicBezTo>
                  <a:pt x="307" y="675"/>
                  <a:pt x="307" y="675"/>
                  <a:pt x="307" y="675"/>
                </a:cubicBezTo>
                <a:cubicBezTo>
                  <a:pt x="307" y="676"/>
                  <a:pt x="306" y="677"/>
                  <a:pt x="306" y="678"/>
                </a:cubicBezTo>
                <a:cubicBezTo>
                  <a:pt x="306" y="673"/>
                  <a:pt x="306" y="673"/>
                  <a:pt x="306" y="673"/>
                </a:cubicBezTo>
                <a:cubicBezTo>
                  <a:pt x="307" y="673"/>
                  <a:pt x="307" y="674"/>
                  <a:pt x="307" y="674"/>
                </a:cubicBezTo>
                <a:close/>
                <a:moveTo>
                  <a:pt x="307" y="738"/>
                </a:moveTo>
                <a:cubicBezTo>
                  <a:pt x="307" y="745"/>
                  <a:pt x="307" y="745"/>
                  <a:pt x="307" y="745"/>
                </a:cubicBezTo>
                <a:cubicBezTo>
                  <a:pt x="306" y="745"/>
                  <a:pt x="306" y="745"/>
                  <a:pt x="306" y="745"/>
                </a:cubicBezTo>
                <a:cubicBezTo>
                  <a:pt x="306" y="738"/>
                  <a:pt x="306" y="738"/>
                  <a:pt x="306" y="738"/>
                </a:cubicBezTo>
                <a:lnTo>
                  <a:pt x="307" y="738"/>
                </a:lnTo>
                <a:close/>
                <a:moveTo>
                  <a:pt x="301" y="12"/>
                </a:moveTo>
                <a:cubicBezTo>
                  <a:pt x="303" y="12"/>
                  <a:pt x="304" y="12"/>
                  <a:pt x="306" y="12"/>
                </a:cubicBezTo>
                <a:cubicBezTo>
                  <a:pt x="306" y="21"/>
                  <a:pt x="306" y="21"/>
                  <a:pt x="306" y="21"/>
                </a:cubicBezTo>
                <a:cubicBezTo>
                  <a:pt x="304" y="21"/>
                  <a:pt x="303" y="21"/>
                  <a:pt x="301" y="21"/>
                </a:cubicBezTo>
                <a:cubicBezTo>
                  <a:pt x="301" y="12"/>
                  <a:pt x="301" y="12"/>
                  <a:pt x="301" y="12"/>
                </a:cubicBezTo>
                <a:close/>
                <a:moveTo>
                  <a:pt x="306" y="784"/>
                </a:moveTo>
                <a:cubicBezTo>
                  <a:pt x="304" y="783"/>
                  <a:pt x="303" y="783"/>
                  <a:pt x="301" y="783"/>
                </a:cubicBezTo>
                <a:cubicBezTo>
                  <a:pt x="301" y="775"/>
                  <a:pt x="301" y="775"/>
                  <a:pt x="301" y="775"/>
                </a:cubicBezTo>
                <a:cubicBezTo>
                  <a:pt x="303" y="776"/>
                  <a:pt x="303" y="776"/>
                  <a:pt x="303" y="776"/>
                </a:cubicBezTo>
                <a:cubicBezTo>
                  <a:pt x="304" y="776"/>
                  <a:pt x="304" y="776"/>
                  <a:pt x="305" y="776"/>
                </a:cubicBezTo>
                <a:cubicBezTo>
                  <a:pt x="304" y="770"/>
                  <a:pt x="302" y="765"/>
                  <a:pt x="301" y="760"/>
                </a:cubicBezTo>
                <a:cubicBezTo>
                  <a:pt x="301" y="738"/>
                  <a:pt x="301" y="738"/>
                  <a:pt x="301" y="738"/>
                </a:cubicBezTo>
                <a:cubicBezTo>
                  <a:pt x="302" y="738"/>
                  <a:pt x="304" y="738"/>
                  <a:pt x="306" y="738"/>
                </a:cubicBezTo>
                <a:cubicBezTo>
                  <a:pt x="306" y="745"/>
                  <a:pt x="306" y="745"/>
                  <a:pt x="306" y="745"/>
                </a:cubicBezTo>
                <a:cubicBezTo>
                  <a:pt x="305" y="745"/>
                  <a:pt x="305" y="745"/>
                  <a:pt x="305" y="745"/>
                </a:cubicBezTo>
                <a:cubicBezTo>
                  <a:pt x="306" y="746"/>
                  <a:pt x="306" y="747"/>
                  <a:pt x="306" y="747"/>
                </a:cubicBezTo>
                <a:cubicBezTo>
                  <a:pt x="306" y="784"/>
                  <a:pt x="306" y="784"/>
                  <a:pt x="306" y="784"/>
                </a:cubicBezTo>
                <a:close/>
                <a:moveTo>
                  <a:pt x="306" y="42"/>
                </a:moveTo>
                <a:cubicBezTo>
                  <a:pt x="306" y="57"/>
                  <a:pt x="306" y="57"/>
                  <a:pt x="306" y="57"/>
                </a:cubicBezTo>
                <a:cubicBezTo>
                  <a:pt x="304" y="57"/>
                  <a:pt x="303" y="58"/>
                  <a:pt x="301" y="59"/>
                </a:cubicBezTo>
                <a:cubicBezTo>
                  <a:pt x="301" y="51"/>
                  <a:pt x="301" y="51"/>
                  <a:pt x="301" y="51"/>
                </a:cubicBezTo>
                <a:cubicBezTo>
                  <a:pt x="302" y="50"/>
                  <a:pt x="302" y="50"/>
                  <a:pt x="302" y="50"/>
                </a:cubicBezTo>
                <a:cubicBezTo>
                  <a:pt x="301" y="50"/>
                  <a:pt x="301" y="50"/>
                  <a:pt x="301" y="50"/>
                </a:cubicBezTo>
                <a:cubicBezTo>
                  <a:pt x="301" y="38"/>
                  <a:pt x="301" y="38"/>
                  <a:pt x="301" y="38"/>
                </a:cubicBezTo>
                <a:cubicBezTo>
                  <a:pt x="301" y="38"/>
                  <a:pt x="302" y="38"/>
                  <a:pt x="302" y="39"/>
                </a:cubicBezTo>
                <a:cubicBezTo>
                  <a:pt x="303" y="40"/>
                  <a:pt x="305" y="40"/>
                  <a:pt x="306" y="42"/>
                </a:cubicBezTo>
                <a:close/>
                <a:moveTo>
                  <a:pt x="306" y="95"/>
                </a:moveTo>
                <a:cubicBezTo>
                  <a:pt x="306" y="151"/>
                  <a:pt x="306" y="151"/>
                  <a:pt x="306" y="151"/>
                </a:cubicBezTo>
                <a:cubicBezTo>
                  <a:pt x="305" y="154"/>
                  <a:pt x="304" y="157"/>
                  <a:pt x="303" y="159"/>
                </a:cubicBezTo>
                <a:cubicBezTo>
                  <a:pt x="302" y="160"/>
                  <a:pt x="302" y="161"/>
                  <a:pt x="301" y="161"/>
                </a:cubicBezTo>
                <a:cubicBezTo>
                  <a:pt x="301" y="126"/>
                  <a:pt x="301" y="126"/>
                  <a:pt x="301" y="126"/>
                </a:cubicBezTo>
                <a:cubicBezTo>
                  <a:pt x="301" y="123"/>
                  <a:pt x="302" y="119"/>
                  <a:pt x="302" y="114"/>
                </a:cubicBezTo>
                <a:cubicBezTo>
                  <a:pt x="302" y="115"/>
                  <a:pt x="301" y="115"/>
                  <a:pt x="301" y="115"/>
                </a:cubicBezTo>
                <a:cubicBezTo>
                  <a:pt x="301" y="81"/>
                  <a:pt x="301" y="81"/>
                  <a:pt x="301" y="81"/>
                </a:cubicBezTo>
                <a:cubicBezTo>
                  <a:pt x="301" y="81"/>
                  <a:pt x="302" y="81"/>
                  <a:pt x="302" y="81"/>
                </a:cubicBezTo>
                <a:cubicBezTo>
                  <a:pt x="304" y="84"/>
                  <a:pt x="304" y="84"/>
                  <a:pt x="305" y="95"/>
                </a:cubicBezTo>
                <a:cubicBezTo>
                  <a:pt x="306" y="95"/>
                  <a:pt x="306" y="95"/>
                  <a:pt x="306" y="95"/>
                </a:cubicBezTo>
                <a:close/>
                <a:moveTo>
                  <a:pt x="306" y="182"/>
                </a:moveTo>
                <a:cubicBezTo>
                  <a:pt x="306" y="191"/>
                  <a:pt x="306" y="191"/>
                  <a:pt x="306" y="191"/>
                </a:cubicBezTo>
                <a:cubicBezTo>
                  <a:pt x="304" y="190"/>
                  <a:pt x="303" y="190"/>
                  <a:pt x="301" y="191"/>
                </a:cubicBezTo>
                <a:cubicBezTo>
                  <a:pt x="301" y="184"/>
                  <a:pt x="301" y="184"/>
                  <a:pt x="301" y="184"/>
                </a:cubicBezTo>
                <a:cubicBezTo>
                  <a:pt x="303" y="184"/>
                  <a:pt x="304" y="183"/>
                  <a:pt x="306" y="182"/>
                </a:cubicBezTo>
                <a:close/>
                <a:moveTo>
                  <a:pt x="306" y="201"/>
                </a:moveTo>
                <a:cubicBezTo>
                  <a:pt x="306" y="211"/>
                  <a:pt x="306" y="211"/>
                  <a:pt x="306" y="211"/>
                </a:cubicBezTo>
                <a:cubicBezTo>
                  <a:pt x="304" y="212"/>
                  <a:pt x="303" y="213"/>
                  <a:pt x="301" y="214"/>
                </a:cubicBezTo>
                <a:cubicBezTo>
                  <a:pt x="301" y="210"/>
                  <a:pt x="301" y="210"/>
                  <a:pt x="301" y="210"/>
                </a:cubicBezTo>
                <a:cubicBezTo>
                  <a:pt x="302" y="209"/>
                  <a:pt x="303" y="209"/>
                  <a:pt x="304" y="208"/>
                </a:cubicBezTo>
                <a:cubicBezTo>
                  <a:pt x="303" y="207"/>
                  <a:pt x="302" y="206"/>
                  <a:pt x="301" y="205"/>
                </a:cubicBezTo>
                <a:cubicBezTo>
                  <a:pt x="301" y="198"/>
                  <a:pt x="301" y="198"/>
                  <a:pt x="301" y="198"/>
                </a:cubicBezTo>
                <a:cubicBezTo>
                  <a:pt x="303" y="199"/>
                  <a:pt x="304" y="201"/>
                  <a:pt x="306" y="201"/>
                </a:cubicBezTo>
                <a:close/>
                <a:moveTo>
                  <a:pt x="306" y="228"/>
                </a:moveTo>
                <a:cubicBezTo>
                  <a:pt x="306" y="260"/>
                  <a:pt x="306" y="260"/>
                  <a:pt x="306" y="260"/>
                </a:cubicBezTo>
                <a:cubicBezTo>
                  <a:pt x="304" y="257"/>
                  <a:pt x="302" y="254"/>
                  <a:pt x="301" y="252"/>
                </a:cubicBezTo>
                <a:cubicBezTo>
                  <a:pt x="301" y="232"/>
                  <a:pt x="301" y="232"/>
                  <a:pt x="301" y="232"/>
                </a:cubicBezTo>
                <a:cubicBezTo>
                  <a:pt x="302" y="231"/>
                  <a:pt x="304" y="230"/>
                  <a:pt x="306" y="228"/>
                </a:cubicBezTo>
                <a:close/>
                <a:moveTo>
                  <a:pt x="306" y="294"/>
                </a:moveTo>
                <a:cubicBezTo>
                  <a:pt x="306" y="298"/>
                  <a:pt x="306" y="298"/>
                  <a:pt x="306" y="298"/>
                </a:cubicBezTo>
                <a:cubicBezTo>
                  <a:pt x="305" y="298"/>
                  <a:pt x="304" y="297"/>
                  <a:pt x="303" y="297"/>
                </a:cubicBezTo>
                <a:cubicBezTo>
                  <a:pt x="302" y="298"/>
                  <a:pt x="302" y="299"/>
                  <a:pt x="301" y="300"/>
                </a:cubicBezTo>
                <a:cubicBezTo>
                  <a:pt x="301" y="288"/>
                  <a:pt x="301" y="288"/>
                  <a:pt x="301" y="288"/>
                </a:cubicBezTo>
                <a:cubicBezTo>
                  <a:pt x="306" y="294"/>
                  <a:pt x="306" y="294"/>
                  <a:pt x="306" y="294"/>
                </a:cubicBezTo>
                <a:close/>
                <a:moveTo>
                  <a:pt x="306" y="308"/>
                </a:moveTo>
                <a:cubicBezTo>
                  <a:pt x="306" y="315"/>
                  <a:pt x="306" y="315"/>
                  <a:pt x="306" y="315"/>
                </a:cubicBezTo>
                <a:cubicBezTo>
                  <a:pt x="305" y="318"/>
                  <a:pt x="304" y="321"/>
                  <a:pt x="306" y="324"/>
                </a:cubicBezTo>
                <a:cubicBezTo>
                  <a:pt x="306" y="329"/>
                  <a:pt x="306" y="329"/>
                  <a:pt x="306" y="329"/>
                </a:cubicBezTo>
                <a:cubicBezTo>
                  <a:pt x="304" y="327"/>
                  <a:pt x="303" y="325"/>
                  <a:pt x="301" y="323"/>
                </a:cubicBezTo>
                <a:cubicBezTo>
                  <a:pt x="301" y="316"/>
                  <a:pt x="301" y="316"/>
                  <a:pt x="301" y="316"/>
                </a:cubicBezTo>
                <a:cubicBezTo>
                  <a:pt x="302" y="314"/>
                  <a:pt x="305" y="311"/>
                  <a:pt x="306" y="308"/>
                </a:cubicBezTo>
                <a:close/>
                <a:moveTo>
                  <a:pt x="306" y="343"/>
                </a:moveTo>
                <a:cubicBezTo>
                  <a:pt x="306" y="349"/>
                  <a:pt x="306" y="349"/>
                  <a:pt x="306" y="349"/>
                </a:cubicBezTo>
                <a:cubicBezTo>
                  <a:pt x="306" y="350"/>
                  <a:pt x="305" y="351"/>
                  <a:pt x="304" y="352"/>
                </a:cubicBezTo>
                <a:cubicBezTo>
                  <a:pt x="305" y="352"/>
                  <a:pt x="306" y="352"/>
                  <a:pt x="306" y="352"/>
                </a:cubicBezTo>
                <a:cubicBezTo>
                  <a:pt x="306" y="357"/>
                  <a:pt x="306" y="357"/>
                  <a:pt x="306" y="357"/>
                </a:cubicBezTo>
                <a:cubicBezTo>
                  <a:pt x="302" y="357"/>
                  <a:pt x="302" y="357"/>
                  <a:pt x="302" y="357"/>
                </a:cubicBezTo>
                <a:cubicBezTo>
                  <a:pt x="302" y="358"/>
                  <a:pt x="301" y="359"/>
                  <a:pt x="301" y="360"/>
                </a:cubicBezTo>
                <a:cubicBezTo>
                  <a:pt x="301" y="352"/>
                  <a:pt x="301" y="352"/>
                  <a:pt x="301" y="352"/>
                </a:cubicBezTo>
                <a:cubicBezTo>
                  <a:pt x="302" y="349"/>
                  <a:pt x="304" y="346"/>
                  <a:pt x="306" y="343"/>
                </a:cubicBezTo>
                <a:close/>
                <a:moveTo>
                  <a:pt x="306" y="362"/>
                </a:moveTo>
                <a:cubicBezTo>
                  <a:pt x="306" y="367"/>
                  <a:pt x="306" y="367"/>
                  <a:pt x="306" y="367"/>
                </a:cubicBezTo>
                <a:cubicBezTo>
                  <a:pt x="304" y="367"/>
                  <a:pt x="302" y="368"/>
                  <a:pt x="301" y="368"/>
                </a:cubicBezTo>
                <a:cubicBezTo>
                  <a:pt x="301" y="364"/>
                  <a:pt x="301" y="364"/>
                  <a:pt x="301" y="364"/>
                </a:cubicBezTo>
                <a:cubicBezTo>
                  <a:pt x="306" y="362"/>
                  <a:pt x="306" y="362"/>
                  <a:pt x="306" y="362"/>
                </a:cubicBezTo>
                <a:close/>
                <a:moveTo>
                  <a:pt x="306" y="372"/>
                </a:moveTo>
                <a:cubicBezTo>
                  <a:pt x="306" y="425"/>
                  <a:pt x="306" y="425"/>
                  <a:pt x="306" y="425"/>
                </a:cubicBezTo>
                <a:cubicBezTo>
                  <a:pt x="304" y="426"/>
                  <a:pt x="302" y="427"/>
                  <a:pt x="301" y="428"/>
                </a:cubicBezTo>
                <a:cubicBezTo>
                  <a:pt x="301" y="422"/>
                  <a:pt x="301" y="422"/>
                  <a:pt x="301" y="422"/>
                </a:cubicBezTo>
                <a:cubicBezTo>
                  <a:pt x="304" y="419"/>
                  <a:pt x="304" y="419"/>
                  <a:pt x="304" y="419"/>
                </a:cubicBezTo>
                <a:cubicBezTo>
                  <a:pt x="304" y="417"/>
                  <a:pt x="303" y="415"/>
                  <a:pt x="303" y="413"/>
                </a:cubicBezTo>
                <a:cubicBezTo>
                  <a:pt x="301" y="414"/>
                  <a:pt x="301" y="414"/>
                  <a:pt x="301" y="414"/>
                </a:cubicBezTo>
                <a:cubicBezTo>
                  <a:pt x="301" y="409"/>
                  <a:pt x="301" y="409"/>
                  <a:pt x="301" y="409"/>
                </a:cubicBezTo>
                <a:cubicBezTo>
                  <a:pt x="302" y="408"/>
                  <a:pt x="302" y="408"/>
                  <a:pt x="302" y="408"/>
                </a:cubicBezTo>
                <a:cubicBezTo>
                  <a:pt x="302" y="405"/>
                  <a:pt x="302" y="403"/>
                  <a:pt x="302" y="401"/>
                </a:cubicBezTo>
                <a:cubicBezTo>
                  <a:pt x="302" y="401"/>
                  <a:pt x="301" y="402"/>
                  <a:pt x="301" y="402"/>
                </a:cubicBezTo>
                <a:cubicBezTo>
                  <a:pt x="301" y="397"/>
                  <a:pt x="301" y="397"/>
                  <a:pt x="301" y="397"/>
                </a:cubicBezTo>
                <a:cubicBezTo>
                  <a:pt x="303" y="395"/>
                  <a:pt x="304" y="393"/>
                  <a:pt x="303" y="389"/>
                </a:cubicBezTo>
                <a:cubicBezTo>
                  <a:pt x="302" y="389"/>
                  <a:pt x="302" y="390"/>
                  <a:pt x="301" y="390"/>
                </a:cubicBezTo>
                <a:cubicBezTo>
                  <a:pt x="301" y="385"/>
                  <a:pt x="301" y="385"/>
                  <a:pt x="301" y="385"/>
                </a:cubicBezTo>
                <a:cubicBezTo>
                  <a:pt x="304" y="384"/>
                  <a:pt x="306" y="381"/>
                  <a:pt x="306" y="377"/>
                </a:cubicBezTo>
                <a:cubicBezTo>
                  <a:pt x="301" y="379"/>
                  <a:pt x="301" y="379"/>
                  <a:pt x="301" y="379"/>
                </a:cubicBezTo>
                <a:cubicBezTo>
                  <a:pt x="301" y="374"/>
                  <a:pt x="301" y="374"/>
                  <a:pt x="301" y="374"/>
                </a:cubicBezTo>
                <a:cubicBezTo>
                  <a:pt x="303" y="374"/>
                  <a:pt x="305" y="373"/>
                  <a:pt x="306" y="372"/>
                </a:cubicBezTo>
                <a:close/>
                <a:moveTo>
                  <a:pt x="306" y="428"/>
                </a:moveTo>
                <a:cubicBezTo>
                  <a:pt x="306" y="438"/>
                  <a:pt x="306" y="438"/>
                  <a:pt x="306" y="438"/>
                </a:cubicBezTo>
                <a:cubicBezTo>
                  <a:pt x="302" y="442"/>
                  <a:pt x="302" y="447"/>
                  <a:pt x="304" y="452"/>
                </a:cubicBezTo>
                <a:cubicBezTo>
                  <a:pt x="305" y="452"/>
                  <a:pt x="306" y="451"/>
                  <a:pt x="306" y="451"/>
                </a:cubicBezTo>
                <a:cubicBezTo>
                  <a:pt x="306" y="462"/>
                  <a:pt x="306" y="462"/>
                  <a:pt x="306" y="462"/>
                </a:cubicBezTo>
                <a:cubicBezTo>
                  <a:pt x="304" y="460"/>
                  <a:pt x="302" y="457"/>
                  <a:pt x="301" y="454"/>
                </a:cubicBezTo>
                <a:cubicBezTo>
                  <a:pt x="301" y="440"/>
                  <a:pt x="301" y="440"/>
                  <a:pt x="301" y="440"/>
                </a:cubicBezTo>
                <a:cubicBezTo>
                  <a:pt x="302" y="435"/>
                  <a:pt x="305" y="433"/>
                  <a:pt x="306" y="428"/>
                </a:cubicBezTo>
                <a:close/>
                <a:moveTo>
                  <a:pt x="306" y="476"/>
                </a:moveTo>
                <a:cubicBezTo>
                  <a:pt x="306" y="482"/>
                  <a:pt x="306" y="482"/>
                  <a:pt x="306" y="482"/>
                </a:cubicBezTo>
                <a:cubicBezTo>
                  <a:pt x="303" y="482"/>
                  <a:pt x="301" y="482"/>
                  <a:pt x="302" y="487"/>
                </a:cubicBezTo>
                <a:cubicBezTo>
                  <a:pt x="303" y="488"/>
                  <a:pt x="304" y="489"/>
                  <a:pt x="306" y="490"/>
                </a:cubicBezTo>
                <a:cubicBezTo>
                  <a:pt x="306" y="494"/>
                  <a:pt x="306" y="494"/>
                  <a:pt x="306" y="494"/>
                </a:cubicBezTo>
                <a:cubicBezTo>
                  <a:pt x="304" y="493"/>
                  <a:pt x="302" y="492"/>
                  <a:pt x="301" y="491"/>
                </a:cubicBezTo>
                <a:cubicBezTo>
                  <a:pt x="301" y="481"/>
                  <a:pt x="301" y="481"/>
                  <a:pt x="301" y="481"/>
                </a:cubicBezTo>
                <a:cubicBezTo>
                  <a:pt x="303" y="479"/>
                  <a:pt x="304" y="478"/>
                  <a:pt x="306" y="476"/>
                </a:cubicBezTo>
                <a:close/>
                <a:moveTo>
                  <a:pt x="306" y="502"/>
                </a:moveTo>
                <a:cubicBezTo>
                  <a:pt x="306" y="510"/>
                  <a:pt x="306" y="510"/>
                  <a:pt x="306" y="510"/>
                </a:cubicBezTo>
                <a:cubicBezTo>
                  <a:pt x="304" y="512"/>
                  <a:pt x="303" y="514"/>
                  <a:pt x="301" y="516"/>
                </a:cubicBezTo>
                <a:cubicBezTo>
                  <a:pt x="301" y="510"/>
                  <a:pt x="301" y="510"/>
                  <a:pt x="301" y="510"/>
                </a:cubicBezTo>
                <a:cubicBezTo>
                  <a:pt x="302" y="509"/>
                  <a:pt x="303" y="508"/>
                  <a:pt x="303" y="506"/>
                </a:cubicBezTo>
                <a:cubicBezTo>
                  <a:pt x="302" y="506"/>
                  <a:pt x="302" y="506"/>
                  <a:pt x="301" y="505"/>
                </a:cubicBezTo>
                <a:cubicBezTo>
                  <a:pt x="301" y="502"/>
                  <a:pt x="301" y="502"/>
                  <a:pt x="301" y="502"/>
                </a:cubicBezTo>
                <a:cubicBezTo>
                  <a:pt x="302" y="503"/>
                  <a:pt x="302" y="503"/>
                  <a:pt x="302" y="503"/>
                </a:cubicBezTo>
                <a:cubicBezTo>
                  <a:pt x="304" y="503"/>
                  <a:pt x="305" y="502"/>
                  <a:pt x="306" y="502"/>
                </a:cubicBezTo>
                <a:close/>
                <a:moveTo>
                  <a:pt x="306" y="527"/>
                </a:moveTo>
                <a:cubicBezTo>
                  <a:pt x="306" y="554"/>
                  <a:pt x="306" y="554"/>
                  <a:pt x="306" y="554"/>
                </a:cubicBezTo>
                <a:cubicBezTo>
                  <a:pt x="304" y="553"/>
                  <a:pt x="302" y="552"/>
                  <a:pt x="301" y="552"/>
                </a:cubicBezTo>
                <a:cubicBezTo>
                  <a:pt x="301" y="534"/>
                  <a:pt x="301" y="534"/>
                  <a:pt x="301" y="534"/>
                </a:cubicBezTo>
                <a:cubicBezTo>
                  <a:pt x="302" y="531"/>
                  <a:pt x="304" y="529"/>
                  <a:pt x="306" y="527"/>
                </a:cubicBezTo>
                <a:close/>
                <a:moveTo>
                  <a:pt x="306" y="592"/>
                </a:moveTo>
                <a:cubicBezTo>
                  <a:pt x="306" y="622"/>
                  <a:pt x="306" y="622"/>
                  <a:pt x="306" y="622"/>
                </a:cubicBezTo>
                <a:cubicBezTo>
                  <a:pt x="304" y="621"/>
                  <a:pt x="303" y="620"/>
                  <a:pt x="301" y="620"/>
                </a:cubicBezTo>
                <a:cubicBezTo>
                  <a:pt x="301" y="614"/>
                  <a:pt x="301" y="614"/>
                  <a:pt x="301" y="614"/>
                </a:cubicBezTo>
                <a:cubicBezTo>
                  <a:pt x="302" y="615"/>
                  <a:pt x="302" y="615"/>
                  <a:pt x="302" y="615"/>
                </a:cubicBezTo>
                <a:cubicBezTo>
                  <a:pt x="303" y="608"/>
                  <a:pt x="303" y="603"/>
                  <a:pt x="301" y="598"/>
                </a:cubicBezTo>
                <a:cubicBezTo>
                  <a:pt x="301" y="589"/>
                  <a:pt x="301" y="589"/>
                  <a:pt x="301" y="589"/>
                </a:cubicBezTo>
                <a:cubicBezTo>
                  <a:pt x="303" y="590"/>
                  <a:pt x="304" y="591"/>
                  <a:pt x="306" y="592"/>
                </a:cubicBezTo>
                <a:close/>
                <a:moveTo>
                  <a:pt x="306" y="673"/>
                </a:moveTo>
                <a:cubicBezTo>
                  <a:pt x="306" y="678"/>
                  <a:pt x="306" y="678"/>
                  <a:pt x="306" y="678"/>
                </a:cubicBezTo>
                <a:cubicBezTo>
                  <a:pt x="305" y="680"/>
                  <a:pt x="305" y="682"/>
                  <a:pt x="304" y="684"/>
                </a:cubicBezTo>
                <a:cubicBezTo>
                  <a:pt x="303" y="684"/>
                  <a:pt x="303" y="684"/>
                  <a:pt x="302" y="684"/>
                </a:cubicBezTo>
                <a:cubicBezTo>
                  <a:pt x="301" y="684"/>
                  <a:pt x="301" y="684"/>
                  <a:pt x="301" y="684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4" y="672"/>
                  <a:pt x="305" y="673"/>
                  <a:pt x="306" y="673"/>
                </a:cubicBezTo>
                <a:close/>
                <a:moveTo>
                  <a:pt x="297" y="13"/>
                </a:moveTo>
                <a:cubicBezTo>
                  <a:pt x="298" y="13"/>
                  <a:pt x="300" y="13"/>
                  <a:pt x="301" y="1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0" y="21"/>
                  <a:pt x="298" y="21"/>
                  <a:pt x="297" y="21"/>
                </a:cubicBezTo>
                <a:cubicBezTo>
                  <a:pt x="297" y="13"/>
                  <a:pt x="297" y="13"/>
                  <a:pt x="297" y="13"/>
                </a:cubicBezTo>
                <a:close/>
                <a:moveTo>
                  <a:pt x="301" y="783"/>
                </a:moveTo>
                <a:cubicBezTo>
                  <a:pt x="300" y="783"/>
                  <a:pt x="298" y="782"/>
                  <a:pt x="297" y="782"/>
                </a:cubicBezTo>
                <a:cubicBezTo>
                  <a:pt x="297" y="773"/>
                  <a:pt x="297" y="773"/>
                  <a:pt x="297" y="773"/>
                </a:cubicBezTo>
                <a:cubicBezTo>
                  <a:pt x="298" y="774"/>
                  <a:pt x="299" y="775"/>
                  <a:pt x="301" y="775"/>
                </a:cubicBezTo>
                <a:cubicBezTo>
                  <a:pt x="301" y="783"/>
                  <a:pt x="301" y="783"/>
                  <a:pt x="301" y="783"/>
                </a:cubicBezTo>
                <a:close/>
                <a:moveTo>
                  <a:pt x="301" y="38"/>
                </a:moveTo>
                <a:cubicBezTo>
                  <a:pt x="301" y="50"/>
                  <a:pt x="301" y="50"/>
                  <a:pt x="301" y="50"/>
                </a:cubicBezTo>
                <a:cubicBezTo>
                  <a:pt x="299" y="48"/>
                  <a:pt x="298" y="47"/>
                  <a:pt x="297" y="46"/>
                </a:cubicBezTo>
                <a:cubicBezTo>
                  <a:pt x="297" y="33"/>
                  <a:pt x="297" y="33"/>
                  <a:pt x="297" y="33"/>
                </a:cubicBezTo>
                <a:cubicBezTo>
                  <a:pt x="298" y="35"/>
                  <a:pt x="300" y="36"/>
                  <a:pt x="301" y="38"/>
                </a:cubicBezTo>
                <a:close/>
                <a:moveTo>
                  <a:pt x="301" y="51"/>
                </a:moveTo>
                <a:cubicBezTo>
                  <a:pt x="301" y="59"/>
                  <a:pt x="301" y="59"/>
                  <a:pt x="301" y="59"/>
                </a:cubicBezTo>
                <a:cubicBezTo>
                  <a:pt x="300" y="59"/>
                  <a:pt x="298" y="60"/>
                  <a:pt x="297" y="60"/>
                </a:cubicBezTo>
                <a:cubicBezTo>
                  <a:pt x="297" y="53"/>
                  <a:pt x="297" y="53"/>
                  <a:pt x="297" y="53"/>
                </a:cubicBezTo>
                <a:cubicBezTo>
                  <a:pt x="298" y="52"/>
                  <a:pt x="299" y="51"/>
                  <a:pt x="301" y="51"/>
                </a:cubicBezTo>
                <a:close/>
                <a:moveTo>
                  <a:pt x="301" y="81"/>
                </a:moveTo>
                <a:cubicBezTo>
                  <a:pt x="301" y="115"/>
                  <a:pt x="301" y="115"/>
                  <a:pt x="301" y="115"/>
                </a:cubicBezTo>
                <a:cubicBezTo>
                  <a:pt x="300" y="115"/>
                  <a:pt x="298" y="116"/>
                  <a:pt x="297" y="117"/>
                </a:cubicBezTo>
                <a:cubicBezTo>
                  <a:pt x="297" y="82"/>
                  <a:pt x="297" y="82"/>
                  <a:pt x="297" y="82"/>
                </a:cubicBezTo>
                <a:cubicBezTo>
                  <a:pt x="298" y="81"/>
                  <a:pt x="299" y="81"/>
                  <a:pt x="301" y="81"/>
                </a:cubicBezTo>
                <a:close/>
                <a:moveTo>
                  <a:pt x="301" y="126"/>
                </a:moveTo>
                <a:cubicBezTo>
                  <a:pt x="301" y="161"/>
                  <a:pt x="301" y="161"/>
                  <a:pt x="301" y="161"/>
                </a:cubicBezTo>
                <a:cubicBezTo>
                  <a:pt x="300" y="162"/>
                  <a:pt x="298" y="163"/>
                  <a:pt x="297" y="163"/>
                </a:cubicBezTo>
                <a:cubicBezTo>
                  <a:pt x="297" y="138"/>
                  <a:pt x="297" y="138"/>
                  <a:pt x="297" y="138"/>
                </a:cubicBezTo>
                <a:cubicBezTo>
                  <a:pt x="299" y="135"/>
                  <a:pt x="300" y="131"/>
                  <a:pt x="301" y="126"/>
                </a:cubicBezTo>
                <a:close/>
                <a:moveTo>
                  <a:pt x="301" y="184"/>
                </a:moveTo>
                <a:cubicBezTo>
                  <a:pt x="301" y="191"/>
                  <a:pt x="301" y="191"/>
                  <a:pt x="301" y="191"/>
                </a:cubicBezTo>
                <a:cubicBezTo>
                  <a:pt x="300" y="191"/>
                  <a:pt x="298" y="192"/>
                  <a:pt x="297" y="192"/>
                </a:cubicBezTo>
                <a:cubicBezTo>
                  <a:pt x="297" y="186"/>
                  <a:pt x="297" y="186"/>
                  <a:pt x="297" y="186"/>
                </a:cubicBezTo>
                <a:cubicBezTo>
                  <a:pt x="298" y="185"/>
                  <a:pt x="300" y="185"/>
                  <a:pt x="301" y="184"/>
                </a:cubicBezTo>
                <a:close/>
                <a:moveTo>
                  <a:pt x="301" y="198"/>
                </a:moveTo>
                <a:cubicBezTo>
                  <a:pt x="301" y="205"/>
                  <a:pt x="301" y="205"/>
                  <a:pt x="301" y="205"/>
                </a:cubicBezTo>
                <a:cubicBezTo>
                  <a:pt x="299" y="204"/>
                  <a:pt x="298" y="203"/>
                  <a:pt x="297" y="202"/>
                </a:cubicBezTo>
                <a:cubicBezTo>
                  <a:pt x="297" y="196"/>
                  <a:pt x="297" y="196"/>
                  <a:pt x="297" y="196"/>
                </a:cubicBezTo>
                <a:cubicBezTo>
                  <a:pt x="301" y="198"/>
                  <a:pt x="301" y="198"/>
                  <a:pt x="301" y="198"/>
                </a:cubicBezTo>
                <a:close/>
                <a:moveTo>
                  <a:pt x="301" y="210"/>
                </a:moveTo>
                <a:cubicBezTo>
                  <a:pt x="301" y="214"/>
                  <a:pt x="301" y="214"/>
                  <a:pt x="301" y="214"/>
                </a:cubicBezTo>
                <a:cubicBezTo>
                  <a:pt x="300" y="215"/>
                  <a:pt x="298" y="216"/>
                  <a:pt x="297" y="216"/>
                </a:cubicBezTo>
                <a:cubicBezTo>
                  <a:pt x="297" y="211"/>
                  <a:pt x="297" y="211"/>
                  <a:pt x="297" y="211"/>
                </a:cubicBezTo>
                <a:cubicBezTo>
                  <a:pt x="298" y="211"/>
                  <a:pt x="300" y="210"/>
                  <a:pt x="301" y="210"/>
                </a:cubicBezTo>
                <a:close/>
                <a:moveTo>
                  <a:pt x="301" y="232"/>
                </a:moveTo>
                <a:cubicBezTo>
                  <a:pt x="301" y="252"/>
                  <a:pt x="301" y="252"/>
                  <a:pt x="301" y="252"/>
                </a:cubicBezTo>
                <a:cubicBezTo>
                  <a:pt x="299" y="248"/>
                  <a:pt x="298" y="245"/>
                  <a:pt x="297" y="243"/>
                </a:cubicBezTo>
                <a:cubicBezTo>
                  <a:pt x="297" y="236"/>
                  <a:pt x="297" y="236"/>
                  <a:pt x="297" y="236"/>
                </a:cubicBezTo>
                <a:cubicBezTo>
                  <a:pt x="298" y="235"/>
                  <a:pt x="299" y="233"/>
                  <a:pt x="301" y="232"/>
                </a:cubicBezTo>
                <a:close/>
                <a:moveTo>
                  <a:pt x="301" y="288"/>
                </a:moveTo>
                <a:cubicBezTo>
                  <a:pt x="301" y="300"/>
                  <a:pt x="301" y="300"/>
                  <a:pt x="301" y="300"/>
                </a:cubicBezTo>
                <a:cubicBezTo>
                  <a:pt x="299" y="303"/>
                  <a:pt x="298" y="305"/>
                  <a:pt x="297" y="308"/>
                </a:cubicBezTo>
                <a:cubicBezTo>
                  <a:pt x="297" y="300"/>
                  <a:pt x="297" y="300"/>
                  <a:pt x="297" y="300"/>
                </a:cubicBezTo>
                <a:cubicBezTo>
                  <a:pt x="299" y="297"/>
                  <a:pt x="300" y="294"/>
                  <a:pt x="297" y="289"/>
                </a:cubicBezTo>
                <a:cubicBezTo>
                  <a:pt x="297" y="284"/>
                  <a:pt x="297" y="284"/>
                  <a:pt x="297" y="284"/>
                </a:cubicBezTo>
                <a:cubicBezTo>
                  <a:pt x="301" y="288"/>
                  <a:pt x="301" y="288"/>
                  <a:pt x="301" y="288"/>
                </a:cubicBezTo>
                <a:close/>
                <a:moveTo>
                  <a:pt x="301" y="316"/>
                </a:moveTo>
                <a:cubicBezTo>
                  <a:pt x="301" y="323"/>
                  <a:pt x="301" y="323"/>
                  <a:pt x="301" y="323"/>
                </a:cubicBezTo>
                <a:cubicBezTo>
                  <a:pt x="300" y="322"/>
                  <a:pt x="298" y="321"/>
                  <a:pt x="297" y="319"/>
                </a:cubicBezTo>
                <a:cubicBezTo>
                  <a:pt x="297" y="314"/>
                  <a:pt x="297" y="314"/>
                  <a:pt x="297" y="314"/>
                </a:cubicBezTo>
                <a:cubicBezTo>
                  <a:pt x="300" y="318"/>
                  <a:pt x="300" y="318"/>
                  <a:pt x="300" y="318"/>
                </a:cubicBezTo>
                <a:cubicBezTo>
                  <a:pt x="300" y="317"/>
                  <a:pt x="300" y="317"/>
                  <a:pt x="301" y="316"/>
                </a:cubicBezTo>
                <a:close/>
                <a:moveTo>
                  <a:pt x="301" y="352"/>
                </a:moveTo>
                <a:cubicBezTo>
                  <a:pt x="301" y="360"/>
                  <a:pt x="301" y="360"/>
                  <a:pt x="301" y="360"/>
                </a:cubicBezTo>
                <a:cubicBezTo>
                  <a:pt x="300" y="361"/>
                  <a:pt x="300" y="363"/>
                  <a:pt x="300" y="364"/>
                </a:cubicBezTo>
                <a:cubicBezTo>
                  <a:pt x="301" y="364"/>
                  <a:pt x="301" y="364"/>
                  <a:pt x="301" y="364"/>
                </a:cubicBezTo>
                <a:cubicBezTo>
                  <a:pt x="301" y="368"/>
                  <a:pt x="301" y="368"/>
                  <a:pt x="301" y="368"/>
                </a:cubicBezTo>
                <a:cubicBezTo>
                  <a:pt x="299" y="369"/>
                  <a:pt x="298" y="370"/>
                  <a:pt x="297" y="372"/>
                </a:cubicBezTo>
                <a:cubicBezTo>
                  <a:pt x="297" y="362"/>
                  <a:pt x="297" y="362"/>
                  <a:pt x="297" y="362"/>
                </a:cubicBezTo>
                <a:cubicBezTo>
                  <a:pt x="298" y="359"/>
                  <a:pt x="299" y="355"/>
                  <a:pt x="301" y="352"/>
                </a:cubicBezTo>
                <a:close/>
                <a:moveTo>
                  <a:pt x="301" y="374"/>
                </a:moveTo>
                <a:cubicBezTo>
                  <a:pt x="301" y="379"/>
                  <a:pt x="301" y="379"/>
                  <a:pt x="301" y="379"/>
                </a:cubicBezTo>
                <a:cubicBezTo>
                  <a:pt x="297" y="380"/>
                  <a:pt x="297" y="380"/>
                  <a:pt x="297" y="380"/>
                </a:cubicBezTo>
                <a:cubicBezTo>
                  <a:pt x="297" y="375"/>
                  <a:pt x="297" y="375"/>
                  <a:pt x="297" y="375"/>
                </a:cubicBezTo>
                <a:cubicBezTo>
                  <a:pt x="298" y="375"/>
                  <a:pt x="300" y="375"/>
                  <a:pt x="301" y="374"/>
                </a:cubicBezTo>
                <a:close/>
                <a:moveTo>
                  <a:pt x="301" y="385"/>
                </a:moveTo>
                <a:cubicBezTo>
                  <a:pt x="301" y="390"/>
                  <a:pt x="301" y="390"/>
                  <a:pt x="301" y="390"/>
                </a:cubicBezTo>
                <a:cubicBezTo>
                  <a:pt x="299" y="391"/>
                  <a:pt x="298" y="391"/>
                  <a:pt x="297" y="392"/>
                </a:cubicBezTo>
                <a:cubicBezTo>
                  <a:pt x="297" y="387"/>
                  <a:pt x="297" y="387"/>
                  <a:pt x="297" y="387"/>
                </a:cubicBezTo>
                <a:cubicBezTo>
                  <a:pt x="298" y="387"/>
                  <a:pt x="300" y="386"/>
                  <a:pt x="301" y="385"/>
                </a:cubicBezTo>
                <a:close/>
                <a:moveTo>
                  <a:pt x="301" y="397"/>
                </a:moveTo>
                <a:cubicBezTo>
                  <a:pt x="301" y="402"/>
                  <a:pt x="301" y="402"/>
                  <a:pt x="301" y="402"/>
                </a:cubicBezTo>
                <a:cubicBezTo>
                  <a:pt x="300" y="402"/>
                  <a:pt x="299" y="403"/>
                  <a:pt x="297" y="404"/>
                </a:cubicBezTo>
                <a:cubicBezTo>
                  <a:pt x="297" y="399"/>
                  <a:pt x="297" y="399"/>
                  <a:pt x="297" y="399"/>
                </a:cubicBezTo>
                <a:cubicBezTo>
                  <a:pt x="298" y="399"/>
                  <a:pt x="300" y="398"/>
                  <a:pt x="301" y="397"/>
                </a:cubicBezTo>
                <a:close/>
                <a:moveTo>
                  <a:pt x="301" y="409"/>
                </a:moveTo>
                <a:cubicBezTo>
                  <a:pt x="301" y="414"/>
                  <a:pt x="301" y="414"/>
                  <a:pt x="301" y="414"/>
                </a:cubicBezTo>
                <a:cubicBezTo>
                  <a:pt x="299" y="416"/>
                  <a:pt x="298" y="417"/>
                  <a:pt x="297" y="418"/>
                </a:cubicBezTo>
                <a:cubicBezTo>
                  <a:pt x="297" y="412"/>
                  <a:pt x="297" y="412"/>
                  <a:pt x="297" y="412"/>
                </a:cubicBezTo>
                <a:cubicBezTo>
                  <a:pt x="298" y="411"/>
                  <a:pt x="300" y="410"/>
                  <a:pt x="301" y="409"/>
                </a:cubicBezTo>
                <a:close/>
                <a:moveTo>
                  <a:pt x="301" y="422"/>
                </a:moveTo>
                <a:cubicBezTo>
                  <a:pt x="301" y="428"/>
                  <a:pt x="301" y="428"/>
                  <a:pt x="301" y="428"/>
                </a:cubicBezTo>
                <a:cubicBezTo>
                  <a:pt x="298" y="431"/>
                  <a:pt x="298" y="435"/>
                  <a:pt x="298" y="440"/>
                </a:cubicBezTo>
                <a:cubicBezTo>
                  <a:pt x="299" y="440"/>
                  <a:pt x="300" y="440"/>
                  <a:pt x="301" y="440"/>
                </a:cubicBezTo>
                <a:cubicBezTo>
                  <a:pt x="301" y="440"/>
                  <a:pt x="301" y="440"/>
                  <a:pt x="301" y="440"/>
                </a:cubicBezTo>
                <a:cubicBezTo>
                  <a:pt x="301" y="454"/>
                  <a:pt x="301" y="454"/>
                  <a:pt x="301" y="454"/>
                </a:cubicBezTo>
                <a:cubicBezTo>
                  <a:pt x="299" y="451"/>
                  <a:pt x="298" y="448"/>
                  <a:pt x="297" y="444"/>
                </a:cubicBezTo>
                <a:cubicBezTo>
                  <a:pt x="297" y="427"/>
                  <a:pt x="297" y="427"/>
                  <a:pt x="297" y="427"/>
                </a:cubicBezTo>
                <a:cubicBezTo>
                  <a:pt x="298" y="425"/>
                  <a:pt x="300" y="424"/>
                  <a:pt x="301" y="422"/>
                </a:cubicBezTo>
                <a:close/>
                <a:moveTo>
                  <a:pt x="301" y="481"/>
                </a:moveTo>
                <a:cubicBezTo>
                  <a:pt x="301" y="491"/>
                  <a:pt x="301" y="491"/>
                  <a:pt x="301" y="491"/>
                </a:cubicBezTo>
                <a:cubicBezTo>
                  <a:pt x="299" y="491"/>
                  <a:pt x="298" y="491"/>
                  <a:pt x="297" y="491"/>
                </a:cubicBezTo>
                <a:cubicBezTo>
                  <a:pt x="297" y="485"/>
                  <a:pt x="297" y="485"/>
                  <a:pt x="297" y="485"/>
                </a:cubicBezTo>
                <a:cubicBezTo>
                  <a:pt x="298" y="483"/>
                  <a:pt x="300" y="482"/>
                  <a:pt x="301" y="481"/>
                </a:cubicBezTo>
                <a:close/>
                <a:moveTo>
                  <a:pt x="301" y="502"/>
                </a:moveTo>
                <a:cubicBezTo>
                  <a:pt x="301" y="505"/>
                  <a:pt x="301" y="505"/>
                  <a:pt x="301" y="505"/>
                </a:cubicBezTo>
                <a:cubicBezTo>
                  <a:pt x="300" y="505"/>
                  <a:pt x="298" y="504"/>
                  <a:pt x="297" y="503"/>
                </a:cubicBezTo>
                <a:cubicBezTo>
                  <a:pt x="297" y="499"/>
                  <a:pt x="297" y="499"/>
                  <a:pt x="297" y="499"/>
                </a:cubicBezTo>
                <a:cubicBezTo>
                  <a:pt x="298" y="499"/>
                  <a:pt x="299" y="501"/>
                  <a:pt x="301" y="502"/>
                </a:cubicBezTo>
                <a:close/>
                <a:moveTo>
                  <a:pt x="301" y="510"/>
                </a:moveTo>
                <a:cubicBezTo>
                  <a:pt x="301" y="516"/>
                  <a:pt x="301" y="516"/>
                  <a:pt x="301" y="516"/>
                </a:cubicBezTo>
                <a:cubicBezTo>
                  <a:pt x="300" y="518"/>
                  <a:pt x="298" y="520"/>
                  <a:pt x="297" y="521"/>
                </a:cubicBezTo>
                <a:cubicBezTo>
                  <a:pt x="297" y="512"/>
                  <a:pt x="297" y="512"/>
                  <a:pt x="297" y="512"/>
                </a:cubicBezTo>
                <a:cubicBezTo>
                  <a:pt x="298" y="512"/>
                  <a:pt x="300" y="511"/>
                  <a:pt x="301" y="510"/>
                </a:cubicBezTo>
                <a:close/>
                <a:moveTo>
                  <a:pt x="301" y="534"/>
                </a:moveTo>
                <a:cubicBezTo>
                  <a:pt x="301" y="552"/>
                  <a:pt x="301" y="552"/>
                  <a:pt x="301" y="552"/>
                </a:cubicBezTo>
                <a:cubicBezTo>
                  <a:pt x="299" y="551"/>
                  <a:pt x="298" y="550"/>
                  <a:pt x="297" y="548"/>
                </a:cubicBezTo>
                <a:cubicBezTo>
                  <a:pt x="297" y="540"/>
                  <a:pt x="297" y="540"/>
                  <a:pt x="297" y="540"/>
                </a:cubicBezTo>
                <a:cubicBezTo>
                  <a:pt x="297" y="540"/>
                  <a:pt x="298" y="539"/>
                  <a:pt x="299" y="538"/>
                </a:cubicBezTo>
                <a:cubicBezTo>
                  <a:pt x="299" y="537"/>
                  <a:pt x="300" y="535"/>
                  <a:pt x="301" y="534"/>
                </a:cubicBezTo>
                <a:close/>
                <a:moveTo>
                  <a:pt x="301" y="589"/>
                </a:moveTo>
                <a:cubicBezTo>
                  <a:pt x="301" y="598"/>
                  <a:pt x="301" y="598"/>
                  <a:pt x="301" y="598"/>
                </a:cubicBezTo>
                <a:cubicBezTo>
                  <a:pt x="300" y="596"/>
                  <a:pt x="298" y="594"/>
                  <a:pt x="297" y="593"/>
                </a:cubicBezTo>
                <a:cubicBezTo>
                  <a:pt x="297" y="587"/>
                  <a:pt x="297" y="587"/>
                  <a:pt x="297" y="587"/>
                </a:cubicBezTo>
                <a:cubicBezTo>
                  <a:pt x="298" y="588"/>
                  <a:pt x="300" y="588"/>
                  <a:pt x="301" y="589"/>
                </a:cubicBezTo>
                <a:close/>
                <a:moveTo>
                  <a:pt x="301" y="614"/>
                </a:moveTo>
                <a:cubicBezTo>
                  <a:pt x="301" y="620"/>
                  <a:pt x="301" y="620"/>
                  <a:pt x="301" y="620"/>
                </a:cubicBezTo>
                <a:cubicBezTo>
                  <a:pt x="300" y="619"/>
                  <a:pt x="298" y="619"/>
                  <a:pt x="297" y="618"/>
                </a:cubicBezTo>
                <a:cubicBezTo>
                  <a:pt x="297" y="611"/>
                  <a:pt x="297" y="611"/>
                  <a:pt x="297" y="611"/>
                </a:cubicBezTo>
                <a:cubicBezTo>
                  <a:pt x="298" y="612"/>
                  <a:pt x="299" y="613"/>
                  <a:pt x="301" y="614"/>
                </a:cubicBezTo>
                <a:close/>
                <a:moveTo>
                  <a:pt x="301" y="671"/>
                </a:moveTo>
                <a:cubicBezTo>
                  <a:pt x="301" y="684"/>
                  <a:pt x="301" y="684"/>
                  <a:pt x="301" y="684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7" y="669"/>
                  <a:pt x="297" y="669"/>
                  <a:pt x="297" y="669"/>
                </a:cubicBezTo>
                <a:cubicBezTo>
                  <a:pt x="298" y="670"/>
                  <a:pt x="300" y="671"/>
                  <a:pt x="301" y="671"/>
                </a:cubicBezTo>
                <a:close/>
                <a:moveTo>
                  <a:pt x="301" y="738"/>
                </a:moveTo>
                <a:cubicBezTo>
                  <a:pt x="301" y="760"/>
                  <a:pt x="301" y="760"/>
                  <a:pt x="301" y="760"/>
                </a:cubicBezTo>
                <a:cubicBezTo>
                  <a:pt x="300" y="756"/>
                  <a:pt x="298" y="752"/>
                  <a:pt x="297" y="749"/>
                </a:cubicBezTo>
                <a:cubicBezTo>
                  <a:pt x="297" y="735"/>
                  <a:pt x="297" y="735"/>
                  <a:pt x="297" y="735"/>
                </a:cubicBezTo>
                <a:cubicBezTo>
                  <a:pt x="298" y="736"/>
                  <a:pt x="299" y="737"/>
                  <a:pt x="300" y="738"/>
                </a:cubicBezTo>
                <a:cubicBezTo>
                  <a:pt x="300" y="738"/>
                  <a:pt x="300" y="738"/>
                  <a:pt x="301" y="738"/>
                </a:cubicBezTo>
                <a:close/>
                <a:moveTo>
                  <a:pt x="295" y="14"/>
                </a:moveTo>
                <a:cubicBezTo>
                  <a:pt x="296" y="14"/>
                  <a:pt x="296" y="14"/>
                  <a:pt x="297" y="13"/>
                </a:cubicBezTo>
                <a:cubicBezTo>
                  <a:pt x="297" y="21"/>
                  <a:pt x="297" y="21"/>
                  <a:pt x="297" y="21"/>
                </a:cubicBezTo>
                <a:cubicBezTo>
                  <a:pt x="296" y="21"/>
                  <a:pt x="296" y="22"/>
                  <a:pt x="295" y="22"/>
                </a:cubicBezTo>
                <a:cubicBezTo>
                  <a:pt x="295" y="14"/>
                  <a:pt x="295" y="14"/>
                  <a:pt x="295" y="14"/>
                </a:cubicBezTo>
                <a:close/>
                <a:moveTo>
                  <a:pt x="297" y="782"/>
                </a:moveTo>
                <a:cubicBezTo>
                  <a:pt x="295" y="781"/>
                  <a:pt x="295" y="781"/>
                  <a:pt x="295" y="781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6" y="773"/>
                  <a:pt x="296" y="773"/>
                  <a:pt x="297" y="773"/>
                </a:cubicBezTo>
                <a:cubicBezTo>
                  <a:pt x="297" y="782"/>
                  <a:pt x="297" y="782"/>
                  <a:pt x="297" y="782"/>
                </a:cubicBezTo>
                <a:close/>
                <a:moveTo>
                  <a:pt x="297" y="33"/>
                </a:moveTo>
                <a:cubicBezTo>
                  <a:pt x="297" y="46"/>
                  <a:pt x="297" y="46"/>
                  <a:pt x="297" y="46"/>
                </a:cubicBezTo>
                <a:cubicBezTo>
                  <a:pt x="296" y="46"/>
                  <a:pt x="296" y="45"/>
                  <a:pt x="295" y="44"/>
                </a:cubicBezTo>
                <a:cubicBezTo>
                  <a:pt x="295" y="31"/>
                  <a:pt x="295" y="31"/>
                  <a:pt x="295" y="31"/>
                </a:cubicBezTo>
                <a:cubicBezTo>
                  <a:pt x="296" y="32"/>
                  <a:pt x="296" y="32"/>
                  <a:pt x="297" y="33"/>
                </a:cubicBezTo>
                <a:close/>
                <a:moveTo>
                  <a:pt x="297" y="53"/>
                </a:moveTo>
                <a:cubicBezTo>
                  <a:pt x="297" y="60"/>
                  <a:pt x="297" y="60"/>
                  <a:pt x="297" y="60"/>
                </a:cubicBezTo>
                <a:cubicBezTo>
                  <a:pt x="295" y="61"/>
                  <a:pt x="295" y="61"/>
                  <a:pt x="295" y="61"/>
                </a:cubicBezTo>
                <a:cubicBezTo>
                  <a:pt x="295" y="53"/>
                  <a:pt x="295" y="53"/>
                  <a:pt x="295" y="53"/>
                </a:cubicBezTo>
                <a:cubicBezTo>
                  <a:pt x="296" y="53"/>
                  <a:pt x="296" y="53"/>
                  <a:pt x="297" y="53"/>
                </a:cubicBezTo>
                <a:close/>
                <a:moveTo>
                  <a:pt x="297" y="82"/>
                </a:moveTo>
                <a:cubicBezTo>
                  <a:pt x="297" y="117"/>
                  <a:pt x="297" y="117"/>
                  <a:pt x="297" y="117"/>
                </a:cubicBezTo>
                <a:cubicBezTo>
                  <a:pt x="296" y="117"/>
                  <a:pt x="296" y="117"/>
                  <a:pt x="295" y="118"/>
                </a:cubicBezTo>
                <a:cubicBezTo>
                  <a:pt x="295" y="82"/>
                  <a:pt x="295" y="82"/>
                  <a:pt x="295" y="82"/>
                </a:cubicBezTo>
                <a:cubicBezTo>
                  <a:pt x="295" y="82"/>
                  <a:pt x="296" y="82"/>
                  <a:pt x="297" y="82"/>
                </a:cubicBezTo>
                <a:close/>
                <a:moveTo>
                  <a:pt x="297" y="138"/>
                </a:moveTo>
                <a:cubicBezTo>
                  <a:pt x="297" y="163"/>
                  <a:pt x="297" y="163"/>
                  <a:pt x="297" y="163"/>
                </a:cubicBezTo>
                <a:cubicBezTo>
                  <a:pt x="296" y="163"/>
                  <a:pt x="296" y="163"/>
                  <a:pt x="295" y="164"/>
                </a:cubicBezTo>
                <a:cubicBezTo>
                  <a:pt x="295" y="140"/>
                  <a:pt x="295" y="140"/>
                  <a:pt x="295" y="140"/>
                </a:cubicBezTo>
                <a:cubicBezTo>
                  <a:pt x="296" y="139"/>
                  <a:pt x="296" y="139"/>
                  <a:pt x="297" y="138"/>
                </a:cubicBezTo>
                <a:close/>
                <a:moveTo>
                  <a:pt x="297" y="186"/>
                </a:moveTo>
                <a:cubicBezTo>
                  <a:pt x="297" y="192"/>
                  <a:pt x="297" y="192"/>
                  <a:pt x="297" y="192"/>
                </a:cubicBezTo>
                <a:cubicBezTo>
                  <a:pt x="296" y="192"/>
                  <a:pt x="296" y="193"/>
                  <a:pt x="295" y="193"/>
                </a:cubicBezTo>
                <a:cubicBezTo>
                  <a:pt x="295" y="187"/>
                  <a:pt x="295" y="187"/>
                  <a:pt x="295" y="187"/>
                </a:cubicBezTo>
                <a:cubicBezTo>
                  <a:pt x="296" y="186"/>
                  <a:pt x="296" y="186"/>
                  <a:pt x="297" y="186"/>
                </a:cubicBezTo>
                <a:close/>
                <a:moveTo>
                  <a:pt x="297" y="196"/>
                </a:moveTo>
                <a:cubicBezTo>
                  <a:pt x="297" y="202"/>
                  <a:pt x="297" y="202"/>
                  <a:pt x="297" y="202"/>
                </a:cubicBezTo>
                <a:cubicBezTo>
                  <a:pt x="296" y="202"/>
                  <a:pt x="296" y="201"/>
                  <a:pt x="295" y="201"/>
                </a:cubicBezTo>
                <a:cubicBezTo>
                  <a:pt x="295" y="195"/>
                  <a:pt x="295" y="195"/>
                  <a:pt x="295" y="195"/>
                </a:cubicBezTo>
                <a:cubicBezTo>
                  <a:pt x="297" y="196"/>
                  <a:pt x="297" y="196"/>
                  <a:pt x="297" y="196"/>
                </a:cubicBezTo>
                <a:close/>
                <a:moveTo>
                  <a:pt x="297" y="211"/>
                </a:moveTo>
                <a:cubicBezTo>
                  <a:pt x="297" y="216"/>
                  <a:pt x="297" y="216"/>
                  <a:pt x="297" y="216"/>
                </a:cubicBezTo>
                <a:cubicBezTo>
                  <a:pt x="296" y="217"/>
                  <a:pt x="296" y="217"/>
                  <a:pt x="295" y="218"/>
                </a:cubicBezTo>
                <a:cubicBezTo>
                  <a:pt x="295" y="211"/>
                  <a:pt x="295" y="211"/>
                  <a:pt x="295" y="211"/>
                </a:cubicBezTo>
                <a:cubicBezTo>
                  <a:pt x="296" y="211"/>
                  <a:pt x="296" y="211"/>
                  <a:pt x="297" y="211"/>
                </a:cubicBezTo>
                <a:close/>
                <a:moveTo>
                  <a:pt x="297" y="236"/>
                </a:moveTo>
                <a:cubicBezTo>
                  <a:pt x="297" y="243"/>
                  <a:pt x="297" y="243"/>
                  <a:pt x="297" y="243"/>
                </a:cubicBezTo>
                <a:cubicBezTo>
                  <a:pt x="296" y="241"/>
                  <a:pt x="296" y="239"/>
                  <a:pt x="296" y="237"/>
                </a:cubicBezTo>
                <a:cubicBezTo>
                  <a:pt x="296" y="237"/>
                  <a:pt x="296" y="236"/>
                  <a:pt x="297" y="236"/>
                </a:cubicBezTo>
                <a:close/>
                <a:moveTo>
                  <a:pt x="297" y="284"/>
                </a:moveTo>
                <a:cubicBezTo>
                  <a:pt x="297" y="289"/>
                  <a:pt x="297" y="289"/>
                  <a:pt x="297" y="289"/>
                </a:cubicBezTo>
                <a:cubicBezTo>
                  <a:pt x="296" y="289"/>
                  <a:pt x="296" y="288"/>
                  <a:pt x="296" y="288"/>
                </a:cubicBezTo>
                <a:cubicBezTo>
                  <a:pt x="295" y="288"/>
                  <a:pt x="295" y="288"/>
                  <a:pt x="295" y="288"/>
                </a:cubicBezTo>
                <a:cubicBezTo>
                  <a:pt x="295" y="282"/>
                  <a:pt x="295" y="282"/>
                  <a:pt x="295" y="282"/>
                </a:cubicBezTo>
                <a:cubicBezTo>
                  <a:pt x="297" y="284"/>
                  <a:pt x="297" y="284"/>
                  <a:pt x="297" y="284"/>
                </a:cubicBezTo>
                <a:close/>
                <a:moveTo>
                  <a:pt x="297" y="300"/>
                </a:moveTo>
                <a:cubicBezTo>
                  <a:pt x="297" y="308"/>
                  <a:pt x="297" y="308"/>
                  <a:pt x="297" y="308"/>
                </a:cubicBezTo>
                <a:cubicBezTo>
                  <a:pt x="296" y="309"/>
                  <a:pt x="296" y="311"/>
                  <a:pt x="296" y="312"/>
                </a:cubicBezTo>
                <a:cubicBezTo>
                  <a:pt x="297" y="314"/>
                  <a:pt x="297" y="314"/>
                  <a:pt x="297" y="314"/>
                </a:cubicBezTo>
                <a:cubicBezTo>
                  <a:pt x="297" y="319"/>
                  <a:pt x="297" y="319"/>
                  <a:pt x="297" y="319"/>
                </a:cubicBezTo>
                <a:cubicBezTo>
                  <a:pt x="296" y="319"/>
                  <a:pt x="296" y="318"/>
                  <a:pt x="295" y="318"/>
                </a:cubicBezTo>
                <a:cubicBezTo>
                  <a:pt x="295" y="303"/>
                  <a:pt x="295" y="303"/>
                  <a:pt x="295" y="303"/>
                </a:cubicBezTo>
                <a:cubicBezTo>
                  <a:pt x="296" y="302"/>
                  <a:pt x="296" y="301"/>
                  <a:pt x="297" y="300"/>
                </a:cubicBezTo>
                <a:close/>
                <a:moveTo>
                  <a:pt x="297" y="362"/>
                </a:moveTo>
                <a:cubicBezTo>
                  <a:pt x="297" y="372"/>
                  <a:pt x="297" y="372"/>
                  <a:pt x="297" y="372"/>
                </a:cubicBezTo>
                <a:cubicBezTo>
                  <a:pt x="296" y="373"/>
                  <a:pt x="296" y="374"/>
                  <a:pt x="295" y="376"/>
                </a:cubicBezTo>
                <a:cubicBezTo>
                  <a:pt x="295" y="366"/>
                  <a:pt x="295" y="366"/>
                  <a:pt x="295" y="366"/>
                </a:cubicBezTo>
                <a:cubicBezTo>
                  <a:pt x="296" y="365"/>
                  <a:pt x="296" y="363"/>
                  <a:pt x="297" y="362"/>
                </a:cubicBezTo>
                <a:close/>
                <a:moveTo>
                  <a:pt x="297" y="375"/>
                </a:moveTo>
                <a:cubicBezTo>
                  <a:pt x="295" y="376"/>
                  <a:pt x="295" y="376"/>
                  <a:pt x="295" y="376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7" y="380"/>
                  <a:pt x="297" y="380"/>
                  <a:pt x="297" y="380"/>
                </a:cubicBezTo>
                <a:cubicBezTo>
                  <a:pt x="297" y="375"/>
                  <a:pt x="297" y="375"/>
                  <a:pt x="297" y="375"/>
                </a:cubicBezTo>
                <a:close/>
                <a:moveTo>
                  <a:pt x="297" y="387"/>
                </a:moveTo>
                <a:cubicBezTo>
                  <a:pt x="297" y="392"/>
                  <a:pt x="297" y="392"/>
                  <a:pt x="297" y="392"/>
                </a:cubicBezTo>
                <a:cubicBezTo>
                  <a:pt x="296" y="393"/>
                  <a:pt x="295" y="393"/>
                  <a:pt x="295" y="393"/>
                </a:cubicBezTo>
                <a:cubicBezTo>
                  <a:pt x="295" y="388"/>
                  <a:pt x="295" y="388"/>
                  <a:pt x="295" y="388"/>
                </a:cubicBezTo>
                <a:cubicBezTo>
                  <a:pt x="296" y="388"/>
                  <a:pt x="296" y="387"/>
                  <a:pt x="297" y="387"/>
                </a:cubicBezTo>
                <a:close/>
                <a:moveTo>
                  <a:pt x="297" y="399"/>
                </a:moveTo>
                <a:cubicBezTo>
                  <a:pt x="297" y="404"/>
                  <a:pt x="297" y="404"/>
                  <a:pt x="297" y="404"/>
                </a:cubicBezTo>
                <a:cubicBezTo>
                  <a:pt x="295" y="405"/>
                  <a:pt x="295" y="405"/>
                  <a:pt x="295" y="405"/>
                </a:cubicBezTo>
                <a:cubicBezTo>
                  <a:pt x="295" y="400"/>
                  <a:pt x="295" y="400"/>
                  <a:pt x="295" y="400"/>
                </a:cubicBezTo>
                <a:cubicBezTo>
                  <a:pt x="296" y="400"/>
                  <a:pt x="296" y="400"/>
                  <a:pt x="297" y="399"/>
                </a:cubicBezTo>
                <a:close/>
                <a:moveTo>
                  <a:pt x="297" y="412"/>
                </a:moveTo>
                <a:cubicBezTo>
                  <a:pt x="297" y="418"/>
                  <a:pt x="297" y="418"/>
                  <a:pt x="297" y="418"/>
                </a:cubicBezTo>
                <a:cubicBezTo>
                  <a:pt x="296" y="419"/>
                  <a:pt x="295" y="420"/>
                  <a:pt x="295" y="421"/>
                </a:cubicBezTo>
                <a:cubicBezTo>
                  <a:pt x="295" y="414"/>
                  <a:pt x="295" y="414"/>
                  <a:pt x="295" y="414"/>
                </a:cubicBezTo>
                <a:cubicBezTo>
                  <a:pt x="297" y="412"/>
                  <a:pt x="297" y="412"/>
                  <a:pt x="297" y="412"/>
                </a:cubicBezTo>
                <a:close/>
                <a:moveTo>
                  <a:pt x="297" y="427"/>
                </a:moveTo>
                <a:cubicBezTo>
                  <a:pt x="297" y="444"/>
                  <a:pt x="297" y="444"/>
                  <a:pt x="297" y="444"/>
                </a:cubicBezTo>
                <a:cubicBezTo>
                  <a:pt x="296" y="443"/>
                  <a:pt x="295" y="441"/>
                  <a:pt x="295" y="440"/>
                </a:cubicBezTo>
                <a:cubicBezTo>
                  <a:pt x="295" y="429"/>
                  <a:pt x="295" y="429"/>
                  <a:pt x="295" y="429"/>
                </a:cubicBezTo>
                <a:cubicBezTo>
                  <a:pt x="297" y="427"/>
                  <a:pt x="297" y="427"/>
                  <a:pt x="297" y="427"/>
                </a:cubicBezTo>
                <a:close/>
                <a:moveTo>
                  <a:pt x="297" y="485"/>
                </a:moveTo>
                <a:cubicBezTo>
                  <a:pt x="297" y="491"/>
                  <a:pt x="297" y="491"/>
                  <a:pt x="297" y="491"/>
                </a:cubicBezTo>
                <a:cubicBezTo>
                  <a:pt x="296" y="491"/>
                  <a:pt x="296" y="491"/>
                  <a:pt x="295" y="492"/>
                </a:cubicBezTo>
                <a:cubicBezTo>
                  <a:pt x="295" y="486"/>
                  <a:pt x="295" y="486"/>
                  <a:pt x="295" y="486"/>
                </a:cubicBezTo>
                <a:cubicBezTo>
                  <a:pt x="296" y="485"/>
                  <a:pt x="296" y="485"/>
                  <a:pt x="297" y="485"/>
                </a:cubicBezTo>
                <a:close/>
                <a:moveTo>
                  <a:pt x="297" y="499"/>
                </a:moveTo>
                <a:cubicBezTo>
                  <a:pt x="297" y="503"/>
                  <a:pt x="297" y="503"/>
                  <a:pt x="297" y="503"/>
                </a:cubicBezTo>
                <a:cubicBezTo>
                  <a:pt x="296" y="503"/>
                  <a:pt x="296" y="502"/>
                  <a:pt x="295" y="502"/>
                </a:cubicBezTo>
                <a:cubicBezTo>
                  <a:pt x="295" y="497"/>
                  <a:pt x="295" y="497"/>
                  <a:pt x="295" y="497"/>
                </a:cubicBezTo>
                <a:cubicBezTo>
                  <a:pt x="296" y="498"/>
                  <a:pt x="296" y="498"/>
                  <a:pt x="297" y="499"/>
                </a:cubicBezTo>
                <a:close/>
                <a:moveTo>
                  <a:pt x="297" y="512"/>
                </a:moveTo>
                <a:cubicBezTo>
                  <a:pt x="297" y="521"/>
                  <a:pt x="297" y="521"/>
                  <a:pt x="297" y="521"/>
                </a:cubicBezTo>
                <a:cubicBezTo>
                  <a:pt x="296" y="521"/>
                  <a:pt x="296" y="522"/>
                  <a:pt x="295" y="522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6" y="512"/>
                  <a:pt x="296" y="512"/>
                  <a:pt x="297" y="512"/>
                </a:cubicBezTo>
                <a:close/>
                <a:moveTo>
                  <a:pt x="297" y="540"/>
                </a:moveTo>
                <a:cubicBezTo>
                  <a:pt x="297" y="548"/>
                  <a:pt x="297" y="548"/>
                  <a:pt x="297" y="548"/>
                </a:cubicBezTo>
                <a:cubicBezTo>
                  <a:pt x="296" y="548"/>
                  <a:pt x="295" y="547"/>
                  <a:pt x="295" y="546"/>
                </a:cubicBezTo>
                <a:cubicBezTo>
                  <a:pt x="295" y="542"/>
                  <a:pt x="295" y="542"/>
                  <a:pt x="295" y="542"/>
                </a:cubicBezTo>
                <a:cubicBezTo>
                  <a:pt x="296" y="542"/>
                  <a:pt x="296" y="541"/>
                  <a:pt x="297" y="540"/>
                </a:cubicBezTo>
                <a:close/>
                <a:moveTo>
                  <a:pt x="297" y="587"/>
                </a:moveTo>
                <a:cubicBezTo>
                  <a:pt x="297" y="593"/>
                  <a:pt x="297" y="593"/>
                  <a:pt x="297" y="593"/>
                </a:cubicBezTo>
                <a:cubicBezTo>
                  <a:pt x="296" y="592"/>
                  <a:pt x="296" y="592"/>
                  <a:pt x="295" y="591"/>
                </a:cubicBezTo>
                <a:cubicBezTo>
                  <a:pt x="295" y="586"/>
                  <a:pt x="295" y="586"/>
                  <a:pt x="295" y="586"/>
                </a:cubicBezTo>
                <a:cubicBezTo>
                  <a:pt x="296" y="586"/>
                  <a:pt x="296" y="586"/>
                  <a:pt x="297" y="587"/>
                </a:cubicBezTo>
                <a:close/>
                <a:moveTo>
                  <a:pt x="297" y="611"/>
                </a:moveTo>
                <a:cubicBezTo>
                  <a:pt x="297" y="618"/>
                  <a:pt x="297" y="618"/>
                  <a:pt x="297" y="618"/>
                </a:cubicBezTo>
                <a:cubicBezTo>
                  <a:pt x="296" y="618"/>
                  <a:pt x="296" y="618"/>
                  <a:pt x="295" y="617"/>
                </a:cubicBezTo>
                <a:cubicBezTo>
                  <a:pt x="295" y="610"/>
                  <a:pt x="295" y="610"/>
                  <a:pt x="295" y="610"/>
                </a:cubicBezTo>
                <a:cubicBezTo>
                  <a:pt x="295" y="610"/>
                  <a:pt x="296" y="611"/>
                  <a:pt x="297" y="611"/>
                </a:cubicBezTo>
                <a:close/>
                <a:moveTo>
                  <a:pt x="297" y="669"/>
                </a:moveTo>
                <a:cubicBezTo>
                  <a:pt x="297" y="682"/>
                  <a:pt x="297" y="682"/>
                  <a:pt x="297" y="682"/>
                </a:cubicBezTo>
                <a:cubicBezTo>
                  <a:pt x="295" y="681"/>
                  <a:pt x="295" y="681"/>
                  <a:pt x="295" y="681"/>
                </a:cubicBezTo>
                <a:cubicBezTo>
                  <a:pt x="295" y="669"/>
                  <a:pt x="295" y="669"/>
                  <a:pt x="295" y="669"/>
                </a:cubicBezTo>
                <a:cubicBezTo>
                  <a:pt x="297" y="669"/>
                  <a:pt x="297" y="669"/>
                  <a:pt x="297" y="669"/>
                </a:cubicBezTo>
                <a:close/>
                <a:moveTo>
                  <a:pt x="297" y="735"/>
                </a:moveTo>
                <a:cubicBezTo>
                  <a:pt x="297" y="749"/>
                  <a:pt x="297" y="749"/>
                  <a:pt x="297" y="749"/>
                </a:cubicBezTo>
                <a:cubicBezTo>
                  <a:pt x="296" y="748"/>
                  <a:pt x="296" y="747"/>
                  <a:pt x="295" y="746"/>
                </a:cubicBezTo>
                <a:cubicBezTo>
                  <a:pt x="295" y="734"/>
                  <a:pt x="295" y="734"/>
                  <a:pt x="295" y="734"/>
                </a:cubicBezTo>
                <a:cubicBezTo>
                  <a:pt x="296" y="734"/>
                  <a:pt x="296" y="735"/>
                  <a:pt x="297" y="735"/>
                </a:cubicBezTo>
                <a:close/>
                <a:moveTo>
                  <a:pt x="295" y="336"/>
                </a:moveTo>
                <a:cubicBezTo>
                  <a:pt x="295" y="335"/>
                  <a:pt x="295" y="335"/>
                  <a:pt x="295" y="335"/>
                </a:cubicBezTo>
                <a:cubicBezTo>
                  <a:pt x="295" y="335"/>
                  <a:pt x="295" y="336"/>
                  <a:pt x="295" y="336"/>
                </a:cubicBezTo>
                <a:close/>
                <a:moveTo>
                  <a:pt x="295" y="14"/>
                </a:moveTo>
                <a:cubicBezTo>
                  <a:pt x="295" y="14"/>
                  <a:pt x="295" y="14"/>
                  <a:pt x="295" y="14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5" y="14"/>
                  <a:pt x="295" y="14"/>
                  <a:pt x="295" y="14"/>
                </a:cubicBezTo>
                <a:close/>
                <a:moveTo>
                  <a:pt x="295" y="781"/>
                </a:moveTo>
                <a:cubicBezTo>
                  <a:pt x="295" y="781"/>
                  <a:pt x="295" y="781"/>
                  <a:pt x="295" y="781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5" y="781"/>
                  <a:pt x="295" y="781"/>
                  <a:pt x="295" y="781"/>
                </a:cubicBezTo>
                <a:close/>
                <a:moveTo>
                  <a:pt x="295" y="31"/>
                </a:moveTo>
                <a:cubicBezTo>
                  <a:pt x="295" y="44"/>
                  <a:pt x="295" y="44"/>
                  <a:pt x="295" y="44"/>
                </a:cubicBezTo>
                <a:cubicBezTo>
                  <a:pt x="295" y="44"/>
                  <a:pt x="295" y="44"/>
                  <a:pt x="295" y="44"/>
                </a:cubicBezTo>
                <a:cubicBezTo>
                  <a:pt x="295" y="31"/>
                  <a:pt x="295" y="31"/>
                  <a:pt x="295" y="31"/>
                </a:cubicBezTo>
                <a:cubicBezTo>
                  <a:pt x="295" y="31"/>
                  <a:pt x="295" y="31"/>
                  <a:pt x="295" y="31"/>
                </a:cubicBezTo>
                <a:close/>
                <a:moveTo>
                  <a:pt x="295" y="53"/>
                </a:moveTo>
                <a:cubicBezTo>
                  <a:pt x="295" y="61"/>
                  <a:pt x="295" y="61"/>
                  <a:pt x="295" y="61"/>
                </a:cubicBezTo>
                <a:cubicBezTo>
                  <a:pt x="295" y="61"/>
                  <a:pt x="295" y="61"/>
                  <a:pt x="295" y="61"/>
                </a:cubicBezTo>
                <a:cubicBezTo>
                  <a:pt x="295" y="53"/>
                  <a:pt x="295" y="53"/>
                  <a:pt x="295" y="53"/>
                </a:cubicBezTo>
                <a:cubicBezTo>
                  <a:pt x="295" y="53"/>
                  <a:pt x="295" y="53"/>
                  <a:pt x="295" y="53"/>
                </a:cubicBezTo>
                <a:close/>
                <a:moveTo>
                  <a:pt x="295" y="82"/>
                </a:moveTo>
                <a:cubicBezTo>
                  <a:pt x="295" y="118"/>
                  <a:pt x="295" y="118"/>
                  <a:pt x="295" y="118"/>
                </a:cubicBezTo>
                <a:cubicBezTo>
                  <a:pt x="295" y="118"/>
                  <a:pt x="295" y="118"/>
                  <a:pt x="295" y="118"/>
                </a:cubicBezTo>
                <a:cubicBezTo>
                  <a:pt x="295" y="82"/>
                  <a:pt x="295" y="82"/>
                  <a:pt x="295" y="82"/>
                </a:cubicBezTo>
                <a:cubicBezTo>
                  <a:pt x="295" y="82"/>
                  <a:pt x="295" y="82"/>
                  <a:pt x="295" y="82"/>
                </a:cubicBezTo>
                <a:close/>
                <a:moveTo>
                  <a:pt x="295" y="140"/>
                </a:moveTo>
                <a:cubicBezTo>
                  <a:pt x="295" y="164"/>
                  <a:pt x="295" y="164"/>
                  <a:pt x="295" y="164"/>
                </a:cubicBezTo>
                <a:cubicBezTo>
                  <a:pt x="295" y="164"/>
                  <a:pt x="295" y="164"/>
                  <a:pt x="295" y="164"/>
                </a:cubicBezTo>
                <a:cubicBezTo>
                  <a:pt x="295" y="141"/>
                  <a:pt x="295" y="141"/>
                  <a:pt x="295" y="141"/>
                </a:cubicBezTo>
                <a:cubicBezTo>
                  <a:pt x="295" y="140"/>
                  <a:pt x="295" y="140"/>
                  <a:pt x="295" y="140"/>
                </a:cubicBezTo>
                <a:close/>
                <a:moveTo>
                  <a:pt x="295" y="187"/>
                </a:moveTo>
                <a:cubicBezTo>
                  <a:pt x="295" y="193"/>
                  <a:pt x="295" y="193"/>
                  <a:pt x="295" y="193"/>
                </a:cubicBezTo>
                <a:cubicBezTo>
                  <a:pt x="295" y="193"/>
                  <a:pt x="295" y="193"/>
                  <a:pt x="295" y="193"/>
                </a:cubicBezTo>
                <a:cubicBezTo>
                  <a:pt x="295" y="187"/>
                  <a:pt x="295" y="187"/>
                  <a:pt x="295" y="187"/>
                </a:cubicBezTo>
                <a:cubicBezTo>
                  <a:pt x="295" y="187"/>
                  <a:pt x="295" y="187"/>
                  <a:pt x="295" y="187"/>
                </a:cubicBezTo>
                <a:close/>
                <a:moveTo>
                  <a:pt x="295" y="195"/>
                </a:moveTo>
                <a:cubicBezTo>
                  <a:pt x="295" y="201"/>
                  <a:pt x="295" y="201"/>
                  <a:pt x="295" y="201"/>
                </a:cubicBezTo>
                <a:cubicBezTo>
                  <a:pt x="295" y="201"/>
                  <a:pt x="295" y="201"/>
                  <a:pt x="295" y="201"/>
                </a:cubicBezTo>
                <a:cubicBezTo>
                  <a:pt x="295" y="194"/>
                  <a:pt x="295" y="194"/>
                  <a:pt x="295" y="194"/>
                </a:cubicBezTo>
                <a:cubicBezTo>
                  <a:pt x="295" y="195"/>
                  <a:pt x="295" y="195"/>
                  <a:pt x="295" y="195"/>
                </a:cubicBezTo>
                <a:close/>
                <a:moveTo>
                  <a:pt x="295" y="211"/>
                </a:moveTo>
                <a:cubicBezTo>
                  <a:pt x="295" y="218"/>
                  <a:pt x="295" y="218"/>
                  <a:pt x="295" y="218"/>
                </a:cubicBezTo>
                <a:cubicBezTo>
                  <a:pt x="295" y="218"/>
                  <a:pt x="295" y="218"/>
                  <a:pt x="295" y="218"/>
                </a:cubicBezTo>
                <a:cubicBezTo>
                  <a:pt x="295" y="212"/>
                  <a:pt x="295" y="212"/>
                  <a:pt x="295" y="212"/>
                </a:cubicBezTo>
                <a:cubicBezTo>
                  <a:pt x="295" y="211"/>
                  <a:pt x="295" y="211"/>
                  <a:pt x="295" y="211"/>
                </a:cubicBezTo>
                <a:close/>
                <a:moveTo>
                  <a:pt x="295" y="282"/>
                </a:moveTo>
                <a:cubicBezTo>
                  <a:pt x="295" y="288"/>
                  <a:pt x="295" y="288"/>
                  <a:pt x="295" y="288"/>
                </a:cubicBezTo>
                <a:cubicBezTo>
                  <a:pt x="295" y="289"/>
                  <a:pt x="295" y="289"/>
                  <a:pt x="295" y="289"/>
                </a:cubicBezTo>
                <a:cubicBezTo>
                  <a:pt x="295" y="282"/>
                  <a:pt x="295" y="282"/>
                  <a:pt x="295" y="282"/>
                </a:cubicBezTo>
                <a:cubicBezTo>
                  <a:pt x="295" y="282"/>
                  <a:pt x="295" y="282"/>
                  <a:pt x="295" y="282"/>
                </a:cubicBezTo>
                <a:close/>
                <a:moveTo>
                  <a:pt x="295" y="303"/>
                </a:moveTo>
                <a:cubicBezTo>
                  <a:pt x="295" y="318"/>
                  <a:pt x="295" y="318"/>
                  <a:pt x="295" y="318"/>
                </a:cubicBezTo>
                <a:cubicBezTo>
                  <a:pt x="295" y="318"/>
                  <a:pt x="295" y="318"/>
                  <a:pt x="295" y="318"/>
                </a:cubicBezTo>
                <a:cubicBezTo>
                  <a:pt x="295" y="303"/>
                  <a:pt x="295" y="303"/>
                  <a:pt x="295" y="303"/>
                </a:cubicBezTo>
                <a:cubicBezTo>
                  <a:pt x="295" y="303"/>
                  <a:pt x="295" y="303"/>
                  <a:pt x="295" y="303"/>
                </a:cubicBezTo>
                <a:close/>
                <a:moveTo>
                  <a:pt x="295" y="335"/>
                </a:moveTo>
                <a:cubicBezTo>
                  <a:pt x="295" y="336"/>
                  <a:pt x="295" y="336"/>
                  <a:pt x="295" y="336"/>
                </a:cubicBezTo>
                <a:cubicBezTo>
                  <a:pt x="295" y="337"/>
                  <a:pt x="295" y="338"/>
                  <a:pt x="295" y="339"/>
                </a:cubicBezTo>
                <a:cubicBezTo>
                  <a:pt x="295" y="332"/>
                  <a:pt x="295" y="332"/>
                  <a:pt x="295" y="332"/>
                </a:cubicBezTo>
                <a:cubicBezTo>
                  <a:pt x="295" y="333"/>
                  <a:pt x="295" y="334"/>
                  <a:pt x="295" y="335"/>
                </a:cubicBezTo>
                <a:close/>
                <a:moveTo>
                  <a:pt x="295" y="366"/>
                </a:moveTo>
                <a:cubicBezTo>
                  <a:pt x="295" y="376"/>
                  <a:pt x="295" y="376"/>
                  <a:pt x="295" y="376"/>
                </a:cubicBezTo>
                <a:cubicBezTo>
                  <a:pt x="295" y="376"/>
                  <a:pt x="295" y="376"/>
                  <a:pt x="295" y="376"/>
                </a:cubicBezTo>
                <a:cubicBezTo>
                  <a:pt x="295" y="376"/>
                  <a:pt x="295" y="376"/>
                  <a:pt x="295" y="376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67"/>
                  <a:pt x="295" y="367"/>
                  <a:pt x="295" y="367"/>
                </a:cubicBezTo>
                <a:cubicBezTo>
                  <a:pt x="295" y="366"/>
                  <a:pt x="295" y="366"/>
                  <a:pt x="295" y="366"/>
                </a:cubicBezTo>
                <a:close/>
                <a:moveTo>
                  <a:pt x="295" y="388"/>
                </a:moveTo>
                <a:cubicBezTo>
                  <a:pt x="295" y="393"/>
                  <a:pt x="295" y="393"/>
                  <a:pt x="295" y="393"/>
                </a:cubicBezTo>
                <a:cubicBezTo>
                  <a:pt x="295" y="394"/>
                  <a:pt x="295" y="394"/>
                  <a:pt x="295" y="394"/>
                </a:cubicBezTo>
                <a:cubicBezTo>
                  <a:pt x="295" y="388"/>
                  <a:pt x="295" y="388"/>
                  <a:pt x="295" y="388"/>
                </a:cubicBezTo>
                <a:cubicBezTo>
                  <a:pt x="295" y="388"/>
                  <a:pt x="295" y="388"/>
                  <a:pt x="295" y="388"/>
                </a:cubicBezTo>
                <a:close/>
                <a:moveTo>
                  <a:pt x="295" y="400"/>
                </a:moveTo>
                <a:cubicBezTo>
                  <a:pt x="295" y="405"/>
                  <a:pt x="295" y="405"/>
                  <a:pt x="295" y="405"/>
                </a:cubicBezTo>
                <a:cubicBezTo>
                  <a:pt x="295" y="405"/>
                  <a:pt x="295" y="405"/>
                  <a:pt x="295" y="405"/>
                </a:cubicBezTo>
                <a:cubicBezTo>
                  <a:pt x="295" y="400"/>
                  <a:pt x="295" y="400"/>
                  <a:pt x="295" y="400"/>
                </a:cubicBezTo>
                <a:cubicBezTo>
                  <a:pt x="295" y="400"/>
                  <a:pt x="295" y="400"/>
                  <a:pt x="295" y="400"/>
                </a:cubicBezTo>
                <a:close/>
                <a:moveTo>
                  <a:pt x="295" y="414"/>
                </a:moveTo>
                <a:cubicBezTo>
                  <a:pt x="295" y="421"/>
                  <a:pt x="295" y="421"/>
                  <a:pt x="295" y="421"/>
                </a:cubicBezTo>
                <a:cubicBezTo>
                  <a:pt x="294" y="423"/>
                  <a:pt x="295" y="425"/>
                  <a:pt x="295" y="429"/>
                </a:cubicBezTo>
                <a:cubicBezTo>
                  <a:pt x="295" y="429"/>
                  <a:pt x="295" y="429"/>
                  <a:pt x="295" y="429"/>
                </a:cubicBezTo>
                <a:cubicBezTo>
                  <a:pt x="295" y="440"/>
                  <a:pt x="295" y="440"/>
                  <a:pt x="295" y="440"/>
                </a:cubicBezTo>
                <a:cubicBezTo>
                  <a:pt x="295" y="439"/>
                  <a:pt x="295" y="439"/>
                  <a:pt x="295" y="439"/>
                </a:cubicBezTo>
                <a:cubicBezTo>
                  <a:pt x="295" y="414"/>
                  <a:pt x="295" y="414"/>
                  <a:pt x="295" y="414"/>
                </a:cubicBezTo>
                <a:cubicBezTo>
                  <a:pt x="295" y="414"/>
                  <a:pt x="295" y="414"/>
                  <a:pt x="295" y="414"/>
                </a:cubicBezTo>
                <a:close/>
                <a:moveTo>
                  <a:pt x="295" y="486"/>
                </a:moveTo>
                <a:cubicBezTo>
                  <a:pt x="295" y="492"/>
                  <a:pt x="295" y="492"/>
                  <a:pt x="295" y="492"/>
                </a:cubicBezTo>
                <a:cubicBezTo>
                  <a:pt x="295" y="492"/>
                  <a:pt x="295" y="492"/>
                  <a:pt x="295" y="492"/>
                </a:cubicBezTo>
                <a:cubicBezTo>
                  <a:pt x="295" y="486"/>
                  <a:pt x="295" y="486"/>
                  <a:pt x="295" y="486"/>
                </a:cubicBezTo>
                <a:cubicBezTo>
                  <a:pt x="295" y="486"/>
                  <a:pt x="295" y="486"/>
                  <a:pt x="295" y="486"/>
                </a:cubicBezTo>
                <a:close/>
                <a:moveTo>
                  <a:pt x="295" y="497"/>
                </a:moveTo>
                <a:cubicBezTo>
                  <a:pt x="295" y="502"/>
                  <a:pt x="295" y="502"/>
                  <a:pt x="295" y="502"/>
                </a:cubicBezTo>
                <a:cubicBezTo>
                  <a:pt x="295" y="502"/>
                  <a:pt x="295" y="502"/>
                  <a:pt x="295" y="502"/>
                </a:cubicBezTo>
                <a:cubicBezTo>
                  <a:pt x="295" y="497"/>
                  <a:pt x="295" y="497"/>
                  <a:pt x="295" y="497"/>
                </a:cubicBezTo>
                <a:cubicBezTo>
                  <a:pt x="295" y="497"/>
                  <a:pt x="295" y="497"/>
                  <a:pt x="295" y="497"/>
                </a:cubicBezTo>
                <a:close/>
                <a:moveTo>
                  <a:pt x="295" y="512"/>
                </a:moveTo>
                <a:cubicBezTo>
                  <a:pt x="295" y="522"/>
                  <a:pt x="295" y="522"/>
                  <a:pt x="295" y="522"/>
                </a:cubicBezTo>
                <a:cubicBezTo>
                  <a:pt x="295" y="522"/>
                  <a:pt x="295" y="522"/>
                  <a:pt x="295" y="522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5" y="512"/>
                  <a:pt x="295" y="512"/>
                  <a:pt x="295" y="512"/>
                </a:cubicBezTo>
                <a:close/>
                <a:moveTo>
                  <a:pt x="295" y="542"/>
                </a:moveTo>
                <a:cubicBezTo>
                  <a:pt x="295" y="546"/>
                  <a:pt x="295" y="546"/>
                  <a:pt x="295" y="546"/>
                </a:cubicBezTo>
                <a:cubicBezTo>
                  <a:pt x="295" y="546"/>
                  <a:pt x="295" y="545"/>
                  <a:pt x="295" y="545"/>
                </a:cubicBezTo>
                <a:cubicBezTo>
                  <a:pt x="295" y="542"/>
                  <a:pt x="295" y="542"/>
                  <a:pt x="295" y="542"/>
                </a:cubicBezTo>
                <a:cubicBezTo>
                  <a:pt x="295" y="542"/>
                  <a:pt x="295" y="542"/>
                  <a:pt x="295" y="542"/>
                </a:cubicBezTo>
                <a:close/>
                <a:moveTo>
                  <a:pt x="295" y="586"/>
                </a:moveTo>
                <a:cubicBezTo>
                  <a:pt x="295" y="591"/>
                  <a:pt x="295" y="591"/>
                  <a:pt x="295" y="591"/>
                </a:cubicBezTo>
                <a:cubicBezTo>
                  <a:pt x="295" y="591"/>
                  <a:pt x="295" y="591"/>
                  <a:pt x="295" y="591"/>
                </a:cubicBezTo>
                <a:cubicBezTo>
                  <a:pt x="295" y="586"/>
                  <a:pt x="295" y="586"/>
                  <a:pt x="295" y="586"/>
                </a:cubicBezTo>
                <a:cubicBezTo>
                  <a:pt x="295" y="586"/>
                  <a:pt x="295" y="586"/>
                  <a:pt x="295" y="586"/>
                </a:cubicBezTo>
                <a:close/>
                <a:moveTo>
                  <a:pt x="295" y="610"/>
                </a:moveTo>
                <a:cubicBezTo>
                  <a:pt x="295" y="617"/>
                  <a:pt x="295" y="617"/>
                  <a:pt x="295" y="617"/>
                </a:cubicBezTo>
                <a:cubicBezTo>
                  <a:pt x="295" y="617"/>
                  <a:pt x="295" y="617"/>
                  <a:pt x="295" y="617"/>
                </a:cubicBezTo>
                <a:cubicBezTo>
                  <a:pt x="295" y="609"/>
                  <a:pt x="295" y="609"/>
                  <a:pt x="295" y="609"/>
                </a:cubicBezTo>
                <a:cubicBezTo>
                  <a:pt x="295" y="610"/>
                  <a:pt x="295" y="610"/>
                  <a:pt x="295" y="610"/>
                </a:cubicBezTo>
                <a:close/>
                <a:moveTo>
                  <a:pt x="295" y="669"/>
                </a:moveTo>
                <a:cubicBezTo>
                  <a:pt x="295" y="681"/>
                  <a:pt x="295" y="681"/>
                  <a:pt x="295" y="681"/>
                </a:cubicBezTo>
                <a:cubicBezTo>
                  <a:pt x="295" y="681"/>
                  <a:pt x="295" y="681"/>
                  <a:pt x="295" y="681"/>
                </a:cubicBezTo>
                <a:cubicBezTo>
                  <a:pt x="295" y="669"/>
                  <a:pt x="295" y="669"/>
                  <a:pt x="295" y="669"/>
                </a:cubicBezTo>
                <a:cubicBezTo>
                  <a:pt x="295" y="669"/>
                  <a:pt x="295" y="669"/>
                  <a:pt x="295" y="669"/>
                </a:cubicBezTo>
                <a:close/>
                <a:moveTo>
                  <a:pt x="295" y="734"/>
                </a:moveTo>
                <a:cubicBezTo>
                  <a:pt x="295" y="746"/>
                  <a:pt x="295" y="746"/>
                  <a:pt x="295" y="746"/>
                </a:cubicBezTo>
                <a:cubicBezTo>
                  <a:pt x="295" y="746"/>
                  <a:pt x="295" y="746"/>
                  <a:pt x="295" y="746"/>
                </a:cubicBezTo>
                <a:cubicBezTo>
                  <a:pt x="295" y="734"/>
                  <a:pt x="295" y="734"/>
                  <a:pt x="295" y="734"/>
                </a:cubicBezTo>
                <a:close/>
                <a:moveTo>
                  <a:pt x="293" y="14"/>
                </a:moveTo>
                <a:cubicBezTo>
                  <a:pt x="293" y="14"/>
                  <a:pt x="294" y="14"/>
                  <a:pt x="295" y="14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4" y="22"/>
                  <a:pt x="293" y="22"/>
                  <a:pt x="293" y="22"/>
                </a:cubicBezTo>
                <a:cubicBezTo>
                  <a:pt x="293" y="14"/>
                  <a:pt x="293" y="14"/>
                  <a:pt x="293" y="14"/>
                </a:cubicBezTo>
                <a:close/>
                <a:moveTo>
                  <a:pt x="295" y="781"/>
                </a:moveTo>
                <a:cubicBezTo>
                  <a:pt x="293" y="781"/>
                  <a:pt x="293" y="781"/>
                  <a:pt x="293" y="781"/>
                </a:cubicBezTo>
                <a:cubicBezTo>
                  <a:pt x="293" y="772"/>
                  <a:pt x="293" y="772"/>
                  <a:pt x="293" y="772"/>
                </a:cubicBezTo>
                <a:cubicBezTo>
                  <a:pt x="293" y="772"/>
                  <a:pt x="294" y="773"/>
                  <a:pt x="295" y="773"/>
                </a:cubicBezTo>
                <a:cubicBezTo>
                  <a:pt x="295" y="781"/>
                  <a:pt x="295" y="781"/>
                  <a:pt x="295" y="781"/>
                </a:cubicBezTo>
                <a:close/>
                <a:moveTo>
                  <a:pt x="295" y="31"/>
                </a:moveTo>
                <a:cubicBezTo>
                  <a:pt x="295" y="44"/>
                  <a:pt x="295" y="44"/>
                  <a:pt x="295" y="44"/>
                </a:cubicBezTo>
                <a:cubicBezTo>
                  <a:pt x="294" y="43"/>
                  <a:pt x="294" y="43"/>
                  <a:pt x="293" y="42"/>
                </a:cubicBezTo>
                <a:cubicBezTo>
                  <a:pt x="293" y="29"/>
                  <a:pt x="293" y="29"/>
                  <a:pt x="293" y="29"/>
                </a:cubicBezTo>
                <a:cubicBezTo>
                  <a:pt x="293" y="30"/>
                  <a:pt x="294" y="30"/>
                  <a:pt x="295" y="31"/>
                </a:cubicBezTo>
                <a:close/>
                <a:moveTo>
                  <a:pt x="295" y="53"/>
                </a:moveTo>
                <a:cubicBezTo>
                  <a:pt x="295" y="61"/>
                  <a:pt x="295" y="61"/>
                  <a:pt x="295" y="61"/>
                </a:cubicBezTo>
                <a:cubicBezTo>
                  <a:pt x="293" y="62"/>
                  <a:pt x="293" y="62"/>
                  <a:pt x="293" y="62"/>
                </a:cubicBezTo>
                <a:cubicBezTo>
                  <a:pt x="293" y="54"/>
                  <a:pt x="293" y="54"/>
                  <a:pt x="293" y="54"/>
                </a:cubicBezTo>
                <a:cubicBezTo>
                  <a:pt x="293" y="54"/>
                  <a:pt x="294" y="53"/>
                  <a:pt x="295" y="53"/>
                </a:cubicBezTo>
                <a:close/>
                <a:moveTo>
                  <a:pt x="295" y="82"/>
                </a:moveTo>
                <a:cubicBezTo>
                  <a:pt x="295" y="118"/>
                  <a:pt x="295" y="118"/>
                  <a:pt x="295" y="118"/>
                </a:cubicBezTo>
                <a:cubicBezTo>
                  <a:pt x="294" y="118"/>
                  <a:pt x="293" y="119"/>
                  <a:pt x="293" y="119"/>
                </a:cubicBezTo>
                <a:cubicBezTo>
                  <a:pt x="293" y="101"/>
                  <a:pt x="293" y="101"/>
                  <a:pt x="293" y="101"/>
                </a:cubicBezTo>
                <a:cubicBezTo>
                  <a:pt x="293" y="101"/>
                  <a:pt x="294" y="101"/>
                  <a:pt x="294" y="101"/>
                </a:cubicBezTo>
                <a:cubicBezTo>
                  <a:pt x="294" y="97"/>
                  <a:pt x="293" y="93"/>
                  <a:pt x="293" y="89"/>
                </a:cubicBezTo>
                <a:cubicBezTo>
                  <a:pt x="293" y="86"/>
                  <a:pt x="293" y="86"/>
                  <a:pt x="293" y="86"/>
                </a:cubicBezTo>
                <a:cubicBezTo>
                  <a:pt x="293" y="84"/>
                  <a:pt x="294" y="83"/>
                  <a:pt x="295" y="82"/>
                </a:cubicBezTo>
                <a:close/>
                <a:moveTo>
                  <a:pt x="295" y="141"/>
                </a:moveTo>
                <a:cubicBezTo>
                  <a:pt x="295" y="164"/>
                  <a:pt x="295" y="164"/>
                  <a:pt x="295" y="164"/>
                </a:cubicBezTo>
                <a:cubicBezTo>
                  <a:pt x="294" y="164"/>
                  <a:pt x="293" y="164"/>
                  <a:pt x="293" y="164"/>
                </a:cubicBezTo>
                <a:cubicBezTo>
                  <a:pt x="293" y="142"/>
                  <a:pt x="293" y="142"/>
                  <a:pt x="293" y="142"/>
                </a:cubicBezTo>
                <a:cubicBezTo>
                  <a:pt x="294" y="142"/>
                  <a:pt x="294" y="141"/>
                  <a:pt x="295" y="141"/>
                </a:cubicBezTo>
                <a:close/>
                <a:moveTo>
                  <a:pt x="295" y="187"/>
                </a:moveTo>
                <a:cubicBezTo>
                  <a:pt x="295" y="193"/>
                  <a:pt x="295" y="193"/>
                  <a:pt x="295" y="193"/>
                </a:cubicBezTo>
                <a:cubicBezTo>
                  <a:pt x="294" y="194"/>
                  <a:pt x="294" y="194"/>
                  <a:pt x="294" y="194"/>
                </a:cubicBezTo>
                <a:cubicBezTo>
                  <a:pt x="295" y="194"/>
                  <a:pt x="295" y="194"/>
                  <a:pt x="295" y="194"/>
                </a:cubicBezTo>
                <a:cubicBezTo>
                  <a:pt x="295" y="201"/>
                  <a:pt x="295" y="201"/>
                  <a:pt x="295" y="201"/>
                </a:cubicBezTo>
                <a:cubicBezTo>
                  <a:pt x="294" y="201"/>
                  <a:pt x="293" y="201"/>
                  <a:pt x="293" y="200"/>
                </a:cubicBezTo>
                <a:cubicBezTo>
                  <a:pt x="293" y="188"/>
                  <a:pt x="293" y="188"/>
                  <a:pt x="293" y="188"/>
                </a:cubicBezTo>
                <a:cubicBezTo>
                  <a:pt x="293" y="187"/>
                  <a:pt x="294" y="187"/>
                  <a:pt x="295" y="187"/>
                </a:cubicBezTo>
                <a:close/>
                <a:moveTo>
                  <a:pt x="295" y="212"/>
                </a:moveTo>
                <a:cubicBezTo>
                  <a:pt x="295" y="218"/>
                  <a:pt x="295" y="218"/>
                  <a:pt x="295" y="218"/>
                </a:cubicBezTo>
                <a:cubicBezTo>
                  <a:pt x="294" y="218"/>
                  <a:pt x="293" y="218"/>
                  <a:pt x="293" y="219"/>
                </a:cubicBezTo>
                <a:cubicBezTo>
                  <a:pt x="293" y="212"/>
                  <a:pt x="293" y="212"/>
                  <a:pt x="293" y="212"/>
                </a:cubicBezTo>
                <a:cubicBezTo>
                  <a:pt x="295" y="212"/>
                  <a:pt x="295" y="212"/>
                  <a:pt x="295" y="212"/>
                </a:cubicBezTo>
                <a:close/>
                <a:moveTo>
                  <a:pt x="295" y="282"/>
                </a:moveTo>
                <a:cubicBezTo>
                  <a:pt x="295" y="289"/>
                  <a:pt x="295" y="289"/>
                  <a:pt x="295" y="289"/>
                </a:cubicBezTo>
                <a:cubicBezTo>
                  <a:pt x="294" y="290"/>
                  <a:pt x="293" y="290"/>
                  <a:pt x="293" y="291"/>
                </a:cubicBezTo>
                <a:cubicBezTo>
                  <a:pt x="293" y="280"/>
                  <a:pt x="293" y="280"/>
                  <a:pt x="293" y="280"/>
                </a:cubicBezTo>
                <a:cubicBezTo>
                  <a:pt x="295" y="282"/>
                  <a:pt x="295" y="282"/>
                  <a:pt x="295" y="282"/>
                </a:cubicBezTo>
                <a:close/>
                <a:moveTo>
                  <a:pt x="295" y="303"/>
                </a:moveTo>
                <a:cubicBezTo>
                  <a:pt x="295" y="318"/>
                  <a:pt x="295" y="318"/>
                  <a:pt x="295" y="318"/>
                </a:cubicBezTo>
                <a:cubicBezTo>
                  <a:pt x="294" y="317"/>
                  <a:pt x="293" y="317"/>
                  <a:pt x="293" y="316"/>
                </a:cubicBezTo>
                <a:cubicBezTo>
                  <a:pt x="293" y="305"/>
                  <a:pt x="293" y="305"/>
                  <a:pt x="293" y="305"/>
                </a:cubicBezTo>
                <a:cubicBezTo>
                  <a:pt x="293" y="305"/>
                  <a:pt x="294" y="304"/>
                  <a:pt x="295" y="303"/>
                </a:cubicBezTo>
                <a:close/>
                <a:moveTo>
                  <a:pt x="295" y="332"/>
                </a:moveTo>
                <a:cubicBezTo>
                  <a:pt x="295" y="339"/>
                  <a:pt x="295" y="339"/>
                  <a:pt x="295" y="339"/>
                </a:cubicBezTo>
                <a:cubicBezTo>
                  <a:pt x="294" y="341"/>
                  <a:pt x="294" y="342"/>
                  <a:pt x="293" y="343"/>
                </a:cubicBezTo>
                <a:cubicBezTo>
                  <a:pt x="293" y="329"/>
                  <a:pt x="293" y="329"/>
                  <a:pt x="293" y="329"/>
                </a:cubicBezTo>
                <a:cubicBezTo>
                  <a:pt x="293" y="329"/>
                  <a:pt x="294" y="329"/>
                  <a:pt x="294" y="330"/>
                </a:cubicBezTo>
                <a:cubicBezTo>
                  <a:pt x="294" y="330"/>
                  <a:pt x="294" y="331"/>
                  <a:pt x="295" y="332"/>
                </a:cubicBezTo>
                <a:close/>
                <a:moveTo>
                  <a:pt x="295" y="367"/>
                </a:moveTo>
                <a:cubicBezTo>
                  <a:pt x="295" y="381"/>
                  <a:pt x="295" y="381"/>
                  <a:pt x="295" y="381"/>
                </a:cubicBezTo>
                <a:cubicBezTo>
                  <a:pt x="294" y="383"/>
                  <a:pt x="293" y="386"/>
                  <a:pt x="293" y="388"/>
                </a:cubicBezTo>
                <a:cubicBezTo>
                  <a:pt x="293" y="372"/>
                  <a:pt x="293" y="372"/>
                  <a:pt x="293" y="372"/>
                </a:cubicBezTo>
                <a:cubicBezTo>
                  <a:pt x="293" y="370"/>
                  <a:pt x="294" y="369"/>
                  <a:pt x="295" y="367"/>
                </a:cubicBezTo>
                <a:close/>
                <a:moveTo>
                  <a:pt x="295" y="388"/>
                </a:moveTo>
                <a:cubicBezTo>
                  <a:pt x="295" y="394"/>
                  <a:pt x="295" y="394"/>
                  <a:pt x="295" y="394"/>
                </a:cubicBezTo>
                <a:cubicBezTo>
                  <a:pt x="294" y="395"/>
                  <a:pt x="293" y="396"/>
                  <a:pt x="293" y="397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88"/>
                  <a:pt x="294" y="388"/>
                  <a:pt x="295" y="388"/>
                </a:cubicBezTo>
                <a:close/>
                <a:moveTo>
                  <a:pt x="295" y="400"/>
                </a:moveTo>
                <a:cubicBezTo>
                  <a:pt x="295" y="405"/>
                  <a:pt x="295" y="405"/>
                  <a:pt x="295" y="405"/>
                </a:cubicBezTo>
                <a:cubicBezTo>
                  <a:pt x="294" y="405"/>
                  <a:pt x="294" y="405"/>
                  <a:pt x="294" y="405"/>
                </a:cubicBezTo>
                <a:cubicBezTo>
                  <a:pt x="293" y="408"/>
                  <a:pt x="293" y="410"/>
                  <a:pt x="293" y="413"/>
                </a:cubicBezTo>
                <a:cubicBezTo>
                  <a:pt x="293" y="401"/>
                  <a:pt x="293" y="401"/>
                  <a:pt x="293" y="401"/>
                </a:cubicBezTo>
                <a:cubicBezTo>
                  <a:pt x="293" y="401"/>
                  <a:pt x="294" y="400"/>
                  <a:pt x="295" y="400"/>
                </a:cubicBezTo>
                <a:close/>
                <a:moveTo>
                  <a:pt x="295" y="414"/>
                </a:moveTo>
                <a:cubicBezTo>
                  <a:pt x="295" y="439"/>
                  <a:pt x="295" y="439"/>
                  <a:pt x="295" y="439"/>
                </a:cubicBezTo>
                <a:cubicBezTo>
                  <a:pt x="294" y="437"/>
                  <a:pt x="293" y="435"/>
                  <a:pt x="293" y="433"/>
                </a:cubicBezTo>
                <a:cubicBezTo>
                  <a:pt x="293" y="415"/>
                  <a:pt x="293" y="415"/>
                  <a:pt x="293" y="415"/>
                </a:cubicBezTo>
                <a:cubicBezTo>
                  <a:pt x="295" y="414"/>
                  <a:pt x="295" y="414"/>
                  <a:pt x="295" y="414"/>
                </a:cubicBezTo>
                <a:close/>
                <a:moveTo>
                  <a:pt x="295" y="486"/>
                </a:moveTo>
                <a:cubicBezTo>
                  <a:pt x="295" y="492"/>
                  <a:pt x="295" y="492"/>
                  <a:pt x="295" y="492"/>
                </a:cubicBezTo>
                <a:cubicBezTo>
                  <a:pt x="294" y="492"/>
                  <a:pt x="293" y="493"/>
                  <a:pt x="293" y="493"/>
                </a:cubicBezTo>
                <a:cubicBezTo>
                  <a:pt x="293" y="488"/>
                  <a:pt x="293" y="488"/>
                  <a:pt x="293" y="488"/>
                </a:cubicBezTo>
                <a:cubicBezTo>
                  <a:pt x="293" y="487"/>
                  <a:pt x="294" y="487"/>
                  <a:pt x="295" y="486"/>
                </a:cubicBezTo>
                <a:close/>
                <a:moveTo>
                  <a:pt x="295" y="497"/>
                </a:moveTo>
                <a:cubicBezTo>
                  <a:pt x="295" y="502"/>
                  <a:pt x="295" y="502"/>
                  <a:pt x="295" y="502"/>
                </a:cubicBezTo>
                <a:cubicBezTo>
                  <a:pt x="294" y="501"/>
                  <a:pt x="293" y="501"/>
                  <a:pt x="293" y="501"/>
                </a:cubicBezTo>
                <a:cubicBezTo>
                  <a:pt x="293" y="496"/>
                  <a:pt x="293" y="496"/>
                  <a:pt x="293" y="496"/>
                </a:cubicBezTo>
                <a:cubicBezTo>
                  <a:pt x="294" y="497"/>
                  <a:pt x="294" y="497"/>
                  <a:pt x="295" y="497"/>
                </a:cubicBezTo>
                <a:close/>
                <a:moveTo>
                  <a:pt x="295" y="512"/>
                </a:moveTo>
                <a:cubicBezTo>
                  <a:pt x="295" y="516"/>
                  <a:pt x="295" y="516"/>
                  <a:pt x="295" y="516"/>
                </a:cubicBezTo>
                <a:cubicBezTo>
                  <a:pt x="294" y="516"/>
                  <a:pt x="293" y="515"/>
                  <a:pt x="293" y="515"/>
                </a:cubicBezTo>
                <a:cubicBezTo>
                  <a:pt x="293" y="511"/>
                  <a:pt x="293" y="511"/>
                  <a:pt x="293" y="511"/>
                </a:cubicBezTo>
                <a:cubicBezTo>
                  <a:pt x="295" y="512"/>
                  <a:pt x="295" y="512"/>
                  <a:pt x="295" y="512"/>
                </a:cubicBezTo>
                <a:close/>
                <a:moveTo>
                  <a:pt x="295" y="516"/>
                </a:moveTo>
                <a:cubicBezTo>
                  <a:pt x="295" y="522"/>
                  <a:pt x="295" y="522"/>
                  <a:pt x="295" y="522"/>
                </a:cubicBezTo>
                <a:cubicBezTo>
                  <a:pt x="294" y="522"/>
                  <a:pt x="294" y="523"/>
                  <a:pt x="293" y="523"/>
                </a:cubicBezTo>
                <a:cubicBezTo>
                  <a:pt x="293" y="523"/>
                  <a:pt x="293" y="523"/>
                  <a:pt x="293" y="523"/>
                </a:cubicBezTo>
                <a:cubicBezTo>
                  <a:pt x="293" y="518"/>
                  <a:pt x="293" y="518"/>
                  <a:pt x="293" y="518"/>
                </a:cubicBezTo>
                <a:cubicBezTo>
                  <a:pt x="293" y="518"/>
                  <a:pt x="294" y="517"/>
                  <a:pt x="295" y="516"/>
                </a:cubicBezTo>
                <a:close/>
                <a:moveTo>
                  <a:pt x="295" y="542"/>
                </a:moveTo>
                <a:cubicBezTo>
                  <a:pt x="295" y="545"/>
                  <a:pt x="295" y="545"/>
                  <a:pt x="295" y="545"/>
                </a:cubicBezTo>
                <a:cubicBezTo>
                  <a:pt x="294" y="544"/>
                  <a:pt x="294" y="544"/>
                  <a:pt x="294" y="543"/>
                </a:cubicBezTo>
                <a:cubicBezTo>
                  <a:pt x="295" y="542"/>
                  <a:pt x="295" y="542"/>
                  <a:pt x="295" y="542"/>
                </a:cubicBezTo>
                <a:close/>
                <a:moveTo>
                  <a:pt x="295" y="586"/>
                </a:moveTo>
                <a:cubicBezTo>
                  <a:pt x="295" y="591"/>
                  <a:pt x="295" y="591"/>
                  <a:pt x="295" y="591"/>
                </a:cubicBezTo>
                <a:cubicBezTo>
                  <a:pt x="294" y="590"/>
                  <a:pt x="293" y="590"/>
                  <a:pt x="293" y="590"/>
                </a:cubicBezTo>
                <a:cubicBezTo>
                  <a:pt x="293" y="584"/>
                  <a:pt x="293" y="584"/>
                  <a:pt x="293" y="584"/>
                </a:cubicBezTo>
                <a:cubicBezTo>
                  <a:pt x="293" y="585"/>
                  <a:pt x="294" y="585"/>
                  <a:pt x="295" y="586"/>
                </a:cubicBezTo>
                <a:close/>
                <a:moveTo>
                  <a:pt x="295" y="609"/>
                </a:moveTo>
                <a:cubicBezTo>
                  <a:pt x="295" y="617"/>
                  <a:pt x="295" y="617"/>
                  <a:pt x="295" y="617"/>
                </a:cubicBezTo>
                <a:cubicBezTo>
                  <a:pt x="294" y="617"/>
                  <a:pt x="293" y="617"/>
                  <a:pt x="293" y="616"/>
                </a:cubicBezTo>
                <a:cubicBezTo>
                  <a:pt x="293" y="607"/>
                  <a:pt x="293" y="607"/>
                  <a:pt x="293" y="607"/>
                </a:cubicBezTo>
                <a:cubicBezTo>
                  <a:pt x="293" y="608"/>
                  <a:pt x="294" y="609"/>
                  <a:pt x="295" y="609"/>
                </a:cubicBezTo>
                <a:close/>
                <a:moveTo>
                  <a:pt x="295" y="669"/>
                </a:moveTo>
                <a:cubicBezTo>
                  <a:pt x="295" y="681"/>
                  <a:pt x="295" y="681"/>
                  <a:pt x="295" y="681"/>
                </a:cubicBezTo>
                <a:cubicBezTo>
                  <a:pt x="293" y="680"/>
                  <a:pt x="293" y="680"/>
                  <a:pt x="293" y="680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5" y="669"/>
                  <a:pt x="295" y="669"/>
                  <a:pt x="295" y="669"/>
                </a:cubicBezTo>
                <a:close/>
                <a:moveTo>
                  <a:pt x="295" y="734"/>
                </a:moveTo>
                <a:cubicBezTo>
                  <a:pt x="295" y="746"/>
                  <a:pt x="295" y="746"/>
                  <a:pt x="295" y="746"/>
                </a:cubicBezTo>
                <a:cubicBezTo>
                  <a:pt x="294" y="745"/>
                  <a:pt x="294" y="745"/>
                  <a:pt x="293" y="744"/>
                </a:cubicBezTo>
                <a:cubicBezTo>
                  <a:pt x="293" y="733"/>
                  <a:pt x="293" y="733"/>
                  <a:pt x="293" y="733"/>
                </a:cubicBezTo>
                <a:cubicBezTo>
                  <a:pt x="293" y="733"/>
                  <a:pt x="294" y="734"/>
                  <a:pt x="295" y="734"/>
                </a:cubicBezTo>
                <a:close/>
                <a:moveTo>
                  <a:pt x="293" y="468"/>
                </a:moveTo>
                <a:cubicBezTo>
                  <a:pt x="293" y="462"/>
                  <a:pt x="293" y="462"/>
                  <a:pt x="293" y="462"/>
                </a:cubicBezTo>
                <a:cubicBezTo>
                  <a:pt x="294" y="465"/>
                  <a:pt x="295" y="467"/>
                  <a:pt x="293" y="468"/>
                </a:cubicBezTo>
                <a:close/>
                <a:moveTo>
                  <a:pt x="293" y="452"/>
                </a:moveTo>
                <a:cubicBezTo>
                  <a:pt x="293" y="448"/>
                  <a:pt x="293" y="448"/>
                  <a:pt x="293" y="448"/>
                </a:cubicBezTo>
                <a:cubicBezTo>
                  <a:pt x="293" y="450"/>
                  <a:pt x="293" y="451"/>
                  <a:pt x="293" y="452"/>
                </a:cubicBezTo>
                <a:close/>
                <a:moveTo>
                  <a:pt x="291" y="15"/>
                </a:moveTo>
                <a:cubicBezTo>
                  <a:pt x="291" y="15"/>
                  <a:pt x="292" y="15"/>
                  <a:pt x="293" y="14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2" y="23"/>
                  <a:pt x="291" y="23"/>
                  <a:pt x="291" y="23"/>
                </a:cubicBezTo>
                <a:cubicBezTo>
                  <a:pt x="291" y="15"/>
                  <a:pt x="291" y="15"/>
                  <a:pt x="291" y="15"/>
                </a:cubicBezTo>
                <a:close/>
                <a:moveTo>
                  <a:pt x="293" y="781"/>
                </a:moveTo>
                <a:cubicBezTo>
                  <a:pt x="291" y="780"/>
                  <a:pt x="291" y="780"/>
                  <a:pt x="291" y="780"/>
                </a:cubicBezTo>
                <a:cubicBezTo>
                  <a:pt x="291" y="771"/>
                  <a:pt x="291" y="771"/>
                  <a:pt x="291" y="771"/>
                </a:cubicBezTo>
                <a:cubicBezTo>
                  <a:pt x="291" y="771"/>
                  <a:pt x="292" y="772"/>
                  <a:pt x="293" y="772"/>
                </a:cubicBezTo>
                <a:cubicBezTo>
                  <a:pt x="293" y="781"/>
                  <a:pt x="293" y="781"/>
                  <a:pt x="293" y="781"/>
                </a:cubicBezTo>
                <a:close/>
                <a:moveTo>
                  <a:pt x="293" y="29"/>
                </a:moveTo>
                <a:cubicBezTo>
                  <a:pt x="293" y="42"/>
                  <a:pt x="293" y="42"/>
                  <a:pt x="293" y="42"/>
                </a:cubicBezTo>
                <a:cubicBezTo>
                  <a:pt x="292" y="41"/>
                  <a:pt x="291" y="40"/>
                  <a:pt x="291" y="39"/>
                </a:cubicBezTo>
                <a:cubicBezTo>
                  <a:pt x="291" y="27"/>
                  <a:pt x="291" y="27"/>
                  <a:pt x="291" y="27"/>
                </a:cubicBezTo>
                <a:cubicBezTo>
                  <a:pt x="291" y="28"/>
                  <a:pt x="292" y="29"/>
                  <a:pt x="293" y="29"/>
                </a:cubicBezTo>
                <a:close/>
                <a:moveTo>
                  <a:pt x="293" y="54"/>
                </a:moveTo>
                <a:cubicBezTo>
                  <a:pt x="293" y="62"/>
                  <a:pt x="293" y="62"/>
                  <a:pt x="293" y="62"/>
                </a:cubicBezTo>
                <a:cubicBezTo>
                  <a:pt x="292" y="62"/>
                  <a:pt x="291" y="62"/>
                  <a:pt x="291" y="63"/>
                </a:cubicBezTo>
                <a:cubicBezTo>
                  <a:pt x="291" y="55"/>
                  <a:pt x="291" y="55"/>
                  <a:pt x="291" y="55"/>
                </a:cubicBezTo>
                <a:cubicBezTo>
                  <a:pt x="291" y="54"/>
                  <a:pt x="292" y="54"/>
                  <a:pt x="293" y="54"/>
                </a:cubicBezTo>
                <a:close/>
                <a:moveTo>
                  <a:pt x="293" y="86"/>
                </a:moveTo>
                <a:cubicBezTo>
                  <a:pt x="293" y="89"/>
                  <a:pt x="293" y="89"/>
                  <a:pt x="293" y="89"/>
                </a:cubicBezTo>
                <a:cubicBezTo>
                  <a:pt x="293" y="88"/>
                  <a:pt x="293" y="86"/>
                  <a:pt x="293" y="86"/>
                </a:cubicBezTo>
                <a:close/>
                <a:moveTo>
                  <a:pt x="293" y="101"/>
                </a:moveTo>
                <a:cubicBezTo>
                  <a:pt x="293" y="119"/>
                  <a:pt x="293" y="119"/>
                  <a:pt x="293" y="119"/>
                </a:cubicBezTo>
                <a:cubicBezTo>
                  <a:pt x="292" y="120"/>
                  <a:pt x="291" y="120"/>
                  <a:pt x="291" y="121"/>
                </a:cubicBezTo>
                <a:cubicBezTo>
                  <a:pt x="291" y="102"/>
                  <a:pt x="291" y="102"/>
                  <a:pt x="291" y="102"/>
                </a:cubicBezTo>
                <a:cubicBezTo>
                  <a:pt x="291" y="102"/>
                  <a:pt x="292" y="102"/>
                  <a:pt x="293" y="101"/>
                </a:cubicBezTo>
                <a:close/>
                <a:moveTo>
                  <a:pt x="293" y="142"/>
                </a:moveTo>
                <a:cubicBezTo>
                  <a:pt x="293" y="164"/>
                  <a:pt x="293" y="164"/>
                  <a:pt x="293" y="164"/>
                </a:cubicBezTo>
                <a:cubicBezTo>
                  <a:pt x="292" y="164"/>
                  <a:pt x="291" y="164"/>
                  <a:pt x="291" y="165"/>
                </a:cubicBezTo>
                <a:cubicBezTo>
                  <a:pt x="291" y="144"/>
                  <a:pt x="291" y="144"/>
                  <a:pt x="291" y="144"/>
                </a:cubicBezTo>
                <a:cubicBezTo>
                  <a:pt x="291" y="144"/>
                  <a:pt x="292" y="143"/>
                  <a:pt x="293" y="142"/>
                </a:cubicBezTo>
                <a:close/>
                <a:moveTo>
                  <a:pt x="293" y="188"/>
                </a:moveTo>
                <a:cubicBezTo>
                  <a:pt x="293" y="200"/>
                  <a:pt x="293" y="200"/>
                  <a:pt x="293" y="200"/>
                </a:cubicBezTo>
                <a:cubicBezTo>
                  <a:pt x="292" y="200"/>
                  <a:pt x="291" y="200"/>
                  <a:pt x="291" y="199"/>
                </a:cubicBezTo>
                <a:cubicBezTo>
                  <a:pt x="291" y="189"/>
                  <a:pt x="291" y="189"/>
                  <a:pt x="291" y="189"/>
                </a:cubicBezTo>
                <a:cubicBezTo>
                  <a:pt x="291" y="188"/>
                  <a:pt x="292" y="188"/>
                  <a:pt x="293" y="188"/>
                </a:cubicBezTo>
                <a:close/>
                <a:moveTo>
                  <a:pt x="293" y="212"/>
                </a:moveTo>
                <a:cubicBezTo>
                  <a:pt x="293" y="219"/>
                  <a:pt x="293" y="219"/>
                  <a:pt x="293" y="219"/>
                </a:cubicBezTo>
                <a:cubicBezTo>
                  <a:pt x="292" y="219"/>
                  <a:pt x="291" y="220"/>
                  <a:pt x="291" y="220"/>
                </a:cubicBezTo>
                <a:cubicBezTo>
                  <a:pt x="291" y="211"/>
                  <a:pt x="291" y="211"/>
                  <a:pt x="291" y="211"/>
                </a:cubicBezTo>
                <a:cubicBezTo>
                  <a:pt x="293" y="212"/>
                  <a:pt x="293" y="212"/>
                  <a:pt x="293" y="212"/>
                </a:cubicBezTo>
                <a:cubicBezTo>
                  <a:pt x="293" y="212"/>
                  <a:pt x="293" y="212"/>
                  <a:pt x="293" y="212"/>
                </a:cubicBezTo>
                <a:close/>
                <a:moveTo>
                  <a:pt x="293" y="280"/>
                </a:moveTo>
                <a:cubicBezTo>
                  <a:pt x="293" y="291"/>
                  <a:pt x="293" y="291"/>
                  <a:pt x="293" y="291"/>
                </a:cubicBezTo>
                <a:cubicBezTo>
                  <a:pt x="292" y="292"/>
                  <a:pt x="291" y="293"/>
                  <a:pt x="291" y="294"/>
                </a:cubicBezTo>
                <a:cubicBezTo>
                  <a:pt x="291" y="278"/>
                  <a:pt x="291" y="278"/>
                  <a:pt x="291" y="278"/>
                </a:cubicBezTo>
                <a:cubicBezTo>
                  <a:pt x="293" y="280"/>
                  <a:pt x="293" y="280"/>
                  <a:pt x="293" y="280"/>
                </a:cubicBezTo>
                <a:close/>
                <a:moveTo>
                  <a:pt x="293" y="305"/>
                </a:moveTo>
                <a:cubicBezTo>
                  <a:pt x="293" y="316"/>
                  <a:pt x="293" y="316"/>
                  <a:pt x="293" y="316"/>
                </a:cubicBezTo>
                <a:cubicBezTo>
                  <a:pt x="292" y="315"/>
                  <a:pt x="291" y="315"/>
                  <a:pt x="291" y="314"/>
                </a:cubicBezTo>
                <a:cubicBezTo>
                  <a:pt x="291" y="309"/>
                  <a:pt x="291" y="309"/>
                  <a:pt x="291" y="309"/>
                </a:cubicBezTo>
                <a:cubicBezTo>
                  <a:pt x="291" y="307"/>
                  <a:pt x="292" y="306"/>
                  <a:pt x="293" y="305"/>
                </a:cubicBezTo>
                <a:close/>
                <a:moveTo>
                  <a:pt x="293" y="329"/>
                </a:moveTo>
                <a:cubicBezTo>
                  <a:pt x="293" y="343"/>
                  <a:pt x="293" y="343"/>
                  <a:pt x="293" y="343"/>
                </a:cubicBezTo>
                <a:cubicBezTo>
                  <a:pt x="292" y="345"/>
                  <a:pt x="291" y="346"/>
                  <a:pt x="291" y="347"/>
                </a:cubicBezTo>
                <a:cubicBezTo>
                  <a:pt x="291" y="326"/>
                  <a:pt x="291" y="326"/>
                  <a:pt x="291" y="326"/>
                </a:cubicBezTo>
                <a:cubicBezTo>
                  <a:pt x="291" y="327"/>
                  <a:pt x="292" y="328"/>
                  <a:pt x="293" y="329"/>
                </a:cubicBezTo>
                <a:close/>
                <a:moveTo>
                  <a:pt x="293" y="372"/>
                </a:moveTo>
                <a:cubicBezTo>
                  <a:pt x="293" y="388"/>
                  <a:pt x="293" y="388"/>
                  <a:pt x="293" y="388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97"/>
                  <a:pt x="293" y="397"/>
                  <a:pt x="293" y="397"/>
                </a:cubicBezTo>
                <a:cubicBezTo>
                  <a:pt x="292" y="398"/>
                  <a:pt x="292" y="400"/>
                  <a:pt x="291" y="402"/>
                </a:cubicBezTo>
                <a:cubicBezTo>
                  <a:pt x="292" y="402"/>
                  <a:pt x="293" y="401"/>
                  <a:pt x="293" y="401"/>
                </a:cubicBezTo>
                <a:cubicBezTo>
                  <a:pt x="293" y="413"/>
                  <a:pt x="293" y="413"/>
                  <a:pt x="293" y="413"/>
                </a:cubicBezTo>
                <a:cubicBezTo>
                  <a:pt x="293" y="414"/>
                  <a:pt x="293" y="415"/>
                  <a:pt x="293" y="416"/>
                </a:cubicBezTo>
                <a:cubicBezTo>
                  <a:pt x="293" y="415"/>
                  <a:pt x="293" y="415"/>
                  <a:pt x="293" y="415"/>
                </a:cubicBezTo>
                <a:cubicBezTo>
                  <a:pt x="293" y="433"/>
                  <a:pt x="293" y="433"/>
                  <a:pt x="293" y="433"/>
                </a:cubicBezTo>
                <a:cubicBezTo>
                  <a:pt x="292" y="429"/>
                  <a:pt x="291" y="426"/>
                  <a:pt x="291" y="422"/>
                </a:cubicBezTo>
                <a:cubicBezTo>
                  <a:pt x="291" y="381"/>
                  <a:pt x="291" y="381"/>
                  <a:pt x="291" y="381"/>
                </a:cubicBezTo>
                <a:cubicBezTo>
                  <a:pt x="291" y="378"/>
                  <a:pt x="292" y="375"/>
                  <a:pt x="293" y="372"/>
                </a:cubicBezTo>
                <a:close/>
                <a:moveTo>
                  <a:pt x="293" y="448"/>
                </a:moveTo>
                <a:cubicBezTo>
                  <a:pt x="293" y="452"/>
                  <a:pt x="293" y="452"/>
                  <a:pt x="293" y="452"/>
                </a:cubicBezTo>
                <a:cubicBezTo>
                  <a:pt x="293" y="453"/>
                  <a:pt x="292" y="455"/>
                  <a:pt x="291" y="457"/>
                </a:cubicBezTo>
                <a:cubicBezTo>
                  <a:pt x="291" y="447"/>
                  <a:pt x="291" y="447"/>
                  <a:pt x="291" y="447"/>
                </a:cubicBezTo>
                <a:cubicBezTo>
                  <a:pt x="291" y="447"/>
                  <a:pt x="292" y="447"/>
                  <a:pt x="293" y="447"/>
                </a:cubicBezTo>
                <a:cubicBezTo>
                  <a:pt x="293" y="448"/>
                  <a:pt x="293" y="448"/>
                  <a:pt x="293" y="448"/>
                </a:cubicBezTo>
                <a:close/>
                <a:moveTo>
                  <a:pt x="293" y="462"/>
                </a:moveTo>
                <a:cubicBezTo>
                  <a:pt x="293" y="468"/>
                  <a:pt x="293" y="468"/>
                  <a:pt x="293" y="468"/>
                </a:cubicBezTo>
                <a:cubicBezTo>
                  <a:pt x="292" y="469"/>
                  <a:pt x="291" y="469"/>
                  <a:pt x="291" y="469"/>
                </a:cubicBezTo>
                <a:cubicBezTo>
                  <a:pt x="291" y="459"/>
                  <a:pt x="291" y="459"/>
                  <a:pt x="291" y="459"/>
                </a:cubicBezTo>
                <a:cubicBezTo>
                  <a:pt x="291" y="460"/>
                  <a:pt x="292" y="461"/>
                  <a:pt x="293" y="462"/>
                </a:cubicBezTo>
                <a:close/>
                <a:moveTo>
                  <a:pt x="293" y="488"/>
                </a:moveTo>
                <a:cubicBezTo>
                  <a:pt x="293" y="493"/>
                  <a:pt x="293" y="493"/>
                  <a:pt x="293" y="493"/>
                </a:cubicBezTo>
                <a:cubicBezTo>
                  <a:pt x="293" y="494"/>
                  <a:pt x="292" y="495"/>
                  <a:pt x="291" y="496"/>
                </a:cubicBezTo>
                <a:cubicBezTo>
                  <a:pt x="292" y="496"/>
                  <a:pt x="293" y="496"/>
                  <a:pt x="293" y="496"/>
                </a:cubicBezTo>
                <a:cubicBezTo>
                  <a:pt x="293" y="501"/>
                  <a:pt x="293" y="501"/>
                  <a:pt x="293" y="501"/>
                </a:cubicBezTo>
                <a:cubicBezTo>
                  <a:pt x="292" y="501"/>
                  <a:pt x="291" y="500"/>
                  <a:pt x="291" y="500"/>
                </a:cubicBezTo>
                <a:cubicBezTo>
                  <a:pt x="291" y="490"/>
                  <a:pt x="291" y="490"/>
                  <a:pt x="291" y="490"/>
                </a:cubicBezTo>
                <a:cubicBezTo>
                  <a:pt x="291" y="489"/>
                  <a:pt x="292" y="489"/>
                  <a:pt x="293" y="488"/>
                </a:cubicBezTo>
                <a:close/>
                <a:moveTo>
                  <a:pt x="293" y="511"/>
                </a:moveTo>
                <a:cubicBezTo>
                  <a:pt x="293" y="515"/>
                  <a:pt x="293" y="515"/>
                  <a:pt x="293" y="515"/>
                </a:cubicBezTo>
                <a:cubicBezTo>
                  <a:pt x="292" y="514"/>
                  <a:pt x="291" y="514"/>
                  <a:pt x="291" y="513"/>
                </a:cubicBezTo>
                <a:cubicBezTo>
                  <a:pt x="291" y="509"/>
                  <a:pt x="291" y="509"/>
                  <a:pt x="291" y="509"/>
                </a:cubicBezTo>
                <a:cubicBezTo>
                  <a:pt x="291" y="510"/>
                  <a:pt x="292" y="510"/>
                  <a:pt x="293" y="511"/>
                </a:cubicBezTo>
                <a:close/>
                <a:moveTo>
                  <a:pt x="293" y="518"/>
                </a:moveTo>
                <a:cubicBezTo>
                  <a:pt x="293" y="523"/>
                  <a:pt x="293" y="523"/>
                  <a:pt x="293" y="523"/>
                </a:cubicBezTo>
                <a:cubicBezTo>
                  <a:pt x="291" y="526"/>
                  <a:pt x="291" y="526"/>
                  <a:pt x="291" y="526"/>
                </a:cubicBezTo>
                <a:cubicBezTo>
                  <a:pt x="291" y="519"/>
                  <a:pt x="291" y="519"/>
                  <a:pt x="291" y="519"/>
                </a:cubicBezTo>
                <a:cubicBezTo>
                  <a:pt x="291" y="519"/>
                  <a:pt x="292" y="518"/>
                  <a:pt x="293" y="518"/>
                </a:cubicBezTo>
                <a:close/>
                <a:moveTo>
                  <a:pt x="293" y="584"/>
                </a:moveTo>
                <a:cubicBezTo>
                  <a:pt x="293" y="590"/>
                  <a:pt x="293" y="590"/>
                  <a:pt x="293" y="590"/>
                </a:cubicBezTo>
                <a:cubicBezTo>
                  <a:pt x="292" y="590"/>
                  <a:pt x="292" y="589"/>
                  <a:pt x="291" y="589"/>
                </a:cubicBezTo>
                <a:cubicBezTo>
                  <a:pt x="291" y="598"/>
                  <a:pt x="290" y="603"/>
                  <a:pt x="293" y="607"/>
                </a:cubicBezTo>
                <a:cubicBezTo>
                  <a:pt x="293" y="616"/>
                  <a:pt x="293" y="616"/>
                  <a:pt x="293" y="616"/>
                </a:cubicBezTo>
                <a:cubicBezTo>
                  <a:pt x="292" y="616"/>
                  <a:pt x="291" y="616"/>
                  <a:pt x="291" y="615"/>
                </a:cubicBezTo>
                <a:cubicBezTo>
                  <a:pt x="291" y="583"/>
                  <a:pt x="291" y="583"/>
                  <a:pt x="291" y="583"/>
                </a:cubicBezTo>
                <a:cubicBezTo>
                  <a:pt x="291" y="584"/>
                  <a:pt x="292" y="584"/>
                  <a:pt x="293" y="584"/>
                </a:cubicBezTo>
                <a:close/>
                <a:moveTo>
                  <a:pt x="293" y="668"/>
                </a:moveTo>
                <a:cubicBezTo>
                  <a:pt x="293" y="680"/>
                  <a:pt x="293" y="680"/>
                  <a:pt x="293" y="680"/>
                </a:cubicBezTo>
                <a:cubicBezTo>
                  <a:pt x="291" y="679"/>
                  <a:pt x="291" y="679"/>
                  <a:pt x="291" y="679"/>
                </a:cubicBezTo>
                <a:cubicBezTo>
                  <a:pt x="291" y="667"/>
                  <a:pt x="291" y="667"/>
                  <a:pt x="291" y="667"/>
                </a:cubicBezTo>
                <a:cubicBezTo>
                  <a:pt x="293" y="668"/>
                  <a:pt x="293" y="668"/>
                  <a:pt x="293" y="668"/>
                </a:cubicBezTo>
                <a:close/>
                <a:moveTo>
                  <a:pt x="293" y="733"/>
                </a:moveTo>
                <a:cubicBezTo>
                  <a:pt x="293" y="744"/>
                  <a:pt x="293" y="744"/>
                  <a:pt x="293" y="744"/>
                </a:cubicBezTo>
                <a:cubicBezTo>
                  <a:pt x="292" y="743"/>
                  <a:pt x="291" y="743"/>
                  <a:pt x="291" y="742"/>
                </a:cubicBezTo>
                <a:cubicBezTo>
                  <a:pt x="291" y="732"/>
                  <a:pt x="291" y="732"/>
                  <a:pt x="291" y="732"/>
                </a:cubicBezTo>
                <a:cubicBezTo>
                  <a:pt x="291" y="732"/>
                  <a:pt x="292" y="732"/>
                  <a:pt x="293" y="733"/>
                </a:cubicBezTo>
                <a:close/>
                <a:moveTo>
                  <a:pt x="289" y="16"/>
                </a:moveTo>
                <a:cubicBezTo>
                  <a:pt x="291" y="15"/>
                  <a:pt x="291" y="15"/>
                  <a:pt x="291" y="15"/>
                </a:cubicBezTo>
                <a:cubicBezTo>
                  <a:pt x="291" y="23"/>
                  <a:pt x="291" y="23"/>
                  <a:pt x="291" y="23"/>
                </a:cubicBezTo>
                <a:cubicBezTo>
                  <a:pt x="290" y="23"/>
                  <a:pt x="289" y="23"/>
                  <a:pt x="289" y="23"/>
                </a:cubicBezTo>
                <a:cubicBezTo>
                  <a:pt x="289" y="24"/>
                  <a:pt x="289" y="24"/>
                  <a:pt x="289" y="24"/>
                </a:cubicBezTo>
                <a:cubicBezTo>
                  <a:pt x="289" y="16"/>
                  <a:pt x="289" y="16"/>
                  <a:pt x="289" y="16"/>
                </a:cubicBezTo>
                <a:close/>
                <a:moveTo>
                  <a:pt x="291" y="780"/>
                </a:moveTo>
                <a:cubicBezTo>
                  <a:pt x="289" y="780"/>
                  <a:pt x="289" y="780"/>
                  <a:pt x="289" y="780"/>
                </a:cubicBezTo>
                <a:cubicBezTo>
                  <a:pt x="289" y="770"/>
                  <a:pt x="289" y="770"/>
                  <a:pt x="289" y="770"/>
                </a:cubicBezTo>
                <a:cubicBezTo>
                  <a:pt x="289" y="770"/>
                  <a:pt x="290" y="770"/>
                  <a:pt x="291" y="771"/>
                </a:cubicBezTo>
                <a:cubicBezTo>
                  <a:pt x="291" y="780"/>
                  <a:pt x="291" y="780"/>
                  <a:pt x="291" y="780"/>
                </a:cubicBezTo>
                <a:close/>
                <a:moveTo>
                  <a:pt x="291" y="27"/>
                </a:moveTo>
                <a:cubicBezTo>
                  <a:pt x="291" y="39"/>
                  <a:pt x="291" y="39"/>
                  <a:pt x="291" y="39"/>
                </a:cubicBezTo>
                <a:cubicBezTo>
                  <a:pt x="289" y="37"/>
                  <a:pt x="289" y="37"/>
                  <a:pt x="289" y="37"/>
                </a:cubicBezTo>
                <a:cubicBezTo>
                  <a:pt x="289" y="27"/>
                  <a:pt x="289" y="27"/>
                  <a:pt x="289" y="27"/>
                </a:cubicBezTo>
                <a:cubicBezTo>
                  <a:pt x="289" y="27"/>
                  <a:pt x="290" y="27"/>
                  <a:pt x="291" y="27"/>
                </a:cubicBezTo>
                <a:close/>
                <a:moveTo>
                  <a:pt x="291" y="55"/>
                </a:moveTo>
                <a:cubicBezTo>
                  <a:pt x="291" y="63"/>
                  <a:pt x="291" y="63"/>
                  <a:pt x="291" y="63"/>
                </a:cubicBezTo>
                <a:cubicBezTo>
                  <a:pt x="289" y="63"/>
                  <a:pt x="289" y="63"/>
                  <a:pt x="289" y="63"/>
                </a:cubicBezTo>
                <a:cubicBezTo>
                  <a:pt x="289" y="55"/>
                  <a:pt x="289" y="55"/>
                  <a:pt x="289" y="55"/>
                </a:cubicBezTo>
                <a:cubicBezTo>
                  <a:pt x="289" y="55"/>
                  <a:pt x="290" y="55"/>
                  <a:pt x="291" y="55"/>
                </a:cubicBezTo>
                <a:close/>
                <a:moveTo>
                  <a:pt x="291" y="102"/>
                </a:moveTo>
                <a:cubicBezTo>
                  <a:pt x="291" y="121"/>
                  <a:pt x="291" y="121"/>
                  <a:pt x="291" y="121"/>
                </a:cubicBezTo>
                <a:cubicBezTo>
                  <a:pt x="289" y="122"/>
                  <a:pt x="289" y="122"/>
                  <a:pt x="289" y="122"/>
                </a:cubicBezTo>
                <a:cubicBezTo>
                  <a:pt x="289" y="103"/>
                  <a:pt x="289" y="103"/>
                  <a:pt x="289" y="103"/>
                </a:cubicBezTo>
                <a:cubicBezTo>
                  <a:pt x="291" y="102"/>
                  <a:pt x="291" y="102"/>
                  <a:pt x="291" y="102"/>
                </a:cubicBezTo>
                <a:close/>
                <a:moveTo>
                  <a:pt x="291" y="144"/>
                </a:moveTo>
                <a:cubicBezTo>
                  <a:pt x="291" y="165"/>
                  <a:pt x="291" y="165"/>
                  <a:pt x="291" y="165"/>
                </a:cubicBezTo>
                <a:cubicBezTo>
                  <a:pt x="290" y="165"/>
                  <a:pt x="289" y="165"/>
                  <a:pt x="289" y="165"/>
                </a:cubicBezTo>
                <a:cubicBezTo>
                  <a:pt x="289" y="145"/>
                  <a:pt x="289" y="145"/>
                  <a:pt x="289" y="145"/>
                </a:cubicBezTo>
                <a:cubicBezTo>
                  <a:pt x="289" y="145"/>
                  <a:pt x="290" y="145"/>
                  <a:pt x="291" y="144"/>
                </a:cubicBezTo>
                <a:close/>
                <a:moveTo>
                  <a:pt x="291" y="189"/>
                </a:moveTo>
                <a:cubicBezTo>
                  <a:pt x="291" y="199"/>
                  <a:pt x="291" y="199"/>
                  <a:pt x="291" y="199"/>
                </a:cubicBezTo>
                <a:cubicBezTo>
                  <a:pt x="290" y="199"/>
                  <a:pt x="289" y="199"/>
                  <a:pt x="289" y="199"/>
                </a:cubicBezTo>
                <a:cubicBezTo>
                  <a:pt x="289" y="190"/>
                  <a:pt x="289" y="190"/>
                  <a:pt x="289" y="190"/>
                </a:cubicBezTo>
                <a:cubicBezTo>
                  <a:pt x="289" y="189"/>
                  <a:pt x="290" y="189"/>
                  <a:pt x="291" y="189"/>
                </a:cubicBezTo>
                <a:close/>
                <a:moveTo>
                  <a:pt x="291" y="211"/>
                </a:moveTo>
                <a:cubicBezTo>
                  <a:pt x="291" y="220"/>
                  <a:pt x="291" y="220"/>
                  <a:pt x="291" y="220"/>
                </a:cubicBezTo>
                <a:cubicBezTo>
                  <a:pt x="290" y="221"/>
                  <a:pt x="289" y="221"/>
                  <a:pt x="289" y="222"/>
                </a:cubicBezTo>
                <a:cubicBezTo>
                  <a:pt x="289" y="210"/>
                  <a:pt x="289" y="210"/>
                  <a:pt x="289" y="210"/>
                </a:cubicBezTo>
                <a:cubicBezTo>
                  <a:pt x="291" y="211"/>
                  <a:pt x="291" y="211"/>
                  <a:pt x="291" y="211"/>
                </a:cubicBezTo>
                <a:close/>
                <a:moveTo>
                  <a:pt x="291" y="278"/>
                </a:moveTo>
                <a:cubicBezTo>
                  <a:pt x="291" y="294"/>
                  <a:pt x="291" y="294"/>
                  <a:pt x="291" y="294"/>
                </a:cubicBezTo>
                <a:cubicBezTo>
                  <a:pt x="290" y="295"/>
                  <a:pt x="289" y="296"/>
                  <a:pt x="289" y="297"/>
                </a:cubicBezTo>
                <a:cubicBezTo>
                  <a:pt x="289" y="290"/>
                  <a:pt x="289" y="290"/>
                  <a:pt x="289" y="290"/>
                </a:cubicBezTo>
                <a:cubicBezTo>
                  <a:pt x="290" y="287"/>
                  <a:pt x="291" y="283"/>
                  <a:pt x="289" y="281"/>
                </a:cubicBezTo>
                <a:cubicBezTo>
                  <a:pt x="289" y="276"/>
                  <a:pt x="289" y="276"/>
                  <a:pt x="289" y="276"/>
                </a:cubicBezTo>
                <a:cubicBezTo>
                  <a:pt x="291" y="278"/>
                  <a:pt x="291" y="278"/>
                  <a:pt x="291" y="278"/>
                </a:cubicBezTo>
                <a:close/>
                <a:moveTo>
                  <a:pt x="291" y="309"/>
                </a:moveTo>
                <a:cubicBezTo>
                  <a:pt x="291" y="314"/>
                  <a:pt x="291" y="314"/>
                  <a:pt x="291" y="314"/>
                </a:cubicBezTo>
                <a:cubicBezTo>
                  <a:pt x="289" y="313"/>
                  <a:pt x="289" y="313"/>
                  <a:pt x="289" y="313"/>
                </a:cubicBezTo>
                <a:cubicBezTo>
                  <a:pt x="289" y="307"/>
                  <a:pt x="289" y="307"/>
                  <a:pt x="289" y="307"/>
                </a:cubicBezTo>
                <a:cubicBezTo>
                  <a:pt x="289" y="307"/>
                  <a:pt x="290" y="308"/>
                  <a:pt x="290" y="309"/>
                </a:cubicBezTo>
                <a:cubicBezTo>
                  <a:pt x="291" y="309"/>
                  <a:pt x="291" y="309"/>
                  <a:pt x="291" y="309"/>
                </a:cubicBezTo>
                <a:close/>
                <a:moveTo>
                  <a:pt x="291" y="326"/>
                </a:moveTo>
                <a:cubicBezTo>
                  <a:pt x="291" y="347"/>
                  <a:pt x="291" y="347"/>
                  <a:pt x="291" y="347"/>
                </a:cubicBezTo>
                <a:cubicBezTo>
                  <a:pt x="290" y="347"/>
                  <a:pt x="289" y="348"/>
                  <a:pt x="289" y="348"/>
                </a:cubicBezTo>
                <a:cubicBezTo>
                  <a:pt x="289" y="325"/>
                  <a:pt x="289" y="325"/>
                  <a:pt x="289" y="325"/>
                </a:cubicBezTo>
                <a:cubicBezTo>
                  <a:pt x="289" y="325"/>
                  <a:pt x="290" y="326"/>
                  <a:pt x="291" y="326"/>
                </a:cubicBezTo>
                <a:close/>
                <a:moveTo>
                  <a:pt x="291" y="381"/>
                </a:moveTo>
                <a:cubicBezTo>
                  <a:pt x="291" y="422"/>
                  <a:pt x="291" y="422"/>
                  <a:pt x="291" y="422"/>
                </a:cubicBezTo>
                <a:cubicBezTo>
                  <a:pt x="290" y="420"/>
                  <a:pt x="289" y="417"/>
                  <a:pt x="289" y="415"/>
                </a:cubicBezTo>
                <a:cubicBezTo>
                  <a:pt x="289" y="415"/>
                  <a:pt x="289" y="415"/>
                  <a:pt x="289" y="415"/>
                </a:cubicBezTo>
                <a:cubicBezTo>
                  <a:pt x="289" y="410"/>
                  <a:pt x="289" y="410"/>
                  <a:pt x="289" y="410"/>
                </a:cubicBezTo>
                <a:cubicBezTo>
                  <a:pt x="289" y="410"/>
                  <a:pt x="289" y="410"/>
                  <a:pt x="289" y="410"/>
                </a:cubicBezTo>
                <a:cubicBezTo>
                  <a:pt x="289" y="404"/>
                  <a:pt x="289" y="399"/>
                  <a:pt x="289" y="393"/>
                </a:cubicBezTo>
                <a:cubicBezTo>
                  <a:pt x="289" y="393"/>
                  <a:pt x="289" y="393"/>
                  <a:pt x="289" y="393"/>
                </a:cubicBezTo>
                <a:cubicBezTo>
                  <a:pt x="289" y="387"/>
                  <a:pt x="289" y="387"/>
                  <a:pt x="289" y="387"/>
                </a:cubicBezTo>
                <a:cubicBezTo>
                  <a:pt x="289" y="385"/>
                  <a:pt x="290" y="383"/>
                  <a:pt x="291" y="381"/>
                </a:cubicBezTo>
                <a:close/>
                <a:moveTo>
                  <a:pt x="291" y="447"/>
                </a:moveTo>
                <a:cubicBezTo>
                  <a:pt x="291" y="457"/>
                  <a:pt x="291" y="457"/>
                  <a:pt x="291" y="457"/>
                </a:cubicBezTo>
                <a:cubicBezTo>
                  <a:pt x="290" y="457"/>
                  <a:pt x="290" y="457"/>
                  <a:pt x="290" y="457"/>
                </a:cubicBezTo>
                <a:cubicBezTo>
                  <a:pt x="290" y="458"/>
                  <a:pt x="290" y="458"/>
                  <a:pt x="291" y="459"/>
                </a:cubicBezTo>
                <a:cubicBezTo>
                  <a:pt x="291" y="469"/>
                  <a:pt x="291" y="469"/>
                  <a:pt x="291" y="469"/>
                </a:cubicBezTo>
                <a:cubicBezTo>
                  <a:pt x="290" y="469"/>
                  <a:pt x="290" y="469"/>
                  <a:pt x="290" y="469"/>
                </a:cubicBezTo>
                <a:cubicBezTo>
                  <a:pt x="290" y="469"/>
                  <a:pt x="289" y="468"/>
                  <a:pt x="289" y="468"/>
                </a:cubicBezTo>
                <a:cubicBezTo>
                  <a:pt x="289" y="447"/>
                  <a:pt x="289" y="447"/>
                  <a:pt x="289" y="447"/>
                </a:cubicBezTo>
                <a:cubicBezTo>
                  <a:pt x="289" y="447"/>
                  <a:pt x="290" y="447"/>
                  <a:pt x="291" y="447"/>
                </a:cubicBezTo>
                <a:close/>
                <a:moveTo>
                  <a:pt x="291" y="490"/>
                </a:moveTo>
                <a:cubicBezTo>
                  <a:pt x="291" y="500"/>
                  <a:pt x="291" y="500"/>
                  <a:pt x="291" y="500"/>
                </a:cubicBezTo>
                <a:cubicBezTo>
                  <a:pt x="290" y="500"/>
                  <a:pt x="289" y="500"/>
                  <a:pt x="289" y="500"/>
                </a:cubicBezTo>
                <a:cubicBezTo>
                  <a:pt x="289" y="492"/>
                  <a:pt x="289" y="492"/>
                  <a:pt x="289" y="492"/>
                </a:cubicBezTo>
                <a:cubicBezTo>
                  <a:pt x="289" y="492"/>
                  <a:pt x="290" y="491"/>
                  <a:pt x="291" y="490"/>
                </a:cubicBezTo>
                <a:close/>
                <a:moveTo>
                  <a:pt x="291" y="509"/>
                </a:moveTo>
                <a:cubicBezTo>
                  <a:pt x="291" y="513"/>
                  <a:pt x="291" y="513"/>
                  <a:pt x="291" y="513"/>
                </a:cubicBezTo>
                <a:cubicBezTo>
                  <a:pt x="290" y="513"/>
                  <a:pt x="289" y="512"/>
                  <a:pt x="289" y="512"/>
                </a:cubicBezTo>
                <a:cubicBezTo>
                  <a:pt x="289" y="508"/>
                  <a:pt x="289" y="508"/>
                  <a:pt x="289" y="508"/>
                </a:cubicBezTo>
                <a:cubicBezTo>
                  <a:pt x="291" y="509"/>
                  <a:pt x="291" y="509"/>
                  <a:pt x="291" y="509"/>
                </a:cubicBezTo>
                <a:close/>
                <a:moveTo>
                  <a:pt x="291" y="519"/>
                </a:moveTo>
                <a:cubicBezTo>
                  <a:pt x="291" y="526"/>
                  <a:pt x="291" y="526"/>
                  <a:pt x="291" y="526"/>
                </a:cubicBezTo>
                <a:cubicBezTo>
                  <a:pt x="289" y="527"/>
                  <a:pt x="289" y="527"/>
                  <a:pt x="289" y="527"/>
                </a:cubicBezTo>
                <a:cubicBezTo>
                  <a:pt x="289" y="520"/>
                  <a:pt x="289" y="520"/>
                  <a:pt x="289" y="520"/>
                </a:cubicBezTo>
                <a:cubicBezTo>
                  <a:pt x="289" y="520"/>
                  <a:pt x="290" y="519"/>
                  <a:pt x="291" y="519"/>
                </a:cubicBezTo>
                <a:close/>
                <a:moveTo>
                  <a:pt x="291" y="583"/>
                </a:moveTo>
                <a:cubicBezTo>
                  <a:pt x="291" y="615"/>
                  <a:pt x="291" y="615"/>
                  <a:pt x="291" y="615"/>
                </a:cubicBezTo>
                <a:cubicBezTo>
                  <a:pt x="290" y="615"/>
                  <a:pt x="289" y="614"/>
                  <a:pt x="289" y="614"/>
                </a:cubicBezTo>
                <a:cubicBezTo>
                  <a:pt x="289" y="582"/>
                  <a:pt x="289" y="582"/>
                  <a:pt x="289" y="582"/>
                </a:cubicBezTo>
                <a:cubicBezTo>
                  <a:pt x="291" y="583"/>
                  <a:pt x="291" y="583"/>
                  <a:pt x="291" y="583"/>
                </a:cubicBezTo>
                <a:close/>
                <a:moveTo>
                  <a:pt x="291" y="667"/>
                </a:moveTo>
                <a:cubicBezTo>
                  <a:pt x="291" y="679"/>
                  <a:pt x="291" y="679"/>
                  <a:pt x="291" y="679"/>
                </a:cubicBezTo>
                <a:cubicBezTo>
                  <a:pt x="289" y="679"/>
                  <a:pt x="289" y="679"/>
                  <a:pt x="289" y="679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91" y="667"/>
                  <a:pt x="291" y="667"/>
                  <a:pt x="291" y="667"/>
                </a:cubicBezTo>
                <a:close/>
                <a:moveTo>
                  <a:pt x="291" y="732"/>
                </a:moveTo>
                <a:cubicBezTo>
                  <a:pt x="291" y="742"/>
                  <a:pt x="291" y="742"/>
                  <a:pt x="291" y="742"/>
                </a:cubicBezTo>
                <a:cubicBezTo>
                  <a:pt x="290" y="741"/>
                  <a:pt x="289" y="741"/>
                  <a:pt x="289" y="741"/>
                </a:cubicBezTo>
                <a:cubicBezTo>
                  <a:pt x="289" y="731"/>
                  <a:pt x="289" y="731"/>
                  <a:pt x="289" y="731"/>
                </a:cubicBezTo>
                <a:cubicBezTo>
                  <a:pt x="289" y="732"/>
                  <a:pt x="290" y="732"/>
                  <a:pt x="291" y="732"/>
                </a:cubicBezTo>
                <a:close/>
                <a:moveTo>
                  <a:pt x="286" y="17"/>
                </a:moveTo>
                <a:cubicBezTo>
                  <a:pt x="287" y="17"/>
                  <a:pt x="288" y="16"/>
                  <a:pt x="289" y="16"/>
                </a:cubicBezTo>
                <a:cubicBezTo>
                  <a:pt x="289" y="24"/>
                  <a:pt x="289" y="24"/>
                  <a:pt x="289" y="24"/>
                </a:cubicBezTo>
                <a:cubicBezTo>
                  <a:pt x="289" y="25"/>
                  <a:pt x="288" y="25"/>
                  <a:pt x="288" y="26"/>
                </a:cubicBezTo>
                <a:cubicBezTo>
                  <a:pt x="288" y="26"/>
                  <a:pt x="289" y="27"/>
                  <a:pt x="289" y="27"/>
                </a:cubicBezTo>
                <a:cubicBezTo>
                  <a:pt x="289" y="37"/>
                  <a:pt x="289" y="37"/>
                  <a:pt x="289" y="37"/>
                </a:cubicBezTo>
                <a:cubicBezTo>
                  <a:pt x="287" y="35"/>
                  <a:pt x="287" y="35"/>
                  <a:pt x="287" y="35"/>
                </a:cubicBezTo>
                <a:cubicBezTo>
                  <a:pt x="286" y="35"/>
                  <a:pt x="286" y="35"/>
                  <a:pt x="286" y="35"/>
                </a:cubicBezTo>
                <a:cubicBezTo>
                  <a:pt x="286" y="17"/>
                  <a:pt x="286" y="17"/>
                  <a:pt x="286" y="17"/>
                </a:cubicBezTo>
                <a:close/>
                <a:moveTo>
                  <a:pt x="289" y="780"/>
                </a:moveTo>
                <a:cubicBezTo>
                  <a:pt x="288" y="780"/>
                  <a:pt x="288" y="780"/>
                  <a:pt x="288" y="780"/>
                </a:cubicBezTo>
                <a:cubicBezTo>
                  <a:pt x="287" y="779"/>
                  <a:pt x="286" y="779"/>
                  <a:pt x="286" y="779"/>
                </a:cubicBezTo>
                <a:cubicBezTo>
                  <a:pt x="286" y="767"/>
                  <a:pt x="286" y="767"/>
                  <a:pt x="286" y="767"/>
                </a:cubicBezTo>
                <a:cubicBezTo>
                  <a:pt x="287" y="768"/>
                  <a:pt x="288" y="769"/>
                  <a:pt x="289" y="770"/>
                </a:cubicBezTo>
                <a:cubicBezTo>
                  <a:pt x="289" y="780"/>
                  <a:pt x="289" y="780"/>
                  <a:pt x="289" y="780"/>
                </a:cubicBezTo>
                <a:close/>
                <a:moveTo>
                  <a:pt x="289" y="55"/>
                </a:moveTo>
                <a:cubicBezTo>
                  <a:pt x="289" y="63"/>
                  <a:pt x="289" y="63"/>
                  <a:pt x="289" y="63"/>
                </a:cubicBezTo>
                <a:cubicBezTo>
                  <a:pt x="286" y="64"/>
                  <a:pt x="286" y="64"/>
                  <a:pt x="286" y="64"/>
                </a:cubicBezTo>
                <a:cubicBezTo>
                  <a:pt x="286" y="55"/>
                  <a:pt x="286" y="55"/>
                  <a:pt x="286" y="55"/>
                </a:cubicBezTo>
                <a:cubicBezTo>
                  <a:pt x="287" y="55"/>
                  <a:pt x="288" y="55"/>
                  <a:pt x="289" y="55"/>
                </a:cubicBezTo>
                <a:close/>
                <a:moveTo>
                  <a:pt x="289" y="103"/>
                </a:moveTo>
                <a:cubicBezTo>
                  <a:pt x="289" y="122"/>
                  <a:pt x="289" y="122"/>
                  <a:pt x="289" y="122"/>
                </a:cubicBezTo>
                <a:cubicBezTo>
                  <a:pt x="288" y="123"/>
                  <a:pt x="287" y="124"/>
                  <a:pt x="286" y="125"/>
                </a:cubicBezTo>
                <a:cubicBezTo>
                  <a:pt x="286" y="105"/>
                  <a:pt x="286" y="105"/>
                  <a:pt x="286" y="105"/>
                </a:cubicBezTo>
                <a:cubicBezTo>
                  <a:pt x="287" y="104"/>
                  <a:pt x="288" y="103"/>
                  <a:pt x="289" y="103"/>
                </a:cubicBezTo>
                <a:close/>
                <a:moveTo>
                  <a:pt x="289" y="145"/>
                </a:moveTo>
                <a:cubicBezTo>
                  <a:pt x="289" y="165"/>
                  <a:pt x="289" y="165"/>
                  <a:pt x="289" y="165"/>
                </a:cubicBezTo>
                <a:cubicBezTo>
                  <a:pt x="288" y="165"/>
                  <a:pt x="287" y="165"/>
                  <a:pt x="286" y="165"/>
                </a:cubicBezTo>
                <a:cubicBezTo>
                  <a:pt x="286" y="147"/>
                  <a:pt x="286" y="147"/>
                  <a:pt x="286" y="147"/>
                </a:cubicBezTo>
                <a:cubicBezTo>
                  <a:pt x="287" y="146"/>
                  <a:pt x="288" y="146"/>
                  <a:pt x="289" y="145"/>
                </a:cubicBezTo>
                <a:close/>
                <a:moveTo>
                  <a:pt x="289" y="190"/>
                </a:moveTo>
                <a:cubicBezTo>
                  <a:pt x="289" y="199"/>
                  <a:pt x="289" y="199"/>
                  <a:pt x="289" y="199"/>
                </a:cubicBezTo>
                <a:cubicBezTo>
                  <a:pt x="288" y="199"/>
                  <a:pt x="287" y="199"/>
                  <a:pt x="286" y="199"/>
                </a:cubicBezTo>
                <a:cubicBezTo>
                  <a:pt x="286" y="191"/>
                  <a:pt x="286" y="191"/>
                  <a:pt x="286" y="191"/>
                </a:cubicBezTo>
                <a:cubicBezTo>
                  <a:pt x="287" y="190"/>
                  <a:pt x="288" y="190"/>
                  <a:pt x="289" y="190"/>
                </a:cubicBezTo>
                <a:close/>
                <a:moveTo>
                  <a:pt x="289" y="210"/>
                </a:moveTo>
                <a:cubicBezTo>
                  <a:pt x="289" y="222"/>
                  <a:pt x="289" y="222"/>
                  <a:pt x="289" y="222"/>
                </a:cubicBezTo>
                <a:cubicBezTo>
                  <a:pt x="288" y="222"/>
                  <a:pt x="287" y="223"/>
                  <a:pt x="287" y="223"/>
                </a:cubicBezTo>
                <a:cubicBezTo>
                  <a:pt x="286" y="224"/>
                  <a:pt x="286" y="224"/>
                  <a:pt x="286" y="224"/>
                </a:cubicBezTo>
                <a:cubicBezTo>
                  <a:pt x="286" y="218"/>
                  <a:pt x="286" y="218"/>
                  <a:pt x="286" y="218"/>
                </a:cubicBezTo>
                <a:cubicBezTo>
                  <a:pt x="286" y="218"/>
                  <a:pt x="287" y="217"/>
                  <a:pt x="288" y="216"/>
                </a:cubicBezTo>
                <a:cubicBezTo>
                  <a:pt x="286" y="215"/>
                  <a:pt x="286" y="215"/>
                  <a:pt x="286" y="215"/>
                </a:cubicBezTo>
                <a:cubicBezTo>
                  <a:pt x="286" y="208"/>
                  <a:pt x="286" y="208"/>
                  <a:pt x="286" y="208"/>
                </a:cubicBezTo>
                <a:cubicBezTo>
                  <a:pt x="289" y="210"/>
                  <a:pt x="289" y="210"/>
                  <a:pt x="289" y="210"/>
                </a:cubicBezTo>
                <a:close/>
                <a:moveTo>
                  <a:pt x="289" y="276"/>
                </a:moveTo>
                <a:cubicBezTo>
                  <a:pt x="289" y="281"/>
                  <a:pt x="289" y="281"/>
                  <a:pt x="289" y="281"/>
                </a:cubicBezTo>
                <a:cubicBezTo>
                  <a:pt x="288" y="280"/>
                  <a:pt x="287" y="280"/>
                  <a:pt x="286" y="279"/>
                </a:cubicBezTo>
                <a:cubicBezTo>
                  <a:pt x="286" y="279"/>
                  <a:pt x="286" y="279"/>
                  <a:pt x="286" y="279"/>
                </a:cubicBezTo>
                <a:cubicBezTo>
                  <a:pt x="286" y="273"/>
                  <a:pt x="286" y="273"/>
                  <a:pt x="286" y="273"/>
                </a:cubicBezTo>
                <a:cubicBezTo>
                  <a:pt x="289" y="276"/>
                  <a:pt x="289" y="276"/>
                  <a:pt x="289" y="276"/>
                </a:cubicBezTo>
                <a:close/>
                <a:moveTo>
                  <a:pt x="289" y="290"/>
                </a:moveTo>
                <a:cubicBezTo>
                  <a:pt x="289" y="297"/>
                  <a:pt x="289" y="297"/>
                  <a:pt x="289" y="297"/>
                </a:cubicBezTo>
                <a:cubicBezTo>
                  <a:pt x="287" y="300"/>
                  <a:pt x="287" y="303"/>
                  <a:pt x="289" y="307"/>
                </a:cubicBezTo>
                <a:cubicBezTo>
                  <a:pt x="289" y="313"/>
                  <a:pt x="289" y="313"/>
                  <a:pt x="289" y="313"/>
                </a:cubicBezTo>
                <a:cubicBezTo>
                  <a:pt x="287" y="311"/>
                  <a:pt x="286" y="311"/>
                  <a:pt x="286" y="310"/>
                </a:cubicBezTo>
                <a:cubicBezTo>
                  <a:pt x="286" y="310"/>
                  <a:pt x="286" y="310"/>
                  <a:pt x="286" y="310"/>
                </a:cubicBezTo>
                <a:cubicBezTo>
                  <a:pt x="286" y="296"/>
                  <a:pt x="286" y="296"/>
                  <a:pt x="286" y="296"/>
                </a:cubicBezTo>
                <a:cubicBezTo>
                  <a:pt x="287" y="294"/>
                  <a:pt x="288" y="292"/>
                  <a:pt x="289" y="290"/>
                </a:cubicBezTo>
                <a:close/>
                <a:moveTo>
                  <a:pt x="289" y="325"/>
                </a:moveTo>
                <a:cubicBezTo>
                  <a:pt x="289" y="348"/>
                  <a:pt x="289" y="348"/>
                  <a:pt x="289" y="348"/>
                </a:cubicBezTo>
                <a:cubicBezTo>
                  <a:pt x="288" y="349"/>
                  <a:pt x="287" y="349"/>
                  <a:pt x="286" y="350"/>
                </a:cubicBezTo>
                <a:cubicBezTo>
                  <a:pt x="286" y="338"/>
                  <a:pt x="286" y="338"/>
                  <a:pt x="286" y="338"/>
                </a:cubicBezTo>
                <a:cubicBezTo>
                  <a:pt x="286" y="336"/>
                  <a:pt x="286" y="334"/>
                  <a:pt x="286" y="332"/>
                </a:cubicBezTo>
                <a:cubicBezTo>
                  <a:pt x="286" y="332"/>
                  <a:pt x="286" y="332"/>
                  <a:pt x="286" y="332"/>
                </a:cubicBezTo>
                <a:cubicBezTo>
                  <a:pt x="286" y="320"/>
                  <a:pt x="286" y="320"/>
                  <a:pt x="286" y="320"/>
                </a:cubicBezTo>
                <a:cubicBezTo>
                  <a:pt x="286" y="320"/>
                  <a:pt x="286" y="320"/>
                  <a:pt x="286" y="320"/>
                </a:cubicBezTo>
                <a:cubicBezTo>
                  <a:pt x="287" y="322"/>
                  <a:pt x="288" y="324"/>
                  <a:pt x="289" y="325"/>
                </a:cubicBezTo>
                <a:close/>
                <a:moveTo>
                  <a:pt x="289" y="387"/>
                </a:moveTo>
                <a:cubicBezTo>
                  <a:pt x="289" y="393"/>
                  <a:pt x="289" y="393"/>
                  <a:pt x="289" y="393"/>
                </a:cubicBezTo>
                <a:cubicBezTo>
                  <a:pt x="286" y="393"/>
                  <a:pt x="286" y="393"/>
                  <a:pt x="286" y="393"/>
                </a:cubicBezTo>
                <a:cubicBezTo>
                  <a:pt x="286" y="389"/>
                  <a:pt x="286" y="389"/>
                  <a:pt x="286" y="389"/>
                </a:cubicBezTo>
                <a:cubicBezTo>
                  <a:pt x="288" y="389"/>
                  <a:pt x="288" y="389"/>
                  <a:pt x="288" y="389"/>
                </a:cubicBezTo>
                <a:cubicBezTo>
                  <a:pt x="288" y="389"/>
                  <a:pt x="289" y="388"/>
                  <a:pt x="289" y="387"/>
                </a:cubicBezTo>
                <a:close/>
                <a:moveTo>
                  <a:pt x="289" y="410"/>
                </a:moveTo>
                <a:cubicBezTo>
                  <a:pt x="289" y="415"/>
                  <a:pt x="289" y="415"/>
                  <a:pt x="289" y="415"/>
                </a:cubicBezTo>
                <a:cubicBezTo>
                  <a:pt x="286" y="415"/>
                  <a:pt x="286" y="415"/>
                  <a:pt x="286" y="415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9" y="410"/>
                  <a:pt x="289" y="410"/>
                  <a:pt x="289" y="410"/>
                </a:cubicBezTo>
                <a:close/>
                <a:moveTo>
                  <a:pt x="289" y="447"/>
                </a:moveTo>
                <a:cubicBezTo>
                  <a:pt x="289" y="468"/>
                  <a:pt x="289" y="468"/>
                  <a:pt x="289" y="468"/>
                </a:cubicBezTo>
                <a:cubicBezTo>
                  <a:pt x="288" y="467"/>
                  <a:pt x="287" y="466"/>
                  <a:pt x="286" y="465"/>
                </a:cubicBezTo>
                <a:cubicBezTo>
                  <a:pt x="286" y="449"/>
                  <a:pt x="286" y="449"/>
                  <a:pt x="286" y="449"/>
                </a:cubicBezTo>
                <a:cubicBezTo>
                  <a:pt x="287" y="448"/>
                  <a:pt x="288" y="447"/>
                  <a:pt x="289" y="447"/>
                </a:cubicBezTo>
                <a:close/>
                <a:moveTo>
                  <a:pt x="289" y="492"/>
                </a:moveTo>
                <a:cubicBezTo>
                  <a:pt x="289" y="500"/>
                  <a:pt x="289" y="500"/>
                  <a:pt x="289" y="500"/>
                </a:cubicBezTo>
                <a:cubicBezTo>
                  <a:pt x="287" y="499"/>
                  <a:pt x="287" y="499"/>
                  <a:pt x="286" y="500"/>
                </a:cubicBezTo>
                <a:cubicBezTo>
                  <a:pt x="286" y="497"/>
                  <a:pt x="286" y="497"/>
                  <a:pt x="286" y="497"/>
                </a:cubicBezTo>
                <a:cubicBezTo>
                  <a:pt x="287" y="496"/>
                  <a:pt x="287" y="496"/>
                  <a:pt x="287" y="496"/>
                </a:cubicBezTo>
                <a:cubicBezTo>
                  <a:pt x="287" y="495"/>
                  <a:pt x="288" y="493"/>
                  <a:pt x="289" y="492"/>
                </a:cubicBezTo>
                <a:close/>
                <a:moveTo>
                  <a:pt x="289" y="508"/>
                </a:moveTo>
                <a:cubicBezTo>
                  <a:pt x="289" y="512"/>
                  <a:pt x="289" y="512"/>
                  <a:pt x="289" y="512"/>
                </a:cubicBezTo>
                <a:cubicBezTo>
                  <a:pt x="288" y="511"/>
                  <a:pt x="287" y="510"/>
                  <a:pt x="286" y="510"/>
                </a:cubicBezTo>
                <a:cubicBezTo>
                  <a:pt x="286" y="505"/>
                  <a:pt x="286" y="505"/>
                  <a:pt x="286" y="505"/>
                </a:cubicBezTo>
                <a:cubicBezTo>
                  <a:pt x="289" y="508"/>
                  <a:pt x="289" y="508"/>
                  <a:pt x="289" y="508"/>
                </a:cubicBezTo>
                <a:close/>
                <a:moveTo>
                  <a:pt x="289" y="520"/>
                </a:moveTo>
                <a:cubicBezTo>
                  <a:pt x="289" y="527"/>
                  <a:pt x="289" y="527"/>
                  <a:pt x="289" y="527"/>
                </a:cubicBezTo>
                <a:cubicBezTo>
                  <a:pt x="286" y="530"/>
                  <a:pt x="286" y="530"/>
                  <a:pt x="286" y="530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0"/>
                  <a:pt x="286" y="520"/>
                  <a:pt x="286" y="520"/>
                </a:cubicBezTo>
                <a:cubicBezTo>
                  <a:pt x="287" y="520"/>
                  <a:pt x="288" y="520"/>
                  <a:pt x="289" y="520"/>
                </a:cubicBezTo>
                <a:close/>
                <a:moveTo>
                  <a:pt x="289" y="582"/>
                </a:moveTo>
                <a:cubicBezTo>
                  <a:pt x="289" y="614"/>
                  <a:pt x="289" y="614"/>
                  <a:pt x="289" y="614"/>
                </a:cubicBezTo>
                <a:cubicBezTo>
                  <a:pt x="288" y="614"/>
                  <a:pt x="287" y="613"/>
                  <a:pt x="286" y="612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580"/>
                  <a:pt x="286" y="580"/>
                  <a:pt x="286" y="580"/>
                </a:cubicBezTo>
                <a:cubicBezTo>
                  <a:pt x="287" y="581"/>
                  <a:pt x="288" y="581"/>
                  <a:pt x="289" y="582"/>
                </a:cubicBezTo>
                <a:close/>
                <a:moveTo>
                  <a:pt x="289" y="666"/>
                </a:moveTo>
                <a:cubicBezTo>
                  <a:pt x="289" y="679"/>
                  <a:pt x="289" y="679"/>
                  <a:pt x="289" y="679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65"/>
                  <a:pt x="286" y="665"/>
                  <a:pt x="286" y="665"/>
                </a:cubicBezTo>
                <a:cubicBezTo>
                  <a:pt x="289" y="666"/>
                  <a:pt x="289" y="666"/>
                  <a:pt x="289" y="666"/>
                </a:cubicBezTo>
                <a:close/>
                <a:moveTo>
                  <a:pt x="289" y="731"/>
                </a:moveTo>
                <a:cubicBezTo>
                  <a:pt x="289" y="741"/>
                  <a:pt x="289" y="741"/>
                  <a:pt x="289" y="741"/>
                </a:cubicBezTo>
                <a:cubicBezTo>
                  <a:pt x="288" y="740"/>
                  <a:pt x="287" y="740"/>
                  <a:pt x="286" y="739"/>
                </a:cubicBezTo>
                <a:cubicBezTo>
                  <a:pt x="286" y="730"/>
                  <a:pt x="286" y="730"/>
                  <a:pt x="286" y="730"/>
                </a:cubicBezTo>
                <a:cubicBezTo>
                  <a:pt x="287" y="731"/>
                  <a:pt x="288" y="731"/>
                  <a:pt x="289" y="731"/>
                </a:cubicBezTo>
                <a:close/>
                <a:moveTo>
                  <a:pt x="286" y="474"/>
                </a:moveTo>
                <a:cubicBezTo>
                  <a:pt x="286" y="470"/>
                  <a:pt x="286" y="470"/>
                  <a:pt x="286" y="470"/>
                </a:cubicBezTo>
                <a:cubicBezTo>
                  <a:pt x="286" y="472"/>
                  <a:pt x="286" y="472"/>
                  <a:pt x="286" y="474"/>
                </a:cubicBezTo>
                <a:close/>
                <a:moveTo>
                  <a:pt x="280" y="19"/>
                </a:moveTo>
                <a:cubicBezTo>
                  <a:pt x="282" y="18"/>
                  <a:pt x="284" y="18"/>
                  <a:pt x="286" y="17"/>
                </a:cubicBezTo>
                <a:cubicBezTo>
                  <a:pt x="286" y="35"/>
                  <a:pt x="286" y="35"/>
                  <a:pt x="286" y="35"/>
                </a:cubicBezTo>
                <a:cubicBezTo>
                  <a:pt x="284" y="33"/>
                  <a:pt x="282" y="33"/>
                  <a:pt x="280" y="32"/>
                </a:cubicBezTo>
                <a:cubicBezTo>
                  <a:pt x="280" y="19"/>
                  <a:pt x="280" y="19"/>
                  <a:pt x="280" y="19"/>
                </a:cubicBezTo>
                <a:close/>
                <a:moveTo>
                  <a:pt x="286" y="779"/>
                </a:moveTo>
                <a:cubicBezTo>
                  <a:pt x="284" y="777"/>
                  <a:pt x="282" y="777"/>
                  <a:pt x="280" y="776"/>
                </a:cubicBezTo>
                <a:cubicBezTo>
                  <a:pt x="280" y="757"/>
                  <a:pt x="280" y="757"/>
                  <a:pt x="280" y="757"/>
                </a:cubicBezTo>
                <a:cubicBezTo>
                  <a:pt x="281" y="759"/>
                  <a:pt x="281" y="761"/>
                  <a:pt x="281" y="763"/>
                </a:cubicBezTo>
                <a:cubicBezTo>
                  <a:pt x="283" y="764"/>
                  <a:pt x="284" y="766"/>
                  <a:pt x="286" y="767"/>
                </a:cubicBezTo>
                <a:cubicBezTo>
                  <a:pt x="286" y="779"/>
                  <a:pt x="286" y="779"/>
                  <a:pt x="286" y="779"/>
                </a:cubicBezTo>
                <a:close/>
                <a:moveTo>
                  <a:pt x="286" y="55"/>
                </a:moveTo>
                <a:cubicBezTo>
                  <a:pt x="286" y="64"/>
                  <a:pt x="286" y="64"/>
                  <a:pt x="286" y="64"/>
                </a:cubicBezTo>
                <a:cubicBezTo>
                  <a:pt x="284" y="65"/>
                  <a:pt x="282" y="65"/>
                  <a:pt x="280" y="66"/>
                </a:cubicBezTo>
                <a:cubicBezTo>
                  <a:pt x="280" y="54"/>
                  <a:pt x="280" y="54"/>
                  <a:pt x="280" y="54"/>
                </a:cubicBezTo>
                <a:cubicBezTo>
                  <a:pt x="281" y="54"/>
                  <a:pt x="282" y="55"/>
                  <a:pt x="283" y="56"/>
                </a:cubicBezTo>
                <a:cubicBezTo>
                  <a:pt x="284" y="56"/>
                  <a:pt x="285" y="55"/>
                  <a:pt x="286" y="55"/>
                </a:cubicBezTo>
                <a:close/>
                <a:moveTo>
                  <a:pt x="286" y="105"/>
                </a:moveTo>
                <a:cubicBezTo>
                  <a:pt x="286" y="125"/>
                  <a:pt x="286" y="125"/>
                  <a:pt x="286" y="125"/>
                </a:cubicBezTo>
                <a:cubicBezTo>
                  <a:pt x="284" y="126"/>
                  <a:pt x="282" y="127"/>
                  <a:pt x="280" y="127"/>
                </a:cubicBezTo>
                <a:cubicBezTo>
                  <a:pt x="280" y="107"/>
                  <a:pt x="280" y="107"/>
                  <a:pt x="280" y="107"/>
                </a:cubicBezTo>
                <a:cubicBezTo>
                  <a:pt x="282" y="106"/>
                  <a:pt x="284" y="105"/>
                  <a:pt x="286" y="105"/>
                </a:cubicBezTo>
                <a:close/>
                <a:moveTo>
                  <a:pt x="286" y="147"/>
                </a:moveTo>
                <a:cubicBezTo>
                  <a:pt x="286" y="165"/>
                  <a:pt x="286" y="165"/>
                  <a:pt x="286" y="165"/>
                </a:cubicBezTo>
                <a:cubicBezTo>
                  <a:pt x="285" y="165"/>
                  <a:pt x="285" y="165"/>
                  <a:pt x="285" y="165"/>
                </a:cubicBezTo>
                <a:cubicBezTo>
                  <a:pt x="283" y="159"/>
                  <a:pt x="281" y="155"/>
                  <a:pt x="282" y="149"/>
                </a:cubicBezTo>
                <a:cubicBezTo>
                  <a:pt x="283" y="148"/>
                  <a:pt x="285" y="148"/>
                  <a:pt x="286" y="147"/>
                </a:cubicBezTo>
                <a:close/>
                <a:moveTo>
                  <a:pt x="286" y="191"/>
                </a:moveTo>
                <a:cubicBezTo>
                  <a:pt x="286" y="199"/>
                  <a:pt x="286" y="199"/>
                  <a:pt x="286" y="199"/>
                </a:cubicBezTo>
                <a:cubicBezTo>
                  <a:pt x="284" y="200"/>
                  <a:pt x="282" y="200"/>
                  <a:pt x="280" y="201"/>
                </a:cubicBezTo>
                <a:cubicBezTo>
                  <a:pt x="280" y="194"/>
                  <a:pt x="280" y="194"/>
                  <a:pt x="280" y="194"/>
                </a:cubicBezTo>
                <a:cubicBezTo>
                  <a:pt x="282" y="193"/>
                  <a:pt x="284" y="192"/>
                  <a:pt x="286" y="191"/>
                </a:cubicBezTo>
                <a:close/>
                <a:moveTo>
                  <a:pt x="286" y="208"/>
                </a:moveTo>
                <a:cubicBezTo>
                  <a:pt x="286" y="215"/>
                  <a:pt x="286" y="215"/>
                  <a:pt x="286" y="215"/>
                </a:cubicBezTo>
                <a:cubicBezTo>
                  <a:pt x="284" y="214"/>
                  <a:pt x="282" y="213"/>
                  <a:pt x="280" y="212"/>
                </a:cubicBezTo>
                <a:cubicBezTo>
                  <a:pt x="280" y="205"/>
                  <a:pt x="280" y="205"/>
                  <a:pt x="280" y="205"/>
                </a:cubicBezTo>
                <a:cubicBezTo>
                  <a:pt x="282" y="206"/>
                  <a:pt x="284" y="207"/>
                  <a:pt x="286" y="208"/>
                </a:cubicBezTo>
                <a:close/>
                <a:moveTo>
                  <a:pt x="286" y="218"/>
                </a:moveTo>
                <a:cubicBezTo>
                  <a:pt x="286" y="224"/>
                  <a:pt x="286" y="224"/>
                  <a:pt x="286" y="224"/>
                </a:cubicBezTo>
                <a:cubicBezTo>
                  <a:pt x="284" y="225"/>
                  <a:pt x="282" y="226"/>
                  <a:pt x="280" y="227"/>
                </a:cubicBezTo>
                <a:cubicBezTo>
                  <a:pt x="280" y="221"/>
                  <a:pt x="280" y="221"/>
                  <a:pt x="280" y="221"/>
                </a:cubicBezTo>
                <a:cubicBezTo>
                  <a:pt x="282" y="220"/>
                  <a:pt x="284" y="220"/>
                  <a:pt x="286" y="218"/>
                </a:cubicBezTo>
                <a:close/>
                <a:moveTo>
                  <a:pt x="286" y="273"/>
                </a:moveTo>
                <a:cubicBezTo>
                  <a:pt x="286" y="279"/>
                  <a:pt x="286" y="279"/>
                  <a:pt x="286" y="279"/>
                </a:cubicBezTo>
                <a:cubicBezTo>
                  <a:pt x="284" y="283"/>
                  <a:pt x="282" y="286"/>
                  <a:pt x="280" y="289"/>
                </a:cubicBezTo>
                <a:cubicBezTo>
                  <a:pt x="280" y="281"/>
                  <a:pt x="280" y="281"/>
                  <a:pt x="280" y="281"/>
                </a:cubicBezTo>
                <a:cubicBezTo>
                  <a:pt x="281" y="279"/>
                  <a:pt x="282" y="276"/>
                  <a:pt x="280" y="273"/>
                </a:cubicBezTo>
                <a:cubicBezTo>
                  <a:pt x="280" y="267"/>
                  <a:pt x="280" y="267"/>
                  <a:pt x="280" y="267"/>
                </a:cubicBezTo>
                <a:cubicBezTo>
                  <a:pt x="280" y="267"/>
                  <a:pt x="280" y="267"/>
                  <a:pt x="280" y="267"/>
                </a:cubicBezTo>
                <a:cubicBezTo>
                  <a:pt x="286" y="273"/>
                  <a:pt x="286" y="273"/>
                  <a:pt x="286" y="273"/>
                </a:cubicBezTo>
                <a:close/>
                <a:moveTo>
                  <a:pt x="286" y="296"/>
                </a:moveTo>
                <a:cubicBezTo>
                  <a:pt x="286" y="310"/>
                  <a:pt x="286" y="310"/>
                  <a:pt x="286" y="310"/>
                </a:cubicBezTo>
                <a:cubicBezTo>
                  <a:pt x="284" y="307"/>
                  <a:pt x="282" y="305"/>
                  <a:pt x="280" y="302"/>
                </a:cubicBezTo>
                <a:cubicBezTo>
                  <a:pt x="280" y="298"/>
                  <a:pt x="280" y="298"/>
                  <a:pt x="280" y="298"/>
                </a:cubicBezTo>
                <a:cubicBezTo>
                  <a:pt x="281" y="298"/>
                  <a:pt x="281" y="300"/>
                  <a:pt x="282" y="300"/>
                </a:cubicBezTo>
                <a:cubicBezTo>
                  <a:pt x="283" y="299"/>
                  <a:pt x="284" y="298"/>
                  <a:pt x="286" y="296"/>
                </a:cubicBezTo>
                <a:close/>
                <a:moveTo>
                  <a:pt x="286" y="320"/>
                </a:moveTo>
                <a:cubicBezTo>
                  <a:pt x="286" y="332"/>
                  <a:pt x="286" y="332"/>
                  <a:pt x="286" y="332"/>
                </a:cubicBezTo>
                <a:cubicBezTo>
                  <a:pt x="284" y="332"/>
                  <a:pt x="282" y="331"/>
                  <a:pt x="280" y="331"/>
                </a:cubicBezTo>
                <a:cubicBezTo>
                  <a:pt x="280" y="321"/>
                  <a:pt x="280" y="321"/>
                  <a:pt x="280" y="321"/>
                </a:cubicBezTo>
                <a:cubicBezTo>
                  <a:pt x="282" y="320"/>
                  <a:pt x="283" y="320"/>
                  <a:pt x="286" y="320"/>
                </a:cubicBezTo>
                <a:close/>
                <a:moveTo>
                  <a:pt x="286" y="338"/>
                </a:moveTo>
                <a:cubicBezTo>
                  <a:pt x="286" y="350"/>
                  <a:pt x="286" y="350"/>
                  <a:pt x="286" y="350"/>
                </a:cubicBezTo>
                <a:cubicBezTo>
                  <a:pt x="284" y="351"/>
                  <a:pt x="282" y="352"/>
                  <a:pt x="280" y="353"/>
                </a:cubicBezTo>
                <a:cubicBezTo>
                  <a:pt x="280" y="344"/>
                  <a:pt x="280" y="344"/>
                  <a:pt x="280" y="344"/>
                </a:cubicBezTo>
                <a:cubicBezTo>
                  <a:pt x="281" y="343"/>
                  <a:pt x="282" y="343"/>
                  <a:pt x="284" y="343"/>
                </a:cubicBezTo>
                <a:cubicBezTo>
                  <a:pt x="285" y="341"/>
                  <a:pt x="285" y="339"/>
                  <a:pt x="286" y="338"/>
                </a:cubicBezTo>
                <a:close/>
                <a:moveTo>
                  <a:pt x="286" y="389"/>
                </a:moveTo>
                <a:cubicBezTo>
                  <a:pt x="286" y="393"/>
                  <a:pt x="286" y="393"/>
                  <a:pt x="286" y="393"/>
                </a:cubicBezTo>
                <a:cubicBezTo>
                  <a:pt x="282" y="393"/>
                  <a:pt x="282" y="393"/>
                  <a:pt x="282" y="393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6" y="415"/>
                  <a:pt x="286" y="415"/>
                  <a:pt x="286" y="415"/>
                </a:cubicBezTo>
                <a:cubicBezTo>
                  <a:pt x="280" y="415"/>
                  <a:pt x="280" y="415"/>
                  <a:pt x="280" y="415"/>
                </a:cubicBezTo>
                <a:cubicBezTo>
                  <a:pt x="280" y="410"/>
                  <a:pt x="280" y="410"/>
                  <a:pt x="280" y="410"/>
                </a:cubicBezTo>
                <a:cubicBezTo>
                  <a:pt x="281" y="410"/>
                  <a:pt x="281" y="410"/>
                  <a:pt x="282" y="410"/>
                </a:cubicBezTo>
                <a:cubicBezTo>
                  <a:pt x="281" y="407"/>
                  <a:pt x="281" y="405"/>
                  <a:pt x="280" y="403"/>
                </a:cubicBezTo>
                <a:cubicBezTo>
                  <a:pt x="280" y="389"/>
                  <a:pt x="280" y="389"/>
                  <a:pt x="280" y="389"/>
                </a:cubicBezTo>
                <a:cubicBezTo>
                  <a:pt x="286" y="389"/>
                  <a:pt x="286" y="389"/>
                  <a:pt x="286" y="389"/>
                </a:cubicBezTo>
                <a:close/>
                <a:moveTo>
                  <a:pt x="286" y="449"/>
                </a:moveTo>
                <a:cubicBezTo>
                  <a:pt x="286" y="465"/>
                  <a:pt x="286" y="465"/>
                  <a:pt x="286" y="465"/>
                </a:cubicBezTo>
                <a:cubicBezTo>
                  <a:pt x="285" y="465"/>
                  <a:pt x="284" y="465"/>
                  <a:pt x="284" y="465"/>
                </a:cubicBezTo>
                <a:cubicBezTo>
                  <a:pt x="285" y="468"/>
                  <a:pt x="285" y="469"/>
                  <a:pt x="286" y="470"/>
                </a:cubicBezTo>
                <a:cubicBezTo>
                  <a:pt x="286" y="474"/>
                  <a:pt x="286" y="474"/>
                  <a:pt x="286" y="474"/>
                </a:cubicBezTo>
                <a:cubicBezTo>
                  <a:pt x="285" y="474"/>
                  <a:pt x="284" y="474"/>
                  <a:pt x="283" y="475"/>
                </a:cubicBezTo>
                <a:cubicBezTo>
                  <a:pt x="283" y="475"/>
                  <a:pt x="283" y="476"/>
                  <a:pt x="283" y="477"/>
                </a:cubicBezTo>
                <a:cubicBezTo>
                  <a:pt x="283" y="477"/>
                  <a:pt x="282" y="477"/>
                  <a:pt x="281" y="477"/>
                </a:cubicBezTo>
                <a:cubicBezTo>
                  <a:pt x="281" y="478"/>
                  <a:pt x="281" y="478"/>
                  <a:pt x="281" y="479"/>
                </a:cubicBezTo>
                <a:cubicBezTo>
                  <a:pt x="280" y="479"/>
                  <a:pt x="280" y="479"/>
                  <a:pt x="280" y="479"/>
                </a:cubicBezTo>
                <a:cubicBezTo>
                  <a:pt x="280" y="447"/>
                  <a:pt x="280" y="447"/>
                  <a:pt x="280" y="447"/>
                </a:cubicBezTo>
                <a:cubicBezTo>
                  <a:pt x="281" y="448"/>
                  <a:pt x="283" y="449"/>
                  <a:pt x="285" y="449"/>
                </a:cubicBezTo>
                <a:cubicBezTo>
                  <a:pt x="285" y="449"/>
                  <a:pt x="285" y="449"/>
                  <a:pt x="286" y="449"/>
                </a:cubicBezTo>
                <a:close/>
                <a:moveTo>
                  <a:pt x="286" y="497"/>
                </a:moveTo>
                <a:cubicBezTo>
                  <a:pt x="286" y="500"/>
                  <a:pt x="286" y="500"/>
                  <a:pt x="286" y="500"/>
                </a:cubicBezTo>
                <a:cubicBezTo>
                  <a:pt x="285" y="501"/>
                  <a:pt x="284" y="502"/>
                  <a:pt x="284" y="504"/>
                </a:cubicBezTo>
                <a:cubicBezTo>
                  <a:pt x="286" y="505"/>
                  <a:pt x="286" y="505"/>
                  <a:pt x="286" y="505"/>
                </a:cubicBezTo>
                <a:cubicBezTo>
                  <a:pt x="286" y="510"/>
                  <a:pt x="286" y="510"/>
                  <a:pt x="286" y="510"/>
                </a:cubicBezTo>
                <a:cubicBezTo>
                  <a:pt x="284" y="509"/>
                  <a:pt x="282" y="508"/>
                  <a:pt x="280" y="508"/>
                </a:cubicBezTo>
                <a:cubicBezTo>
                  <a:pt x="280" y="501"/>
                  <a:pt x="280" y="501"/>
                  <a:pt x="280" y="501"/>
                </a:cubicBezTo>
                <a:cubicBezTo>
                  <a:pt x="282" y="499"/>
                  <a:pt x="283" y="498"/>
                  <a:pt x="286" y="497"/>
                </a:cubicBezTo>
                <a:close/>
                <a:moveTo>
                  <a:pt x="286" y="520"/>
                </a:moveTo>
                <a:cubicBezTo>
                  <a:pt x="286" y="524"/>
                  <a:pt x="286" y="524"/>
                  <a:pt x="286" y="524"/>
                </a:cubicBezTo>
                <a:cubicBezTo>
                  <a:pt x="283" y="523"/>
                  <a:pt x="282" y="523"/>
                  <a:pt x="280" y="522"/>
                </a:cubicBezTo>
                <a:cubicBezTo>
                  <a:pt x="280" y="517"/>
                  <a:pt x="280" y="517"/>
                  <a:pt x="280" y="517"/>
                </a:cubicBezTo>
                <a:cubicBezTo>
                  <a:pt x="281" y="518"/>
                  <a:pt x="282" y="519"/>
                  <a:pt x="285" y="521"/>
                </a:cubicBezTo>
                <a:cubicBezTo>
                  <a:pt x="285" y="521"/>
                  <a:pt x="285" y="521"/>
                  <a:pt x="286" y="520"/>
                </a:cubicBezTo>
                <a:close/>
                <a:moveTo>
                  <a:pt x="286" y="524"/>
                </a:moveTo>
                <a:cubicBezTo>
                  <a:pt x="286" y="530"/>
                  <a:pt x="286" y="530"/>
                  <a:pt x="286" y="530"/>
                </a:cubicBezTo>
                <a:cubicBezTo>
                  <a:pt x="280" y="536"/>
                  <a:pt x="280" y="536"/>
                  <a:pt x="280" y="536"/>
                </a:cubicBezTo>
                <a:cubicBezTo>
                  <a:pt x="280" y="529"/>
                  <a:pt x="280" y="529"/>
                  <a:pt x="280" y="529"/>
                </a:cubicBezTo>
                <a:cubicBezTo>
                  <a:pt x="282" y="528"/>
                  <a:pt x="283" y="527"/>
                  <a:pt x="285" y="526"/>
                </a:cubicBezTo>
                <a:cubicBezTo>
                  <a:pt x="285" y="526"/>
                  <a:pt x="285" y="525"/>
                  <a:pt x="286" y="524"/>
                </a:cubicBezTo>
                <a:close/>
                <a:moveTo>
                  <a:pt x="286" y="580"/>
                </a:moveTo>
                <a:cubicBezTo>
                  <a:pt x="286" y="605"/>
                  <a:pt x="286" y="605"/>
                  <a:pt x="286" y="605"/>
                </a:cubicBezTo>
                <a:cubicBezTo>
                  <a:pt x="285" y="593"/>
                  <a:pt x="286" y="588"/>
                  <a:pt x="280" y="583"/>
                </a:cubicBezTo>
                <a:cubicBezTo>
                  <a:pt x="280" y="577"/>
                  <a:pt x="280" y="577"/>
                  <a:pt x="280" y="577"/>
                </a:cubicBezTo>
                <a:cubicBezTo>
                  <a:pt x="282" y="578"/>
                  <a:pt x="284" y="579"/>
                  <a:pt x="286" y="580"/>
                </a:cubicBezTo>
                <a:close/>
                <a:moveTo>
                  <a:pt x="286" y="605"/>
                </a:moveTo>
                <a:cubicBezTo>
                  <a:pt x="283" y="605"/>
                  <a:pt x="283" y="605"/>
                  <a:pt x="283" y="605"/>
                </a:cubicBezTo>
                <a:cubicBezTo>
                  <a:pt x="282" y="604"/>
                  <a:pt x="281" y="603"/>
                  <a:pt x="280" y="603"/>
                </a:cubicBezTo>
                <a:cubicBezTo>
                  <a:pt x="280" y="609"/>
                  <a:pt x="280" y="609"/>
                  <a:pt x="280" y="609"/>
                </a:cubicBezTo>
                <a:cubicBezTo>
                  <a:pt x="282" y="610"/>
                  <a:pt x="284" y="612"/>
                  <a:pt x="286" y="612"/>
                </a:cubicBezTo>
                <a:cubicBezTo>
                  <a:pt x="286" y="605"/>
                  <a:pt x="286" y="605"/>
                  <a:pt x="286" y="605"/>
                </a:cubicBezTo>
                <a:close/>
                <a:moveTo>
                  <a:pt x="286" y="665"/>
                </a:moveTo>
                <a:cubicBezTo>
                  <a:pt x="286" y="677"/>
                  <a:pt x="286" y="677"/>
                  <a:pt x="286" y="677"/>
                </a:cubicBezTo>
                <a:cubicBezTo>
                  <a:pt x="283" y="677"/>
                  <a:pt x="282" y="676"/>
                  <a:pt x="280" y="675"/>
                </a:cubicBezTo>
                <a:cubicBezTo>
                  <a:pt x="280" y="663"/>
                  <a:pt x="280" y="663"/>
                  <a:pt x="280" y="663"/>
                </a:cubicBezTo>
                <a:cubicBezTo>
                  <a:pt x="286" y="665"/>
                  <a:pt x="286" y="665"/>
                  <a:pt x="286" y="665"/>
                </a:cubicBezTo>
                <a:close/>
                <a:moveTo>
                  <a:pt x="286" y="730"/>
                </a:moveTo>
                <a:cubicBezTo>
                  <a:pt x="286" y="739"/>
                  <a:pt x="286" y="739"/>
                  <a:pt x="286" y="739"/>
                </a:cubicBezTo>
                <a:cubicBezTo>
                  <a:pt x="284" y="739"/>
                  <a:pt x="282" y="738"/>
                  <a:pt x="280" y="737"/>
                </a:cubicBezTo>
                <a:cubicBezTo>
                  <a:pt x="280" y="729"/>
                  <a:pt x="280" y="729"/>
                  <a:pt x="280" y="729"/>
                </a:cubicBezTo>
                <a:cubicBezTo>
                  <a:pt x="282" y="730"/>
                  <a:pt x="284" y="730"/>
                  <a:pt x="286" y="730"/>
                </a:cubicBezTo>
                <a:close/>
                <a:moveTo>
                  <a:pt x="280" y="339"/>
                </a:moveTo>
                <a:cubicBezTo>
                  <a:pt x="281" y="339"/>
                  <a:pt x="281" y="339"/>
                  <a:pt x="281" y="339"/>
                </a:cubicBezTo>
                <a:cubicBezTo>
                  <a:pt x="281" y="339"/>
                  <a:pt x="280" y="338"/>
                  <a:pt x="280" y="338"/>
                </a:cubicBezTo>
                <a:lnTo>
                  <a:pt x="280" y="339"/>
                </a:lnTo>
                <a:close/>
                <a:moveTo>
                  <a:pt x="272" y="21"/>
                </a:moveTo>
                <a:cubicBezTo>
                  <a:pt x="275" y="21"/>
                  <a:pt x="277" y="20"/>
                  <a:pt x="280" y="19"/>
                </a:cubicBezTo>
                <a:cubicBezTo>
                  <a:pt x="280" y="32"/>
                  <a:pt x="280" y="32"/>
                  <a:pt x="280" y="32"/>
                </a:cubicBezTo>
                <a:cubicBezTo>
                  <a:pt x="277" y="31"/>
                  <a:pt x="274" y="31"/>
                  <a:pt x="272" y="31"/>
                </a:cubicBezTo>
                <a:cubicBezTo>
                  <a:pt x="272" y="21"/>
                  <a:pt x="272" y="21"/>
                  <a:pt x="272" y="21"/>
                </a:cubicBezTo>
                <a:close/>
                <a:moveTo>
                  <a:pt x="280" y="776"/>
                </a:moveTo>
                <a:cubicBezTo>
                  <a:pt x="277" y="775"/>
                  <a:pt x="274" y="774"/>
                  <a:pt x="272" y="773"/>
                </a:cubicBezTo>
                <a:cubicBezTo>
                  <a:pt x="272" y="727"/>
                  <a:pt x="272" y="727"/>
                  <a:pt x="272" y="727"/>
                </a:cubicBezTo>
                <a:cubicBezTo>
                  <a:pt x="274" y="728"/>
                  <a:pt x="274" y="728"/>
                  <a:pt x="274" y="728"/>
                </a:cubicBezTo>
                <a:cubicBezTo>
                  <a:pt x="276" y="728"/>
                  <a:pt x="278" y="729"/>
                  <a:pt x="280" y="729"/>
                </a:cubicBezTo>
                <a:cubicBezTo>
                  <a:pt x="280" y="737"/>
                  <a:pt x="280" y="737"/>
                  <a:pt x="280" y="737"/>
                </a:cubicBezTo>
                <a:cubicBezTo>
                  <a:pt x="279" y="737"/>
                  <a:pt x="277" y="737"/>
                  <a:pt x="275" y="737"/>
                </a:cubicBezTo>
                <a:cubicBezTo>
                  <a:pt x="277" y="740"/>
                  <a:pt x="278" y="749"/>
                  <a:pt x="280" y="757"/>
                </a:cubicBezTo>
                <a:cubicBezTo>
                  <a:pt x="280" y="776"/>
                  <a:pt x="280" y="776"/>
                  <a:pt x="280" y="776"/>
                </a:cubicBezTo>
                <a:close/>
                <a:moveTo>
                  <a:pt x="280" y="54"/>
                </a:moveTo>
                <a:cubicBezTo>
                  <a:pt x="280" y="66"/>
                  <a:pt x="280" y="66"/>
                  <a:pt x="280" y="66"/>
                </a:cubicBezTo>
                <a:cubicBezTo>
                  <a:pt x="277" y="67"/>
                  <a:pt x="274" y="68"/>
                  <a:pt x="272" y="69"/>
                </a:cubicBezTo>
                <a:cubicBezTo>
                  <a:pt x="272" y="48"/>
                  <a:pt x="272" y="48"/>
                  <a:pt x="272" y="48"/>
                </a:cubicBezTo>
                <a:cubicBezTo>
                  <a:pt x="274" y="50"/>
                  <a:pt x="277" y="52"/>
                  <a:pt x="280" y="54"/>
                </a:cubicBezTo>
                <a:close/>
                <a:moveTo>
                  <a:pt x="280" y="107"/>
                </a:moveTo>
                <a:cubicBezTo>
                  <a:pt x="280" y="127"/>
                  <a:pt x="280" y="127"/>
                  <a:pt x="280" y="127"/>
                </a:cubicBezTo>
                <a:cubicBezTo>
                  <a:pt x="277" y="128"/>
                  <a:pt x="274" y="127"/>
                  <a:pt x="272" y="125"/>
                </a:cubicBezTo>
                <a:cubicBezTo>
                  <a:pt x="272" y="114"/>
                  <a:pt x="272" y="114"/>
                  <a:pt x="272" y="114"/>
                </a:cubicBezTo>
                <a:cubicBezTo>
                  <a:pt x="274" y="111"/>
                  <a:pt x="277" y="109"/>
                  <a:pt x="280" y="107"/>
                </a:cubicBezTo>
                <a:close/>
                <a:moveTo>
                  <a:pt x="280" y="194"/>
                </a:moveTo>
                <a:cubicBezTo>
                  <a:pt x="280" y="201"/>
                  <a:pt x="280" y="201"/>
                  <a:pt x="280" y="201"/>
                </a:cubicBezTo>
                <a:cubicBezTo>
                  <a:pt x="279" y="202"/>
                  <a:pt x="278" y="203"/>
                  <a:pt x="276" y="203"/>
                </a:cubicBezTo>
                <a:cubicBezTo>
                  <a:pt x="277" y="204"/>
                  <a:pt x="279" y="205"/>
                  <a:pt x="280" y="205"/>
                </a:cubicBezTo>
                <a:cubicBezTo>
                  <a:pt x="280" y="212"/>
                  <a:pt x="280" y="212"/>
                  <a:pt x="280" y="212"/>
                </a:cubicBezTo>
                <a:cubicBezTo>
                  <a:pt x="277" y="211"/>
                  <a:pt x="274" y="209"/>
                  <a:pt x="272" y="209"/>
                </a:cubicBezTo>
                <a:cubicBezTo>
                  <a:pt x="272" y="201"/>
                  <a:pt x="272" y="201"/>
                  <a:pt x="272" y="201"/>
                </a:cubicBezTo>
                <a:cubicBezTo>
                  <a:pt x="274" y="199"/>
                  <a:pt x="277" y="196"/>
                  <a:pt x="280" y="194"/>
                </a:cubicBezTo>
                <a:close/>
                <a:moveTo>
                  <a:pt x="280" y="221"/>
                </a:moveTo>
                <a:cubicBezTo>
                  <a:pt x="280" y="227"/>
                  <a:pt x="280" y="227"/>
                  <a:pt x="280" y="227"/>
                </a:cubicBezTo>
                <a:cubicBezTo>
                  <a:pt x="277" y="228"/>
                  <a:pt x="274" y="230"/>
                  <a:pt x="272" y="233"/>
                </a:cubicBezTo>
                <a:cubicBezTo>
                  <a:pt x="272" y="227"/>
                  <a:pt x="272" y="227"/>
                  <a:pt x="272" y="227"/>
                </a:cubicBezTo>
                <a:cubicBezTo>
                  <a:pt x="273" y="227"/>
                  <a:pt x="273" y="227"/>
                  <a:pt x="273" y="227"/>
                </a:cubicBezTo>
                <a:cubicBezTo>
                  <a:pt x="272" y="226"/>
                  <a:pt x="272" y="226"/>
                  <a:pt x="272" y="226"/>
                </a:cubicBezTo>
                <a:cubicBezTo>
                  <a:pt x="272" y="220"/>
                  <a:pt x="272" y="220"/>
                  <a:pt x="272" y="220"/>
                </a:cubicBezTo>
                <a:cubicBezTo>
                  <a:pt x="275" y="222"/>
                  <a:pt x="275" y="222"/>
                  <a:pt x="275" y="222"/>
                </a:cubicBezTo>
                <a:cubicBezTo>
                  <a:pt x="277" y="221"/>
                  <a:pt x="279" y="221"/>
                  <a:pt x="280" y="221"/>
                </a:cubicBezTo>
                <a:close/>
                <a:moveTo>
                  <a:pt x="280" y="267"/>
                </a:moveTo>
                <a:cubicBezTo>
                  <a:pt x="280" y="273"/>
                  <a:pt x="280" y="273"/>
                  <a:pt x="280" y="273"/>
                </a:cubicBezTo>
                <a:cubicBezTo>
                  <a:pt x="280" y="272"/>
                  <a:pt x="279" y="271"/>
                  <a:pt x="278" y="270"/>
                </a:cubicBezTo>
                <a:cubicBezTo>
                  <a:pt x="276" y="273"/>
                  <a:pt x="273" y="276"/>
                  <a:pt x="272" y="279"/>
                </a:cubicBezTo>
                <a:cubicBezTo>
                  <a:pt x="272" y="271"/>
                  <a:pt x="272" y="271"/>
                  <a:pt x="272" y="271"/>
                </a:cubicBezTo>
                <a:cubicBezTo>
                  <a:pt x="273" y="269"/>
                  <a:pt x="273" y="266"/>
                  <a:pt x="272" y="264"/>
                </a:cubicBezTo>
                <a:cubicBezTo>
                  <a:pt x="272" y="260"/>
                  <a:pt x="272" y="260"/>
                  <a:pt x="272" y="260"/>
                </a:cubicBezTo>
                <a:cubicBezTo>
                  <a:pt x="274" y="263"/>
                  <a:pt x="277" y="265"/>
                  <a:pt x="280" y="267"/>
                </a:cubicBezTo>
                <a:close/>
                <a:moveTo>
                  <a:pt x="280" y="281"/>
                </a:moveTo>
                <a:cubicBezTo>
                  <a:pt x="280" y="289"/>
                  <a:pt x="280" y="289"/>
                  <a:pt x="280" y="289"/>
                </a:cubicBezTo>
                <a:cubicBezTo>
                  <a:pt x="279" y="291"/>
                  <a:pt x="279" y="293"/>
                  <a:pt x="278" y="295"/>
                </a:cubicBezTo>
                <a:cubicBezTo>
                  <a:pt x="279" y="296"/>
                  <a:pt x="279" y="297"/>
                  <a:pt x="280" y="298"/>
                </a:cubicBezTo>
                <a:cubicBezTo>
                  <a:pt x="280" y="302"/>
                  <a:pt x="280" y="302"/>
                  <a:pt x="280" y="302"/>
                </a:cubicBezTo>
                <a:cubicBezTo>
                  <a:pt x="278" y="300"/>
                  <a:pt x="275" y="297"/>
                  <a:pt x="272" y="295"/>
                </a:cubicBezTo>
                <a:cubicBezTo>
                  <a:pt x="272" y="290"/>
                  <a:pt x="272" y="290"/>
                  <a:pt x="272" y="290"/>
                </a:cubicBezTo>
                <a:cubicBezTo>
                  <a:pt x="272" y="290"/>
                  <a:pt x="272" y="291"/>
                  <a:pt x="273" y="291"/>
                </a:cubicBezTo>
                <a:cubicBezTo>
                  <a:pt x="276" y="287"/>
                  <a:pt x="279" y="284"/>
                  <a:pt x="280" y="281"/>
                </a:cubicBezTo>
                <a:close/>
                <a:moveTo>
                  <a:pt x="280" y="321"/>
                </a:moveTo>
                <a:cubicBezTo>
                  <a:pt x="280" y="331"/>
                  <a:pt x="280" y="331"/>
                  <a:pt x="280" y="331"/>
                </a:cubicBezTo>
                <a:cubicBezTo>
                  <a:pt x="279" y="331"/>
                  <a:pt x="279" y="331"/>
                  <a:pt x="279" y="331"/>
                </a:cubicBezTo>
                <a:cubicBezTo>
                  <a:pt x="277" y="328"/>
                  <a:pt x="277" y="326"/>
                  <a:pt x="277" y="322"/>
                </a:cubicBezTo>
                <a:cubicBezTo>
                  <a:pt x="278" y="322"/>
                  <a:pt x="279" y="321"/>
                  <a:pt x="280" y="321"/>
                </a:cubicBezTo>
                <a:close/>
                <a:moveTo>
                  <a:pt x="280" y="338"/>
                </a:moveTo>
                <a:cubicBezTo>
                  <a:pt x="280" y="339"/>
                  <a:pt x="280" y="339"/>
                  <a:pt x="280" y="339"/>
                </a:cubicBezTo>
                <a:cubicBezTo>
                  <a:pt x="279" y="339"/>
                  <a:pt x="279" y="339"/>
                  <a:pt x="279" y="339"/>
                </a:cubicBezTo>
                <a:cubicBezTo>
                  <a:pt x="278" y="341"/>
                  <a:pt x="278" y="343"/>
                  <a:pt x="277" y="344"/>
                </a:cubicBezTo>
                <a:cubicBezTo>
                  <a:pt x="278" y="344"/>
                  <a:pt x="279" y="344"/>
                  <a:pt x="280" y="344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77" y="353"/>
                  <a:pt x="275" y="354"/>
                  <a:pt x="272" y="355"/>
                </a:cubicBezTo>
                <a:cubicBezTo>
                  <a:pt x="272" y="336"/>
                  <a:pt x="272" y="336"/>
                  <a:pt x="272" y="336"/>
                </a:cubicBezTo>
                <a:cubicBezTo>
                  <a:pt x="273" y="336"/>
                  <a:pt x="275" y="335"/>
                  <a:pt x="279" y="335"/>
                </a:cubicBezTo>
                <a:cubicBezTo>
                  <a:pt x="279" y="336"/>
                  <a:pt x="280" y="337"/>
                  <a:pt x="280" y="338"/>
                </a:cubicBezTo>
                <a:close/>
                <a:moveTo>
                  <a:pt x="280" y="389"/>
                </a:moveTo>
                <a:cubicBezTo>
                  <a:pt x="280" y="403"/>
                  <a:pt x="280" y="403"/>
                  <a:pt x="280" y="403"/>
                </a:cubicBezTo>
                <a:cubicBezTo>
                  <a:pt x="279" y="399"/>
                  <a:pt x="278" y="398"/>
                  <a:pt x="276" y="394"/>
                </a:cubicBezTo>
                <a:cubicBezTo>
                  <a:pt x="272" y="394"/>
                  <a:pt x="272" y="394"/>
                  <a:pt x="272" y="394"/>
                </a:cubicBezTo>
                <a:cubicBezTo>
                  <a:pt x="272" y="390"/>
                  <a:pt x="272" y="390"/>
                  <a:pt x="272" y="390"/>
                </a:cubicBezTo>
                <a:cubicBezTo>
                  <a:pt x="280" y="389"/>
                  <a:pt x="280" y="389"/>
                  <a:pt x="280" y="389"/>
                </a:cubicBezTo>
                <a:close/>
                <a:moveTo>
                  <a:pt x="280" y="410"/>
                </a:moveTo>
                <a:cubicBezTo>
                  <a:pt x="280" y="415"/>
                  <a:pt x="280" y="415"/>
                  <a:pt x="280" y="415"/>
                </a:cubicBezTo>
                <a:cubicBezTo>
                  <a:pt x="272" y="415"/>
                  <a:pt x="272" y="415"/>
                  <a:pt x="272" y="415"/>
                </a:cubicBezTo>
                <a:cubicBezTo>
                  <a:pt x="272" y="406"/>
                  <a:pt x="272" y="406"/>
                  <a:pt x="272" y="406"/>
                </a:cubicBezTo>
                <a:cubicBezTo>
                  <a:pt x="273" y="410"/>
                  <a:pt x="273" y="410"/>
                  <a:pt x="273" y="410"/>
                </a:cubicBezTo>
                <a:cubicBezTo>
                  <a:pt x="273" y="410"/>
                  <a:pt x="274" y="411"/>
                  <a:pt x="275" y="411"/>
                </a:cubicBezTo>
                <a:cubicBezTo>
                  <a:pt x="277" y="411"/>
                  <a:pt x="279" y="410"/>
                  <a:pt x="280" y="410"/>
                </a:cubicBezTo>
                <a:close/>
                <a:moveTo>
                  <a:pt x="280" y="447"/>
                </a:moveTo>
                <a:cubicBezTo>
                  <a:pt x="280" y="479"/>
                  <a:pt x="280" y="479"/>
                  <a:pt x="280" y="479"/>
                </a:cubicBezTo>
                <a:cubicBezTo>
                  <a:pt x="279" y="479"/>
                  <a:pt x="279" y="479"/>
                  <a:pt x="279" y="479"/>
                </a:cubicBezTo>
                <a:cubicBezTo>
                  <a:pt x="277" y="482"/>
                  <a:pt x="276" y="484"/>
                  <a:pt x="274" y="487"/>
                </a:cubicBezTo>
                <a:cubicBezTo>
                  <a:pt x="273" y="487"/>
                  <a:pt x="272" y="487"/>
                  <a:pt x="272" y="487"/>
                </a:cubicBezTo>
                <a:cubicBezTo>
                  <a:pt x="272" y="454"/>
                  <a:pt x="272" y="454"/>
                  <a:pt x="272" y="454"/>
                </a:cubicBezTo>
                <a:cubicBezTo>
                  <a:pt x="273" y="454"/>
                  <a:pt x="274" y="455"/>
                  <a:pt x="275" y="455"/>
                </a:cubicBezTo>
                <a:cubicBezTo>
                  <a:pt x="275" y="454"/>
                  <a:pt x="274" y="453"/>
                  <a:pt x="274" y="452"/>
                </a:cubicBezTo>
                <a:cubicBezTo>
                  <a:pt x="273" y="452"/>
                  <a:pt x="272" y="451"/>
                  <a:pt x="272" y="451"/>
                </a:cubicBezTo>
                <a:cubicBezTo>
                  <a:pt x="272" y="449"/>
                  <a:pt x="272" y="449"/>
                  <a:pt x="272" y="449"/>
                </a:cubicBezTo>
                <a:cubicBezTo>
                  <a:pt x="272" y="449"/>
                  <a:pt x="272" y="448"/>
                  <a:pt x="272" y="447"/>
                </a:cubicBezTo>
                <a:cubicBezTo>
                  <a:pt x="276" y="445"/>
                  <a:pt x="278" y="446"/>
                  <a:pt x="280" y="447"/>
                </a:cubicBezTo>
                <a:close/>
                <a:moveTo>
                  <a:pt x="280" y="501"/>
                </a:moveTo>
                <a:cubicBezTo>
                  <a:pt x="280" y="508"/>
                  <a:pt x="280" y="508"/>
                  <a:pt x="280" y="508"/>
                </a:cubicBezTo>
                <a:cubicBezTo>
                  <a:pt x="278" y="508"/>
                  <a:pt x="276" y="510"/>
                  <a:pt x="274" y="513"/>
                </a:cubicBezTo>
                <a:cubicBezTo>
                  <a:pt x="277" y="515"/>
                  <a:pt x="279" y="516"/>
                  <a:pt x="280" y="517"/>
                </a:cubicBezTo>
                <a:cubicBezTo>
                  <a:pt x="280" y="522"/>
                  <a:pt x="280" y="522"/>
                  <a:pt x="280" y="522"/>
                </a:cubicBezTo>
                <a:cubicBezTo>
                  <a:pt x="277" y="521"/>
                  <a:pt x="275" y="519"/>
                  <a:pt x="272" y="518"/>
                </a:cubicBezTo>
                <a:cubicBezTo>
                  <a:pt x="272" y="509"/>
                  <a:pt x="272" y="509"/>
                  <a:pt x="272" y="509"/>
                </a:cubicBezTo>
                <a:cubicBezTo>
                  <a:pt x="276" y="505"/>
                  <a:pt x="278" y="503"/>
                  <a:pt x="280" y="501"/>
                </a:cubicBezTo>
                <a:close/>
                <a:moveTo>
                  <a:pt x="280" y="529"/>
                </a:moveTo>
                <a:cubicBezTo>
                  <a:pt x="280" y="536"/>
                  <a:pt x="280" y="536"/>
                  <a:pt x="280" y="536"/>
                </a:cubicBezTo>
                <a:cubicBezTo>
                  <a:pt x="272" y="544"/>
                  <a:pt x="272" y="544"/>
                  <a:pt x="272" y="544"/>
                </a:cubicBezTo>
                <a:cubicBezTo>
                  <a:pt x="272" y="537"/>
                  <a:pt x="272" y="537"/>
                  <a:pt x="272" y="537"/>
                </a:cubicBezTo>
                <a:cubicBezTo>
                  <a:pt x="274" y="537"/>
                  <a:pt x="275" y="536"/>
                  <a:pt x="277" y="534"/>
                </a:cubicBezTo>
                <a:cubicBezTo>
                  <a:pt x="276" y="533"/>
                  <a:pt x="274" y="531"/>
                  <a:pt x="272" y="530"/>
                </a:cubicBezTo>
                <a:cubicBezTo>
                  <a:pt x="272" y="526"/>
                  <a:pt x="272" y="526"/>
                  <a:pt x="272" y="526"/>
                </a:cubicBezTo>
                <a:cubicBezTo>
                  <a:pt x="274" y="527"/>
                  <a:pt x="276" y="529"/>
                  <a:pt x="277" y="530"/>
                </a:cubicBezTo>
                <a:cubicBezTo>
                  <a:pt x="278" y="529"/>
                  <a:pt x="279" y="529"/>
                  <a:pt x="280" y="529"/>
                </a:cubicBezTo>
                <a:close/>
                <a:moveTo>
                  <a:pt x="280" y="577"/>
                </a:moveTo>
                <a:cubicBezTo>
                  <a:pt x="280" y="583"/>
                  <a:pt x="280" y="583"/>
                  <a:pt x="280" y="583"/>
                </a:cubicBezTo>
                <a:cubicBezTo>
                  <a:pt x="279" y="582"/>
                  <a:pt x="277" y="581"/>
                  <a:pt x="275" y="579"/>
                </a:cubicBezTo>
                <a:cubicBezTo>
                  <a:pt x="274" y="592"/>
                  <a:pt x="273" y="597"/>
                  <a:pt x="280" y="603"/>
                </a:cubicBezTo>
                <a:cubicBezTo>
                  <a:pt x="280" y="609"/>
                  <a:pt x="280" y="609"/>
                  <a:pt x="280" y="609"/>
                </a:cubicBezTo>
                <a:cubicBezTo>
                  <a:pt x="277" y="607"/>
                  <a:pt x="274" y="605"/>
                  <a:pt x="272" y="603"/>
                </a:cubicBezTo>
                <a:cubicBezTo>
                  <a:pt x="272" y="572"/>
                  <a:pt x="272" y="572"/>
                  <a:pt x="272" y="572"/>
                </a:cubicBezTo>
                <a:cubicBezTo>
                  <a:pt x="272" y="573"/>
                  <a:pt x="272" y="573"/>
                  <a:pt x="273" y="573"/>
                </a:cubicBezTo>
                <a:cubicBezTo>
                  <a:pt x="275" y="574"/>
                  <a:pt x="278" y="576"/>
                  <a:pt x="280" y="577"/>
                </a:cubicBezTo>
                <a:close/>
                <a:moveTo>
                  <a:pt x="280" y="663"/>
                </a:moveTo>
                <a:cubicBezTo>
                  <a:pt x="280" y="675"/>
                  <a:pt x="280" y="675"/>
                  <a:pt x="280" y="675"/>
                </a:cubicBezTo>
                <a:cubicBezTo>
                  <a:pt x="274" y="673"/>
                  <a:pt x="274" y="672"/>
                  <a:pt x="273" y="671"/>
                </a:cubicBezTo>
                <a:cubicBezTo>
                  <a:pt x="274" y="668"/>
                  <a:pt x="275" y="665"/>
                  <a:pt x="276" y="662"/>
                </a:cubicBezTo>
                <a:cubicBezTo>
                  <a:pt x="280" y="663"/>
                  <a:pt x="280" y="663"/>
                  <a:pt x="280" y="663"/>
                </a:cubicBezTo>
                <a:close/>
                <a:moveTo>
                  <a:pt x="272" y="442"/>
                </a:moveTo>
                <a:cubicBezTo>
                  <a:pt x="272" y="436"/>
                  <a:pt x="272" y="436"/>
                  <a:pt x="272" y="436"/>
                </a:cubicBezTo>
                <a:cubicBezTo>
                  <a:pt x="272" y="435"/>
                  <a:pt x="272" y="435"/>
                  <a:pt x="273" y="436"/>
                </a:cubicBezTo>
                <a:cubicBezTo>
                  <a:pt x="273" y="438"/>
                  <a:pt x="274" y="440"/>
                  <a:pt x="274" y="442"/>
                </a:cubicBezTo>
                <a:cubicBezTo>
                  <a:pt x="272" y="442"/>
                  <a:pt x="272" y="442"/>
                  <a:pt x="272" y="442"/>
                </a:cubicBezTo>
                <a:close/>
                <a:moveTo>
                  <a:pt x="272" y="365"/>
                </a:moveTo>
                <a:cubicBezTo>
                  <a:pt x="272" y="361"/>
                  <a:pt x="272" y="361"/>
                  <a:pt x="272" y="361"/>
                </a:cubicBezTo>
                <a:cubicBezTo>
                  <a:pt x="272" y="362"/>
                  <a:pt x="272" y="364"/>
                  <a:pt x="272" y="365"/>
                </a:cubicBezTo>
                <a:cubicBezTo>
                  <a:pt x="272" y="365"/>
                  <a:pt x="272" y="365"/>
                  <a:pt x="272" y="365"/>
                </a:cubicBezTo>
                <a:close/>
                <a:moveTo>
                  <a:pt x="272" y="324"/>
                </a:moveTo>
                <a:cubicBezTo>
                  <a:pt x="272" y="317"/>
                  <a:pt x="272" y="317"/>
                  <a:pt x="272" y="317"/>
                </a:cubicBezTo>
                <a:cubicBezTo>
                  <a:pt x="272" y="317"/>
                  <a:pt x="272" y="317"/>
                  <a:pt x="273" y="317"/>
                </a:cubicBezTo>
                <a:cubicBezTo>
                  <a:pt x="273" y="319"/>
                  <a:pt x="273" y="321"/>
                  <a:pt x="272" y="324"/>
                </a:cubicBezTo>
                <a:close/>
                <a:moveTo>
                  <a:pt x="262" y="24"/>
                </a:moveTo>
                <a:cubicBezTo>
                  <a:pt x="263" y="23"/>
                  <a:pt x="264" y="23"/>
                  <a:pt x="266" y="22"/>
                </a:cubicBezTo>
                <a:cubicBezTo>
                  <a:pt x="268" y="22"/>
                  <a:pt x="270" y="22"/>
                  <a:pt x="272" y="21"/>
                </a:cubicBezTo>
                <a:cubicBezTo>
                  <a:pt x="272" y="31"/>
                  <a:pt x="272" y="31"/>
                  <a:pt x="272" y="31"/>
                </a:cubicBezTo>
                <a:cubicBezTo>
                  <a:pt x="269" y="31"/>
                  <a:pt x="266" y="31"/>
                  <a:pt x="262" y="33"/>
                </a:cubicBezTo>
                <a:cubicBezTo>
                  <a:pt x="262" y="24"/>
                  <a:pt x="262" y="24"/>
                  <a:pt x="262" y="24"/>
                </a:cubicBezTo>
                <a:close/>
                <a:moveTo>
                  <a:pt x="272" y="773"/>
                </a:moveTo>
                <a:cubicBezTo>
                  <a:pt x="268" y="773"/>
                  <a:pt x="265" y="772"/>
                  <a:pt x="262" y="770"/>
                </a:cubicBezTo>
                <a:cubicBezTo>
                  <a:pt x="262" y="762"/>
                  <a:pt x="262" y="762"/>
                  <a:pt x="262" y="762"/>
                </a:cubicBezTo>
                <a:cubicBezTo>
                  <a:pt x="265" y="764"/>
                  <a:pt x="268" y="765"/>
                  <a:pt x="272" y="766"/>
                </a:cubicBezTo>
                <a:cubicBezTo>
                  <a:pt x="272" y="764"/>
                  <a:pt x="272" y="764"/>
                  <a:pt x="266" y="737"/>
                </a:cubicBezTo>
                <a:cubicBezTo>
                  <a:pt x="265" y="735"/>
                  <a:pt x="264" y="733"/>
                  <a:pt x="262" y="731"/>
                </a:cubicBezTo>
                <a:cubicBezTo>
                  <a:pt x="262" y="722"/>
                  <a:pt x="262" y="722"/>
                  <a:pt x="262" y="722"/>
                </a:cubicBezTo>
                <a:cubicBezTo>
                  <a:pt x="265" y="724"/>
                  <a:pt x="268" y="725"/>
                  <a:pt x="272" y="727"/>
                </a:cubicBezTo>
                <a:cubicBezTo>
                  <a:pt x="272" y="773"/>
                  <a:pt x="272" y="773"/>
                  <a:pt x="272" y="773"/>
                </a:cubicBezTo>
                <a:close/>
                <a:moveTo>
                  <a:pt x="272" y="48"/>
                </a:moveTo>
                <a:cubicBezTo>
                  <a:pt x="272" y="69"/>
                  <a:pt x="272" y="69"/>
                  <a:pt x="272" y="69"/>
                </a:cubicBezTo>
                <a:cubicBezTo>
                  <a:pt x="269" y="70"/>
                  <a:pt x="267" y="72"/>
                  <a:pt x="264" y="73"/>
                </a:cubicBezTo>
                <a:cubicBezTo>
                  <a:pt x="262" y="73"/>
                  <a:pt x="262" y="73"/>
                  <a:pt x="262" y="73"/>
                </a:cubicBezTo>
                <a:cubicBezTo>
                  <a:pt x="262" y="65"/>
                  <a:pt x="262" y="65"/>
                  <a:pt x="262" y="65"/>
                </a:cubicBezTo>
                <a:cubicBezTo>
                  <a:pt x="265" y="64"/>
                  <a:pt x="268" y="63"/>
                  <a:pt x="272" y="62"/>
                </a:cubicBezTo>
                <a:cubicBezTo>
                  <a:pt x="271" y="61"/>
                  <a:pt x="271" y="60"/>
                  <a:pt x="270" y="59"/>
                </a:cubicBezTo>
                <a:cubicBezTo>
                  <a:pt x="268" y="57"/>
                  <a:pt x="265" y="54"/>
                  <a:pt x="262" y="52"/>
                </a:cubicBezTo>
                <a:cubicBezTo>
                  <a:pt x="262" y="40"/>
                  <a:pt x="262" y="40"/>
                  <a:pt x="262" y="40"/>
                </a:cubicBezTo>
                <a:cubicBezTo>
                  <a:pt x="265" y="43"/>
                  <a:pt x="268" y="45"/>
                  <a:pt x="272" y="48"/>
                </a:cubicBezTo>
                <a:close/>
                <a:moveTo>
                  <a:pt x="272" y="114"/>
                </a:moveTo>
                <a:cubicBezTo>
                  <a:pt x="272" y="125"/>
                  <a:pt x="272" y="125"/>
                  <a:pt x="272" y="125"/>
                </a:cubicBezTo>
                <a:cubicBezTo>
                  <a:pt x="271" y="124"/>
                  <a:pt x="270" y="123"/>
                  <a:pt x="270" y="122"/>
                </a:cubicBezTo>
                <a:cubicBezTo>
                  <a:pt x="270" y="119"/>
                  <a:pt x="270" y="116"/>
                  <a:pt x="272" y="114"/>
                </a:cubicBezTo>
                <a:close/>
                <a:moveTo>
                  <a:pt x="272" y="201"/>
                </a:moveTo>
                <a:cubicBezTo>
                  <a:pt x="272" y="209"/>
                  <a:pt x="272" y="209"/>
                  <a:pt x="272" y="209"/>
                </a:cubicBezTo>
                <a:cubicBezTo>
                  <a:pt x="269" y="209"/>
                  <a:pt x="266" y="210"/>
                  <a:pt x="262" y="213"/>
                </a:cubicBezTo>
                <a:cubicBezTo>
                  <a:pt x="262" y="207"/>
                  <a:pt x="262" y="207"/>
                  <a:pt x="262" y="207"/>
                </a:cubicBezTo>
                <a:cubicBezTo>
                  <a:pt x="265" y="205"/>
                  <a:pt x="267" y="203"/>
                  <a:pt x="270" y="202"/>
                </a:cubicBezTo>
                <a:cubicBezTo>
                  <a:pt x="271" y="202"/>
                  <a:pt x="271" y="201"/>
                  <a:pt x="272" y="201"/>
                </a:cubicBezTo>
                <a:close/>
                <a:moveTo>
                  <a:pt x="272" y="220"/>
                </a:moveTo>
                <a:cubicBezTo>
                  <a:pt x="272" y="226"/>
                  <a:pt x="272" y="226"/>
                  <a:pt x="272" y="226"/>
                </a:cubicBezTo>
                <a:cubicBezTo>
                  <a:pt x="268" y="225"/>
                  <a:pt x="265" y="223"/>
                  <a:pt x="262" y="222"/>
                </a:cubicBezTo>
                <a:cubicBezTo>
                  <a:pt x="262" y="215"/>
                  <a:pt x="262" y="215"/>
                  <a:pt x="262" y="215"/>
                </a:cubicBezTo>
                <a:cubicBezTo>
                  <a:pt x="265" y="217"/>
                  <a:pt x="268" y="218"/>
                  <a:pt x="272" y="220"/>
                </a:cubicBezTo>
                <a:close/>
                <a:moveTo>
                  <a:pt x="272" y="227"/>
                </a:moveTo>
                <a:cubicBezTo>
                  <a:pt x="272" y="233"/>
                  <a:pt x="272" y="233"/>
                  <a:pt x="272" y="233"/>
                </a:cubicBezTo>
                <a:cubicBezTo>
                  <a:pt x="268" y="235"/>
                  <a:pt x="264" y="238"/>
                  <a:pt x="262" y="241"/>
                </a:cubicBezTo>
                <a:cubicBezTo>
                  <a:pt x="262" y="232"/>
                  <a:pt x="262" y="232"/>
                  <a:pt x="262" y="232"/>
                </a:cubicBezTo>
                <a:cubicBezTo>
                  <a:pt x="266" y="231"/>
                  <a:pt x="268" y="230"/>
                  <a:pt x="272" y="227"/>
                </a:cubicBezTo>
                <a:close/>
                <a:moveTo>
                  <a:pt x="272" y="260"/>
                </a:moveTo>
                <a:cubicBezTo>
                  <a:pt x="272" y="264"/>
                  <a:pt x="272" y="264"/>
                  <a:pt x="272" y="264"/>
                </a:cubicBezTo>
                <a:cubicBezTo>
                  <a:pt x="271" y="263"/>
                  <a:pt x="270" y="262"/>
                  <a:pt x="268" y="262"/>
                </a:cubicBezTo>
                <a:cubicBezTo>
                  <a:pt x="266" y="266"/>
                  <a:pt x="264" y="269"/>
                  <a:pt x="262" y="273"/>
                </a:cubicBezTo>
                <a:cubicBezTo>
                  <a:pt x="262" y="264"/>
                  <a:pt x="262" y="264"/>
                  <a:pt x="262" y="264"/>
                </a:cubicBezTo>
                <a:cubicBezTo>
                  <a:pt x="264" y="261"/>
                  <a:pt x="264" y="259"/>
                  <a:pt x="262" y="254"/>
                </a:cubicBezTo>
                <a:cubicBezTo>
                  <a:pt x="262" y="250"/>
                  <a:pt x="262" y="250"/>
                  <a:pt x="262" y="250"/>
                </a:cubicBezTo>
                <a:cubicBezTo>
                  <a:pt x="266" y="253"/>
                  <a:pt x="269" y="257"/>
                  <a:pt x="272" y="260"/>
                </a:cubicBezTo>
                <a:close/>
                <a:moveTo>
                  <a:pt x="272" y="271"/>
                </a:moveTo>
                <a:cubicBezTo>
                  <a:pt x="270" y="275"/>
                  <a:pt x="266" y="280"/>
                  <a:pt x="264" y="283"/>
                </a:cubicBezTo>
                <a:cubicBezTo>
                  <a:pt x="264" y="281"/>
                  <a:pt x="263" y="280"/>
                  <a:pt x="262" y="279"/>
                </a:cubicBezTo>
                <a:cubicBezTo>
                  <a:pt x="262" y="286"/>
                  <a:pt x="262" y="286"/>
                  <a:pt x="262" y="286"/>
                </a:cubicBezTo>
                <a:cubicBezTo>
                  <a:pt x="264" y="288"/>
                  <a:pt x="266" y="290"/>
                  <a:pt x="268" y="292"/>
                </a:cubicBezTo>
                <a:cubicBezTo>
                  <a:pt x="269" y="293"/>
                  <a:pt x="270" y="294"/>
                  <a:pt x="272" y="295"/>
                </a:cubicBezTo>
                <a:cubicBezTo>
                  <a:pt x="272" y="290"/>
                  <a:pt x="272" y="290"/>
                  <a:pt x="272" y="290"/>
                </a:cubicBezTo>
                <a:cubicBezTo>
                  <a:pt x="269" y="285"/>
                  <a:pt x="270" y="282"/>
                  <a:pt x="272" y="279"/>
                </a:cubicBezTo>
                <a:cubicBezTo>
                  <a:pt x="272" y="271"/>
                  <a:pt x="272" y="271"/>
                  <a:pt x="272" y="271"/>
                </a:cubicBezTo>
                <a:close/>
                <a:moveTo>
                  <a:pt x="272" y="317"/>
                </a:moveTo>
                <a:cubicBezTo>
                  <a:pt x="272" y="324"/>
                  <a:pt x="272" y="324"/>
                  <a:pt x="272" y="324"/>
                </a:cubicBezTo>
                <a:cubicBezTo>
                  <a:pt x="270" y="331"/>
                  <a:pt x="266" y="339"/>
                  <a:pt x="262" y="346"/>
                </a:cubicBezTo>
                <a:cubicBezTo>
                  <a:pt x="262" y="324"/>
                  <a:pt x="262" y="324"/>
                  <a:pt x="262" y="324"/>
                </a:cubicBezTo>
                <a:cubicBezTo>
                  <a:pt x="264" y="320"/>
                  <a:pt x="266" y="317"/>
                  <a:pt x="272" y="317"/>
                </a:cubicBezTo>
                <a:close/>
                <a:moveTo>
                  <a:pt x="272" y="336"/>
                </a:moveTo>
                <a:cubicBezTo>
                  <a:pt x="269" y="338"/>
                  <a:pt x="270" y="341"/>
                  <a:pt x="269" y="347"/>
                </a:cubicBezTo>
                <a:cubicBezTo>
                  <a:pt x="268" y="347"/>
                  <a:pt x="266" y="347"/>
                  <a:pt x="264" y="347"/>
                </a:cubicBezTo>
                <a:cubicBezTo>
                  <a:pt x="264" y="351"/>
                  <a:pt x="263" y="353"/>
                  <a:pt x="262" y="355"/>
                </a:cubicBezTo>
                <a:cubicBezTo>
                  <a:pt x="262" y="381"/>
                  <a:pt x="262" y="381"/>
                  <a:pt x="262" y="381"/>
                </a:cubicBezTo>
                <a:cubicBezTo>
                  <a:pt x="262" y="382"/>
                  <a:pt x="262" y="382"/>
                  <a:pt x="262" y="382"/>
                </a:cubicBezTo>
                <a:cubicBezTo>
                  <a:pt x="264" y="381"/>
                  <a:pt x="266" y="381"/>
                  <a:pt x="268" y="381"/>
                </a:cubicBezTo>
                <a:cubicBezTo>
                  <a:pt x="270" y="377"/>
                  <a:pt x="270" y="373"/>
                  <a:pt x="268" y="368"/>
                </a:cubicBezTo>
                <a:cubicBezTo>
                  <a:pt x="269" y="367"/>
                  <a:pt x="270" y="366"/>
                  <a:pt x="272" y="365"/>
                </a:cubicBezTo>
                <a:cubicBezTo>
                  <a:pt x="272" y="361"/>
                  <a:pt x="272" y="361"/>
                  <a:pt x="272" y="361"/>
                </a:cubicBezTo>
                <a:cubicBezTo>
                  <a:pt x="272" y="359"/>
                  <a:pt x="271" y="357"/>
                  <a:pt x="272" y="355"/>
                </a:cubicBezTo>
                <a:cubicBezTo>
                  <a:pt x="272" y="355"/>
                  <a:pt x="272" y="355"/>
                  <a:pt x="272" y="355"/>
                </a:cubicBezTo>
                <a:cubicBezTo>
                  <a:pt x="272" y="336"/>
                  <a:pt x="272" y="336"/>
                  <a:pt x="272" y="336"/>
                </a:cubicBezTo>
                <a:close/>
                <a:moveTo>
                  <a:pt x="272" y="390"/>
                </a:moveTo>
                <a:cubicBezTo>
                  <a:pt x="272" y="394"/>
                  <a:pt x="272" y="394"/>
                  <a:pt x="272" y="394"/>
                </a:cubicBezTo>
                <a:cubicBezTo>
                  <a:pt x="269" y="394"/>
                  <a:pt x="269" y="394"/>
                  <a:pt x="269" y="394"/>
                </a:cubicBezTo>
                <a:cubicBezTo>
                  <a:pt x="270" y="398"/>
                  <a:pt x="271" y="402"/>
                  <a:pt x="272" y="406"/>
                </a:cubicBezTo>
                <a:cubicBezTo>
                  <a:pt x="272" y="415"/>
                  <a:pt x="272" y="415"/>
                  <a:pt x="272" y="415"/>
                </a:cubicBezTo>
                <a:cubicBezTo>
                  <a:pt x="262" y="415"/>
                  <a:pt x="262" y="415"/>
                  <a:pt x="262" y="415"/>
                </a:cubicBezTo>
                <a:cubicBezTo>
                  <a:pt x="262" y="411"/>
                  <a:pt x="262" y="411"/>
                  <a:pt x="262" y="411"/>
                </a:cubicBezTo>
                <a:cubicBezTo>
                  <a:pt x="262" y="411"/>
                  <a:pt x="262" y="411"/>
                  <a:pt x="262" y="411"/>
                </a:cubicBezTo>
                <a:cubicBezTo>
                  <a:pt x="264" y="411"/>
                  <a:pt x="267" y="411"/>
                  <a:pt x="269" y="411"/>
                </a:cubicBezTo>
                <a:cubicBezTo>
                  <a:pt x="266" y="397"/>
                  <a:pt x="266" y="397"/>
                  <a:pt x="265" y="394"/>
                </a:cubicBezTo>
                <a:cubicBezTo>
                  <a:pt x="264" y="394"/>
                  <a:pt x="263" y="394"/>
                  <a:pt x="262" y="394"/>
                </a:cubicBezTo>
                <a:cubicBezTo>
                  <a:pt x="262" y="390"/>
                  <a:pt x="262" y="390"/>
                  <a:pt x="262" y="390"/>
                </a:cubicBezTo>
                <a:cubicBezTo>
                  <a:pt x="272" y="390"/>
                  <a:pt x="272" y="390"/>
                  <a:pt x="272" y="390"/>
                </a:cubicBezTo>
                <a:close/>
                <a:moveTo>
                  <a:pt x="272" y="436"/>
                </a:moveTo>
                <a:cubicBezTo>
                  <a:pt x="272" y="442"/>
                  <a:pt x="272" y="442"/>
                  <a:pt x="272" y="442"/>
                </a:cubicBezTo>
                <a:cubicBezTo>
                  <a:pt x="268" y="443"/>
                  <a:pt x="265" y="444"/>
                  <a:pt x="262" y="446"/>
                </a:cubicBezTo>
                <a:cubicBezTo>
                  <a:pt x="262" y="422"/>
                  <a:pt x="262" y="422"/>
                  <a:pt x="262" y="422"/>
                </a:cubicBezTo>
                <a:cubicBezTo>
                  <a:pt x="264" y="421"/>
                  <a:pt x="266" y="421"/>
                  <a:pt x="270" y="422"/>
                </a:cubicBezTo>
                <a:cubicBezTo>
                  <a:pt x="268" y="427"/>
                  <a:pt x="266" y="433"/>
                  <a:pt x="263" y="438"/>
                </a:cubicBezTo>
                <a:cubicBezTo>
                  <a:pt x="266" y="438"/>
                  <a:pt x="269" y="436"/>
                  <a:pt x="272" y="436"/>
                </a:cubicBezTo>
                <a:close/>
                <a:moveTo>
                  <a:pt x="272" y="449"/>
                </a:moveTo>
                <a:cubicBezTo>
                  <a:pt x="272" y="451"/>
                  <a:pt x="272" y="451"/>
                  <a:pt x="272" y="451"/>
                </a:cubicBezTo>
                <a:cubicBezTo>
                  <a:pt x="272" y="451"/>
                  <a:pt x="272" y="451"/>
                  <a:pt x="272" y="451"/>
                </a:cubicBezTo>
                <a:cubicBezTo>
                  <a:pt x="272" y="451"/>
                  <a:pt x="272" y="450"/>
                  <a:pt x="272" y="449"/>
                </a:cubicBezTo>
                <a:close/>
                <a:moveTo>
                  <a:pt x="272" y="454"/>
                </a:moveTo>
                <a:cubicBezTo>
                  <a:pt x="272" y="487"/>
                  <a:pt x="272" y="487"/>
                  <a:pt x="272" y="487"/>
                </a:cubicBezTo>
                <a:cubicBezTo>
                  <a:pt x="270" y="487"/>
                  <a:pt x="270" y="487"/>
                  <a:pt x="268" y="485"/>
                </a:cubicBezTo>
                <a:cubicBezTo>
                  <a:pt x="267" y="487"/>
                  <a:pt x="267" y="488"/>
                  <a:pt x="267" y="489"/>
                </a:cubicBezTo>
                <a:cubicBezTo>
                  <a:pt x="265" y="489"/>
                  <a:pt x="263" y="489"/>
                  <a:pt x="262" y="489"/>
                </a:cubicBezTo>
                <a:cubicBezTo>
                  <a:pt x="262" y="453"/>
                  <a:pt x="262" y="453"/>
                  <a:pt x="262" y="453"/>
                </a:cubicBezTo>
                <a:cubicBezTo>
                  <a:pt x="263" y="453"/>
                  <a:pt x="264" y="452"/>
                  <a:pt x="264" y="452"/>
                </a:cubicBezTo>
                <a:cubicBezTo>
                  <a:pt x="268" y="453"/>
                  <a:pt x="269" y="453"/>
                  <a:pt x="272" y="454"/>
                </a:cubicBezTo>
                <a:close/>
                <a:moveTo>
                  <a:pt x="272" y="509"/>
                </a:moveTo>
                <a:cubicBezTo>
                  <a:pt x="272" y="518"/>
                  <a:pt x="272" y="518"/>
                  <a:pt x="272" y="518"/>
                </a:cubicBezTo>
                <a:cubicBezTo>
                  <a:pt x="271" y="518"/>
                  <a:pt x="269" y="518"/>
                  <a:pt x="268" y="518"/>
                </a:cubicBezTo>
                <a:cubicBezTo>
                  <a:pt x="266" y="519"/>
                  <a:pt x="266" y="519"/>
                  <a:pt x="266" y="522"/>
                </a:cubicBezTo>
                <a:cubicBezTo>
                  <a:pt x="268" y="523"/>
                  <a:pt x="270" y="525"/>
                  <a:pt x="272" y="526"/>
                </a:cubicBezTo>
                <a:cubicBezTo>
                  <a:pt x="272" y="530"/>
                  <a:pt x="272" y="530"/>
                  <a:pt x="272" y="530"/>
                </a:cubicBezTo>
                <a:cubicBezTo>
                  <a:pt x="268" y="528"/>
                  <a:pt x="265" y="525"/>
                  <a:pt x="262" y="526"/>
                </a:cubicBezTo>
                <a:cubicBezTo>
                  <a:pt x="262" y="521"/>
                  <a:pt x="262" y="521"/>
                  <a:pt x="262" y="521"/>
                </a:cubicBezTo>
                <a:cubicBezTo>
                  <a:pt x="266" y="517"/>
                  <a:pt x="269" y="513"/>
                  <a:pt x="270" y="511"/>
                </a:cubicBezTo>
                <a:cubicBezTo>
                  <a:pt x="272" y="509"/>
                  <a:pt x="272" y="509"/>
                  <a:pt x="272" y="509"/>
                </a:cubicBezTo>
                <a:close/>
                <a:moveTo>
                  <a:pt x="272" y="537"/>
                </a:moveTo>
                <a:cubicBezTo>
                  <a:pt x="272" y="544"/>
                  <a:pt x="272" y="544"/>
                  <a:pt x="272" y="544"/>
                </a:cubicBezTo>
                <a:cubicBezTo>
                  <a:pt x="268" y="548"/>
                  <a:pt x="265" y="551"/>
                  <a:pt x="262" y="554"/>
                </a:cubicBezTo>
                <a:cubicBezTo>
                  <a:pt x="262" y="547"/>
                  <a:pt x="262" y="547"/>
                  <a:pt x="262" y="547"/>
                </a:cubicBezTo>
                <a:cubicBezTo>
                  <a:pt x="265" y="546"/>
                  <a:pt x="267" y="545"/>
                  <a:pt x="268" y="542"/>
                </a:cubicBezTo>
                <a:cubicBezTo>
                  <a:pt x="266" y="541"/>
                  <a:pt x="264" y="540"/>
                  <a:pt x="262" y="538"/>
                </a:cubicBezTo>
                <a:cubicBezTo>
                  <a:pt x="262" y="534"/>
                  <a:pt x="262" y="534"/>
                  <a:pt x="262" y="534"/>
                </a:cubicBezTo>
                <a:cubicBezTo>
                  <a:pt x="264" y="535"/>
                  <a:pt x="265" y="537"/>
                  <a:pt x="267" y="538"/>
                </a:cubicBezTo>
                <a:cubicBezTo>
                  <a:pt x="269" y="538"/>
                  <a:pt x="270" y="538"/>
                  <a:pt x="272" y="537"/>
                </a:cubicBezTo>
                <a:close/>
                <a:moveTo>
                  <a:pt x="272" y="572"/>
                </a:moveTo>
                <a:cubicBezTo>
                  <a:pt x="272" y="603"/>
                  <a:pt x="272" y="603"/>
                  <a:pt x="272" y="603"/>
                </a:cubicBezTo>
                <a:cubicBezTo>
                  <a:pt x="272" y="602"/>
                  <a:pt x="272" y="602"/>
                  <a:pt x="272" y="602"/>
                </a:cubicBezTo>
                <a:cubicBezTo>
                  <a:pt x="268" y="601"/>
                  <a:pt x="265" y="599"/>
                  <a:pt x="262" y="597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3" y="592"/>
                  <a:pt x="264" y="593"/>
                  <a:pt x="266" y="595"/>
                </a:cubicBezTo>
                <a:cubicBezTo>
                  <a:pt x="266" y="595"/>
                  <a:pt x="267" y="595"/>
                  <a:pt x="268" y="595"/>
                </a:cubicBezTo>
                <a:cubicBezTo>
                  <a:pt x="268" y="582"/>
                  <a:pt x="271" y="577"/>
                  <a:pt x="262" y="569"/>
                </a:cubicBezTo>
                <a:cubicBezTo>
                  <a:pt x="262" y="563"/>
                  <a:pt x="262" y="563"/>
                  <a:pt x="262" y="563"/>
                </a:cubicBezTo>
                <a:cubicBezTo>
                  <a:pt x="266" y="566"/>
                  <a:pt x="269" y="568"/>
                  <a:pt x="272" y="572"/>
                </a:cubicBezTo>
                <a:close/>
                <a:moveTo>
                  <a:pt x="262" y="506"/>
                </a:moveTo>
                <a:cubicBezTo>
                  <a:pt x="262" y="495"/>
                  <a:pt x="262" y="495"/>
                  <a:pt x="262" y="495"/>
                </a:cubicBezTo>
                <a:cubicBezTo>
                  <a:pt x="264" y="496"/>
                  <a:pt x="266" y="497"/>
                  <a:pt x="267" y="498"/>
                </a:cubicBezTo>
                <a:cubicBezTo>
                  <a:pt x="267" y="500"/>
                  <a:pt x="267" y="502"/>
                  <a:pt x="267" y="504"/>
                </a:cubicBezTo>
                <a:cubicBezTo>
                  <a:pt x="266" y="505"/>
                  <a:pt x="266" y="506"/>
                  <a:pt x="262" y="506"/>
                </a:cubicBezTo>
                <a:close/>
                <a:moveTo>
                  <a:pt x="260" y="25"/>
                </a:moveTo>
                <a:cubicBezTo>
                  <a:pt x="260" y="25"/>
                  <a:pt x="261" y="24"/>
                  <a:pt x="262" y="24"/>
                </a:cubicBezTo>
                <a:cubicBezTo>
                  <a:pt x="262" y="33"/>
                  <a:pt x="262" y="33"/>
                  <a:pt x="262" y="33"/>
                </a:cubicBezTo>
                <a:cubicBezTo>
                  <a:pt x="261" y="33"/>
                  <a:pt x="260" y="33"/>
                  <a:pt x="260" y="33"/>
                </a:cubicBezTo>
                <a:cubicBezTo>
                  <a:pt x="260" y="25"/>
                  <a:pt x="260" y="25"/>
                  <a:pt x="260" y="25"/>
                </a:cubicBezTo>
                <a:close/>
                <a:moveTo>
                  <a:pt x="262" y="770"/>
                </a:moveTo>
                <a:cubicBezTo>
                  <a:pt x="261" y="770"/>
                  <a:pt x="260" y="770"/>
                  <a:pt x="260" y="770"/>
                </a:cubicBezTo>
                <a:cubicBezTo>
                  <a:pt x="260" y="761"/>
                  <a:pt x="260" y="761"/>
                  <a:pt x="260" y="761"/>
                </a:cubicBezTo>
                <a:cubicBezTo>
                  <a:pt x="260" y="761"/>
                  <a:pt x="261" y="762"/>
                  <a:pt x="262" y="762"/>
                </a:cubicBezTo>
                <a:cubicBezTo>
                  <a:pt x="262" y="770"/>
                  <a:pt x="262" y="770"/>
                  <a:pt x="262" y="770"/>
                </a:cubicBezTo>
                <a:close/>
                <a:moveTo>
                  <a:pt x="262" y="40"/>
                </a:moveTo>
                <a:cubicBezTo>
                  <a:pt x="262" y="52"/>
                  <a:pt x="262" y="52"/>
                  <a:pt x="262" y="52"/>
                </a:cubicBezTo>
                <a:cubicBezTo>
                  <a:pt x="261" y="51"/>
                  <a:pt x="260" y="50"/>
                  <a:pt x="260" y="50"/>
                </a:cubicBezTo>
                <a:cubicBezTo>
                  <a:pt x="260" y="39"/>
                  <a:pt x="260" y="39"/>
                  <a:pt x="260" y="39"/>
                </a:cubicBezTo>
                <a:cubicBezTo>
                  <a:pt x="262" y="40"/>
                  <a:pt x="262" y="40"/>
                  <a:pt x="262" y="40"/>
                </a:cubicBezTo>
                <a:close/>
                <a:moveTo>
                  <a:pt x="262" y="65"/>
                </a:moveTo>
                <a:cubicBezTo>
                  <a:pt x="262" y="73"/>
                  <a:pt x="262" y="73"/>
                  <a:pt x="262" y="73"/>
                </a:cubicBezTo>
                <a:cubicBezTo>
                  <a:pt x="260" y="74"/>
                  <a:pt x="260" y="74"/>
                  <a:pt x="260" y="74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0" y="65"/>
                  <a:pt x="261" y="65"/>
                  <a:pt x="262" y="65"/>
                </a:cubicBezTo>
                <a:close/>
                <a:moveTo>
                  <a:pt x="262" y="207"/>
                </a:moveTo>
                <a:cubicBezTo>
                  <a:pt x="262" y="213"/>
                  <a:pt x="262" y="213"/>
                  <a:pt x="262" y="213"/>
                </a:cubicBezTo>
                <a:cubicBezTo>
                  <a:pt x="261" y="213"/>
                  <a:pt x="260" y="213"/>
                  <a:pt x="260" y="214"/>
                </a:cubicBezTo>
                <a:cubicBezTo>
                  <a:pt x="262" y="215"/>
                  <a:pt x="262" y="215"/>
                  <a:pt x="262" y="215"/>
                </a:cubicBezTo>
                <a:cubicBezTo>
                  <a:pt x="262" y="222"/>
                  <a:pt x="262" y="222"/>
                  <a:pt x="262" y="222"/>
                </a:cubicBezTo>
                <a:cubicBezTo>
                  <a:pt x="261" y="222"/>
                  <a:pt x="260" y="222"/>
                  <a:pt x="260" y="222"/>
                </a:cubicBezTo>
                <a:cubicBezTo>
                  <a:pt x="260" y="208"/>
                  <a:pt x="260" y="208"/>
                  <a:pt x="260" y="208"/>
                </a:cubicBezTo>
                <a:cubicBezTo>
                  <a:pt x="260" y="208"/>
                  <a:pt x="261" y="207"/>
                  <a:pt x="262" y="207"/>
                </a:cubicBezTo>
                <a:close/>
                <a:moveTo>
                  <a:pt x="262" y="232"/>
                </a:moveTo>
                <a:cubicBezTo>
                  <a:pt x="262" y="241"/>
                  <a:pt x="262" y="241"/>
                  <a:pt x="262" y="241"/>
                </a:cubicBezTo>
                <a:cubicBezTo>
                  <a:pt x="261" y="242"/>
                  <a:pt x="260" y="243"/>
                  <a:pt x="260" y="244"/>
                </a:cubicBezTo>
                <a:cubicBezTo>
                  <a:pt x="260" y="232"/>
                  <a:pt x="260" y="232"/>
                  <a:pt x="260" y="232"/>
                </a:cubicBezTo>
                <a:cubicBezTo>
                  <a:pt x="260" y="232"/>
                  <a:pt x="261" y="232"/>
                  <a:pt x="262" y="232"/>
                </a:cubicBezTo>
                <a:close/>
                <a:moveTo>
                  <a:pt x="262" y="250"/>
                </a:moveTo>
                <a:cubicBezTo>
                  <a:pt x="262" y="254"/>
                  <a:pt x="262" y="254"/>
                  <a:pt x="262" y="254"/>
                </a:cubicBezTo>
                <a:cubicBezTo>
                  <a:pt x="262" y="254"/>
                  <a:pt x="261" y="253"/>
                  <a:pt x="260" y="252"/>
                </a:cubicBezTo>
                <a:cubicBezTo>
                  <a:pt x="260" y="253"/>
                  <a:pt x="260" y="253"/>
                  <a:pt x="260" y="253"/>
                </a:cubicBezTo>
                <a:cubicBezTo>
                  <a:pt x="260" y="248"/>
                  <a:pt x="260" y="248"/>
                  <a:pt x="260" y="248"/>
                </a:cubicBezTo>
                <a:cubicBezTo>
                  <a:pt x="260" y="249"/>
                  <a:pt x="261" y="249"/>
                  <a:pt x="262" y="250"/>
                </a:cubicBezTo>
                <a:close/>
                <a:moveTo>
                  <a:pt x="262" y="264"/>
                </a:moveTo>
                <a:cubicBezTo>
                  <a:pt x="262" y="273"/>
                  <a:pt x="262" y="273"/>
                  <a:pt x="262" y="273"/>
                </a:cubicBezTo>
                <a:cubicBezTo>
                  <a:pt x="261" y="274"/>
                  <a:pt x="261" y="275"/>
                  <a:pt x="260" y="277"/>
                </a:cubicBezTo>
                <a:cubicBezTo>
                  <a:pt x="262" y="279"/>
                  <a:pt x="262" y="279"/>
                  <a:pt x="262" y="279"/>
                </a:cubicBezTo>
                <a:cubicBezTo>
                  <a:pt x="262" y="286"/>
                  <a:pt x="262" y="286"/>
                  <a:pt x="262" y="286"/>
                </a:cubicBezTo>
                <a:cubicBezTo>
                  <a:pt x="261" y="285"/>
                  <a:pt x="260" y="284"/>
                  <a:pt x="260" y="283"/>
                </a:cubicBezTo>
                <a:cubicBezTo>
                  <a:pt x="260" y="269"/>
                  <a:pt x="260" y="269"/>
                  <a:pt x="260" y="269"/>
                </a:cubicBezTo>
                <a:cubicBezTo>
                  <a:pt x="260" y="267"/>
                  <a:pt x="261" y="266"/>
                  <a:pt x="262" y="264"/>
                </a:cubicBezTo>
                <a:close/>
                <a:moveTo>
                  <a:pt x="262" y="324"/>
                </a:moveTo>
                <a:cubicBezTo>
                  <a:pt x="262" y="346"/>
                  <a:pt x="262" y="346"/>
                  <a:pt x="262" y="346"/>
                </a:cubicBezTo>
                <a:cubicBezTo>
                  <a:pt x="261" y="347"/>
                  <a:pt x="260" y="349"/>
                  <a:pt x="260" y="350"/>
                </a:cubicBezTo>
                <a:cubicBezTo>
                  <a:pt x="260" y="331"/>
                  <a:pt x="260" y="331"/>
                  <a:pt x="260" y="331"/>
                </a:cubicBezTo>
                <a:cubicBezTo>
                  <a:pt x="260" y="329"/>
                  <a:pt x="261" y="326"/>
                  <a:pt x="262" y="324"/>
                </a:cubicBezTo>
                <a:close/>
                <a:moveTo>
                  <a:pt x="262" y="355"/>
                </a:moveTo>
                <a:cubicBezTo>
                  <a:pt x="262" y="381"/>
                  <a:pt x="262" y="381"/>
                  <a:pt x="262" y="381"/>
                </a:cubicBezTo>
                <a:cubicBezTo>
                  <a:pt x="261" y="381"/>
                  <a:pt x="260" y="380"/>
                  <a:pt x="260" y="380"/>
                </a:cubicBezTo>
                <a:cubicBezTo>
                  <a:pt x="260" y="363"/>
                  <a:pt x="260" y="363"/>
                  <a:pt x="260" y="363"/>
                </a:cubicBezTo>
                <a:cubicBezTo>
                  <a:pt x="260" y="363"/>
                  <a:pt x="260" y="363"/>
                  <a:pt x="261" y="363"/>
                </a:cubicBezTo>
                <a:cubicBezTo>
                  <a:pt x="261" y="360"/>
                  <a:pt x="261" y="357"/>
                  <a:pt x="262" y="355"/>
                </a:cubicBezTo>
                <a:close/>
                <a:moveTo>
                  <a:pt x="262" y="390"/>
                </a:moveTo>
                <a:cubicBezTo>
                  <a:pt x="262" y="394"/>
                  <a:pt x="262" y="394"/>
                  <a:pt x="262" y="394"/>
                </a:cubicBezTo>
                <a:cubicBezTo>
                  <a:pt x="261" y="394"/>
                  <a:pt x="260" y="394"/>
                  <a:pt x="260" y="393"/>
                </a:cubicBezTo>
                <a:cubicBezTo>
                  <a:pt x="260" y="390"/>
                  <a:pt x="260" y="390"/>
                  <a:pt x="260" y="390"/>
                </a:cubicBezTo>
                <a:cubicBezTo>
                  <a:pt x="262" y="390"/>
                  <a:pt x="262" y="390"/>
                  <a:pt x="262" y="390"/>
                </a:cubicBezTo>
                <a:close/>
                <a:moveTo>
                  <a:pt x="262" y="411"/>
                </a:moveTo>
                <a:cubicBezTo>
                  <a:pt x="262" y="415"/>
                  <a:pt x="262" y="415"/>
                  <a:pt x="262" y="415"/>
                </a:cubicBezTo>
                <a:cubicBezTo>
                  <a:pt x="260" y="415"/>
                  <a:pt x="260" y="415"/>
                  <a:pt x="260" y="415"/>
                </a:cubicBezTo>
                <a:cubicBezTo>
                  <a:pt x="260" y="406"/>
                  <a:pt x="260" y="406"/>
                  <a:pt x="260" y="406"/>
                </a:cubicBezTo>
                <a:cubicBezTo>
                  <a:pt x="260" y="408"/>
                  <a:pt x="261" y="410"/>
                  <a:pt x="262" y="411"/>
                </a:cubicBezTo>
                <a:close/>
                <a:moveTo>
                  <a:pt x="262" y="422"/>
                </a:moveTo>
                <a:cubicBezTo>
                  <a:pt x="262" y="446"/>
                  <a:pt x="262" y="446"/>
                  <a:pt x="262" y="446"/>
                </a:cubicBezTo>
                <a:cubicBezTo>
                  <a:pt x="260" y="446"/>
                  <a:pt x="260" y="446"/>
                  <a:pt x="260" y="446"/>
                </a:cubicBezTo>
                <a:cubicBezTo>
                  <a:pt x="260" y="423"/>
                  <a:pt x="260" y="423"/>
                  <a:pt x="260" y="423"/>
                </a:cubicBezTo>
                <a:cubicBezTo>
                  <a:pt x="261" y="423"/>
                  <a:pt x="261" y="422"/>
                  <a:pt x="262" y="422"/>
                </a:cubicBezTo>
                <a:close/>
                <a:moveTo>
                  <a:pt x="262" y="453"/>
                </a:moveTo>
                <a:cubicBezTo>
                  <a:pt x="262" y="489"/>
                  <a:pt x="262" y="489"/>
                  <a:pt x="262" y="489"/>
                </a:cubicBezTo>
                <a:cubicBezTo>
                  <a:pt x="261" y="489"/>
                  <a:pt x="260" y="488"/>
                  <a:pt x="260" y="488"/>
                </a:cubicBezTo>
                <a:cubicBezTo>
                  <a:pt x="260" y="454"/>
                  <a:pt x="260" y="454"/>
                  <a:pt x="260" y="454"/>
                </a:cubicBezTo>
                <a:cubicBezTo>
                  <a:pt x="260" y="454"/>
                  <a:pt x="261" y="453"/>
                  <a:pt x="262" y="453"/>
                </a:cubicBezTo>
                <a:close/>
                <a:moveTo>
                  <a:pt x="262" y="495"/>
                </a:moveTo>
                <a:cubicBezTo>
                  <a:pt x="262" y="506"/>
                  <a:pt x="262" y="506"/>
                  <a:pt x="262" y="506"/>
                </a:cubicBezTo>
                <a:cubicBezTo>
                  <a:pt x="261" y="506"/>
                  <a:pt x="261" y="506"/>
                  <a:pt x="261" y="506"/>
                </a:cubicBezTo>
                <a:cubicBezTo>
                  <a:pt x="260" y="506"/>
                  <a:pt x="260" y="506"/>
                  <a:pt x="260" y="505"/>
                </a:cubicBezTo>
                <a:cubicBezTo>
                  <a:pt x="260" y="493"/>
                  <a:pt x="260" y="493"/>
                  <a:pt x="260" y="493"/>
                </a:cubicBezTo>
                <a:cubicBezTo>
                  <a:pt x="260" y="494"/>
                  <a:pt x="261" y="494"/>
                  <a:pt x="262" y="495"/>
                </a:cubicBezTo>
                <a:close/>
                <a:moveTo>
                  <a:pt x="262" y="521"/>
                </a:moveTo>
                <a:cubicBezTo>
                  <a:pt x="262" y="526"/>
                  <a:pt x="262" y="526"/>
                  <a:pt x="262" y="526"/>
                </a:cubicBezTo>
                <a:cubicBezTo>
                  <a:pt x="261" y="526"/>
                  <a:pt x="260" y="526"/>
                  <a:pt x="260" y="527"/>
                </a:cubicBezTo>
                <a:cubicBezTo>
                  <a:pt x="260" y="523"/>
                  <a:pt x="260" y="523"/>
                  <a:pt x="260" y="523"/>
                </a:cubicBezTo>
                <a:cubicBezTo>
                  <a:pt x="260" y="523"/>
                  <a:pt x="261" y="522"/>
                  <a:pt x="262" y="521"/>
                </a:cubicBezTo>
                <a:close/>
                <a:moveTo>
                  <a:pt x="262" y="534"/>
                </a:moveTo>
                <a:cubicBezTo>
                  <a:pt x="262" y="538"/>
                  <a:pt x="262" y="538"/>
                  <a:pt x="262" y="538"/>
                </a:cubicBezTo>
                <a:cubicBezTo>
                  <a:pt x="261" y="538"/>
                  <a:pt x="260" y="537"/>
                  <a:pt x="260" y="537"/>
                </a:cubicBezTo>
                <a:cubicBezTo>
                  <a:pt x="260" y="533"/>
                  <a:pt x="260" y="533"/>
                  <a:pt x="260" y="533"/>
                </a:cubicBezTo>
                <a:cubicBezTo>
                  <a:pt x="260" y="533"/>
                  <a:pt x="261" y="533"/>
                  <a:pt x="262" y="534"/>
                </a:cubicBezTo>
                <a:close/>
                <a:moveTo>
                  <a:pt x="262" y="547"/>
                </a:moveTo>
                <a:cubicBezTo>
                  <a:pt x="262" y="554"/>
                  <a:pt x="262" y="554"/>
                  <a:pt x="262" y="554"/>
                </a:cubicBezTo>
                <a:cubicBezTo>
                  <a:pt x="260" y="557"/>
                  <a:pt x="260" y="557"/>
                  <a:pt x="260" y="557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47"/>
                  <a:pt x="260" y="547"/>
                  <a:pt x="260" y="547"/>
                </a:cubicBezTo>
                <a:cubicBezTo>
                  <a:pt x="261" y="548"/>
                  <a:pt x="261" y="548"/>
                  <a:pt x="261" y="548"/>
                </a:cubicBezTo>
                <a:cubicBezTo>
                  <a:pt x="261" y="547"/>
                  <a:pt x="262" y="547"/>
                  <a:pt x="262" y="547"/>
                </a:cubicBezTo>
                <a:close/>
                <a:moveTo>
                  <a:pt x="262" y="563"/>
                </a:moveTo>
                <a:cubicBezTo>
                  <a:pt x="262" y="569"/>
                  <a:pt x="262" y="569"/>
                  <a:pt x="262" y="569"/>
                </a:cubicBezTo>
                <a:cubicBezTo>
                  <a:pt x="262" y="569"/>
                  <a:pt x="261" y="568"/>
                  <a:pt x="261" y="568"/>
                </a:cubicBezTo>
                <a:cubicBezTo>
                  <a:pt x="260" y="569"/>
                  <a:pt x="260" y="570"/>
                  <a:pt x="260" y="571"/>
                </a:cubicBezTo>
                <a:cubicBezTo>
                  <a:pt x="260" y="562"/>
                  <a:pt x="260" y="562"/>
                  <a:pt x="260" y="562"/>
                </a:cubicBezTo>
                <a:cubicBezTo>
                  <a:pt x="260" y="562"/>
                  <a:pt x="261" y="563"/>
                  <a:pt x="262" y="563"/>
                </a:cubicBezTo>
                <a:close/>
                <a:moveTo>
                  <a:pt x="262" y="591"/>
                </a:moveTo>
                <a:cubicBezTo>
                  <a:pt x="262" y="597"/>
                  <a:pt x="262" y="597"/>
                  <a:pt x="262" y="597"/>
                </a:cubicBezTo>
                <a:cubicBezTo>
                  <a:pt x="261" y="597"/>
                  <a:pt x="260" y="596"/>
                  <a:pt x="260" y="595"/>
                </a:cubicBezTo>
                <a:cubicBezTo>
                  <a:pt x="260" y="588"/>
                  <a:pt x="260" y="588"/>
                  <a:pt x="260" y="588"/>
                </a:cubicBezTo>
                <a:cubicBezTo>
                  <a:pt x="260" y="589"/>
                  <a:pt x="261" y="590"/>
                  <a:pt x="262" y="591"/>
                </a:cubicBezTo>
                <a:close/>
                <a:moveTo>
                  <a:pt x="262" y="722"/>
                </a:moveTo>
                <a:cubicBezTo>
                  <a:pt x="262" y="731"/>
                  <a:pt x="262" y="731"/>
                  <a:pt x="262" y="731"/>
                </a:cubicBezTo>
                <a:cubicBezTo>
                  <a:pt x="261" y="731"/>
                  <a:pt x="260" y="730"/>
                  <a:pt x="260" y="729"/>
                </a:cubicBezTo>
                <a:cubicBezTo>
                  <a:pt x="260" y="721"/>
                  <a:pt x="260" y="721"/>
                  <a:pt x="260" y="721"/>
                </a:cubicBezTo>
                <a:cubicBezTo>
                  <a:pt x="260" y="722"/>
                  <a:pt x="261" y="722"/>
                  <a:pt x="262" y="722"/>
                </a:cubicBezTo>
                <a:close/>
                <a:moveTo>
                  <a:pt x="260" y="322"/>
                </a:moveTo>
                <a:cubicBezTo>
                  <a:pt x="260" y="309"/>
                  <a:pt x="260" y="309"/>
                  <a:pt x="260" y="309"/>
                </a:cubicBezTo>
                <a:cubicBezTo>
                  <a:pt x="261" y="311"/>
                  <a:pt x="261" y="311"/>
                  <a:pt x="261" y="311"/>
                </a:cubicBezTo>
                <a:cubicBezTo>
                  <a:pt x="261" y="315"/>
                  <a:pt x="261" y="319"/>
                  <a:pt x="260" y="322"/>
                </a:cubicBezTo>
                <a:close/>
                <a:moveTo>
                  <a:pt x="253" y="27"/>
                </a:moveTo>
                <a:cubicBezTo>
                  <a:pt x="255" y="27"/>
                  <a:pt x="258" y="26"/>
                  <a:pt x="260" y="25"/>
                </a:cubicBezTo>
                <a:cubicBezTo>
                  <a:pt x="260" y="33"/>
                  <a:pt x="260" y="33"/>
                  <a:pt x="260" y="33"/>
                </a:cubicBezTo>
                <a:cubicBezTo>
                  <a:pt x="258" y="34"/>
                  <a:pt x="257" y="34"/>
                  <a:pt x="255" y="35"/>
                </a:cubicBezTo>
                <a:cubicBezTo>
                  <a:pt x="257" y="36"/>
                  <a:pt x="258" y="38"/>
                  <a:pt x="260" y="39"/>
                </a:cubicBezTo>
                <a:cubicBezTo>
                  <a:pt x="260" y="50"/>
                  <a:pt x="260" y="50"/>
                  <a:pt x="260" y="50"/>
                </a:cubicBezTo>
                <a:cubicBezTo>
                  <a:pt x="258" y="48"/>
                  <a:pt x="255" y="47"/>
                  <a:pt x="253" y="46"/>
                </a:cubicBezTo>
                <a:cubicBezTo>
                  <a:pt x="253" y="27"/>
                  <a:pt x="253" y="27"/>
                  <a:pt x="253" y="27"/>
                </a:cubicBezTo>
                <a:close/>
                <a:moveTo>
                  <a:pt x="260" y="770"/>
                </a:moveTo>
                <a:cubicBezTo>
                  <a:pt x="258" y="769"/>
                  <a:pt x="255" y="768"/>
                  <a:pt x="253" y="767"/>
                </a:cubicBezTo>
                <a:cubicBezTo>
                  <a:pt x="253" y="755"/>
                  <a:pt x="253" y="755"/>
                  <a:pt x="253" y="755"/>
                </a:cubicBezTo>
                <a:cubicBezTo>
                  <a:pt x="255" y="757"/>
                  <a:pt x="257" y="759"/>
                  <a:pt x="260" y="761"/>
                </a:cubicBezTo>
                <a:cubicBezTo>
                  <a:pt x="260" y="770"/>
                  <a:pt x="260" y="770"/>
                  <a:pt x="260" y="770"/>
                </a:cubicBezTo>
                <a:close/>
                <a:moveTo>
                  <a:pt x="260" y="65"/>
                </a:moveTo>
                <a:cubicBezTo>
                  <a:pt x="260" y="74"/>
                  <a:pt x="260" y="74"/>
                  <a:pt x="260" y="74"/>
                </a:cubicBezTo>
                <a:cubicBezTo>
                  <a:pt x="253" y="75"/>
                  <a:pt x="253" y="75"/>
                  <a:pt x="253" y="75"/>
                </a:cubicBezTo>
                <a:cubicBezTo>
                  <a:pt x="253" y="66"/>
                  <a:pt x="253" y="66"/>
                  <a:pt x="253" y="66"/>
                </a:cubicBezTo>
                <a:cubicBezTo>
                  <a:pt x="255" y="66"/>
                  <a:pt x="258" y="65"/>
                  <a:pt x="260" y="65"/>
                </a:cubicBezTo>
                <a:close/>
                <a:moveTo>
                  <a:pt x="260" y="208"/>
                </a:moveTo>
                <a:cubicBezTo>
                  <a:pt x="260" y="222"/>
                  <a:pt x="260" y="222"/>
                  <a:pt x="260" y="222"/>
                </a:cubicBezTo>
                <a:cubicBezTo>
                  <a:pt x="258" y="221"/>
                  <a:pt x="255" y="221"/>
                  <a:pt x="253" y="221"/>
                </a:cubicBezTo>
                <a:cubicBezTo>
                  <a:pt x="253" y="213"/>
                  <a:pt x="253" y="213"/>
                  <a:pt x="253" y="213"/>
                </a:cubicBezTo>
                <a:cubicBezTo>
                  <a:pt x="255" y="211"/>
                  <a:pt x="258" y="210"/>
                  <a:pt x="260" y="208"/>
                </a:cubicBezTo>
                <a:close/>
                <a:moveTo>
                  <a:pt x="260" y="232"/>
                </a:moveTo>
                <a:cubicBezTo>
                  <a:pt x="260" y="244"/>
                  <a:pt x="260" y="244"/>
                  <a:pt x="260" y="244"/>
                </a:cubicBezTo>
                <a:cubicBezTo>
                  <a:pt x="259" y="245"/>
                  <a:pt x="259" y="246"/>
                  <a:pt x="259" y="247"/>
                </a:cubicBezTo>
                <a:cubicBezTo>
                  <a:pt x="259" y="248"/>
                  <a:pt x="259" y="248"/>
                  <a:pt x="260" y="248"/>
                </a:cubicBezTo>
                <a:cubicBezTo>
                  <a:pt x="260" y="253"/>
                  <a:pt x="260" y="253"/>
                  <a:pt x="260" y="253"/>
                </a:cubicBezTo>
                <a:cubicBezTo>
                  <a:pt x="257" y="257"/>
                  <a:pt x="255" y="260"/>
                  <a:pt x="253" y="263"/>
                </a:cubicBezTo>
                <a:cubicBezTo>
                  <a:pt x="253" y="255"/>
                  <a:pt x="253" y="255"/>
                  <a:pt x="253" y="255"/>
                </a:cubicBezTo>
                <a:cubicBezTo>
                  <a:pt x="254" y="253"/>
                  <a:pt x="254" y="251"/>
                  <a:pt x="254" y="248"/>
                </a:cubicBezTo>
                <a:cubicBezTo>
                  <a:pt x="254" y="248"/>
                  <a:pt x="253" y="248"/>
                  <a:pt x="253" y="249"/>
                </a:cubicBezTo>
                <a:cubicBezTo>
                  <a:pt x="253" y="242"/>
                  <a:pt x="253" y="242"/>
                  <a:pt x="253" y="242"/>
                </a:cubicBezTo>
                <a:cubicBezTo>
                  <a:pt x="254" y="241"/>
                  <a:pt x="256" y="240"/>
                  <a:pt x="258" y="239"/>
                </a:cubicBezTo>
                <a:cubicBezTo>
                  <a:pt x="256" y="238"/>
                  <a:pt x="255" y="237"/>
                  <a:pt x="253" y="237"/>
                </a:cubicBezTo>
                <a:cubicBezTo>
                  <a:pt x="253" y="231"/>
                  <a:pt x="253" y="231"/>
                  <a:pt x="253" y="231"/>
                </a:cubicBezTo>
                <a:cubicBezTo>
                  <a:pt x="256" y="232"/>
                  <a:pt x="256" y="232"/>
                  <a:pt x="256" y="232"/>
                </a:cubicBezTo>
                <a:cubicBezTo>
                  <a:pt x="258" y="232"/>
                  <a:pt x="259" y="232"/>
                  <a:pt x="260" y="232"/>
                </a:cubicBezTo>
                <a:close/>
                <a:moveTo>
                  <a:pt x="260" y="269"/>
                </a:moveTo>
                <a:cubicBezTo>
                  <a:pt x="260" y="283"/>
                  <a:pt x="260" y="283"/>
                  <a:pt x="260" y="283"/>
                </a:cubicBezTo>
                <a:cubicBezTo>
                  <a:pt x="258" y="282"/>
                  <a:pt x="255" y="280"/>
                  <a:pt x="253" y="278"/>
                </a:cubicBezTo>
                <a:cubicBezTo>
                  <a:pt x="253" y="271"/>
                  <a:pt x="253" y="271"/>
                  <a:pt x="253" y="271"/>
                </a:cubicBezTo>
                <a:cubicBezTo>
                  <a:pt x="254" y="272"/>
                  <a:pt x="254" y="273"/>
                  <a:pt x="255" y="273"/>
                </a:cubicBezTo>
                <a:cubicBezTo>
                  <a:pt x="256" y="273"/>
                  <a:pt x="257" y="273"/>
                  <a:pt x="258" y="273"/>
                </a:cubicBezTo>
                <a:cubicBezTo>
                  <a:pt x="258" y="271"/>
                  <a:pt x="259" y="270"/>
                  <a:pt x="260" y="269"/>
                </a:cubicBezTo>
                <a:close/>
                <a:moveTo>
                  <a:pt x="260" y="309"/>
                </a:moveTo>
                <a:cubicBezTo>
                  <a:pt x="260" y="322"/>
                  <a:pt x="260" y="322"/>
                  <a:pt x="260" y="322"/>
                </a:cubicBezTo>
                <a:cubicBezTo>
                  <a:pt x="258" y="327"/>
                  <a:pt x="255" y="332"/>
                  <a:pt x="253" y="338"/>
                </a:cubicBezTo>
                <a:cubicBezTo>
                  <a:pt x="253" y="304"/>
                  <a:pt x="253" y="304"/>
                  <a:pt x="253" y="304"/>
                </a:cubicBezTo>
                <a:cubicBezTo>
                  <a:pt x="255" y="305"/>
                  <a:pt x="257" y="307"/>
                  <a:pt x="260" y="309"/>
                </a:cubicBezTo>
                <a:close/>
                <a:moveTo>
                  <a:pt x="260" y="331"/>
                </a:moveTo>
                <a:cubicBezTo>
                  <a:pt x="259" y="335"/>
                  <a:pt x="257" y="339"/>
                  <a:pt x="253" y="340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4" y="351"/>
                  <a:pt x="254" y="352"/>
                  <a:pt x="255" y="352"/>
                </a:cubicBezTo>
                <a:cubicBezTo>
                  <a:pt x="256" y="352"/>
                  <a:pt x="258" y="352"/>
                  <a:pt x="259" y="352"/>
                </a:cubicBezTo>
                <a:cubicBezTo>
                  <a:pt x="259" y="351"/>
                  <a:pt x="259" y="351"/>
                  <a:pt x="260" y="350"/>
                </a:cubicBezTo>
                <a:cubicBezTo>
                  <a:pt x="260" y="331"/>
                  <a:pt x="260" y="331"/>
                  <a:pt x="260" y="331"/>
                </a:cubicBezTo>
                <a:close/>
                <a:moveTo>
                  <a:pt x="260" y="363"/>
                </a:moveTo>
                <a:cubicBezTo>
                  <a:pt x="260" y="380"/>
                  <a:pt x="260" y="380"/>
                  <a:pt x="260" y="380"/>
                </a:cubicBezTo>
                <a:cubicBezTo>
                  <a:pt x="257" y="377"/>
                  <a:pt x="255" y="375"/>
                  <a:pt x="253" y="374"/>
                </a:cubicBezTo>
                <a:cubicBezTo>
                  <a:pt x="253" y="363"/>
                  <a:pt x="253" y="363"/>
                  <a:pt x="253" y="363"/>
                </a:cubicBezTo>
                <a:cubicBezTo>
                  <a:pt x="255" y="363"/>
                  <a:pt x="258" y="363"/>
                  <a:pt x="260" y="363"/>
                </a:cubicBezTo>
                <a:close/>
                <a:moveTo>
                  <a:pt x="260" y="390"/>
                </a:moveTo>
                <a:cubicBezTo>
                  <a:pt x="260" y="393"/>
                  <a:pt x="260" y="393"/>
                  <a:pt x="260" y="393"/>
                </a:cubicBezTo>
                <a:cubicBezTo>
                  <a:pt x="258" y="393"/>
                  <a:pt x="258" y="393"/>
                  <a:pt x="258" y="393"/>
                </a:cubicBezTo>
                <a:cubicBezTo>
                  <a:pt x="258" y="397"/>
                  <a:pt x="258" y="402"/>
                  <a:pt x="260" y="406"/>
                </a:cubicBezTo>
                <a:cubicBezTo>
                  <a:pt x="260" y="415"/>
                  <a:pt x="260" y="415"/>
                  <a:pt x="260" y="415"/>
                </a:cubicBezTo>
                <a:cubicBezTo>
                  <a:pt x="253" y="415"/>
                  <a:pt x="253" y="415"/>
                  <a:pt x="253" y="415"/>
                </a:cubicBezTo>
                <a:cubicBezTo>
                  <a:pt x="253" y="411"/>
                  <a:pt x="253" y="411"/>
                  <a:pt x="253" y="411"/>
                </a:cubicBezTo>
                <a:cubicBezTo>
                  <a:pt x="256" y="411"/>
                  <a:pt x="256" y="411"/>
                  <a:pt x="256" y="411"/>
                </a:cubicBezTo>
                <a:cubicBezTo>
                  <a:pt x="255" y="404"/>
                  <a:pt x="255" y="400"/>
                  <a:pt x="253" y="397"/>
                </a:cubicBezTo>
                <a:cubicBezTo>
                  <a:pt x="253" y="390"/>
                  <a:pt x="253" y="390"/>
                  <a:pt x="253" y="390"/>
                </a:cubicBezTo>
                <a:cubicBezTo>
                  <a:pt x="260" y="390"/>
                  <a:pt x="260" y="390"/>
                  <a:pt x="260" y="390"/>
                </a:cubicBezTo>
                <a:close/>
                <a:moveTo>
                  <a:pt x="260" y="423"/>
                </a:moveTo>
                <a:cubicBezTo>
                  <a:pt x="260" y="446"/>
                  <a:pt x="260" y="446"/>
                  <a:pt x="260" y="446"/>
                </a:cubicBezTo>
                <a:cubicBezTo>
                  <a:pt x="258" y="447"/>
                  <a:pt x="255" y="448"/>
                  <a:pt x="253" y="449"/>
                </a:cubicBezTo>
                <a:cubicBezTo>
                  <a:pt x="253" y="449"/>
                  <a:pt x="253" y="449"/>
                  <a:pt x="253" y="449"/>
                </a:cubicBezTo>
                <a:cubicBezTo>
                  <a:pt x="253" y="436"/>
                  <a:pt x="253" y="436"/>
                  <a:pt x="253" y="436"/>
                </a:cubicBezTo>
                <a:cubicBezTo>
                  <a:pt x="255" y="434"/>
                  <a:pt x="256" y="430"/>
                  <a:pt x="258" y="424"/>
                </a:cubicBezTo>
                <a:cubicBezTo>
                  <a:pt x="259" y="423"/>
                  <a:pt x="259" y="423"/>
                  <a:pt x="260" y="423"/>
                </a:cubicBezTo>
                <a:close/>
                <a:moveTo>
                  <a:pt x="260" y="454"/>
                </a:moveTo>
                <a:cubicBezTo>
                  <a:pt x="260" y="488"/>
                  <a:pt x="260" y="488"/>
                  <a:pt x="260" y="488"/>
                </a:cubicBezTo>
                <a:cubicBezTo>
                  <a:pt x="258" y="487"/>
                  <a:pt x="257" y="486"/>
                  <a:pt x="255" y="485"/>
                </a:cubicBezTo>
                <a:cubicBezTo>
                  <a:pt x="255" y="485"/>
                  <a:pt x="255" y="484"/>
                  <a:pt x="255" y="483"/>
                </a:cubicBezTo>
                <a:cubicBezTo>
                  <a:pt x="253" y="483"/>
                  <a:pt x="253" y="483"/>
                  <a:pt x="253" y="483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57"/>
                  <a:pt x="253" y="457"/>
                  <a:pt x="253" y="457"/>
                </a:cubicBezTo>
                <a:cubicBezTo>
                  <a:pt x="255" y="456"/>
                  <a:pt x="257" y="455"/>
                  <a:pt x="260" y="454"/>
                </a:cubicBezTo>
                <a:close/>
                <a:moveTo>
                  <a:pt x="260" y="493"/>
                </a:moveTo>
                <a:cubicBezTo>
                  <a:pt x="258" y="492"/>
                  <a:pt x="257" y="491"/>
                  <a:pt x="256" y="489"/>
                </a:cubicBezTo>
                <a:cubicBezTo>
                  <a:pt x="255" y="488"/>
                  <a:pt x="254" y="488"/>
                  <a:pt x="253" y="488"/>
                </a:cubicBezTo>
                <a:cubicBezTo>
                  <a:pt x="253" y="487"/>
                  <a:pt x="253" y="487"/>
                  <a:pt x="253" y="487"/>
                </a:cubicBezTo>
                <a:cubicBezTo>
                  <a:pt x="253" y="497"/>
                  <a:pt x="253" y="497"/>
                  <a:pt x="253" y="497"/>
                </a:cubicBezTo>
                <a:cubicBezTo>
                  <a:pt x="255" y="499"/>
                  <a:pt x="258" y="502"/>
                  <a:pt x="260" y="505"/>
                </a:cubicBezTo>
                <a:cubicBezTo>
                  <a:pt x="260" y="493"/>
                  <a:pt x="260" y="493"/>
                  <a:pt x="260" y="493"/>
                </a:cubicBezTo>
                <a:close/>
                <a:moveTo>
                  <a:pt x="260" y="523"/>
                </a:moveTo>
                <a:cubicBezTo>
                  <a:pt x="260" y="527"/>
                  <a:pt x="260" y="527"/>
                  <a:pt x="260" y="527"/>
                </a:cubicBezTo>
                <a:cubicBezTo>
                  <a:pt x="258" y="528"/>
                  <a:pt x="257" y="529"/>
                  <a:pt x="256" y="531"/>
                </a:cubicBezTo>
                <a:cubicBezTo>
                  <a:pt x="258" y="531"/>
                  <a:pt x="259" y="532"/>
                  <a:pt x="260" y="533"/>
                </a:cubicBezTo>
                <a:cubicBezTo>
                  <a:pt x="260" y="537"/>
                  <a:pt x="260" y="537"/>
                  <a:pt x="260" y="537"/>
                </a:cubicBezTo>
                <a:cubicBezTo>
                  <a:pt x="258" y="536"/>
                  <a:pt x="256" y="535"/>
                  <a:pt x="253" y="534"/>
                </a:cubicBezTo>
                <a:cubicBezTo>
                  <a:pt x="253" y="529"/>
                  <a:pt x="253" y="529"/>
                  <a:pt x="253" y="529"/>
                </a:cubicBezTo>
                <a:cubicBezTo>
                  <a:pt x="255" y="527"/>
                  <a:pt x="258" y="525"/>
                  <a:pt x="260" y="523"/>
                </a:cubicBezTo>
                <a:close/>
                <a:moveTo>
                  <a:pt x="260" y="547"/>
                </a:moveTo>
                <a:cubicBezTo>
                  <a:pt x="260" y="552"/>
                  <a:pt x="260" y="552"/>
                  <a:pt x="260" y="552"/>
                </a:cubicBezTo>
                <a:cubicBezTo>
                  <a:pt x="258" y="550"/>
                  <a:pt x="255" y="548"/>
                  <a:pt x="253" y="547"/>
                </a:cubicBezTo>
                <a:cubicBezTo>
                  <a:pt x="253" y="543"/>
                  <a:pt x="253" y="543"/>
                  <a:pt x="253" y="543"/>
                </a:cubicBezTo>
                <a:cubicBezTo>
                  <a:pt x="255" y="544"/>
                  <a:pt x="258" y="545"/>
                  <a:pt x="260" y="547"/>
                </a:cubicBezTo>
                <a:close/>
                <a:moveTo>
                  <a:pt x="260" y="552"/>
                </a:moveTo>
                <a:cubicBezTo>
                  <a:pt x="260" y="557"/>
                  <a:pt x="260" y="557"/>
                  <a:pt x="260" y="557"/>
                </a:cubicBezTo>
                <a:cubicBezTo>
                  <a:pt x="258" y="558"/>
                  <a:pt x="258" y="558"/>
                  <a:pt x="258" y="558"/>
                </a:cubicBezTo>
                <a:cubicBezTo>
                  <a:pt x="258" y="559"/>
                  <a:pt x="258" y="560"/>
                  <a:pt x="258" y="561"/>
                </a:cubicBezTo>
                <a:cubicBezTo>
                  <a:pt x="260" y="562"/>
                  <a:pt x="260" y="562"/>
                  <a:pt x="260" y="562"/>
                </a:cubicBezTo>
                <a:cubicBezTo>
                  <a:pt x="260" y="571"/>
                  <a:pt x="260" y="571"/>
                  <a:pt x="260" y="571"/>
                </a:cubicBezTo>
                <a:cubicBezTo>
                  <a:pt x="258" y="578"/>
                  <a:pt x="257" y="583"/>
                  <a:pt x="260" y="588"/>
                </a:cubicBezTo>
                <a:cubicBezTo>
                  <a:pt x="260" y="595"/>
                  <a:pt x="260" y="595"/>
                  <a:pt x="260" y="595"/>
                </a:cubicBezTo>
                <a:cubicBezTo>
                  <a:pt x="258" y="594"/>
                  <a:pt x="255" y="593"/>
                  <a:pt x="253" y="591"/>
                </a:cubicBezTo>
                <a:cubicBezTo>
                  <a:pt x="253" y="555"/>
                  <a:pt x="253" y="555"/>
                  <a:pt x="253" y="555"/>
                </a:cubicBezTo>
                <a:cubicBezTo>
                  <a:pt x="254" y="556"/>
                  <a:pt x="254" y="556"/>
                  <a:pt x="254" y="556"/>
                </a:cubicBezTo>
                <a:cubicBezTo>
                  <a:pt x="256" y="554"/>
                  <a:pt x="258" y="553"/>
                  <a:pt x="260" y="552"/>
                </a:cubicBezTo>
                <a:close/>
                <a:moveTo>
                  <a:pt x="260" y="721"/>
                </a:moveTo>
                <a:cubicBezTo>
                  <a:pt x="260" y="729"/>
                  <a:pt x="260" y="729"/>
                  <a:pt x="260" y="729"/>
                </a:cubicBezTo>
                <a:cubicBezTo>
                  <a:pt x="258" y="728"/>
                  <a:pt x="256" y="727"/>
                  <a:pt x="253" y="726"/>
                </a:cubicBezTo>
                <a:cubicBezTo>
                  <a:pt x="253" y="719"/>
                  <a:pt x="253" y="719"/>
                  <a:pt x="253" y="719"/>
                </a:cubicBezTo>
                <a:cubicBezTo>
                  <a:pt x="255" y="720"/>
                  <a:pt x="258" y="720"/>
                  <a:pt x="260" y="721"/>
                </a:cubicBezTo>
                <a:close/>
                <a:moveTo>
                  <a:pt x="248" y="29"/>
                </a:moveTo>
                <a:cubicBezTo>
                  <a:pt x="250" y="29"/>
                  <a:pt x="251" y="28"/>
                  <a:pt x="253" y="27"/>
                </a:cubicBezTo>
                <a:cubicBezTo>
                  <a:pt x="253" y="46"/>
                  <a:pt x="253" y="46"/>
                  <a:pt x="253" y="46"/>
                </a:cubicBezTo>
                <a:cubicBezTo>
                  <a:pt x="251" y="45"/>
                  <a:pt x="250" y="44"/>
                  <a:pt x="248" y="43"/>
                </a:cubicBezTo>
                <a:cubicBezTo>
                  <a:pt x="248" y="29"/>
                  <a:pt x="248" y="29"/>
                  <a:pt x="248" y="29"/>
                </a:cubicBezTo>
                <a:close/>
                <a:moveTo>
                  <a:pt x="253" y="767"/>
                </a:moveTo>
                <a:cubicBezTo>
                  <a:pt x="251" y="766"/>
                  <a:pt x="250" y="764"/>
                  <a:pt x="248" y="763"/>
                </a:cubicBezTo>
                <a:cubicBezTo>
                  <a:pt x="248" y="733"/>
                  <a:pt x="248" y="733"/>
                  <a:pt x="248" y="733"/>
                </a:cubicBezTo>
                <a:cubicBezTo>
                  <a:pt x="249" y="743"/>
                  <a:pt x="249" y="749"/>
                  <a:pt x="253" y="755"/>
                </a:cubicBezTo>
                <a:cubicBezTo>
                  <a:pt x="253" y="767"/>
                  <a:pt x="253" y="767"/>
                  <a:pt x="253" y="767"/>
                </a:cubicBezTo>
                <a:close/>
                <a:moveTo>
                  <a:pt x="253" y="66"/>
                </a:moveTo>
                <a:cubicBezTo>
                  <a:pt x="253" y="75"/>
                  <a:pt x="253" y="75"/>
                  <a:pt x="253" y="75"/>
                </a:cubicBezTo>
                <a:cubicBezTo>
                  <a:pt x="251" y="75"/>
                  <a:pt x="251" y="75"/>
                  <a:pt x="251" y="75"/>
                </a:cubicBezTo>
                <a:cubicBezTo>
                  <a:pt x="250" y="76"/>
                  <a:pt x="249" y="77"/>
                  <a:pt x="248" y="78"/>
                </a:cubicBezTo>
                <a:cubicBezTo>
                  <a:pt x="248" y="64"/>
                  <a:pt x="248" y="64"/>
                  <a:pt x="248" y="64"/>
                </a:cubicBezTo>
                <a:cubicBezTo>
                  <a:pt x="251" y="66"/>
                  <a:pt x="251" y="66"/>
                  <a:pt x="251" y="66"/>
                </a:cubicBezTo>
                <a:cubicBezTo>
                  <a:pt x="252" y="66"/>
                  <a:pt x="253" y="66"/>
                  <a:pt x="253" y="66"/>
                </a:cubicBezTo>
                <a:close/>
                <a:moveTo>
                  <a:pt x="253" y="213"/>
                </a:moveTo>
                <a:cubicBezTo>
                  <a:pt x="253" y="221"/>
                  <a:pt x="253" y="221"/>
                  <a:pt x="253" y="221"/>
                </a:cubicBezTo>
                <a:cubicBezTo>
                  <a:pt x="251" y="222"/>
                  <a:pt x="250" y="222"/>
                  <a:pt x="248" y="224"/>
                </a:cubicBezTo>
                <a:cubicBezTo>
                  <a:pt x="248" y="218"/>
                  <a:pt x="248" y="218"/>
                  <a:pt x="248" y="218"/>
                </a:cubicBezTo>
                <a:cubicBezTo>
                  <a:pt x="250" y="216"/>
                  <a:pt x="251" y="214"/>
                  <a:pt x="253" y="213"/>
                </a:cubicBezTo>
                <a:close/>
                <a:moveTo>
                  <a:pt x="253" y="231"/>
                </a:moveTo>
                <a:cubicBezTo>
                  <a:pt x="253" y="237"/>
                  <a:pt x="253" y="237"/>
                  <a:pt x="253" y="237"/>
                </a:cubicBezTo>
                <a:cubicBezTo>
                  <a:pt x="251" y="236"/>
                  <a:pt x="250" y="236"/>
                  <a:pt x="248" y="235"/>
                </a:cubicBezTo>
                <a:cubicBezTo>
                  <a:pt x="248" y="228"/>
                  <a:pt x="248" y="228"/>
                  <a:pt x="248" y="228"/>
                </a:cubicBezTo>
                <a:cubicBezTo>
                  <a:pt x="250" y="229"/>
                  <a:pt x="251" y="230"/>
                  <a:pt x="253" y="231"/>
                </a:cubicBezTo>
                <a:close/>
                <a:moveTo>
                  <a:pt x="253" y="242"/>
                </a:moveTo>
                <a:cubicBezTo>
                  <a:pt x="253" y="249"/>
                  <a:pt x="253" y="249"/>
                  <a:pt x="253" y="249"/>
                </a:cubicBezTo>
                <a:cubicBezTo>
                  <a:pt x="253" y="249"/>
                  <a:pt x="252" y="249"/>
                  <a:pt x="249" y="250"/>
                </a:cubicBezTo>
                <a:cubicBezTo>
                  <a:pt x="249" y="251"/>
                  <a:pt x="249" y="252"/>
                  <a:pt x="248" y="253"/>
                </a:cubicBezTo>
                <a:cubicBezTo>
                  <a:pt x="248" y="245"/>
                  <a:pt x="248" y="245"/>
                  <a:pt x="248" y="245"/>
                </a:cubicBezTo>
                <a:cubicBezTo>
                  <a:pt x="250" y="244"/>
                  <a:pt x="252" y="244"/>
                  <a:pt x="253" y="242"/>
                </a:cubicBezTo>
                <a:close/>
                <a:moveTo>
                  <a:pt x="253" y="255"/>
                </a:moveTo>
                <a:cubicBezTo>
                  <a:pt x="253" y="263"/>
                  <a:pt x="253" y="263"/>
                  <a:pt x="253" y="263"/>
                </a:cubicBezTo>
                <a:cubicBezTo>
                  <a:pt x="252" y="265"/>
                  <a:pt x="252" y="268"/>
                  <a:pt x="253" y="271"/>
                </a:cubicBezTo>
                <a:cubicBezTo>
                  <a:pt x="253" y="278"/>
                  <a:pt x="253" y="278"/>
                  <a:pt x="253" y="278"/>
                </a:cubicBezTo>
                <a:cubicBezTo>
                  <a:pt x="251" y="276"/>
                  <a:pt x="250" y="275"/>
                  <a:pt x="248" y="273"/>
                </a:cubicBezTo>
                <a:cubicBezTo>
                  <a:pt x="248" y="263"/>
                  <a:pt x="248" y="263"/>
                  <a:pt x="248" y="263"/>
                </a:cubicBezTo>
                <a:cubicBezTo>
                  <a:pt x="251" y="260"/>
                  <a:pt x="252" y="258"/>
                  <a:pt x="253" y="255"/>
                </a:cubicBezTo>
                <a:close/>
                <a:moveTo>
                  <a:pt x="253" y="304"/>
                </a:moveTo>
                <a:cubicBezTo>
                  <a:pt x="253" y="338"/>
                  <a:pt x="253" y="338"/>
                  <a:pt x="253" y="338"/>
                </a:cubicBezTo>
                <a:cubicBezTo>
                  <a:pt x="253" y="339"/>
                  <a:pt x="253" y="340"/>
                  <a:pt x="253" y="341"/>
                </a:cubicBezTo>
                <a:cubicBezTo>
                  <a:pt x="253" y="341"/>
                  <a:pt x="253" y="340"/>
                  <a:pt x="253" y="340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2" y="348"/>
                  <a:pt x="252" y="345"/>
                  <a:pt x="251" y="343"/>
                </a:cubicBezTo>
                <a:cubicBezTo>
                  <a:pt x="251" y="343"/>
                  <a:pt x="250" y="343"/>
                  <a:pt x="249" y="344"/>
                </a:cubicBezTo>
                <a:cubicBezTo>
                  <a:pt x="249" y="345"/>
                  <a:pt x="248" y="346"/>
                  <a:pt x="248" y="347"/>
                </a:cubicBezTo>
                <a:cubicBezTo>
                  <a:pt x="248" y="332"/>
                  <a:pt x="248" y="332"/>
                  <a:pt x="248" y="332"/>
                </a:cubicBezTo>
                <a:cubicBezTo>
                  <a:pt x="250" y="328"/>
                  <a:pt x="251" y="323"/>
                  <a:pt x="251" y="319"/>
                </a:cubicBezTo>
                <a:cubicBezTo>
                  <a:pt x="250" y="320"/>
                  <a:pt x="249" y="321"/>
                  <a:pt x="248" y="321"/>
                </a:cubicBezTo>
                <a:cubicBezTo>
                  <a:pt x="248" y="302"/>
                  <a:pt x="248" y="302"/>
                  <a:pt x="248" y="302"/>
                </a:cubicBezTo>
                <a:cubicBezTo>
                  <a:pt x="249" y="302"/>
                  <a:pt x="251" y="303"/>
                  <a:pt x="253" y="304"/>
                </a:cubicBezTo>
                <a:close/>
                <a:moveTo>
                  <a:pt x="253" y="363"/>
                </a:moveTo>
                <a:cubicBezTo>
                  <a:pt x="253" y="374"/>
                  <a:pt x="253" y="374"/>
                  <a:pt x="253" y="374"/>
                </a:cubicBezTo>
                <a:cubicBezTo>
                  <a:pt x="251" y="372"/>
                  <a:pt x="250" y="371"/>
                  <a:pt x="248" y="370"/>
                </a:cubicBezTo>
                <a:cubicBezTo>
                  <a:pt x="248" y="362"/>
                  <a:pt x="248" y="362"/>
                  <a:pt x="248" y="362"/>
                </a:cubicBezTo>
                <a:cubicBezTo>
                  <a:pt x="250" y="362"/>
                  <a:pt x="251" y="363"/>
                  <a:pt x="253" y="363"/>
                </a:cubicBezTo>
                <a:close/>
                <a:moveTo>
                  <a:pt x="253" y="390"/>
                </a:moveTo>
                <a:cubicBezTo>
                  <a:pt x="253" y="397"/>
                  <a:pt x="253" y="397"/>
                  <a:pt x="253" y="397"/>
                </a:cubicBezTo>
                <a:cubicBezTo>
                  <a:pt x="252" y="396"/>
                  <a:pt x="251" y="394"/>
                  <a:pt x="248" y="394"/>
                </a:cubicBezTo>
                <a:cubicBezTo>
                  <a:pt x="248" y="390"/>
                  <a:pt x="248" y="390"/>
                  <a:pt x="248" y="390"/>
                </a:cubicBezTo>
                <a:cubicBezTo>
                  <a:pt x="253" y="390"/>
                  <a:pt x="253" y="390"/>
                  <a:pt x="253" y="390"/>
                </a:cubicBezTo>
                <a:close/>
                <a:moveTo>
                  <a:pt x="253" y="411"/>
                </a:moveTo>
                <a:cubicBezTo>
                  <a:pt x="253" y="415"/>
                  <a:pt x="253" y="415"/>
                  <a:pt x="253" y="415"/>
                </a:cubicBezTo>
                <a:cubicBezTo>
                  <a:pt x="248" y="415"/>
                  <a:pt x="248" y="415"/>
                  <a:pt x="248" y="415"/>
                </a:cubicBezTo>
                <a:cubicBezTo>
                  <a:pt x="248" y="410"/>
                  <a:pt x="248" y="410"/>
                  <a:pt x="248" y="410"/>
                </a:cubicBezTo>
                <a:cubicBezTo>
                  <a:pt x="249" y="410"/>
                  <a:pt x="249" y="411"/>
                  <a:pt x="250" y="411"/>
                </a:cubicBezTo>
                <a:cubicBezTo>
                  <a:pt x="253" y="411"/>
                  <a:pt x="253" y="411"/>
                  <a:pt x="253" y="411"/>
                </a:cubicBezTo>
                <a:close/>
                <a:moveTo>
                  <a:pt x="253" y="436"/>
                </a:moveTo>
                <a:cubicBezTo>
                  <a:pt x="253" y="449"/>
                  <a:pt x="253" y="449"/>
                  <a:pt x="253" y="449"/>
                </a:cubicBezTo>
                <a:cubicBezTo>
                  <a:pt x="251" y="452"/>
                  <a:pt x="250" y="454"/>
                  <a:pt x="248" y="456"/>
                </a:cubicBezTo>
                <a:cubicBezTo>
                  <a:pt x="248" y="439"/>
                  <a:pt x="248" y="439"/>
                  <a:pt x="248" y="439"/>
                </a:cubicBezTo>
                <a:cubicBezTo>
                  <a:pt x="250" y="438"/>
                  <a:pt x="252" y="438"/>
                  <a:pt x="253" y="436"/>
                </a:cubicBezTo>
                <a:close/>
                <a:moveTo>
                  <a:pt x="253" y="457"/>
                </a:moveTo>
                <a:cubicBezTo>
                  <a:pt x="253" y="470"/>
                  <a:pt x="253" y="470"/>
                  <a:pt x="253" y="470"/>
                </a:cubicBezTo>
                <a:cubicBezTo>
                  <a:pt x="247" y="462"/>
                  <a:pt x="249" y="459"/>
                  <a:pt x="253" y="457"/>
                </a:cubicBezTo>
                <a:close/>
                <a:moveTo>
                  <a:pt x="253" y="470"/>
                </a:moveTo>
                <a:cubicBezTo>
                  <a:pt x="252" y="470"/>
                  <a:pt x="251" y="470"/>
                  <a:pt x="250" y="470"/>
                </a:cubicBezTo>
                <a:cubicBezTo>
                  <a:pt x="248" y="468"/>
                  <a:pt x="248" y="468"/>
                  <a:pt x="248" y="468"/>
                </a:cubicBezTo>
                <a:cubicBezTo>
                  <a:pt x="248" y="493"/>
                  <a:pt x="248" y="493"/>
                  <a:pt x="248" y="493"/>
                </a:cubicBezTo>
                <a:cubicBezTo>
                  <a:pt x="250" y="494"/>
                  <a:pt x="252" y="496"/>
                  <a:pt x="253" y="497"/>
                </a:cubicBezTo>
                <a:cubicBezTo>
                  <a:pt x="253" y="487"/>
                  <a:pt x="253" y="487"/>
                  <a:pt x="253" y="487"/>
                </a:cubicBezTo>
                <a:cubicBezTo>
                  <a:pt x="253" y="486"/>
                  <a:pt x="252" y="484"/>
                  <a:pt x="251" y="483"/>
                </a:cubicBezTo>
                <a:cubicBezTo>
                  <a:pt x="253" y="483"/>
                  <a:pt x="253" y="483"/>
                  <a:pt x="253" y="483"/>
                </a:cubicBezTo>
                <a:cubicBezTo>
                  <a:pt x="253" y="470"/>
                  <a:pt x="253" y="470"/>
                  <a:pt x="253" y="470"/>
                </a:cubicBezTo>
                <a:close/>
                <a:moveTo>
                  <a:pt x="253" y="529"/>
                </a:moveTo>
                <a:cubicBezTo>
                  <a:pt x="253" y="534"/>
                  <a:pt x="253" y="534"/>
                  <a:pt x="253" y="534"/>
                </a:cubicBezTo>
                <a:cubicBezTo>
                  <a:pt x="253" y="534"/>
                  <a:pt x="253" y="534"/>
                  <a:pt x="253" y="534"/>
                </a:cubicBezTo>
                <a:cubicBezTo>
                  <a:pt x="251" y="535"/>
                  <a:pt x="250" y="536"/>
                  <a:pt x="249" y="537"/>
                </a:cubicBezTo>
                <a:cubicBezTo>
                  <a:pt x="249" y="538"/>
                  <a:pt x="249" y="539"/>
                  <a:pt x="249" y="540"/>
                </a:cubicBezTo>
                <a:cubicBezTo>
                  <a:pt x="250" y="541"/>
                  <a:pt x="252" y="542"/>
                  <a:pt x="253" y="543"/>
                </a:cubicBezTo>
                <a:cubicBezTo>
                  <a:pt x="253" y="547"/>
                  <a:pt x="253" y="547"/>
                  <a:pt x="253" y="547"/>
                </a:cubicBezTo>
                <a:cubicBezTo>
                  <a:pt x="252" y="546"/>
                  <a:pt x="250" y="545"/>
                  <a:pt x="248" y="544"/>
                </a:cubicBezTo>
                <a:cubicBezTo>
                  <a:pt x="248" y="534"/>
                  <a:pt x="248" y="534"/>
                  <a:pt x="248" y="534"/>
                </a:cubicBezTo>
                <a:cubicBezTo>
                  <a:pt x="250" y="532"/>
                  <a:pt x="251" y="531"/>
                  <a:pt x="253" y="529"/>
                </a:cubicBezTo>
                <a:close/>
                <a:moveTo>
                  <a:pt x="253" y="555"/>
                </a:moveTo>
                <a:cubicBezTo>
                  <a:pt x="253" y="591"/>
                  <a:pt x="253" y="591"/>
                  <a:pt x="253" y="591"/>
                </a:cubicBezTo>
                <a:cubicBezTo>
                  <a:pt x="251" y="589"/>
                  <a:pt x="250" y="588"/>
                  <a:pt x="248" y="586"/>
                </a:cubicBezTo>
                <a:cubicBezTo>
                  <a:pt x="248" y="580"/>
                  <a:pt x="248" y="580"/>
                  <a:pt x="248" y="580"/>
                </a:cubicBezTo>
                <a:cubicBezTo>
                  <a:pt x="249" y="581"/>
                  <a:pt x="249" y="582"/>
                  <a:pt x="250" y="583"/>
                </a:cubicBezTo>
                <a:cubicBezTo>
                  <a:pt x="253" y="570"/>
                  <a:pt x="255" y="566"/>
                  <a:pt x="248" y="557"/>
                </a:cubicBezTo>
                <a:cubicBezTo>
                  <a:pt x="248" y="551"/>
                  <a:pt x="248" y="551"/>
                  <a:pt x="248" y="551"/>
                </a:cubicBezTo>
                <a:cubicBezTo>
                  <a:pt x="249" y="552"/>
                  <a:pt x="251" y="553"/>
                  <a:pt x="253" y="555"/>
                </a:cubicBezTo>
                <a:close/>
                <a:moveTo>
                  <a:pt x="253" y="719"/>
                </a:moveTo>
                <a:cubicBezTo>
                  <a:pt x="253" y="726"/>
                  <a:pt x="253" y="726"/>
                  <a:pt x="253" y="726"/>
                </a:cubicBezTo>
                <a:cubicBezTo>
                  <a:pt x="252" y="726"/>
                  <a:pt x="250" y="725"/>
                  <a:pt x="248" y="724"/>
                </a:cubicBezTo>
                <a:cubicBezTo>
                  <a:pt x="248" y="717"/>
                  <a:pt x="248" y="717"/>
                  <a:pt x="248" y="717"/>
                </a:cubicBezTo>
                <a:cubicBezTo>
                  <a:pt x="250" y="717"/>
                  <a:pt x="251" y="718"/>
                  <a:pt x="253" y="719"/>
                </a:cubicBezTo>
                <a:close/>
                <a:moveTo>
                  <a:pt x="248" y="503"/>
                </a:moveTo>
                <a:cubicBezTo>
                  <a:pt x="248" y="497"/>
                  <a:pt x="248" y="497"/>
                  <a:pt x="248" y="497"/>
                </a:cubicBezTo>
                <a:cubicBezTo>
                  <a:pt x="248" y="497"/>
                  <a:pt x="249" y="497"/>
                  <a:pt x="249" y="497"/>
                </a:cubicBezTo>
                <a:cubicBezTo>
                  <a:pt x="249" y="499"/>
                  <a:pt x="249" y="500"/>
                  <a:pt x="250" y="502"/>
                </a:cubicBezTo>
                <a:cubicBezTo>
                  <a:pt x="249" y="502"/>
                  <a:pt x="249" y="503"/>
                  <a:pt x="248" y="503"/>
                </a:cubicBezTo>
                <a:close/>
                <a:moveTo>
                  <a:pt x="238" y="33"/>
                </a:moveTo>
                <a:cubicBezTo>
                  <a:pt x="241" y="32"/>
                  <a:pt x="245" y="31"/>
                  <a:pt x="248" y="29"/>
                </a:cubicBezTo>
                <a:cubicBezTo>
                  <a:pt x="248" y="43"/>
                  <a:pt x="248" y="43"/>
                  <a:pt x="248" y="43"/>
                </a:cubicBezTo>
                <a:cubicBezTo>
                  <a:pt x="245" y="42"/>
                  <a:pt x="241" y="42"/>
                  <a:pt x="238" y="42"/>
                </a:cubicBezTo>
                <a:cubicBezTo>
                  <a:pt x="238" y="33"/>
                  <a:pt x="238" y="33"/>
                  <a:pt x="238" y="33"/>
                </a:cubicBezTo>
                <a:close/>
                <a:moveTo>
                  <a:pt x="248" y="763"/>
                </a:moveTo>
                <a:cubicBezTo>
                  <a:pt x="248" y="763"/>
                  <a:pt x="248" y="763"/>
                  <a:pt x="248" y="763"/>
                </a:cubicBezTo>
                <a:cubicBezTo>
                  <a:pt x="245" y="762"/>
                  <a:pt x="241" y="762"/>
                  <a:pt x="238" y="760"/>
                </a:cubicBezTo>
                <a:cubicBezTo>
                  <a:pt x="238" y="753"/>
                  <a:pt x="238" y="753"/>
                  <a:pt x="238" y="753"/>
                </a:cubicBezTo>
                <a:cubicBezTo>
                  <a:pt x="241" y="753"/>
                  <a:pt x="241" y="753"/>
                  <a:pt x="241" y="753"/>
                </a:cubicBezTo>
                <a:cubicBezTo>
                  <a:pt x="240" y="745"/>
                  <a:pt x="240" y="737"/>
                  <a:pt x="238" y="729"/>
                </a:cubicBezTo>
                <a:cubicBezTo>
                  <a:pt x="238" y="711"/>
                  <a:pt x="238" y="711"/>
                  <a:pt x="238" y="711"/>
                </a:cubicBezTo>
                <a:cubicBezTo>
                  <a:pt x="239" y="713"/>
                  <a:pt x="241" y="714"/>
                  <a:pt x="242" y="715"/>
                </a:cubicBezTo>
                <a:cubicBezTo>
                  <a:pt x="244" y="716"/>
                  <a:pt x="246" y="716"/>
                  <a:pt x="248" y="717"/>
                </a:cubicBezTo>
                <a:cubicBezTo>
                  <a:pt x="248" y="724"/>
                  <a:pt x="248" y="724"/>
                  <a:pt x="248" y="724"/>
                </a:cubicBezTo>
                <a:cubicBezTo>
                  <a:pt x="248" y="724"/>
                  <a:pt x="248" y="724"/>
                  <a:pt x="248" y="724"/>
                </a:cubicBezTo>
                <a:cubicBezTo>
                  <a:pt x="248" y="727"/>
                  <a:pt x="248" y="730"/>
                  <a:pt x="248" y="733"/>
                </a:cubicBezTo>
                <a:cubicBezTo>
                  <a:pt x="248" y="763"/>
                  <a:pt x="248" y="763"/>
                  <a:pt x="248" y="763"/>
                </a:cubicBezTo>
                <a:close/>
                <a:moveTo>
                  <a:pt x="248" y="64"/>
                </a:moveTo>
                <a:cubicBezTo>
                  <a:pt x="248" y="78"/>
                  <a:pt x="248" y="78"/>
                  <a:pt x="248" y="78"/>
                </a:cubicBezTo>
                <a:cubicBezTo>
                  <a:pt x="245" y="80"/>
                  <a:pt x="241" y="83"/>
                  <a:pt x="238" y="84"/>
                </a:cubicBezTo>
                <a:cubicBezTo>
                  <a:pt x="238" y="76"/>
                  <a:pt x="238" y="76"/>
                  <a:pt x="238" y="76"/>
                </a:cubicBezTo>
                <a:cubicBezTo>
                  <a:pt x="240" y="75"/>
                  <a:pt x="241" y="74"/>
                  <a:pt x="243" y="73"/>
                </a:cubicBezTo>
                <a:cubicBezTo>
                  <a:pt x="238" y="69"/>
                  <a:pt x="238" y="69"/>
                  <a:pt x="238" y="69"/>
                </a:cubicBezTo>
                <a:cubicBezTo>
                  <a:pt x="238" y="58"/>
                  <a:pt x="238" y="58"/>
                  <a:pt x="238" y="58"/>
                </a:cubicBezTo>
                <a:cubicBezTo>
                  <a:pt x="248" y="64"/>
                  <a:pt x="248" y="64"/>
                  <a:pt x="248" y="64"/>
                </a:cubicBezTo>
                <a:close/>
                <a:moveTo>
                  <a:pt x="248" y="218"/>
                </a:moveTo>
                <a:cubicBezTo>
                  <a:pt x="248" y="224"/>
                  <a:pt x="248" y="224"/>
                  <a:pt x="248" y="224"/>
                </a:cubicBezTo>
                <a:cubicBezTo>
                  <a:pt x="247" y="225"/>
                  <a:pt x="246" y="226"/>
                  <a:pt x="245" y="227"/>
                </a:cubicBezTo>
                <a:cubicBezTo>
                  <a:pt x="248" y="228"/>
                  <a:pt x="248" y="228"/>
                  <a:pt x="248" y="228"/>
                </a:cubicBezTo>
                <a:cubicBezTo>
                  <a:pt x="248" y="235"/>
                  <a:pt x="248" y="235"/>
                  <a:pt x="248" y="235"/>
                </a:cubicBezTo>
                <a:cubicBezTo>
                  <a:pt x="244" y="234"/>
                  <a:pt x="241" y="234"/>
                  <a:pt x="238" y="235"/>
                </a:cubicBezTo>
                <a:cubicBezTo>
                  <a:pt x="238" y="226"/>
                  <a:pt x="238" y="226"/>
                  <a:pt x="238" y="226"/>
                </a:cubicBezTo>
                <a:cubicBezTo>
                  <a:pt x="241" y="223"/>
                  <a:pt x="245" y="220"/>
                  <a:pt x="248" y="218"/>
                </a:cubicBezTo>
                <a:close/>
                <a:moveTo>
                  <a:pt x="248" y="245"/>
                </a:moveTo>
                <a:cubicBezTo>
                  <a:pt x="248" y="253"/>
                  <a:pt x="248" y="253"/>
                  <a:pt x="248" y="253"/>
                </a:cubicBezTo>
                <a:cubicBezTo>
                  <a:pt x="245" y="258"/>
                  <a:pt x="241" y="259"/>
                  <a:pt x="247" y="265"/>
                </a:cubicBezTo>
                <a:cubicBezTo>
                  <a:pt x="247" y="264"/>
                  <a:pt x="248" y="264"/>
                  <a:pt x="248" y="263"/>
                </a:cubicBezTo>
                <a:cubicBezTo>
                  <a:pt x="248" y="273"/>
                  <a:pt x="248" y="273"/>
                  <a:pt x="248" y="273"/>
                </a:cubicBezTo>
                <a:cubicBezTo>
                  <a:pt x="245" y="269"/>
                  <a:pt x="242" y="266"/>
                  <a:pt x="241" y="263"/>
                </a:cubicBezTo>
                <a:cubicBezTo>
                  <a:pt x="240" y="263"/>
                  <a:pt x="239" y="263"/>
                  <a:pt x="238" y="263"/>
                </a:cubicBezTo>
                <a:cubicBezTo>
                  <a:pt x="238" y="257"/>
                  <a:pt x="238" y="257"/>
                  <a:pt x="238" y="257"/>
                </a:cubicBezTo>
                <a:cubicBezTo>
                  <a:pt x="240" y="256"/>
                  <a:pt x="241" y="254"/>
                  <a:pt x="243" y="252"/>
                </a:cubicBezTo>
                <a:cubicBezTo>
                  <a:pt x="241" y="251"/>
                  <a:pt x="240" y="251"/>
                  <a:pt x="238" y="250"/>
                </a:cubicBezTo>
                <a:cubicBezTo>
                  <a:pt x="238" y="243"/>
                  <a:pt x="238" y="243"/>
                  <a:pt x="238" y="243"/>
                </a:cubicBezTo>
                <a:cubicBezTo>
                  <a:pt x="243" y="245"/>
                  <a:pt x="243" y="245"/>
                  <a:pt x="243" y="245"/>
                </a:cubicBezTo>
                <a:cubicBezTo>
                  <a:pt x="245" y="245"/>
                  <a:pt x="247" y="245"/>
                  <a:pt x="248" y="245"/>
                </a:cubicBezTo>
                <a:close/>
                <a:moveTo>
                  <a:pt x="248" y="302"/>
                </a:moveTo>
                <a:cubicBezTo>
                  <a:pt x="248" y="321"/>
                  <a:pt x="248" y="321"/>
                  <a:pt x="248" y="321"/>
                </a:cubicBezTo>
                <a:cubicBezTo>
                  <a:pt x="245" y="324"/>
                  <a:pt x="243" y="324"/>
                  <a:pt x="238" y="324"/>
                </a:cubicBezTo>
                <a:cubicBezTo>
                  <a:pt x="238" y="327"/>
                  <a:pt x="239" y="328"/>
                  <a:pt x="242" y="331"/>
                </a:cubicBezTo>
                <a:cubicBezTo>
                  <a:pt x="242" y="334"/>
                  <a:pt x="242" y="337"/>
                  <a:pt x="242" y="341"/>
                </a:cubicBezTo>
                <a:cubicBezTo>
                  <a:pt x="245" y="339"/>
                  <a:pt x="247" y="336"/>
                  <a:pt x="248" y="332"/>
                </a:cubicBezTo>
                <a:cubicBezTo>
                  <a:pt x="248" y="347"/>
                  <a:pt x="248" y="347"/>
                  <a:pt x="248" y="347"/>
                </a:cubicBezTo>
                <a:cubicBezTo>
                  <a:pt x="248" y="347"/>
                  <a:pt x="248" y="347"/>
                  <a:pt x="248" y="347"/>
                </a:cubicBezTo>
                <a:cubicBezTo>
                  <a:pt x="245" y="348"/>
                  <a:pt x="242" y="349"/>
                  <a:pt x="238" y="349"/>
                </a:cubicBezTo>
                <a:cubicBezTo>
                  <a:pt x="238" y="311"/>
                  <a:pt x="238" y="311"/>
                  <a:pt x="238" y="311"/>
                </a:cubicBezTo>
                <a:cubicBezTo>
                  <a:pt x="242" y="304"/>
                  <a:pt x="244" y="301"/>
                  <a:pt x="248" y="302"/>
                </a:cubicBezTo>
                <a:close/>
                <a:moveTo>
                  <a:pt x="248" y="362"/>
                </a:moveTo>
                <a:cubicBezTo>
                  <a:pt x="248" y="370"/>
                  <a:pt x="248" y="370"/>
                  <a:pt x="248" y="370"/>
                </a:cubicBezTo>
                <a:cubicBezTo>
                  <a:pt x="246" y="370"/>
                  <a:pt x="243" y="370"/>
                  <a:pt x="238" y="370"/>
                </a:cubicBezTo>
                <a:cubicBezTo>
                  <a:pt x="238" y="360"/>
                  <a:pt x="238" y="360"/>
                  <a:pt x="238" y="360"/>
                </a:cubicBezTo>
                <a:cubicBezTo>
                  <a:pt x="241" y="360"/>
                  <a:pt x="245" y="362"/>
                  <a:pt x="248" y="362"/>
                </a:cubicBezTo>
                <a:close/>
                <a:moveTo>
                  <a:pt x="248" y="390"/>
                </a:moveTo>
                <a:cubicBezTo>
                  <a:pt x="248" y="394"/>
                  <a:pt x="248" y="394"/>
                  <a:pt x="248" y="394"/>
                </a:cubicBezTo>
                <a:cubicBezTo>
                  <a:pt x="247" y="393"/>
                  <a:pt x="246" y="393"/>
                  <a:pt x="245" y="393"/>
                </a:cubicBezTo>
                <a:cubicBezTo>
                  <a:pt x="246" y="399"/>
                  <a:pt x="247" y="404"/>
                  <a:pt x="248" y="410"/>
                </a:cubicBezTo>
                <a:cubicBezTo>
                  <a:pt x="248" y="410"/>
                  <a:pt x="248" y="410"/>
                  <a:pt x="248" y="410"/>
                </a:cubicBezTo>
                <a:cubicBezTo>
                  <a:pt x="248" y="415"/>
                  <a:pt x="248" y="415"/>
                  <a:pt x="248" y="415"/>
                </a:cubicBezTo>
                <a:cubicBezTo>
                  <a:pt x="238" y="415"/>
                  <a:pt x="238" y="415"/>
                  <a:pt x="238" y="415"/>
                </a:cubicBezTo>
                <a:cubicBezTo>
                  <a:pt x="238" y="411"/>
                  <a:pt x="238" y="411"/>
                  <a:pt x="238" y="411"/>
                </a:cubicBezTo>
                <a:cubicBezTo>
                  <a:pt x="240" y="411"/>
                  <a:pt x="242" y="410"/>
                  <a:pt x="244" y="410"/>
                </a:cubicBezTo>
                <a:cubicBezTo>
                  <a:pt x="243" y="405"/>
                  <a:pt x="242" y="400"/>
                  <a:pt x="241" y="395"/>
                </a:cubicBezTo>
                <a:cubicBezTo>
                  <a:pt x="240" y="395"/>
                  <a:pt x="239" y="394"/>
                  <a:pt x="238" y="394"/>
                </a:cubicBezTo>
                <a:cubicBezTo>
                  <a:pt x="238" y="390"/>
                  <a:pt x="238" y="390"/>
                  <a:pt x="238" y="390"/>
                </a:cubicBezTo>
                <a:cubicBezTo>
                  <a:pt x="248" y="390"/>
                  <a:pt x="248" y="390"/>
                  <a:pt x="248" y="390"/>
                </a:cubicBezTo>
                <a:close/>
                <a:moveTo>
                  <a:pt x="248" y="439"/>
                </a:moveTo>
                <a:cubicBezTo>
                  <a:pt x="248" y="456"/>
                  <a:pt x="248" y="456"/>
                  <a:pt x="248" y="456"/>
                </a:cubicBezTo>
                <a:cubicBezTo>
                  <a:pt x="246" y="458"/>
                  <a:pt x="243" y="461"/>
                  <a:pt x="238" y="467"/>
                </a:cubicBezTo>
                <a:cubicBezTo>
                  <a:pt x="241" y="472"/>
                  <a:pt x="243" y="476"/>
                  <a:pt x="248" y="478"/>
                </a:cubicBezTo>
                <a:cubicBezTo>
                  <a:pt x="247" y="476"/>
                  <a:pt x="245" y="473"/>
                  <a:pt x="244" y="470"/>
                </a:cubicBezTo>
                <a:cubicBezTo>
                  <a:pt x="244" y="470"/>
                  <a:pt x="245" y="469"/>
                  <a:pt x="245" y="468"/>
                </a:cubicBezTo>
                <a:cubicBezTo>
                  <a:pt x="246" y="468"/>
                  <a:pt x="247" y="468"/>
                  <a:pt x="248" y="468"/>
                </a:cubicBezTo>
                <a:cubicBezTo>
                  <a:pt x="248" y="468"/>
                  <a:pt x="248" y="468"/>
                  <a:pt x="248" y="468"/>
                </a:cubicBezTo>
                <a:cubicBezTo>
                  <a:pt x="248" y="493"/>
                  <a:pt x="248" y="493"/>
                  <a:pt x="248" y="493"/>
                </a:cubicBezTo>
                <a:cubicBezTo>
                  <a:pt x="247" y="493"/>
                  <a:pt x="246" y="493"/>
                  <a:pt x="245" y="492"/>
                </a:cubicBezTo>
                <a:cubicBezTo>
                  <a:pt x="246" y="495"/>
                  <a:pt x="246" y="496"/>
                  <a:pt x="248" y="497"/>
                </a:cubicBezTo>
                <a:cubicBezTo>
                  <a:pt x="248" y="503"/>
                  <a:pt x="248" y="503"/>
                  <a:pt x="248" y="503"/>
                </a:cubicBezTo>
                <a:cubicBezTo>
                  <a:pt x="247" y="503"/>
                  <a:pt x="246" y="503"/>
                  <a:pt x="245" y="504"/>
                </a:cubicBezTo>
                <a:cubicBezTo>
                  <a:pt x="242" y="501"/>
                  <a:pt x="240" y="500"/>
                  <a:pt x="238" y="500"/>
                </a:cubicBezTo>
                <a:cubicBezTo>
                  <a:pt x="238" y="486"/>
                  <a:pt x="238" y="486"/>
                  <a:pt x="238" y="486"/>
                </a:cubicBezTo>
                <a:cubicBezTo>
                  <a:pt x="239" y="486"/>
                  <a:pt x="240" y="486"/>
                  <a:pt x="241" y="487"/>
                </a:cubicBezTo>
                <a:cubicBezTo>
                  <a:pt x="241" y="485"/>
                  <a:pt x="240" y="482"/>
                  <a:pt x="240" y="480"/>
                </a:cubicBezTo>
                <a:cubicBezTo>
                  <a:pt x="238" y="480"/>
                  <a:pt x="238" y="480"/>
                  <a:pt x="238" y="480"/>
                </a:cubicBezTo>
                <a:cubicBezTo>
                  <a:pt x="238" y="455"/>
                  <a:pt x="238" y="455"/>
                  <a:pt x="238" y="455"/>
                </a:cubicBezTo>
                <a:cubicBezTo>
                  <a:pt x="240" y="453"/>
                  <a:pt x="242" y="451"/>
                  <a:pt x="244" y="447"/>
                </a:cubicBezTo>
                <a:cubicBezTo>
                  <a:pt x="242" y="447"/>
                  <a:pt x="240" y="446"/>
                  <a:pt x="238" y="446"/>
                </a:cubicBezTo>
                <a:cubicBezTo>
                  <a:pt x="238" y="439"/>
                  <a:pt x="238" y="439"/>
                  <a:pt x="238" y="439"/>
                </a:cubicBezTo>
                <a:cubicBezTo>
                  <a:pt x="243" y="439"/>
                  <a:pt x="246" y="439"/>
                  <a:pt x="248" y="439"/>
                </a:cubicBezTo>
                <a:close/>
                <a:moveTo>
                  <a:pt x="248" y="534"/>
                </a:moveTo>
                <a:cubicBezTo>
                  <a:pt x="248" y="544"/>
                  <a:pt x="248" y="544"/>
                  <a:pt x="248" y="544"/>
                </a:cubicBezTo>
                <a:cubicBezTo>
                  <a:pt x="247" y="544"/>
                  <a:pt x="245" y="543"/>
                  <a:pt x="243" y="543"/>
                </a:cubicBezTo>
                <a:cubicBezTo>
                  <a:pt x="245" y="548"/>
                  <a:pt x="246" y="549"/>
                  <a:pt x="248" y="551"/>
                </a:cubicBezTo>
                <a:cubicBezTo>
                  <a:pt x="248" y="557"/>
                  <a:pt x="248" y="557"/>
                  <a:pt x="248" y="557"/>
                </a:cubicBezTo>
                <a:cubicBezTo>
                  <a:pt x="247" y="556"/>
                  <a:pt x="247" y="555"/>
                  <a:pt x="246" y="554"/>
                </a:cubicBezTo>
                <a:cubicBezTo>
                  <a:pt x="243" y="567"/>
                  <a:pt x="240" y="572"/>
                  <a:pt x="248" y="580"/>
                </a:cubicBezTo>
                <a:cubicBezTo>
                  <a:pt x="248" y="586"/>
                  <a:pt x="248" y="586"/>
                  <a:pt x="248" y="586"/>
                </a:cubicBezTo>
                <a:cubicBezTo>
                  <a:pt x="245" y="584"/>
                  <a:pt x="241" y="580"/>
                  <a:pt x="238" y="577"/>
                </a:cubicBezTo>
                <a:cubicBezTo>
                  <a:pt x="238" y="563"/>
                  <a:pt x="238" y="563"/>
                  <a:pt x="238" y="563"/>
                </a:cubicBezTo>
                <a:cubicBezTo>
                  <a:pt x="239" y="557"/>
                  <a:pt x="241" y="551"/>
                  <a:pt x="238" y="547"/>
                </a:cubicBezTo>
                <a:cubicBezTo>
                  <a:pt x="238" y="539"/>
                  <a:pt x="238" y="539"/>
                  <a:pt x="238" y="539"/>
                </a:cubicBezTo>
                <a:cubicBezTo>
                  <a:pt x="238" y="540"/>
                  <a:pt x="239" y="540"/>
                  <a:pt x="240" y="540"/>
                </a:cubicBezTo>
                <a:cubicBezTo>
                  <a:pt x="242" y="539"/>
                  <a:pt x="245" y="537"/>
                  <a:pt x="248" y="534"/>
                </a:cubicBezTo>
                <a:close/>
                <a:moveTo>
                  <a:pt x="230" y="37"/>
                </a:moveTo>
                <a:cubicBezTo>
                  <a:pt x="232" y="36"/>
                  <a:pt x="235" y="35"/>
                  <a:pt x="238" y="33"/>
                </a:cubicBezTo>
                <a:cubicBezTo>
                  <a:pt x="238" y="42"/>
                  <a:pt x="238" y="42"/>
                  <a:pt x="238" y="42"/>
                </a:cubicBezTo>
                <a:cubicBezTo>
                  <a:pt x="235" y="42"/>
                  <a:pt x="232" y="43"/>
                  <a:pt x="230" y="45"/>
                </a:cubicBezTo>
                <a:cubicBezTo>
                  <a:pt x="230" y="37"/>
                  <a:pt x="230" y="37"/>
                  <a:pt x="230" y="37"/>
                </a:cubicBezTo>
                <a:close/>
                <a:moveTo>
                  <a:pt x="238" y="760"/>
                </a:moveTo>
                <a:cubicBezTo>
                  <a:pt x="235" y="760"/>
                  <a:pt x="232" y="759"/>
                  <a:pt x="230" y="757"/>
                </a:cubicBezTo>
                <a:cubicBezTo>
                  <a:pt x="230" y="749"/>
                  <a:pt x="230" y="749"/>
                  <a:pt x="230" y="749"/>
                </a:cubicBezTo>
                <a:cubicBezTo>
                  <a:pt x="232" y="750"/>
                  <a:pt x="234" y="751"/>
                  <a:pt x="237" y="753"/>
                </a:cubicBezTo>
                <a:cubicBezTo>
                  <a:pt x="238" y="753"/>
                  <a:pt x="238" y="753"/>
                  <a:pt x="238" y="753"/>
                </a:cubicBezTo>
                <a:cubicBezTo>
                  <a:pt x="238" y="760"/>
                  <a:pt x="238" y="760"/>
                  <a:pt x="238" y="760"/>
                </a:cubicBezTo>
                <a:close/>
                <a:moveTo>
                  <a:pt x="238" y="58"/>
                </a:moveTo>
                <a:cubicBezTo>
                  <a:pt x="238" y="69"/>
                  <a:pt x="238" y="69"/>
                  <a:pt x="238" y="69"/>
                </a:cubicBezTo>
                <a:cubicBezTo>
                  <a:pt x="230" y="63"/>
                  <a:pt x="230" y="63"/>
                  <a:pt x="230" y="63"/>
                </a:cubicBezTo>
                <a:cubicBezTo>
                  <a:pt x="230" y="53"/>
                  <a:pt x="230" y="53"/>
                  <a:pt x="230" y="53"/>
                </a:cubicBezTo>
                <a:cubicBezTo>
                  <a:pt x="238" y="58"/>
                  <a:pt x="238" y="58"/>
                  <a:pt x="238" y="58"/>
                </a:cubicBezTo>
                <a:close/>
                <a:moveTo>
                  <a:pt x="238" y="76"/>
                </a:moveTo>
                <a:cubicBezTo>
                  <a:pt x="238" y="84"/>
                  <a:pt x="238" y="84"/>
                  <a:pt x="238" y="84"/>
                </a:cubicBezTo>
                <a:cubicBezTo>
                  <a:pt x="235" y="86"/>
                  <a:pt x="233" y="87"/>
                  <a:pt x="230" y="88"/>
                </a:cubicBezTo>
                <a:cubicBezTo>
                  <a:pt x="230" y="79"/>
                  <a:pt x="230" y="79"/>
                  <a:pt x="230" y="79"/>
                </a:cubicBezTo>
                <a:cubicBezTo>
                  <a:pt x="232" y="78"/>
                  <a:pt x="235" y="77"/>
                  <a:pt x="238" y="76"/>
                </a:cubicBezTo>
                <a:close/>
                <a:moveTo>
                  <a:pt x="238" y="226"/>
                </a:moveTo>
                <a:cubicBezTo>
                  <a:pt x="238" y="235"/>
                  <a:pt x="238" y="235"/>
                  <a:pt x="238" y="235"/>
                </a:cubicBezTo>
                <a:cubicBezTo>
                  <a:pt x="236" y="236"/>
                  <a:pt x="233" y="238"/>
                  <a:pt x="230" y="241"/>
                </a:cubicBezTo>
                <a:cubicBezTo>
                  <a:pt x="230" y="233"/>
                  <a:pt x="230" y="233"/>
                  <a:pt x="230" y="233"/>
                </a:cubicBezTo>
                <a:cubicBezTo>
                  <a:pt x="232" y="230"/>
                  <a:pt x="235" y="228"/>
                  <a:pt x="238" y="226"/>
                </a:cubicBezTo>
                <a:close/>
                <a:moveTo>
                  <a:pt x="238" y="243"/>
                </a:moveTo>
                <a:cubicBezTo>
                  <a:pt x="238" y="250"/>
                  <a:pt x="238" y="250"/>
                  <a:pt x="238" y="250"/>
                </a:cubicBezTo>
                <a:cubicBezTo>
                  <a:pt x="235" y="249"/>
                  <a:pt x="232" y="248"/>
                  <a:pt x="230" y="248"/>
                </a:cubicBezTo>
                <a:cubicBezTo>
                  <a:pt x="230" y="241"/>
                  <a:pt x="230" y="241"/>
                  <a:pt x="230" y="241"/>
                </a:cubicBezTo>
                <a:cubicBezTo>
                  <a:pt x="232" y="242"/>
                  <a:pt x="235" y="243"/>
                  <a:pt x="238" y="243"/>
                </a:cubicBezTo>
                <a:close/>
                <a:moveTo>
                  <a:pt x="238" y="257"/>
                </a:moveTo>
                <a:cubicBezTo>
                  <a:pt x="238" y="263"/>
                  <a:pt x="238" y="263"/>
                  <a:pt x="238" y="263"/>
                </a:cubicBezTo>
                <a:cubicBezTo>
                  <a:pt x="238" y="264"/>
                  <a:pt x="237" y="264"/>
                  <a:pt x="237" y="264"/>
                </a:cubicBezTo>
                <a:cubicBezTo>
                  <a:pt x="236" y="266"/>
                  <a:pt x="233" y="271"/>
                  <a:pt x="230" y="276"/>
                </a:cubicBezTo>
                <a:cubicBezTo>
                  <a:pt x="230" y="266"/>
                  <a:pt x="230" y="266"/>
                  <a:pt x="230" y="266"/>
                </a:cubicBezTo>
                <a:cubicBezTo>
                  <a:pt x="230" y="266"/>
                  <a:pt x="230" y="266"/>
                  <a:pt x="230" y="265"/>
                </a:cubicBezTo>
                <a:cubicBezTo>
                  <a:pt x="230" y="265"/>
                  <a:pt x="230" y="265"/>
                  <a:pt x="230" y="265"/>
                </a:cubicBezTo>
                <a:cubicBezTo>
                  <a:pt x="230" y="259"/>
                  <a:pt x="230" y="259"/>
                  <a:pt x="230" y="259"/>
                </a:cubicBezTo>
                <a:cubicBezTo>
                  <a:pt x="232" y="259"/>
                  <a:pt x="232" y="259"/>
                  <a:pt x="232" y="259"/>
                </a:cubicBezTo>
                <a:cubicBezTo>
                  <a:pt x="234" y="258"/>
                  <a:pt x="236" y="258"/>
                  <a:pt x="238" y="257"/>
                </a:cubicBezTo>
                <a:close/>
                <a:moveTo>
                  <a:pt x="238" y="311"/>
                </a:moveTo>
                <a:cubicBezTo>
                  <a:pt x="238" y="349"/>
                  <a:pt x="238" y="349"/>
                  <a:pt x="238" y="349"/>
                </a:cubicBezTo>
                <a:cubicBezTo>
                  <a:pt x="235" y="349"/>
                  <a:pt x="232" y="349"/>
                  <a:pt x="230" y="348"/>
                </a:cubicBezTo>
                <a:cubicBezTo>
                  <a:pt x="230" y="299"/>
                  <a:pt x="230" y="299"/>
                  <a:pt x="230" y="299"/>
                </a:cubicBezTo>
                <a:cubicBezTo>
                  <a:pt x="232" y="299"/>
                  <a:pt x="233" y="299"/>
                  <a:pt x="235" y="299"/>
                </a:cubicBezTo>
                <a:cubicBezTo>
                  <a:pt x="234" y="304"/>
                  <a:pt x="230" y="312"/>
                  <a:pt x="230" y="316"/>
                </a:cubicBezTo>
                <a:cubicBezTo>
                  <a:pt x="232" y="316"/>
                  <a:pt x="233" y="316"/>
                  <a:pt x="235" y="316"/>
                </a:cubicBezTo>
                <a:cubicBezTo>
                  <a:pt x="236" y="314"/>
                  <a:pt x="237" y="312"/>
                  <a:pt x="238" y="311"/>
                </a:cubicBezTo>
                <a:close/>
                <a:moveTo>
                  <a:pt x="238" y="360"/>
                </a:moveTo>
                <a:cubicBezTo>
                  <a:pt x="238" y="370"/>
                  <a:pt x="238" y="370"/>
                  <a:pt x="238" y="370"/>
                </a:cubicBezTo>
                <a:cubicBezTo>
                  <a:pt x="237" y="370"/>
                  <a:pt x="237" y="370"/>
                  <a:pt x="236" y="370"/>
                </a:cubicBezTo>
                <a:cubicBezTo>
                  <a:pt x="236" y="373"/>
                  <a:pt x="236" y="375"/>
                  <a:pt x="236" y="378"/>
                </a:cubicBezTo>
                <a:cubicBezTo>
                  <a:pt x="230" y="378"/>
                  <a:pt x="230" y="378"/>
                  <a:pt x="230" y="378"/>
                </a:cubicBezTo>
                <a:cubicBezTo>
                  <a:pt x="230" y="358"/>
                  <a:pt x="230" y="358"/>
                  <a:pt x="230" y="358"/>
                </a:cubicBezTo>
                <a:cubicBezTo>
                  <a:pt x="232" y="359"/>
                  <a:pt x="235" y="359"/>
                  <a:pt x="238" y="360"/>
                </a:cubicBezTo>
                <a:close/>
                <a:moveTo>
                  <a:pt x="238" y="390"/>
                </a:moveTo>
                <a:cubicBezTo>
                  <a:pt x="238" y="394"/>
                  <a:pt x="238" y="394"/>
                  <a:pt x="238" y="394"/>
                </a:cubicBezTo>
                <a:cubicBezTo>
                  <a:pt x="236" y="394"/>
                  <a:pt x="234" y="394"/>
                  <a:pt x="232" y="394"/>
                </a:cubicBezTo>
                <a:cubicBezTo>
                  <a:pt x="236" y="409"/>
                  <a:pt x="236" y="409"/>
                  <a:pt x="237" y="411"/>
                </a:cubicBezTo>
                <a:cubicBezTo>
                  <a:pt x="238" y="411"/>
                  <a:pt x="238" y="411"/>
                  <a:pt x="238" y="411"/>
                </a:cubicBezTo>
                <a:cubicBezTo>
                  <a:pt x="238" y="415"/>
                  <a:pt x="238" y="415"/>
                  <a:pt x="238" y="415"/>
                </a:cubicBezTo>
                <a:cubicBezTo>
                  <a:pt x="230" y="415"/>
                  <a:pt x="230" y="415"/>
                  <a:pt x="230" y="415"/>
                </a:cubicBezTo>
                <a:cubicBezTo>
                  <a:pt x="230" y="411"/>
                  <a:pt x="230" y="411"/>
                  <a:pt x="230" y="411"/>
                </a:cubicBezTo>
                <a:cubicBezTo>
                  <a:pt x="232" y="411"/>
                  <a:pt x="232" y="411"/>
                  <a:pt x="232" y="411"/>
                </a:cubicBezTo>
                <a:cubicBezTo>
                  <a:pt x="230" y="406"/>
                  <a:pt x="230" y="403"/>
                  <a:pt x="230" y="400"/>
                </a:cubicBezTo>
                <a:cubicBezTo>
                  <a:pt x="230" y="390"/>
                  <a:pt x="230" y="390"/>
                  <a:pt x="230" y="390"/>
                </a:cubicBezTo>
                <a:cubicBezTo>
                  <a:pt x="238" y="390"/>
                  <a:pt x="238" y="390"/>
                  <a:pt x="238" y="390"/>
                </a:cubicBezTo>
                <a:close/>
                <a:moveTo>
                  <a:pt x="238" y="439"/>
                </a:moveTo>
                <a:cubicBezTo>
                  <a:pt x="238" y="446"/>
                  <a:pt x="238" y="446"/>
                  <a:pt x="238" y="446"/>
                </a:cubicBezTo>
                <a:cubicBezTo>
                  <a:pt x="236" y="445"/>
                  <a:pt x="234" y="445"/>
                  <a:pt x="232" y="444"/>
                </a:cubicBezTo>
                <a:cubicBezTo>
                  <a:pt x="232" y="440"/>
                  <a:pt x="232" y="440"/>
                  <a:pt x="234" y="439"/>
                </a:cubicBezTo>
                <a:cubicBezTo>
                  <a:pt x="235" y="439"/>
                  <a:pt x="236" y="439"/>
                  <a:pt x="238" y="439"/>
                </a:cubicBezTo>
                <a:close/>
                <a:moveTo>
                  <a:pt x="238" y="455"/>
                </a:moveTo>
                <a:cubicBezTo>
                  <a:pt x="238" y="480"/>
                  <a:pt x="238" y="480"/>
                  <a:pt x="238" y="480"/>
                </a:cubicBezTo>
                <a:cubicBezTo>
                  <a:pt x="237" y="480"/>
                  <a:pt x="237" y="480"/>
                  <a:pt x="237" y="480"/>
                </a:cubicBezTo>
                <a:cubicBezTo>
                  <a:pt x="236" y="477"/>
                  <a:pt x="236" y="477"/>
                  <a:pt x="232" y="474"/>
                </a:cubicBezTo>
                <a:cubicBezTo>
                  <a:pt x="231" y="474"/>
                  <a:pt x="230" y="474"/>
                  <a:pt x="230" y="475"/>
                </a:cubicBezTo>
                <a:cubicBezTo>
                  <a:pt x="230" y="455"/>
                  <a:pt x="230" y="455"/>
                  <a:pt x="230" y="455"/>
                </a:cubicBezTo>
                <a:cubicBezTo>
                  <a:pt x="230" y="457"/>
                  <a:pt x="231" y="458"/>
                  <a:pt x="232" y="459"/>
                </a:cubicBezTo>
                <a:cubicBezTo>
                  <a:pt x="234" y="457"/>
                  <a:pt x="236" y="456"/>
                  <a:pt x="238" y="455"/>
                </a:cubicBezTo>
                <a:close/>
                <a:moveTo>
                  <a:pt x="238" y="486"/>
                </a:moveTo>
                <a:cubicBezTo>
                  <a:pt x="238" y="500"/>
                  <a:pt x="238" y="500"/>
                  <a:pt x="238" y="500"/>
                </a:cubicBezTo>
                <a:cubicBezTo>
                  <a:pt x="235" y="499"/>
                  <a:pt x="233" y="499"/>
                  <a:pt x="230" y="499"/>
                </a:cubicBezTo>
                <a:cubicBezTo>
                  <a:pt x="230" y="484"/>
                  <a:pt x="230" y="484"/>
                  <a:pt x="230" y="484"/>
                </a:cubicBezTo>
                <a:cubicBezTo>
                  <a:pt x="230" y="484"/>
                  <a:pt x="232" y="483"/>
                  <a:pt x="233" y="483"/>
                </a:cubicBezTo>
                <a:cubicBezTo>
                  <a:pt x="235" y="485"/>
                  <a:pt x="236" y="486"/>
                  <a:pt x="238" y="486"/>
                </a:cubicBezTo>
                <a:close/>
                <a:moveTo>
                  <a:pt x="238" y="539"/>
                </a:moveTo>
                <a:cubicBezTo>
                  <a:pt x="238" y="547"/>
                  <a:pt x="238" y="547"/>
                  <a:pt x="238" y="547"/>
                </a:cubicBezTo>
                <a:cubicBezTo>
                  <a:pt x="237" y="545"/>
                  <a:pt x="235" y="543"/>
                  <a:pt x="233" y="542"/>
                </a:cubicBezTo>
                <a:cubicBezTo>
                  <a:pt x="232" y="546"/>
                  <a:pt x="230" y="548"/>
                  <a:pt x="230" y="551"/>
                </a:cubicBezTo>
                <a:cubicBezTo>
                  <a:pt x="230" y="529"/>
                  <a:pt x="230" y="529"/>
                  <a:pt x="230" y="529"/>
                </a:cubicBezTo>
                <a:cubicBezTo>
                  <a:pt x="230" y="529"/>
                  <a:pt x="230" y="529"/>
                  <a:pt x="231" y="530"/>
                </a:cubicBezTo>
                <a:cubicBezTo>
                  <a:pt x="233" y="536"/>
                  <a:pt x="234" y="536"/>
                  <a:pt x="238" y="539"/>
                </a:cubicBezTo>
                <a:close/>
                <a:moveTo>
                  <a:pt x="238" y="563"/>
                </a:moveTo>
                <a:cubicBezTo>
                  <a:pt x="238" y="577"/>
                  <a:pt x="238" y="577"/>
                  <a:pt x="238" y="577"/>
                </a:cubicBezTo>
                <a:cubicBezTo>
                  <a:pt x="235" y="575"/>
                  <a:pt x="232" y="572"/>
                  <a:pt x="230" y="569"/>
                </a:cubicBezTo>
                <a:cubicBezTo>
                  <a:pt x="230" y="561"/>
                  <a:pt x="230" y="561"/>
                  <a:pt x="230" y="561"/>
                </a:cubicBezTo>
                <a:cubicBezTo>
                  <a:pt x="230" y="563"/>
                  <a:pt x="232" y="565"/>
                  <a:pt x="234" y="569"/>
                </a:cubicBezTo>
                <a:cubicBezTo>
                  <a:pt x="235" y="568"/>
                  <a:pt x="236" y="568"/>
                  <a:pt x="236" y="568"/>
                </a:cubicBezTo>
                <a:cubicBezTo>
                  <a:pt x="237" y="566"/>
                  <a:pt x="237" y="565"/>
                  <a:pt x="238" y="563"/>
                </a:cubicBezTo>
                <a:close/>
                <a:moveTo>
                  <a:pt x="238" y="711"/>
                </a:moveTo>
                <a:cubicBezTo>
                  <a:pt x="238" y="729"/>
                  <a:pt x="238" y="729"/>
                  <a:pt x="238" y="729"/>
                </a:cubicBezTo>
                <a:cubicBezTo>
                  <a:pt x="237" y="724"/>
                  <a:pt x="235" y="720"/>
                  <a:pt x="233" y="716"/>
                </a:cubicBezTo>
                <a:cubicBezTo>
                  <a:pt x="232" y="716"/>
                  <a:pt x="231" y="715"/>
                  <a:pt x="230" y="715"/>
                </a:cubicBezTo>
                <a:cubicBezTo>
                  <a:pt x="230" y="706"/>
                  <a:pt x="230" y="706"/>
                  <a:pt x="230" y="706"/>
                </a:cubicBezTo>
                <a:cubicBezTo>
                  <a:pt x="232" y="707"/>
                  <a:pt x="235" y="709"/>
                  <a:pt x="238" y="711"/>
                </a:cubicBezTo>
                <a:close/>
                <a:moveTo>
                  <a:pt x="230" y="173"/>
                </a:moveTo>
                <a:cubicBezTo>
                  <a:pt x="230" y="167"/>
                  <a:pt x="230" y="167"/>
                  <a:pt x="230" y="167"/>
                </a:cubicBezTo>
                <a:cubicBezTo>
                  <a:pt x="230" y="169"/>
                  <a:pt x="231" y="170"/>
                  <a:pt x="231" y="172"/>
                </a:cubicBezTo>
                <a:cubicBezTo>
                  <a:pt x="230" y="173"/>
                  <a:pt x="230" y="173"/>
                  <a:pt x="230" y="173"/>
                </a:cubicBezTo>
                <a:close/>
                <a:moveTo>
                  <a:pt x="222" y="42"/>
                </a:moveTo>
                <a:cubicBezTo>
                  <a:pt x="224" y="40"/>
                  <a:pt x="227" y="39"/>
                  <a:pt x="230" y="37"/>
                </a:cubicBezTo>
                <a:cubicBezTo>
                  <a:pt x="230" y="45"/>
                  <a:pt x="230" y="45"/>
                  <a:pt x="230" y="45"/>
                </a:cubicBezTo>
                <a:cubicBezTo>
                  <a:pt x="228" y="46"/>
                  <a:pt x="226" y="47"/>
                  <a:pt x="224" y="49"/>
                </a:cubicBezTo>
                <a:cubicBezTo>
                  <a:pt x="230" y="53"/>
                  <a:pt x="230" y="53"/>
                  <a:pt x="230" y="53"/>
                </a:cubicBezTo>
                <a:cubicBezTo>
                  <a:pt x="230" y="63"/>
                  <a:pt x="230" y="63"/>
                  <a:pt x="230" y="63"/>
                </a:cubicBezTo>
                <a:cubicBezTo>
                  <a:pt x="229" y="62"/>
                  <a:pt x="229" y="62"/>
                  <a:pt x="229" y="62"/>
                </a:cubicBezTo>
                <a:cubicBezTo>
                  <a:pt x="226" y="61"/>
                  <a:pt x="224" y="60"/>
                  <a:pt x="222" y="59"/>
                </a:cubicBezTo>
                <a:cubicBezTo>
                  <a:pt x="222" y="42"/>
                  <a:pt x="222" y="42"/>
                  <a:pt x="222" y="42"/>
                </a:cubicBezTo>
                <a:close/>
                <a:moveTo>
                  <a:pt x="230" y="757"/>
                </a:moveTo>
                <a:cubicBezTo>
                  <a:pt x="227" y="756"/>
                  <a:pt x="224" y="755"/>
                  <a:pt x="222" y="753"/>
                </a:cubicBezTo>
                <a:cubicBezTo>
                  <a:pt x="222" y="740"/>
                  <a:pt x="222" y="740"/>
                  <a:pt x="222" y="740"/>
                </a:cubicBezTo>
                <a:cubicBezTo>
                  <a:pt x="223" y="743"/>
                  <a:pt x="226" y="745"/>
                  <a:pt x="230" y="749"/>
                </a:cubicBezTo>
                <a:cubicBezTo>
                  <a:pt x="230" y="757"/>
                  <a:pt x="230" y="757"/>
                  <a:pt x="230" y="757"/>
                </a:cubicBezTo>
                <a:close/>
                <a:moveTo>
                  <a:pt x="230" y="79"/>
                </a:moveTo>
                <a:cubicBezTo>
                  <a:pt x="230" y="88"/>
                  <a:pt x="230" y="88"/>
                  <a:pt x="230" y="88"/>
                </a:cubicBezTo>
                <a:cubicBezTo>
                  <a:pt x="228" y="88"/>
                  <a:pt x="226" y="89"/>
                  <a:pt x="224" y="89"/>
                </a:cubicBezTo>
                <a:cubicBezTo>
                  <a:pt x="223" y="91"/>
                  <a:pt x="222" y="91"/>
                  <a:pt x="222" y="92"/>
                </a:cubicBezTo>
                <a:cubicBezTo>
                  <a:pt x="222" y="80"/>
                  <a:pt x="222" y="80"/>
                  <a:pt x="222" y="80"/>
                </a:cubicBezTo>
                <a:cubicBezTo>
                  <a:pt x="223" y="80"/>
                  <a:pt x="223" y="80"/>
                  <a:pt x="223" y="80"/>
                </a:cubicBezTo>
                <a:cubicBezTo>
                  <a:pt x="226" y="80"/>
                  <a:pt x="228" y="80"/>
                  <a:pt x="230" y="79"/>
                </a:cubicBezTo>
                <a:close/>
                <a:moveTo>
                  <a:pt x="230" y="167"/>
                </a:moveTo>
                <a:cubicBezTo>
                  <a:pt x="230" y="173"/>
                  <a:pt x="230" y="173"/>
                  <a:pt x="230" y="173"/>
                </a:cubicBezTo>
                <a:cubicBezTo>
                  <a:pt x="228" y="175"/>
                  <a:pt x="226" y="175"/>
                  <a:pt x="223" y="175"/>
                </a:cubicBezTo>
                <a:cubicBezTo>
                  <a:pt x="222" y="174"/>
                  <a:pt x="222" y="174"/>
                  <a:pt x="222" y="173"/>
                </a:cubicBezTo>
                <a:cubicBezTo>
                  <a:pt x="222" y="155"/>
                  <a:pt x="222" y="155"/>
                  <a:pt x="222" y="155"/>
                </a:cubicBezTo>
                <a:cubicBezTo>
                  <a:pt x="224" y="159"/>
                  <a:pt x="228" y="163"/>
                  <a:pt x="230" y="167"/>
                </a:cubicBezTo>
                <a:close/>
                <a:moveTo>
                  <a:pt x="230" y="233"/>
                </a:moveTo>
                <a:cubicBezTo>
                  <a:pt x="230" y="241"/>
                  <a:pt x="230" y="241"/>
                  <a:pt x="230" y="241"/>
                </a:cubicBezTo>
                <a:cubicBezTo>
                  <a:pt x="229" y="241"/>
                  <a:pt x="229" y="241"/>
                  <a:pt x="229" y="241"/>
                </a:cubicBezTo>
                <a:cubicBezTo>
                  <a:pt x="230" y="241"/>
                  <a:pt x="230" y="241"/>
                  <a:pt x="230" y="241"/>
                </a:cubicBezTo>
                <a:cubicBezTo>
                  <a:pt x="230" y="248"/>
                  <a:pt x="230" y="248"/>
                  <a:pt x="230" y="248"/>
                </a:cubicBezTo>
                <a:cubicBezTo>
                  <a:pt x="227" y="248"/>
                  <a:pt x="224" y="248"/>
                  <a:pt x="222" y="250"/>
                </a:cubicBezTo>
                <a:cubicBezTo>
                  <a:pt x="222" y="243"/>
                  <a:pt x="222" y="243"/>
                  <a:pt x="222" y="243"/>
                </a:cubicBezTo>
                <a:cubicBezTo>
                  <a:pt x="225" y="239"/>
                  <a:pt x="228" y="235"/>
                  <a:pt x="229" y="233"/>
                </a:cubicBezTo>
                <a:cubicBezTo>
                  <a:pt x="230" y="233"/>
                  <a:pt x="230" y="233"/>
                  <a:pt x="230" y="233"/>
                </a:cubicBezTo>
                <a:close/>
                <a:moveTo>
                  <a:pt x="230" y="259"/>
                </a:moveTo>
                <a:cubicBezTo>
                  <a:pt x="230" y="265"/>
                  <a:pt x="230" y="265"/>
                  <a:pt x="230" y="265"/>
                </a:cubicBezTo>
                <a:cubicBezTo>
                  <a:pt x="227" y="264"/>
                  <a:pt x="224" y="264"/>
                  <a:pt x="222" y="264"/>
                </a:cubicBezTo>
                <a:cubicBezTo>
                  <a:pt x="222" y="258"/>
                  <a:pt x="222" y="258"/>
                  <a:pt x="222" y="258"/>
                </a:cubicBezTo>
                <a:cubicBezTo>
                  <a:pt x="224" y="258"/>
                  <a:pt x="227" y="258"/>
                  <a:pt x="230" y="259"/>
                </a:cubicBezTo>
                <a:close/>
                <a:moveTo>
                  <a:pt x="230" y="266"/>
                </a:moveTo>
                <a:cubicBezTo>
                  <a:pt x="230" y="276"/>
                  <a:pt x="230" y="276"/>
                  <a:pt x="230" y="276"/>
                </a:cubicBezTo>
                <a:cubicBezTo>
                  <a:pt x="227" y="280"/>
                  <a:pt x="224" y="284"/>
                  <a:pt x="222" y="287"/>
                </a:cubicBezTo>
                <a:cubicBezTo>
                  <a:pt x="222" y="273"/>
                  <a:pt x="222" y="273"/>
                  <a:pt x="222" y="273"/>
                </a:cubicBezTo>
                <a:cubicBezTo>
                  <a:pt x="225" y="273"/>
                  <a:pt x="228" y="271"/>
                  <a:pt x="230" y="266"/>
                </a:cubicBezTo>
                <a:close/>
                <a:moveTo>
                  <a:pt x="230" y="299"/>
                </a:moveTo>
                <a:cubicBezTo>
                  <a:pt x="230" y="348"/>
                  <a:pt x="230" y="348"/>
                  <a:pt x="230" y="348"/>
                </a:cubicBezTo>
                <a:cubicBezTo>
                  <a:pt x="228" y="347"/>
                  <a:pt x="226" y="347"/>
                  <a:pt x="225" y="345"/>
                </a:cubicBezTo>
                <a:cubicBezTo>
                  <a:pt x="225" y="341"/>
                  <a:pt x="225" y="337"/>
                  <a:pt x="225" y="332"/>
                </a:cubicBezTo>
                <a:cubicBezTo>
                  <a:pt x="224" y="335"/>
                  <a:pt x="223" y="339"/>
                  <a:pt x="222" y="342"/>
                </a:cubicBezTo>
                <a:cubicBezTo>
                  <a:pt x="222" y="313"/>
                  <a:pt x="222" y="313"/>
                  <a:pt x="222" y="313"/>
                </a:cubicBezTo>
                <a:cubicBezTo>
                  <a:pt x="222" y="313"/>
                  <a:pt x="222" y="313"/>
                  <a:pt x="223" y="312"/>
                </a:cubicBezTo>
                <a:cubicBezTo>
                  <a:pt x="224" y="307"/>
                  <a:pt x="225" y="303"/>
                  <a:pt x="229" y="299"/>
                </a:cubicBezTo>
                <a:cubicBezTo>
                  <a:pt x="230" y="299"/>
                  <a:pt x="230" y="299"/>
                  <a:pt x="230" y="299"/>
                </a:cubicBezTo>
                <a:close/>
                <a:moveTo>
                  <a:pt x="230" y="358"/>
                </a:moveTo>
                <a:cubicBezTo>
                  <a:pt x="230" y="378"/>
                  <a:pt x="230" y="378"/>
                  <a:pt x="230" y="378"/>
                </a:cubicBezTo>
                <a:cubicBezTo>
                  <a:pt x="228" y="379"/>
                  <a:pt x="228" y="379"/>
                  <a:pt x="228" y="379"/>
                </a:cubicBezTo>
                <a:cubicBezTo>
                  <a:pt x="225" y="371"/>
                  <a:pt x="225" y="366"/>
                  <a:pt x="228" y="358"/>
                </a:cubicBezTo>
                <a:cubicBezTo>
                  <a:pt x="229" y="358"/>
                  <a:pt x="229" y="358"/>
                  <a:pt x="230" y="358"/>
                </a:cubicBezTo>
                <a:close/>
                <a:moveTo>
                  <a:pt x="230" y="390"/>
                </a:moveTo>
                <a:cubicBezTo>
                  <a:pt x="230" y="400"/>
                  <a:pt x="230" y="400"/>
                  <a:pt x="230" y="400"/>
                </a:cubicBezTo>
                <a:cubicBezTo>
                  <a:pt x="229" y="396"/>
                  <a:pt x="227" y="394"/>
                  <a:pt x="222" y="393"/>
                </a:cubicBezTo>
                <a:cubicBezTo>
                  <a:pt x="222" y="390"/>
                  <a:pt x="222" y="390"/>
                  <a:pt x="222" y="390"/>
                </a:cubicBezTo>
                <a:cubicBezTo>
                  <a:pt x="230" y="390"/>
                  <a:pt x="230" y="390"/>
                  <a:pt x="230" y="390"/>
                </a:cubicBezTo>
                <a:close/>
                <a:moveTo>
                  <a:pt x="230" y="411"/>
                </a:moveTo>
                <a:cubicBezTo>
                  <a:pt x="230" y="415"/>
                  <a:pt x="230" y="415"/>
                  <a:pt x="230" y="415"/>
                </a:cubicBezTo>
                <a:cubicBezTo>
                  <a:pt x="222" y="415"/>
                  <a:pt x="222" y="415"/>
                  <a:pt x="222" y="415"/>
                </a:cubicBezTo>
                <a:cubicBezTo>
                  <a:pt x="222" y="402"/>
                  <a:pt x="222" y="402"/>
                  <a:pt x="222" y="402"/>
                </a:cubicBezTo>
                <a:cubicBezTo>
                  <a:pt x="222" y="404"/>
                  <a:pt x="223" y="407"/>
                  <a:pt x="223" y="410"/>
                </a:cubicBezTo>
                <a:cubicBezTo>
                  <a:pt x="224" y="410"/>
                  <a:pt x="225" y="411"/>
                  <a:pt x="226" y="411"/>
                </a:cubicBezTo>
                <a:cubicBezTo>
                  <a:pt x="230" y="411"/>
                  <a:pt x="230" y="411"/>
                  <a:pt x="230" y="411"/>
                </a:cubicBezTo>
                <a:close/>
                <a:moveTo>
                  <a:pt x="230" y="455"/>
                </a:moveTo>
                <a:cubicBezTo>
                  <a:pt x="230" y="475"/>
                  <a:pt x="230" y="475"/>
                  <a:pt x="230" y="475"/>
                </a:cubicBezTo>
                <a:cubicBezTo>
                  <a:pt x="227" y="477"/>
                  <a:pt x="225" y="479"/>
                  <a:pt x="222" y="481"/>
                </a:cubicBezTo>
                <a:cubicBezTo>
                  <a:pt x="222" y="472"/>
                  <a:pt x="222" y="472"/>
                  <a:pt x="222" y="472"/>
                </a:cubicBezTo>
                <a:cubicBezTo>
                  <a:pt x="225" y="467"/>
                  <a:pt x="224" y="463"/>
                  <a:pt x="222" y="458"/>
                </a:cubicBezTo>
                <a:cubicBezTo>
                  <a:pt x="222" y="444"/>
                  <a:pt x="222" y="444"/>
                  <a:pt x="222" y="444"/>
                </a:cubicBezTo>
                <a:cubicBezTo>
                  <a:pt x="226" y="446"/>
                  <a:pt x="228" y="450"/>
                  <a:pt x="230" y="455"/>
                </a:cubicBezTo>
                <a:close/>
                <a:moveTo>
                  <a:pt x="230" y="484"/>
                </a:moveTo>
                <a:cubicBezTo>
                  <a:pt x="230" y="499"/>
                  <a:pt x="230" y="499"/>
                  <a:pt x="230" y="499"/>
                </a:cubicBezTo>
                <a:cubicBezTo>
                  <a:pt x="229" y="499"/>
                  <a:pt x="228" y="499"/>
                  <a:pt x="226" y="499"/>
                </a:cubicBezTo>
                <a:cubicBezTo>
                  <a:pt x="224" y="492"/>
                  <a:pt x="224" y="492"/>
                  <a:pt x="224" y="487"/>
                </a:cubicBezTo>
                <a:cubicBezTo>
                  <a:pt x="226" y="485"/>
                  <a:pt x="227" y="484"/>
                  <a:pt x="230" y="484"/>
                </a:cubicBezTo>
                <a:close/>
                <a:moveTo>
                  <a:pt x="230" y="529"/>
                </a:moveTo>
                <a:cubicBezTo>
                  <a:pt x="230" y="551"/>
                  <a:pt x="230" y="551"/>
                  <a:pt x="230" y="551"/>
                </a:cubicBezTo>
                <a:cubicBezTo>
                  <a:pt x="229" y="554"/>
                  <a:pt x="229" y="557"/>
                  <a:pt x="230" y="561"/>
                </a:cubicBezTo>
                <a:cubicBezTo>
                  <a:pt x="230" y="569"/>
                  <a:pt x="230" y="569"/>
                  <a:pt x="230" y="569"/>
                </a:cubicBezTo>
                <a:cubicBezTo>
                  <a:pt x="227" y="566"/>
                  <a:pt x="224" y="564"/>
                  <a:pt x="222" y="561"/>
                </a:cubicBezTo>
                <a:cubicBezTo>
                  <a:pt x="222" y="554"/>
                  <a:pt x="222" y="554"/>
                  <a:pt x="222" y="554"/>
                </a:cubicBezTo>
                <a:cubicBezTo>
                  <a:pt x="222" y="554"/>
                  <a:pt x="222" y="554"/>
                  <a:pt x="223" y="553"/>
                </a:cubicBezTo>
                <a:cubicBezTo>
                  <a:pt x="227" y="540"/>
                  <a:pt x="230" y="538"/>
                  <a:pt x="222" y="526"/>
                </a:cubicBezTo>
                <a:cubicBezTo>
                  <a:pt x="222" y="527"/>
                  <a:pt x="222" y="527"/>
                  <a:pt x="222" y="527"/>
                </a:cubicBezTo>
                <a:cubicBezTo>
                  <a:pt x="222" y="518"/>
                  <a:pt x="222" y="518"/>
                  <a:pt x="222" y="518"/>
                </a:cubicBezTo>
                <a:cubicBezTo>
                  <a:pt x="224" y="522"/>
                  <a:pt x="227" y="525"/>
                  <a:pt x="230" y="529"/>
                </a:cubicBezTo>
                <a:close/>
                <a:moveTo>
                  <a:pt x="230" y="706"/>
                </a:moveTo>
                <a:cubicBezTo>
                  <a:pt x="230" y="715"/>
                  <a:pt x="230" y="715"/>
                  <a:pt x="230" y="715"/>
                </a:cubicBezTo>
                <a:cubicBezTo>
                  <a:pt x="228" y="714"/>
                  <a:pt x="226" y="713"/>
                  <a:pt x="222" y="711"/>
                </a:cubicBezTo>
                <a:cubicBezTo>
                  <a:pt x="222" y="703"/>
                  <a:pt x="222" y="703"/>
                  <a:pt x="222" y="703"/>
                </a:cubicBezTo>
                <a:cubicBezTo>
                  <a:pt x="224" y="704"/>
                  <a:pt x="227" y="705"/>
                  <a:pt x="230" y="706"/>
                </a:cubicBezTo>
                <a:close/>
                <a:moveTo>
                  <a:pt x="222" y="217"/>
                </a:moveTo>
                <a:cubicBezTo>
                  <a:pt x="222" y="179"/>
                  <a:pt x="222" y="179"/>
                  <a:pt x="222" y="179"/>
                </a:cubicBezTo>
                <a:cubicBezTo>
                  <a:pt x="222" y="177"/>
                  <a:pt x="222" y="177"/>
                  <a:pt x="222" y="177"/>
                </a:cubicBezTo>
                <a:cubicBezTo>
                  <a:pt x="224" y="177"/>
                  <a:pt x="227" y="178"/>
                  <a:pt x="229" y="178"/>
                </a:cubicBezTo>
                <a:cubicBezTo>
                  <a:pt x="230" y="191"/>
                  <a:pt x="218" y="190"/>
                  <a:pt x="226" y="204"/>
                </a:cubicBezTo>
                <a:cubicBezTo>
                  <a:pt x="226" y="209"/>
                  <a:pt x="224" y="213"/>
                  <a:pt x="222" y="217"/>
                </a:cubicBezTo>
                <a:close/>
                <a:moveTo>
                  <a:pt x="217" y="45"/>
                </a:moveTo>
                <a:cubicBezTo>
                  <a:pt x="219" y="44"/>
                  <a:pt x="220" y="43"/>
                  <a:pt x="222" y="42"/>
                </a:cubicBezTo>
                <a:cubicBezTo>
                  <a:pt x="222" y="59"/>
                  <a:pt x="222" y="59"/>
                  <a:pt x="222" y="59"/>
                </a:cubicBezTo>
                <a:cubicBezTo>
                  <a:pt x="220" y="59"/>
                  <a:pt x="219" y="58"/>
                  <a:pt x="217" y="58"/>
                </a:cubicBezTo>
                <a:cubicBezTo>
                  <a:pt x="217" y="45"/>
                  <a:pt x="217" y="45"/>
                  <a:pt x="217" y="45"/>
                </a:cubicBezTo>
                <a:close/>
                <a:moveTo>
                  <a:pt x="222" y="753"/>
                </a:moveTo>
                <a:cubicBezTo>
                  <a:pt x="220" y="752"/>
                  <a:pt x="219" y="751"/>
                  <a:pt x="217" y="750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9" y="703"/>
                  <a:pt x="220" y="703"/>
                  <a:pt x="222" y="703"/>
                </a:cubicBezTo>
                <a:cubicBezTo>
                  <a:pt x="222" y="711"/>
                  <a:pt x="222" y="711"/>
                  <a:pt x="222" y="711"/>
                </a:cubicBezTo>
                <a:cubicBezTo>
                  <a:pt x="219" y="710"/>
                  <a:pt x="219" y="710"/>
                  <a:pt x="219" y="710"/>
                </a:cubicBezTo>
                <a:cubicBezTo>
                  <a:pt x="219" y="724"/>
                  <a:pt x="218" y="733"/>
                  <a:pt x="222" y="740"/>
                </a:cubicBezTo>
                <a:cubicBezTo>
                  <a:pt x="222" y="753"/>
                  <a:pt x="222" y="753"/>
                  <a:pt x="222" y="753"/>
                </a:cubicBezTo>
                <a:close/>
                <a:moveTo>
                  <a:pt x="222" y="80"/>
                </a:moveTo>
                <a:cubicBezTo>
                  <a:pt x="222" y="92"/>
                  <a:pt x="222" y="92"/>
                  <a:pt x="222" y="92"/>
                </a:cubicBezTo>
                <a:cubicBezTo>
                  <a:pt x="220" y="93"/>
                  <a:pt x="219" y="94"/>
                  <a:pt x="217" y="95"/>
                </a:cubicBezTo>
                <a:cubicBezTo>
                  <a:pt x="217" y="77"/>
                  <a:pt x="217" y="77"/>
                  <a:pt x="217" y="77"/>
                </a:cubicBezTo>
                <a:cubicBezTo>
                  <a:pt x="222" y="80"/>
                  <a:pt x="222" y="80"/>
                  <a:pt x="222" y="80"/>
                </a:cubicBezTo>
                <a:close/>
                <a:moveTo>
                  <a:pt x="222" y="155"/>
                </a:moveTo>
                <a:cubicBezTo>
                  <a:pt x="222" y="173"/>
                  <a:pt x="222" y="173"/>
                  <a:pt x="222" y="173"/>
                </a:cubicBezTo>
                <a:cubicBezTo>
                  <a:pt x="221" y="172"/>
                  <a:pt x="220" y="172"/>
                  <a:pt x="220" y="170"/>
                </a:cubicBezTo>
                <a:cubicBezTo>
                  <a:pt x="217" y="170"/>
                  <a:pt x="217" y="170"/>
                  <a:pt x="217" y="170"/>
                </a:cubicBezTo>
                <a:cubicBezTo>
                  <a:pt x="217" y="153"/>
                  <a:pt x="217" y="153"/>
                  <a:pt x="217" y="153"/>
                </a:cubicBezTo>
                <a:cubicBezTo>
                  <a:pt x="218" y="152"/>
                  <a:pt x="219" y="152"/>
                  <a:pt x="220" y="152"/>
                </a:cubicBezTo>
                <a:cubicBezTo>
                  <a:pt x="220" y="153"/>
                  <a:pt x="221" y="154"/>
                  <a:pt x="222" y="155"/>
                </a:cubicBezTo>
                <a:close/>
                <a:moveTo>
                  <a:pt x="222" y="179"/>
                </a:moveTo>
                <a:cubicBezTo>
                  <a:pt x="222" y="217"/>
                  <a:pt x="222" y="217"/>
                  <a:pt x="222" y="217"/>
                </a:cubicBezTo>
                <a:cubicBezTo>
                  <a:pt x="220" y="219"/>
                  <a:pt x="219" y="220"/>
                  <a:pt x="217" y="222"/>
                </a:cubicBezTo>
                <a:cubicBezTo>
                  <a:pt x="217" y="186"/>
                  <a:pt x="217" y="186"/>
                  <a:pt x="217" y="186"/>
                </a:cubicBezTo>
                <a:cubicBezTo>
                  <a:pt x="219" y="186"/>
                  <a:pt x="219" y="186"/>
                  <a:pt x="219" y="186"/>
                </a:cubicBezTo>
                <a:cubicBezTo>
                  <a:pt x="222" y="179"/>
                  <a:pt x="222" y="179"/>
                  <a:pt x="222" y="179"/>
                </a:cubicBezTo>
                <a:close/>
                <a:moveTo>
                  <a:pt x="222" y="243"/>
                </a:moveTo>
                <a:cubicBezTo>
                  <a:pt x="222" y="250"/>
                  <a:pt x="222" y="250"/>
                  <a:pt x="222" y="250"/>
                </a:cubicBezTo>
                <a:cubicBezTo>
                  <a:pt x="220" y="251"/>
                  <a:pt x="218" y="252"/>
                  <a:pt x="217" y="255"/>
                </a:cubicBezTo>
                <a:cubicBezTo>
                  <a:pt x="217" y="249"/>
                  <a:pt x="217" y="249"/>
                  <a:pt x="217" y="249"/>
                </a:cubicBezTo>
                <a:cubicBezTo>
                  <a:pt x="219" y="247"/>
                  <a:pt x="220" y="245"/>
                  <a:pt x="222" y="243"/>
                </a:cubicBezTo>
                <a:close/>
                <a:moveTo>
                  <a:pt x="222" y="258"/>
                </a:moveTo>
                <a:cubicBezTo>
                  <a:pt x="222" y="264"/>
                  <a:pt x="222" y="264"/>
                  <a:pt x="222" y="264"/>
                </a:cubicBezTo>
                <a:cubicBezTo>
                  <a:pt x="220" y="263"/>
                  <a:pt x="218" y="263"/>
                  <a:pt x="217" y="263"/>
                </a:cubicBezTo>
                <a:cubicBezTo>
                  <a:pt x="217" y="257"/>
                  <a:pt x="217" y="257"/>
                  <a:pt x="217" y="257"/>
                </a:cubicBezTo>
                <a:cubicBezTo>
                  <a:pt x="222" y="258"/>
                  <a:pt x="222" y="258"/>
                  <a:pt x="222" y="258"/>
                </a:cubicBezTo>
                <a:close/>
                <a:moveTo>
                  <a:pt x="222" y="273"/>
                </a:moveTo>
                <a:cubicBezTo>
                  <a:pt x="222" y="287"/>
                  <a:pt x="222" y="287"/>
                  <a:pt x="222" y="287"/>
                </a:cubicBezTo>
                <a:cubicBezTo>
                  <a:pt x="220" y="290"/>
                  <a:pt x="218" y="291"/>
                  <a:pt x="217" y="292"/>
                </a:cubicBezTo>
                <a:cubicBezTo>
                  <a:pt x="217" y="284"/>
                  <a:pt x="217" y="284"/>
                  <a:pt x="217" y="284"/>
                </a:cubicBezTo>
                <a:cubicBezTo>
                  <a:pt x="218" y="283"/>
                  <a:pt x="219" y="281"/>
                  <a:pt x="220" y="279"/>
                </a:cubicBezTo>
                <a:cubicBezTo>
                  <a:pt x="219" y="279"/>
                  <a:pt x="218" y="279"/>
                  <a:pt x="217" y="279"/>
                </a:cubicBezTo>
                <a:cubicBezTo>
                  <a:pt x="217" y="274"/>
                  <a:pt x="217" y="274"/>
                  <a:pt x="217" y="274"/>
                </a:cubicBezTo>
                <a:cubicBezTo>
                  <a:pt x="219" y="274"/>
                  <a:pt x="220" y="274"/>
                  <a:pt x="222" y="273"/>
                </a:cubicBezTo>
                <a:close/>
                <a:moveTo>
                  <a:pt x="222" y="313"/>
                </a:moveTo>
                <a:cubicBezTo>
                  <a:pt x="222" y="342"/>
                  <a:pt x="222" y="342"/>
                  <a:pt x="222" y="342"/>
                </a:cubicBezTo>
                <a:cubicBezTo>
                  <a:pt x="220" y="344"/>
                  <a:pt x="219" y="346"/>
                  <a:pt x="217" y="347"/>
                </a:cubicBezTo>
                <a:cubicBezTo>
                  <a:pt x="217" y="320"/>
                  <a:pt x="217" y="320"/>
                  <a:pt x="217" y="320"/>
                </a:cubicBezTo>
                <a:cubicBezTo>
                  <a:pt x="218" y="318"/>
                  <a:pt x="220" y="316"/>
                  <a:pt x="222" y="313"/>
                </a:cubicBezTo>
                <a:close/>
                <a:moveTo>
                  <a:pt x="222" y="390"/>
                </a:moveTo>
                <a:cubicBezTo>
                  <a:pt x="222" y="393"/>
                  <a:pt x="222" y="393"/>
                  <a:pt x="222" y="393"/>
                </a:cubicBezTo>
                <a:cubicBezTo>
                  <a:pt x="221" y="393"/>
                  <a:pt x="220" y="393"/>
                  <a:pt x="220" y="393"/>
                </a:cubicBezTo>
                <a:cubicBezTo>
                  <a:pt x="220" y="396"/>
                  <a:pt x="221" y="399"/>
                  <a:pt x="222" y="402"/>
                </a:cubicBezTo>
                <a:cubicBezTo>
                  <a:pt x="222" y="415"/>
                  <a:pt x="222" y="415"/>
                  <a:pt x="222" y="415"/>
                </a:cubicBezTo>
                <a:cubicBezTo>
                  <a:pt x="217" y="415"/>
                  <a:pt x="217" y="415"/>
                  <a:pt x="217" y="415"/>
                </a:cubicBezTo>
                <a:cubicBezTo>
                  <a:pt x="217" y="410"/>
                  <a:pt x="217" y="410"/>
                  <a:pt x="217" y="410"/>
                </a:cubicBezTo>
                <a:cubicBezTo>
                  <a:pt x="218" y="410"/>
                  <a:pt x="219" y="410"/>
                  <a:pt x="219" y="410"/>
                </a:cubicBezTo>
                <a:cubicBezTo>
                  <a:pt x="218" y="407"/>
                  <a:pt x="218" y="404"/>
                  <a:pt x="217" y="402"/>
                </a:cubicBezTo>
                <a:cubicBezTo>
                  <a:pt x="217" y="390"/>
                  <a:pt x="217" y="390"/>
                  <a:pt x="217" y="390"/>
                </a:cubicBezTo>
                <a:cubicBezTo>
                  <a:pt x="222" y="390"/>
                  <a:pt x="222" y="390"/>
                  <a:pt x="222" y="390"/>
                </a:cubicBezTo>
                <a:close/>
                <a:moveTo>
                  <a:pt x="222" y="444"/>
                </a:moveTo>
                <a:cubicBezTo>
                  <a:pt x="222" y="458"/>
                  <a:pt x="222" y="458"/>
                  <a:pt x="222" y="458"/>
                </a:cubicBezTo>
                <a:cubicBezTo>
                  <a:pt x="220" y="455"/>
                  <a:pt x="218" y="453"/>
                  <a:pt x="217" y="450"/>
                </a:cubicBezTo>
                <a:cubicBezTo>
                  <a:pt x="217" y="443"/>
                  <a:pt x="217" y="443"/>
                  <a:pt x="217" y="443"/>
                </a:cubicBezTo>
                <a:cubicBezTo>
                  <a:pt x="219" y="443"/>
                  <a:pt x="220" y="443"/>
                  <a:pt x="222" y="444"/>
                </a:cubicBezTo>
                <a:close/>
                <a:moveTo>
                  <a:pt x="222" y="472"/>
                </a:moveTo>
                <a:cubicBezTo>
                  <a:pt x="222" y="481"/>
                  <a:pt x="222" y="481"/>
                  <a:pt x="222" y="481"/>
                </a:cubicBezTo>
                <a:cubicBezTo>
                  <a:pt x="221" y="481"/>
                  <a:pt x="220" y="481"/>
                  <a:pt x="219" y="482"/>
                </a:cubicBezTo>
                <a:cubicBezTo>
                  <a:pt x="219" y="479"/>
                  <a:pt x="219" y="477"/>
                  <a:pt x="219" y="475"/>
                </a:cubicBezTo>
                <a:cubicBezTo>
                  <a:pt x="220" y="474"/>
                  <a:pt x="221" y="473"/>
                  <a:pt x="222" y="472"/>
                </a:cubicBezTo>
                <a:close/>
                <a:moveTo>
                  <a:pt x="222" y="518"/>
                </a:moveTo>
                <a:cubicBezTo>
                  <a:pt x="222" y="527"/>
                  <a:pt x="222" y="527"/>
                  <a:pt x="222" y="527"/>
                </a:cubicBezTo>
                <a:cubicBezTo>
                  <a:pt x="219" y="531"/>
                  <a:pt x="218" y="534"/>
                  <a:pt x="217" y="537"/>
                </a:cubicBezTo>
                <a:cubicBezTo>
                  <a:pt x="217" y="511"/>
                  <a:pt x="217" y="511"/>
                  <a:pt x="217" y="511"/>
                </a:cubicBezTo>
                <a:cubicBezTo>
                  <a:pt x="219" y="514"/>
                  <a:pt x="220" y="516"/>
                  <a:pt x="222" y="518"/>
                </a:cubicBezTo>
                <a:close/>
                <a:moveTo>
                  <a:pt x="222" y="554"/>
                </a:moveTo>
                <a:cubicBezTo>
                  <a:pt x="222" y="561"/>
                  <a:pt x="222" y="561"/>
                  <a:pt x="222" y="561"/>
                </a:cubicBezTo>
                <a:cubicBezTo>
                  <a:pt x="220" y="560"/>
                  <a:pt x="219" y="558"/>
                  <a:pt x="217" y="557"/>
                </a:cubicBezTo>
                <a:cubicBezTo>
                  <a:pt x="217" y="548"/>
                  <a:pt x="217" y="548"/>
                  <a:pt x="217" y="548"/>
                </a:cubicBezTo>
                <a:cubicBezTo>
                  <a:pt x="218" y="550"/>
                  <a:pt x="219" y="552"/>
                  <a:pt x="221" y="554"/>
                </a:cubicBezTo>
                <a:cubicBezTo>
                  <a:pt x="221" y="554"/>
                  <a:pt x="221" y="554"/>
                  <a:pt x="222" y="554"/>
                </a:cubicBezTo>
                <a:close/>
                <a:moveTo>
                  <a:pt x="217" y="613"/>
                </a:moveTo>
                <a:cubicBezTo>
                  <a:pt x="217" y="605"/>
                  <a:pt x="217" y="605"/>
                  <a:pt x="217" y="605"/>
                </a:cubicBezTo>
                <a:cubicBezTo>
                  <a:pt x="218" y="605"/>
                  <a:pt x="219" y="606"/>
                  <a:pt x="219" y="607"/>
                </a:cubicBezTo>
                <a:cubicBezTo>
                  <a:pt x="217" y="613"/>
                  <a:pt x="217" y="613"/>
                  <a:pt x="217" y="613"/>
                </a:cubicBezTo>
                <a:close/>
                <a:moveTo>
                  <a:pt x="217" y="469"/>
                </a:moveTo>
                <a:cubicBezTo>
                  <a:pt x="217" y="461"/>
                  <a:pt x="217" y="461"/>
                  <a:pt x="217" y="461"/>
                </a:cubicBezTo>
                <a:cubicBezTo>
                  <a:pt x="218" y="463"/>
                  <a:pt x="219" y="464"/>
                  <a:pt x="219" y="465"/>
                </a:cubicBezTo>
                <a:cubicBezTo>
                  <a:pt x="219" y="466"/>
                  <a:pt x="218" y="467"/>
                  <a:pt x="217" y="469"/>
                </a:cubicBezTo>
                <a:cubicBezTo>
                  <a:pt x="217" y="469"/>
                  <a:pt x="217" y="469"/>
                  <a:pt x="217" y="469"/>
                </a:cubicBezTo>
                <a:close/>
                <a:moveTo>
                  <a:pt x="217" y="366"/>
                </a:moveTo>
                <a:cubicBezTo>
                  <a:pt x="217" y="354"/>
                  <a:pt x="217" y="354"/>
                  <a:pt x="217" y="354"/>
                </a:cubicBezTo>
                <a:cubicBezTo>
                  <a:pt x="217" y="354"/>
                  <a:pt x="217" y="354"/>
                  <a:pt x="218" y="354"/>
                </a:cubicBezTo>
                <a:cubicBezTo>
                  <a:pt x="218" y="358"/>
                  <a:pt x="218" y="362"/>
                  <a:pt x="217" y="366"/>
                </a:cubicBezTo>
                <a:close/>
                <a:moveTo>
                  <a:pt x="210" y="48"/>
                </a:moveTo>
                <a:cubicBezTo>
                  <a:pt x="212" y="47"/>
                  <a:pt x="214" y="46"/>
                  <a:pt x="216" y="46"/>
                </a:cubicBezTo>
                <a:cubicBezTo>
                  <a:pt x="217" y="45"/>
                  <a:pt x="217" y="45"/>
                  <a:pt x="217" y="45"/>
                </a:cubicBezTo>
                <a:cubicBezTo>
                  <a:pt x="217" y="58"/>
                  <a:pt x="217" y="58"/>
                  <a:pt x="217" y="58"/>
                </a:cubicBezTo>
                <a:cubicBezTo>
                  <a:pt x="215" y="57"/>
                  <a:pt x="212" y="58"/>
                  <a:pt x="210" y="58"/>
                </a:cubicBezTo>
                <a:cubicBezTo>
                  <a:pt x="210" y="48"/>
                  <a:pt x="210" y="48"/>
                  <a:pt x="210" y="48"/>
                </a:cubicBezTo>
                <a:close/>
                <a:moveTo>
                  <a:pt x="217" y="750"/>
                </a:moveTo>
                <a:cubicBezTo>
                  <a:pt x="217" y="749"/>
                  <a:pt x="217" y="749"/>
                  <a:pt x="216" y="749"/>
                </a:cubicBezTo>
                <a:cubicBezTo>
                  <a:pt x="214" y="748"/>
                  <a:pt x="212" y="747"/>
                  <a:pt x="210" y="747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34"/>
                  <a:pt x="211" y="726"/>
                  <a:pt x="210" y="717"/>
                </a:cubicBezTo>
                <a:cubicBezTo>
                  <a:pt x="210" y="695"/>
                  <a:pt x="210" y="695"/>
                  <a:pt x="210" y="695"/>
                </a:cubicBezTo>
                <a:cubicBezTo>
                  <a:pt x="212" y="697"/>
                  <a:pt x="213" y="699"/>
                  <a:pt x="215" y="702"/>
                </a:cubicBezTo>
                <a:cubicBezTo>
                  <a:pt x="216" y="702"/>
                  <a:pt x="216" y="702"/>
                  <a:pt x="217" y="702"/>
                </a:cubicBezTo>
                <a:cubicBezTo>
                  <a:pt x="217" y="750"/>
                  <a:pt x="217" y="750"/>
                  <a:pt x="217" y="750"/>
                </a:cubicBezTo>
                <a:close/>
                <a:moveTo>
                  <a:pt x="217" y="77"/>
                </a:moveTo>
                <a:cubicBezTo>
                  <a:pt x="217" y="95"/>
                  <a:pt x="217" y="95"/>
                  <a:pt x="217" y="95"/>
                </a:cubicBezTo>
                <a:cubicBezTo>
                  <a:pt x="215" y="97"/>
                  <a:pt x="213" y="99"/>
                  <a:pt x="210" y="101"/>
                </a:cubicBezTo>
                <a:cubicBezTo>
                  <a:pt x="210" y="91"/>
                  <a:pt x="210" y="91"/>
                  <a:pt x="210" y="91"/>
                </a:cubicBezTo>
                <a:cubicBezTo>
                  <a:pt x="212" y="90"/>
                  <a:pt x="214" y="89"/>
                  <a:pt x="216" y="87"/>
                </a:cubicBezTo>
                <a:cubicBezTo>
                  <a:pt x="214" y="86"/>
                  <a:pt x="212" y="85"/>
                  <a:pt x="210" y="84"/>
                </a:cubicBezTo>
                <a:cubicBezTo>
                  <a:pt x="210" y="74"/>
                  <a:pt x="210" y="74"/>
                  <a:pt x="210" y="74"/>
                </a:cubicBezTo>
                <a:cubicBezTo>
                  <a:pt x="217" y="77"/>
                  <a:pt x="217" y="77"/>
                  <a:pt x="217" y="77"/>
                </a:cubicBezTo>
                <a:close/>
                <a:moveTo>
                  <a:pt x="217" y="153"/>
                </a:moveTo>
                <a:cubicBezTo>
                  <a:pt x="217" y="170"/>
                  <a:pt x="217" y="170"/>
                  <a:pt x="217" y="170"/>
                </a:cubicBezTo>
                <a:cubicBezTo>
                  <a:pt x="210" y="170"/>
                  <a:pt x="210" y="170"/>
                  <a:pt x="210" y="170"/>
                </a:cubicBezTo>
                <a:cubicBezTo>
                  <a:pt x="210" y="156"/>
                  <a:pt x="210" y="156"/>
                  <a:pt x="210" y="156"/>
                </a:cubicBezTo>
                <a:cubicBezTo>
                  <a:pt x="212" y="154"/>
                  <a:pt x="214" y="153"/>
                  <a:pt x="217" y="153"/>
                </a:cubicBezTo>
                <a:close/>
                <a:moveTo>
                  <a:pt x="217" y="186"/>
                </a:moveTo>
                <a:cubicBezTo>
                  <a:pt x="217" y="222"/>
                  <a:pt x="217" y="222"/>
                  <a:pt x="217" y="222"/>
                </a:cubicBezTo>
                <a:cubicBezTo>
                  <a:pt x="215" y="223"/>
                  <a:pt x="213" y="224"/>
                  <a:pt x="210" y="225"/>
                </a:cubicBezTo>
                <a:cubicBezTo>
                  <a:pt x="210" y="214"/>
                  <a:pt x="210" y="214"/>
                  <a:pt x="210" y="214"/>
                </a:cubicBezTo>
                <a:cubicBezTo>
                  <a:pt x="213" y="211"/>
                  <a:pt x="215" y="208"/>
                  <a:pt x="216" y="204"/>
                </a:cubicBezTo>
                <a:cubicBezTo>
                  <a:pt x="214" y="204"/>
                  <a:pt x="212" y="205"/>
                  <a:pt x="210" y="207"/>
                </a:cubicBezTo>
                <a:cubicBezTo>
                  <a:pt x="210" y="178"/>
                  <a:pt x="210" y="178"/>
                  <a:pt x="210" y="178"/>
                </a:cubicBezTo>
                <a:cubicBezTo>
                  <a:pt x="211" y="178"/>
                  <a:pt x="212" y="178"/>
                  <a:pt x="213" y="178"/>
                </a:cubicBezTo>
                <a:cubicBezTo>
                  <a:pt x="214" y="181"/>
                  <a:pt x="215" y="184"/>
                  <a:pt x="216" y="186"/>
                </a:cubicBezTo>
                <a:cubicBezTo>
                  <a:pt x="217" y="186"/>
                  <a:pt x="217" y="186"/>
                  <a:pt x="217" y="186"/>
                </a:cubicBezTo>
                <a:close/>
                <a:moveTo>
                  <a:pt x="217" y="249"/>
                </a:moveTo>
                <a:cubicBezTo>
                  <a:pt x="217" y="255"/>
                  <a:pt x="217" y="255"/>
                  <a:pt x="217" y="255"/>
                </a:cubicBezTo>
                <a:cubicBezTo>
                  <a:pt x="217" y="256"/>
                  <a:pt x="216" y="256"/>
                  <a:pt x="216" y="257"/>
                </a:cubicBezTo>
                <a:cubicBezTo>
                  <a:pt x="217" y="257"/>
                  <a:pt x="217" y="257"/>
                  <a:pt x="217" y="257"/>
                </a:cubicBezTo>
                <a:cubicBezTo>
                  <a:pt x="217" y="263"/>
                  <a:pt x="217" y="263"/>
                  <a:pt x="217" y="263"/>
                </a:cubicBezTo>
                <a:cubicBezTo>
                  <a:pt x="214" y="263"/>
                  <a:pt x="212" y="264"/>
                  <a:pt x="210" y="266"/>
                </a:cubicBezTo>
                <a:cubicBezTo>
                  <a:pt x="210" y="257"/>
                  <a:pt x="210" y="257"/>
                  <a:pt x="210" y="257"/>
                </a:cubicBezTo>
                <a:cubicBezTo>
                  <a:pt x="212" y="255"/>
                  <a:pt x="214" y="252"/>
                  <a:pt x="217" y="249"/>
                </a:cubicBezTo>
                <a:close/>
                <a:moveTo>
                  <a:pt x="217" y="274"/>
                </a:moveTo>
                <a:cubicBezTo>
                  <a:pt x="217" y="279"/>
                  <a:pt x="217" y="279"/>
                  <a:pt x="217" y="279"/>
                </a:cubicBezTo>
                <a:cubicBezTo>
                  <a:pt x="214" y="279"/>
                  <a:pt x="212" y="279"/>
                  <a:pt x="210" y="279"/>
                </a:cubicBezTo>
                <a:cubicBezTo>
                  <a:pt x="210" y="273"/>
                  <a:pt x="210" y="273"/>
                  <a:pt x="210" y="273"/>
                </a:cubicBezTo>
                <a:cubicBezTo>
                  <a:pt x="212" y="274"/>
                  <a:pt x="215" y="274"/>
                  <a:pt x="217" y="274"/>
                </a:cubicBezTo>
                <a:close/>
                <a:moveTo>
                  <a:pt x="217" y="284"/>
                </a:moveTo>
                <a:cubicBezTo>
                  <a:pt x="217" y="292"/>
                  <a:pt x="217" y="292"/>
                  <a:pt x="217" y="292"/>
                </a:cubicBezTo>
                <a:cubicBezTo>
                  <a:pt x="217" y="293"/>
                  <a:pt x="216" y="293"/>
                  <a:pt x="216" y="293"/>
                </a:cubicBezTo>
                <a:cubicBezTo>
                  <a:pt x="214" y="298"/>
                  <a:pt x="213" y="302"/>
                  <a:pt x="210" y="306"/>
                </a:cubicBezTo>
                <a:cubicBezTo>
                  <a:pt x="210" y="289"/>
                  <a:pt x="210" y="289"/>
                  <a:pt x="210" y="289"/>
                </a:cubicBezTo>
                <a:cubicBezTo>
                  <a:pt x="213" y="288"/>
                  <a:pt x="215" y="287"/>
                  <a:pt x="217" y="284"/>
                </a:cubicBezTo>
                <a:close/>
                <a:moveTo>
                  <a:pt x="217" y="320"/>
                </a:moveTo>
                <a:cubicBezTo>
                  <a:pt x="217" y="347"/>
                  <a:pt x="217" y="347"/>
                  <a:pt x="217" y="347"/>
                </a:cubicBezTo>
                <a:cubicBezTo>
                  <a:pt x="217" y="347"/>
                  <a:pt x="217" y="347"/>
                  <a:pt x="217" y="347"/>
                </a:cubicBezTo>
                <a:cubicBezTo>
                  <a:pt x="215" y="346"/>
                  <a:pt x="214" y="345"/>
                  <a:pt x="212" y="344"/>
                </a:cubicBezTo>
                <a:cubicBezTo>
                  <a:pt x="212" y="335"/>
                  <a:pt x="213" y="327"/>
                  <a:pt x="217" y="320"/>
                </a:cubicBezTo>
                <a:close/>
                <a:moveTo>
                  <a:pt x="217" y="354"/>
                </a:moveTo>
                <a:cubicBezTo>
                  <a:pt x="217" y="366"/>
                  <a:pt x="217" y="366"/>
                  <a:pt x="217" y="366"/>
                </a:cubicBezTo>
                <a:cubicBezTo>
                  <a:pt x="216" y="369"/>
                  <a:pt x="215" y="371"/>
                  <a:pt x="211" y="373"/>
                </a:cubicBezTo>
                <a:cubicBezTo>
                  <a:pt x="211" y="373"/>
                  <a:pt x="210" y="373"/>
                  <a:pt x="210" y="372"/>
                </a:cubicBezTo>
                <a:cubicBezTo>
                  <a:pt x="210" y="353"/>
                  <a:pt x="210" y="353"/>
                  <a:pt x="210" y="353"/>
                </a:cubicBezTo>
                <a:cubicBezTo>
                  <a:pt x="213" y="353"/>
                  <a:pt x="215" y="353"/>
                  <a:pt x="217" y="354"/>
                </a:cubicBezTo>
                <a:close/>
                <a:moveTo>
                  <a:pt x="217" y="390"/>
                </a:moveTo>
                <a:cubicBezTo>
                  <a:pt x="217" y="402"/>
                  <a:pt x="217" y="402"/>
                  <a:pt x="217" y="402"/>
                </a:cubicBezTo>
                <a:cubicBezTo>
                  <a:pt x="216" y="399"/>
                  <a:pt x="215" y="397"/>
                  <a:pt x="214" y="394"/>
                </a:cubicBezTo>
                <a:cubicBezTo>
                  <a:pt x="210" y="394"/>
                  <a:pt x="210" y="394"/>
                  <a:pt x="210" y="394"/>
                </a:cubicBezTo>
                <a:cubicBezTo>
                  <a:pt x="210" y="390"/>
                  <a:pt x="210" y="390"/>
                  <a:pt x="210" y="390"/>
                </a:cubicBezTo>
                <a:cubicBezTo>
                  <a:pt x="217" y="390"/>
                  <a:pt x="217" y="390"/>
                  <a:pt x="217" y="390"/>
                </a:cubicBezTo>
                <a:close/>
                <a:moveTo>
                  <a:pt x="217" y="410"/>
                </a:moveTo>
                <a:cubicBezTo>
                  <a:pt x="217" y="415"/>
                  <a:pt x="217" y="415"/>
                  <a:pt x="217" y="415"/>
                </a:cubicBezTo>
                <a:cubicBezTo>
                  <a:pt x="210" y="415"/>
                  <a:pt x="210" y="415"/>
                  <a:pt x="210" y="415"/>
                </a:cubicBezTo>
                <a:cubicBezTo>
                  <a:pt x="210" y="407"/>
                  <a:pt x="210" y="407"/>
                  <a:pt x="210" y="407"/>
                </a:cubicBezTo>
                <a:cubicBezTo>
                  <a:pt x="210" y="410"/>
                  <a:pt x="210" y="410"/>
                  <a:pt x="210" y="410"/>
                </a:cubicBezTo>
                <a:cubicBezTo>
                  <a:pt x="211" y="410"/>
                  <a:pt x="212" y="411"/>
                  <a:pt x="213" y="411"/>
                </a:cubicBezTo>
                <a:cubicBezTo>
                  <a:pt x="214" y="411"/>
                  <a:pt x="215" y="411"/>
                  <a:pt x="217" y="410"/>
                </a:cubicBezTo>
                <a:close/>
                <a:moveTo>
                  <a:pt x="217" y="443"/>
                </a:moveTo>
                <a:cubicBezTo>
                  <a:pt x="217" y="450"/>
                  <a:pt x="217" y="450"/>
                  <a:pt x="217" y="450"/>
                </a:cubicBezTo>
                <a:cubicBezTo>
                  <a:pt x="216" y="448"/>
                  <a:pt x="215" y="445"/>
                  <a:pt x="215" y="443"/>
                </a:cubicBezTo>
                <a:cubicBezTo>
                  <a:pt x="216" y="443"/>
                  <a:pt x="216" y="443"/>
                  <a:pt x="217" y="443"/>
                </a:cubicBezTo>
                <a:close/>
                <a:moveTo>
                  <a:pt x="217" y="461"/>
                </a:moveTo>
                <a:cubicBezTo>
                  <a:pt x="217" y="469"/>
                  <a:pt x="217" y="469"/>
                  <a:pt x="217" y="469"/>
                </a:cubicBezTo>
                <a:cubicBezTo>
                  <a:pt x="210" y="469"/>
                  <a:pt x="210" y="469"/>
                  <a:pt x="210" y="469"/>
                </a:cubicBezTo>
                <a:cubicBezTo>
                  <a:pt x="210" y="468"/>
                  <a:pt x="210" y="468"/>
                  <a:pt x="210" y="468"/>
                </a:cubicBezTo>
                <a:cubicBezTo>
                  <a:pt x="210" y="457"/>
                  <a:pt x="210" y="457"/>
                  <a:pt x="210" y="457"/>
                </a:cubicBezTo>
                <a:cubicBezTo>
                  <a:pt x="212" y="458"/>
                  <a:pt x="215" y="459"/>
                  <a:pt x="217" y="461"/>
                </a:cubicBezTo>
                <a:close/>
                <a:moveTo>
                  <a:pt x="217" y="511"/>
                </a:moveTo>
                <a:cubicBezTo>
                  <a:pt x="217" y="537"/>
                  <a:pt x="217" y="537"/>
                  <a:pt x="217" y="537"/>
                </a:cubicBezTo>
                <a:cubicBezTo>
                  <a:pt x="216" y="541"/>
                  <a:pt x="215" y="544"/>
                  <a:pt x="217" y="548"/>
                </a:cubicBezTo>
                <a:cubicBezTo>
                  <a:pt x="217" y="557"/>
                  <a:pt x="217" y="557"/>
                  <a:pt x="217" y="557"/>
                </a:cubicBezTo>
                <a:cubicBezTo>
                  <a:pt x="216" y="556"/>
                  <a:pt x="215" y="555"/>
                  <a:pt x="213" y="554"/>
                </a:cubicBezTo>
                <a:cubicBezTo>
                  <a:pt x="212" y="552"/>
                  <a:pt x="211" y="549"/>
                  <a:pt x="210" y="547"/>
                </a:cubicBezTo>
                <a:cubicBezTo>
                  <a:pt x="210" y="538"/>
                  <a:pt x="210" y="538"/>
                  <a:pt x="210" y="538"/>
                </a:cubicBezTo>
                <a:cubicBezTo>
                  <a:pt x="215" y="527"/>
                  <a:pt x="218" y="522"/>
                  <a:pt x="213" y="511"/>
                </a:cubicBezTo>
                <a:cubicBezTo>
                  <a:pt x="212" y="511"/>
                  <a:pt x="211" y="511"/>
                  <a:pt x="210" y="511"/>
                </a:cubicBezTo>
                <a:cubicBezTo>
                  <a:pt x="210" y="512"/>
                  <a:pt x="210" y="512"/>
                  <a:pt x="210" y="512"/>
                </a:cubicBezTo>
                <a:cubicBezTo>
                  <a:pt x="210" y="499"/>
                  <a:pt x="210" y="499"/>
                  <a:pt x="210" y="499"/>
                </a:cubicBezTo>
                <a:cubicBezTo>
                  <a:pt x="212" y="503"/>
                  <a:pt x="214" y="507"/>
                  <a:pt x="217" y="511"/>
                </a:cubicBezTo>
                <a:close/>
                <a:moveTo>
                  <a:pt x="217" y="605"/>
                </a:moveTo>
                <a:cubicBezTo>
                  <a:pt x="217" y="613"/>
                  <a:pt x="217" y="613"/>
                  <a:pt x="217" y="613"/>
                </a:cubicBezTo>
                <a:cubicBezTo>
                  <a:pt x="215" y="619"/>
                  <a:pt x="212" y="625"/>
                  <a:pt x="210" y="631"/>
                </a:cubicBezTo>
                <a:cubicBezTo>
                  <a:pt x="210" y="598"/>
                  <a:pt x="210" y="598"/>
                  <a:pt x="210" y="598"/>
                </a:cubicBezTo>
                <a:cubicBezTo>
                  <a:pt x="211" y="600"/>
                  <a:pt x="214" y="602"/>
                  <a:pt x="217" y="605"/>
                </a:cubicBezTo>
                <a:close/>
                <a:moveTo>
                  <a:pt x="205" y="50"/>
                </a:moveTo>
                <a:cubicBezTo>
                  <a:pt x="207" y="50"/>
                  <a:pt x="208" y="49"/>
                  <a:pt x="210" y="48"/>
                </a:cubicBezTo>
                <a:cubicBezTo>
                  <a:pt x="210" y="58"/>
                  <a:pt x="210" y="58"/>
                  <a:pt x="210" y="58"/>
                </a:cubicBezTo>
                <a:cubicBezTo>
                  <a:pt x="208" y="58"/>
                  <a:pt x="207" y="59"/>
                  <a:pt x="205" y="59"/>
                </a:cubicBezTo>
                <a:cubicBezTo>
                  <a:pt x="205" y="50"/>
                  <a:pt x="205" y="50"/>
                  <a:pt x="205" y="50"/>
                </a:cubicBezTo>
                <a:close/>
                <a:moveTo>
                  <a:pt x="210" y="747"/>
                </a:moveTo>
                <a:cubicBezTo>
                  <a:pt x="208" y="746"/>
                  <a:pt x="207" y="745"/>
                  <a:pt x="205" y="745"/>
                </a:cubicBezTo>
                <a:cubicBezTo>
                  <a:pt x="205" y="737"/>
                  <a:pt x="205" y="737"/>
                  <a:pt x="205" y="737"/>
                </a:cubicBezTo>
                <a:cubicBezTo>
                  <a:pt x="206" y="738"/>
                  <a:pt x="206" y="738"/>
                  <a:pt x="207" y="738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47"/>
                  <a:pt x="210" y="747"/>
                  <a:pt x="210" y="747"/>
                </a:cubicBezTo>
                <a:close/>
                <a:moveTo>
                  <a:pt x="210" y="74"/>
                </a:moveTo>
                <a:cubicBezTo>
                  <a:pt x="210" y="84"/>
                  <a:pt x="210" y="84"/>
                  <a:pt x="210" y="84"/>
                </a:cubicBezTo>
                <a:cubicBezTo>
                  <a:pt x="208" y="83"/>
                  <a:pt x="207" y="82"/>
                  <a:pt x="205" y="82"/>
                </a:cubicBezTo>
                <a:cubicBezTo>
                  <a:pt x="205" y="71"/>
                  <a:pt x="205" y="71"/>
                  <a:pt x="205" y="71"/>
                </a:cubicBezTo>
                <a:cubicBezTo>
                  <a:pt x="210" y="74"/>
                  <a:pt x="210" y="74"/>
                  <a:pt x="210" y="74"/>
                </a:cubicBezTo>
                <a:close/>
                <a:moveTo>
                  <a:pt x="210" y="91"/>
                </a:moveTo>
                <a:cubicBezTo>
                  <a:pt x="210" y="101"/>
                  <a:pt x="210" y="101"/>
                  <a:pt x="210" y="101"/>
                </a:cubicBezTo>
                <a:cubicBezTo>
                  <a:pt x="208" y="102"/>
                  <a:pt x="208" y="102"/>
                  <a:pt x="208" y="102"/>
                </a:cubicBezTo>
                <a:cubicBezTo>
                  <a:pt x="207" y="103"/>
                  <a:pt x="206" y="103"/>
                  <a:pt x="205" y="103"/>
                </a:cubicBezTo>
                <a:cubicBezTo>
                  <a:pt x="205" y="93"/>
                  <a:pt x="205" y="93"/>
                  <a:pt x="205" y="93"/>
                </a:cubicBezTo>
                <a:cubicBezTo>
                  <a:pt x="207" y="93"/>
                  <a:pt x="208" y="92"/>
                  <a:pt x="210" y="91"/>
                </a:cubicBezTo>
                <a:close/>
                <a:moveTo>
                  <a:pt x="210" y="156"/>
                </a:moveTo>
                <a:cubicBezTo>
                  <a:pt x="210" y="170"/>
                  <a:pt x="210" y="170"/>
                  <a:pt x="210" y="170"/>
                </a:cubicBezTo>
                <a:cubicBezTo>
                  <a:pt x="208" y="170"/>
                  <a:pt x="208" y="170"/>
                  <a:pt x="208" y="170"/>
                </a:cubicBezTo>
                <a:cubicBezTo>
                  <a:pt x="205" y="173"/>
                  <a:pt x="205" y="173"/>
                  <a:pt x="205" y="173"/>
                </a:cubicBezTo>
                <a:cubicBezTo>
                  <a:pt x="205" y="161"/>
                  <a:pt x="205" y="161"/>
                  <a:pt x="205" y="161"/>
                </a:cubicBezTo>
                <a:cubicBezTo>
                  <a:pt x="207" y="158"/>
                  <a:pt x="208" y="157"/>
                  <a:pt x="210" y="156"/>
                </a:cubicBezTo>
                <a:close/>
                <a:moveTo>
                  <a:pt x="210" y="178"/>
                </a:moveTo>
                <a:cubicBezTo>
                  <a:pt x="210" y="207"/>
                  <a:pt x="210" y="207"/>
                  <a:pt x="210" y="207"/>
                </a:cubicBezTo>
                <a:cubicBezTo>
                  <a:pt x="208" y="208"/>
                  <a:pt x="207" y="210"/>
                  <a:pt x="205" y="212"/>
                </a:cubicBezTo>
                <a:cubicBezTo>
                  <a:pt x="205" y="194"/>
                  <a:pt x="205" y="194"/>
                  <a:pt x="205" y="194"/>
                </a:cubicBezTo>
                <a:cubicBezTo>
                  <a:pt x="207" y="194"/>
                  <a:pt x="207" y="194"/>
                  <a:pt x="207" y="194"/>
                </a:cubicBezTo>
                <a:cubicBezTo>
                  <a:pt x="207" y="193"/>
                  <a:pt x="208" y="192"/>
                  <a:pt x="208" y="191"/>
                </a:cubicBezTo>
                <a:cubicBezTo>
                  <a:pt x="207" y="191"/>
                  <a:pt x="206" y="191"/>
                  <a:pt x="205" y="191"/>
                </a:cubicBezTo>
                <a:cubicBezTo>
                  <a:pt x="205" y="179"/>
                  <a:pt x="205" y="179"/>
                  <a:pt x="205" y="179"/>
                </a:cubicBezTo>
                <a:cubicBezTo>
                  <a:pt x="207" y="179"/>
                  <a:pt x="208" y="178"/>
                  <a:pt x="210" y="178"/>
                </a:cubicBezTo>
                <a:close/>
                <a:moveTo>
                  <a:pt x="210" y="214"/>
                </a:moveTo>
                <a:cubicBezTo>
                  <a:pt x="210" y="225"/>
                  <a:pt x="210" y="225"/>
                  <a:pt x="210" y="225"/>
                </a:cubicBezTo>
                <a:cubicBezTo>
                  <a:pt x="208" y="225"/>
                  <a:pt x="207" y="225"/>
                  <a:pt x="205" y="225"/>
                </a:cubicBezTo>
                <a:cubicBezTo>
                  <a:pt x="205" y="220"/>
                  <a:pt x="205" y="220"/>
                  <a:pt x="205" y="220"/>
                </a:cubicBezTo>
                <a:cubicBezTo>
                  <a:pt x="207" y="218"/>
                  <a:pt x="208" y="216"/>
                  <a:pt x="210" y="214"/>
                </a:cubicBezTo>
                <a:close/>
                <a:moveTo>
                  <a:pt x="210" y="257"/>
                </a:moveTo>
                <a:cubicBezTo>
                  <a:pt x="210" y="266"/>
                  <a:pt x="210" y="266"/>
                  <a:pt x="210" y="266"/>
                </a:cubicBezTo>
                <a:cubicBezTo>
                  <a:pt x="208" y="267"/>
                  <a:pt x="207" y="269"/>
                  <a:pt x="205" y="271"/>
                </a:cubicBezTo>
                <a:cubicBezTo>
                  <a:pt x="205" y="262"/>
                  <a:pt x="205" y="262"/>
                  <a:pt x="205" y="262"/>
                </a:cubicBezTo>
                <a:cubicBezTo>
                  <a:pt x="206" y="261"/>
                  <a:pt x="206" y="261"/>
                  <a:pt x="207" y="260"/>
                </a:cubicBezTo>
                <a:cubicBezTo>
                  <a:pt x="207" y="260"/>
                  <a:pt x="208" y="259"/>
                  <a:pt x="210" y="257"/>
                </a:cubicBezTo>
                <a:close/>
                <a:moveTo>
                  <a:pt x="210" y="273"/>
                </a:moveTo>
                <a:cubicBezTo>
                  <a:pt x="210" y="279"/>
                  <a:pt x="210" y="279"/>
                  <a:pt x="210" y="279"/>
                </a:cubicBezTo>
                <a:cubicBezTo>
                  <a:pt x="208" y="279"/>
                  <a:pt x="207" y="279"/>
                  <a:pt x="205" y="279"/>
                </a:cubicBezTo>
                <a:cubicBezTo>
                  <a:pt x="205" y="273"/>
                  <a:pt x="205" y="273"/>
                  <a:pt x="205" y="273"/>
                </a:cubicBezTo>
                <a:cubicBezTo>
                  <a:pt x="207" y="273"/>
                  <a:pt x="208" y="273"/>
                  <a:pt x="210" y="273"/>
                </a:cubicBezTo>
                <a:close/>
                <a:moveTo>
                  <a:pt x="210" y="289"/>
                </a:moveTo>
                <a:cubicBezTo>
                  <a:pt x="210" y="306"/>
                  <a:pt x="210" y="306"/>
                  <a:pt x="210" y="306"/>
                </a:cubicBezTo>
                <a:cubicBezTo>
                  <a:pt x="209" y="307"/>
                  <a:pt x="208" y="308"/>
                  <a:pt x="207" y="309"/>
                </a:cubicBezTo>
                <a:cubicBezTo>
                  <a:pt x="207" y="311"/>
                  <a:pt x="206" y="313"/>
                  <a:pt x="205" y="315"/>
                </a:cubicBezTo>
                <a:cubicBezTo>
                  <a:pt x="205" y="303"/>
                  <a:pt x="205" y="303"/>
                  <a:pt x="205" y="303"/>
                </a:cubicBezTo>
                <a:cubicBezTo>
                  <a:pt x="207" y="301"/>
                  <a:pt x="208" y="299"/>
                  <a:pt x="209" y="296"/>
                </a:cubicBezTo>
                <a:cubicBezTo>
                  <a:pt x="208" y="296"/>
                  <a:pt x="207" y="296"/>
                  <a:pt x="205" y="296"/>
                </a:cubicBezTo>
                <a:cubicBezTo>
                  <a:pt x="205" y="290"/>
                  <a:pt x="205" y="290"/>
                  <a:pt x="205" y="290"/>
                </a:cubicBezTo>
                <a:cubicBezTo>
                  <a:pt x="207" y="290"/>
                  <a:pt x="208" y="289"/>
                  <a:pt x="210" y="289"/>
                </a:cubicBezTo>
                <a:close/>
                <a:moveTo>
                  <a:pt x="210" y="353"/>
                </a:moveTo>
                <a:cubicBezTo>
                  <a:pt x="210" y="372"/>
                  <a:pt x="210" y="372"/>
                  <a:pt x="210" y="372"/>
                </a:cubicBezTo>
                <a:cubicBezTo>
                  <a:pt x="207" y="370"/>
                  <a:pt x="206" y="367"/>
                  <a:pt x="205" y="364"/>
                </a:cubicBezTo>
                <a:cubicBezTo>
                  <a:pt x="205" y="362"/>
                  <a:pt x="205" y="362"/>
                  <a:pt x="205" y="362"/>
                </a:cubicBezTo>
                <a:cubicBezTo>
                  <a:pt x="208" y="359"/>
                  <a:pt x="208" y="357"/>
                  <a:pt x="209" y="353"/>
                </a:cubicBezTo>
                <a:cubicBezTo>
                  <a:pt x="209" y="353"/>
                  <a:pt x="209" y="353"/>
                  <a:pt x="210" y="353"/>
                </a:cubicBezTo>
                <a:close/>
                <a:moveTo>
                  <a:pt x="210" y="390"/>
                </a:moveTo>
                <a:cubicBezTo>
                  <a:pt x="210" y="394"/>
                  <a:pt x="210" y="394"/>
                  <a:pt x="210" y="394"/>
                </a:cubicBezTo>
                <a:cubicBezTo>
                  <a:pt x="207" y="394"/>
                  <a:pt x="207" y="394"/>
                  <a:pt x="207" y="394"/>
                </a:cubicBezTo>
                <a:cubicBezTo>
                  <a:pt x="208" y="399"/>
                  <a:pt x="209" y="403"/>
                  <a:pt x="210" y="407"/>
                </a:cubicBezTo>
                <a:cubicBezTo>
                  <a:pt x="210" y="415"/>
                  <a:pt x="210" y="415"/>
                  <a:pt x="210" y="415"/>
                </a:cubicBezTo>
                <a:cubicBezTo>
                  <a:pt x="205" y="415"/>
                  <a:pt x="205" y="415"/>
                  <a:pt x="205" y="415"/>
                </a:cubicBezTo>
                <a:cubicBezTo>
                  <a:pt x="205" y="411"/>
                  <a:pt x="205" y="411"/>
                  <a:pt x="205" y="411"/>
                </a:cubicBezTo>
                <a:cubicBezTo>
                  <a:pt x="207" y="411"/>
                  <a:pt x="207" y="411"/>
                  <a:pt x="207" y="411"/>
                </a:cubicBezTo>
                <a:cubicBezTo>
                  <a:pt x="206" y="408"/>
                  <a:pt x="206" y="405"/>
                  <a:pt x="205" y="404"/>
                </a:cubicBezTo>
                <a:cubicBezTo>
                  <a:pt x="205" y="390"/>
                  <a:pt x="205" y="390"/>
                  <a:pt x="205" y="390"/>
                </a:cubicBezTo>
                <a:cubicBezTo>
                  <a:pt x="210" y="390"/>
                  <a:pt x="210" y="390"/>
                  <a:pt x="210" y="390"/>
                </a:cubicBezTo>
                <a:close/>
                <a:moveTo>
                  <a:pt x="210" y="457"/>
                </a:moveTo>
                <a:cubicBezTo>
                  <a:pt x="210" y="468"/>
                  <a:pt x="210" y="468"/>
                  <a:pt x="210" y="468"/>
                </a:cubicBezTo>
                <a:cubicBezTo>
                  <a:pt x="207" y="465"/>
                  <a:pt x="206" y="465"/>
                  <a:pt x="205" y="461"/>
                </a:cubicBezTo>
                <a:cubicBezTo>
                  <a:pt x="205" y="459"/>
                  <a:pt x="205" y="459"/>
                  <a:pt x="205" y="459"/>
                </a:cubicBezTo>
                <a:cubicBezTo>
                  <a:pt x="207" y="458"/>
                  <a:pt x="208" y="457"/>
                  <a:pt x="210" y="457"/>
                </a:cubicBezTo>
                <a:close/>
                <a:moveTo>
                  <a:pt x="210" y="499"/>
                </a:moveTo>
                <a:cubicBezTo>
                  <a:pt x="210" y="512"/>
                  <a:pt x="210" y="512"/>
                  <a:pt x="210" y="512"/>
                </a:cubicBezTo>
                <a:cubicBezTo>
                  <a:pt x="208" y="516"/>
                  <a:pt x="206" y="520"/>
                  <a:pt x="205" y="522"/>
                </a:cubicBezTo>
                <a:cubicBezTo>
                  <a:pt x="205" y="512"/>
                  <a:pt x="205" y="512"/>
                  <a:pt x="205" y="512"/>
                </a:cubicBezTo>
                <a:cubicBezTo>
                  <a:pt x="207" y="508"/>
                  <a:pt x="206" y="504"/>
                  <a:pt x="205" y="500"/>
                </a:cubicBezTo>
                <a:cubicBezTo>
                  <a:pt x="205" y="488"/>
                  <a:pt x="205" y="488"/>
                  <a:pt x="205" y="488"/>
                </a:cubicBezTo>
                <a:cubicBezTo>
                  <a:pt x="207" y="492"/>
                  <a:pt x="208" y="495"/>
                  <a:pt x="210" y="499"/>
                </a:cubicBezTo>
                <a:close/>
                <a:moveTo>
                  <a:pt x="210" y="538"/>
                </a:moveTo>
                <a:cubicBezTo>
                  <a:pt x="210" y="547"/>
                  <a:pt x="210" y="547"/>
                  <a:pt x="210" y="547"/>
                </a:cubicBezTo>
                <a:cubicBezTo>
                  <a:pt x="208" y="545"/>
                  <a:pt x="207" y="543"/>
                  <a:pt x="205" y="541"/>
                </a:cubicBezTo>
                <a:cubicBezTo>
                  <a:pt x="205" y="532"/>
                  <a:pt x="205" y="532"/>
                  <a:pt x="205" y="532"/>
                </a:cubicBezTo>
                <a:cubicBezTo>
                  <a:pt x="206" y="534"/>
                  <a:pt x="207" y="536"/>
                  <a:pt x="209" y="539"/>
                </a:cubicBezTo>
                <a:cubicBezTo>
                  <a:pt x="210" y="538"/>
                  <a:pt x="210" y="538"/>
                  <a:pt x="210" y="538"/>
                </a:cubicBezTo>
                <a:close/>
                <a:moveTo>
                  <a:pt x="210" y="598"/>
                </a:moveTo>
                <a:cubicBezTo>
                  <a:pt x="210" y="631"/>
                  <a:pt x="210" y="631"/>
                  <a:pt x="210" y="631"/>
                </a:cubicBezTo>
                <a:cubicBezTo>
                  <a:pt x="208" y="635"/>
                  <a:pt x="207" y="639"/>
                  <a:pt x="205" y="643"/>
                </a:cubicBezTo>
                <a:cubicBezTo>
                  <a:pt x="205" y="612"/>
                  <a:pt x="205" y="612"/>
                  <a:pt x="205" y="612"/>
                </a:cubicBezTo>
                <a:cubicBezTo>
                  <a:pt x="206" y="611"/>
                  <a:pt x="206" y="611"/>
                  <a:pt x="206" y="611"/>
                </a:cubicBezTo>
                <a:cubicBezTo>
                  <a:pt x="205" y="611"/>
                  <a:pt x="205" y="611"/>
                  <a:pt x="205" y="611"/>
                </a:cubicBezTo>
                <a:cubicBezTo>
                  <a:pt x="205" y="599"/>
                  <a:pt x="205" y="599"/>
                  <a:pt x="205" y="599"/>
                </a:cubicBezTo>
                <a:cubicBezTo>
                  <a:pt x="209" y="597"/>
                  <a:pt x="209" y="597"/>
                  <a:pt x="209" y="597"/>
                </a:cubicBezTo>
                <a:cubicBezTo>
                  <a:pt x="209" y="597"/>
                  <a:pt x="210" y="598"/>
                  <a:pt x="210" y="598"/>
                </a:cubicBezTo>
                <a:close/>
                <a:moveTo>
                  <a:pt x="210" y="695"/>
                </a:moveTo>
                <a:cubicBezTo>
                  <a:pt x="210" y="717"/>
                  <a:pt x="210" y="717"/>
                  <a:pt x="210" y="717"/>
                </a:cubicBezTo>
                <a:cubicBezTo>
                  <a:pt x="209" y="711"/>
                  <a:pt x="208" y="705"/>
                  <a:pt x="205" y="701"/>
                </a:cubicBezTo>
                <a:cubicBezTo>
                  <a:pt x="205" y="692"/>
                  <a:pt x="205" y="692"/>
                  <a:pt x="205" y="692"/>
                </a:cubicBezTo>
                <a:cubicBezTo>
                  <a:pt x="207" y="693"/>
                  <a:pt x="208" y="694"/>
                  <a:pt x="210" y="695"/>
                </a:cubicBezTo>
                <a:close/>
                <a:moveTo>
                  <a:pt x="200" y="53"/>
                </a:moveTo>
                <a:cubicBezTo>
                  <a:pt x="202" y="52"/>
                  <a:pt x="204" y="51"/>
                  <a:pt x="205" y="50"/>
                </a:cubicBezTo>
                <a:cubicBezTo>
                  <a:pt x="205" y="59"/>
                  <a:pt x="205" y="59"/>
                  <a:pt x="205" y="59"/>
                </a:cubicBezTo>
                <a:cubicBezTo>
                  <a:pt x="204" y="60"/>
                  <a:pt x="202" y="61"/>
                  <a:pt x="200" y="61"/>
                </a:cubicBezTo>
                <a:cubicBezTo>
                  <a:pt x="200" y="53"/>
                  <a:pt x="200" y="53"/>
                  <a:pt x="200" y="53"/>
                </a:cubicBezTo>
                <a:close/>
                <a:moveTo>
                  <a:pt x="205" y="745"/>
                </a:moveTo>
                <a:cubicBezTo>
                  <a:pt x="204" y="744"/>
                  <a:pt x="202" y="743"/>
                  <a:pt x="200" y="743"/>
                </a:cubicBezTo>
                <a:cubicBezTo>
                  <a:pt x="200" y="734"/>
                  <a:pt x="200" y="734"/>
                  <a:pt x="200" y="734"/>
                </a:cubicBezTo>
                <a:cubicBezTo>
                  <a:pt x="202" y="735"/>
                  <a:pt x="203" y="736"/>
                  <a:pt x="205" y="737"/>
                </a:cubicBezTo>
                <a:cubicBezTo>
                  <a:pt x="205" y="745"/>
                  <a:pt x="205" y="745"/>
                  <a:pt x="205" y="745"/>
                </a:cubicBezTo>
                <a:close/>
                <a:moveTo>
                  <a:pt x="205" y="71"/>
                </a:moveTo>
                <a:cubicBezTo>
                  <a:pt x="205" y="82"/>
                  <a:pt x="205" y="82"/>
                  <a:pt x="205" y="82"/>
                </a:cubicBezTo>
                <a:cubicBezTo>
                  <a:pt x="204" y="81"/>
                  <a:pt x="202" y="80"/>
                  <a:pt x="200" y="79"/>
                </a:cubicBezTo>
                <a:cubicBezTo>
                  <a:pt x="200" y="69"/>
                  <a:pt x="200" y="69"/>
                  <a:pt x="200" y="69"/>
                </a:cubicBezTo>
                <a:cubicBezTo>
                  <a:pt x="205" y="71"/>
                  <a:pt x="205" y="71"/>
                  <a:pt x="205" y="71"/>
                </a:cubicBezTo>
                <a:close/>
                <a:moveTo>
                  <a:pt x="205" y="93"/>
                </a:moveTo>
                <a:cubicBezTo>
                  <a:pt x="205" y="103"/>
                  <a:pt x="205" y="103"/>
                  <a:pt x="205" y="103"/>
                </a:cubicBezTo>
                <a:cubicBezTo>
                  <a:pt x="204" y="104"/>
                  <a:pt x="202" y="105"/>
                  <a:pt x="200" y="105"/>
                </a:cubicBezTo>
                <a:cubicBezTo>
                  <a:pt x="200" y="95"/>
                  <a:pt x="200" y="95"/>
                  <a:pt x="200" y="95"/>
                </a:cubicBezTo>
                <a:cubicBezTo>
                  <a:pt x="202" y="95"/>
                  <a:pt x="204" y="94"/>
                  <a:pt x="205" y="93"/>
                </a:cubicBezTo>
                <a:close/>
                <a:moveTo>
                  <a:pt x="205" y="161"/>
                </a:moveTo>
                <a:cubicBezTo>
                  <a:pt x="205" y="173"/>
                  <a:pt x="205" y="173"/>
                  <a:pt x="205" y="173"/>
                </a:cubicBezTo>
                <a:cubicBezTo>
                  <a:pt x="200" y="179"/>
                  <a:pt x="200" y="179"/>
                  <a:pt x="200" y="179"/>
                </a:cubicBezTo>
                <a:cubicBezTo>
                  <a:pt x="200" y="161"/>
                  <a:pt x="200" y="161"/>
                  <a:pt x="200" y="161"/>
                </a:cubicBezTo>
                <a:cubicBezTo>
                  <a:pt x="201" y="162"/>
                  <a:pt x="202" y="163"/>
                  <a:pt x="202" y="164"/>
                </a:cubicBezTo>
                <a:cubicBezTo>
                  <a:pt x="204" y="163"/>
                  <a:pt x="205" y="162"/>
                  <a:pt x="205" y="161"/>
                </a:cubicBezTo>
                <a:close/>
                <a:moveTo>
                  <a:pt x="205" y="179"/>
                </a:moveTo>
                <a:cubicBezTo>
                  <a:pt x="205" y="191"/>
                  <a:pt x="205" y="191"/>
                  <a:pt x="205" y="191"/>
                </a:cubicBezTo>
                <a:cubicBezTo>
                  <a:pt x="203" y="192"/>
                  <a:pt x="202" y="192"/>
                  <a:pt x="201" y="196"/>
                </a:cubicBezTo>
                <a:cubicBezTo>
                  <a:pt x="202" y="195"/>
                  <a:pt x="204" y="195"/>
                  <a:pt x="205" y="194"/>
                </a:cubicBezTo>
                <a:cubicBezTo>
                  <a:pt x="205" y="212"/>
                  <a:pt x="205" y="212"/>
                  <a:pt x="205" y="212"/>
                </a:cubicBezTo>
                <a:cubicBezTo>
                  <a:pt x="204" y="214"/>
                  <a:pt x="202" y="216"/>
                  <a:pt x="200" y="218"/>
                </a:cubicBezTo>
                <a:cubicBezTo>
                  <a:pt x="200" y="182"/>
                  <a:pt x="200" y="182"/>
                  <a:pt x="200" y="182"/>
                </a:cubicBezTo>
                <a:cubicBezTo>
                  <a:pt x="202" y="181"/>
                  <a:pt x="203" y="180"/>
                  <a:pt x="205" y="179"/>
                </a:cubicBezTo>
                <a:close/>
                <a:moveTo>
                  <a:pt x="205" y="220"/>
                </a:moveTo>
                <a:cubicBezTo>
                  <a:pt x="205" y="225"/>
                  <a:pt x="205" y="225"/>
                  <a:pt x="205" y="225"/>
                </a:cubicBezTo>
                <a:cubicBezTo>
                  <a:pt x="205" y="225"/>
                  <a:pt x="204" y="225"/>
                  <a:pt x="203" y="225"/>
                </a:cubicBezTo>
                <a:cubicBezTo>
                  <a:pt x="203" y="223"/>
                  <a:pt x="204" y="221"/>
                  <a:pt x="205" y="220"/>
                </a:cubicBezTo>
                <a:close/>
                <a:moveTo>
                  <a:pt x="205" y="262"/>
                </a:moveTo>
                <a:cubicBezTo>
                  <a:pt x="205" y="271"/>
                  <a:pt x="205" y="271"/>
                  <a:pt x="205" y="271"/>
                </a:cubicBezTo>
                <a:cubicBezTo>
                  <a:pt x="205" y="271"/>
                  <a:pt x="204" y="272"/>
                  <a:pt x="203" y="273"/>
                </a:cubicBezTo>
                <a:cubicBezTo>
                  <a:pt x="204" y="273"/>
                  <a:pt x="205" y="273"/>
                  <a:pt x="205" y="273"/>
                </a:cubicBezTo>
                <a:cubicBezTo>
                  <a:pt x="205" y="279"/>
                  <a:pt x="205" y="279"/>
                  <a:pt x="205" y="279"/>
                </a:cubicBezTo>
                <a:cubicBezTo>
                  <a:pt x="203" y="279"/>
                  <a:pt x="202" y="280"/>
                  <a:pt x="200" y="281"/>
                </a:cubicBezTo>
                <a:cubicBezTo>
                  <a:pt x="200" y="268"/>
                  <a:pt x="200" y="268"/>
                  <a:pt x="200" y="268"/>
                </a:cubicBezTo>
                <a:cubicBezTo>
                  <a:pt x="202" y="266"/>
                  <a:pt x="204" y="264"/>
                  <a:pt x="205" y="262"/>
                </a:cubicBezTo>
                <a:close/>
                <a:moveTo>
                  <a:pt x="205" y="290"/>
                </a:moveTo>
                <a:cubicBezTo>
                  <a:pt x="205" y="296"/>
                  <a:pt x="205" y="296"/>
                  <a:pt x="205" y="296"/>
                </a:cubicBezTo>
                <a:cubicBezTo>
                  <a:pt x="204" y="296"/>
                  <a:pt x="202" y="296"/>
                  <a:pt x="200" y="296"/>
                </a:cubicBezTo>
                <a:cubicBezTo>
                  <a:pt x="200" y="290"/>
                  <a:pt x="200" y="290"/>
                  <a:pt x="200" y="290"/>
                </a:cubicBezTo>
                <a:cubicBezTo>
                  <a:pt x="202" y="290"/>
                  <a:pt x="204" y="290"/>
                  <a:pt x="205" y="290"/>
                </a:cubicBezTo>
                <a:close/>
                <a:moveTo>
                  <a:pt x="205" y="303"/>
                </a:moveTo>
                <a:cubicBezTo>
                  <a:pt x="205" y="315"/>
                  <a:pt x="205" y="315"/>
                  <a:pt x="205" y="315"/>
                </a:cubicBezTo>
                <a:cubicBezTo>
                  <a:pt x="204" y="320"/>
                  <a:pt x="202" y="324"/>
                  <a:pt x="200" y="328"/>
                </a:cubicBezTo>
                <a:cubicBezTo>
                  <a:pt x="200" y="313"/>
                  <a:pt x="200" y="313"/>
                  <a:pt x="200" y="313"/>
                </a:cubicBezTo>
                <a:cubicBezTo>
                  <a:pt x="201" y="313"/>
                  <a:pt x="201" y="313"/>
                  <a:pt x="201" y="312"/>
                </a:cubicBezTo>
                <a:cubicBezTo>
                  <a:pt x="200" y="312"/>
                  <a:pt x="200" y="312"/>
                  <a:pt x="200" y="312"/>
                </a:cubicBezTo>
                <a:cubicBezTo>
                  <a:pt x="200" y="306"/>
                  <a:pt x="200" y="306"/>
                  <a:pt x="200" y="306"/>
                </a:cubicBezTo>
                <a:cubicBezTo>
                  <a:pt x="202" y="305"/>
                  <a:pt x="204" y="304"/>
                  <a:pt x="205" y="303"/>
                </a:cubicBezTo>
                <a:close/>
                <a:moveTo>
                  <a:pt x="205" y="362"/>
                </a:moveTo>
                <a:cubicBezTo>
                  <a:pt x="205" y="364"/>
                  <a:pt x="205" y="364"/>
                  <a:pt x="205" y="364"/>
                </a:cubicBezTo>
                <a:cubicBezTo>
                  <a:pt x="205" y="363"/>
                  <a:pt x="205" y="362"/>
                  <a:pt x="205" y="362"/>
                </a:cubicBezTo>
                <a:cubicBezTo>
                  <a:pt x="205" y="362"/>
                  <a:pt x="205" y="362"/>
                  <a:pt x="205" y="362"/>
                </a:cubicBezTo>
                <a:close/>
                <a:moveTo>
                  <a:pt x="205" y="390"/>
                </a:moveTo>
                <a:cubicBezTo>
                  <a:pt x="205" y="404"/>
                  <a:pt x="205" y="404"/>
                  <a:pt x="205" y="404"/>
                </a:cubicBezTo>
                <a:cubicBezTo>
                  <a:pt x="204" y="397"/>
                  <a:pt x="203" y="396"/>
                  <a:pt x="202" y="394"/>
                </a:cubicBezTo>
                <a:cubicBezTo>
                  <a:pt x="202" y="394"/>
                  <a:pt x="201" y="394"/>
                  <a:pt x="200" y="394"/>
                </a:cubicBezTo>
                <a:cubicBezTo>
                  <a:pt x="200" y="390"/>
                  <a:pt x="200" y="390"/>
                  <a:pt x="200" y="390"/>
                </a:cubicBezTo>
                <a:cubicBezTo>
                  <a:pt x="205" y="390"/>
                  <a:pt x="205" y="390"/>
                  <a:pt x="205" y="390"/>
                </a:cubicBezTo>
                <a:close/>
                <a:moveTo>
                  <a:pt x="205" y="411"/>
                </a:moveTo>
                <a:cubicBezTo>
                  <a:pt x="205" y="415"/>
                  <a:pt x="205" y="415"/>
                  <a:pt x="205" y="415"/>
                </a:cubicBezTo>
                <a:cubicBezTo>
                  <a:pt x="200" y="415"/>
                  <a:pt x="200" y="415"/>
                  <a:pt x="200" y="415"/>
                </a:cubicBezTo>
                <a:cubicBezTo>
                  <a:pt x="200" y="411"/>
                  <a:pt x="200" y="411"/>
                  <a:pt x="200" y="411"/>
                </a:cubicBezTo>
                <a:cubicBezTo>
                  <a:pt x="201" y="411"/>
                  <a:pt x="201" y="411"/>
                  <a:pt x="201" y="411"/>
                </a:cubicBezTo>
                <a:cubicBezTo>
                  <a:pt x="205" y="411"/>
                  <a:pt x="205" y="411"/>
                  <a:pt x="205" y="411"/>
                </a:cubicBezTo>
                <a:close/>
                <a:moveTo>
                  <a:pt x="205" y="459"/>
                </a:moveTo>
                <a:cubicBezTo>
                  <a:pt x="205" y="461"/>
                  <a:pt x="205" y="461"/>
                  <a:pt x="205" y="461"/>
                </a:cubicBezTo>
                <a:cubicBezTo>
                  <a:pt x="205" y="461"/>
                  <a:pt x="205" y="460"/>
                  <a:pt x="205" y="459"/>
                </a:cubicBezTo>
                <a:cubicBezTo>
                  <a:pt x="205" y="459"/>
                  <a:pt x="205" y="459"/>
                  <a:pt x="205" y="459"/>
                </a:cubicBezTo>
                <a:close/>
                <a:moveTo>
                  <a:pt x="205" y="488"/>
                </a:moveTo>
                <a:cubicBezTo>
                  <a:pt x="205" y="500"/>
                  <a:pt x="205" y="500"/>
                  <a:pt x="205" y="500"/>
                </a:cubicBezTo>
                <a:cubicBezTo>
                  <a:pt x="205" y="498"/>
                  <a:pt x="204" y="496"/>
                  <a:pt x="202" y="495"/>
                </a:cubicBezTo>
                <a:cubicBezTo>
                  <a:pt x="200" y="497"/>
                  <a:pt x="200" y="497"/>
                  <a:pt x="200" y="497"/>
                </a:cubicBezTo>
                <a:cubicBezTo>
                  <a:pt x="200" y="476"/>
                  <a:pt x="200" y="476"/>
                  <a:pt x="200" y="476"/>
                </a:cubicBezTo>
                <a:cubicBezTo>
                  <a:pt x="201" y="478"/>
                  <a:pt x="202" y="479"/>
                  <a:pt x="202" y="480"/>
                </a:cubicBezTo>
                <a:cubicBezTo>
                  <a:pt x="203" y="483"/>
                  <a:pt x="204" y="486"/>
                  <a:pt x="205" y="488"/>
                </a:cubicBezTo>
                <a:close/>
                <a:moveTo>
                  <a:pt x="205" y="512"/>
                </a:moveTo>
                <a:cubicBezTo>
                  <a:pt x="205" y="522"/>
                  <a:pt x="205" y="522"/>
                  <a:pt x="205" y="522"/>
                </a:cubicBezTo>
                <a:cubicBezTo>
                  <a:pt x="204" y="526"/>
                  <a:pt x="204" y="529"/>
                  <a:pt x="205" y="532"/>
                </a:cubicBezTo>
                <a:cubicBezTo>
                  <a:pt x="205" y="541"/>
                  <a:pt x="205" y="541"/>
                  <a:pt x="205" y="541"/>
                </a:cubicBezTo>
                <a:cubicBezTo>
                  <a:pt x="204" y="539"/>
                  <a:pt x="202" y="537"/>
                  <a:pt x="200" y="535"/>
                </a:cubicBezTo>
                <a:cubicBezTo>
                  <a:pt x="200" y="519"/>
                  <a:pt x="200" y="519"/>
                  <a:pt x="200" y="519"/>
                </a:cubicBezTo>
                <a:cubicBezTo>
                  <a:pt x="203" y="517"/>
                  <a:pt x="204" y="514"/>
                  <a:pt x="205" y="512"/>
                </a:cubicBezTo>
                <a:close/>
                <a:moveTo>
                  <a:pt x="205" y="599"/>
                </a:moveTo>
                <a:cubicBezTo>
                  <a:pt x="205" y="611"/>
                  <a:pt x="205" y="611"/>
                  <a:pt x="205" y="611"/>
                </a:cubicBezTo>
                <a:cubicBezTo>
                  <a:pt x="204" y="612"/>
                  <a:pt x="202" y="613"/>
                  <a:pt x="200" y="613"/>
                </a:cubicBezTo>
                <a:cubicBezTo>
                  <a:pt x="200" y="602"/>
                  <a:pt x="200" y="602"/>
                  <a:pt x="200" y="602"/>
                </a:cubicBezTo>
                <a:cubicBezTo>
                  <a:pt x="205" y="599"/>
                  <a:pt x="205" y="599"/>
                  <a:pt x="205" y="599"/>
                </a:cubicBezTo>
                <a:close/>
                <a:moveTo>
                  <a:pt x="205" y="612"/>
                </a:moveTo>
                <a:cubicBezTo>
                  <a:pt x="202" y="620"/>
                  <a:pt x="202" y="621"/>
                  <a:pt x="200" y="622"/>
                </a:cubicBezTo>
                <a:cubicBezTo>
                  <a:pt x="200" y="647"/>
                  <a:pt x="200" y="647"/>
                  <a:pt x="200" y="647"/>
                </a:cubicBezTo>
                <a:cubicBezTo>
                  <a:pt x="201" y="648"/>
                  <a:pt x="201" y="648"/>
                  <a:pt x="201" y="648"/>
                </a:cubicBezTo>
                <a:cubicBezTo>
                  <a:pt x="202" y="648"/>
                  <a:pt x="202" y="648"/>
                  <a:pt x="203" y="648"/>
                </a:cubicBezTo>
                <a:cubicBezTo>
                  <a:pt x="205" y="643"/>
                  <a:pt x="205" y="643"/>
                  <a:pt x="205" y="643"/>
                </a:cubicBezTo>
                <a:cubicBezTo>
                  <a:pt x="205" y="612"/>
                  <a:pt x="205" y="612"/>
                  <a:pt x="205" y="612"/>
                </a:cubicBezTo>
                <a:close/>
                <a:moveTo>
                  <a:pt x="205" y="692"/>
                </a:moveTo>
                <a:cubicBezTo>
                  <a:pt x="205" y="701"/>
                  <a:pt x="205" y="701"/>
                  <a:pt x="205" y="701"/>
                </a:cubicBezTo>
                <a:cubicBezTo>
                  <a:pt x="204" y="699"/>
                  <a:pt x="202" y="697"/>
                  <a:pt x="200" y="696"/>
                </a:cubicBezTo>
                <a:cubicBezTo>
                  <a:pt x="200" y="689"/>
                  <a:pt x="200" y="689"/>
                  <a:pt x="200" y="689"/>
                </a:cubicBezTo>
                <a:cubicBezTo>
                  <a:pt x="202" y="690"/>
                  <a:pt x="204" y="690"/>
                  <a:pt x="205" y="692"/>
                </a:cubicBezTo>
                <a:close/>
                <a:moveTo>
                  <a:pt x="196" y="55"/>
                </a:moveTo>
                <a:cubicBezTo>
                  <a:pt x="198" y="54"/>
                  <a:pt x="199" y="53"/>
                  <a:pt x="200" y="53"/>
                </a:cubicBezTo>
                <a:cubicBezTo>
                  <a:pt x="200" y="61"/>
                  <a:pt x="200" y="61"/>
                  <a:pt x="200" y="61"/>
                </a:cubicBezTo>
                <a:cubicBezTo>
                  <a:pt x="199" y="62"/>
                  <a:pt x="198" y="63"/>
                  <a:pt x="196" y="63"/>
                </a:cubicBezTo>
                <a:cubicBezTo>
                  <a:pt x="196" y="55"/>
                  <a:pt x="196" y="55"/>
                  <a:pt x="196" y="55"/>
                </a:cubicBezTo>
                <a:close/>
                <a:moveTo>
                  <a:pt x="200" y="743"/>
                </a:moveTo>
                <a:cubicBezTo>
                  <a:pt x="199" y="742"/>
                  <a:pt x="198" y="741"/>
                  <a:pt x="196" y="740"/>
                </a:cubicBezTo>
                <a:cubicBezTo>
                  <a:pt x="196" y="730"/>
                  <a:pt x="196" y="730"/>
                  <a:pt x="196" y="730"/>
                </a:cubicBezTo>
                <a:cubicBezTo>
                  <a:pt x="197" y="731"/>
                  <a:pt x="199" y="733"/>
                  <a:pt x="200" y="734"/>
                </a:cubicBezTo>
                <a:cubicBezTo>
                  <a:pt x="200" y="743"/>
                  <a:pt x="200" y="743"/>
                  <a:pt x="200" y="743"/>
                </a:cubicBezTo>
                <a:close/>
                <a:moveTo>
                  <a:pt x="200" y="69"/>
                </a:moveTo>
                <a:cubicBezTo>
                  <a:pt x="200" y="79"/>
                  <a:pt x="200" y="79"/>
                  <a:pt x="200" y="79"/>
                </a:cubicBezTo>
                <a:cubicBezTo>
                  <a:pt x="199" y="78"/>
                  <a:pt x="198" y="78"/>
                  <a:pt x="196" y="77"/>
                </a:cubicBezTo>
                <a:cubicBezTo>
                  <a:pt x="196" y="67"/>
                  <a:pt x="196" y="67"/>
                  <a:pt x="196" y="67"/>
                </a:cubicBezTo>
                <a:cubicBezTo>
                  <a:pt x="200" y="69"/>
                  <a:pt x="200" y="69"/>
                  <a:pt x="200" y="69"/>
                </a:cubicBezTo>
                <a:close/>
                <a:moveTo>
                  <a:pt x="200" y="95"/>
                </a:moveTo>
                <a:cubicBezTo>
                  <a:pt x="200" y="105"/>
                  <a:pt x="200" y="105"/>
                  <a:pt x="200" y="105"/>
                </a:cubicBezTo>
                <a:cubicBezTo>
                  <a:pt x="199" y="106"/>
                  <a:pt x="198" y="107"/>
                  <a:pt x="196" y="108"/>
                </a:cubicBezTo>
                <a:cubicBezTo>
                  <a:pt x="196" y="96"/>
                  <a:pt x="196" y="96"/>
                  <a:pt x="196" y="96"/>
                </a:cubicBezTo>
                <a:cubicBezTo>
                  <a:pt x="197" y="97"/>
                  <a:pt x="197" y="97"/>
                  <a:pt x="197" y="97"/>
                </a:cubicBezTo>
                <a:cubicBezTo>
                  <a:pt x="198" y="96"/>
                  <a:pt x="200" y="96"/>
                  <a:pt x="200" y="95"/>
                </a:cubicBezTo>
                <a:close/>
                <a:moveTo>
                  <a:pt x="200" y="161"/>
                </a:moveTo>
                <a:cubicBezTo>
                  <a:pt x="200" y="179"/>
                  <a:pt x="200" y="179"/>
                  <a:pt x="200" y="179"/>
                </a:cubicBezTo>
                <a:cubicBezTo>
                  <a:pt x="196" y="185"/>
                  <a:pt x="196" y="185"/>
                  <a:pt x="196" y="185"/>
                </a:cubicBezTo>
                <a:cubicBezTo>
                  <a:pt x="196" y="156"/>
                  <a:pt x="196" y="156"/>
                  <a:pt x="196" y="156"/>
                </a:cubicBezTo>
                <a:cubicBezTo>
                  <a:pt x="198" y="157"/>
                  <a:pt x="199" y="159"/>
                  <a:pt x="200" y="161"/>
                </a:cubicBezTo>
                <a:close/>
                <a:moveTo>
                  <a:pt x="200" y="182"/>
                </a:moveTo>
                <a:cubicBezTo>
                  <a:pt x="199" y="184"/>
                  <a:pt x="198" y="186"/>
                  <a:pt x="196" y="187"/>
                </a:cubicBezTo>
                <a:cubicBezTo>
                  <a:pt x="196" y="202"/>
                  <a:pt x="196" y="202"/>
                  <a:pt x="196" y="202"/>
                </a:cubicBezTo>
                <a:cubicBezTo>
                  <a:pt x="197" y="201"/>
                  <a:pt x="198" y="200"/>
                  <a:pt x="200" y="199"/>
                </a:cubicBezTo>
                <a:cubicBezTo>
                  <a:pt x="199" y="204"/>
                  <a:pt x="198" y="207"/>
                  <a:pt x="196" y="209"/>
                </a:cubicBezTo>
                <a:cubicBezTo>
                  <a:pt x="196" y="221"/>
                  <a:pt x="196" y="221"/>
                  <a:pt x="196" y="221"/>
                </a:cubicBezTo>
                <a:cubicBezTo>
                  <a:pt x="199" y="221"/>
                  <a:pt x="199" y="221"/>
                  <a:pt x="199" y="221"/>
                </a:cubicBezTo>
                <a:cubicBezTo>
                  <a:pt x="199" y="220"/>
                  <a:pt x="200" y="219"/>
                  <a:pt x="200" y="218"/>
                </a:cubicBezTo>
                <a:cubicBezTo>
                  <a:pt x="200" y="182"/>
                  <a:pt x="200" y="182"/>
                  <a:pt x="200" y="182"/>
                </a:cubicBezTo>
                <a:close/>
                <a:moveTo>
                  <a:pt x="200" y="268"/>
                </a:moveTo>
                <a:cubicBezTo>
                  <a:pt x="200" y="281"/>
                  <a:pt x="200" y="281"/>
                  <a:pt x="200" y="281"/>
                </a:cubicBezTo>
                <a:cubicBezTo>
                  <a:pt x="199" y="282"/>
                  <a:pt x="198" y="283"/>
                  <a:pt x="196" y="286"/>
                </a:cubicBezTo>
                <a:cubicBezTo>
                  <a:pt x="196" y="274"/>
                  <a:pt x="196" y="274"/>
                  <a:pt x="196" y="274"/>
                </a:cubicBezTo>
                <a:cubicBezTo>
                  <a:pt x="198" y="272"/>
                  <a:pt x="199" y="270"/>
                  <a:pt x="200" y="268"/>
                </a:cubicBezTo>
                <a:close/>
                <a:moveTo>
                  <a:pt x="200" y="290"/>
                </a:moveTo>
                <a:cubicBezTo>
                  <a:pt x="200" y="296"/>
                  <a:pt x="200" y="296"/>
                  <a:pt x="200" y="296"/>
                </a:cubicBezTo>
                <a:cubicBezTo>
                  <a:pt x="199" y="296"/>
                  <a:pt x="198" y="296"/>
                  <a:pt x="196" y="296"/>
                </a:cubicBezTo>
                <a:cubicBezTo>
                  <a:pt x="196" y="290"/>
                  <a:pt x="196" y="290"/>
                  <a:pt x="196" y="290"/>
                </a:cubicBezTo>
                <a:cubicBezTo>
                  <a:pt x="198" y="290"/>
                  <a:pt x="199" y="290"/>
                  <a:pt x="200" y="290"/>
                </a:cubicBezTo>
                <a:close/>
                <a:moveTo>
                  <a:pt x="200" y="306"/>
                </a:moveTo>
                <a:cubicBezTo>
                  <a:pt x="200" y="312"/>
                  <a:pt x="200" y="312"/>
                  <a:pt x="200" y="312"/>
                </a:cubicBezTo>
                <a:cubicBezTo>
                  <a:pt x="199" y="313"/>
                  <a:pt x="198" y="313"/>
                  <a:pt x="196" y="313"/>
                </a:cubicBezTo>
                <a:cubicBezTo>
                  <a:pt x="196" y="307"/>
                  <a:pt x="196" y="307"/>
                  <a:pt x="196" y="307"/>
                </a:cubicBezTo>
                <a:cubicBezTo>
                  <a:pt x="198" y="307"/>
                  <a:pt x="199" y="306"/>
                  <a:pt x="200" y="306"/>
                </a:cubicBezTo>
                <a:close/>
                <a:moveTo>
                  <a:pt x="200" y="313"/>
                </a:moveTo>
                <a:cubicBezTo>
                  <a:pt x="200" y="328"/>
                  <a:pt x="200" y="328"/>
                  <a:pt x="200" y="328"/>
                </a:cubicBezTo>
                <a:cubicBezTo>
                  <a:pt x="199" y="333"/>
                  <a:pt x="198" y="337"/>
                  <a:pt x="196" y="341"/>
                </a:cubicBezTo>
                <a:cubicBezTo>
                  <a:pt x="196" y="321"/>
                  <a:pt x="196" y="321"/>
                  <a:pt x="196" y="321"/>
                </a:cubicBezTo>
                <a:cubicBezTo>
                  <a:pt x="198" y="319"/>
                  <a:pt x="199" y="317"/>
                  <a:pt x="200" y="313"/>
                </a:cubicBezTo>
                <a:close/>
                <a:moveTo>
                  <a:pt x="200" y="390"/>
                </a:moveTo>
                <a:cubicBezTo>
                  <a:pt x="200" y="394"/>
                  <a:pt x="200" y="394"/>
                  <a:pt x="200" y="394"/>
                </a:cubicBezTo>
                <a:cubicBezTo>
                  <a:pt x="199" y="394"/>
                  <a:pt x="198" y="394"/>
                  <a:pt x="196" y="393"/>
                </a:cubicBezTo>
                <a:cubicBezTo>
                  <a:pt x="196" y="390"/>
                  <a:pt x="196" y="390"/>
                  <a:pt x="196" y="390"/>
                </a:cubicBezTo>
                <a:cubicBezTo>
                  <a:pt x="200" y="390"/>
                  <a:pt x="200" y="390"/>
                  <a:pt x="200" y="390"/>
                </a:cubicBezTo>
                <a:close/>
                <a:moveTo>
                  <a:pt x="200" y="411"/>
                </a:moveTo>
                <a:cubicBezTo>
                  <a:pt x="200" y="415"/>
                  <a:pt x="200" y="415"/>
                  <a:pt x="200" y="415"/>
                </a:cubicBezTo>
                <a:cubicBezTo>
                  <a:pt x="196" y="415"/>
                  <a:pt x="196" y="415"/>
                  <a:pt x="196" y="415"/>
                </a:cubicBezTo>
                <a:cubicBezTo>
                  <a:pt x="196" y="401"/>
                  <a:pt x="196" y="401"/>
                  <a:pt x="196" y="401"/>
                </a:cubicBezTo>
                <a:cubicBezTo>
                  <a:pt x="197" y="405"/>
                  <a:pt x="198" y="408"/>
                  <a:pt x="200" y="411"/>
                </a:cubicBezTo>
                <a:close/>
                <a:moveTo>
                  <a:pt x="200" y="476"/>
                </a:moveTo>
                <a:cubicBezTo>
                  <a:pt x="200" y="497"/>
                  <a:pt x="200" y="497"/>
                  <a:pt x="200" y="497"/>
                </a:cubicBezTo>
                <a:cubicBezTo>
                  <a:pt x="199" y="500"/>
                  <a:pt x="197" y="502"/>
                  <a:pt x="196" y="505"/>
                </a:cubicBezTo>
                <a:cubicBezTo>
                  <a:pt x="196" y="492"/>
                  <a:pt x="196" y="492"/>
                  <a:pt x="196" y="492"/>
                </a:cubicBezTo>
                <a:cubicBezTo>
                  <a:pt x="198" y="488"/>
                  <a:pt x="198" y="484"/>
                  <a:pt x="196" y="478"/>
                </a:cubicBezTo>
                <a:cubicBezTo>
                  <a:pt x="196" y="465"/>
                  <a:pt x="196" y="465"/>
                  <a:pt x="196" y="465"/>
                </a:cubicBezTo>
                <a:cubicBezTo>
                  <a:pt x="197" y="469"/>
                  <a:pt x="199" y="473"/>
                  <a:pt x="200" y="476"/>
                </a:cubicBezTo>
                <a:close/>
                <a:moveTo>
                  <a:pt x="200" y="519"/>
                </a:moveTo>
                <a:cubicBezTo>
                  <a:pt x="200" y="535"/>
                  <a:pt x="200" y="535"/>
                  <a:pt x="200" y="535"/>
                </a:cubicBezTo>
                <a:cubicBezTo>
                  <a:pt x="199" y="533"/>
                  <a:pt x="198" y="531"/>
                  <a:pt x="196" y="529"/>
                </a:cubicBezTo>
                <a:cubicBezTo>
                  <a:pt x="196" y="519"/>
                  <a:pt x="196" y="519"/>
                  <a:pt x="196" y="519"/>
                </a:cubicBezTo>
                <a:cubicBezTo>
                  <a:pt x="196" y="520"/>
                  <a:pt x="197" y="521"/>
                  <a:pt x="197" y="522"/>
                </a:cubicBezTo>
                <a:cubicBezTo>
                  <a:pt x="198" y="521"/>
                  <a:pt x="200" y="520"/>
                  <a:pt x="200" y="519"/>
                </a:cubicBezTo>
                <a:close/>
                <a:moveTo>
                  <a:pt x="200" y="602"/>
                </a:moveTo>
                <a:cubicBezTo>
                  <a:pt x="200" y="613"/>
                  <a:pt x="200" y="613"/>
                  <a:pt x="200" y="613"/>
                </a:cubicBezTo>
                <a:cubicBezTo>
                  <a:pt x="199" y="614"/>
                  <a:pt x="198" y="615"/>
                  <a:pt x="196" y="615"/>
                </a:cubicBezTo>
                <a:cubicBezTo>
                  <a:pt x="196" y="604"/>
                  <a:pt x="196" y="604"/>
                  <a:pt x="196" y="604"/>
                </a:cubicBezTo>
                <a:cubicBezTo>
                  <a:pt x="200" y="602"/>
                  <a:pt x="200" y="602"/>
                  <a:pt x="200" y="602"/>
                </a:cubicBezTo>
                <a:close/>
                <a:moveTo>
                  <a:pt x="200" y="622"/>
                </a:moveTo>
                <a:cubicBezTo>
                  <a:pt x="200" y="647"/>
                  <a:pt x="200" y="647"/>
                  <a:pt x="200" y="647"/>
                </a:cubicBezTo>
                <a:cubicBezTo>
                  <a:pt x="199" y="645"/>
                  <a:pt x="197" y="644"/>
                  <a:pt x="196" y="642"/>
                </a:cubicBezTo>
                <a:cubicBezTo>
                  <a:pt x="196" y="633"/>
                  <a:pt x="196" y="633"/>
                  <a:pt x="196" y="633"/>
                </a:cubicBezTo>
                <a:cubicBezTo>
                  <a:pt x="196" y="633"/>
                  <a:pt x="196" y="632"/>
                  <a:pt x="197" y="632"/>
                </a:cubicBezTo>
                <a:cubicBezTo>
                  <a:pt x="196" y="631"/>
                  <a:pt x="196" y="631"/>
                  <a:pt x="196" y="631"/>
                </a:cubicBezTo>
                <a:cubicBezTo>
                  <a:pt x="196" y="619"/>
                  <a:pt x="196" y="619"/>
                  <a:pt x="196" y="619"/>
                </a:cubicBezTo>
                <a:cubicBezTo>
                  <a:pt x="197" y="620"/>
                  <a:pt x="198" y="621"/>
                  <a:pt x="200" y="623"/>
                </a:cubicBezTo>
                <a:cubicBezTo>
                  <a:pt x="200" y="623"/>
                  <a:pt x="200" y="622"/>
                  <a:pt x="200" y="622"/>
                </a:cubicBezTo>
                <a:close/>
                <a:moveTo>
                  <a:pt x="200" y="689"/>
                </a:moveTo>
                <a:cubicBezTo>
                  <a:pt x="200" y="696"/>
                  <a:pt x="200" y="696"/>
                  <a:pt x="200" y="696"/>
                </a:cubicBezTo>
                <a:cubicBezTo>
                  <a:pt x="199" y="695"/>
                  <a:pt x="198" y="695"/>
                  <a:pt x="196" y="694"/>
                </a:cubicBezTo>
                <a:cubicBezTo>
                  <a:pt x="196" y="687"/>
                  <a:pt x="196" y="687"/>
                  <a:pt x="196" y="687"/>
                </a:cubicBezTo>
                <a:cubicBezTo>
                  <a:pt x="198" y="687"/>
                  <a:pt x="199" y="688"/>
                  <a:pt x="200" y="689"/>
                </a:cubicBezTo>
                <a:close/>
                <a:moveTo>
                  <a:pt x="192" y="59"/>
                </a:moveTo>
                <a:cubicBezTo>
                  <a:pt x="193" y="57"/>
                  <a:pt x="195" y="56"/>
                  <a:pt x="196" y="55"/>
                </a:cubicBezTo>
                <a:cubicBezTo>
                  <a:pt x="196" y="63"/>
                  <a:pt x="196" y="63"/>
                  <a:pt x="196" y="63"/>
                </a:cubicBezTo>
                <a:cubicBezTo>
                  <a:pt x="195" y="64"/>
                  <a:pt x="195" y="64"/>
                  <a:pt x="195" y="64"/>
                </a:cubicBezTo>
                <a:cubicBezTo>
                  <a:pt x="195" y="65"/>
                  <a:pt x="195" y="65"/>
                  <a:pt x="195" y="66"/>
                </a:cubicBezTo>
                <a:cubicBezTo>
                  <a:pt x="196" y="67"/>
                  <a:pt x="196" y="67"/>
                  <a:pt x="196" y="67"/>
                </a:cubicBezTo>
                <a:cubicBezTo>
                  <a:pt x="196" y="77"/>
                  <a:pt x="196" y="77"/>
                  <a:pt x="196" y="77"/>
                </a:cubicBezTo>
                <a:cubicBezTo>
                  <a:pt x="195" y="77"/>
                  <a:pt x="193" y="76"/>
                  <a:pt x="192" y="76"/>
                </a:cubicBezTo>
                <a:cubicBezTo>
                  <a:pt x="192" y="59"/>
                  <a:pt x="192" y="59"/>
                  <a:pt x="192" y="59"/>
                </a:cubicBezTo>
                <a:close/>
                <a:moveTo>
                  <a:pt x="196" y="740"/>
                </a:moveTo>
                <a:cubicBezTo>
                  <a:pt x="195" y="739"/>
                  <a:pt x="193" y="738"/>
                  <a:pt x="192" y="737"/>
                </a:cubicBezTo>
                <a:cubicBezTo>
                  <a:pt x="192" y="721"/>
                  <a:pt x="192" y="721"/>
                  <a:pt x="192" y="721"/>
                </a:cubicBezTo>
                <a:cubicBezTo>
                  <a:pt x="192" y="724"/>
                  <a:pt x="194" y="727"/>
                  <a:pt x="196" y="730"/>
                </a:cubicBezTo>
                <a:cubicBezTo>
                  <a:pt x="196" y="740"/>
                  <a:pt x="196" y="740"/>
                  <a:pt x="196" y="740"/>
                </a:cubicBezTo>
                <a:close/>
                <a:moveTo>
                  <a:pt x="196" y="96"/>
                </a:moveTo>
                <a:cubicBezTo>
                  <a:pt x="196" y="108"/>
                  <a:pt x="196" y="108"/>
                  <a:pt x="196" y="108"/>
                </a:cubicBezTo>
                <a:cubicBezTo>
                  <a:pt x="195" y="109"/>
                  <a:pt x="193" y="110"/>
                  <a:pt x="192" y="112"/>
                </a:cubicBezTo>
                <a:cubicBezTo>
                  <a:pt x="192" y="95"/>
                  <a:pt x="192" y="95"/>
                  <a:pt x="192" y="95"/>
                </a:cubicBezTo>
                <a:cubicBezTo>
                  <a:pt x="196" y="96"/>
                  <a:pt x="196" y="96"/>
                  <a:pt x="196" y="96"/>
                </a:cubicBezTo>
                <a:close/>
                <a:moveTo>
                  <a:pt x="196" y="156"/>
                </a:moveTo>
                <a:cubicBezTo>
                  <a:pt x="196" y="185"/>
                  <a:pt x="196" y="185"/>
                  <a:pt x="196" y="185"/>
                </a:cubicBezTo>
                <a:cubicBezTo>
                  <a:pt x="192" y="191"/>
                  <a:pt x="192" y="191"/>
                  <a:pt x="192" y="191"/>
                </a:cubicBezTo>
                <a:cubicBezTo>
                  <a:pt x="192" y="175"/>
                  <a:pt x="192" y="175"/>
                  <a:pt x="192" y="175"/>
                </a:cubicBezTo>
                <a:cubicBezTo>
                  <a:pt x="192" y="173"/>
                  <a:pt x="192" y="171"/>
                  <a:pt x="192" y="169"/>
                </a:cubicBezTo>
                <a:cubicBezTo>
                  <a:pt x="192" y="151"/>
                  <a:pt x="192" y="151"/>
                  <a:pt x="192" y="151"/>
                </a:cubicBezTo>
                <a:cubicBezTo>
                  <a:pt x="193" y="152"/>
                  <a:pt x="195" y="154"/>
                  <a:pt x="196" y="156"/>
                </a:cubicBezTo>
                <a:close/>
                <a:moveTo>
                  <a:pt x="196" y="187"/>
                </a:moveTo>
                <a:cubicBezTo>
                  <a:pt x="195" y="189"/>
                  <a:pt x="193" y="192"/>
                  <a:pt x="192" y="194"/>
                </a:cubicBezTo>
                <a:cubicBezTo>
                  <a:pt x="192" y="207"/>
                  <a:pt x="192" y="207"/>
                  <a:pt x="192" y="207"/>
                </a:cubicBezTo>
                <a:cubicBezTo>
                  <a:pt x="192" y="207"/>
                  <a:pt x="192" y="207"/>
                  <a:pt x="193" y="207"/>
                </a:cubicBezTo>
                <a:cubicBezTo>
                  <a:pt x="194" y="204"/>
                  <a:pt x="195" y="203"/>
                  <a:pt x="196" y="202"/>
                </a:cubicBezTo>
                <a:cubicBezTo>
                  <a:pt x="196" y="187"/>
                  <a:pt x="196" y="187"/>
                  <a:pt x="196" y="187"/>
                </a:cubicBezTo>
                <a:close/>
                <a:moveTo>
                  <a:pt x="196" y="209"/>
                </a:moveTo>
                <a:cubicBezTo>
                  <a:pt x="196" y="221"/>
                  <a:pt x="196" y="221"/>
                  <a:pt x="196" y="221"/>
                </a:cubicBezTo>
                <a:cubicBezTo>
                  <a:pt x="195" y="221"/>
                  <a:pt x="193" y="221"/>
                  <a:pt x="192" y="221"/>
                </a:cubicBezTo>
                <a:cubicBezTo>
                  <a:pt x="192" y="214"/>
                  <a:pt x="192" y="214"/>
                  <a:pt x="192" y="214"/>
                </a:cubicBezTo>
                <a:cubicBezTo>
                  <a:pt x="194" y="212"/>
                  <a:pt x="195" y="211"/>
                  <a:pt x="196" y="209"/>
                </a:cubicBezTo>
                <a:close/>
                <a:moveTo>
                  <a:pt x="196" y="274"/>
                </a:moveTo>
                <a:cubicBezTo>
                  <a:pt x="196" y="286"/>
                  <a:pt x="196" y="286"/>
                  <a:pt x="196" y="286"/>
                </a:cubicBezTo>
                <a:cubicBezTo>
                  <a:pt x="195" y="287"/>
                  <a:pt x="195" y="288"/>
                  <a:pt x="194" y="290"/>
                </a:cubicBezTo>
                <a:cubicBezTo>
                  <a:pt x="195" y="290"/>
                  <a:pt x="195" y="290"/>
                  <a:pt x="196" y="290"/>
                </a:cubicBezTo>
                <a:cubicBezTo>
                  <a:pt x="196" y="296"/>
                  <a:pt x="196" y="296"/>
                  <a:pt x="196" y="296"/>
                </a:cubicBezTo>
                <a:cubicBezTo>
                  <a:pt x="194" y="296"/>
                  <a:pt x="193" y="297"/>
                  <a:pt x="192" y="298"/>
                </a:cubicBezTo>
                <a:cubicBezTo>
                  <a:pt x="192" y="282"/>
                  <a:pt x="192" y="282"/>
                  <a:pt x="192" y="282"/>
                </a:cubicBezTo>
                <a:cubicBezTo>
                  <a:pt x="193" y="279"/>
                  <a:pt x="195" y="277"/>
                  <a:pt x="196" y="274"/>
                </a:cubicBezTo>
                <a:close/>
                <a:moveTo>
                  <a:pt x="196" y="307"/>
                </a:moveTo>
                <a:cubicBezTo>
                  <a:pt x="196" y="313"/>
                  <a:pt x="196" y="313"/>
                  <a:pt x="196" y="313"/>
                </a:cubicBezTo>
                <a:cubicBezTo>
                  <a:pt x="194" y="313"/>
                  <a:pt x="193" y="313"/>
                  <a:pt x="192" y="313"/>
                </a:cubicBezTo>
                <a:cubicBezTo>
                  <a:pt x="192" y="308"/>
                  <a:pt x="192" y="308"/>
                  <a:pt x="192" y="308"/>
                </a:cubicBezTo>
                <a:cubicBezTo>
                  <a:pt x="193" y="307"/>
                  <a:pt x="195" y="307"/>
                  <a:pt x="196" y="307"/>
                </a:cubicBezTo>
                <a:close/>
                <a:moveTo>
                  <a:pt x="196" y="321"/>
                </a:moveTo>
                <a:cubicBezTo>
                  <a:pt x="196" y="341"/>
                  <a:pt x="196" y="341"/>
                  <a:pt x="196" y="341"/>
                </a:cubicBezTo>
                <a:cubicBezTo>
                  <a:pt x="194" y="346"/>
                  <a:pt x="193" y="351"/>
                  <a:pt x="192" y="356"/>
                </a:cubicBezTo>
                <a:cubicBezTo>
                  <a:pt x="192" y="336"/>
                  <a:pt x="192" y="336"/>
                  <a:pt x="192" y="336"/>
                </a:cubicBezTo>
                <a:cubicBezTo>
                  <a:pt x="192" y="334"/>
                  <a:pt x="193" y="332"/>
                  <a:pt x="194" y="330"/>
                </a:cubicBezTo>
                <a:cubicBezTo>
                  <a:pt x="192" y="330"/>
                  <a:pt x="192" y="330"/>
                  <a:pt x="192" y="330"/>
                </a:cubicBezTo>
                <a:cubicBezTo>
                  <a:pt x="192" y="324"/>
                  <a:pt x="192" y="324"/>
                  <a:pt x="192" y="324"/>
                </a:cubicBezTo>
                <a:cubicBezTo>
                  <a:pt x="193" y="323"/>
                  <a:pt x="195" y="322"/>
                  <a:pt x="196" y="321"/>
                </a:cubicBezTo>
                <a:close/>
                <a:moveTo>
                  <a:pt x="196" y="390"/>
                </a:moveTo>
                <a:cubicBezTo>
                  <a:pt x="196" y="393"/>
                  <a:pt x="196" y="393"/>
                  <a:pt x="196" y="393"/>
                </a:cubicBezTo>
                <a:cubicBezTo>
                  <a:pt x="195" y="393"/>
                  <a:pt x="195" y="393"/>
                  <a:pt x="195" y="393"/>
                </a:cubicBezTo>
                <a:cubicBezTo>
                  <a:pt x="196" y="396"/>
                  <a:pt x="196" y="398"/>
                  <a:pt x="196" y="401"/>
                </a:cubicBezTo>
                <a:cubicBezTo>
                  <a:pt x="196" y="415"/>
                  <a:pt x="196" y="415"/>
                  <a:pt x="196" y="415"/>
                </a:cubicBezTo>
                <a:cubicBezTo>
                  <a:pt x="192" y="415"/>
                  <a:pt x="192" y="415"/>
                  <a:pt x="192" y="415"/>
                </a:cubicBezTo>
                <a:cubicBezTo>
                  <a:pt x="192" y="410"/>
                  <a:pt x="192" y="410"/>
                  <a:pt x="192" y="410"/>
                </a:cubicBezTo>
                <a:cubicBezTo>
                  <a:pt x="193" y="410"/>
                  <a:pt x="194" y="410"/>
                  <a:pt x="195" y="410"/>
                </a:cubicBezTo>
                <a:cubicBezTo>
                  <a:pt x="193" y="406"/>
                  <a:pt x="193" y="402"/>
                  <a:pt x="192" y="399"/>
                </a:cubicBezTo>
                <a:cubicBezTo>
                  <a:pt x="192" y="390"/>
                  <a:pt x="192" y="390"/>
                  <a:pt x="192" y="390"/>
                </a:cubicBezTo>
                <a:cubicBezTo>
                  <a:pt x="196" y="390"/>
                  <a:pt x="196" y="390"/>
                  <a:pt x="196" y="390"/>
                </a:cubicBezTo>
                <a:close/>
                <a:moveTo>
                  <a:pt x="196" y="465"/>
                </a:moveTo>
                <a:cubicBezTo>
                  <a:pt x="196" y="478"/>
                  <a:pt x="196" y="478"/>
                  <a:pt x="196" y="478"/>
                </a:cubicBezTo>
                <a:cubicBezTo>
                  <a:pt x="196" y="478"/>
                  <a:pt x="196" y="477"/>
                  <a:pt x="196" y="477"/>
                </a:cubicBezTo>
                <a:cubicBezTo>
                  <a:pt x="194" y="478"/>
                  <a:pt x="193" y="480"/>
                  <a:pt x="192" y="481"/>
                </a:cubicBezTo>
                <a:cubicBezTo>
                  <a:pt x="192" y="446"/>
                  <a:pt x="192" y="446"/>
                  <a:pt x="192" y="446"/>
                </a:cubicBezTo>
                <a:cubicBezTo>
                  <a:pt x="193" y="452"/>
                  <a:pt x="194" y="459"/>
                  <a:pt x="196" y="465"/>
                </a:cubicBezTo>
                <a:close/>
                <a:moveTo>
                  <a:pt x="196" y="492"/>
                </a:moveTo>
                <a:cubicBezTo>
                  <a:pt x="196" y="505"/>
                  <a:pt x="196" y="505"/>
                  <a:pt x="196" y="505"/>
                </a:cubicBezTo>
                <a:cubicBezTo>
                  <a:pt x="194" y="509"/>
                  <a:pt x="194" y="513"/>
                  <a:pt x="196" y="519"/>
                </a:cubicBezTo>
                <a:cubicBezTo>
                  <a:pt x="196" y="529"/>
                  <a:pt x="196" y="529"/>
                  <a:pt x="196" y="529"/>
                </a:cubicBezTo>
                <a:cubicBezTo>
                  <a:pt x="194" y="527"/>
                  <a:pt x="193" y="524"/>
                  <a:pt x="192" y="522"/>
                </a:cubicBezTo>
                <a:cubicBezTo>
                  <a:pt x="192" y="500"/>
                  <a:pt x="192" y="500"/>
                  <a:pt x="192" y="500"/>
                </a:cubicBezTo>
                <a:cubicBezTo>
                  <a:pt x="193" y="497"/>
                  <a:pt x="195" y="495"/>
                  <a:pt x="196" y="492"/>
                </a:cubicBezTo>
                <a:close/>
                <a:moveTo>
                  <a:pt x="196" y="604"/>
                </a:moveTo>
                <a:cubicBezTo>
                  <a:pt x="196" y="615"/>
                  <a:pt x="196" y="615"/>
                  <a:pt x="196" y="615"/>
                </a:cubicBezTo>
                <a:cubicBezTo>
                  <a:pt x="195" y="616"/>
                  <a:pt x="195" y="616"/>
                  <a:pt x="195" y="616"/>
                </a:cubicBezTo>
                <a:cubicBezTo>
                  <a:pt x="195" y="617"/>
                  <a:pt x="196" y="618"/>
                  <a:pt x="196" y="619"/>
                </a:cubicBezTo>
                <a:cubicBezTo>
                  <a:pt x="196" y="631"/>
                  <a:pt x="196" y="631"/>
                  <a:pt x="196" y="631"/>
                </a:cubicBezTo>
                <a:cubicBezTo>
                  <a:pt x="192" y="626"/>
                  <a:pt x="192" y="626"/>
                  <a:pt x="192" y="626"/>
                </a:cubicBezTo>
                <a:cubicBezTo>
                  <a:pt x="192" y="606"/>
                  <a:pt x="192" y="606"/>
                  <a:pt x="192" y="606"/>
                </a:cubicBezTo>
                <a:cubicBezTo>
                  <a:pt x="196" y="604"/>
                  <a:pt x="196" y="604"/>
                  <a:pt x="196" y="604"/>
                </a:cubicBezTo>
                <a:close/>
                <a:moveTo>
                  <a:pt x="196" y="633"/>
                </a:moveTo>
                <a:cubicBezTo>
                  <a:pt x="196" y="642"/>
                  <a:pt x="196" y="642"/>
                  <a:pt x="196" y="642"/>
                </a:cubicBezTo>
                <a:cubicBezTo>
                  <a:pt x="194" y="640"/>
                  <a:pt x="194" y="638"/>
                  <a:pt x="196" y="633"/>
                </a:cubicBezTo>
                <a:close/>
                <a:moveTo>
                  <a:pt x="196" y="687"/>
                </a:moveTo>
                <a:cubicBezTo>
                  <a:pt x="196" y="694"/>
                  <a:pt x="196" y="694"/>
                  <a:pt x="196" y="694"/>
                </a:cubicBezTo>
                <a:cubicBezTo>
                  <a:pt x="195" y="694"/>
                  <a:pt x="193" y="694"/>
                  <a:pt x="192" y="694"/>
                </a:cubicBezTo>
                <a:cubicBezTo>
                  <a:pt x="192" y="696"/>
                  <a:pt x="192" y="696"/>
                  <a:pt x="192" y="696"/>
                </a:cubicBezTo>
                <a:cubicBezTo>
                  <a:pt x="192" y="685"/>
                  <a:pt x="192" y="685"/>
                  <a:pt x="192" y="685"/>
                </a:cubicBezTo>
                <a:cubicBezTo>
                  <a:pt x="193" y="686"/>
                  <a:pt x="195" y="686"/>
                  <a:pt x="196" y="687"/>
                </a:cubicBezTo>
                <a:close/>
                <a:moveTo>
                  <a:pt x="192" y="588"/>
                </a:moveTo>
                <a:cubicBezTo>
                  <a:pt x="192" y="580"/>
                  <a:pt x="192" y="580"/>
                  <a:pt x="192" y="580"/>
                </a:cubicBezTo>
                <a:cubicBezTo>
                  <a:pt x="193" y="581"/>
                  <a:pt x="194" y="583"/>
                  <a:pt x="194" y="585"/>
                </a:cubicBezTo>
                <a:cubicBezTo>
                  <a:pt x="194" y="586"/>
                  <a:pt x="192" y="587"/>
                  <a:pt x="192" y="588"/>
                </a:cubicBezTo>
                <a:close/>
                <a:moveTo>
                  <a:pt x="189" y="61"/>
                </a:moveTo>
                <a:cubicBezTo>
                  <a:pt x="190" y="60"/>
                  <a:pt x="191" y="59"/>
                  <a:pt x="192" y="59"/>
                </a:cubicBezTo>
                <a:cubicBezTo>
                  <a:pt x="192" y="76"/>
                  <a:pt x="192" y="76"/>
                  <a:pt x="192" y="76"/>
                </a:cubicBezTo>
                <a:cubicBezTo>
                  <a:pt x="191" y="75"/>
                  <a:pt x="190" y="75"/>
                  <a:pt x="189" y="75"/>
                </a:cubicBezTo>
                <a:cubicBezTo>
                  <a:pt x="189" y="61"/>
                  <a:pt x="189" y="61"/>
                  <a:pt x="189" y="61"/>
                </a:cubicBezTo>
                <a:close/>
                <a:moveTo>
                  <a:pt x="192" y="737"/>
                </a:moveTo>
                <a:cubicBezTo>
                  <a:pt x="191" y="737"/>
                  <a:pt x="190" y="736"/>
                  <a:pt x="189" y="735"/>
                </a:cubicBezTo>
                <a:cubicBezTo>
                  <a:pt x="189" y="684"/>
                  <a:pt x="189" y="684"/>
                  <a:pt x="189" y="684"/>
                </a:cubicBezTo>
                <a:cubicBezTo>
                  <a:pt x="189" y="684"/>
                  <a:pt x="189" y="684"/>
                  <a:pt x="189" y="684"/>
                </a:cubicBezTo>
                <a:cubicBezTo>
                  <a:pt x="190" y="684"/>
                  <a:pt x="191" y="685"/>
                  <a:pt x="192" y="685"/>
                </a:cubicBezTo>
                <a:cubicBezTo>
                  <a:pt x="192" y="696"/>
                  <a:pt x="192" y="696"/>
                  <a:pt x="192" y="696"/>
                </a:cubicBezTo>
                <a:cubicBezTo>
                  <a:pt x="191" y="707"/>
                  <a:pt x="190" y="715"/>
                  <a:pt x="192" y="721"/>
                </a:cubicBezTo>
                <a:cubicBezTo>
                  <a:pt x="192" y="737"/>
                  <a:pt x="192" y="737"/>
                  <a:pt x="192" y="737"/>
                </a:cubicBezTo>
                <a:close/>
                <a:moveTo>
                  <a:pt x="192" y="95"/>
                </a:moveTo>
                <a:cubicBezTo>
                  <a:pt x="192" y="112"/>
                  <a:pt x="192" y="112"/>
                  <a:pt x="192" y="112"/>
                </a:cubicBezTo>
                <a:cubicBezTo>
                  <a:pt x="191" y="112"/>
                  <a:pt x="190" y="113"/>
                  <a:pt x="189" y="114"/>
                </a:cubicBezTo>
                <a:cubicBezTo>
                  <a:pt x="189" y="105"/>
                  <a:pt x="189" y="105"/>
                  <a:pt x="189" y="105"/>
                </a:cubicBezTo>
                <a:cubicBezTo>
                  <a:pt x="189" y="105"/>
                  <a:pt x="189" y="105"/>
                  <a:pt x="189" y="105"/>
                </a:cubicBezTo>
                <a:cubicBezTo>
                  <a:pt x="189" y="104"/>
                  <a:pt x="189" y="104"/>
                  <a:pt x="189" y="104"/>
                </a:cubicBezTo>
                <a:cubicBezTo>
                  <a:pt x="189" y="94"/>
                  <a:pt x="189" y="94"/>
                  <a:pt x="189" y="94"/>
                </a:cubicBezTo>
                <a:cubicBezTo>
                  <a:pt x="192" y="95"/>
                  <a:pt x="192" y="95"/>
                  <a:pt x="192" y="95"/>
                </a:cubicBezTo>
                <a:close/>
                <a:moveTo>
                  <a:pt x="192" y="151"/>
                </a:moveTo>
                <a:cubicBezTo>
                  <a:pt x="192" y="169"/>
                  <a:pt x="192" y="169"/>
                  <a:pt x="192" y="169"/>
                </a:cubicBezTo>
                <a:cubicBezTo>
                  <a:pt x="191" y="168"/>
                  <a:pt x="191" y="167"/>
                  <a:pt x="191" y="166"/>
                </a:cubicBezTo>
                <a:cubicBezTo>
                  <a:pt x="189" y="166"/>
                  <a:pt x="189" y="166"/>
                  <a:pt x="189" y="166"/>
                </a:cubicBezTo>
                <a:cubicBezTo>
                  <a:pt x="189" y="147"/>
                  <a:pt x="189" y="147"/>
                  <a:pt x="189" y="147"/>
                </a:cubicBezTo>
                <a:cubicBezTo>
                  <a:pt x="190" y="148"/>
                  <a:pt x="191" y="150"/>
                  <a:pt x="192" y="151"/>
                </a:cubicBezTo>
                <a:close/>
                <a:moveTo>
                  <a:pt x="192" y="175"/>
                </a:moveTo>
                <a:cubicBezTo>
                  <a:pt x="192" y="191"/>
                  <a:pt x="192" y="191"/>
                  <a:pt x="192" y="191"/>
                </a:cubicBezTo>
                <a:cubicBezTo>
                  <a:pt x="190" y="194"/>
                  <a:pt x="190" y="194"/>
                  <a:pt x="190" y="194"/>
                </a:cubicBezTo>
                <a:cubicBezTo>
                  <a:pt x="190" y="194"/>
                  <a:pt x="191" y="194"/>
                  <a:pt x="192" y="194"/>
                </a:cubicBezTo>
                <a:cubicBezTo>
                  <a:pt x="192" y="194"/>
                  <a:pt x="192" y="194"/>
                  <a:pt x="192" y="194"/>
                </a:cubicBezTo>
                <a:cubicBezTo>
                  <a:pt x="192" y="207"/>
                  <a:pt x="192" y="207"/>
                  <a:pt x="192" y="207"/>
                </a:cubicBezTo>
                <a:cubicBezTo>
                  <a:pt x="191" y="207"/>
                  <a:pt x="190" y="207"/>
                  <a:pt x="189" y="207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90" y="177"/>
                  <a:pt x="191" y="176"/>
                  <a:pt x="192" y="175"/>
                </a:cubicBezTo>
                <a:close/>
                <a:moveTo>
                  <a:pt x="192" y="214"/>
                </a:moveTo>
                <a:cubicBezTo>
                  <a:pt x="192" y="221"/>
                  <a:pt x="192" y="221"/>
                  <a:pt x="192" y="221"/>
                </a:cubicBezTo>
                <a:cubicBezTo>
                  <a:pt x="192" y="221"/>
                  <a:pt x="192" y="221"/>
                  <a:pt x="192" y="221"/>
                </a:cubicBezTo>
                <a:cubicBezTo>
                  <a:pt x="190" y="220"/>
                  <a:pt x="190" y="220"/>
                  <a:pt x="190" y="216"/>
                </a:cubicBezTo>
                <a:cubicBezTo>
                  <a:pt x="190" y="215"/>
                  <a:pt x="191" y="214"/>
                  <a:pt x="192" y="214"/>
                </a:cubicBezTo>
                <a:close/>
                <a:moveTo>
                  <a:pt x="192" y="282"/>
                </a:moveTo>
                <a:cubicBezTo>
                  <a:pt x="192" y="298"/>
                  <a:pt x="192" y="298"/>
                  <a:pt x="192" y="298"/>
                </a:cubicBezTo>
                <a:cubicBezTo>
                  <a:pt x="191" y="298"/>
                  <a:pt x="190" y="299"/>
                  <a:pt x="189" y="300"/>
                </a:cubicBezTo>
                <a:cubicBezTo>
                  <a:pt x="189" y="286"/>
                  <a:pt x="189" y="286"/>
                  <a:pt x="189" y="286"/>
                </a:cubicBezTo>
                <a:cubicBezTo>
                  <a:pt x="190" y="285"/>
                  <a:pt x="191" y="283"/>
                  <a:pt x="192" y="282"/>
                </a:cubicBezTo>
                <a:close/>
                <a:moveTo>
                  <a:pt x="192" y="308"/>
                </a:moveTo>
                <a:cubicBezTo>
                  <a:pt x="192" y="313"/>
                  <a:pt x="192" y="313"/>
                  <a:pt x="192" y="313"/>
                </a:cubicBezTo>
                <a:cubicBezTo>
                  <a:pt x="191" y="313"/>
                  <a:pt x="190" y="314"/>
                  <a:pt x="189" y="314"/>
                </a:cubicBezTo>
                <a:cubicBezTo>
                  <a:pt x="189" y="308"/>
                  <a:pt x="189" y="308"/>
                  <a:pt x="189" y="308"/>
                </a:cubicBezTo>
                <a:cubicBezTo>
                  <a:pt x="192" y="308"/>
                  <a:pt x="192" y="308"/>
                  <a:pt x="192" y="308"/>
                </a:cubicBezTo>
                <a:close/>
                <a:moveTo>
                  <a:pt x="192" y="324"/>
                </a:moveTo>
                <a:cubicBezTo>
                  <a:pt x="192" y="330"/>
                  <a:pt x="192" y="330"/>
                  <a:pt x="192" y="330"/>
                </a:cubicBezTo>
                <a:cubicBezTo>
                  <a:pt x="189" y="331"/>
                  <a:pt x="189" y="331"/>
                  <a:pt x="189" y="331"/>
                </a:cubicBezTo>
                <a:cubicBezTo>
                  <a:pt x="189" y="325"/>
                  <a:pt x="189" y="325"/>
                  <a:pt x="189" y="325"/>
                </a:cubicBezTo>
                <a:cubicBezTo>
                  <a:pt x="190" y="325"/>
                  <a:pt x="191" y="324"/>
                  <a:pt x="192" y="324"/>
                </a:cubicBezTo>
                <a:close/>
                <a:moveTo>
                  <a:pt x="192" y="336"/>
                </a:moveTo>
                <a:cubicBezTo>
                  <a:pt x="192" y="356"/>
                  <a:pt x="192" y="356"/>
                  <a:pt x="192" y="356"/>
                </a:cubicBezTo>
                <a:cubicBezTo>
                  <a:pt x="190" y="360"/>
                  <a:pt x="190" y="364"/>
                  <a:pt x="189" y="369"/>
                </a:cubicBezTo>
                <a:cubicBezTo>
                  <a:pt x="189" y="348"/>
                  <a:pt x="189" y="348"/>
                  <a:pt x="189" y="348"/>
                </a:cubicBezTo>
                <a:cubicBezTo>
                  <a:pt x="189" y="347"/>
                  <a:pt x="189" y="347"/>
                  <a:pt x="189" y="347"/>
                </a:cubicBezTo>
                <a:cubicBezTo>
                  <a:pt x="189" y="348"/>
                  <a:pt x="189" y="348"/>
                  <a:pt x="189" y="348"/>
                </a:cubicBezTo>
                <a:cubicBezTo>
                  <a:pt x="189" y="340"/>
                  <a:pt x="189" y="340"/>
                  <a:pt x="189" y="340"/>
                </a:cubicBezTo>
                <a:cubicBezTo>
                  <a:pt x="190" y="338"/>
                  <a:pt x="191" y="337"/>
                  <a:pt x="192" y="336"/>
                </a:cubicBezTo>
                <a:close/>
                <a:moveTo>
                  <a:pt x="192" y="390"/>
                </a:moveTo>
                <a:cubicBezTo>
                  <a:pt x="192" y="399"/>
                  <a:pt x="192" y="399"/>
                  <a:pt x="192" y="399"/>
                </a:cubicBezTo>
                <a:cubicBezTo>
                  <a:pt x="191" y="397"/>
                  <a:pt x="190" y="396"/>
                  <a:pt x="189" y="394"/>
                </a:cubicBezTo>
                <a:cubicBezTo>
                  <a:pt x="189" y="389"/>
                  <a:pt x="189" y="389"/>
                  <a:pt x="189" y="389"/>
                </a:cubicBezTo>
                <a:cubicBezTo>
                  <a:pt x="189" y="390"/>
                  <a:pt x="189" y="390"/>
                  <a:pt x="189" y="390"/>
                </a:cubicBezTo>
                <a:cubicBezTo>
                  <a:pt x="192" y="390"/>
                  <a:pt x="192" y="390"/>
                  <a:pt x="192" y="390"/>
                </a:cubicBezTo>
                <a:close/>
                <a:moveTo>
                  <a:pt x="192" y="410"/>
                </a:moveTo>
                <a:cubicBezTo>
                  <a:pt x="192" y="415"/>
                  <a:pt x="192" y="415"/>
                  <a:pt x="192" y="415"/>
                </a:cubicBezTo>
                <a:cubicBezTo>
                  <a:pt x="189" y="415"/>
                  <a:pt x="189" y="415"/>
                  <a:pt x="189" y="415"/>
                </a:cubicBezTo>
                <a:cubicBezTo>
                  <a:pt x="189" y="411"/>
                  <a:pt x="189" y="411"/>
                  <a:pt x="189" y="411"/>
                </a:cubicBezTo>
                <a:cubicBezTo>
                  <a:pt x="190" y="411"/>
                  <a:pt x="191" y="411"/>
                  <a:pt x="192" y="410"/>
                </a:cubicBezTo>
                <a:close/>
                <a:moveTo>
                  <a:pt x="192" y="446"/>
                </a:moveTo>
                <a:cubicBezTo>
                  <a:pt x="192" y="481"/>
                  <a:pt x="192" y="481"/>
                  <a:pt x="192" y="481"/>
                </a:cubicBezTo>
                <a:cubicBezTo>
                  <a:pt x="191" y="482"/>
                  <a:pt x="190" y="483"/>
                  <a:pt x="189" y="484"/>
                </a:cubicBezTo>
                <a:cubicBezTo>
                  <a:pt x="189" y="475"/>
                  <a:pt x="189" y="475"/>
                  <a:pt x="189" y="475"/>
                </a:cubicBezTo>
                <a:cubicBezTo>
                  <a:pt x="192" y="471"/>
                  <a:pt x="192" y="467"/>
                  <a:pt x="190" y="459"/>
                </a:cubicBezTo>
                <a:cubicBezTo>
                  <a:pt x="189" y="460"/>
                  <a:pt x="189" y="460"/>
                  <a:pt x="189" y="460"/>
                </a:cubicBezTo>
                <a:cubicBezTo>
                  <a:pt x="189" y="428"/>
                  <a:pt x="189" y="428"/>
                  <a:pt x="189" y="428"/>
                </a:cubicBezTo>
                <a:cubicBezTo>
                  <a:pt x="190" y="434"/>
                  <a:pt x="191" y="440"/>
                  <a:pt x="192" y="446"/>
                </a:cubicBezTo>
                <a:close/>
                <a:moveTo>
                  <a:pt x="192" y="500"/>
                </a:moveTo>
                <a:cubicBezTo>
                  <a:pt x="192" y="522"/>
                  <a:pt x="192" y="522"/>
                  <a:pt x="192" y="522"/>
                </a:cubicBezTo>
                <a:cubicBezTo>
                  <a:pt x="191" y="520"/>
                  <a:pt x="190" y="518"/>
                  <a:pt x="189" y="516"/>
                </a:cubicBezTo>
                <a:cubicBezTo>
                  <a:pt x="189" y="504"/>
                  <a:pt x="189" y="504"/>
                  <a:pt x="189" y="504"/>
                </a:cubicBezTo>
                <a:cubicBezTo>
                  <a:pt x="190" y="502"/>
                  <a:pt x="191" y="501"/>
                  <a:pt x="192" y="500"/>
                </a:cubicBezTo>
                <a:close/>
                <a:moveTo>
                  <a:pt x="192" y="580"/>
                </a:moveTo>
                <a:cubicBezTo>
                  <a:pt x="192" y="588"/>
                  <a:pt x="192" y="588"/>
                  <a:pt x="192" y="588"/>
                </a:cubicBezTo>
                <a:cubicBezTo>
                  <a:pt x="191" y="588"/>
                  <a:pt x="190" y="589"/>
                  <a:pt x="189" y="590"/>
                </a:cubicBezTo>
                <a:cubicBezTo>
                  <a:pt x="189" y="577"/>
                  <a:pt x="189" y="577"/>
                  <a:pt x="189" y="577"/>
                </a:cubicBezTo>
                <a:cubicBezTo>
                  <a:pt x="190" y="578"/>
                  <a:pt x="191" y="579"/>
                  <a:pt x="192" y="580"/>
                </a:cubicBezTo>
                <a:close/>
                <a:moveTo>
                  <a:pt x="192" y="606"/>
                </a:moveTo>
                <a:cubicBezTo>
                  <a:pt x="192" y="626"/>
                  <a:pt x="192" y="626"/>
                  <a:pt x="192" y="626"/>
                </a:cubicBezTo>
                <a:cubicBezTo>
                  <a:pt x="189" y="624"/>
                  <a:pt x="189" y="624"/>
                  <a:pt x="189" y="624"/>
                </a:cubicBezTo>
                <a:cubicBezTo>
                  <a:pt x="189" y="607"/>
                  <a:pt x="189" y="607"/>
                  <a:pt x="189" y="607"/>
                </a:cubicBezTo>
                <a:cubicBezTo>
                  <a:pt x="192" y="606"/>
                  <a:pt x="192" y="606"/>
                  <a:pt x="192" y="606"/>
                </a:cubicBezTo>
                <a:close/>
                <a:moveTo>
                  <a:pt x="189" y="235"/>
                </a:moveTo>
                <a:cubicBezTo>
                  <a:pt x="189" y="229"/>
                  <a:pt x="189" y="229"/>
                  <a:pt x="189" y="229"/>
                </a:cubicBezTo>
                <a:cubicBezTo>
                  <a:pt x="190" y="231"/>
                  <a:pt x="190" y="233"/>
                  <a:pt x="190" y="235"/>
                </a:cubicBezTo>
                <a:cubicBezTo>
                  <a:pt x="190" y="235"/>
                  <a:pt x="189" y="235"/>
                  <a:pt x="189" y="235"/>
                </a:cubicBezTo>
                <a:close/>
                <a:moveTo>
                  <a:pt x="189" y="178"/>
                </a:move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6"/>
                  <a:pt x="189" y="173"/>
                  <a:pt x="189" y="171"/>
                </a:cubicBezTo>
                <a:cubicBezTo>
                  <a:pt x="189" y="171"/>
                  <a:pt x="189" y="171"/>
                  <a:pt x="189" y="171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7" y="62"/>
                </a:moveTo>
                <a:cubicBezTo>
                  <a:pt x="188" y="62"/>
                  <a:pt x="188" y="61"/>
                  <a:pt x="189" y="61"/>
                </a:cubicBezTo>
                <a:cubicBezTo>
                  <a:pt x="189" y="75"/>
                  <a:pt x="189" y="75"/>
                  <a:pt x="189" y="75"/>
                </a:cubicBezTo>
                <a:cubicBezTo>
                  <a:pt x="188" y="75"/>
                  <a:pt x="188" y="75"/>
                  <a:pt x="187" y="74"/>
                </a:cubicBezTo>
                <a:cubicBezTo>
                  <a:pt x="187" y="62"/>
                  <a:pt x="187" y="62"/>
                  <a:pt x="187" y="62"/>
                </a:cubicBezTo>
                <a:close/>
                <a:moveTo>
                  <a:pt x="189" y="735"/>
                </a:moveTo>
                <a:cubicBezTo>
                  <a:pt x="188" y="734"/>
                  <a:pt x="188" y="734"/>
                  <a:pt x="187" y="733"/>
                </a:cubicBezTo>
                <a:cubicBezTo>
                  <a:pt x="187" y="681"/>
                  <a:pt x="187" y="681"/>
                  <a:pt x="187" y="681"/>
                </a:cubicBezTo>
                <a:cubicBezTo>
                  <a:pt x="188" y="682"/>
                  <a:pt x="188" y="683"/>
                  <a:pt x="189" y="684"/>
                </a:cubicBezTo>
                <a:cubicBezTo>
                  <a:pt x="189" y="735"/>
                  <a:pt x="189" y="735"/>
                  <a:pt x="189" y="735"/>
                </a:cubicBezTo>
                <a:close/>
                <a:moveTo>
                  <a:pt x="189" y="94"/>
                </a:moveTo>
                <a:cubicBezTo>
                  <a:pt x="189" y="104"/>
                  <a:pt x="189" y="104"/>
                  <a:pt x="189" y="104"/>
                </a:cubicBezTo>
                <a:cubicBezTo>
                  <a:pt x="189" y="104"/>
                  <a:pt x="188" y="104"/>
                  <a:pt x="187" y="103"/>
                </a:cubicBezTo>
                <a:cubicBezTo>
                  <a:pt x="187" y="93"/>
                  <a:pt x="187" y="93"/>
                  <a:pt x="187" y="93"/>
                </a:cubicBezTo>
                <a:cubicBezTo>
                  <a:pt x="189" y="94"/>
                  <a:pt x="189" y="94"/>
                  <a:pt x="189" y="94"/>
                </a:cubicBezTo>
                <a:close/>
                <a:moveTo>
                  <a:pt x="189" y="105"/>
                </a:moveTo>
                <a:cubicBezTo>
                  <a:pt x="189" y="114"/>
                  <a:pt x="189" y="114"/>
                  <a:pt x="189" y="114"/>
                </a:cubicBezTo>
                <a:cubicBezTo>
                  <a:pt x="188" y="114"/>
                  <a:pt x="188" y="115"/>
                  <a:pt x="187" y="115"/>
                </a:cubicBezTo>
                <a:cubicBezTo>
                  <a:pt x="187" y="106"/>
                  <a:pt x="187" y="106"/>
                  <a:pt x="187" y="106"/>
                </a:cubicBezTo>
                <a:cubicBezTo>
                  <a:pt x="188" y="106"/>
                  <a:pt x="188" y="105"/>
                  <a:pt x="189" y="105"/>
                </a:cubicBezTo>
                <a:close/>
                <a:moveTo>
                  <a:pt x="189" y="147"/>
                </a:moveTo>
                <a:cubicBezTo>
                  <a:pt x="189" y="166"/>
                  <a:pt x="189" y="166"/>
                  <a:pt x="189" y="166"/>
                </a:cubicBezTo>
                <a:cubicBezTo>
                  <a:pt x="188" y="165"/>
                  <a:pt x="188" y="165"/>
                  <a:pt x="187" y="165"/>
                </a:cubicBezTo>
                <a:cubicBezTo>
                  <a:pt x="187" y="145"/>
                  <a:pt x="187" y="145"/>
                  <a:pt x="187" y="145"/>
                </a:cubicBezTo>
                <a:cubicBezTo>
                  <a:pt x="188" y="145"/>
                  <a:pt x="188" y="145"/>
                  <a:pt x="188" y="145"/>
                </a:cubicBezTo>
                <a:cubicBezTo>
                  <a:pt x="188" y="146"/>
                  <a:pt x="189" y="147"/>
                  <a:pt x="189" y="147"/>
                </a:cubicBezTo>
                <a:close/>
                <a:moveTo>
                  <a:pt x="189" y="171"/>
                </a:moveTo>
                <a:cubicBezTo>
                  <a:pt x="189" y="178"/>
                  <a:pt x="189" y="178"/>
                  <a:pt x="189" y="178"/>
                </a:cubicBezTo>
                <a:cubicBezTo>
                  <a:pt x="188" y="178"/>
                  <a:pt x="188" y="178"/>
                  <a:pt x="187" y="178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9" y="171"/>
                  <a:pt x="189" y="171"/>
                  <a:pt x="189" y="171"/>
                </a:cubicBezTo>
                <a:close/>
                <a:moveTo>
                  <a:pt x="189" y="178"/>
                </a:moveTo>
                <a:cubicBezTo>
                  <a:pt x="188" y="178"/>
                  <a:pt x="188" y="178"/>
                  <a:pt x="187" y="178"/>
                </a:cubicBezTo>
                <a:cubicBezTo>
                  <a:pt x="187" y="181"/>
                  <a:pt x="187" y="181"/>
                  <a:pt x="187" y="181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9" y="178"/>
                </a:moveTo>
                <a:cubicBezTo>
                  <a:pt x="187" y="181"/>
                  <a:pt x="187" y="181"/>
                  <a:pt x="187" y="181"/>
                </a:cubicBezTo>
                <a:cubicBezTo>
                  <a:pt x="187" y="207"/>
                  <a:pt x="187" y="207"/>
                  <a:pt x="187" y="207"/>
                </a:cubicBezTo>
                <a:cubicBezTo>
                  <a:pt x="188" y="207"/>
                  <a:pt x="188" y="207"/>
                  <a:pt x="189" y="207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9" y="229"/>
                </a:moveTo>
                <a:cubicBezTo>
                  <a:pt x="189" y="235"/>
                  <a:pt x="189" y="235"/>
                  <a:pt x="189" y="235"/>
                </a:cubicBezTo>
                <a:cubicBezTo>
                  <a:pt x="188" y="236"/>
                  <a:pt x="188" y="236"/>
                  <a:pt x="187" y="236"/>
                </a:cubicBezTo>
                <a:cubicBezTo>
                  <a:pt x="187" y="225"/>
                  <a:pt x="187" y="225"/>
                  <a:pt x="187" y="225"/>
                </a:cubicBezTo>
                <a:cubicBezTo>
                  <a:pt x="188" y="226"/>
                  <a:pt x="188" y="228"/>
                  <a:pt x="189" y="229"/>
                </a:cubicBezTo>
                <a:close/>
                <a:moveTo>
                  <a:pt x="189" y="286"/>
                </a:moveTo>
                <a:cubicBezTo>
                  <a:pt x="189" y="300"/>
                  <a:pt x="189" y="300"/>
                  <a:pt x="189" y="300"/>
                </a:cubicBezTo>
                <a:cubicBezTo>
                  <a:pt x="188" y="300"/>
                  <a:pt x="188" y="301"/>
                  <a:pt x="187" y="303"/>
                </a:cubicBezTo>
                <a:cubicBezTo>
                  <a:pt x="187" y="290"/>
                  <a:pt x="187" y="290"/>
                  <a:pt x="187" y="290"/>
                </a:cubicBezTo>
                <a:cubicBezTo>
                  <a:pt x="188" y="289"/>
                  <a:pt x="188" y="288"/>
                  <a:pt x="189" y="286"/>
                </a:cubicBezTo>
                <a:close/>
                <a:moveTo>
                  <a:pt x="189" y="308"/>
                </a:moveTo>
                <a:cubicBezTo>
                  <a:pt x="189" y="314"/>
                  <a:pt x="189" y="314"/>
                  <a:pt x="189" y="314"/>
                </a:cubicBezTo>
                <a:cubicBezTo>
                  <a:pt x="188" y="314"/>
                  <a:pt x="188" y="314"/>
                  <a:pt x="187" y="314"/>
                </a:cubicBezTo>
                <a:cubicBezTo>
                  <a:pt x="187" y="308"/>
                  <a:pt x="187" y="308"/>
                  <a:pt x="187" y="308"/>
                </a:cubicBezTo>
                <a:cubicBezTo>
                  <a:pt x="188" y="308"/>
                  <a:pt x="188" y="308"/>
                  <a:pt x="189" y="308"/>
                </a:cubicBezTo>
                <a:close/>
                <a:moveTo>
                  <a:pt x="189" y="325"/>
                </a:moveTo>
                <a:cubicBezTo>
                  <a:pt x="189" y="331"/>
                  <a:pt x="189" y="331"/>
                  <a:pt x="189" y="331"/>
                </a:cubicBezTo>
                <a:cubicBezTo>
                  <a:pt x="188" y="331"/>
                  <a:pt x="188" y="331"/>
                  <a:pt x="187" y="331"/>
                </a:cubicBezTo>
                <a:cubicBezTo>
                  <a:pt x="187" y="326"/>
                  <a:pt x="187" y="326"/>
                  <a:pt x="187" y="326"/>
                </a:cubicBezTo>
                <a:cubicBezTo>
                  <a:pt x="188" y="325"/>
                  <a:pt x="188" y="325"/>
                  <a:pt x="189" y="325"/>
                </a:cubicBezTo>
                <a:close/>
                <a:moveTo>
                  <a:pt x="189" y="340"/>
                </a:moveTo>
                <a:cubicBezTo>
                  <a:pt x="189" y="348"/>
                  <a:pt x="189" y="348"/>
                  <a:pt x="189" y="348"/>
                </a:cubicBezTo>
                <a:cubicBezTo>
                  <a:pt x="188" y="348"/>
                  <a:pt x="188" y="348"/>
                  <a:pt x="187" y="348"/>
                </a:cubicBezTo>
                <a:cubicBezTo>
                  <a:pt x="187" y="341"/>
                  <a:pt x="187" y="341"/>
                  <a:pt x="187" y="341"/>
                </a:cubicBezTo>
                <a:cubicBezTo>
                  <a:pt x="188" y="341"/>
                  <a:pt x="188" y="340"/>
                  <a:pt x="189" y="340"/>
                </a:cubicBezTo>
                <a:close/>
                <a:moveTo>
                  <a:pt x="189" y="348"/>
                </a:moveTo>
                <a:cubicBezTo>
                  <a:pt x="188" y="350"/>
                  <a:pt x="188" y="353"/>
                  <a:pt x="187" y="355"/>
                </a:cubicBezTo>
                <a:cubicBezTo>
                  <a:pt x="187" y="396"/>
                  <a:pt x="187" y="396"/>
                  <a:pt x="187" y="396"/>
                </a:cubicBezTo>
                <a:cubicBezTo>
                  <a:pt x="187" y="395"/>
                  <a:pt x="188" y="394"/>
                  <a:pt x="189" y="393"/>
                </a:cubicBezTo>
                <a:cubicBezTo>
                  <a:pt x="189" y="394"/>
                  <a:pt x="189" y="394"/>
                  <a:pt x="189" y="394"/>
                </a:cubicBezTo>
                <a:cubicBezTo>
                  <a:pt x="189" y="389"/>
                  <a:pt x="189" y="389"/>
                  <a:pt x="189" y="389"/>
                </a:cubicBezTo>
                <a:cubicBezTo>
                  <a:pt x="188" y="382"/>
                  <a:pt x="188" y="376"/>
                  <a:pt x="189" y="369"/>
                </a:cubicBezTo>
                <a:cubicBezTo>
                  <a:pt x="189" y="348"/>
                  <a:pt x="189" y="348"/>
                  <a:pt x="189" y="348"/>
                </a:cubicBezTo>
                <a:close/>
                <a:moveTo>
                  <a:pt x="189" y="411"/>
                </a:moveTo>
                <a:cubicBezTo>
                  <a:pt x="189" y="415"/>
                  <a:pt x="189" y="415"/>
                  <a:pt x="189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05"/>
                  <a:pt x="187" y="405"/>
                  <a:pt x="187" y="405"/>
                </a:cubicBezTo>
                <a:cubicBezTo>
                  <a:pt x="187" y="407"/>
                  <a:pt x="188" y="409"/>
                  <a:pt x="188" y="411"/>
                </a:cubicBezTo>
                <a:cubicBezTo>
                  <a:pt x="189" y="411"/>
                  <a:pt x="189" y="411"/>
                  <a:pt x="189" y="411"/>
                </a:cubicBezTo>
                <a:close/>
                <a:moveTo>
                  <a:pt x="189" y="428"/>
                </a:moveTo>
                <a:cubicBezTo>
                  <a:pt x="189" y="460"/>
                  <a:pt x="189" y="460"/>
                  <a:pt x="189" y="460"/>
                </a:cubicBezTo>
                <a:cubicBezTo>
                  <a:pt x="188" y="461"/>
                  <a:pt x="188" y="461"/>
                  <a:pt x="187" y="462"/>
                </a:cubicBezTo>
                <a:cubicBezTo>
                  <a:pt x="187" y="449"/>
                  <a:pt x="187" y="449"/>
                  <a:pt x="187" y="449"/>
                </a:cubicBezTo>
                <a:cubicBezTo>
                  <a:pt x="187" y="448"/>
                  <a:pt x="187" y="447"/>
                  <a:pt x="187" y="446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8" y="419"/>
                  <a:pt x="188" y="424"/>
                  <a:pt x="189" y="428"/>
                </a:cubicBezTo>
                <a:close/>
                <a:moveTo>
                  <a:pt x="189" y="475"/>
                </a:moveTo>
                <a:cubicBezTo>
                  <a:pt x="189" y="484"/>
                  <a:pt x="189" y="484"/>
                  <a:pt x="189" y="484"/>
                </a:cubicBezTo>
                <a:cubicBezTo>
                  <a:pt x="188" y="485"/>
                  <a:pt x="188" y="487"/>
                  <a:pt x="187" y="488"/>
                </a:cubicBezTo>
                <a:cubicBezTo>
                  <a:pt x="187" y="478"/>
                  <a:pt x="187" y="478"/>
                  <a:pt x="187" y="478"/>
                </a:cubicBezTo>
                <a:cubicBezTo>
                  <a:pt x="188" y="477"/>
                  <a:pt x="188" y="476"/>
                  <a:pt x="189" y="475"/>
                </a:cubicBezTo>
                <a:close/>
                <a:moveTo>
                  <a:pt x="189" y="504"/>
                </a:moveTo>
                <a:cubicBezTo>
                  <a:pt x="189" y="516"/>
                  <a:pt x="189" y="516"/>
                  <a:pt x="189" y="516"/>
                </a:cubicBezTo>
                <a:cubicBezTo>
                  <a:pt x="188" y="514"/>
                  <a:pt x="188" y="513"/>
                  <a:pt x="187" y="511"/>
                </a:cubicBezTo>
                <a:cubicBezTo>
                  <a:pt x="187" y="510"/>
                  <a:pt x="187" y="510"/>
                  <a:pt x="187" y="510"/>
                </a:cubicBezTo>
                <a:cubicBezTo>
                  <a:pt x="187" y="502"/>
                  <a:pt x="187" y="502"/>
                  <a:pt x="187" y="502"/>
                </a:cubicBezTo>
                <a:cubicBezTo>
                  <a:pt x="187" y="503"/>
                  <a:pt x="188" y="504"/>
                  <a:pt x="188" y="505"/>
                </a:cubicBezTo>
                <a:cubicBezTo>
                  <a:pt x="188" y="505"/>
                  <a:pt x="189" y="504"/>
                  <a:pt x="189" y="504"/>
                </a:cubicBezTo>
                <a:close/>
                <a:moveTo>
                  <a:pt x="189" y="577"/>
                </a:moveTo>
                <a:cubicBezTo>
                  <a:pt x="189" y="590"/>
                  <a:pt x="189" y="590"/>
                  <a:pt x="189" y="590"/>
                </a:cubicBezTo>
                <a:cubicBezTo>
                  <a:pt x="187" y="592"/>
                  <a:pt x="187" y="592"/>
                  <a:pt x="187" y="592"/>
                </a:cubicBezTo>
                <a:cubicBezTo>
                  <a:pt x="187" y="578"/>
                  <a:pt x="187" y="578"/>
                  <a:pt x="187" y="578"/>
                </a:cubicBezTo>
                <a:cubicBezTo>
                  <a:pt x="189" y="576"/>
                  <a:pt x="189" y="576"/>
                  <a:pt x="189" y="576"/>
                </a:cubicBezTo>
                <a:cubicBezTo>
                  <a:pt x="189" y="577"/>
                  <a:pt x="189" y="577"/>
                  <a:pt x="189" y="577"/>
                </a:cubicBezTo>
                <a:close/>
                <a:moveTo>
                  <a:pt x="189" y="607"/>
                </a:moveTo>
                <a:cubicBezTo>
                  <a:pt x="189" y="624"/>
                  <a:pt x="189" y="624"/>
                  <a:pt x="189" y="624"/>
                </a:cubicBezTo>
                <a:cubicBezTo>
                  <a:pt x="187" y="622"/>
                  <a:pt x="187" y="622"/>
                  <a:pt x="187" y="622"/>
                </a:cubicBezTo>
                <a:cubicBezTo>
                  <a:pt x="187" y="609"/>
                  <a:pt x="187" y="609"/>
                  <a:pt x="187" y="609"/>
                </a:cubicBezTo>
                <a:lnTo>
                  <a:pt x="189" y="607"/>
                </a:lnTo>
                <a:close/>
                <a:moveTo>
                  <a:pt x="185" y="64"/>
                </a:moveTo>
                <a:cubicBezTo>
                  <a:pt x="186" y="64"/>
                  <a:pt x="186" y="63"/>
                  <a:pt x="187" y="62"/>
                </a:cubicBezTo>
                <a:cubicBezTo>
                  <a:pt x="187" y="74"/>
                  <a:pt x="187" y="74"/>
                  <a:pt x="187" y="74"/>
                </a:cubicBezTo>
                <a:cubicBezTo>
                  <a:pt x="186" y="74"/>
                  <a:pt x="185" y="74"/>
                  <a:pt x="185" y="74"/>
                </a:cubicBezTo>
                <a:cubicBezTo>
                  <a:pt x="185" y="64"/>
                  <a:pt x="185" y="64"/>
                  <a:pt x="185" y="64"/>
                </a:cubicBezTo>
                <a:close/>
                <a:moveTo>
                  <a:pt x="187" y="733"/>
                </a:moveTo>
                <a:cubicBezTo>
                  <a:pt x="187" y="733"/>
                  <a:pt x="187" y="733"/>
                  <a:pt x="187" y="733"/>
                </a:cubicBezTo>
                <a:cubicBezTo>
                  <a:pt x="185" y="732"/>
                  <a:pt x="185" y="732"/>
                  <a:pt x="185" y="732"/>
                </a:cubicBezTo>
                <a:cubicBezTo>
                  <a:pt x="185" y="678"/>
                  <a:pt x="185" y="678"/>
                  <a:pt x="185" y="678"/>
                </a:cubicBezTo>
                <a:cubicBezTo>
                  <a:pt x="186" y="679"/>
                  <a:pt x="186" y="680"/>
                  <a:pt x="187" y="681"/>
                </a:cubicBezTo>
                <a:cubicBezTo>
                  <a:pt x="187" y="733"/>
                  <a:pt x="187" y="733"/>
                  <a:pt x="187" y="733"/>
                </a:cubicBezTo>
                <a:close/>
                <a:moveTo>
                  <a:pt x="187" y="93"/>
                </a:moveTo>
                <a:cubicBezTo>
                  <a:pt x="187" y="103"/>
                  <a:pt x="187" y="103"/>
                  <a:pt x="187" y="103"/>
                </a:cubicBezTo>
                <a:cubicBezTo>
                  <a:pt x="186" y="103"/>
                  <a:pt x="186" y="102"/>
                  <a:pt x="185" y="102"/>
                </a:cubicBezTo>
                <a:cubicBezTo>
                  <a:pt x="185" y="92"/>
                  <a:pt x="185" y="92"/>
                  <a:pt x="185" y="92"/>
                </a:cubicBezTo>
                <a:cubicBezTo>
                  <a:pt x="187" y="93"/>
                  <a:pt x="187" y="93"/>
                  <a:pt x="187" y="93"/>
                </a:cubicBezTo>
                <a:close/>
                <a:moveTo>
                  <a:pt x="187" y="106"/>
                </a:moveTo>
                <a:cubicBezTo>
                  <a:pt x="187" y="115"/>
                  <a:pt x="187" y="115"/>
                  <a:pt x="187" y="115"/>
                </a:cubicBezTo>
                <a:cubicBezTo>
                  <a:pt x="186" y="116"/>
                  <a:pt x="186" y="116"/>
                  <a:pt x="185" y="117"/>
                </a:cubicBezTo>
                <a:cubicBezTo>
                  <a:pt x="185" y="108"/>
                  <a:pt x="185" y="108"/>
                  <a:pt x="185" y="108"/>
                </a:cubicBezTo>
                <a:cubicBezTo>
                  <a:pt x="185" y="108"/>
                  <a:pt x="186" y="107"/>
                  <a:pt x="187" y="106"/>
                </a:cubicBezTo>
                <a:close/>
                <a:moveTo>
                  <a:pt x="187" y="145"/>
                </a:moveTo>
                <a:cubicBezTo>
                  <a:pt x="187" y="165"/>
                  <a:pt x="187" y="165"/>
                  <a:pt x="187" y="165"/>
                </a:cubicBezTo>
                <a:cubicBezTo>
                  <a:pt x="186" y="165"/>
                  <a:pt x="185" y="165"/>
                  <a:pt x="185" y="164"/>
                </a:cubicBezTo>
                <a:cubicBezTo>
                  <a:pt x="185" y="145"/>
                  <a:pt x="185" y="145"/>
                  <a:pt x="185" y="145"/>
                </a:cubicBezTo>
                <a:cubicBezTo>
                  <a:pt x="187" y="145"/>
                  <a:pt x="187" y="145"/>
                  <a:pt x="187" y="145"/>
                </a:cubicBezTo>
                <a:close/>
                <a:moveTo>
                  <a:pt x="187" y="171"/>
                </a:moveTo>
                <a:cubicBezTo>
                  <a:pt x="187" y="178"/>
                  <a:pt x="187" y="178"/>
                  <a:pt x="187" y="178"/>
                </a:cubicBezTo>
                <a:cubicBezTo>
                  <a:pt x="186" y="179"/>
                  <a:pt x="186" y="179"/>
                  <a:pt x="185" y="179"/>
                </a:cubicBezTo>
                <a:cubicBezTo>
                  <a:pt x="185" y="171"/>
                  <a:pt x="185" y="171"/>
                  <a:pt x="185" y="171"/>
                </a:cubicBezTo>
                <a:cubicBezTo>
                  <a:pt x="187" y="171"/>
                  <a:pt x="187" y="171"/>
                  <a:pt x="187" y="171"/>
                </a:cubicBezTo>
                <a:close/>
                <a:moveTo>
                  <a:pt x="187" y="178"/>
                </a:moveTo>
                <a:cubicBezTo>
                  <a:pt x="186" y="179"/>
                  <a:pt x="186" y="179"/>
                  <a:pt x="185" y="179"/>
                </a:cubicBezTo>
                <a:cubicBezTo>
                  <a:pt x="185" y="183"/>
                  <a:pt x="185" y="183"/>
                  <a:pt x="185" y="183"/>
                </a:cubicBezTo>
                <a:cubicBezTo>
                  <a:pt x="187" y="181"/>
                  <a:pt x="187" y="181"/>
                  <a:pt x="187" y="181"/>
                </a:cubicBezTo>
                <a:cubicBezTo>
                  <a:pt x="187" y="178"/>
                  <a:pt x="187" y="178"/>
                  <a:pt x="187" y="178"/>
                </a:cubicBezTo>
                <a:close/>
                <a:moveTo>
                  <a:pt x="187" y="181"/>
                </a:moveTo>
                <a:cubicBezTo>
                  <a:pt x="187" y="207"/>
                  <a:pt x="187" y="207"/>
                  <a:pt x="187" y="207"/>
                </a:cubicBezTo>
                <a:cubicBezTo>
                  <a:pt x="186" y="207"/>
                  <a:pt x="186" y="207"/>
                  <a:pt x="186" y="207"/>
                </a:cubicBezTo>
                <a:cubicBezTo>
                  <a:pt x="186" y="205"/>
                  <a:pt x="186" y="202"/>
                  <a:pt x="186" y="199"/>
                </a:cubicBezTo>
                <a:cubicBezTo>
                  <a:pt x="185" y="199"/>
                  <a:pt x="185" y="199"/>
                  <a:pt x="185" y="199"/>
                </a:cubicBezTo>
                <a:cubicBezTo>
                  <a:pt x="185" y="183"/>
                  <a:pt x="185" y="183"/>
                  <a:pt x="185" y="183"/>
                </a:cubicBezTo>
                <a:cubicBezTo>
                  <a:pt x="187" y="181"/>
                  <a:pt x="187" y="181"/>
                  <a:pt x="187" y="181"/>
                </a:cubicBezTo>
                <a:close/>
                <a:moveTo>
                  <a:pt x="187" y="225"/>
                </a:moveTo>
                <a:cubicBezTo>
                  <a:pt x="187" y="236"/>
                  <a:pt x="187" y="236"/>
                  <a:pt x="187" y="236"/>
                </a:cubicBezTo>
                <a:cubicBezTo>
                  <a:pt x="186" y="236"/>
                  <a:pt x="186" y="236"/>
                  <a:pt x="185" y="236"/>
                </a:cubicBezTo>
                <a:cubicBezTo>
                  <a:pt x="185" y="222"/>
                  <a:pt x="185" y="222"/>
                  <a:pt x="185" y="222"/>
                </a:cubicBezTo>
                <a:cubicBezTo>
                  <a:pt x="186" y="223"/>
                  <a:pt x="186" y="224"/>
                  <a:pt x="187" y="225"/>
                </a:cubicBezTo>
                <a:close/>
                <a:moveTo>
                  <a:pt x="187" y="290"/>
                </a:moveTo>
                <a:cubicBezTo>
                  <a:pt x="187" y="303"/>
                  <a:pt x="187" y="303"/>
                  <a:pt x="187" y="303"/>
                </a:cubicBezTo>
                <a:cubicBezTo>
                  <a:pt x="186" y="304"/>
                  <a:pt x="185" y="306"/>
                  <a:pt x="185" y="308"/>
                </a:cubicBezTo>
                <a:cubicBezTo>
                  <a:pt x="185" y="294"/>
                  <a:pt x="185" y="294"/>
                  <a:pt x="185" y="294"/>
                </a:cubicBezTo>
                <a:cubicBezTo>
                  <a:pt x="185" y="293"/>
                  <a:pt x="186" y="292"/>
                  <a:pt x="187" y="290"/>
                </a:cubicBezTo>
                <a:close/>
                <a:moveTo>
                  <a:pt x="187" y="308"/>
                </a:moveTo>
                <a:cubicBezTo>
                  <a:pt x="187" y="314"/>
                  <a:pt x="187" y="314"/>
                  <a:pt x="187" y="314"/>
                </a:cubicBezTo>
                <a:cubicBezTo>
                  <a:pt x="186" y="315"/>
                  <a:pt x="185" y="315"/>
                  <a:pt x="185" y="315"/>
                </a:cubicBezTo>
                <a:cubicBezTo>
                  <a:pt x="185" y="309"/>
                  <a:pt x="185" y="309"/>
                  <a:pt x="185" y="309"/>
                </a:cubicBezTo>
                <a:cubicBezTo>
                  <a:pt x="186" y="309"/>
                  <a:pt x="186" y="308"/>
                  <a:pt x="187" y="308"/>
                </a:cubicBezTo>
                <a:close/>
                <a:moveTo>
                  <a:pt x="187" y="326"/>
                </a:moveTo>
                <a:cubicBezTo>
                  <a:pt x="187" y="331"/>
                  <a:pt x="187" y="331"/>
                  <a:pt x="187" y="331"/>
                </a:cubicBezTo>
                <a:cubicBezTo>
                  <a:pt x="186" y="331"/>
                  <a:pt x="185" y="331"/>
                  <a:pt x="185" y="332"/>
                </a:cubicBezTo>
                <a:cubicBezTo>
                  <a:pt x="185" y="326"/>
                  <a:pt x="185" y="326"/>
                  <a:pt x="185" y="326"/>
                </a:cubicBezTo>
                <a:cubicBezTo>
                  <a:pt x="186" y="326"/>
                  <a:pt x="186" y="326"/>
                  <a:pt x="187" y="326"/>
                </a:cubicBezTo>
                <a:close/>
                <a:moveTo>
                  <a:pt x="187" y="341"/>
                </a:moveTo>
                <a:cubicBezTo>
                  <a:pt x="187" y="348"/>
                  <a:pt x="187" y="348"/>
                  <a:pt x="187" y="348"/>
                </a:cubicBezTo>
                <a:cubicBezTo>
                  <a:pt x="185" y="349"/>
                  <a:pt x="185" y="349"/>
                  <a:pt x="185" y="349"/>
                </a:cubicBezTo>
                <a:cubicBezTo>
                  <a:pt x="185" y="342"/>
                  <a:pt x="185" y="342"/>
                  <a:pt x="185" y="342"/>
                </a:cubicBezTo>
                <a:cubicBezTo>
                  <a:pt x="186" y="342"/>
                  <a:pt x="186" y="342"/>
                  <a:pt x="187" y="341"/>
                </a:cubicBezTo>
                <a:close/>
                <a:moveTo>
                  <a:pt x="187" y="355"/>
                </a:moveTo>
                <a:cubicBezTo>
                  <a:pt x="187" y="396"/>
                  <a:pt x="187" y="396"/>
                  <a:pt x="187" y="396"/>
                </a:cubicBezTo>
                <a:cubicBezTo>
                  <a:pt x="186" y="399"/>
                  <a:pt x="186" y="402"/>
                  <a:pt x="187" y="40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46"/>
                  <a:pt x="187" y="446"/>
                  <a:pt x="187" y="446"/>
                </a:cubicBezTo>
                <a:cubicBezTo>
                  <a:pt x="187" y="444"/>
                  <a:pt x="186" y="442"/>
                  <a:pt x="185" y="441"/>
                </a:cubicBezTo>
                <a:cubicBezTo>
                  <a:pt x="185" y="441"/>
                  <a:pt x="185" y="441"/>
                  <a:pt x="185" y="441"/>
                </a:cubicBezTo>
                <a:cubicBezTo>
                  <a:pt x="185" y="359"/>
                  <a:pt x="185" y="359"/>
                  <a:pt x="185" y="359"/>
                </a:cubicBezTo>
                <a:cubicBezTo>
                  <a:pt x="186" y="358"/>
                  <a:pt x="186" y="358"/>
                  <a:pt x="186" y="358"/>
                </a:cubicBezTo>
                <a:cubicBezTo>
                  <a:pt x="187" y="355"/>
                  <a:pt x="187" y="355"/>
                  <a:pt x="187" y="355"/>
                </a:cubicBezTo>
                <a:close/>
                <a:moveTo>
                  <a:pt x="187" y="449"/>
                </a:moveTo>
                <a:cubicBezTo>
                  <a:pt x="187" y="462"/>
                  <a:pt x="187" y="462"/>
                  <a:pt x="187" y="462"/>
                </a:cubicBezTo>
                <a:cubicBezTo>
                  <a:pt x="186" y="462"/>
                  <a:pt x="185" y="463"/>
                  <a:pt x="185" y="464"/>
                </a:cubicBezTo>
                <a:cubicBezTo>
                  <a:pt x="185" y="454"/>
                  <a:pt x="185" y="454"/>
                  <a:pt x="185" y="454"/>
                </a:cubicBezTo>
                <a:cubicBezTo>
                  <a:pt x="186" y="452"/>
                  <a:pt x="187" y="451"/>
                  <a:pt x="187" y="449"/>
                </a:cubicBezTo>
                <a:close/>
                <a:moveTo>
                  <a:pt x="187" y="478"/>
                </a:moveTo>
                <a:cubicBezTo>
                  <a:pt x="187" y="488"/>
                  <a:pt x="187" y="488"/>
                  <a:pt x="187" y="488"/>
                </a:cubicBezTo>
                <a:cubicBezTo>
                  <a:pt x="185" y="492"/>
                  <a:pt x="185" y="495"/>
                  <a:pt x="187" y="502"/>
                </a:cubicBezTo>
                <a:cubicBezTo>
                  <a:pt x="187" y="510"/>
                  <a:pt x="187" y="510"/>
                  <a:pt x="187" y="510"/>
                </a:cubicBezTo>
                <a:cubicBezTo>
                  <a:pt x="186" y="510"/>
                  <a:pt x="185" y="508"/>
                  <a:pt x="185" y="508"/>
                </a:cubicBezTo>
                <a:cubicBezTo>
                  <a:pt x="185" y="481"/>
                  <a:pt x="185" y="481"/>
                  <a:pt x="185" y="481"/>
                </a:cubicBezTo>
                <a:cubicBezTo>
                  <a:pt x="186" y="480"/>
                  <a:pt x="186" y="479"/>
                  <a:pt x="187" y="478"/>
                </a:cubicBezTo>
                <a:close/>
                <a:moveTo>
                  <a:pt x="187" y="578"/>
                </a:moveTo>
                <a:cubicBezTo>
                  <a:pt x="187" y="592"/>
                  <a:pt x="187" y="592"/>
                  <a:pt x="187" y="592"/>
                </a:cubicBezTo>
                <a:cubicBezTo>
                  <a:pt x="186" y="592"/>
                  <a:pt x="186" y="593"/>
                  <a:pt x="185" y="593"/>
                </a:cubicBezTo>
                <a:cubicBezTo>
                  <a:pt x="185" y="579"/>
                  <a:pt x="185" y="579"/>
                  <a:pt x="185" y="579"/>
                </a:cubicBezTo>
                <a:cubicBezTo>
                  <a:pt x="187" y="578"/>
                  <a:pt x="187" y="578"/>
                  <a:pt x="187" y="578"/>
                </a:cubicBezTo>
                <a:close/>
                <a:moveTo>
                  <a:pt x="187" y="609"/>
                </a:moveTo>
                <a:cubicBezTo>
                  <a:pt x="187" y="622"/>
                  <a:pt x="187" y="622"/>
                  <a:pt x="187" y="622"/>
                </a:cubicBezTo>
                <a:cubicBezTo>
                  <a:pt x="186" y="621"/>
                  <a:pt x="186" y="621"/>
                  <a:pt x="186" y="621"/>
                </a:cubicBezTo>
                <a:cubicBezTo>
                  <a:pt x="185" y="621"/>
                  <a:pt x="185" y="621"/>
                  <a:pt x="185" y="621"/>
                </a:cubicBezTo>
                <a:cubicBezTo>
                  <a:pt x="185" y="610"/>
                  <a:pt x="185" y="610"/>
                  <a:pt x="185" y="610"/>
                </a:cubicBezTo>
                <a:lnTo>
                  <a:pt x="187" y="609"/>
                </a:lnTo>
                <a:close/>
                <a:moveTo>
                  <a:pt x="173" y="69"/>
                </a:moveTo>
                <a:cubicBezTo>
                  <a:pt x="178" y="67"/>
                  <a:pt x="179" y="66"/>
                  <a:pt x="184" y="65"/>
                </a:cubicBezTo>
                <a:cubicBezTo>
                  <a:pt x="185" y="64"/>
                  <a:pt x="185" y="64"/>
                  <a:pt x="185" y="64"/>
                </a:cubicBezTo>
                <a:cubicBezTo>
                  <a:pt x="185" y="74"/>
                  <a:pt x="185" y="74"/>
                  <a:pt x="185" y="74"/>
                </a:cubicBezTo>
                <a:cubicBezTo>
                  <a:pt x="181" y="74"/>
                  <a:pt x="177" y="75"/>
                  <a:pt x="173" y="77"/>
                </a:cubicBezTo>
                <a:cubicBezTo>
                  <a:pt x="173" y="69"/>
                  <a:pt x="173" y="69"/>
                  <a:pt x="173" y="69"/>
                </a:cubicBezTo>
                <a:close/>
                <a:moveTo>
                  <a:pt x="185" y="732"/>
                </a:moveTo>
                <a:cubicBezTo>
                  <a:pt x="181" y="730"/>
                  <a:pt x="177" y="728"/>
                  <a:pt x="173" y="726"/>
                </a:cubicBezTo>
                <a:cubicBezTo>
                  <a:pt x="173" y="716"/>
                  <a:pt x="173" y="716"/>
                  <a:pt x="173" y="716"/>
                </a:cubicBezTo>
                <a:cubicBezTo>
                  <a:pt x="176" y="718"/>
                  <a:pt x="178" y="720"/>
                  <a:pt x="181" y="722"/>
                </a:cubicBezTo>
                <a:cubicBezTo>
                  <a:pt x="182" y="702"/>
                  <a:pt x="187" y="689"/>
                  <a:pt x="173" y="679"/>
                </a:cubicBezTo>
                <a:cubicBezTo>
                  <a:pt x="173" y="669"/>
                  <a:pt x="173" y="669"/>
                  <a:pt x="173" y="669"/>
                </a:cubicBezTo>
                <a:cubicBezTo>
                  <a:pt x="178" y="671"/>
                  <a:pt x="181" y="675"/>
                  <a:pt x="185" y="678"/>
                </a:cubicBezTo>
                <a:cubicBezTo>
                  <a:pt x="185" y="732"/>
                  <a:pt x="185" y="732"/>
                  <a:pt x="185" y="732"/>
                </a:cubicBezTo>
                <a:close/>
                <a:moveTo>
                  <a:pt x="185" y="92"/>
                </a:moveTo>
                <a:cubicBezTo>
                  <a:pt x="185" y="102"/>
                  <a:pt x="185" y="102"/>
                  <a:pt x="185" y="102"/>
                </a:cubicBezTo>
                <a:cubicBezTo>
                  <a:pt x="182" y="101"/>
                  <a:pt x="179" y="100"/>
                  <a:pt x="173" y="97"/>
                </a:cubicBezTo>
                <a:cubicBezTo>
                  <a:pt x="173" y="88"/>
                  <a:pt x="173" y="88"/>
                  <a:pt x="173" y="88"/>
                </a:cubicBezTo>
                <a:cubicBezTo>
                  <a:pt x="185" y="92"/>
                  <a:pt x="185" y="92"/>
                  <a:pt x="185" y="92"/>
                </a:cubicBezTo>
                <a:close/>
                <a:moveTo>
                  <a:pt x="185" y="108"/>
                </a:moveTo>
                <a:cubicBezTo>
                  <a:pt x="185" y="117"/>
                  <a:pt x="185" y="117"/>
                  <a:pt x="185" y="117"/>
                </a:cubicBezTo>
                <a:cubicBezTo>
                  <a:pt x="181" y="119"/>
                  <a:pt x="178" y="122"/>
                  <a:pt x="173" y="124"/>
                </a:cubicBezTo>
                <a:cubicBezTo>
                  <a:pt x="173" y="124"/>
                  <a:pt x="173" y="124"/>
                  <a:pt x="173" y="124"/>
                </a:cubicBezTo>
                <a:cubicBezTo>
                  <a:pt x="173" y="114"/>
                  <a:pt x="173" y="114"/>
                  <a:pt x="173" y="114"/>
                </a:cubicBezTo>
                <a:cubicBezTo>
                  <a:pt x="178" y="113"/>
                  <a:pt x="181" y="111"/>
                  <a:pt x="185" y="108"/>
                </a:cubicBezTo>
                <a:close/>
                <a:moveTo>
                  <a:pt x="185" y="145"/>
                </a:moveTo>
                <a:cubicBezTo>
                  <a:pt x="185" y="164"/>
                  <a:pt x="185" y="164"/>
                  <a:pt x="185" y="164"/>
                </a:cubicBezTo>
                <a:cubicBezTo>
                  <a:pt x="183" y="163"/>
                  <a:pt x="183" y="162"/>
                  <a:pt x="182" y="159"/>
                </a:cubicBezTo>
                <a:cubicBezTo>
                  <a:pt x="171" y="158"/>
                  <a:pt x="174" y="153"/>
                  <a:pt x="179" y="145"/>
                </a:cubicBezTo>
                <a:cubicBezTo>
                  <a:pt x="185" y="145"/>
                  <a:pt x="185" y="145"/>
                  <a:pt x="185" y="145"/>
                </a:cubicBezTo>
                <a:close/>
                <a:moveTo>
                  <a:pt x="185" y="171"/>
                </a:moveTo>
                <a:cubicBezTo>
                  <a:pt x="182" y="171"/>
                  <a:pt x="182" y="171"/>
                  <a:pt x="182" y="171"/>
                </a:cubicBezTo>
                <a:cubicBezTo>
                  <a:pt x="180" y="167"/>
                  <a:pt x="179" y="167"/>
                  <a:pt x="175" y="165"/>
                </a:cubicBezTo>
                <a:cubicBezTo>
                  <a:pt x="174" y="163"/>
                  <a:pt x="174" y="161"/>
                  <a:pt x="174" y="159"/>
                </a:cubicBezTo>
                <a:cubicBezTo>
                  <a:pt x="173" y="159"/>
                  <a:pt x="173" y="159"/>
                  <a:pt x="173" y="159"/>
                </a:cubicBezTo>
                <a:cubicBezTo>
                  <a:pt x="173" y="184"/>
                  <a:pt x="173" y="184"/>
                  <a:pt x="173" y="184"/>
                </a:cubicBezTo>
                <a:cubicBezTo>
                  <a:pt x="174" y="185"/>
                  <a:pt x="175" y="186"/>
                  <a:pt x="176" y="188"/>
                </a:cubicBezTo>
                <a:cubicBezTo>
                  <a:pt x="178" y="187"/>
                  <a:pt x="180" y="187"/>
                  <a:pt x="182" y="186"/>
                </a:cubicBezTo>
                <a:cubicBezTo>
                  <a:pt x="182" y="184"/>
                  <a:pt x="182" y="182"/>
                  <a:pt x="182" y="179"/>
                </a:cubicBezTo>
                <a:cubicBezTo>
                  <a:pt x="185" y="179"/>
                  <a:pt x="185" y="179"/>
                  <a:pt x="185" y="179"/>
                </a:cubicBezTo>
                <a:cubicBezTo>
                  <a:pt x="185" y="171"/>
                  <a:pt x="185" y="171"/>
                  <a:pt x="185" y="171"/>
                </a:cubicBezTo>
                <a:close/>
                <a:moveTo>
                  <a:pt x="185" y="179"/>
                </a:moveTo>
                <a:cubicBezTo>
                  <a:pt x="182" y="179"/>
                  <a:pt x="182" y="179"/>
                  <a:pt x="182" y="179"/>
                </a:cubicBezTo>
                <a:cubicBezTo>
                  <a:pt x="182" y="182"/>
                  <a:pt x="182" y="184"/>
                  <a:pt x="182" y="186"/>
                </a:cubicBezTo>
                <a:cubicBezTo>
                  <a:pt x="183" y="185"/>
                  <a:pt x="184" y="184"/>
                  <a:pt x="185" y="183"/>
                </a:cubicBezTo>
                <a:cubicBezTo>
                  <a:pt x="185" y="199"/>
                  <a:pt x="185" y="199"/>
                  <a:pt x="185" y="199"/>
                </a:cubicBezTo>
                <a:cubicBezTo>
                  <a:pt x="183" y="199"/>
                  <a:pt x="183" y="199"/>
                  <a:pt x="183" y="199"/>
                </a:cubicBezTo>
                <a:cubicBezTo>
                  <a:pt x="179" y="205"/>
                  <a:pt x="174" y="209"/>
                  <a:pt x="175" y="216"/>
                </a:cubicBezTo>
                <a:cubicBezTo>
                  <a:pt x="178" y="218"/>
                  <a:pt x="182" y="220"/>
                  <a:pt x="185" y="222"/>
                </a:cubicBezTo>
                <a:cubicBezTo>
                  <a:pt x="185" y="236"/>
                  <a:pt x="185" y="236"/>
                  <a:pt x="185" y="236"/>
                </a:cubicBezTo>
                <a:cubicBezTo>
                  <a:pt x="184" y="236"/>
                  <a:pt x="183" y="236"/>
                  <a:pt x="183" y="236"/>
                </a:cubicBezTo>
                <a:cubicBezTo>
                  <a:pt x="180" y="231"/>
                  <a:pt x="177" y="228"/>
                  <a:pt x="173" y="226"/>
                </a:cubicBezTo>
                <a:cubicBezTo>
                  <a:pt x="173" y="199"/>
                  <a:pt x="173" y="199"/>
                  <a:pt x="173" y="199"/>
                </a:cubicBezTo>
                <a:cubicBezTo>
                  <a:pt x="181" y="189"/>
                  <a:pt x="181" y="188"/>
                  <a:pt x="182" y="186"/>
                </a:cubicBezTo>
                <a:cubicBezTo>
                  <a:pt x="183" y="185"/>
                  <a:pt x="184" y="184"/>
                  <a:pt x="185" y="183"/>
                </a:cubicBezTo>
                <a:cubicBezTo>
                  <a:pt x="185" y="179"/>
                  <a:pt x="185" y="179"/>
                  <a:pt x="185" y="179"/>
                </a:cubicBezTo>
                <a:close/>
                <a:moveTo>
                  <a:pt x="185" y="294"/>
                </a:moveTo>
                <a:cubicBezTo>
                  <a:pt x="185" y="308"/>
                  <a:pt x="185" y="308"/>
                  <a:pt x="185" y="308"/>
                </a:cubicBezTo>
                <a:cubicBezTo>
                  <a:pt x="184" y="309"/>
                  <a:pt x="184" y="309"/>
                  <a:pt x="184" y="309"/>
                </a:cubicBezTo>
                <a:cubicBezTo>
                  <a:pt x="185" y="309"/>
                  <a:pt x="185" y="309"/>
                  <a:pt x="185" y="309"/>
                </a:cubicBezTo>
                <a:cubicBezTo>
                  <a:pt x="185" y="315"/>
                  <a:pt x="185" y="315"/>
                  <a:pt x="185" y="315"/>
                </a:cubicBezTo>
                <a:cubicBezTo>
                  <a:pt x="181" y="317"/>
                  <a:pt x="179" y="320"/>
                  <a:pt x="177" y="328"/>
                </a:cubicBezTo>
                <a:cubicBezTo>
                  <a:pt x="180" y="327"/>
                  <a:pt x="182" y="326"/>
                  <a:pt x="185" y="326"/>
                </a:cubicBezTo>
                <a:cubicBezTo>
                  <a:pt x="185" y="332"/>
                  <a:pt x="185" y="332"/>
                  <a:pt x="185" y="332"/>
                </a:cubicBezTo>
                <a:cubicBezTo>
                  <a:pt x="179" y="333"/>
                  <a:pt x="176" y="334"/>
                  <a:pt x="173" y="340"/>
                </a:cubicBezTo>
                <a:cubicBezTo>
                  <a:pt x="173" y="321"/>
                  <a:pt x="173" y="321"/>
                  <a:pt x="173" y="321"/>
                </a:cubicBezTo>
                <a:cubicBezTo>
                  <a:pt x="177" y="312"/>
                  <a:pt x="180" y="303"/>
                  <a:pt x="185" y="294"/>
                </a:cubicBezTo>
                <a:close/>
                <a:moveTo>
                  <a:pt x="185" y="342"/>
                </a:moveTo>
                <a:cubicBezTo>
                  <a:pt x="185" y="349"/>
                  <a:pt x="185" y="349"/>
                  <a:pt x="185" y="349"/>
                </a:cubicBezTo>
                <a:cubicBezTo>
                  <a:pt x="180" y="350"/>
                  <a:pt x="176" y="351"/>
                  <a:pt x="173" y="353"/>
                </a:cubicBezTo>
                <a:cubicBezTo>
                  <a:pt x="173" y="346"/>
                  <a:pt x="173" y="346"/>
                  <a:pt x="173" y="346"/>
                </a:cubicBezTo>
                <a:cubicBezTo>
                  <a:pt x="178" y="344"/>
                  <a:pt x="182" y="344"/>
                  <a:pt x="185" y="342"/>
                </a:cubicBezTo>
                <a:close/>
                <a:moveTo>
                  <a:pt x="185" y="359"/>
                </a:moveTo>
                <a:cubicBezTo>
                  <a:pt x="185" y="441"/>
                  <a:pt x="185" y="441"/>
                  <a:pt x="185" y="441"/>
                </a:cubicBezTo>
                <a:cubicBezTo>
                  <a:pt x="180" y="445"/>
                  <a:pt x="175" y="448"/>
                  <a:pt x="173" y="452"/>
                </a:cubicBezTo>
                <a:cubicBezTo>
                  <a:pt x="173" y="443"/>
                  <a:pt x="173" y="443"/>
                  <a:pt x="173" y="443"/>
                </a:cubicBezTo>
                <a:cubicBezTo>
                  <a:pt x="181" y="436"/>
                  <a:pt x="184" y="434"/>
                  <a:pt x="182" y="422"/>
                </a:cubicBezTo>
                <a:cubicBezTo>
                  <a:pt x="178" y="425"/>
                  <a:pt x="175" y="427"/>
                  <a:pt x="173" y="429"/>
                </a:cubicBezTo>
                <a:cubicBezTo>
                  <a:pt x="173" y="422"/>
                  <a:pt x="173" y="422"/>
                  <a:pt x="173" y="422"/>
                </a:cubicBezTo>
                <a:cubicBezTo>
                  <a:pt x="177" y="419"/>
                  <a:pt x="178" y="418"/>
                  <a:pt x="181" y="415"/>
                </a:cubicBezTo>
                <a:cubicBezTo>
                  <a:pt x="181" y="411"/>
                  <a:pt x="181" y="407"/>
                  <a:pt x="181" y="403"/>
                </a:cubicBezTo>
                <a:cubicBezTo>
                  <a:pt x="178" y="405"/>
                  <a:pt x="175" y="407"/>
                  <a:pt x="173" y="408"/>
                </a:cubicBezTo>
                <a:cubicBezTo>
                  <a:pt x="173" y="402"/>
                  <a:pt x="173" y="402"/>
                  <a:pt x="173" y="402"/>
                </a:cubicBezTo>
                <a:cubicBezTo>
                  <a:pt x="180" y="398"/>
                  <a:pt x="186" y="392"/>
                  <a:pt x="181" y="385"/>
                </a:cubicBezTo>
                <a:cubicBezTo>
                  <a:pt x="178" y="387"/>
                  <a:pt x="175" y="388"/>
                  <a:pt x="173" y="389"/>
                </a:cubicBezTo>
                <a:cubicBezTo>
                  <a:pt x="173" y="383"/>
                  <a:pt x="173" y="383"/>
                  <a:pt x="173" y="383"/>
                </a:cubicBezTo>
                <a:cubicBezTo>
                  <a:pt x="181" y="379"/>
                  <a:pt x="184" y="377"/>
                  <a:pt x="183" y="367"/>
                </a:cubicBezTo>
                <a:cubicBezTo>
                  <a:pt x="179" y="368"/>
                  <a:pt x="176" y="369"/>
                  <a:pt x="173" y="370"/>
                </a:cubicBezTo>
                <a:cubicBezTo>
                  <a:pt x="173" y="364"/>
                  <a:pt x="173" y="364"/>
                  <a:pt x="173" y="364"/>
                </a:cubicBezTo>
                <a:cubicBezTo>
                  <a:pt x="177" y="362"/>
                  <a:pt x="181" y="361"/>
                  <a:pt x="185" y="359"/>
                </a:cubicBezTo>
                <a:close/>
                <a:moveTo>
                  <a:pt x="185" y="454"/>
                </a:moveTo>
                <a:cubicBezTo>
                  <a:pt x="185" y="464"/>
                  <a:pt x="185" y="464"/>
                  <a:pt x="185" y="464"/>
                </a:cubicBezTo>
                <a:cubicBezTo>
                  <a:pt x="178" y="470"/>
                  <a:pt x="176" y="475"/>
                  <a:pt x="180" y="487"/>
                </a:cubicBezTo>
                <a:cubicBezTo>
                  <a:pt x="181" y="484"/>
                  <a:pt x="183" y="482"/>
                  <a:pt x="185" y="481"/>
                </a:cubicBezTo>
                <a:cubicBezTo>
                  <a:pt x="185" y="508"/>
                  <a:pt x="185" y="508"/>
                  <a:pt x="185" y="508"/>
                </a:cubicBezTo>
                <a:cubicBezTo>
                  <a:pt x="180" y="501"/>
                  <a:pt x="176" y="493"/>
                  <a:pt x="173" y="484"/>
                </a:cubicBezTo>
                <a:cubicBezTo>
                  <a:pt x="173" y="465"/>
                  <a:pt x="173" y="465"/>
                  <a:pt x="173" y="465"/>
                </a:cubicBezTo>
                <a:cubicBezTo>
                  <a:pt x="173" y="465"/>
                  <a:pt x="174" y="466"/>
                  <a:pt x="174" y="466"/>
                </a:cubicBezTo>
                <a:cubicBezTo>
                  <a:pt x="177" y="463"/>
                  <a:pt x="182" y="459"/>
                  <a:pt x="185" y="454"/>
                </a:cubicBezTo>
                <a:close/>
                <a:moveTo>
                  <a:pt x="185" y="579"/>
                </a:moveTo>
                <a:cubicBezTo>
                  <a:pt x="185" y="593"/>
                  <a:pt x="185" y="593"/>
                  <a:pt x="185" y="593"/>
                </a:cubicBezTo>
                <a:cubicBezTo>
                  <a:pt x="181" y="597"/>
                  <a:pt x="177" y="599"/>
                  <a:pt x="173" y="601"/>
                </a:cubicBezTo>
                <a:cubicBezTo>
                  <a:pt x="173" y="588"/>
                  <a:pt x="173" y="588"/>
                  <a:pt x="173" y="588"/>
                </a:cubicBezTo>
                <a:cubicBezTo>
                  <a:pt x="177" y="585"/>
                  <a:pt x="181" y="582"/>
                  <a:pt x="185" y="579"/>
                </a:cubicBezTo>
                <a:close/>
                <a:moveTo>
                  <a:pt x="185" y="610"/>
                </a:moveTo>
                <a:cubicBezTo>
                  <a:pt x="185" y="621"/>
                  <a:pt x="185" y="621"/>
                  <a:pt x="185" y="621"/>
                </a:cubicBezTo>
                <a:cubicBezTo>
                  <a:pt x="178" y="624"/>
                  <a:pt x="178" y="624"/>
                  <a:pt x="178" y="624"/>
                </a:cubicBezTo>
                <a:cubicBezTo>
                  <a:pt x="173" y="621"/>
                  <a:pt x="173" y="621"/>
                  <a:pt x="173" y="621"/>
                </a:cubicBezTo>
                <a:cubicBezTo>
                  <a:pt x="173" y="616"/>
                  <a:pt x="173" y="616"/>
                  <a:pt x="173" y="616"/>
                </a:cubicBezTo>
                <a:cubicBezTo>
                  <a:pt x="185" y="610"/>
                  <a:pt x="185" y="610"/>
                  <a:pt x="185" y="610"/>
                </a:cubicBezTo>
                <a:close/>
                <a:moveTo>
                  <a:pt x="173" y="571"/>
                </a:moveTo>
                <a:cubicBezTo>
                  <a:pt x="173" y="558"/>
                  <a:pt x="173" y="558"/>
                  <a:pt x="173" y="558"/>
                </a:cubicBezTo>
                <a:cubicBezTo>
                  <a:pt x="174" y="558"/>
                  <a:pt x="174" y="558"/>
                  <a:pt x="174" y="558"/>
                </a:cubicBezTo>
                <a:cubicBezTo>
                  <a:pt x="179" y="564"/>
                  <a:pt x="179" y="564"/>
                  <a:pt x="180" y="567"/>
                </a:cubicBezTo>
                <a:cubicBezTo>
                  <a:pt x="179" y="568"/>
                  <a:pt x="176" y="569"/>
                  <a:pt x="173" y="571"/>
                </a:cubicBezTo>
                <a:close/>
                <a:moveTo>
                  <a:pt x="163" y="77"/>
                </a:moveTo>
                <a:cubicBezTo>
                  <a:pt x="165" y="75"/>
                  <a:pt x="167" y="74"/>
                  <a:pt x="169" y="72"/>
                </a:cubicBezTo>
                <a:cubicBezTo>
                  <a:pt x="171" y="71"/>
                  <a:pt x="172" y="70"/>
                  <a:pt x="173" y="69"/>
                </a:cubicBezTo>
                <a:cubicBezTo>
                  <a:pt x="173" y="77"/>
                  <a:pt x="173" y="77"/>
                  <a:pt x="173" y="77"/>
                </a:cubicBezTo>
                <a:cubicBezTo>
                  <a:pt x="171" y="79"/>
                  <a:pt x="169" y="81"/>
                  <a:pt x="167" y="85"/>
                </a:cubicBezTo>
                <a:cubicBezTo>
                  <a:pt x="173" y="88"/>
                  <a:pt x="173" y="88"/>
                  <a:pt x="173" y="88"/>
                </a:cubicBezTo>
                <a:cubicBezTo>
                  <a:pt x="173" y="97"/>
                  <a:pt x="173" y="97"/>
                  <a:pt x="173" y="97"/>
                </a:cubicBezTo>
                <a:cubicBezTo>
                  <a:pt x="166" y="94"/>
                  <a:pt x="166" y="94"/>
                  <a:pt x="166" y="94"/>
                </a:cubicBezTo>
                <a:cubicBezTo>
                  <a:pt x="164" y="94"/>
                  <a:pt x="164" y="94"/>
                  <a:pt x="163" y="94"/>
                </a:cubicBezTo>
                <a:cubicBezTo>
                  <a:pt x="163" y="77"/>
                  <a:pt x="163" y="77"/>
                  <a:pt x="163" y="77"/>
                </a:cubicBezTo>
                <a:close/>
                <a:moveTo>
                  <a:pt x="173" y="726"/>
                </a:moveTo>
                <a:cubicBezTo>
                  <a:pt x="170" y="723"/>
                  <a:pt x="166" y="721"/>
                  <a:pt x="163" y="717"/>
                </a:cubicBezTo>
                <a:cubicBezTo>
                  <a:pt x="163" y="660"/>
                  <a:pt x="163" y="660"/>
                  <a:pt x="163" y="660"/>
                </a:cubicBezTo>
                <a:cubicBezTo>
                  <a:pt x="164" y="662"/>
                  <a:pt x="165" y="664"/>
                  <a:pt x="167" y="666"/>
                </a:cubicBezTo>
                <a:cubicBezTo>
                  <a:pt x="169" y="667"/>
                  <a:pt x="171" y="668"/>
                  <a:pt x="173" y="669"/>
                </a:cubicBezTo>
                <a:cubicBezTo>
                  <a:pt x="173" y="679"/>
                  <a:pt x="173" y="679"/>
                  <a:pt x="173" y="679"/>
                </a:cubicBezTo>
                <a:cubicBezTo>
                  <a:pt x="171" y="677"/>
                  <a:pt x="169" y="676"/>
                  <a:pt x="167" y="675"/>
                </a:cubicBezTo>
                <a:cubicBezTo>
                  <a:pt x="166" y="687"/>
                  <a:pt x="162" y="698"/>
                  <a:pt x="166" y="710"/>
                </a:cubicBezTo>
                <a:cubicBezTo>
                  <a:pt x="169" y="712"/>
                  <a:pt x="171" y="714"/>
                  <a:pt x="173" y="716"/>
                </a:cubicBezTo>
                <a:cubicBezTo>
                  <a:pt x="173" y="726"/>
                  <a:pt x="173" y="726"/>
                  <a:pt x="173" y="726"/>
                </a:cubicBezTo>
                <a:close/>
                <a:moveTo>
                  <a:pt x="173" y="114"/>
                </a:moveTo>
                <a:cubicBezTo>
                  <a:pt x="173" y="124"/>
                  <a:pt x="173" y="124"/>
                  <a:pt x="173" y="124"/>
                </a:cubicBezTo>
                <a:cubicBezTo>
                  <a:pt x="170" y="129"/>
                  <a:pt x="166" y="132"/>
                  <a:pt x="163" y="135"/>
                </a:cubicBezTo>
                <a:cubicBezTo>
                  <a:pt x="163" y="125"/>
                  <a:pt x="163" y="125"/>
                  <a:pt x="163" y="125"/>
                </a:cubicBezTo>
                <a:cubicBezTo>
                  <a:pt x="163" y="125"/>
                  <a:pt x="164" y="124"/>
                  <a:pt x="164" y="123"/>
                </a:cubicBezTo>
                <a:cubicBezTo>
                  <a:pt x="163" y="123"/>
                  <a:pt x="163" y="123"/>
                  <a:pt x="163" y="123"/>
                </a:cubicBezTo>
                <a:cubicBezTo>
                  <a:pt x="163" y="114"/>
                  <a:pt x="163" y="114"/>
                  <a:pt x="163" y="114"/>
                </a:cubicBezTo>
                <a:cubicBezTo>
                  <a:pt x="166" y="114"/>
                  <a:pt x="166" y="114"/>
                  <a:pt x="166" y="114"/>
                </a:cubicBezTo>
                <a:cubicBezTo>
                  <a:pt x="169" y="114"/>
                  <a:pt x="171" y="114"/>
                  <a:pt x="173" y="114"/>
                </a:cubicBezTo>
                <a:close/>
                <a:moveTo>
                  <a:pt x="173" y="159"/>
                </a:moveTo>
                <a:cubicBezTo>
                  <a:pt x="173" y="184"/>
                  <a:pt x="173" y="184"/>
                  <a:pt x="173" y="184"/>
                </a:cubicBezTo>
                <a:cubicBezTo>
                  <a:pt x="170" y="182"/>
                  <a:pt x="167" y="181"/>
                  <a:pt x="166" y="176"/>
                </a:cubicBezTo>
                <a:cubicBezTo>
                  <a:pt x="165" y="175"/>
                  <a:pt x="164" y="175"/>
                  <a:pt x="163" y="175"/>
                </a:cubicBezTo>
                <a:cubicBezTo>
                  <a:pt x="163" y="167"/>
                  <a:pt x="163" y="167"/>
                  <a:pt x="163" y="167"/>
                </a:cubicBezTo>
                <a:cubicBezTo>
                  <a:pt x="163" y="167"/>
                  <a:pt x="164" y="166"/>
                  <a:pt x="164" y="166"/>
                </a:cubicBezTo>
                <a:cubicBezTo>
                  <a:pt x="165" y="161"/>
                  <a:pt x="165" y="161"/>
                  <a:pt x="166" y="159"/>
                </a:cubicBezTo>
                <a:cubicBezTo>
                  <a:pt x="169" y="159"/>
                  <a:pt x="171" y="159"/>
                  <a:pt x="173" y="159"/>
                </a:cubicBezTo>
                <a:close/>
                <a:moveTo>
                  <a:pt x="173" y="199"/>
                </a:moveTo>
                <a:cubicBezTo>
                  <a:pt x="173" y="226"/>
                  <a:pt x="173" y="226"/>
                  <a:pt x="173" y="226"/>
                </a:cubicBezTo>
                <a:cubicBezTo>
                  <a:pt x="170" y="225"/>
                  <a:pt x="167" y="224"/>
                  <a:pt x="163" y="223"/>
                </a:cubicBezTo>
                <a:cubicBezTo>
                  <a:pt x="163" y="210"/>
                  <a:pt x="163" y="210"/>
                  <a:pt x="163" y="210"/>
                </a:cubicBezTo>
                <a:cubicBezTo>
                  <a:pt x="164" y="209"/>
                  <a:pt x="166" y="207"/>
                  <a:pt x="167" y="205"/>
                </a:cubicBezTo>
                <a:cubicBezTo>
                  <a:pt x="166" y="205"/>
                  <a:pt x="164" y="205"/>
                  <a:pt x="163" y="204"/>
                </a:cubicBezTo>
                <a:cubicBezTo>
                  <a:pt x="163" y="191"/>
                  <a:pt x="163" y="191"/>
                  <a:pt x="163" y="191"/>
                </a:cubicBezTo>
                <a:cubicBezTo>
                  <a:pt x="163" y="192"/>
                  <a:pt x="164" y="192"/>
                  <a:pt x="164" y="192"/>
                </a:cubicBezTo>
                <a:cubicBezTo>
                  <a:pt x="165" y="190"/>
                  <a:pt x="165" y="189"/>
                  <a:pt x="166" y="188"/>
                </a:cubicBezTo>
                <a:cubicBezTo>
                  <a:pt x="167" y="187"/>
                  <a:pt x="169" y="187"/>
                  <a:pt x="171" y="187"/>
                </a:cubicBezTo>
                <a:cubicBezTo>
                  <a:pt x="173" y="191"/>
                  <a:pt x="171" y="197"/>
                  <a:pt x="171" y="202"/>
                </a:cubicBezTo>
                <a:cubicBezTo>
                  <a:pt x="173" y="199"/>
                  <a:pt x="173" y="199"/>
                  <a:pt x="173" y="199"/>
                </a:cubicBezTo>
                <a:close/>
                <a:moveTo>
                  <a:pt x="173" y="321"/>
                </a:moveTo>
                <a:cubicBezTo>
                  <a:pt x="173" y="340"/>
                  <a:pt x="173" y="340"/>
                  <a:pt x="173" y="340"/>
                </a:cubicBezTo>
                <a:cubicBezTo>
                  <a:pt x="173" y="342"/>
                  <a:pt x="172" y="344"/>
                  <a:pt x="171" y="346"/>
                </a:cubicBezTo>
                <a:cubicBezTo>
                  <a:pt x="172" y="346"/>
                  <a:pt x="173" y="346"/>
                  <a:pt x="173" y="346"/>
                </a:cubicBezTo>
                <a:cubicBezTo>
                  <a:pt x="173" y="353"/>
                  <a:pt x="173" y="353"/>
                  <a:pt x="173" y="353"/>
                </a:cubicBezTo>
                <a:cubicBezTo>
                  <a:pt x="170" y="355"/>
                  <a:pt x="169" y="359"/>
                  <a:pt x="168" y="366"/>
                </a:cubicBezTo>
                <a:cubicBezTo>
                  <a:pt x="170" y="366"/>
                  <a:pt x="172" y="365"/>
                  <a:pt x="173" y="364"/>
                </a:cubicBezTo>
                <a:cubicBezTo>
                  <a:pt x="173" y="370"/>
                  <a:pt x="173" y="370"/>
                  <a:pt x="173" y="370"/>
                </a:cubicBezTo>
                <a:cubicBezTo>
                  <a:pt x="168" y="373"/>
                  <a:pt x="166" y="377"/>
                  <a:pt x="166" y="386"/>
                </a:cubicBezTo>
                <a:cubicBezTo>
                  <a:pt x="169" y="385"/>
                  <a:pt x="171" y="384"/>
                  <a:pt x="173" y="383"/>
                </a:cubicBezTo>
                <a:cubicBezTo>
                  <a:pt x="173" y="389"/>
                  <a:pt x="173" y="389"/>
                  <a:pt x="173" y="389"/>
                </a:cubicBezTo>
                <a:cubicBezTo>
                  <a:pt x="166" y="393"/>
                  <a:pt x="165" y="395"/>
                  <a:pt x="164" y="408"/>
                </a:cubicBezTo>
                <a:cubicBezTo>
                  <a:pt x="166" y="406"/>
                  <a:pt x="170" y="404"/>
                  <a:pt x="173" y="402"/>
                </a:cubicBezTo>
                <a:cubicBezTo>
                  <a:pt x="173" y="408"/>
                  <a:pt x="173" y="408"/>
                  <a:pt x="173" y="408"/>
                </a:cubicBezTo>
                <a:cubicBezTo>
                  <a:pt x="167" y="413"/>
                  <a:pt x="165" y="417"/>
                  <a:pt x="166" y="427"/>
                </a:cubicBezTo>
                <a:cubicBezTo>
                  <a:pt x="169" y="425"/>
                  <a:pt x="172" y="423"/>
                  <a:pt x="173" y="422"/>
                </a:cubicBezTo>
                <a:cubicBezTo>
                  <a:pt x="173" y="429"/>
                  <a:pt x="173" y="429"/>
                  <a:pt x="173" y="429"/>
                </a:cubicBezTo>
                <a:cubicBezTo>
                  <a:pt x="170" y="433"/>
                  <a:pt x="169" y="437"/>
                  <a:pt x="169" y="446"/>
                </a:cubicBezTo>
                <a:cubicBezTo>
                  <a:pt x="171" y="445"/>
                  <a:pt x="172" y="444"/>
                  <a:pt x="173" y="443"/>
                </a:cubicBezTo>
                <a:cubicBezTo>
                  <a:pt x="173" y="452"/>
                  <a:pt x="173" y="452"/>
                  <a:pt x="173" y="452"/>
                </a:cubicBezTo>
                <a:cubicBezTo>
                  <a:pt x="172" y="456"/>
                  <a:pt x="171" y="459"/>
                  <a:pt x="173" y="465"/>
                </a:cubicBezTo>
                <a:cubicBezTo>
                  <a:pt x="173" y="484"/>
                  <a:pt x="173" y="484"/>
                  <a:pt x="173" y="484"/>
                </a:cubicBezTo>
                <a:cubicBezTo>
                  <a:pt x="169" y="471"/>
                  <a:pt x="165" y="456"/>
                  <a:pt x="163" y="444"/>
                </a:cubicBezTo>
                <a:cubicBezTo>
                  <a:pt x="163" y="363"/>
                  <a:pt x="163" y="363"/>
                  <a:pt x="163" y="363"/>
                </a:cubicBezTo>
                <a:cubicBezTo>
                  <a:pt x="165" y="349"/>
                  <a:pt x="169" y="335"/>
                  <a:pt x="173" y="321"/>
                </a:cubicBezTo>
                <a:close/>
                <a:moveTo>
                  <a:pt x="173" y="558"/>
                </a:moveTo>
                <a:cubicBezTo>
                  <a:pt x="173" y="571"/>
                  <a:pt x="173" y="571"/>
                  <a:pt x="173" y="571"/>
                </a:cubicBezTo>
                <a:cubicBezTo>
                  <a:pt x="170" y="574"/>
                  <a:pt x="166" y="577"/>
                  <a:pt x="163" y="580"/>
                </a:cubicBezTo>
                <a:cubicBezTo>
                  <a:pt x="163" y="565"/>
                  <a:pt x="163" y="565"/>
                  <a:pt x="163" y="565"/>
                </a:cubicBezTo>
                <a:cubicBezTo>
                  <a:pt x="166" y="562"/>
                  <a:pt x="169" y="560"/>
                  <a:pt x="171" y="558"/>
                </a:cubicBezTo>
                <a:cubicBezTo>
                  <a:pt x="173" y="558"/>
                  <a:pt x="173" y="558"/>
                  <a:pt x="173" y="558"/>
                </a:cubicBezTo>
                <a:close/>
                <a:moveTo>
                  <a:pt x="173" y="588"/>
                </a:moveTo>
                <a:cubicBezTo>
                  <a:pt x="173" y="601"/>
                  <a:pt x="173" y="601"/>
                  <a:pt x="173" y="601"/>
                </a:cubicBezTo>
                <a:cubicBezTo>
                  <a:pt x="170" y="603"/>
                  <a:pt x="167" y="604"/>
                  <a:pt x="163" y="605"/>
                </a:cubicBezTo>
                <a:cubicBezTo>
                  <a:pt x="163" y="593"/>
                  <a:pt x="163" y="593"/>
                  <a:pt x="163" y="593"/>
                </a:cubicBezTo>
                <a:cubicBezTo>
                  <a:pt x="164" y="593"/>
                  <a:pt x="165" y="593"/>
                  <a:pt x="167" y="593"/>
                </a:cubicBezTo>
                <a:cubicBezTo>
                  <a:pt x="169" y="591"/>
                  <a:pt x="171" y="589"/>
                  <a:pt x="173" y="588"/>
                </a:cubicBezTo>
                <a:close/>
                <a:moveTo>
                  <a:pt x="173" y="616"/>
                </a:moveTo>
                <a:cubicBezTo>
                  <a:pt x="173" y="621"/>
                  <a:pt x="173" y="621"/>
                  <a:pt x="173" y="621"/>
                </a:cubicBezTo>
                <a:cubicBezTo>
                  <a:pt x="169" y="618"/>
                  <a:pt x="169" y="618"/>
                  <a:pt x="169" y="618"/>
                </a:cubicBezTo>
                <a:cubicBezTo>
                  <a:pt x="173" y="616"/>
                  <a:pt x="173" y="616"/>
                  <a:pt x="173" y="616"/>
                </a:cubicBezTo>
                <a:close/>
                <a:moveTo>
                  <a:pt x="163" y="549"/>
                </a:moveTo>
                <a:cubicBezTo>
                  <a:pt x="163" y="541"/>
                  <a:pt x="163" y="541"/>
                  <a:pt x="163" y="541"/>
                </a:cubicBezTo>
                <a:cubicBezTo>
                  <a:pt x="164" y="543"/>
                  <a:pt x="165" y="545"/>
                  <a:pt x="166" y="547"/>
                </a:cubicBezTo>
                <a:cubicBezTo>
                  <a:pt x="163" y="549"/>
                  <a:pt x="163" y="549"/>
                  <a:pt x="163" y="549"/>
                </a:cubicBezTo>
                <a:close/>
                <a:moveTo>
                  <a:pt x="163" y="190"/>
                </a:moveTo>
                <a:cubicBezTo>
                  <a:pt x="164" y="188"/>
                  <a:pt x="164" y="187"/>
                  <a:pt x="163" y="184"/>
                </a:cubicBezTo>
                <a:cubicBezTo>
                  <a:pt x="163" y="184"/>
                  <a:pt x="163" y="183"/>
                  <a:pt x="163" y="183"/>
                </a:cubicBezTo>
                <a:lnTo>
                  <a:pt x="163" y="190"/>
                </a:lnTo>
                <a:close/>
                <a:moveTo>
                  <a:pt x="148" y="89"/>
                </a:moveTo>
                <a:cubicBezTo>
                  <a:pt x="153" y="85"/>
                  <a:pt x="158" y="81"/>
                  <a:pt x="163" y="77"/>
                </a:cubicBezTo>
                <a:cubicBezTo>
                  <a:pt x="163" y="94"/>
                  <a:pt x="163" y="94"/>
                  <a:pt x="163" y="94"/>
                </a:cubicBezTo>
                <a:cubicBezTo>
                  <a:pt x="156" y="94"/>
                  <a:pt x="152" y="95"/>
                  <a:pt x="148" y="99"/>
                </a:cubicBezTo>
                <a:cubicBezTo>
                  <a:pt x="148" y="89"/>
                  <a:pt x="148" y="89"/>
                  <a:pt x="148" y="89"/>
                </a:cubicBezTo>
                <a:close/>
                <a:moveTo>
                  <a:pt x="163" y="717"/>
                </a:moveTo>
                <a:cubicBezTo>
                  <a:pt x="161" y="716"/>
                  <a:pt x="159" y="714"/>
                  <a:pt x="158" y="712"/>
                </a:cubicBezTo>
                <a:cubicBezTo>
                  <a:pt x="153" y="710"/>
                  <a:pt x="152" y="709"/>
                  <a:pt x="148" y="706"/>
                </a:cubicBezTo>
                <a:cubicBezTo>
                  <a:pt x="148" y="697"/>
                  <a:pt x="148" y="697"/>
                  <a:pt x="148" y="697"/>
                </a:cubicBezTo>
                <a:cubicBezTo>
                  <a:pt x="150" y="698"/>
                  <a:pt x="152" y="700"/>
                  <a:pt x="154" y="702"/>
                </a:cubicBezTo>
                <a:cubicBezTo>
                  <a:pt x="155" y="695"/>
                  <a:pt x="156" y="689"/>
                  <a:pt x="157" y="683"/>
                </a:cubicBezTo>
                <a:cubicBezTo>
                  <a:pt x="157" y="669"/>
                  <a:pt x="157" y="663"/>
                  <a:pt x="148" y="656"/>
                </a:cubicBezTo>
                <a:cubicBezTo>
                  <a:pt x="148" y="647"/>
                  <a:pt x="148" y="647"/>
                  <a:pt x="148" y="647"/>
                </a:cubicBezTo>
                <a:cubicBezTo>
                  <a:pt x="154" y="651"/>
                  <a:pt x="158" y="655"/>
                  <a:pt x="163" y="660"/>
                </a:cubicBezTo>
                <a:cubicBezTo>
                  <a:pt x="163" y="717"/>
                  <a:pt x="163" y="717"/>
                  <a:pt x="163" y="717"/>
                </a:cubicBezTo>
                <a:close/>
                <a:moveTo>
                  <a:pt x="163" y="114"/>
                </a:moveTo>
                <a:cubicBezTo>
                  <a:pt x="163" y="123"/>
                  <a:pt x="163" y="123"/>
                  <a:pt x="163" y="123"/>
                </a:cubicBezTo>
                <a:cubicBezTo>
                  <a:pt x="157" y="121"/>
                  <a:pt x="152" y="119"/>
                  <a:pt x="148" y="118"/>
                </a:cubicBezTo>
                <a:cubicBezTo>
                  <a:pt x="148" y="108"/>
                  <a:pt x="148" y="108"/>
                  <a:pt x="148" y="108"/>
                </a:cubicBezTo>
                <a:cubicBezTo>
                  <a:pt x="163" y="114"/>
                  <a:pt x="163" y="114"/>
                  <a:pt x="163" y="114"/>
                </a:cubicBezTo>
                <a:close/>
                <a:moveTo>
                  <a:pt x="163" y="125"/>
                </a:moveTo>
                <a:cubicBezTo>
                  <a:pt x="163" y="135"/>
                  <a:pt x="163" y="135"/>
                  <a:pt x="163" y="135"/>
                </a:cubicBezTo>
                <a:cubicBezTo>
                  <a:pt x="159" y="138"/>
                  <a:pt x="156" y="141"/>
                  <a:pt x="151" y="144"/>
                </a:cubicBezTo>
                <a:cubicBezTo>
                  <a:pt x="150" y="145"/>
                  <a:pt x="149" y="147"/>
                  <a:pt x="148" y="148"/>
                </a:cubicBezTo>
                <a:cubicBezTo>
                  <a:pt x="148" y="135"/>
                  <a:pt x="148" y="135"/>
                  <a:pt x="148" y="135"/>
                </a:cubicBezTo>
                <a:cubicBezTo>
                  <a:pt x="154" y="133"/>
                  <a:pt x="158" y="131"/>
                  <a:pt x="163" y="125"/>
                </a:cubicBezTo>
                <a:close/>
                <a:moveTo>
                  <a:pt x="163" y="167"/>
                </a:moveTo>
                <a:cubicBezTo>
                  <a:pt x="163" y="175"/>
                  <a:pt x="163" y="175"/>
                  <a:pt x="163" y="175"/>
                </a:cubicBezTo>
                <a:cubicBezTo>
                  <a:pt x="161" y="175"/>
                  <a:pt x="159" y="174"/>
                  <a:pt x="157" y="173"/>
                </a:cubicBezTo>
                <a:cubicBezTo>
                  <a:pt x="157" y="171"/>
                  <a:pt x="157" y="169"/>
                  <a:pt x="157" y="167"/>
                </a:cubicBezTo>
                <a:cubicBezTo>
                  <a:pt x="159" y="167"/>
                  <a:pt x="161" y="167"/>
                  <a:pt x="163" y="167"/>
                </a:cubicBezTo>
                <a:close/>
                <a:moveTo>
                  <a:pt x="163" y="183"/>
                </a:moveTo>
                <a:cubicBezTo>
                  <a:pt x="163" y="190"/>
                  <a:pt x="163" y="190"/>
                  <a:pt x="163" y="190"/>
                </a:cubicBezTo>
                <a:cubicBezTo>
                  <a:pt x="162" y="191"/>
                  <a:pt x="162" y="191"/>
                  <a:pt x="162" y="191"/>
                </a:cubicBezTo>
                <a:cubicBezTo>
                  <a:pt x="162" y="191"/>
                  <a:pt x="162" y="191"/>
                  <a:pt x="163" y="191"/>
                </a:cubicBezTo>
                <a:cubicBezTo>
                  <a:pt x="163" y="204"/>
                  <a:pt x="163" y="204"/>
                  <a:pt x="163" y="204"/>
                </a:cubicBezTo>
                <a:cubicBezTo>
                  <a:pt x="158" y="203"/>
                  <a:pt x="152" y="199"/>
                  <a:pt x="148" y="196"/>
                </a:cubicBezTo>
                <a:cubicBezTo>
                  <a:pt x="148" y="177"/>
                  <a:pt x="148" y="177"/>
                  <a:pt x="148" y="177"/>
                </a:cubicBezTo>
                <a:cubicBezTo>
                  <a:pt x="150" y="176"/>
                  <a:pt x="151" y="177"/>
                  <a:pt x="154" y="178"/>
                </a:cubicBezTo>
                <a:cubicBezTo>
                  <a:pt x="154" y="180"/>
                  <a:pt x="155" y="182"/>
                  <a:pt x="155" y="184"/>
                </a:cubicBezTo>
                <a:cubicBezTo>
                  <a:pt x="158" y="183"/>
                  <a:pt x="160" y="182"/>
                  <a:pt x="163" y="183"/>
                </a:cubicBezTo>
                <a:close/>
                <a:moveTo>
                  <a:pt x="163" y="210"/>
                </a:moveTo>
                <a:cubicBezTo>
                  <a:pt x="163" y="223"/>
                  <a:pt x="163" y="223"/>
                  <a:pt x="163" y="223"/>
                </a:cubicBezTo>
                <a:cubicBezTo>
                  <a:pt x="161" y="223"/>
                  <a:pt x="160" y="223"/>
                  <a:pt x="158" y="223"/>
                </a:cubicBezTo>
                <a:cubicBezTo>
                  <a:pt x="158" y="220"/>
                  <a:pt x="158" y="217"/>
                  <a:pt x="158" y="215"/>
                </a:cubicBezTo>
                <a:cubicBezTo>
                  <a:pt x="160" y="213"/>
                  <a:pt x="161" y="212"/>
                  <a:pt x="163" y="210"/>
                </a:cubicBezTo>
                <a:close/>
                <a:moveTo>
                  <a:pt x="163" y="363"/>
                </a:moveTo>
                <a:cubicBezTo>
                  <a:pt x="163" y="444"/>
                  <a:pt x="163" y="444"/>
                  <a:pt x="163" y="444"/>
                </a:cubicBezTo>
                <a:cubicBezTo>
                  <a:pt x="162" y="444"/>
                  <a:pt x="162" y="444"/>
                  <a:pt x="162" y="444"/>
                </a:cubicBezTo>
                <a:cubicBezTo>
                  <a:pt x="160" y="425"/>
                  <a:pt x="160" y="412"/>
                  <a:pt x="159" y="405"/>
                </a:cubicBezTo>
                <a:cubicBezTo>
                  <a:pt x="159" y="391"/>
                  <a:pt x="160" y="377"/>
                  <a:pt x="163" y="363"/>
                </a:cubicBezTo>
                <a:close/>
                <a:moveTo>
                  <a:pt x="163" y="541"/>
                </a:moveTo>
                <a:cubicBezTo>
                  <a:pt x="163" y="549"/>
                  <a:pt x="163" y="549"/>
                  <a:pt x="163" y="549"/>
                </a:cubicBezTo>
                <a:cubicBezTo>
                  <a:pt x="158" y="552"/>
                  <a:pt x="153" y="554"/>
                  <a:pt x="148" y="557"/>
                </a:cubicBezTo>
                <a:cubicBezTo>
                  <a:pt x="148" y="544"/>
                  <a:pt x="148" y="544"/>
                  <a:pt x="148" y="544"/>
                </a:cubicBezTo>
                <a:cubicBezTo>
                  <a:pt x="152" y="541"/>
                  <a:pt x="156" y="537"/>
                  <a:pt x="161" y="538"/>
                </a:cubicBezTo>
                <a:cubicBezTo>
                  <a:pt x="162" y="539"/>
                  <a:pt x="162" y="540"/>
                  <a:pt x="163" y="541"/>
                </a:cubicBezTo>
                <a:close/>
                <a:moveTo>
                  <a:pt x="163" y="565"/>
                </a:moveTo>
                <a:cubicBezTo>
                  <a:pt x="163" y="580"/>
                  <a:pt x="163" y="580"/>
                  <a:pt x="163" y="580"/>
                </a:cubicBezTo>
                <a:cubicBezTo>
                  <a:pt x="157" y="586"/>
                  <a:pt x="154" y="591"/>
                  <a:pt x="163" y="593"/>
                </a:cubicBezTo>
                <a:cubicBezTo>
                  <a:pt x="163" y="605"/>
                  <a:pt x="163" y="605"/>
                  <a:pt x="163" y="605"/>
                </a:cubicBezTo>
                <a:cubicBezTo>
                  <a:pt x="162" y="605"/>
                  <a:pt x="162" y="605"/>
                  <a:pt x="161" y="605"/>
                </a:cubicBezTo>
                <a:cubicBezTo>
                  <a:pt x="154" y="600"/>
                  <a:pt x="150" y="595"/>
                  <a:pt x="148" y="591"/>
                </a:cubicBezTo>
                <a:cubicBezTo>
                  <a:pt x="148" y="582"/>
                  <a:pt x="148" y="582"/>
                  <a:pt x="148" y="582"/>
                </a:cubicBezTo>
                <a:cubicBezTo>
                  <a:pt x="150" y="576"/>
                  <a:pt x="156" y="571"/>
                  <a:pt x="163" y="565"/>
                </a:cubicBezTo>
                <a:close/>
                <a:moveTo>
                  <a:pt x="148" y="530"/>
                </a:moveTo>
                <a:cubicBezTo>
                  <a:pt x="148" y="517"/>
                  <a:pt x="148" y="517"/>
                  <a:pt x="148" y="517"/>
                </a:cubicBezTo>
                <a:cubicBezTo>
                  <a:pt x="149" y="517"/>
                  <a:pt x="149" y="517"/>
                  <a:pt x="149" y="517"/>
                </a:cubicBezTo>
                <a:cubicBezTo>
                  <a:pt x="151" y="520"/>
                  <a:pt x="153" y="523"/>
                  <a:pt x="154" y="526"/>
                </a:cubicBezTo>
                <a:cubicBezTo>
                  <a:pt x="151" y="528"/>
                  <a:pt x="150" y="529"/>
                  <a:pt x="148" y="530"/>
                </a:cubicBezTo>
                <a:close/>
                <a:moveTo>
                  <a:pt x="132" y="102"/>
                </a:moveTo>
                <a:cubicBezTo>
                  <a:pt x="137" y="98"/>
                  <a:pt x="143" y="93"/>
                  <a:pt x="148" y="89"/>
                </a:cubicBezTo>
                <a:cubicBezTo>
                  <a:pt x="148" y="99"/>
                  <a:pt x="148" y="99"/>
                  <a:pt x="148" y="99"/>
                </a:cubicBezTo>
                <a:cubicBezTo>
                  <a:pt x="145" y="100"/>
                  <a:pt x="143" y="103"/>
                  <a:pt x="140" y="106"/>
                </a:cubicBezTo>
                <a:cubicBezTo>
                  <a:pt x="148" y="108"/>
                  <a:pt x="148" y="108"/>
                  <a:pt x="148" y="108"/>
                </a:cubicBezTo>
                <a:cubicBezTo>
                  <a:pt x="148" y="118"/>
                  <a:pt x="148" y="118"/>
                  <a:pt x="148" y="118"/>
                </a:cubicBezTo>
                <a:cubicBezTo>
                  <a:pt x="142" y="116"/>
                  <a:pt x="137" y="115"/>
                  <a:pt x="132" y="116"/>
                </a:cubicBezTo>
                <a:cubicBezTo>
                  <a:pt x="132" y="102"/>
                  <a:pt x="132" y="102"/>
                  <a:pt x="132" y="102"/>
                </a:cubicBezTo>
                <a:close/>
                <a:moveTo>
                  <a:pt x="148" y="706"/>
                </a:moveTo>
                <a:cubicBezTo>
                  <a:pt x="145" y="705"/>
                  <a:pt x="142" y="702"/>
                  <a:pt x="136" y="697"/>
                </a:cubicBezTo>
                <a:cubicBezTo>
                  <a:pt x="135" y="696"/>
                  <a:pt x="133" y="694"/>
                  <a:pt x="132" y="693"/>
                </a:cubicBezTo>
                <a:cubicBezTo>
                  <a:pt x="132" y="663"/>
                  <a:pt x="132" y="663"/>
                  <a:pt x="132" y="663"/>
                </a:cubicBezTo>
                <a:cubicBezTo>
                  <a:pt x="134" y="655"/>
                  <a:pt x="135" y="648"/>
                  <a:pt x="132" y="642"/>
                </a:cubicBezTo>
                <a:cubicBezTo>
                  <a:pt x="132" y="628"/>
                  <a:pt x="132" y="628"/>
                  <a:pt x="132" y="628"/>
                </a:cubicBezTo>
                <a:cubicBezTo>
                  <a:pt x="133" y="628"/>
                  <a:pt x="133" y="629"/>
                  <a:pt x="133" y="629"/>
                </a:cubicBezTo>
                <a:cubicBezTo>
                  <a:pt x="137" y="633"/>
                  <a:pt x="140" y="638"/>
                  <a:pt x="143" y="643"/>
                </a:cubicBezTo>
                <a:cubicBezTo>
                  <a:pt x="145" y="644"/>
                  <a:pt x="146" y="645"/>
                  <a:pt x="148" y="647"/>
                </a:cubicBezTo>
                <a:cubicBezTo>
                  <a:pt x="148" y="656"/>
                  <a:pt x="148" y="656"/>
                  <a:pt x="148" y="656"/>
                </a:cubicBezTo>
                <a:cubicBezTo>
                  <a:pt x="147" y="656"/>
                  <a:pt x="145" y="654"/>
                  <a:pt x="143" y="654"/>
                </a:cubicBezTo>
                <a:cubicBezTo>
                  <a:pt x="140" y="674"/>
                  <a:pt x="134" y="684"/>
                  <a:pt x="148" y="697"/>
                </a:cubicBezTo>
                <a:cubicBezTo>
                  <a:pt x="148" y="706"/>
                  <a:pt x="148" y="706"/>
                  <a:pt x="148" y="706"/>
                </a:cubicBezTo>
                <a:close/>
                <a:moveTo>
                  <a:pt x="148" y="135"/>
                </a:moveTo>
                <a:cubicBezTo>
                  <a:pt x="148" y="148"/>
                  <a:pt x="148" y="148"/>
                  <a:pt x="148" y="148"/>
                </a:cubicBezTo>
                <a:cubicBezTo>
                  <a:pt x="143" y="154"/>
                  <a:pt x="139" y="161"/>
                  <a:pt x="132" y="165"/>
                </a:cubicBezTo>
                <a:cubicBezTo>
                  <a:pt x="132" y="154"/>
                  <a:pt x="132" y="154"/>
                  <a:pt x="132" y="154"/>
                </a:cubicBezTo>
                <a:cubicBezTo>
                  <a:pt x="135" y="152"/>
                  <a:pt x="138" y="149"/>
                  <a:pt x="141" y="144"/>
                </a:cubicBezTo>
                <a:cubicBezTo>
                  <a:pt x="138" y="144"/>
                  <a:pt x="135" y="143"/>
                  <a:pt x="132" y="142"/>
                </a:cubicBezTo>
                <a:cubicBezTo>
                  <a:pt x="132" y="133"/>
                  <a:pt x="132" y="133"/>
                  <a:pt x="132" y="133"/>
                </a:cubicBezTo>
                <a:cubicBezTo>
                  <a:pt x="142" y="136"/>
                  <a:pt x="142" y="136"/>
                  <a:pt x="142" y="136"/>
                </a:cubicBezTo>
                <a:cubicBezTo>
                  <a:pt x="144" y="135"/>
                  <a:pt x="146" y="135"/>
                  <a:pt x="148" y="135"/>
                </a:cubicBezTo>
                <a:close/>
                <a:moveTo>
                  <a:pt x="148" y="177"/>
                </a:moveTo>
                <a:cubicBezTo>
                  <a:pt x="148" y="196"/>
                  <a:pt x="148" y="196"/>
                  <a:pt x="148" y="196"/>
                </a:cubicBezTo>
                <a:cubicBezTo>
                  <a:pt x="145" y="194"/>
                  <a:pt x="144" y="192"/>
                  <a:pt x="143" y="190"/>
                </a:cubicBezTo>
                <a:cubicBezTo>
                  <a:pt x="144" y="182"/>
                  <a:pt x="144" y="182"/>
                  <a:pt x="145" y="177"/>
                </a:cubicBezTo>
                <a:cubicBezTo>
                  <a:pt x="147" y="177"/>
                  <a:pt x="147" y="177"/>
                  <a:pt x="148" y="177"/>
                </a:cubicBezTo>
                <a:close/>
                <a:moveTo>
                  <a:pt x="148" y="517"/>
                </a:moveTo>
                <a:cubicBezTo>
                  <a:pt x="148" y="530"/>
                  <a:pt x="148" y="530"/>
                  <a:pt x="148" y="530"/>
                </a:cubicBezTo>
                <a:cubicBezTo>
                  <a:pt x="146" y="531"/>
                  <a:pt x="144" y="532"/>
                  <a:pt x="141" y="534"/>
                </a:cubicBezTo>
                <a:cubicBezTo>
                  <a:pt x="146" y="543"/>
                  <a:pt x="146" y="543"/>
                  <a:pt x="147" y="544"/>
                </a:cubicBezTo>
                <a:cubicBezTo>
                  <a:pt x="148" y="544"/>
                  <a:pt x="148" y="544"/>
                  <a:pt x="148" y="544"/>
                </a:cubicBezTo>
                <a:cubicBezTo>
                  <a:pt x="148" y="557"/>
                  <a:pt x="148" y="557"/>
                  <a:pt x="148" y="557"/>
                </a:cubicBezTo>
                <a:cubicBezTo>
                  <a:pt x="143" y="560"/>
                  <a:pt x="137" y="563"/>
                  <a:pt x="132" y="566"/>
                </a:cubicBezTo>
                <a:cubicBezTo>
                  <a:pt x="132" y="553"/>
                  <a:pt x="132" y="553"/>
                  <a:pt x="132" y="553"/>
                </a:cubicBezTo>
                <a:cubicBezTo>
                  <a:pt x="134" y="552"/>
                  <a:pt x="135" y="551"/>
                  <a:pt x="139" y="550"/>
                </a:cubicBezTo>
                <a:cubicBezTo>
                  <a:pt x="137" y="544"/>
                  <a:pt x="137" y="544"/>
                  <a:pt x="133" y="538"/>
                </a:cubicBezTo>
                <a:cubicBezTo>
                  <a:pt x="132" y="539"/>
                  <a:pt x="132" y="539"/>
                  <a:pt x="132" y="539"/>
                </a:cubicBezTo>
                <a:cubicBezTo>
                  <a:pt x="132" y="525"/>
                  <a:pt x="132" y="525"/>
                  <a:pt x="132" y="525"/>
                </a:cubicBezTo>
                <a:cubicBezTo>
                  <a:pt x="137" y="523"/>
                  <a:pt x="143" y="520"/>
                  <a:pt x="148" y="517"/>
                </a:cubicBezTo>
                <a:close/>
                <a:moveTo>
                  <a:pt x="148" y="582"/>
                </a:moveTo>
                <a:cubicBezTo>
                  <a:pt x="148" y="591"/>
                  <a:pt x="148" y="591"/>
                  <a:pt x="148" y="591"/>
                </a:cubicBezTo>
                <a:cubicBezTo>
                  <a:pt x="147" y="588"/>
                  <a:pt x="147" y="585"/>
                  <a:pt x="148" y="582"/>
                </a:cubicBezTo>
                <a:close/>
                <a:moveTo>
                  <a:pt x="132" y="501"/>
                </a:moveTo>
                <a:cubicBezTo>
                  <a:pt x="132" y="481"/>
                  <a:pt x="132" y="481"/>
                  <a:pt x="132" y="481"/>
                </a:cubicBezTo>
                <a:cubicBezTo>
                  <a:pt x="137" y="486"/>
                  <a:pt x="140" y="494"/>
                  <a:pt x="142" y="505"/>
                </a:cubicBezTo>
                <a:cubicBezTo>
                  <a:pt x="139" y="506"/>
                  <a:pt x="136" y="507"/>
                  <a:pt x="133" y="507"/>
                </a:cubicBezTo>
                <a:cubicBezTo>
                  <a:pt x="133" y="505"/>
                  <a:pt x="133" y="503"/>
                  <a:pt x="132" y="501"/>
                </a:cubicBezTo>
                <a:close/>
                <a:moveTo>
                  <a:pt x="132" y="325"/>
                </a:moveTo>
                <a:cubicBezTo>
                  <a:pt x="132" y="310"/>
                  <a:pt x="132" y="310"/>
                  <a:pt x="132" y="310"/>
                </a:cubicBezTo>
                <a:cubicBezTo>
                  <a:pt x="134" y="310"/>
                  <a:pt x="135" y="311"/>
                  <a:pt x="136" y="311"/>
                </a:cubicBezTo>
                <a:cubicBezTo>
                  <a:pt x="135" y="316"/>
                  <a:pt x="134" y="320"/>
                  <a:pt x="132" y="325"/>
                </a:cubicBezTo>
                <a:close/>
                <a:moveTo>
                  <a:pt x="132" y="273"/>
                </a:moveTo>
                <a:cubicBezTo>
                  <a:pt x="132" y="258"/>
                  <a:pt x="132" y="258"/>
                  <a:pt x="132" y="258"/>
                </a:cubicBezTo>
                <a:cubicBezTo>
                  <a:pt x="139" y="257"/>
                  <a:pt x="143" y="264"/>
                  <a:pt x="137" y="273"/>
                </a:cubicBezTo>
                <a:cubicBezTo>
                  <a:pt x="135" y="273"/>
                  <a:pt x="134" y="273"/>
                  <a:pt x="132" y="273"/>
                </a:cubicBezTo>
                <a:close/>
                <a:moveTo>
                  <a:pt x="125" y="109"/>
                </a:moveTo>
                <a:cubicBezTo>
                  <a:pt x="127" y="107"/>
                  <a:pt x="130" y="104"/>
                  <a:pt x="132" y="102"/>
                </a:cubicBezTo>
                <a:cubicBezTo>
                  <a:pt x="132" y="116"/>
                  <a:pt x="132" y="116"/>
                  <a:pt x="132" y="116"/>
                </a:cubicBezTo>
                <a:cubicBezTo>
                  <a:pt x="130" y="117"/>
                  <a:pt x="127" y="118"/>
                  <a:pt x="125" y="120"/>
                </a:cubicBezTo>
                <a:cubicBezTo>
                  <a:pt x="125" y="109"/>
                  <a:pt x="125" y="109"/>
                  <a:pt x="125" y="109"/>
                </a:cubicBezTo>
                <a:close/>
                <a:moveTo>
                  <a:pt x="132" y="693"/>
                </a:moveTo>
                <a:cubicBezTo>
                  <a:pt x="130" y="690"/>
                  <a:pt x="127" y="688"/>
                  <a:pt x="125" y="685"/>
                </a:cubicBezTo>
                <a:cubicBezTo>
                  <a:pt x="125" y="676"/>
                  <a:pt x="125" y="676"/>
                  <a:pt x="125" y="676"/>
                </a:cubicBezTo>
                <a:cubicBezTo>
                  <a:pt x="126" y="677"/>
                  <a:pt x="127" y="678"/>
                  <a:pt x="128" y="679"/>
                </a:cubicBezTo>
                <a:cubicBezTo>
                  <a:pt x="129" y="673"/>
                  <a:pt x="131" y="668"/>
                  <a:pt x="132" y="663"/>
                </a:cubicBezTo>
                <a:cubicBezTo>
                  <a:pt x="132" y="693"/>
                  <a:pt x="132" y="693"/>
                  <a:pt x="132" y="693"/>
                </a:cubicBezTo>
                <a:close/>
                <a:moveTo>
                  <a:pt x="132" y="133"/>
                </a:moveTo>
                <a:cubicBezTo>
                  <a:pt x="132" y="142"/>
                  <a:pt x="132" y="142"/>
                  <a:pt x="132" y="142"/>
                </a:cubicBezTo>
                <a:cubicBezTo>
                  <a:pt x="130" y="142"/>
                  <a:pt x="127" y="141"/>
                  <a:pt x="125" y="141"/>
                </a:cubicBezTo>
                <a:cubicBezTo>
                  <a:pt x="125" y="131"/>
                  <a:pt x="125" y="131"/>
                  <a:pt x="125" y="131"/>
                </a:cubicBezTo>
                <a:cubicBezTo>
                  <a:pt x="132" y="133"/>
                  <a:pt x="132" y="133"/>
                  <a:pt x="132" y="133"/>
                </a:cubicBezTo>
                <a:close/>
                <a:moveTo>
                  <a:pt x="132" y="154"/>
                </a:moveTo>
                <a:cubicBezTo>
                  <a:pt x="132" y="165"/>
                  <a:pt x="132" y="165"/>
                  <a:pt x="132" y="165"/>
                </a:cubicBezTo>
                <a:cubicBezTo>
                  <a:pt x="132" y="165"/>
                  <a:pt x="131" y="166"/>
                  <a:pt x="130" y="166"/>
                </a:cubicBezTo>
                <a:cubicBezTo>
                  <a:pt x="128" y="169"/>
                  <a:pt x="126" y="172"/>
                  <a:pt x="125" y="175"/>
                </a:cubicBezTo>
                <a:cubicBezTo>
                  <a:pt x="125" y="157"/>
                  <a:pt x="125" y="157"/>
                  <a:pt x="125" y="157"/>
                </a:cubicBezTo>
                <a:cubicBezTo>
                  <a:pt x="128" y="156"/>
                  <a:pt x="130" y="156"/>
                  <a:pt x="132" y="154"/>
                </a:cubicBezTo>
                <a:close/>
                <a:moveTo>
                  <a:pt x="132" y="258"/>
                </a:moveTo>
                <a:cubicBezTo>
                  <a:pt x="132" y="273"/>
                  <a:pt x="132" y="273"/>
                  <a:pt x="132" y="273"/>
                </a:cubicBezTo>
                <a:cubicBezTo>
                  <a:pt x="131" y="273"/>
                  <a:pt x="129" y="273"/>
                  <a:pt x="128" y="273"/>
                </a:cubicBezTo>
                <a:cubicBezTo>
                  <a:pt x="124" y="269"/>
                  <a:pt x="125" y="267"/>
                  <a:pt x="125" y="262"/>
                </a:cubicBezTo>
                <a:cubicBezTo>
                  <a:pt x="128" y="260"/>
                  <a:pt x="130" y="258"/>
                  <a:pt x="132" y="258"/>
                </a:cubicBezTo>
                <a:close/>
                <a:moveTo>
                  <a:pt x="132" y="310"/>
                </a:moveTo>
                <a:cubicBezTo>
                  <a:pt x="132" y="325"/>
                  <a:pt x="132" y="325"/>
                  <a:pt x="132" y="325"/>
                </a:cubicBezTo>
                <a:cubicBezTo>
                  <a:pt x="131" y="331"/>
                  <a:pt x="129" y="336"/>
                  <a:pt x="128" y="342"/>
                </a:cubicBezTo>
                <a:cubicBezTo>
                  <a:pt x="125" y="342"/>
                  <a:pt x="125" y="342"/>
                  <a:pt x="125" y="342"/>
                </a:cubicBezTo>
                <a:cubicBezTo>
                  <a:pt x="125" y="317"/>
                  <a:pt x="125" y="317"/>
                  <a:pt x="125" y="317"/>
                </a:cubicBezTo>
                <a:cubicBezTo>
                  <a:pt x="125" y="317"/>
                  <a:pt x="125" y="317"/>
                  <a:pt x="125" y="317"/>
                </a:cubicBezTo>
                <a:cubicBezTo>
                  <a:pt x="125" y="314"/>
                  <a:pt x="126" y="311"/>
                  <a:pt x="127" y="309"/>
                </a:cubicBezTo>
                <a:cubicBezTo>
                  <a:pt x="128" y="309"/>
                  <a:pt x="130" y="310"/>
                  <a:pt x="132" y="310"/>
                </a:cubicBezTo>
                <a:close/>
                <a:moveTo>
                  <a:pt x="132" y="481"/>
                </a:moveTo>
                <a:cubicBezTo>
                  <a:pt x="132" y="501"/>
                  <a:pt x="132" y="501"/>
                  <a:pt x="132" y="501"/>
                </a:cubicBezTo>
                <a:cubicBezTo>
                  <a:pt x="132" y="499"/>
                  <a:pt x="131" y="496"/>
                  <a:pt x="131" y="493"/>
                </a:cubicBezTo>
                <a:cubicBezTo>
                  <a:pt x="129" y="491"/>
                  <a:pt x="127" y="489"/>
                  <a:pt x="125" y="488"/>
                </a:cubicBezTo>
                <a:cubicBezTo>
                  <a:pt x="125" y="476"/>
                  <a:pt x="125" y="476"/>
                  <a:pt x="125" y="476"/>
                </a:cubicBezTo>
                <a:cubicBezTo>
                  <a:pt x="128" y="477"/>
                  <a:pt x="130" y="479"/>
                  <a:pt x="132" y="481"/>
                </a:cubicBezTo>
                <a:close/>
                <a:moveTo>
                  <a:pt x="132" y="525"/>
                </a:moveTo>
                <a:cubicBezTo>
                  <a:pt x="132" y="539"/>
                  <a:pt x="132" y="539"/>
                  <a:pt x="132" y="539"/>
                </a:cubicBezTo>
                <a:cubicBezTo>
                  <a:pt x="130" y="540"/>
                  <a:pt x="127" y="542"/>
                  <a:pt x="125" y="544"/>
                </a:cubicBezTo>
                <a:cubicBezTo>
                  <a:pt x="125" y="529"/>
                  <a:pt x="125" y="529"/>
                  <a:pt x="125" y="529"/>
                </a:cubicBezTo>
                <a:cubicBezTo>
                  <a:pt x="132" y="525"/>
                  <a:pt x="132" y="525"/>
                  <a:pt x="132" y="525"/>
                </a:cubicBezTo>
                <a:close/>
                <a:moveTo>
                  <a:pt x="132" y="553"/>
                </a:moveTo>
                <a:cubicBezTo>
                  <a:pt x="132" y="566"/>
                  <a:pt x="132" y="566"/>
                  <a:pt x="132" y="566"/>
                </a:cubicBezTo>
                <a:cubicBezTo>
                  <a:pt x="129" y="567"/>
                  <a:pt x="129" y="567"/>
                  <a:pt x="129" y="567"/>
                </a:cubicBezTo>
                <a:cubicBezTo>
                  <a:pt x="128" y="564"/>
                  <a:pt x="126" y="561"/>
                  <a:pt x="125" y="558"/>
                </a:cubicBezTo>
                <a:cubicBezTo>
                  <a:pt x="129" y="555"/>
                  <a:pt x="130" y="554"/>
                  <a:pt x="132" y="553"/>
                </a:cubicBezTo>
                <a:close/>
                <a:moveTo>
                  <a:pt x="132" y="628"/>
                </a:moveTo>
                <a:cubicBezTo>
                  <a:pt x="132" y="642"/>
                  <a:pt x="132" y="642"/>
                  <a:pt x="132" y="642"/>
                </a:cubicBezTo>
                <a:cubicBezTo>
                  <a:pt x="131" y="638"/>
                  <a:pt x="128" y="635"/>
                  <a:pt x="125" y="632"/>
                </a:cubicBezTo>
                <a:cubicBezTo>
                  <a:pt x="125" y="621"/>
                  <a:pt x="125" y="621"/>
                  <a:pt x="125" y="621"/>
                </a:cubicBezTo>
                <a:cubicBezTo>
                  <a:pt x="127" y="623"/>
                  <a:pt x="129" y="626"/>
                  <a:pt x="132" y="628"/>
                </a:cubicBezTo>
                <a:close/>
                <a:moveTo>
                  <a:pt x="125" y="512"/>
                </a:moveTo>
                <a:cubicBezTo>
                  <a:pt x="125" y="505"/>
                  <a:pt x="125" y="505"/>
                  <a:pt x="125" y="505"/>
                </a:cubicBezTo>
                <a:cubicBezTo>
                  <a:pt x="125" y="507"/>
                  <a:pt x="126" y="509"/>
                  <a:pt x="127" y="511"/>
                </a:cubicBezTo>
                <a:cubicBezTo>
                  <a:pt x="125" y="512"/>
                  <a:pt x="125" y="512"/>
                  <a:pt x="125" y="512"/>
                </a:cubicBezTo>
                <a:close/>
                <a:moveTo>
                  <a:pt x="125" y="460"/>
                </a:moveTo>
                <a:cubicBezTo>
                  <a:pt x="125" y="449"/>
                  <a:pt x="125" y="449"/>
                  <a:pt x="125" y="449"/>
                </a:cubicBezTo>
                <a:cubicBezTo>
                  <a:pt x="125" y="449"/>
                  <a:pt x="126" y="449"/>
                  <a:pt x="127" y="450"/>
                </a:cubicBezTo>
                <a:cubicBezTo>
                  <a:pt x="128" y="453"/>
                  <a:pt x="128" y="456"/>
                  <a:pt x="129" y="459"/>
                </a:cubicBezTo>
                <a:cubicBezTo>
                  <a:pt x="125" y="460"/>
                  <a:pt x="125" y="460"/>
                  <a:pt x="125" y="460"/>
                </a:cubicBezTo>
                <a:close/>
                <a:moveTo>
                  <a:pt x="125" y="436"/>
                </a:moveTo>
                <a:cubicBezTo>
                  <a:pt x="125" y="432"/>
                  <a:pt x="125" y="432"/>
                  <a:pt x="125" y="432"/>
                </a:cubicBezTo>
                <a:cubicBezTo>
                  <a:pt x="125" y="435"/>
                  <a:pt x="125" y="435"/>
                  <a:pt x="125" y="435"/>
                </a:cubicBezTo>
                <a:lnTo>
                  <a:pt x="125" y="436"/>
                </a:lnTo>
                <a:close/>
                <a:moveTo>
                  <a:pt x="103" y="132"/>
                </a:moveTo>
                <a:cubicBezTo>
                  <a:pt x="104" y="132"/>
                  <a:pt x="104" y="132"/>
                  <a:pt x="105" y="131"/>
                </a:cubicBezTo>
                <a:cubicBezTo>
                  <a:pt x="111" y="123"/>
                  <a:pt x="118" y="116"/>
                  <a:pt x="125" y="109"/>
                </a:cubicBezTo>
                <a:cubicBezTo>
                  <a:pt x="125" y="120"/>
                  <a:pt x="125" y="120"/>
                  <a:pt x="125" y="120"/>
                </a:cubicBezTo>
                <a:cubicBezTo>
                  <a:pt x="122" y="122"/>
                  <a:pt x="118" y="125"/>
                  <a:pt x="115" y="129"/>
                </a:cubicBezTo>
                <a:cubicBezTo>
                  <a:pt x="118" y="130"/>
                  <a:pt x="121" y="131"/>
                  <a:pt x="125" y="131"/>
                </a:cubicBezTo>
                <a:cubicBezTo>
                  <a:pt x="125" y="141"/>
                  <a:pt x="125" y="141"/>
                  <a:pt x="125" y="141"/>
                </a:cubicBezTo>
                <a:cubicBezTo>
                  <a:pt x="116" y="139"/>
                  <a:pt x="109" y="139"/>
                  <a:pt x="103" y="143"/>
                </a:cubicBezTo>
                <a:cubicBezTo>
                  <a:pt x="103" y="132"/>
                  <a:pt x="103" y="132"/>
                  <a:pt x="103" y="132"/>
                </a:cubicBezTo>
                <a:close/>
                <a:moveTo>
                  <a:pt x="125" y="685"/>
                </a:moveTo>
                <a:cubicBezTo>
                  <a:pt x="118" y="679"/>
                  <a:pt x="111" y="673"/>
                  <a:pt x="106" y="665"/>
                </a:cubicBezTo>
                <a:cubicBezTo>
                  <a:pt x="105" y="664"/>
                  <a:pt x="104" y="664"/>
                  <a:pt x="103" y="663"/>
                </a:cubicBezTo>
                <a:cubicBezTo>
                  <a:pt x="103" y="653"/>
                  <a:pt x="103" y="653"/>
                  <a:pt x="103" y="653"/>
                </a:cubicBezTo>
                <a:cubicBezTo>
                  <a:pt x="104" y="655"/>
                  <a:pt x="104" y="655"/>
                  <a:pt x="104" y="655"/>
                </a:cubicBezTo>
                <a:cubicBezTo>
                  <a:pt x="107" y="646"/>
                  <a:pt x="110" y="637"/>
                  <a:pt x="113" y="629"/>
                </a:cubicBezTo>
                <a:cubicBezTo>
                  <a:pt x="113" y="617"/>
                  <a:pt x="112" y="615"/>
                  <a:pt x="104" y="605"/>
                </a:cubicBezTo>
                <a:cubicBezTo>
                  <a:pt x="104" y="605"/>
                  <a:pt x="103" y="605"/>
                  <a:pt x="103" y="606"/>
                </a:cubicBezTo>
                <a:cubicBezTo>
                  <a:pt x="103" y="592"/>
                  <a:pt x="103" y="592"/>
                  <a:pt x="103" y="592"/>
                </a:cubicBezTo>
                <a:cubicBezTo>
                  <a:pt x="104" y="594"/>
                  <a:pt x="105" y="596"/>
                  <a:pt x="105" y="597"/>
                </a:cubicBezTo>
                <a:cubicBezTo>
                  <a:pt x="114" y="605"/>
                  <a:pt x="118" y="613"/>
                  <a:pt x="125" y="621"/>
                </a:cubicBezTo>
                <a:cubicBezTo>
                  <a:pt x="125" y="632"/>
                  <a:pt x="125" y="632"/>
                  <a:pt x="125" y="632"/>
                </a:cubicBezTo>
                <a:cubicBezTo>
                  <a:pt x="124" y="631"/>
                  <a:pt x="123" y="631"/>
                  <a:pt x="123" y="630"/>
                </a:cubicBezTo>
                <a:cubicBezTo>
                  <a:pt x="115" y="654"/>
                  <a:pt x="110" y="661"/>
                  <a:pt x="125" y="676"/>
                </a:cubicBezTo>
                <a:cubicBezTo>
                  <a:pt x="125" y="685"/>
                  <a:pt x="125" y="685"/>
                  <a:pt x="125" y="685"/>
                </a:cubicBezTo>
                <a:close/>
                <a:moveTo>
                  <a:pt x="125" y="157"/>
                </a:moveTo>
                <a:cubicBezTo>
                  <a:pt x="125" y="175"/>
                  <a:pt x="125" y="175"/>
                  <a:pt x="125" y="175"/>
                </a:cubicBezTo>
                <a:cubicBezTo>
                  <a:pt x="121" y="180"/>
                  <a:pt x="117" y="184"/>
                  <a:pt x="111" y="190"/>
                </a:cubicBezTo>
                <a:cubicBezTo>
                  <a:pt x="108" y="195"/>
                  <a:pt x="106" y="200"/>
                  <a:pt x="103" y="205"/>
                </a:cubicBezTo>
                <a:cubicBezTo>
                  <a:pt x="103" y="182"/>
                  <a:pt x="103" y="182"/>
                  <a:pt x="103" y="182"/>
                </a:cubicBezTo>
                <a:cubicBezTo>
                  <a:pt x="111" y="181"/>
                  <a:pt x="115" y="177"/>
                  <a:pt x="120" y="167"/>
                </a:cubicBezTo>
                <a:cubicBezTo>
                  <a:pt x="111" y="166"/>
                  <a:pt x="107" y="165"/>
                  <a:pt x="103" y="165"/>
                </a:cubicBezTo>
                <a:cubicBezTo>
                  <a:pt x="103" y="156"/>
                  <a:pt x="103" y="156"/>
                  <a:pt x="103" y="156"/>
                </a:cubicBezTo>
                <a:cubicBezTo>
                  <a:pt x="113" y="158"/>
                  <a:pt x="113" y="158"/>
                  <a:pt x="113" y="158"/>
                </a:cubicBezTo>
                <a:cubicBezTo>
                  <a:pt x="118" y="158"/>
                  <a:pt x="121" y="158"/>
                  <a:pt x="125" y="157"/>
                </a:cubicBezTo>
                <a:close/>
                <a:moveTo>
                  <a:pt x="125" y="317"/>
                </a:moveTo>
                <a:cubicBezTo>
                  <a:pt x="125" y="342"/>
                  <a:pt x="125" y="342"/>
                  <a:pt x="125" y="342"/>
                </a:cubicBezTo>
                <a:cubicBezTo>
                  <a:pt x="123" y="342"/>
                  <a:pt x="123" y="342"/>
                  <a:pt x="123" y="342"/>
                </a:cubicBezTo>
                <a:cubicBezTo>
                  <a:pt x="122" y="341"/>
                  <a:pt x="120" y="341"/>
                  <a:pt x="118" y="341"/>
                </a:cubicBezTo>
                <a:cubicBezTo>
                  <a:pt x="119" y="337"/>
                  <a:pt x="120" y="333"/>
                  <a:pt x="121" y="330"/>
                </a:cubicBezTo>
                <a:cubicBezTo>
                  <a:pt x="115" y="328"/>
                  <a:pt x="109" y="327"/>
                  <a:pt x="103" y="325"/>
                </a:cubicBezTo>
                <a:cubicBezTo>
                  <a:pt x="103" y="313"/>
                  <a:pt x="103" y="313"/>
                  <a:pt x="103" y="313"/>
                </a:cubicBezTo>
                <a:cubicBezTo>
                  <a:pt x="110" y="315"/>
                  <a:pt x="118" y="317"/>
                  <a:pt x="125" y="317"/>
                </a:cubicBezTo>
                <a:close/>
                <a:moveTo>
                  <a:pt x="125" y="432"/>
                </a:moveTo>
                <a:cubicBezTo>
                  <a:pt x="125" y="436"/>
                  <a:pt x="125" y="436"/>
                  <a:pt x="125" y="436"/>
                </a:cubicBezTo>
                <a:cubicBezTo>
                  <a:pt x="118" y="440"/>
                  <a:pt x="110" y="446"/>
                  <a:pt x="103" y="451"/>
                </a:cubicBezTo>
                <a:cubicBezTo>
                  <a:pt x="103" y="439"/>
                  <a:pt x="103" y="439"/>
                  <a:pt x="103" y="439"/>
                </a:cubicBezTo>
                <a:cubicBezTo>
                  <a:pt x="105" y="438"/>
                  <a:pt x="107" y="436"/>
                  <a:pt x="109" y="435"/>
                </a:cubicBezTo>
                <a:cubicBezTo>
                  <a:pt x="107" y="435"/>
                  <a:pt x="105" y="436"/>
                  <a:pt x="103" y="436"/>
                </a:cubicBezTo>
                <a:cubicBezTo>
                  <a:pt x="103" y="425"/>
                  <a:pt x="103" y="425"/>
                  <a:pt x="103" y="425"/>
                </a:cubicBezTo>
                <a:cubicBezTo>
                  <a:pt x="123" y="422"/>
                  <a:pt x="123" y="422"/>
                  <a:pt x="123" y="422"/>
                </a:cubicBezTo>
                <a:cubicBezTo>
                  <a:pt x="125" y="432"/>
                  <a:pt x="125" y="432"/>
                  <a:pt x="125" y="432"/>
                </a:cubicBezTo>
                <a:close/>
                <a:moveTo>
                  <a:pt x="125" y="449"/>
                </a:moveTo>
                <a:cubicBezTo>
                  <a:pt x="121" y="449"/>
                  <a:pt x="118" y="450"/>
                  <a:pt x="103" y="452"/>
                </a:cubicBezTo>
                <a:cubicBezTo>
                  <a:pt x="103" y="463"/>
                  <a:pt x="103" y="463"/>
                  <a:pt x="103" y="463"/>
                </a:cubicBezTo>
                <a:cubicBezTo>
                  <a:pt x="110" y="462"/>
                  <a:pt x="118" y="461"/>
                  <a:pt x="125" y="460"/>
                </a:cubicBezTo>
                <a:cubicBezTo>
                  <a:pt x="125" y="449"/>
                  <a:pt x="125" y="449"/>
                  <a:pt x="125" y="449"/>
                </a:cubicBezTo>
                <a:close/>
                <a:moveTo>
                  <a:pt x="125" y="476"/>
                </a:moveTo>
                <a:cubicBezTo>
                  <a:pt x="125" y="488"/>
                  <a:pt x="125" y="488"/>
                  <a:pt x="125" y="488"/>
                </a:cubicBezTo>
                <a:cubicBezTo>
                  <a:pt x="115" y="483"/>
                  <a:pt x="102" y="492"/>
                  <a:pt x="107" y="506"/>
                </a:cubicBezTo>
                <a:cubicBezTo>
                  <a:pt x="110" y="506"/>
                  <a:pt x="110" y="506"/>
                  <a:pt x="114" y="504"/>
                </a:cubicBezTo>
                <a:cubicBezTo>
                  <a:pt x="114" y="502"/>
                  <a:pt x="114" y="500"/>
                  <a:pt x="114" y="498"/>
                </a:cubicBezTo>
                <a:cubicBezTo>
                  <a:pt x="116" y="497"/>
                  <a:pt x="118" y="496"/>
                  <a:pt x="121" y="495"/>
                </a:cubicBezTo>
                <a:cubicBezTo>
                  <a:pt x="122" y="498"/>
                  <a:pt x="123" y="501"/>
                  <a:pt x="125" y="505"/>
                </a:cubicBezTo>
                <a:cubicBezTo>
                  <a:pt x="125" y="512"/>
                  <a:pt x="125" y="512"/>
                  <a:pt x="125" y="512"/>
                </a:cubicBezTo>
                <a:cubicBezTo>
                  <a:pt x="118" y="514"/>
                  <a:pt x="111" y="517"/>
                  <a:pt x="104" y="519"/>
                </a:cubicBezTo>
                <a:cubicBezTo>
                  <a:pt x="103" y="516"/>
                  <a:pt x="103" y="516"/>
                  <a:pt x="103" y="516"/>
                </a:cubicBezTo>
                <a:cubicBezTo>
                  <a:pt x="103" y="480"/>
                  <a:pt x="103" y="480"/>
                  <a:pt x="103" y="480"/>
                </a:cubicBezTo>
                <a:cubicBezTo>
                  <a:pt x="112" y="476"/>
                  <a:pt x="119" y="475"/>
                  <a:pt x="125" y="476"/>
                </a:cubicBezTo>
                <a:close/>
                <a:moveTo>
                  <a:pt x="125" y="529"/>
                </a:moveTo>
                <a:cubicBezTo>
                  <a:pt x="125" y="544"/>
                  <a:pt x="125" y="544"/>
                  <a:pt x="125" y="544"/>
                </a:cubicBezTo>
                <a:cubicBezTo>
                  <a:pt x="122" y="545"/>
                  <a:pt x="120" y="546"/>
                  <a:pt x="117" y="546"/>
                </a:cubicBezTo>
                <a:cubicBezTo>
                  <a:pt x="116" y="543"/>
                  <a:pt x="114" y="539"/>
                  <a:pt x="113" y="536"/>
                </a:cubicBezTo>
                <a:cubicBezTo>
                  <a:pt x="117" y="534"/>
                  <a:pt x="121" y="532"/>
                  <a:pt x="125" y="529"/>
                </a:cubicBezTo>
                <a:close/>
                <a:moveTo>
                  <a:pt x="103" y="409"/>
                </a:moveTo>
                <a:cubicBezTo>
                  <a:pt x="103" y="396"/>
                  <a:pt x="103" y="396"/>
                  <a:pt x="103" y="396"/>
                </a:cubicBezTo>
                <a:cubicBezTo>
                  <a:pt x="109" y="396"/>
                  <a:pt x="116" y="396"/>
                  <a:pt x="122" y="396"/>
                </a:cubicBezTo>
                <a:cubicBezTo>
                  <a:pt x="122" y="400"/>
                  <a:pt x="122" y="404"/>
                  <a:pt x="122" y="409"/>
                </a:cubicBezTo>
                <a:cubicBezTo>
                  <a:pt x="103" y="409"/>
                  <a:pt x="103" y="409"/>
                  <a:pt x="103" y="409"/>
                </a:cubicBezTo>
                <a:close/>
                <a:moveTo>
                  <a:pt x="103" y="378"/>
                </a:moveTo>
                <a:cubicBezTo>
                  <a:pt x="103" y="356"/>
                  <a:pt x="103" y="356"/>
                  <a:pt x="103" y="356"/>
                </a:cubicBezTo>
                <a:cubicBezTo>
                  <a:pt x="106" y="353"/>
                  <a:pt x="109" y="353"/>
                  <a:pt x="116" y="353"/>
                </a:cubicBezTo>
                <a:cubicBezTo>
                  <a:pt x="126" y="360"/>
                  <a:pt x="124" y="371"/>
                  <a:pt x="122" y="382"/>
                </a:cubicBezTo>
                <a:cubicBezTo>
                  <a:pt x="119" y="381"/>
                  <a:pt x="116" y="380"/>
                  <a:pt x="113" y="380"/>
                </a:cubicBezTo>
                <a:cubicBezTo>
                  <a:pt x="115" y="374"/>
                  <a:pt x="114" y="370"/>
                  <a:pt x="114" y="364"/>
                </a:cubicBezTo>
                <a:cubicBezTo>
                  <a:pt x="112" y="364"/>
                  <a:pt x="111" y="364"/>
                  <a:pt x="110" y="365"/>
                </a:cubicBezTo>
                <a:cubicBezTo>
                  <a:pt x="107" y="371"/>
                  <a:pt x="105" y="375"/>
                  <a:pt x="103" y="378"/>
                </a:cubicBezTo>
                <a:close/>
                <a:moveTo>
                  <a:pt x="94" y="141"/>
                </a:moveTo>
                <a:cubicBezTo>
                  <a:pt x="97" y="138"/>
                  <a:pt x="100" y="135"/>
                  <a:pt x="103" y="132"/>
                </a:cubicBezTo>
                <a:cubicBezTo>
                  <a:pt x="103" y="143"/>
                  <a:pt x="103" y="143"/>
                  <a:pt x="103" y="143"/>
                </a:cubicBezTo>
                <a:cubicBezTo>
                  <a:pt x="100" y="146"/>
                  <a:pt x="97" y="149"/>
                  <a:pt x="94" y="154"/>
                </a:cubicBezTo>
                <a:cubicBezTo>
                  <a:pt x="94" y="141"/>
                  <a:pt x="94" y="141"/>
                  <a:pt x="94" y="141"/>
                </a:cubicBezTo>
                <a:close/>
                <a:moveTo>
                  <a:pt x="103" y="663"/>
                </a:moveTo>
                <a:cubicBezTo>
                  <a:pt x="100" y="660"/>
                  <a:pt x="97" y="657"/>
                  <a:pt x="94" y="654"/>
                </a:cubicBezTo>
                <a:cubicBezTo>
                  <a:pt x="94" y="641"/>
                  <a:pt x="94" y="641"/>
                  <a:pt x="94" y="641"/>
                </a:cubicBezTo>
                <a:cubicBezTo>
                  <a:pt x="95" y="644"/>
                  <a:pt x="96" y="645"/>
                  <a:pt x="103" y="653"/>
                </a:cubicBezTo>
                <a:cubicBezTo>
                  <a:pt x="103" y="663"/>
                  <a:pt x="103" y="663"/>
                  <a:pt x="103" y="663"/>
                </a:cubicBezTo>
                <a:close/>
                <a:moveTo>
                  <a:pt x="103" y="156"/>
                </a:moveTo>
                <a:cubicBezTo>
                  <a:pt x="103" y="165"/>
                  <a:pt x="103" y="165"/>
                  <a:pt x="103" y="165"/>
                </a:cubicBezTo>
                <a:cubicBezTo>
                  <a:pt x="100" y="165"/>
                  <a:pt x="97" y="165"/>
                  <a:pt x="94" y="165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103" y="156"/>
                  <a:pt x="103" y="156"/>
                  <a:pt x="103" y="156"/>
                </a:cubicBezTo>
                <a:close/>
                <a:moveTo>
                  <a:pt x="103" y="182"/>
                </a:moveTo>
                <a:cubicBezTo>
                  <a:pt x="103" y="205"/>
                  <a:pt x="103" y="205"/>
                  <a:pt x="103" y="205"/>
                </a:cubicBezTo>
                <a:cubicBezTo>
                  <a:pt x="101" y="209"/>
                  <a:pt x="98" y="212"/>
                  <a:pt x="94" y="215"/>
                </a:cubicBezTo>
                <a:cubicBezTo>
                  <a:pt x="94" y="205"/>
                  <a:pt x="94" y="205"/>
                  <a:pt x="94" y="205"/>
                </a:cubicBezTo>
                <a:cubicBezTo>
                  <a:pt x="96" y="202"/>
                  <a:pt x="98" y="199"/>
                  <a:pt x="101" y="192"/>
                </a:cubicBezTo>
                <a:cubicBezTo>
                  <a:pt x="99" y="192"/>
                  <a:pt x="99" y="193"/>
                  <a:pt x="94" y="192"/>
                </a:cubicBezTo>
                <a:cubicBezTo>
                  <a:pt x="94" y="184"/>
                  <a:pt x="94" y="184"/>
                  <a:pt x="94" y="184"/>
                </a:cubicBezTo>
                <a:cubicBezTo>
                  <a:pt x="95" y="184"/>
                  <a:pt x="95" y="184"/>
                  <a:pt x="95" y="184"/>
                </a:cubicBezTo>
                <a:cubicBezTo>
                  <a:pt x="98" y="184"/>
                  <a:pt x="101" y="183"/>
                  <a:pt x="103" y="182"/>
                </a:cubicBezTo>
                <a:close/>
                <a:moveTo>
                  <a:pt x="103" y="313"/>
                </a:moveTo>
                <a:cubicBezTo>
                  <a:pt x="103" y="325"/>
                  <a:pt x="103" y="325"/>
                  <a:pt x="103" y="325"/>
                </a:cubicBezTo>
                <a:cubicBezTo>
                  <a:pt x="94" y="323"/>
                  <a:pt x="94" y="323"/>
                  <a:pt x="94" y="323"/>
                </a:cubicBezTo>
                <a:cubicBezTo>
                  <a:pt x="94" y="310"/>
                  <a:pt x="94" y="310"/>
                  <a:pt x="94" y="310"/>
                </a:cubicBezTo>
                <a:cubicBezTo>
                  <a:pt x="97" y="311"/>
                  <a:pt x="100" y="312"/>
                  <a:pt x="103" y="313"/>
                </a:cubicBezTo>
                <a:close/>
                <a:moveTo>
                  <a:pt x="103" y="356"/>
                </a:moveTo>
                <a:cubicBezTo>
                  <a:pt x="103" y="378"/>
                  <a:pt x="103" y="378"/>
                  <a:pt x="103" y="378"/>
                </a:cubicBezTo>
                <a:cubicBezTo>
                  <a:pt x="101" y="380"/>
                  <a:pt x="99" y="382"/>
                  <a:pt x="94" y="382"/>
                </a:cubicBezTo>
                <a:cubicBezTo>
                  <a:pt x="94" y="369"/>
                  <a:pt x="94" y="369"/>
                  <a:pt x="94" y="369"/>
                </a:cubicBezTo>
                <a:cubicBezTo>
                  <a:pt x="94" y="369"/>
                  <a:pt x="95" y="369"/>
                  <a:pt x="95" y="369"/>
                </a:cubicBezTo>
                <a:cubicBezTo>
                  <a:pt x="99" y="362"/>
                  <a:pt x="101" y="358"/>
                  <a:pt x="103" y="356"/>
                </a:cubicBezTo>
                <a:close/>
                <a:moveTo>
                  <a:pt x="103" y="396"/>
                </a:moveTo>
                <a:cubicBezTo>
                  <a:pt x="103" y="409"/>
                  <a:pt x="103" y="409"/>
                  <a:pt x="103" y="409"/>
                </a:cubicBezTo>
                <a:cubicBezTo>
                  <a:pt x="94" y="409"/>
                  <a:pt x="94" y="409"/>
                  <a:pt x="94" y="409"/>
                </a:cubicBezTo>
                <a:cubicBezTo>
                  <a:pt x="94" y="397"/>
                  <a:pt x="94" y="397"/>
                  <a:pt x="94" y="397"/>
                </a:cubicBezTo>
                <a:cubicBezTo>
                  <a:pt x="103" y="396"/>
                  <a:pt x="103" y="396"/>
                  <a:pt x="103" y="396"/>
                </a:cubicBezTo>
                <a:close/>
                <a:moveTo>
                  <a:pt x="103" y="425"/>
                </a:moveTo>
                <a:cubicBezTo>
                  <a:pt x="103" y="436"/>
                  <a:pt x="103" y="436"/>
                  <a:pt x="103" y="436"/>
                </a:cubicBezTo>
                <a:cubicBezTo>
                  <a:pt x="100" y="436"/>
                  <a:pt x="97" y="436"/>
                  <a:pt x="94" y="437"/>
                </a:cubicBezTo>
                <a:cubicBezTo>
                  <a:pt x="94" y="426"/>
                  <a:pt x="94" y="426"/>
                  <a:pt x="94" y="426"/>
                </a:cubicBezTo>
                <a:cubicBezTo>
                  <a:pt x="103" y="425"/>
                  <a:pt x="103" y="425"/>
                  <a:pt x="103" y="425"/>
                </a:cubicBezTo>
                <a:close/>
                <a:moveTo>
                  <a:pt x="103" y="439"/>
                </a:moveTo>
                <a:cubicBezTo>
                  <a:pt x="103" y="451"/>
                  <a:pt x="103" y="451"/>
                  <a:pt x="103" y="451"/>
                </a:cubicBezTo>
                <a:cubicBezTo>
                  <a:pt x="102" y="452"/>
                  <a:pt x="102" y="452"/>
                  <a:pt x="102" y="452"/>
                </a:cubicBezTo>
                <a:cubicBezTo>
                  <a:pt x="103" y="452"/>
                  <a:pt x="103" y="452"/>
                  <a:pt x="103" y="452"/>
                </a:cubicBezTo>
                <a:cubicBezTo>
                  <a:pt x="103" y="463"/>
                  <a:pt x="103" y="463"/>
                  <a:pt x="103" y="463"/>
                </a:cubicBezTo>
                <a:cubicBezTo>
                  <a:pt x="100" y="463"/>
                  <a:pt x="97" y="464"/>
                  <a:pt x="94" y="464"/>
                </a:cubicBezTo>
                <a:cubicBezTo>
                  <a:pt x="94" y="446"/>
                  <a:pt x="94" y="446"/>
                  <a:pt x="94" y="446"/>
                </a:cubicBezTo>
                <a:cubicBezTo>
                  <a:pt x="97" y="444"/>
                  <a:pt x="100" y="441"/>
                  <a:pt x="103" y="439"/>
                </a:cubicBezTo>
                <a:close/>
                <a:moveTo>
                  <a:pt x="103" y="480"/>
                </a:moveTo>
                <a:cubicBezTo>
                  <a:pt x="103" y="516"/>
                  <a:pt x="103" y="516"/>
                  <a:pt x="103" y="516"/>
                </a:cubicBezTo>
                <a:cubicBezTo>
                  <a:pt x="97" y="503"/>
                  <a:pt x="94" y="495"/>
                  <a:pt x="101" y="480"/>
                </a:cubicBezTo>
                <a:cubicBezTo>
                  <a:pt x="102" y="480"/>
                  <a:pt x="102" y="480"/>
                  <a:pt x="103" y="480"/>
                </a:cubicBezTo>
                <a:close/>
                <a:moveTo>
                  <a:pt x="103" y="592"/>
                </a:moveTo>
                <a:cubicBezTo>
                  <a:pt x="103" y="606"/>
                  <a:pt x="103" y="606"/>
                  <a:pt x="103" y="606"/>
                </a:cubicBezTo>
                <a:cubicBezTo>
                  <a:pt x="98" y="612"/>
                  <a:pt x="95" y="621"/>
                  <a:pt x="94" y="630"/>
                </a:cubicBezTo>
                <a:cubicBezTo>
                  <a:pt x="94" y="603"/>
                  <a:pt x="94" y="603"/>
                  <a:pt x="94" y="603"/>
                </a:cubicBezTo>
                <a:cubicBezTo>
                  <a:pt x="95" y="598"/>
                  <a:pt x="95" y="595"/>
                  <a:pt x="94" y="592"/>
                </a:cubicBezTo>
                <a:cubicBezTo>
                  <a:pt x="94" y="575"/>
                  <a:pt x="94" y="575"/>
                  <a:pt x="94" y="575"/>
                </a:cubicBezTo>
                <a:cubicBezTo>
                  <a:pt x="98" y="580"/>
                  <a:pt x="101" y="587"/>
                  <a:pt x="103" y="592"/>
                </a:cubicBezTo>
                <a:close/>
                <a:moveTo>
                  <a:pt x="84" y="155"/>
                </a:moveTo>
                <a:cubicBezTo>
                  <a:pt x="87" y="150"/>
                  <a:pt x="90" y="145"/>
                  <a:pt x="94" y="141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65"/>
                  <a:pt x="94" y="165"/>
                  <a:pt x="94" y="165"/>
                </a:cubicBezTo>
                <a:cubicBezTo>
                  <a:pt x="93" y="165"/>
                  <a:pt x="92" y="165"/>
                  <a:pt x="90" y="165"/>
                </a:cubicBezTo>
                <a:cubicBezTo>
                  <a:pt x="88" y="166"/>
                  <a:pt x="86" y="167"/>
                  <a:pt x="84" y="168"/>
                </a:cubicBezTo>
                <a:cubicBezTo>
                  <a:pt x="84" y="155"/>
                  <a:pt x="84" y="155"/>
                  <a:pt x="84" y="155"/>
                </a:cubicBezTo>
                <a:close/>
                <a:moveTo>
                  <a:pt x="94" y="654"/>
                </a:moveTo>
                <a:cubicBezTo>
                  <a:pt x="90" y="650"/>
                  <a:pt x="87" y="646"/>
                  <a:pt x="84" y="642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8" y="616"/>
                  <a:pt x="88" y="616"/>
                  <a:pt x="93" y="606"/>
                </a:cubicBezTo>
                <a:cubicBezTo>
                  <a:pt x="93" y="605"/>
                  <a:pt x="94" y="604"/>
                  <a:pt x="94" y="603"/>
                </a:cubicBezTo>
                <a:cubicBezTo>
                  <a:pt x="94" y="630"/>
                  <a:pt x="94" y="630"/>
                  <a:pt x="94" y="630"/>
                </a:cubicBezTo>
                <a:cubicBezTo>
                  <a:pt x="93" y="634"/>
                  <a:pt x="93" y="637"/>
                  <a:pt x="93" y="639"/>
                </a:cubicBezTo>
                <a:cubicBezTo>
                  <a:pt x="94" y="641"/>
                  <a:pt x="94" y="641"/>
                  <a:pt x="94" y="641"/>
                </a:cubicBezTo>
                <a:cubicBezTo>
                  <a:pt x="94" y="654"/>
                  <a:pt x="94" y="654"/>
                  <a:pt x="94" y="654"/>
                </a:cubicBezTo>
                <a:close/>
                <a:moveTo>
                  <a:pt x="94" y="184"/>
                </a:moveTo>
                <a:cubicBezTo>
                  <a:pt x="94" y="192"/>
                  <a:pt x="94" y="192"/>
                  <a:pt x="94" y="192"/>
                </a:cubicBezTo>
                <a:cubicBezTo>
                  <a:pt x="92" y="192"/>
                  <a:pt x="88" y="192"/>
                  <a:pt x="84" y="192"/>
                </a:cubicBezTo>
                <a:cubicBezTo>
                  <a:pt x="84" y="183"/>
                  <a:pt x="84" y="183"/>
                  <a:pt x="84" y="183"/>
                </a:cubicBezTo>
                <a:cubicBezTo>
                  <a:pt x="87" y="183"/>
                  <a:pt x="91" y="184"/>
                  <a:pt x="94" y="184"/>
                </a:cubicBezTo>
                <a:close/>
                <a:moveTo>
                  <a:pt x="94" y="205"/>
                </a:moveTo>
                <a:cubicBezTo>
                  <a:pt x="94" y="215"/>
                  <a:pt x="94" y="215"/>
                  <a:pt x="94" y="215"/>
                </a:cubicBezTo>
                <a:cubicBezTo>
                  <a:pt x="93" y="215"/>
                  <a:pt x="93" y="216"/>
                  <a:pt x="92" y="216"/>
                </a:cubicBezTo>
                <a:cubicBezTo>
                  <a:pt x="91" y="223"/>
                  <a:pt x="88" y="230"/>
                  <a:pt x="84" y="237"/>
                </a:cubicBezTo>
                <a:cubicBezTo>
                  <a:pt x="84" y="220"/>
                  <a:pt x="84" y="220"/>
                  <a:pt x="84" y="220"/>
                </a:cubicBezTo>
                <a:cubicBezTo>
                  <a:pt x="84" y="219"/>
                  <a:pt x="84" y="219"/>
                  <a:pt x="84" y="219"/>
                </a:cubicBezTo>
                <a:cubicBezTo>
                  <a:pt x="84" y="219"/>
                  <a:pt x="84" y="219"/>
                  <a:pt x="84" y="219"/>
                </a:cubicBezTo>
                <a:cubicBezTo>
                  <a:pt x="84" y="209"/>
                  <a:pt x="84" y="209"/>
                  <a:pt x="84" y="209"/>
                </a:cubicBezTo>
                <a:cubicBezTo>
                  <a:pt x="89" y="208"/>
                  <a:pt x="92" y="207"/>
                  <a:pt x="94" y="205"/>
                </a:cubicBezTo>
                <a:close/>
                <a:moveTo>
                  <a:pt x="94" y="310"/>
                </a:moveTo>
                <a:cubicBezTo>
                  <a:pt x="94" y="323"/>
                  <a:pt x="94" y="323"/>
                  <a:pt x="94" y="323"/>
                </a:cubicBezTo>
                <a:cubicBezTo>
                  <a:pt x="90" y="321"/>
                  <a:pt x="90" y="321"/>
                  <a:pt x="90" y="321"/>
                </a:cubicBezTo>
                <a:cubicBezTo>
                  <a:pt x="91" y="318"/>
                  <a:pt x="92" y="314"/>
                  <a:pt x="92" y="310"/>
                </a:cubicBezTo>
                <a:cubicBezTo>
                  <a:pt x="93" y="310"/>
                  <a:pt x="93" y="310"/>
                  <a:pt x="94" y="310"/>
                </a:cubicBezTo>
                <a:close/>
                <a:moveTo>
                  <a:pt x="94" y="369"/>
                </a:moveTo>
                <a:cubicBezTo>
                  <a:pt x="94" y="382"/>
                  <a:pt x="94" y="382"/>
                  <a:pt x="94" y="382"/>
                </a:cubicBezTo>
                <a:cubicBezTo>
                  <a:pt x="93" y="383"/>
                  <a:pt x="92" y="383"/>
                  <a:pt x="90" y="383"/>
                </a:cubicBezTo>
                <a:cubicBezTo>
                  <a:pt x="88" y="381"/>
                  <a:pt x="86" y="379"/>
                  <a:pt x="84" y="377"/>
                </a:cubicBezTo>
                <a:cubicBezTo>
                  <a:pt x="84" y="351"/>
                  <a:pt x="84" y="351"/>
                  <a:pt x="84" y="351"/>
                </a:cubicBezTo>
                <a:cubicBezTo>
                  <a:pt x="87" y="351"/>
                  <a:pt x="90" y="352"/>
                  <a:pt x="92" y="352"/>
                </a:cubicBezTo>
                <a:cubicBezTo>
                  <a:pt x="90" y="358"/>
                  <a:pt x="89" y="364"/>
                  <a:pt x="90" y="370"/>
                </a:cubicBezTo>
                <a:cubicBezTo>
                  <a:pt x="91" y="370"/>
                  <a:pt x="92" y="369"/>
                  <a:pt x="94" y="369"/>
                </a:cubicBezTo>
                <a:close/>
                <a:moveTo>
                  <a:pt x="94" y="397"/>
                </a:moveTo>
                <a:cubicBezTo>
                  <a:pt x="94" y="409"/>
                  <a:pt x="94" y="409"/>
                  <a:pt x="94" y="409"/>
                </a:cubicBezTo>
                <a:cubicBezTo>
                  <a:pt x="84" y="409"/>
                  <a:pt x="84" y="409"/>
                  <a:pt x="84" y="409"/>
                </a:cubicBezTo>
                <a:cubicBezTo>
                  <a:pt x="84" y="397"/>
                  <a:pt x="84" y="397"/>
                  <a:pt x="84" y="397"/>
                </a:cubicBezTo>
                <a:cubicBezTo>
                  <a:pt x="94" y="397"/>
                  <a:pt x="94" y="397"/>
                  <a:pt x="94" y="397"/>
                </a:cubicBezTo>
                <a:close/>
                <a:moveTo>
                  <a:pt x="94" y="426"/>
                </a:moveTo>
                <a:cubicBezTo>
                  <a:pt x="94" y="437"/>
                  <a:pt x="94" y="437"/>
                  <a:pt x="94" y="437"/>
                </a:cubicBezTo>
                <a:cubicBezTo>
                  <a:pt x="91" y="437"/>
                  <a:pt x="87" y="438"/>
                  <a:pt x="84" y="438"/>
                </a:cubicBezTo>
                <a:cubicBezTo>
                  <a:pt x="84" y="427"/>
                  <a:pt x="84" y="427"/>
                  <a:pt x="84" y="427"/>
                </a:cubicBezTo>
                <a:cubicBezTo>
                  <a:pt x="94" y="426"/>
                  <a:pt x="94" y="426"/>
                  <a:pt x="94" y="426"/>
                </a:cubicBezTo>
                <a:close/>
                <a:moveTo>
                  <a:pt x="94" y="446"/>
                </a:moveTo>
                <a:cubicBezTo>
                  <a:pt x="94" y="464"/>
                  <a:pt x="94" y="464"/>
                  <a:pt x="94" y="464"/>
                </a:cubicBezTo>
                <a:cubicBezTo>
                  <a:pt x="91" y="465"/>
                  <a:pt x="89" y="465"/>
                  <a:pt x="87" y="465"/>
                </a:cubicBezTo>
                <a:cubicBezTo>
                  <a:pt x="86" y="461"/>
                  <a:pt x="86" y="456"/>
                  <a:pt x="86" y="451"/>
                </a:cubicBezTo>
                <a:cubicBezTo>
                  <a:pt x="94" y="446"/>
                  <a:pt x="94" y="446"/>
                  <a:pt x="94" y="446"/>
                </a:cubicBezTo>
                <a:close/>
                <a:moveTo>
                  <a:pt x="94" y="575"/>
                </a:moveTo>
                <a:cubicBezTo>
                  <a:pt x="94" y="592"/>
                  <a:pt x="94" y="592"/>
                  <a:pt x="94" y="592"/>
                </a:cubicBezTo>
                <a:cubicBezTo>
                  <a:pt x="93" y="588"/>
                  <a:pt x="91" y="585"/>
                  <a:pt x="88" y="579"/>
                </a:cubicBezTo>
                <a:cubicBezTo>
                  <a:pt x="87" y="579"/>
                  <a:pt x="86" y="579"/>
                  <a:pt x="86" y="579"/>
                </a:cubicBezTo>
                <a:cubicBezTo>
                  <a:pt x="85" y="581"/>
                  <a:pt x="85" y="582"/>
                  <a:pt x="84" y="583"/>
                </a:cubicBezTo>
                <a:cubicBezTo>
                  <a:pt x="84" y="558"/>
                  <a:pt x="84" y="558"/>
                  <a:pt x="84" y="558"/>
                </a:cubicBezTo>
                <a:cubicBezTo>
                  <a:pt x="86" y="561"/>
                  <a:pt x="87" y="566"/>
                  <a:pt x="88" y="571"/>
                </a:cubicBezTo>
                <a:cubicBezTo>
                  <a:pt x="90" y="572"/>
                  <a:pt x="92" y="573"/>
                  <a:pt x="94" y="575"/>
                </a:cubicBezTo>
                <a:close/>
                <a:moveTo>
                  <a:pt x="76" y="164"/>
                </a:moveTo>
                <a:cubicBezTo>
                  <a:pt x="78" y="162"/>
                  <a:pt x="80" y="160"/>
                  <a:pt x="82" y="158"/>
                </a:cubicBezTo>
                <a:cubicBezTo>
                  <a:pt x="83" y="157"/>
                  <a:pt x="84" y="156"/>
                  <a:pt x="84" y="155"/>
                </a:cubicBezTo>
                <a:cubicBezTo>
                  <a:pt x="84" y="168"/>
                  <a:pt x="84" y="168"/>
                  <a:pt x="84" y="168"/>
                </a:cubicBezTo>
                <a:cubicBezTo>
                  <a:pt x="81" y="170"/>
                  <a:pt x="79" y="172"/>
                  <a:pt x="76" y="176"/>
                </a:cubicBezTo>
                <a:cubicBezTo>
                  <a:pt x="76" y="164"/>
                  <a:pt x="76" y="164"/>
                  <a:pt x="76" y="164"/>
                </a:cubicBezTo>
                <a:close/>
                <a:moveTo>
                  <a:pt x="84" y="642"/>
                </a:moveTo>
                <a:cubicBezTo>
                  <a:pt x="82" y="639"/>
                  <a:pt x="79" y="635"/>
                  <a:pt x="76" y="632"/>
                </a:cubicBezTo>
                <a:cubicBezTo>
                  <a:pt x="76" y="618"/>
                  <a:pt x="76" y="618"/>
                  <a:pt x="76" y="618"/>
                </a:cubicBezTo>
                <a:cubicBezTo>
                  <a:pt x="78" y="621"/>
                  <a:pt x="80" y="624"/>
                  <a:pt x="82" y="628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4" y="642"/>
                  <a:pt x="84" y="642"/>
                  <a:pt x="84" y="642"/>
                </a:cubicBezTo>
                <a:close/>
                <a:moveTo>
                  <a:pt x="84" y="183"/>
                </a:moveTo>
                <a:cubicBezTo>
                  <a:pt x="84" y="192"/>
                  <a:pt x="84" y="192"/>
                  <a:pt x="84" y="192"/>
                </a:cubicBezTo>
                <a:cubicBezTo>
                  <a:pt x="76" y="192"/>
                  <a:pt x="76" y="192"/>
                  <a:pt x="76" y="192"/>
                </a:cubicBezTo>
                <a:cubicBezTo>
                  <a:pt x="76" y="182"/>
                  <a:pt x="76" y="182"/>
                  <a:pt x="76" y="182"/>
                </a:cubicBezTo>
                <a:cubicBezTo>
                  <a:pt x="79" y="182"/>
                  <a:pt x="82" y="183"/>
                  <a:pt x="84" y="183"/>
                </a:cubicBezTo>
                <a:close/>
                <a:moveTo>
                  <a:pt x="84" y="209"/>
                </a:moveTo>
                <a:cubicBezTo>
                  <a:pt x="84" y="219"/>
                  <a:pt x="84" y="219"/>
                  <a:pt x="84" y="219"/>
                </a:cubicBezTo>
                <a:cubicBezTo>
                  <a:pt x="82" y="219"/>
                  <a:pt x="79" y="219"/>
                  <a:pt x="76" y="219"/>
                </a:cubicBezTo>
                <a:cubicBezTo>
                  <a:pt x="76" y="211"/>
                  <a:pt x="76" y="211"/>
                  <a:pt x="76" y="211"/>
                </a:cubicBezTo>
                <a:cubicBezTo>
                  <a:pt x="78" y="210"/>
                  <a:pt x="78" y="210"/>
                  <a:pt x="78" y="210"/>
                </a:cubicBezTo>
                <a:cubicBezTo>
                  <a:pt x="81" y="210"/>
                  <a:pt x="82" y="209"/>
                  <a:pt x="84" y="209"/>
                </a:cubicBezTo>
                <a:close/>
                <a:moveTo>
                  <a:pt x="84" y="220"/>
                </a:moveTo>
                <a:cubicBezTo>
                  <a:pt x="84" y="237"/>
                  <a:pt x="84" y="237"/>
                  <a:pt x="84" y="237"/>
                </a:cubicBezTo>
                <a:cubicBezTo>
                  <a:pt x="83" y="239"/>
                  <a:pt x="81" y="241"/>
                  <a:pt x="79" y="243"/>
                </a:cubicBezTo>
                <a:cubicBezTo>
                  <a:pt x="78" y="247"/>
                  <a:pt x="78" y="250"/>
                  <a:pt x="76" y="254"/>
                </a:cubicBezTo>
                <a:cubicBezTo>
                  <a:pt x="76" y="234"/>
                  <a:pt x="76" y="234"/>
                  <a:pt x="76" y="234"/>
                </a:cubicBezTo>
                <a:cubicBezTo>
                  <a:pt x="77" y="234"/>
                  <a:pt x="78" y="234"/>
                  <a:pt x="78" y="233"/>
                </a:cubicBezTo>
                <a:cubicBezTo>
                  <a:pt x="80" y="229"/>
                  <a:pt x="82" y="224"/>
                  <a:pt x="84" y="220"/>
                </a:cubicBezTo>
                <a:close/>
                <a:moveTo>
                  <a:pt x="84" y="351"/>
                </a:moveTo>
                <a:cubicBezTo>
                  <a:pt x="84" y="377"/>
                  <a:pt x="84" y="377"/>
                  <a:pt x="84" y="377"/>
                </a:cubicBezTo>
                <a:cubicBezTo>
                  <a:pt x="79" y="370"/>
                  <a:pt x="80" y="362"/>
                  <a:pt x="82" y="351"/>
                </a:cubicBezTo>
                <a:cubicBezTo>
                  <a:pt x="83" y="351"/>
                  <a:pt x="84" y="351"/>
                  <a:pt x="84" y="351"/>
                </a:cubicBezTo>
                <a:close/>
                <a:moveTo>
                  <a:pt x="84" y="397"/>
                </a:moveTo>
                <a:cubicBezTo>
                  <a:pt x="84" y="409"/>
                  <a:pt x="84" y="409"/>
                  <a:pt x="84" y="409"/>
                </a:cubicBezTo>
                <a:cubicBezTo>
                  <a:pt x="81" y="409"/>
                  <a:pt x="81" y="409"/>
                  <a:pt x="81" y="409"/>
                </a:cubicBezTo>
                <a:cubicBezTo>
                  <a:pt x="81" y="405"/>
                  <a:pt x="81" y="401"/>
                  <a:pt x="81" y="397"/>
                </a:cubicBezTo>
                <a:cubicBezTo>
                  <a:pt x="84" y="397"/>
                  <a:pt x="84" y="397"/>
                  <a:pt x="84" y="397"/>
                </a:cubicBezTo>
                <a:close/>
                <a:moveTo>
                  <a:pt x="84" y="427"/>
                </a:moveTo>
                <a:cubicBezTo>
                  <a:pt x="84" y="438"/>
                  <a:pt x="84" y="438"/>
                  <a:pt x="84" y="438"/>
                </a:cubicBezTo>
                <a:cubicBezTo>
                  <a:pt x="83" y="438"/>
                  <a:pt x="83" y="438"/>
                  <a:pt x="83" y="438"/>
                </a:cubicBezTo>
                <a:cubicBezTo>
                  <a:pt x="83" y="435"/>
                  <a:pt x="82" y="431"/>
                  <a:pt x="82" y="427"/>
                </a:cubicBezTo>
                <a:cubicBezTo>
                  <a:pt x="84" y="427"/>
                  <a:pt x="84" y="427"/>
                  <a:pt x="84" y="427"/>
                </a:cubicBezTo>
                <a:close/>
                <a:moveTo>
                  <a:pt x="84" y="558"/>
                </a:moveTo>
                <a:cubicBezTo>
                  <a:pt x="84" y="583"/>
                  <a:pt x="84" y="583"/>
                  <a:pt x="84" y="583"/>
                </a:cubicBezTo>
                <a:cubicBezTo>
                  <a:pt x="83" y="585"/>
                  <a:pt x="82" y="588"/>
                  <a:pt x="76" y="597"/>
                </a:cubicBezTo>
                <a:cubicBezTo>
                  <a:pt x="76" y="576"/>
                  <a:pt x="76" y="576"/>
                  <a:pt x="76" y="576"/>
                </a:cubicBezTo>
                <a:cubicBezTo>
                  <a:pt x="79" y="571"/>
                  <a:pt x="79" y="571"/>
                  <a:pt x="79" y="571"/>
                </a:cubicBezTo>
                <a:cubicBezTo>
                  <a:pt x="79" y="567"/>
                  <a:pt x="78" y="563"/>
                  <a:pt x="76" y="560"/>
                </a:cubicBezTo>
                <a:cubicBezTo>
                  <a:pt x="76" y="545"/>
                  <a:pt x="76" y="545"/>
                  <a:pt x="76" y="545"/>
                </a:cubicBezTo>
                <a:cubicBezTo>
                  <a:pt x="80" y="550"/>
                  <a:pt x="82" y="553"/>
                  <a:pt x="84" y="558"/>
                </a:cubicBezTo>
                <a:close/>
                <a:moveTo>
                  <a:pt x="68" y="175"/>
                </a:moveTo>
                <a:cubicBezTo>
                  <a:pt x="71" y="171"/>
                  <a:pt x="73" y="168"/>
                  <a:pt x="76" y="164"/>
                </a:cubicBezTo>
                <a:cubicBezTo>
                  <a:pt x="76" y="176"/>
                  <a:pt x="76" y="176"/>
                  <a:pt x="76" y="176"/>
                </a:cubicBezTo>
                <a:cubicBezTo>
                  <a:pt x="75" y="177"/>
                  <a:pt x="74" y="180"/>
                  <a:pt x="73" y="182"/>
                </a:cubicBezTo>
                <a:cubicBezTo>
                  <a:pt x="76" y="182"/>
                  <a:pt x="76" y="182"/>
                  <a:pt x="76" y="182"/>
                </a:cubicBezTo>
                <a:cubicBezTo>
                  <a:pt x="76" y="192"/>
                  <a:pt x="76" y="192"/>
                  <a:pt x="76" y="192"/>
                </a:cubicBezTo>
                <a:cubicBezTo>
                  <a:pt x="74" y="192"/>
                  <a:pt x="74" y="192"/>
                  <a:pt x="74" y="192"/>
                </a:cubicBezTo>
                <a:cubicBezTo>
                  <a:pt x="72" y="192"/>
                  <a:pt x="70" y="193"/>
                  <a:pt x="68" y="194"/>
                </a:cubicBezTo>
                <a:cubicBezTo>
                  <a:pt x="68" y="175"/>
                  <a:pt x="68" y="175"/>
                  <a:pt x="68" y="175"/>
                </a:cubicBezTo>
                <a:close/>
                <a:moveTo>
                  <a:pt x="76" y="632"/>
                </a:moveTo>
                <a:cubicBezTo>
                  <a:pt x="75" y="630"/>
                  <a:pt x="73" y="627"/>
                  <a:pt x="71" y="625"/>
                </a:cubicBezTo>
                <a:cubicBezTo>
                  <a:pt x="70" y="623"/>
                  <a:pt x="69" y="622"/>
                  <a:pt x="68" y="620"/>
                </a:cubicBezTo>
                <a:cubicBezTo>
                  <a:pt x="68" y="593"/>
                  <a:pt x="68" y="593"/>
                  <a:pt x="68" y="593"/>
                </a:cubicBezTo>
                <a:cubicBezTo>
                  <a:pt x="71" y="587"/>
                  <a:pt x="74" y="582"/>
                  <a:pt x="76" y="576"/>
                </a:cubicBezTo>
                <a:cubicBezTo>
                  <a:pt x="76" y="597"/>
                  <a:pt x="76" y="597"/>
                  <a:pt x="76" y="597"/>
                </a:cubicBezTo>
                <a:cubicBezTo>
                  <a:pt x="74" y="601"/>
                  <a:pt x="74" y="601"/>
                  <a:pt x="74" y="601"/>
                </a:cubicBezTo>
                <a:cubicBezTo>
                  <a:pt x="73" y="609"/>
                  <a:pt x="74" y="614"/>
                  <a:pt x="76" y="618"/>
                </a:cubicBezTo>
                <a:cubicBezTo>
                  <a:pt x="76" y="632"/>
                  <a:pt x="76" y="632"/>
                  <a:pt x="76" y="632"/>
                </a:cubicBezTo>
                <a:close/>
                <a:moveTo>
                  <a:pt x="76" y="211"/>
                </a:moveTo>
                <a:cubicBezTo>
                  <a:pt x="76" y="219"/>
                  <a:pt x="76" y="219"/>
                  <a:pt x="76" y="219"/>
                </a:cubicBezTo>
                <a:cubicBezTo>
                  <a:pt x="73" y="220"/>
                  <a:pt x="71" y="220"/>
                  <a:pt x="68" y="220"/>
                </a:cubicBezTo>
                <a:cubicBezTo>
                  <a:pt x="68" y="211"/>
                  <a:pt x="68" y="211"/>
                  <a:pt x="68" y="211"/>
                </a:cubicBezTo>
                <a:cubicBezTo>
                  <a:pt x="76" y="211"/>
                  <a:pt x="76" y="211"/>
                  <a:pt x="76" y="211"/>
                </a:cubicBezTo>
                <a:close/>
                <a:moveTo>
                  <a:pt x="76" y="234"/>
                </a:moveTo>
                <a:cubicBezTo>
                  <a:pt x="76" y="254"/>
                  <a:pt x="76" y="254"/>
                  <a:pt x="76" y="254"/>
                </a:cubicBezTo>
                <a:cubicBezTo>
                  <a:pt x="75" y="259"/>
                  <a:pt x="72" y="264"/>
                  <a:pt x="68" y="269"/>
                </a:cubicBezTo>
                <a:cubicBezTo>
                  <a:pt x="68" y="253"/>
                  <a:pt x="68" y="253"/>
                  <a:pt x="68" y="253"/>
                </a:cubicBezTo>
                <a:cubicBezTo>
                  <a:pt x="70" y="248"/>
                  <a:pt x="70" y="248"/>
                  <a:pt x="70" y="248"/>
                </a:cubicBezTo>
                <a:cubicBezTo>
                  <a:pt x="68" y="248"/>
                  <a:pt x="68" y="248"/>
                  <a:pt x="68" y="248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71" y="237"/>
                  <a:pt x="74" y="236"/>
                  <a:pt x="76" y="234"/>
                </a:cubicBezTo>
                <a:close/>
                <a:moveTo>
                  <a:pt x="76" y="545"/>
                </a:moveTo>
                <a:cubicBezTo>
                  <a:pt x="76" y="560"/>
                  <a:pt x="76" y="560"/>
                  <a:pt x="76" y="560"/>
                </a:cubicBezTo>
                <a:cubicBezTo>
                  <a:pt x="75" y="557"/>
                  <a:pt x="73" y="554"/>
                  <a:pt x="72" y="551"/>
                </a:cubicBezTo>
                <a:cubicBezTo>
                  <a:pt x="71" y="553"/>
                  <a:pt x="69" y="555"/>
                  <a:pt x="68" y="557"/>
                </a:cubicBezTo>
                <a:cubicBezTo>
                  <a:pt x="68" y="522"/>
                  <a:pt x="68" y="522"/>
                  <a:pt x="68" y="522"/>
                </a:cubicBezTo>
                <a:cubicBezTo>
                  <a:pt x="69" y="524"/>
                  <a:pt x="71" y="527"/>
                  <a:pt x="72" y="530"/>
                </a:cubicBezTo>
                <a:cubicBezTo>
                  <a:pt x="73" y="534"/>
                  <a:pt x="73" y="539"/>
                  <a:pt x="74" y="543"/>
                </a:cubicBezTo>
                <a:cubicBezTo>
                  <a:pt x="75" y="544"/>
                  <a:pt x="76" y="545"/>
                  <a:pt x="76" y="545"/>
                </a:cubicBezTo>
                <a:close/>
                <a:moveTo>
                  <a:pt x="61" y="187"/>
                </a:moveTo>
                <a:cubicBezTo>
                  <a:pt x="63" y="183"/>
                  <a:pt x="66" y="179"/>
                  <a:pt x="68" y="175"/>
                </a:cubicBezTo>
                <a:cubicBezTo>
                  <a:pt x="68" y="194"/>
                  <a:pt x="68" y="194"/>
                  <a:pt x="68" y="194"/>
                </a:cubicBezTo>
                <a:cubicBezTo>
                  <a:pt x="65" y="196"/>
                  <a:pt x="63" y="198"/>
                  <a:pt x="61" y="201"/>
                </a:cubicBezTo>
                <a:cubicBezTo>
                  <a:pt x="61" y="187"/>
                  <a:pt x="61" y="187"/>
                  <a:pt x="61" y="187"/>
                </a:cubicBezTo>
                <a:close/>
                <a:moveTo>
                  <a:pt x="68" y="620"/>
                </a:moveTo>
                <a:cubicBezTo>
                  <a:pt x="66" y="616"/>
                  <a:pt x="65" y="612"/>
                  <a:pt x="63" y="609"/>
                </a:cubicBezTo>
                <a:cubicBezTo>
                  <a:pt x="62" y="608"/>
                  <a:pt x="61" y="607"/>
                  <a:pt x="61" y="607"/>
                </a:cubicBezTo>
                <a:cubicBezTo>
                  <a:pt x="61" y="593"/>
                  <a:pt x="61" y="593"/>
                  <a:pt x="61" y="593"/>
                </a:cubicBezTo>
                <a:cubicBezTo>
                  <a:pt x="62" y="595"/>
                  <a:pt x="63" y="598"/>
                  <a:pt x="64" y="601"/>
                </a:cubicBezTo>
                <a:cubicBezTo>
                  <a:pt x="68" y="593"/>
                  <a:pt x="68" y="593"/>
                  <a:pt x="68" y="593"/>
                </a:cubicBezTo>
                <a:cubicBezTo>
                  <a:pt x="68" y="620"/>
                  <a:pt x="68" y="620"/>
                  <a:pt x="68" y="620"/>
                </a:cubicBezTo>
                <a:close/>
                <a:moveTo>
                  <a:pt x="68" y="211"/>
                </a:moveTo>
                <a:cubicBezTo>
                  <a:pt x="68" y="220"/>
                  <a:pt x="68" y="220"/>
                  <a:pt x="68" y="220"/>
                </a:cubicBezTo>
                <a:cubicBezTo>
                  <a:pt x="65" y="220"/>
                  <a:pt x="63" y="220"/>
                  <a:pt x="61" y="220"/>
                </a:cubicBezTo>
                <a:cubicBezTo>
                  <a:pt x="61" y="211"/>
                  <a:pt x="61" y="211"/>
                  <a:pt x="61" y="211"/>
                </a:cubicBezTo>
                <a:cubicBezTo>
                  <a:pt x="63" y="211"/>
                  <a:pt x="66" y="211"/>
                  <a:pt x="68" y="211"/>
                </a:cubicBezTo>
                <a:close/>
                <a:moveTo>
                  <a:pt x="68" y="238"/>
                </a:moveTo>
                <a:cubicBezTo>
                  <a:pt x="68" y="248"/>
                  <a:pt x="68" y="248"/>
                  <a:pt x="68" y="248"/>
                </a:cubicBezTo>
                <a:cubicBezTo>
                  <a:pt x="65" y="249"/>
                  <a:pt x="63" y="249"/>
                  <a:pt x="61" y="249"/>
                </a:cubicBezTo>
                <a:cubicBezTo>
                  <a:pt x="61" y="239"/>
                  <a:pt x="61" y="239"/>
                  <a:pt x="61" y="239"/>
                </a:cubicBezTo>
                <a:cubicBezTo>
                  <a:pt x="63" y="239"/>
                  <a:pt x="66" y="239"/>
                  <a:pt x="68" y="238"/>
                </a:cubicBezTo>
                <a:close/>
                <a:moveTo>
                  <a:pt x="68" y="253"/>
                </a:moveTo>
                <a:cubicBezTo>
                  <a:pt x="68" y="269"/>
                  <a:pt x="68" y="269"/>
                  <a:pt x="68" y="269"/>
                </a:cubicBezTo>
                <a:cubicBezTo>
                  <a:pt x="68" y="269"/>
                  <a:pt x="67" y="270"/>
                  <a:pt x="67" y="270"/>
                </a:cubicBezTo>
                <a:cubicBezTo>
                  <a:pt x="66" y="278"/>
                  <a:pt x="65" y="288"/>
                  <a:pt x="61" y="295"/>
                </a:cubicBezTo>
                <a:cubicBezTo>
                  <a:pt x="61" y="265"/>
                  <a:pt x="61" y="265"/>
                  <a:pt x="61" y="265"/>
                </a:cubicBezTo>
                <a:cubicBezTo>
                  <a:pt x="61" y="265"/>
                  <a:pt x="62" y="264"/>
                  <a:pt x="62" y="264"/>
                </a:cubicBezTo>
                <a:cubicBezTo>
                  <a:pt x="65" y="261"/>
                  <a:pt x="65" y="260"/>
                  <a:pt x="68" y="253"/>
                </a:cubicBezTo>
                <a:close/>
                <a:moveTo>
                  <a:pt x="68" y="522"/>
                </a:moveTo>
                <a:cubicBezTo>
                  <a:pt x="68" y="557"/>
                  <a:pt x="68" y="557"/>
                  <a:pt x="68" y="557"/>
                </a:cubicBezTo>
                <a:cubicBezTo>
                  <a:pt x="65" y="562"/>
                  <a:pt x="63" y="565"/>
                  <a:pt x="61" y="569"/>
                </a:cubicBezTo>
                <a:cubicBezTo>
                  <a:pt x="61" y="551"/>
                  <a:pt x="61" y="551"/>
                  <a:pt x="61" y="551"/>
                </a:cubicBezTo>
                <a:cubicBezTo>
                  <a:pt x="65" y="543"/>
                  <a:pt x="66" y="535"/>
                  <a:pt x="61" y="523"/>
                </a:cubicBezTo>
                <a:cubicBezTo>
                  <a:pt x="61" y="523"/>
                  <a:pt x="61" y="523"/>
                  <a:pt x="61" y="523"/>
                </a:cubicBezTo>
                <a:cubicBezTo>
                  <a:pt x="61" y="501"/>
                  <a:pt x="61" y="501"/>
                  <a:pt x="61" y="501"/>
                </a:cubicBezTo>
                <a:cubicBezTo>
                  <a:pt x="63" y="508"/>
                  <a:pt x="65" y="515"/>
                  <a:pt x="68" y="522"/>
                </a:cubicBezTo>
                <a:close/>
                <a:moveTo>
                  <a:pt x="53" y="199"/>
                </a:moveTo>
                <a:cubicBezTo>
                  <a:pt x="53" y="198"/>
                  <a:pt x="54" y="197"/>
                  <a:pt x="54" y="196"/>
                </a:cubicBezTo>
                <a:cubicBezTo>
                  <a:pt x="56" y="193"/>
                  <a:pt x="59" y="190"/>
                  <a:pt x="61" y="187"/>
                </a:cubicBezTo>
                <a:cubicBezTo>
                  <a:pt x="61" y="201"/>
                  <a:pt x="61" y="201"/>
                  <a:pt x="61" y="201"/>
                </a:cubicBezTo>
                <a:cubicBezTo>
                  <a:pt x="59" y="204"/>
                  <a:pt x="58" y="207"/>
                  <a:pt x="56" y="211"/>
                </a:cubicBezTo>
                <a:cubicBezTo>
                  <a:pt x="58" y="211"/>
                  <a:pt x="59" y="211"/>
                  <a:pt x="61" y="211"/>
                </a:cubicBezTo>
                <a:cubicBezTo>
                  <a:pt x="61" y="220"/>
                  <a:pt x="61" y="220"/>
                  <a:pt x="61" y="220"/>
                </a:cubicBezTo>
                <a:cubicBezTo>
                  <a:pt x="58" y="221"/>
                  <a:pt x="55" y="222"/>
                  <a:pt x="53" y="223"/>
                </a:cubicBezTo>
                <a:cubicBezTo>
                  <a:pt x="53" y="199"/>
                  <a:pt x="53" y="199"/>
                  <a:pt x="53" y="199"/>
                </a:cubicBezTo>
                <a:close/>
                <a:moveTo>
                  <a:pt x="61" y="607"/>
                </a:moveTo>
                <a:cubicBezTo>
                  <a:pt x="58" y="603"/>
                  <a:pt x="55" y="600"/>
                  <a:pt x="53" y="597"/>
                </a:cubicBezTo>
                <a:cubicBezTo>
                  <a:pt x="53" y="563"/>
                  <a:pt x="53" y="563"/>
                  <a:pt x="53" y="563"/>
                </a:cubicBezTo>
                <a:cubicBezTo>
                  <a:pt x="56" y="558"/>
                  <a:pt x="59" y="554"/>
                  <a:pt x="61" y="551"/>
                </a:cubicBezTo>
                <a:cubicBezTo>
                  <a:pt x="61" y="569"/>
                  <a:pt x="61" y="569"/>
                  <a:pt x="61" y="569"/>
                </a:cubicBezTo>
                <a:cubicBezTo>
                  <a:pt x="56" y="576"/>
                  <a:pt x="56" y="582"/>
                  <a:pt x="61" y="593"/>
                </a:cubicBezTo>
                <a:cubicBezTo>
                  <a:pt x="61" y="607"/>
                  <a:pt x="61" y="607"/>
                  <a:pt x="61" y="607"/>
                </a:cubicBezTo>
                <a:close/>
                <a:moveTo>
                  <a:pt x="61" y="239"/>
                </a:moveTo>
                <a:cubicBezTo>
                  <a:pt x="61" y="249"/>
                  <a:pt x="61" y="249"/>
                  <a:pt x="61" y="249"/>
                </a:cubicBezTo>
                <a:cubicBezTo>
                  <a:pt x="58" y="249"/>
                  <a:pt x="55" y="249"/>
                  <a:pt x="53" y="249"/>
                </a:cubicBezTo>
                <a:cubicBezTo>
                  <a:pt x="53" y="241"/>
                  <a:pt x="53" y="241"/>
                  <a:pt x="53" y="241"/>
                </a:cubicBezTo>
                <a:cubicBezTo>
                  <a:pt x="56" y="240"/>
                  <a:pt x="58" y="240"/>
                  <a:pt x="61" y="239"/>
                </a:cubicBezTo>
                <a:close/>
                <a:moveTo>
                  <a:pt x="61" y="265"/>
                </a:moveTo>
                <a:cubicBezTo>
                  <a:pt x="61" y="295"/>
                  <a:pt x="61" y="295"/>
                  <a:pt x="61" y="295"/>
                </a:cubicBezTo>
                <a:cubicBezTo>
                  <a:pt x="60" y="297"/>
                  <a:pt x="58" y="299"/>
                  <a:pt x="57" y="300"/>
                </a:cubicBezTo>
                <a:cubicBezTo>
                  <a:pt x="56" y="310"/>
                  <a:pt x="56" y="316"/>
                  <a:pt x="53" y="323"/>
                </a:cubicBezTo>
                <a:cubicBezTo>
                  <a:pt x="53" y="290"/>
                  <a:pt x="53" y="290"/>
                  <a:pt x="53" y="290"/>
                </a:cubicBezTo>
                <a:cubicBezTo>
                  <a:pt x="55" y="287"/>
                  <a:pt x="57" y="282"/>
                  <a:pt x="58" y="276"/>
                </a:cubicBezTo>
                <a:cubicBezTo>
                  <a:pt x="56" y="276"/>
                  <a:pt x="55" y="277"/>
                  <a:pt x="53" y="277"/>
                </a:cubicBezTo>
                <a:cubicBezTo>
                  <a:pt x="53" y="268"/>
                  <a:pt x="53" y="268"/>
                  <a:pt x="53" y="268"/>
                </a:cubicBezTo>
                <a:cubicBezTo>
                  <a:pt x="56" y="267"/>
                  <a:pt x="58" y="266"/>
                  <a:pt x="61" y="265"/>
                </a:cubicBezTo>
                <a:close/>
                <a:moveTo>
                  <a:pt x="61" y="501"/>
                </a:moveTo>
                <a:cubicBezTo>
                  <a:pt x="61" y="523"/>
                  <a:pt x="61" y="523"/>
                  <a:pt x="61" y="523"/>
                </a:cubicBezTo>
                <a:cubicBezTo>
                  <a:pt x="60" y="523"/>
                  <a:pt x="59" y="523"/>
                  <a:pt x="58" y="524"/>
                </a:cubicBezTo>
                <a:cubicBezTo>
                  <a:pt x="56" y="526"/>
                  <a:pt x="54" y="528"/>
                  <a:pt x="53" y="530"/>
                </a:cubicBezTo>
                <a:cubicBezTo>
                  <a:pt x="53" y="512"/>
                  <a:pt x="53" y="512"/>
                  <a:pt x="53" y="512"/>
                </a:cubicBezTo>
                <a:cubicBezTo>
                  <a:pt x="53" y="509"/>
                  <a:pt x="53" y="507"/>
                  <a:pt x="53" y="504"/>
                </a:cubicBezTo>
                <a:cubicBezTo>
                  <a:pt x="53" y="469"/>
                  <a:pt x="53" y="469"/>
                  <a:pt x="53" y="469"/>
                </a:cubicBezTo>
                <a:cubicBezTo>
                  <a:pt x="53" y="470"/>
                  <a:pt x="54" y="472"/>
                  <a:pt x="54" y="474"/>
                </a:cubicBezTo>
                <a:cubicBezTo>
                  <a:pt x="54" y="477"/>
                  <a:pt x="54" y="481"/>
                  <a:pt x="54" y="485"/>
                </a:cubicBezTo>
                <a:cubicBezTo>
                  <a:pt x="57" y="491"/>
                  <a:pt x="59" y="496"/>
                  <a:pt x="61" y="501"/>
                </a:cubicBezTo>
                <a:close/>
                <a:moveTo>
                  <a:pt x="44" y="216"/>
                </a:moveTo>
                <a:cubicBezTo>
                  <a:pt x="47" y="210"/>
                  <a:pt x="50" y="204"/>
                  <a:pt x="53" y="199"/>
                </a:cubicBezTo>
                <a:cubicBezTo>
                  <a:pt x="53" y="223"/>
                  <a:pt x="53" y="223"/>
                  <a:pt x="53" y="223"/>
                </a:cubicBezTo>
                <a:cubicBezTo>
                  <a:pt x="50" y="224"/>
                  <a:pt x="47" y="227"/>
                  <a:pt x="44" y="231"/>
                </a:cubicBezTo>
                <a:cubicBezTo>
                  <a:pt x="44" y="216"/>
                  <a:pt x="44" y="216"/>
                  <a:pt x="44" y="216"/>
                </a:cubicBezTo>
                <a:close/>
                <a:moveTo>
                  <a:pt x="53" y="597"/>
                </a:moveTo>
                <a:cubicBezTo>
                  <a:pt x="50" y="592"/>
                  <a:pt x="48" y="586"/>
                  <a:pt x="46" y="580"/>
                </a:cubicBezTo>
                <a:cubicBezTo>
                  <a:pt x="46" y="580"/>
                  <a:pt x="45" y="579"/>
                  <a:pt x="44" y="578"/>
                </a:cubicBezTo>
                <a:cubicBezTo>
                  <a:pt x="44" y="563"/>
                  <a:pt x="44" y="563"/>
                  <a:pt x="44" y="563"/>
                </a:cubicBezTo>
                <a:cubicBezTo>
                  <a:pt x="45" y="565"/>
                  <a:pt x="46" y="567"/>
                  <a:pt x="48" y="570"/>
                </a:cubicBezTo>
                <a:cubicBezTo>
                  <a:pt x="50" y="567"/>
                  <a:pt x="51" y="565"/>
                  <a:pt x="53" y="563"/>
                </a:cubicBezTo>
                <a:cubicBezTo>
                  <a:pt x="53" y="597"/>
                  <a:pt x="53" y="597"/>
                  <a:pt x="53" y="597"/>
                </a:cubicBezTo>
                <a:close/>
                <a:moveTo>
                  <a:pt x="53" y="241"/>
                </a:moveTo>
                <a:cubicBezTo>
                  <a:pt x="53" y="249"/>
                  <a:pt x="53" y="249"/>
                  <a:pt x="53" y="249"/>
                </a:cubicBezTo>
                <a:cubicBezTo>
                  <a:pt x="50" y="249"/>
                  <a:pt x="47" y="250"/>
                  <a:pt x="44" y="251"/>
                </a:cubicBezTo>
                <a:cubicBezTo>
                  <a:pt x="44" y="241"/>
                  <a:pt x="44" y="241"/>
                  <a:pt x="44" y="241"/>
                </a:cubicBezTo>
                <a:cubicBezTo>
                  <a:pt x="47" y="241"/>
                  <a:pt x="50" y="241"/>
                  <a:pt x="53" y="241"/>
                </a:cubicBezTo>
                <a:close/>
                <a:moveTo>
                  <a:pt x="53" y="268"/>
                </a:moveTo>
                <a:cubicBezTo>
                  <a:pt x="53" y="277"/>
                  <a:pt x="53" y="277"/>
                  <a:pt x="53" y="277"/>
                </a:cubicBezTo>
                <a:cubicBezTo>
                  <a:pt x="50" y="278"/>
                  <a:pt x="48" y="278"/>
                  <a:pt x="44" y="279"/>
                </a:cubicBezTo>
                <a:cubicBezTo>
                  <a:pt x="44" y="270"/>
                  <a:pt x="44" y="270"/>
                  <a:pt x="44" y="270"/>
                </a:cubicBezTo>
                <a:cubicBezTo>
                  <a:pt x="47" y="270"/>
                  <a:pt x="50" y="269"/>
                  <a:pt x="53" y="268"/>
                </a:cubicBezTo>
                <a:close/>
                <a:moveTo>
                  <a:pt x="53" y="290"/>
                </a:moveTo>
                <a:cubicBezTo>
                  <a:pt x="53" y="323"/>
                  <a:pt x="53" y="323"/>
                  <a:pt x="53" y="323"/>
                </a:cubicBezTo>
                <a:cubicBezTo>
                  <a:pt x="52" y="325"/>
                  <a:pt x="51" y="327"/>
                  <a:pt x="50" y="330"/>
                </a:cubicBezTo>
                <a:cubicBezTo>
                  <a:pt x="50" y="336"/>
                  <a:pt x="50" y="343"/>
                  <a:pt x="50" y="349"/>
                </a:cubicBezTo>
                <a:cubicBezTo>
                  <a:pt x="45" y="363"/>
                  <a:pt x="47" y="377"/>
                  <a:pt x="44" y="391"/>
                </a:cubicBezTo>
                <a:cubicBezTo>
                  <a:pt x="44" y="323"/>
                  <a:pt x="44" y="323"/>
                  <a:pt x="44" y="323"/>
                </a:cubicBezTo>
                <a:cubicBezTo>
                  <a:pt x="47" y="317"/>
                  <a:pt x="48" y="313"/>
                  <a:pt x="49" y="306"/>
                </a:cubicBezTo>
                <a:cubicBezTo>
                  <a:pt x="48" y="307"/>
                  <a:pt x="46" y="307"/>
                  <a:pt x="44" y="308"/>
                </a:cubicBezTo>
                <a:cubicBezTo>
                  <a:pt x="44" y="298"/>
                  <a:pt x="44" y="298"/>
                  <a:pt x="44" y="298"/>
                </a:cubicBezTo>
                <a:cubicBezTo>
                  <a:pt x="48" y="296"/>
                  <a:pt x="51" y="294"/>
                  <a:pt x="53" y="290"/>
                </a:cubicBezTo>
                <a:close/>
                <a:moveTo>
                  <a:pt x="53" y="469"/>
                </a:moveTo>
                <a:cubicBezTo>
                  <a:pt x="53" y="504"/>
                  <a:pt x="53" y="504"/>
                  <a:pt x="53" y="504"/>
                </a:cubicBezTo>
                <a:cubicBezTo>
                  <a:pt x="52" y="501"/>
                  <a:pt x="51" y="497"/>
                  <a:pt x="50" y="492"/>
                </a:cubicBezTo>
                <a:cubicBezTo>
                  <a:pt x="48" y="495"/>
                  <a:pt x="46" y="496"/>
                  <a:pt x="44" y="498"/>
                </a:cubicBezTo>
                <a:cubicBezTo>
                  <a:pt x="44" y="481"/>
                  <a:pt x="44" y="481"/>
                  <a:pt x="44" y="481"/>
                </a:cubicBezTo>
                <a:cubicBezTo>
                  <a:pt x="45" y="478"/>
                  <a:pt x="46" y="474"/>
                  <a:pt x="44" y="469"/>
                </a:cubicBezTo>
                <a:cubicBezTo>
                  <a:pt x="44" y="398"/>
                  <a:pt x="44" y="398"/>
                  <a:pt x="44" y="398"/>
                </a:cubicBezTo>
                <a:cubicBezTo>
                  <a:pt x="46" y="407"/>
                  <a:pt x="46" y="415"/>
                  <a:pt x="45" y="425"/>
                </a:cubicBezTo>
                <a:cubicBezTo>
                  <a:pt x="49" y="440"/>
                  <a:pt x="49" y="454"/>
                  <a:pt x="53" y="469"/>
                </a:cubicBezTo>
                <a:close/>
                <a:moveTo>
                  <a:pt x="53" y="512"/>
                </a:moveTo>
                <a:cubicBezTo>
                  <a:pt x="53" y="530"/>
                  <a:pt x="53" y="530"/>
                  <a:pt x="53" y="530"/>
                </a:cubicBezTo>
                <a:cubicBezTo>
                  <a:pt x="49" y="535"/>
                  <a:pt x="46" y="538"/>
                  <a:pt x="44" y="542"/>
                </a:cubicBezTo>
                <a:cubicBezTo>
                  <a:pt x="44" y="527"/>
                  <a:pt x="44" y="527"/>
                  <a:pt x="44" y="527"/>
                </a:cubicBezTo>
                <a:cubicBezTo>
                  <a:pt x="49" y="522"/>
                  <a:pt x="52" y="517"/>
                  <a:pt x="53" y="512"/>
                </a:cubicBezTo>
                <a:close/>
                <a:moveTo>
                  <a:pt x="33" y="241"/>
                </a:moveTo>
                <a:cubicBezTo>
                  <a:pt x="36" y="232"/>
                  <a:pt x="40" y="224"/>
                  <a:pt x="44" y="216"/>
                </a:cubicBezTo>
                <a:cubicBezTo>
                  <a:pt x="44" y="231"/>
                  <a:pt x="44" y="231"/>
                  <a:pt x="44" y="231"/>
                </a:cubicBezTo>
                <a:cubicBezTo>
                  <a:pt x="43" y="234"/>
                  <a:pt x="42" y="237"/>
                  <a:pt x="41" y="242"/>
                </a:cubicBezTo>
                <a:cubicBezTo>
                  <a:pt x="42" y="241"/>
                  <a:pt x="43" y="241"/>
                  <a:pt x="44" y="241"/>
                </a:cubicBezTo>
                <a:cubicBezTo>
                  <a:pt x="44" y="251"/>
                  <a:pt x="44" y="251"/>
                  <a:pt x="44" y="251"/>
                </a:cubicBezTo>
                <a:cubicBezTo>
                  <a:pt x="39" y="253"/>
                  <a:pt x="36" y="256"/>
                  <a:pt x="33" y="261"/>
                </a:cubicBezTo>
                <a:cubicBezTo>
                  <a:pt x="33" y="241"/>
                  <a:pt x="33" y="241"/>
                  <a:pt x="33" y="241"/>
                </a:cubicBezTo>
                <a:close/>
                <a:moveTo>
                  <a:pt x="44" y="578"/>
                </a:moveTo>
                <a:cubicBezTo>
                  <a:pt x="40" y="571"/>
                  <a:pt x="36" y="563"/>
                  <a:pt x="33" y="555"/>
                </a:cubicBezTo>
                <a:cubicBezTo>
                  <a:pt x="33" y="537"/>
                  <a:pt x="33" y="537"/>
                  <a:pt x="33" y="537"/>
                </a:cubicBezTo>
                <a:cubicBezTo>
                  <a:pt x="33" y="537"/>
                  <a:pt x="33" y="538"/>
                  <a:pt x="34" y="539"/>
                </a:cubicBezTo>
                <a:cubicBezTo>
                  <a:pt x="38" y="535"/>
                  <a:pt x="42" y="531"/>
                  <a:pt x="44" y="527"/>
                </a:cubicBezTo>
                <a:cubicBezTo>
                  <a:pt x="44" y="542"/>
                  <a:pt x="44" y="542"/>
                  <a:pt x="44" y="542"/>
                </a:cubicBezTo>
                <a:cubicBezTo>
                  <a:pt x="41" y="548"/>
                  <a:pt x="41" y="554"/>
                  <a:pt x="44" y="563"/>
                </a:cubicBezTo>
                <a:cubicBezTo>
                  <a:pt x="44" y="578"/>
                  <a:pt x="44" y="578"/>
                  <a:pt x="44" y="578"/>
                </a:cubicBezTo>
                <a:close/>
                <a:moveTo>
                  <a:pt x="44" y="270"/>
                </a:moveTo>
                <a:cubicBezTo>
                  <a:pt x="44" y="279"/>
                  <a:pt x="44" y="279"/>
                  <a:pt x="44" y="279"/>
                </a:cubicBezTo>
                <a:cubicBezTo>
                  <a:pt x="40" y="280"/>
                  <a:pt x="36" y="281"/>
                  <a:pt x="33" y="282"/>
                </a:cubicBezTo>
                <a:cubicBezTo>
                  <a:pt x="33" y="273"/>
                  <a:pt x="33" y="273"/>
                  <a:pt x="33" y="273"/>
                </a:cubicBezTo>
                <a:cubicBezTo>
                  <a:pt x="37" y="272"/>
                  <a:pt x="41" y="271"/>
                  <a:pt x="44" y="270"/>
                </a:cubicBezTo>
                <a:close/>
                <a:moveTo>
                  <a:pt x="44" y="298"/>
                </a:moveTo>
                <a:cubicBezTo>
                  <a:pt x="44" y="308"/>
                  <a:pt x="44" y="308"/>
                  <a:pt x="44" y="308"/>
                </a:cubicBezTo>
                <a:cubicBezTo>
                  <a:pt x="40" y="309"/>
                  <a:pt x="36" y="310"/>
                  <a:pt x="33" y="311"/>
                </a:cubicBezTo>
                <a:cubicBezTo>
                  <a:pt x="33" y="302"/>
                  <a:pt x="33" y="302"/>
                  <a:pt x="33" y="302"/>
                </a:cubicBezTo>
                <a:cubicBezTo>
                  <a:pt x="37" y="301"/>
                  <a:pt x="41" y="300"/>
                  <a:pt x="44" y="298"/>
                </a:cubicBezTo>
                <a:close/>
                <a:moveTo>
                  <a:pt x="44" y="323"/>
                </a:moveTo>
                <a:cubicBezTo>
                  <a:pt x="44" y="391"/>
                  <a:pt x="44" y="391"/>
                  <a:pt x="44" y="391"/>
                </a:cubicBezTo>
                <a:cubicBezTo>
                  <a:pt x="44" y="392"/>
                  <a:pt x="44" y="393"/>
                  <a:pt x="44" y="395"/>
                </a:cubicBezTo>
                <a:cubicBezTo>
                  <a:pt x="44" y="396"/>
                  <a:pt x="44" y="397"/>
                  <a:pt x="44" y="398"/>
                </a:cubicBezTo>
                <a:cubicBezTo>
                  <a:pt x="44" y="469"/>
                  <a:pt x="44" y="469"/>
                  <a:pt x="44" y="469"/>
                </a:cubicBezTo>
                <a:cubicBezTo>
                  <a:pt x="44" y="467"/>
                  <a:pt x="43" y="465"/>
                  <a:pt x="42" y="462"/>
                </a:cubicBezTo>
                <a:cubicBezTo>
                  <a:pt x="39" y="465"/>
                  <a:pt x="35" y="468"/>
                  <a:pt x="33" y="470"/>
                </a:cubicBezTo>
                <a:cubicBezTo>
                  <a:pt x="33" y="459"/>
                  <a:pt x="33" y="459"/>
                  <a:pt x="33" y="459"/>
                </a:cubicBezTo>
                <a:cubicBezTo>
                  <a:pt x="39" y="452"/>
                  <a:pt x="43" y="445"/>
                  <a:pt x="39" y="432"/>
                </a:cubicBezTo>
                <a:cubicBezTo>
                  <a:pt x="38" y="432"/>
                  <a:pt x="36" y="433"/>
                  <a:pt x="33" y="436"/>
                </a:cubicBezTo>
                <a:cubicBezTo>
                  <a:pt x="33" y="423"/>
                  <a:pt x="33" y="423"/>
                  <a:pt x="33" y="423"/>
                </a:cubicBezTo>
                <a:cubicBezTo>
                  <a:pt x="38" y="417"/>
                  <a:pt x="41" y="409"/>
                  <a:pt x="36" y="400"/>
                </a:cubicBezTo>
                <a:cubicBezTo>
                  <a:pt x="35" y="400"/>
                  <a:pt x="34" y="401"/>
                  <a:pt x="33" y="402"/>
                </a:cubicBezTo>
                <a:cubicBezTo>
                  <a:pt x="33" y="391"/>
                  <a:pt x="33" y="391"/>
                  <a:pt x="33" y="391"/>
                </a:cubicBezTo>
                <a:cubicBezTo>
                  <a:pt x="34" y="390"/>
                  <a:pt x="35" y="389"/>
                  <a:pt x="35" y="389"/>
                </a:cubicBezTo>
                <a:cubicBezTo>
                  <a:pt x="39" y="382"/>
                  <a:pt x="37" y="375"/>
                  <a:pt x="37" y="368"/>
                </a:cubicBezTo>
                <a:cubicBezTo>
                  <a:pt x="36" y="369"/>
                  <a:pt x="34" y="370"/>
                  <a:pt x="33" y="371"/>
                </a:cubicBezTo>
                <a:cubicBezTo>
                  <a:pt x="33" y="360"/>
                  <a:pt x="33" y="360"/>
                  <a:pt x="33" y="360"/>
                </a:cubicBezTo>
                <a:cubicBezTo>
                  <a:pt x="41" y="354"/>
                  <a:pt x="41" y="350"/>
                  <a:pt x="41" y="337"/>
                </a:cubicBezTo>
                <a:cubicBezTo>
                  <a:pt x="39" y="338"/>
                  <a:pt x="36" y="339"/>
                  <a:pt x="33" y="341"/>
                </a:cubicBezTo>
                <a:cubicBezTo>
                  <a:pt x="33" y="330"/>
                  <a:pt x="33" y="330"/>
                  <a:pt x="33" y="330"/>
                </a:cubicBezTo>
                <a:cubicBezTo>
                  <a:pt x="36" y="329"/>
                  <a:pt x="40" y="327"/>
                  <a:pt x="43" y="326"/>
                </a:cubicBezTo>
                <a:cubicBezTo>
                  <a:pt x="44" y="325"/>
                  <a:pt x="44" y="324"/>
                  <a:pt x="44" y="323"/>
                </a:cubicBezTo>
                <a:close/>
                <a:moveTo>
                  <a:pt x="44" y="481"/>
                </a:moveTo>
                <a:cubicBezTo>
                  <a:pt x="44" y="498"/>
                  <a:pt x="44" y="498"/>
                  <a:pt x="44" y="498"/>
                </a:cubicBezTo>
                <a:cubicBezTo>
                  <a:pt x="42" y="500"/>
                  <a:pt x="40" y="503"/>
                  <a:pt x="34" y="508"/>
                </a:cubicBezTo>
                <a:cubicBezTo>
                  <a:pt x="34" y="509"/>
                  <a:pt x="33" y="510"/>
                  <a:pt x="33" y="511"/>
                </a:cubicBezTo>
                <a:cubicBezTo>
                  <a:pt x="33" y="498"/>
                  <a:pt x="33" y="498"/>
                  <a:pt x="33" y="498"/>
                </a:cubicBezTo>
                <a:cubicBezTo>
                  <a:pt x="38" y="492"/>
                  <a:pt x="43" y="487"/>
                  <a:pt x="44" y="481"/>
                </a:cubicBezTo>
                <a:close/>
                <a:moveTo>
                  <a:pt x="0" y="436"/>
                </a:moveTo>
                <a:cubicBezTo>
                  <a:pt x="0" y="410"/>
                  <a:pt x="0" y="384"/>
                  <a:pt x="0" y="357"/>
                </a:cubicBezTo>
                <a:cubicBezTo>
                  <a:pt x="5" y="355"/>
                  <a:pt x="5" y="335"/>
                  <a:pt x="5" y="330"/>
                </a:cubicBezTo>
                <a:cubicBezTo>
                  <a:pt x="10" y="313"/>
                  <a:pt x="10" y="296"/>
                  <a:pt x="19" y="280"/>
                </a:cubicBezTo>
                <a:cubicBezTo>
                  <a:pt x="21" y="269"/>
                  <a:pt x="22" y="257"/>
                  <a:pt x="31" y="249"/>
                </a:cubicBezTo>
                <a:cubicBezTo>
                  <a:pt x="31" y="246"/>
                  <a:pt x="32" y="244"/>
                  <a:pt x="33" y="241"/>
                </a:cubicBezTo>
                <a:cubicBezTo>
                  <a:pt x="33" y="261"/>
                  <a:pt x="33" y="261"/>
                  <a:pt x="33" y="261"/>
                </a:cubicBezTo>
                <a:cubicBezTo>
                  <a:pt x="31" y="264"/>
                  <a:pt x="29" y="269"/>
                  <a:pt x="28" y="273"/>
                </a:cubicBezTo>
                <a:cubicBezTo>
                  <a:pt x="29" y="273"/>
                  <a:pt x="31" y="273"/>
                  <a:pt x="33" y="273"/>
                </a:cubicBezTo>
                <a:cubicBezTo>
                  <a:pt x="33" y="282"/>
                  <a:pt x="33" y="282"/>
                  <a:pt x="33" y="282"/>
                </a:cubicBezTo>
                <a:cubicBezTo>
                  <a:pt x="32" y="282"/>
                  <a:pt x="32" y="282"/>
                  <a:pt x="31" y="282"/>
                </a:cubicBezTo>
                <a:cubicBezTo>
                  <a:pt x="22" y="290"/>
                  <a:pt x="20" y="295"/>
                  <a:pt x="18" y="306"/>
                </a:cubicBezTo>
                <a:cubicBezTo>
                  <a:pt x="24" y="305"/>
                  <a:pt x="28" y="303"/>
                  <a:pt x="33" y="302"/>
                </a:cubicBezTo>
                <a:cubicBezTo>
                  <a:pt x="33" y="311"/>
                  <a:pt x="33" y="311"/>
                  <a:pt x="33" y="311"/>
                </a:cubicBezTo>
                <a:cubicBezTo>
                  <a:pt x="20" y="315"/>
                  <a:pt x="13" y="320"/>
                  <a:pt x="12" y="339"/>
                </a:cubicBezTo>
                <a:cubicBezTo>
                  <a:pt x="19" y="336"/>
                  <a:pt x="26" y="333"/>
                  <a:pt x="33" y="330"/>
                </a:cubicBezTo>
                <a:cubicBezTo>
                  <a:pt x="33" y="341"/>
                  <a:pt x="33" y="341"/>
                  <a:pt x="33" y="341"/>
                </a:cubicBezTo>
                <a:cubicBezTo>
                  <a:pt x="27" y="343"/>
                  <a:pt x="19" y="346"/>
                  <a:pt x="14" y="349"/>
                </a:cubicBezTo>
                <a:cubicBezTo>
                  <a:pt x="10" y="357"/>
                  <a:pt x="8" y="364"/>
                  <a:pt x="9" y="372"/>
                </a:cubicBezTo>
                <a:cubicBezTo>
                  <a:pt x="15" y="369"/>
                  <a:pt x="22" y="366"/>
                  <a:pt x="28" y="363"/>
                </a:cubicBezTo>
                <a:cubicBezTo>
                  <a:pt x="30" y="362"/>
                  <a:pt x="31" y="361"/>
                  <a:pt x="33" y="360"/>
                </a:cubicBezTo>
                <a:cubicBezTo>
                  <a:pt x="33" y="371"/>
                  <a:pt x="33" y="371"/>
                  <a:pt x="33" y="371"/>
                </a:cubicBezTo>
                <a:cubicBezTo>
                  <a:pt x="13" y="383"/>
                  <a:pt x="7" y="381"/>
                  <a:pt x="8" y="408"/>
                </a:cubicBezTo>
                <a:cubicBezTo>
                  <a:pt x="12" y="404"/>
                  <a:pt x="25" y="396"/>
                  <a:pt x="33" y="391"/>
                </a:cubicBezTo>
                <a:cubicBezTo>
                  <a:pt x="33" y="402"/>
                  <a:pt x="33" y="402"/>
                  <a:pt x="33" y="402"/>
                </a:cubicBezTo>
                <a:cubicBezTo>
                  <a:pt x="14" y="413"/>
                  <a:pt x="6" y="417"/>
                  <a:pt x="10" y="440"/>
                </a:cubicBezTo>
                <a:cubicBezTo>
                  <a:pt x="17" y="436"/>
                  <a:pt x="27" y="430"/>
                  <a:pt x="33" y="423"/>
                </a:cubicBezTo>
                <a:cubicBezTo>
                  <a:pt x="33" y="436"/>
                  <a:pt x="33" y="436"/>
                  <a:pt x="33" y="436"/>
                </a:cubicBezTo>
                <a:cubicBezTo>
                  <a:pt x="27" y="440"/>
                  <a:pt x="18" y="446"/>
                  <a:pt x="16" y="449"/>
                </a:cubicBezTo>
                <a:cubicBezTo>
                  <a:pt x="12" y="457"/>
                  <a:pt x="13" y="465"/>
                  <a:pt x="15" y="475"/>
                </a:cubicBezTo>
                <a:cubicBezTo>
                  <a:pt x="21" y="469"/>
                  <a:pt x="28" y="464"/>
                  <a:pt x="33" y="459"/>
                </a:cubicBezTo>
                <a:cubicBezTo>
                  <a:pt x="33" y="470"/>
                  <a:pt x="33" y="470"/>
                  <a:pt x="33" y="470"/>
                </a:cubicBezTo>
                <a:cubicBezTo>
                  <a:pt x="21" y="480"/>
                  <a:pt x="17" y="488"/>
                  <a:pt x="23" y="508"/>
                </a:cubicBezTo>
                <a:cubicBezTo>
                  <a:pt x="27" y="504"/>
                  <a:pt x="30" y="501"/>
                  <a:pt x="33" y="498"/>
                </a:cubicBezTo>
                <a:cubicBezTo>
                  <a:pt x="33" y="511"/>
                  <a:pt x="33" y="511"/>
                  <a:pt x="33" y="511"/>
                </a:cubicBezTo>
                <a:cubicBezTo>
                  <a:pt x="29" y="521"/>
                  <a:pt x="29" y="526"/>
                  <a:pt x="33" y="537"/>
                </a:cubicBezTo>
                <a:cubicBezTo>
                  <a:pt x="33" y="555"/>
                  <a:pt x="33" y="555"/>
                  <a:pt x="33" y="555"/>
                </a:cubicBezTo>
                <a:cubicBezTo>
                  <a:pt x="27" y="542"/>
                  <a:pt x="21" y="527"/>
                  <a:pt x="18" y="513"/>
                </a:cubicBezTo>
                <a:cubicBezTo>
                  <a:pt x="12" y="498"/>
                  <a:pt x="10" y="482"/>
                  <a:pt x="5" y="465"/>
                </a:cubicBezTo>
                <a:cubicBezTo>
                  <a:pt x="5" y="459"/>
                  <a:pt x="6" y="438"/>
                  <a:pt x="0" y="43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al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 hidden="1">
            <a:extLst>
              <a:ext uri="{FF2B5EF4-FFF2-40B4-BE49-F238E27FC236}">
                <a16:creationId xmlns:a16="http://schemas.microsoft.com/office/drawing/2014/main" id="{D6360F70-38E2-8D95-7790-2DB85AB1CAB6}"/>
              </a:ext>
            </a:extLst>
          </p:cNvPr>
          <p:cNvSpPr/>
          <p:nvPr/>
        </p:nvSpPr>
        <p:spPr>
          <a:xfrm>
            <a:off x="5297520" y="3383926"/>
            <a:ext cx="1596960" cy="890703"/>
          </a:xfrm>
          <a:prstGeom prst="rect">
            <a:avLst/>
          </a:prstGeom>
          <a:solidFill>
            <a:srgbClr val="2A71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al"/>
              <a:ea typeface="微软雅黑 Light"/>
              <a:cs typeface="+mn-cs"/>
            </a:endParaRPr>
          </a:p>
        </p:txBody>
      </p:sp>
      <p:sp>
        <p:nvSpPr>
          <p:cNvPr id="38" name="office-block_63657">
            <a:extLst>
              <a:ext uri="{FF2B5EF4-FFF2-40B4-BE49-F238E27FC236}">
                <a16:creationId xmlns:a16="http://schemas.microsoft.com/office/drawing/2014/main" id="{C8F461DC-F37E-3713-C785-9D82FD3126DF}"/>
              </a:ext>
            </a:extLst>
          </p:cNvPr>
          <p:cNvSpPr>
            <a:spLocks noChangeAspect="1"/>
          </p:cNvSpPr>
          <p:nvPr/>
        </p:nvSpPr>
        <p:spPr bwMode="auto">
          <a:xfrm>
            <a:off x="8354581" y="2965664"/>
            <a:ext cx="1023364" cy="1347638"/>
          </a:xfrm>
          <a:custGeom>
            <a:avLst/>
            <a:gdLst>
              <a:gd name="T0" fmla="*/ 4888 w 7497"/>
              <a:gd name="T1" fmla="*/ 1013 h 7677"/>
              <a:gd name="T2" fmla="*/ 0 w 7497"/>
              <a:gd name="T3" fmla="*/ 1529 h 7677"/>
              <a:gd name="T4" fmla="*/ 4788 w 7497"/>
              <a:gd name="T5" fmla="*/ 6996 h 7677"/>
              <a:gd name="T6" fmla="*/ 783 w 7497"/>
              <a:gd name="T7" fmla="*/ 5989 h 7677"/>
              <a:gd name="T8" fmla="*/ 310 w 7497"/>
              <a:gd name="T9" fmla="*/ 5101 h 7677"/>
              <a:gd name="T10" fmla="*/ 783 w 7497"/>
              <a:gd name="T11" fmla="*/ 4766 h 7677"/>
              <a:gd name="T12" fmla="*/ 310 w 7497"/>
              <a:gd name="T13" fmla="*/ 3982 h 7677"/>
              <a:gd name="T14" fmla="*/ 783 w 7497"/>
              <a:gd name="T15" fmla="*/ 3543 h 7677"/>
              <a:gd name="T16" fmla="*/ 310 w 7497"/>
              <a:gd name="T17" fmla="*/ 2863 h 7677"/>
              <a:gd name="T18" fmla="*/ 783 w 7497"/>
              <a:gd name="T19" fmla="*/ 2319 h 7677"/>
              <a:gd name="T20" fmla="*/ 310 w 7497"/>
              <a:gd name="T21" fmla="*/ 1744 h 7677"/>
              <a:gd name="T22" fmla="*/ 1815 w 7497"/>
              <a:gd name="T23" fmla="*/ 6369 h 7677"/>
              <a:gd name="T24" fmla="*/ 1158 w 7497"/>
              <a:gd name="T25" fmla="*/ 5260 h 7677"/>
              <a:gd name="T26" fmla="*/ 1815 w 7497"/>
              <a:gd name="T27" fmla="*/ 6369 h 7677"/>
              <a:gd name="T28" fmla="*/ 1158 w 7497"/>
              <a:gd name="T29" fmla="*/ 4811 h 7677"/>
              <a:gd name="T30" fmla="*/ 1815 w 7497"/>
              <a:gd name="T31" fmla="*/ 4866 h 7677"/>
              <a:gd name="T32" fmla="*/ 1158 w 7497"/>
              <a:gd name="T33" fmla="*/ 3463 h 7677"/>
              <a:gd name="T34" fmla="*/ 1815 w 7497"/>
              <a:gd name="T35" fmla="*/ 3364 h 7677"/>
              <a:gd name="T36" fmla="*/ 1178 w 7497"/>
              <a:gd name="T37" fmla="*/ 2151 h 7677"/>
              <a:gd name="T38" fmla="*/ 1815 w 7497"/>
              <a:gd name="T39" fmla="*/ 860 h 7677"/>
              <a:gd name="T40" fmla="*/ 2356 w 7497"/>
              <a:gd name="T41" fmla="*/ 7501 h 7677"/>
              <a:gd name="T42" fmla="*/ 3333 w 7497"/>
              <a:gd name="T43" fmla="*/ 5322 h 7677"/>
              <a:gd name="T44" fmla="*/ 2383 w 7497"/>
              <a:gd name="T45" fmla="*/ 4928 h 7677"/>
              <a:gd name="T46" fmla="*/ 3291 w 7497"/>
              <a:gd name="T47" fmla="*/ 3841 h 7677"/>
              <a:gd name="T48" fmla="*/ 3289 w 7497"/>
              <a:gd name="T49" fmla="*/ 3450 h 7677"/>
              <a:gd name="T50" fmla="*/ 2390 w 7497"/>
              <a:gd name="T51" fmla="*/ 2257 h 7677"/>
              <a:gd name="T52" fmla="*/ 3317 w 7497"/>
              <a:gd name="T53" fmla="*/ 2003 h 7677"/>
              <a:gd name="T54" fmla="*/ 2356 w 7497"/>
              <a:gd name="T55" fmla="*/ 716 h 7677"/>
              <a:gd name="T56" fmla="*/ 4467 w 7497"/>
              <a:gd name="T57" fmla="*/ 6952 h 7677"/>
              <a:gd name="T58" fmla="*/ 3650 w 7497"/>
              <a:gd name="T59" fmla="*/ 5287 h 7677"/>
              <a:gd name="T60" fmla="*/ 4469 w 7497"/>
              <a:gd name="T61" fmla="*/ 4792 h 7677"/>
              <a:gd name="T62" fmla="*/ 3650 w 7497"/>
              <a:gd name="T63" fmla="*/ 3900 h 7677"/>
              <a:gd name="T64" fmla="*/ 4469 w 7497"/>
              <a:gd name="T65" fmla="*/ 3496 h 7677"/>
              <a:gd name="T66" fmla="*/ 3650 w 7497"/>
              <a:gd name="T67" fmla="*/ 2513 h 7677"/>
              <a:gd name="T68" fmla="*/ 4469 w 7497"/>
              <a:gd name="T69" fmla="*/ 3496 h 7677"/>
              <a:gd name="T70" fmla="*/ 3650 w 7497"/>
              <a:gd name="T71" fmla="*/ 2051 h 7677"/>
              <a:gd name="T72" fmla="*/ 4469 w 7497"/>
              <a:gd name="T73" fmla="*/ 2200 h 7677"/>
              <a:gd name="T74" fmla="*/ 5036 w 7497"/>
              <a:gd name="T75" fmla="*/ 5201 h 7677"/>
              <a:gd name="T76" fmla="*/ 5676 w 7497"/>
              <a:gd name="T77" fmla="*/ 3974 h 7677"/>
              <a:gd name="T78" fmla="*/ 5062 w 7497"/>
              <a:gd name="T79" fmla="*/ 3591 h 7677"/>
              <a:gd name="T80" fmla="*/ 5677 w 7497"/>
              <a:gd name="T81" fmla="*/ 2447 h 7677"/>
              <a:gd name="T82" fmla="*/ 7197 w 7497"/>
              <a:gd name="T83" fmla="*/ 2086 h 7677"/>
              <a:gd name="T84" fmla="*/ 6788 w 7497"/>
              <a:gd name="T85" fmla="*/ 2728 h 7677"/>
              <a:gd name="T86" fmla="*/ 6805 w 7497"/>
              <a:gd name="T87" fmla="*/ 2975 h 7677"/>
              <a:gd name="T88" fmla="*/ 7181 w 7497"/>
              <a:gd name="T89" fmla="*/ 3760 h 7677"/>
              <a:gd name="T90" fmla="*/ 6799 w 7497"/>
              <a:gd name="T91" fmla="*/ 3974 h 7677"/>
              <a:gd name="T92" fmla="*/ 6797 w 7497"/>
              <a:gd name="T93" fmla="*/ 4730 h 7677"/>
              <a:gd name="T94" fmla="*/ 6600 w 7497"/>
              <a:gd name="T95" fmla="*/ 6448 h 7677"/>
              <a:gd name="T96" fmla="*/ 6133 w 7497"/>
              <a:gd name="T97" fmla="*/ 5032 h 7677"/>
              <a:gd name="T98" fmla="*/ 6591 w 7497"/>
              <a:gd name="T99" fmla="*/ 4739 h 7677"/>
              <a:gd name="T100" fmla="*/ 6106 w 7497"/>
              <a:gd name="T101" fmla="*/ 3962 h 7677"/>
              <a:gd name="T102" fmla="*/ 6633 w 7497"/>
              <a:gd name="T103" fmla="*/ 3668 h 7677"/>
              <a:gd name="T104" fmla="*/ 6093 w 7497"/>
              <a:gd name="T105" fmla="*/ 2911 h 7677"/>
              <a:gd name="T106" fmla="*/ 6633 w 7497"/>
              <a:gd name="T107" fmla="*/ 3668 h 7677"/>
              <a:gd name="T108" fmla="*/ 6093 w 7497"/>
              <a:gd name="T109" fmla="*/ 2550 h 7677"/>
              <a:gd name="T110" fmla="*/ 6632 w 7497"/>
              <a:gd name="T111" fmla="*/ 2642 h 7677"/>
              <a:gd name="T112" fmla="*/ 6754 w 7497"/>
              <a:gd name="T113" fmla="*/ 6352 h 7677"/>
              <a:gd name="T114" fmla="*/ 7242 w 7497"/>
              <a:gd name="T115" fmla="*/ 6251 h 7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497" h="7677">
                <a:moveTo>
                  <a:pt x="7406" y="1745"/>
                </a:moveTo>
                <a:lnTo>
                  <a:pt x="5933" y="1261"/>
                </a:lnTo>
                <a:cubicBezTo>
                  <a:pt x="5933" y="1261"/>
                  <a:pt x="5914" y="1254"/>
                  <a:pt x="5888" y="1254"/>
                </a:cubicBezTo>
                <a:cubicBezTo>
                  <a:pt x="5862" y="1255"/>
                  <a:pt x="5842" y="1264"/>
                  <a:pt x="5842" y="1264"/>
                </a:cubicBezTo>
                <a:lnTo>
                  <a:pt x="4888" y="1653"/>
                </a:lnTo>
                <a:lnTo>
                  <a:pt x="4888" y="1013"/>
                </a:lnTo>
                <a:cubicBezTo>
                  <a:pt x="4888" y="956"/>
                  <a:pt x="4851" y="906"/>
                  <a:pt x="4797" y="888"/>
                </a:cubicBezTo>
                <a:lnTo>
                  <a:pt x="2126" y="11"/>
                </a:lnTo>
                <a:cubicBezTo>
                  <a:pt x="2126" y="11"/>
                  <a:pt x="2102" y="0"/>
                  <a:pt x="2067" y="5"/>
                </a:cubicBezTo>
                <a:cubicBezTo>
                  <a:pt x="2032" y="10"/>
                  <a:pt x="2007" y="29"/>
                  <a:pt x="2007" y="29"/>
                </a:cubicBezTo>
                <a:lnTo>
                  <a:pt x="55" y="1421"/>
                </a:lnTo>
                <a:cubicBezTo>
                  <a:pt x="20" y="1446"/>
                  <a:pt x="0" y="1486"/>
                  <a:pt x="0" y="1529"/>
                </a:cubicBezTo>
                <a:lnTo>
                  <a:pt x="0" y="6472"/>
                </a:lnTo>
                <a:cubicBezTo>
                  <a:pt x="0" y="6520"/>
                  <a:pt x="26" y="6564"/>
                  <a:pt x="68" y="6588"/>
                </a:cubicBezTo>
                <a:lnTo>
                  <a:pt x="2021" y="7658"/>
                </a:lnTo>
                <a:cubicBezTo>
                  <a:pt x="2021" y="7658"/>
                  <a:pt x="2040" y="7669"/>
                  <a:pt x="2069" y="7673"/>
                </a:cubicBezTo>
                <a:cubicBezTo>
                  <a:pt x="2098" y="7677"/>
                  <a:pt x="2117" y="7670"/>
                  <a:pt x="2117" y="7670"/>
                </a:cubicBezTo>
                <a:lnTo>
                  <a:pt x="4788" y="6996"/>
                </a:lnTo>
                <a:lnTo>
                  <a:pt x="5924" y="6709"/>
                </a:lnTo>
                <a:lnTo>
                  <a:pt x="7397" y="6338"/>
                </a:lnTo>
                <a:cubicBezTo>
                  <a:pt x="7455" y="6323"/>
                  <a:pt x="7497" y="6270"/>
                  <a:pt x="7497" y="6209"/>
                </a:cubicBezTo>
                <a:lnTo>
                  <a:pt x="7497" y="1871"/>
                </a:lnTo>
                <a:cubicBezTo>
                  <a:pt x="7497" y="1813"/>
                  <a:pt x="7460" y="1763"/>
                  <a:pt x="7406" y="1745"/>
                </a:cubicBezTo>
                <a:close/>
                <a:moveTo>
                  <a:pt x="783" y="5989"/>
                </a:moveTo>
                <a:cubicBezTo>
                  <a:pt x="783" y="6003"/>
                  <a:pt x="776" y="6017"/>
                  <a:pt x="764" y="6025"/>
                </a:cubicBezTo>
                <a:cubicBezTo>
                  <a:pt x="756" y="6030"/>
                  <a:pt x="747" y="6033"/>
                  <a:pt x="739" y="6033"/>
                </a:cubicBezTo>
                <a:cubicBezTo>
                  <a:pt x="734" y="6033"/>
                  <a:pt x="728" y="6032"/>
                  <a:pt x="723" y="6030"/>
                </a:cubicBezTo>
                <a:lnTo>
                  <a:pt x="339" y="5889"/>
                </a:lnTo>
                <a:cubicBezTo>
                  <a:pt x="321" y="5882"/>
                  <a:pt x="310" y="5866"/>
                  <a:pt x="310" y="5847"/>
                </a:cubicBezTo>
                <a:lnTo>
                  <a:pt x="310" y="5101"/>
                </a:lnTo>
                <a:cubicBezTo>
                  <a:pt x="310" y="5088"/>
                  <a:pt x="316" y="5076"/>
                  <a:pt x="326" y="5067"/>
                </a:cubicBezTo>
                <a:cubicBezTo>
                  <a:pt x="336" y="5059"/>
                  <a:pt x="349" y="5056"/>
                  <a:pt x="362" y="5058"/>
                </a:cubicBezTo>
                <a:lnTo>
                  <a:pt x="747" y="5130"/>
                </a:lnTo>
                <a:cubicBezTo>
                  <a:pt x="767" y="5134"/>
                  <a:pt x="783" y="5152"/>
                  <a:pt x="783" y="5173"/>
                </a:cubicBezTo>
                <a:lnTo>
                  <a:pt x="783" y="5989"/>
                </a:lnTo>
                <a:close/>
                <a:moveTo>
                  <a:pt x="783" y="4766"/>
                </a:moveTo>
                <a:cubicBezTo>
                  <a:pt x="783" y="4778"/>
                  <a:pt x="777" y="4790"/>
                  <a:pt x="768" y="4798"/>
                </a:cubicBezTo>
                <a:cubicBezTo>
                  <a:pt x="760" y="4806"/>
                  <a:pt x="750" y="4810"/>
                  <a:pt x="738" y="4810"/>
                </a:cubicBezTo>
                <a:cubicBezTo>
                  <a:pt x="737" y="4810"/>
                  <a:pt x="735" y="4810"/>
                  <a:pt x="734" y="4809"/>
                </a:cubicBezTo>
                <a:lnTo>
                  <a:pt x="350" y="4772"/>
                </a:lnTo>
                <a:cubicBezTo>
                  <a:pt x="327" y="4770"/>
                  <a:pt x="310" y="4751"/>
                  <a:pt x="310" y="4728"/>
                </a:cubicBezTo>
                <a:lnTo>
                  <a:pt x="310" y="3982"/>
                </a:lnTo>
                <a:cubicBezTo>
                  <a:pt x="310" y="3959"/>
                  <a:pt x="328" y="3940"/>
                  <a:pt x="350" y="3938"/>
                </a:cubicBezTo>
                <a:lnTo>
                  <a:pt x="735" y="3906"/>
                </a:lnTo>
                <a:cubicBezTo>
                  <a:pt x="747" y="3905"/>
                  <a:pt x="759" y="3910"/>
                  <a:pt x="768" y="3918"/>
                </a:cubicBezTo>
                <a:cubicBezTo>
                  <a:pt x="778" y="3926"/>
                  <a:pt x="783" y="3938"/>
                  <a:pt x="783" y="3950"/>
                </a:cubicBezTo>
                <a:lnTo>
                  <a:pt x="783" y="4766"/>
                </a:lnTo>
                <a:close/>
                <a:moveTo>
                  <a:pt x="783" y="3543"/>
                </a:moveTo>
                <a:cubicBezTo>
                  <a:pt x="783" y="3564"/>
                  <a:pt x="767" y="3582"/>
                  <a:pt x="746" y="3586"/>
                </a:cubicBezTo>
                <a:lnTo>
                  <a:pt x="361" y="3652"/>
                </a:lnTo>
                <a:cubicBezTo>
                  <a:pt x="359" y="3653"/>
                  <a:pt x="356" y="3653"/>
                  <a:pt x="354" y="3653"/>
                </a:cubicBezTo>
                <a:cubicBezTo>
                  <a:pt x="344" y="3653"/>
                  <a:pt x="334" y="3649"/>
                  <a:pt x="326" y="3643"/>
                </a:cubicBezTo>
                <a:cubicBezTo>
                  <a:pt x="315" y="3634"/>
                  <a:pt x="310" y="3622"/>
                  <a:pt x="310" y="3609"/>
                </a:cubicBezTo>
                <a:lnTo>
                  <a:pt x="310" y="2863"/>
                </a:lnTo>
                <a:cubicBezTo>
                  <a:pt x="310" y="2844"/>
                  <a:pt x="322" y="2827"/>
                  <a:pt x="339" y="2821"/>
                </a:cubicBezTo>
                <a:lnTo>
                  <a:pt x="724" y="2686"/>
                </a:lnTo>
                <a:cubicBezTo>
                  <a:pt x="737" y="2681"/>
                  <a:pt x="752" y="2683"/>
                  <a:pt x="764" y="2691"/>
                </a:cubicBezTo>
                <a:cubicBezTo>
                  <a:pt x="776" y="2699"/>
                  <a:pt x="783" y="2713"/>
                  <a:pt x="783" y="2727"/>
                </a:cubicBezTo>
                <a:lnTo>
                  <a:pt x="783" y="3543"/>
                </a:lnTo>
                <a:close/>
                <a:moveTo>
                  <a:pt x="783" y="2319"/>
                </a:moveTo>
                <a:cubicBezTo>
                  <a:pt x="783" y="2337"/>
                  <a:pt x="773" y="2353"/>
                  <a:pt x="756" y="2360"/>
                </a:cubicBezTo>
                <a:lnTo>
                  <a:pt x="372" y="2530"/>
                </a:lnTo>
                <a:cubicBezTo>
                  <a:pt x="366" y="2533"/>
                  <a:pt x="360" y="2534"/>
                  <a:pt x="354" y="2534"/>
                </a:cubicBezTo>
                <a:cubicBezTo>
                  <a:pt x="346" y="2534"/>
                  <a:pt x="337" y="2531"/>
                  <a:pt x="330" y="2527"/>
                </a:cubicBezTo>
                <a:cubicBezTo>
                  <a:pt x="317" y="2518"/>
                  <a:pt x="310" y="2505"/>
                  <a:pt x="310" y="2490"/>
                </a:cubicBezTo>
                <a:lnTo>
                  <a:pt x="310" y="1744"/>
                </a:lnTo>
                <a:cubicBezTo>
                  <a:pt x="310" y="1728"/>
                  <a:pt x="318" y="1714"/>
                  <a:pt x="331" y="1706"/>
                </a:cubicBezTo>
                <a:lnTo>
                  <a:pt x="715" y="1466"/>
                </a:lnTo>
                <a:cubicBezTo>
                  <a:pt x="729" y="1458"/>
                  <a:pt x="746" y="1457"/>
                  <a:pt x="760" y="1465"/>
                </a:cubicBezTo>
                <a:cubicBezTo>
                  <a:pt x="774" y="1473"/>
                  <a:pt x="783" y="1488"/>
                  <a:pt x="783" y="1504"/>
                </a:cubicBezTo>
                <a:lnTo>
                  <a:pt x="783" y="2319"/>
                </a:lnTo>
                <a:close/>
                <a:moveTo>
                  <a:pt x="1815" y="6369"/>
                </a:moveTo>
                <a:cubicBezTo>
                  <a:pt x="1815" y="6383"/>
                  <a:pt x="1808" y="6397"/>
                  <a:pt x="1797" y="6405"/>
                </a:cubicBezTo>
                <a:cubicBezTo>
                  <a:pt x="1789" y="6410"/>
                  <a:pt x="1780" y="6413"/>
                  <a:pt x="1771" y="6413"/>
                </a:cubicBezTo>
                <a:cubicBezTo>
                  <a:pt x="1766" y="6413"/>
                  <a:pt x="1761" y="6412"/>
                  <a:pt x="1756" y="6410"/>
                </a:cubicBezTo>
                <a:lnTo>
                  <a:pt x="1187" y="6201"/>
                </a:lnTo>
                <a:cubicBezTo>
                  <a:pt x="1169" y="6194"/>
                  <a:pt x="1158" y="6178"/>
                  <a:pt x="1158" y="6159"/>
                </a:cubicBezTo>
                <a:lnTo>
                  <a:pt x="1158" y="5260"/>
                </a:lnTo>
                <a:cubicBezTo>
                  <a:pt x="1158" y="5247"/>
                  <a:pt x="1164" y="5235"/>
                  <a:pt x="1174" y="5226"/>
                </a:cubicBezTo>
                <a:cubicBezTo>
                  <a:pt x="1184" y="5218"/>
                  <a:pt x="1198" y="5215"/>
                  <a:pt x="1210" y="5217"/>
                </a:cubicBezTo>
                <a:lnTo>
                  <a:pt x="1779" y="5324"/>
                </a:lnTo>
                <a:cubicBezTo>
                  <a:pt x="1800" y="5328"/>
                  <a:pt x="1816" y="5346"/>
                  <a:pt x="1816" y="5367"/>
                </a:cubicBezTo>
                <a:lnTo>
                  <a:pt x="1816" y="6369"/>
                </a:lnTo>
                <a:lnTo>
                  <a:pt x="1815" y="6369"/>
                </a:lnTo>
                <a:close/>
                <a:moveTo>
                  <a:pt x="1815" y="4866"/>
                </a:moveTo>
                <a:cubicBezTo>
                  <a:pt x="1815" y="4879"/>
                  <a:pt x="1810" y="4891"/>
                  <a:pt x="1801" y="4899"/>
                </a:cubicBezTo>
                <a:cubicBezTo>
                  <a:pt x="1793" y="4907"/>
                  <a:pt x="1782" y="4910"/>
                  <a:pt x="1771" y="4910"/>
                </a:cubicBezTo>
                <a:cubicBezTo>
                  <a:pt x="1770" y="4910"/>
                  <a:pt x="1768" y="4910"/>
                  <a:pt x="1767" y="4910"/>
                </a:cubicBezTo>
                <a:lnTo>
                  <a:pt x="1198" y="4855"/>
                </a:lnTo>
                <a:cubicBezTo>
                  <a:pt x="1175" y="4852"/>
                  <a:pt x="1158" y="4833"/>
                  <a:pt x="1158" y="4811"/>
                </a:cubicBezTo>
                <a:lnTo>
                  <a:pt x="1158" y="3912"/>
                </a:lnTo>
                <a:cubicBezTo>
                  <a:pt x="1158" y="3889"/>
                  <a:pt x="1176" y="3870"/>
                  <a:pt x="1198" y="3868"/>
                </a:cubicBezTo>
                <a:lnTo>
                  <a:pt x="1768" y="3821"/>
                </a:lnTo>
                <a:cubicBezTo>
                  <a:pt x="1780" y="3820"/>
                  <a:pt x="1792" y="3824"/>
                  <a:pt x="1801" y="3832"/>
                </a:cubicBezTo>
                <a:cubicBezTo>
                  <a:pt x="1810" y="3841"/>
                  <a:pt x="1815" y="3852"/>
                  <a:pt x="1815" y="3865"/>
                </a:cubicBezTo>
                <a:lnTo>
                  <a:pt x="1815" y="4866"/>
                </a:lnTo>
                <a:close/>
                <a:moveTo>
                  <a:pt x="1815" y="3364"/>
                </a:moveTo>
                <a:cubicBezTo>
                  <a:pt x="1815" y="3386"/>
                  <a:pt x="1800" y="3404"/>
                  <a:pt x="1779" y="3408"/>
                </a:cubicBezTo>
                <a:lnTo>
                  <a:pt x="1210" y="3506"/>
                </a:lnTo>
                <a:cubicBezTo>
                  <a:pt x="1207" y="3506"/>
                  <a:pt x="1205" y="3507"/>
                  <a:pt x="1202" y="3507"/>
                </a:cubicBezTo>
                <a:cubicBezTo>
                  <a:pt x="1192" y="3507"/>
                  <a:pt x="1182" y="3503"/>
                  <a:pt x="1174" y="3496"/>
                </a:cubicBezTo>
                <a:cubicBezTo>
                  <a:pt x="1164" y="3488"/>
                  <a:pt x="1158" y="3475"/>
                  <a:pt x="1158" y="3463"/>
                </a:cubicBezTo>
                <a:lnTo>
                  <a:pt x="1158" y="2564"/>
                </a:lnTo>
                <a:cubicBezTo>
                  <a:pt x="1158" y="2545"/>
                  <a:pt x="1170" y="2528"/>
                  <a:pt x="1187" y="2522"/>
                </a:cubicBezTo>
                <a:lnTo>
                  <a:pt x="1756" y="2321"/>
                </a:lnTo>
                <a:cubicBezTo>
                  <a:pt x="1770" y="2316"/>
                  <a:pt x="1785" y="2318"/>
                  <a:pt x="1797" y="2327"/>
                </a:cubicBezTo>
                <a:cubicBezTo>
                  <a:pt x="1808" y="2335"/>
                  <a:pt x="1815" y="2348"/>
                  <a:pt x="1815" y="2363"/>
                </a:cubicBezTo>
                <a:lnTo>
                  <a:pt x="1815" y="3364"/>
                </a:lnTo>
                <a:lnTo>
                  <a:pt x="1815" y="3364"/>
                </a:lnTo>
                <a:close/>
                <a:moveTo>
                  <a:pt x="1815" y="1862"/>
                </a:moveTo>
                <a:cubicBezTo>
                  <a:pt x="1815" y="1879"/>
                  <a:pt x="1805" y="1895"/>
                  <a:pt x="1789" y="1902"/>
                </a:cubicBezTo>
                <a:lnTo>
                  <a:pt x="1220" y="2154"/>
                </a:lnTo>
                <a:cubicBezTo>
                  <a:pt x="1214" y="2157"/>
                  <a:pt x="1208" y="2158"/>
                  <a:pt x="1202" y="2158"/>
                </a:cubicBezTo>
                <a:cubicBezTo>
                  <a:pt x="1194" y="2158"/>
                  <a:pt x="1185" y="2156"/>
                  <a:pt x="1178" y="2151"/>
                </a:cubicBezTo>
                <a:cubicBezTo>
                  <a:pt x="1166" y="2143"/>
                  <a:pt x="1158" y="2129"/>
                  <a:pt x="1158" y="2114"/>
                </a:cubicBezTo>
                <a:lnTo>
                  <a:pt x="1158" y="1215"/>
                </a:lnTo>
                <a:cubicBezTo>
                  <a:pt x="1158" y="1200"/>
                  <a:pt x="1166" y="1186"/>
                  <a:pt x="1179" y="1178"/>
                </a:cubicBezTo>
                <a:lnTo>
                  <a:pt x="1748" y="823"/>
                </a:lnTo>
                <a:cubicBezTo>
                  <a:pt x="1762" y="814"/>
                  <a:pt x="1779" y="814"/>
                  <a:pt x="1793" y="822"/>
                </a:cubicBezTo>
                <a:cubicBezTo>
                  <a:pt x="1807" y="830"/>
                  <a:pt x="1815" y="845"/>
                  <a:pt x="1815" y="860"/>
                </a:cubicBezTo>
                <a:lnTo>
                  <a:pt x="1815" y="1862"/>
                </a:lnTo>
                <a:close/>
                <a:moveTo>
                  <a:pt x="3333" y="7238"/>
                </a:moveTo>
                <a:cubicBezTo>
                  <a:pt x="3333" y="7258"/>
                  <a:pt x="3319" y="7276"/>
                  <a:pt x="3300" y="7281"/>
                </a:cubicBezTo>
                <a:lnTo>
                  <a:pt x="2394" y="7509"/>
                </a:lnTo>
                <a:cubicBezTo>
                  <a:pt x="2390" y="7510"/>
                  <a:pt x="2387" y="7511"/>
                  <a:pt x="2383" y="7511"/>
                </a:cubicBezTo>
                <a:cubicBezTo>
                  <a:pt x="2373" y="7511"/>
                  <a:pt x="2364" y="7507"/>
                  <a:pt x="2356" y="7501"/>
                </a:cubicBezTo>
                <a:cubicBezTo>
                  <a:pt x="2345" y="7493"/>
                  <a:pt x="2339" y="7480"/>
                  <a:pt x="2339" y="7467"/>
                </a:cubicBezTo>
                <a:lnTo>
                  <a:pt x="2339" y="5400"/>
                </a:lnTo>
                <a:cubicBezTo>
                  <a:pt x="2339" y="5377"/>
                  <a:pt x="2357" y="5358"/>
                  <a:pt x="2379" y="5356"/>
                </a:cubicBezTo>
                <a:lnTo>
                  <a:pt x="3285" y="5278"/>
                </a:lnTo>
                <a:cubicBezTo>
                  <a:pt x="3298" y="5277"/>
                  <a:pt x="3310" y="5281"/>
                  <a:pt x="3319" y="5289"/>
                </a:cubicBezTo>
                <a:cubicBezTo>
                  <a:pt x="3328" y="5298"/>
                  <a:pt x="3333" y="5310"/>
                  <a:pt x="3333" y="5322"/>
                </a:cubicBezTo>
                <a:lnTo>
                  <a:pt x="3333" y="7238"/>
                </a:lnTo>
                <a:lnTo>
                  <a:pt x="3333" y="7238"/>
                </a:lnTo>
                <a:close/>
                <a:moveTo>
                  <a:pt x="3333" y="4843"/>
                </a:moveTo>
                <a:cubicBezTo>
                  <a:pt x="3333" y="4867"/>
                  <a:pt x="3315" y="4886"/>
                  <a:pt x="3291" y="4887"/>
                </a:cubicBezTo>
                <a:lnTo>
                  <a:pt x="2385" y="4928"/>
                </a:lnTo>
                <a:cubicBezTo>
                  <a:pt x="2384" y="4928"/>
                  <a:pt x="2384" y="4928"/>
                  <a:pt x="2383" y="4928"/>
                </a:cubicBezTo>
                <a:cubicBezTo>
                  <a:pt x="2372" y="4928"/>
                  <a:pt x="2361" y="4923"/>
                  <a:pt x="2352" y="4916"/>
                </a:cubicBezTo>
                <a:cubicBezTo>
                  <a:pt x="2344" y="4907"/>
                  <a:pt x="2339" y="4896"/>
                  <a:pt x="2339" y="4884"/>
                </a:cubicBezTo>
                <a:lnTo>
                  <a:pt x="2339" y="3851"/>
                </a:lnTo>
                <a:cubicBezTo>
                  <a:pt x="2339" y="3839"/>
                  <a:pt x="2344" y="3827"/>
                  <a:pt x="2352" y="3819"/>
                </a:cubicBezTo>
                <a:cubicBezTo>
                  <a:pt x="2361" y="3811"/>
                  <a:pt x="2372" y="3806"/>
                  <a:pt x="2384" y="3807"/>
                </a:cubicBezTo>
                <a:lnTo>
                  <a:pt x="3291" y="3841"/>
                </a:lnTo>
                <a:cubicBezTo>
                  <a:pt x="3314" y="3842"/>
                  <a:pt x="3333" y="3861"/>
                  <a:pt x="3333" y="3885"/>
                </a:cubicBezTo>
                <a:lnTo>
                  <a:pt x="3333" y="4843"/>
                </a:lnTo>
                <a:lnTo>
                  <a:pt x="3333" y="4843"/>
                </a:lnTo>
                <a:close/>
                <a:moveTo>
                  <a:pt x="3333" y="3406"/>
                </a:moveTo>
                <a:cubicBezTo>
                  <a:pt x="3333" y="3418"/>
                  <a:pt x="3328" y="3430"/>
                  <a:pt x="3319" y="3438"/>
                </a:cubicBezTo>
                <a:cubicBezTo>
                  <a:pt x="3311" y="3446"/>
                  <a:pt x="3300" y="3450"/>
                  <a:pt x="3289" y="3450"/>
                </a:cubicBezTo>
                <a:cubicBezTo>
                  <a:pt x="3288" y="3450"/>
                  <a:pt x="3286" y="3450"/>
                  <a:pt x="3285" y="3450"/>
                </a:cubicBezTo>
                <a:lnTo>
                  <a:pt x="2380" y="3378"/>
                </a:lnTo>
                <a:cubicBezTo>
                  <a:pt x="2357" y="3376"/>
                  <a:pt x="2339" y="3357"/>
                  <a:pt x="2339" y="3334"/>
                </a:cubicBezTo>
                <a:lnTo>
                  <a:pt x="2339" y="2300"/>
                </a:lnTo>
                <a:cubicBezTo>
                  <a:pt x="2339" y="2288"/>
                  <a:pt x="2345" y="2275"/>
                  <a:pt x="2354" y="2267"/>
                </a:cubicBezTo>
                <a:cubicBezTo>
                  <a:pt x="2364" y="2258"/>
                  <a:pt x="2377" y="2255"/>
                  <a:pt x="2390" y="2257"/>
                </a:cubicBezTo>
                <a:lnTo>
                  <a:pt x="3296" y="2404"/>
                </a:lnTo>
                <a:cubicBezTo>
                  <a:pt x="3317" y="2407"/>
                  <a:pt x="3333" y="2426"/>
                  <a:pt x="3333" y="2448"/>
                </a:cubicBezTo>
                <a:lnTo>
                  <a:pt x="3333" y="3406"/>
                </a:lnTo>
                <a:lnTo>
                  <a:pt x="3333" y="3406"/>
                </a:lnTo>
                <a:close/>
                <a:moveTo>
                  <a:pt x="3333" y="1969"/>
                </a:moveTo>
                <a:cubicBezTo>
                  <a:pt x="3333" y="1982"/>
                  <a:pt x="3327" y="1995"/>
                  <a:pt x="3317" y="2003"/>
                </a:cubicBezTo>
                <a:cubicBezTo>
                  <a:pt x="3309" y="2009"/>
                  <a:pt x="3299" y="2013"/>
                  <a:pt x="3289" y="2013"/>
                </a:cubicBezTo>
                <a:cubicBezTo>
                  <a:pt x="3286" y="2013"/>
                  <a:pt x="3283" y="2013"/>
                  <a:pt x="3280" y="2012"/>
                </a:cubicBezTo>
                <a:lnTo>
                  <a:pt x="2374" y="1827"/>
                </a:lnTo>
                <a:cubicBezTo>
                  <a:pt x="2354" y="1823"/>
                  <a:pt x="2339" y="1805"/>
                  <a:pt x="2339" y="1784"/>
                </a:cubicBezTo>
                <a:lnTo>
                  <a:pt x="2339" y="751"/>
                </a:lnTo>
                <a:cubicBezTo>
                  <a:pt x="2339" y="737"/>
                  <a:pt x="2345" y="724"/>
                  <a:pt x="2356" y="716"/>
                </a:cubicBezTo>
                <a:cubicBezTo>
                  <a:pt x="2367" y="707"/>
                  <a:pt x="2382" y="704"/>
                  <a:pt x="2395" y="708"/>
                </a:cubicBezTo>
                <a:lnTo>
                  <a:pt x="3301" y="968"/>
                </a:lnTo>
                <a:cubicBezTo>
                  <a:pt x="3320" y="974"/>
                  <a:pt x="3333" y="991"/>
                  <a:pt x="3333" y="1011"/>
                </a:cubicBezTo>
                <a:lnTo>
                  <a:pt x="3333" y="1969"/>
                </a:lnTo>
                <a:lnTo>
                  <a:pt x="3333" y="1969"/>
                </a:lnTo>
                <a:close/>
                <a:moveTo>
                  <a:pt x="4467" y="6952"/>
                </a:moveTo>
                <a:cubicBezTo>
                  <a:pt x="4467" y="6972"/>
                  <a:pt x="4454" y="6989"/>
                  <a:pt x="4434" y="6994"/>
                </a:cubicBezTo>
                <a:lnTo>
                  <a:pt x="3705" y="7179"/>
                </a:lnTo>
                <a:cubicBezTo>
                  <a:pt x="3702" y="7179"/>
                  <a:pt x="3698" y="7180"/>
                  <a:pt x="3694" y="7180"/>
                </a:cubicBezTo>
                <a:cubicBezTo>
                  <a:pt x="3685" y="7180"/>
                  <a:pt x="3675" y="7177"/>
                  <a:pt x="3667" y="7171"/>
                </a:cubicBezTo>
                <a:cubicBezTo>
                  <a:pt x="3657" y="7162"/>
                  <a:pt x="3650" y="7149"/>
                  <a:pt x="3650" y="7136"/>
                </a:cubicBezTo>
                <a:lnTo>
                  <a:pt x="3650" y="5287"/>
                </a:lnTo>
                <a:cubicBezTo>
                  <a:pt x="3650" y="5264"/>
                  <a:pt x="3668" y="5245"/>
                  <a:pt x="3691" y="5243"/>
                </a:cubicBezTo>
                <a:lnTo>
                  <a:pt x="4421" y="5180"/>
                </a:lnTo>
                <a:cubicBezTo>
                  <a:pt x="4434" y="5178"/>
                  <a:pt x="4446" y="5183"/>
                  <a:pt x="4455" y="5191"/>
                </a:cubicBezTo>
                <a:cubicBezTo>
                  <a:pt x="4464" y="5200"/>
                  <a:pt x="4469" y="5211"/>
                  <a:pt x="4469" y="5224"/>
                </a:cubicBezTo>
                <a:lnTo>
                  <a:pt x="4467" y="6952"/>
                </a:lnTo>
                <a:close/>
                <a:moveTo>
                  <a:pt x="4469" y="4792"/>
                </a:moveTo>
                <a:cubicBezTo>
                  <a:pt x="4469" y="4815"/>
                  <a:pt x="4451" y="4835"/>
                  <a:pt x="4427" y="4836"/>
                </a:cubicBezTo>
                <a:lnTo>
                  <a:pt x="3696" y="4869"/>
                </a:lnTo>
                <a:lnTo>
                  <a:pt x="3694" y="4869"/>
                </a:lnTo>
                <a:cubicBezTo>
                  <a:pt x="3683" y="4869"/>
                  <a:pt x="3672" y="4864"/>
                  <a:pt x="3664" y="4856"/>
                </a:cubicBezTo>
                <a:cubicBezTo>
                  <a:pt x="3655" y="4848"/>
                  <a:pt x="3650" y="4837"/>
                  <a:pt x="3650" y="4825"/>
                </a:cubicBezTo>
                <a:lnTo>
                  <a:pt x="3650" y="3900"/>
                </a:lnTo>
                <a:cubicBezTo>
                  <a:pt x="3650" y="3888"/>
                  <a:pt x="3655" y="3877"/>
                  <a:pt x="3664" y="3869"/>
                </a:cubicBezTo>
                <a:cubicBezTo>
                  <a:pt x="3672" y="3860"/>
                  <a:pt x="3684" y="3856"/>
                  <a:pt x="3696" y="3856"/>
                </a:cubicBezTo>
                <a:lnTo>
                  <a:pt x="4427" y="3884"/>
                </a:lnTo>
                <a:cubicBezTo>
                  <a:pt x="4450" y="3885"/>
                  <a:pt x="4469" y="3905"/>
                  <a:pt x="4469" y="3928"/>
                </a:cubicBezTo>
                <a:lnTo>
                  <a:pt x="4469" y="4792"/>
                </a:lnTo>
                <a:close/>
                <a:moveTo>
                  <a:pt x="4469" y="3496"/>
                </a:moveTo>
                <a:cubicBezTo>
                  <a:pt x="4469" y="3509"/>
                  <a:pt x="4464" y="3520"/>
                  <a:pt x="4455" y="3529"/>
                </a:cubicBezTo>
                <a:cubicBezTo>
                  <a:pt x="4447" y="3536"/>
                  <a:pt x="4436" y="3540"/>
                  <a:pt x="4425" y="3540"/>
                </a:cubicBezTo>
                <a:cubicBezTo>
                  <a:pt x="4424" y="3540"/>
                  <a:pt x="4423" y="3540"/>
                  <a:pt x="4422" y="3540"/>
                </a:cubicBezTo>
                <a:lnTo>
                  <a:pt x="3691" y="3482"/>
                </a:lnTo>
                <a:cubicBezTo>
                  <a:pt x="3668" y="3480"/>
                  <a:pt x="3650" y="3461"/>
                  <a:pt x="3650" y="3438"/>
                </a:cubicBezTo>
                <a:lnTo>
                  <a:pt x="3650" y="2513"/>
                </a:lnTo>
                <a:cubicBezTo>
                  <a:pt x="3650" y="2500"/>
                  <a:pt x="3656" y="2488"/>
                  <a:pt x="3666" y="2480"/>
                </a:cubicBezTo>
                <a:cubicBezTo>
                  <a:pt x="3675" y="2471"/>
                  <a:pt x="3688" y="2468"/>
                  <a:pt x="3701" y="2470"/>
                </a:cubicBezTo>
                <a:lnTo>
                  <a:pt x="4432" y="2589"/>
                </a:lnTo>
                <a:cubicBezTo>
                  <a:pt x="4453" y="2592"/>
                  <a:pt x="4469" y="2611"/>
                  <a:pt x="4469" y="2632"/>
                </a:cubicBezTo>
                <a:lnTo>
                  <a:pt x="4469" y="3496"/>
                </a:lnTo>
                <a:lnTo>
                  <a:pt x="4469" y="3496"/>
                </a:lnTo>
                <a:close/>
                <a:moveTo>
                  <a:pt x="4469" y="2200"/>
                </a:moveTo>
                <a:cubicBezTo>
                  <a:pt x="4469" y="2214"/>
                  <a:pt x="4463" y="2226"/>
                  <a:pt x="4453" y="2235"/>
                </a:cubicBezTo>
                <a:cubicBezTo>
                  <a:pt x="4445" y="2241"/>
                  <a:pt x="4435" y="2245"/>
                  <a:pt x="4425" y="2245"/>
                </a:cubicBezTo>
                <a:cubicBezTo>
                  <a:pt x="4422" y="2245"/>
                  <a:pt x="4419" y="2244"/>
                  <a:pt x="4416" y="2244"/>
                </a:cubicBezTo>
                <a:lnTo>
                  <a:pt x="3685" y="2095"/>
                </a:lnTo>
                <a:cubicBezTo>
                  <a:pt x="3665" y="2091"/>
                  <a:pt x="3650" y="2072"/>
                  <a:pt x="3650" y="2051"/>
                </a:cubicBezTo>
                <a:lnTo>
                  <a:pt x="3650" y="1127"/>
                </a:lnTo>
                <a:cubicBezTo>
                  <a:pt x="3650" y="1113"/>
                  <a:pt x="3657" y="1100"/>
                  <a:pt x="3668" y="1092"/>
                </a:cubicBezTo>
                <a:cubicBezTo>
                  <a:pt x="3679" y="1083"/>
                  <a:pt x="3693" y="1081"/>
                  <a:pt x="3706" y="1085"/>
                </a:cubicBezTo>
                <a:lnTo>
                  <a:pt x="4437" y="1294"/>
                </a:lnTo>
                <a:cubicBezTo>
                  <a:pt x="4456" y="1300"/>
                  <a:pt x="4469" y="1317"/>
                  <a:pt x="4469" y="1337"/>
                </a:cubicBezTo>
                <a:lnTo>
                  <a:pt x="4469" y="2200"/>
                </a:lnTo>
                <a:lnTo>
                  <a:pt x="4469" y="2200"/>
                </a:lnTo>
                <a:close/>
                <a:moveTo>
                  <a:pt x="5676" y="5119"/>
                </a:moveTo>
                <a:cubicBezTo>
                  <a:pt x="5676" y="5142"/>
                  <a:pt x="5659" y="5161"/>
                  <a:pt x="5636" y="5163"/>
                </a:cubicBezTo>
                <a:lnTo>
                  <a:pt x="5069" y="5212"/>
                </a:lnTo>
                <a:cubicBezTo>
                  <a:pt x="5068" y="5213"/>
                  <a:pt x="5067" y="5213"/>
                  <a:pt x="5066" y="5213"/>
                </a:cubicBezTo>
                <a:cubicBezTo>
                  <a:pt x="5055" y="5213"/>
                  <a:pt x="5044" y="5208"/>
                  <a:pt x="5036" y="5201"/>
                </a:cubicBezTo>
                <a:cubicBezTo>
                  <a:pt x="5027" y="5193"/>
                  <a:pt x="5022" y="5181"/>
                  <a:pt x="5022" y="5169"/>
                </a:cubicBezTo>
                <a:lnTo>
                  <a:pt x="5022" y="3953"/>
                </a:lnTo>
                <a:cubicBezTo>
                  <a:pt x="5022" y="3941"/>
                  <a:pt x="5026" y="3929"/>
                  <a:pt x="5035" y="3921"/>
                </a:cubicBezTo>
                <a:cubicBezTo>
                  <a:pt x="5044" y="3913"/>
                  <a:pt x="5055" y="3908"/>
                  <a:pt x="5067" y="3909"/>
                </a:cubicBezTo>
                <a:lnTo>
                  <a:pt x="5634" y="3930"/>
                </a:lnTo>
                <a:cubicBezTo>
                  <a:pt x="5658" y="3931"/>
                  <a:pt x="5676" y="3951"/>
                  <a:pt x="5676" y="3974"/>
                </a:cubicBezTo>
                <a:lnTo>
                  <a:pt x="5676" y="5119"/>
                </a:lnTo>
                <a:close/>
                <a:moveTo>
                  <a:pt x="5676" y="3592"/>
                </a:moveTo>
                <a:cubicBezTo>
                  <a:pt x="5676" y="3604"/>
                  <a:pt x="5671" y="3616"/>
                  <a:pt x="5662" y="3624"/>
                </a:cubicBezTo>
                <a:cubicBezTo>
                  <a:pt x="5654" y="3632"/>
                  <a:pt x="5643" y="3636"/>
                  <a:pt x="5632" y="3636"/>
                </a:cubicBezTo>
                <a:lnTo>
                  <a:pt x="5629" y="3636"/>
                </a:lnTo>
                <a:lnTo>
                  <a:pt x="5062" y="3591"/>
                </a:lnTo>
                <a:cubicBezTo>
                  <a:pt x="5039" y="3589"/>
                  <a:pt x="5022" y="3570"/>
                  <a:pt x="5022" y="3547"/>
                </a:cubicBezTo>
                <a:lnTo>
                  <a:pt x="5022" y="2331"/>
                </a:lnTo>
                <a:cubicBezTo>
                  <a:pt x="5022" y="2318"/>
                  <a:pt x="5028" y="2305"/>
                  <a:pt x="5038" y="2297"/>
                </a:cubicBezTo>
                <a:cubicBezTo>
                  <a:pt x="5048" y="2289"/>
                  <a:pt x="5062" y="2285"/>
                  <a:pt x="5075" y="2288"/>
                </a:cubicBezTo>
                <a:lnTo>
                  <a:pt x="5641" y="2404"/>
                </a:lnTo>
                <a:cubicBezTo>
                  <a:pt x="5662" y="2408"/>
                  <a:pt x="5677" y="2426"/>
                  <a:pt x="5677" y="2447"/>
                </a:cubicBezTo>
                <a:lnTo>
                  <a:pt x="5677" y="3592"/>
                </a:lnTo>
                <a:lnTo>
                  <a:pt x="5676" y="3592"/>
                </a:lnTo>
                <a:close/>
                <a:moveTo>
                  <a:pt x="6754" y="2018"/>
                </a:moveTo>
                <a:cubicBezTo>
                  <a:pt x="6754" y="2004"/>
                  <a:pt x="6760" y="1991"/>
                  <a:pt x="6771" y="1982"/>
                </a:cubicBezTo>
                <a:cubicBezTo>
                  <a:pt x="6782" y="1974"/>
                  <a:pt x="6796" y="1971"/>
                  <a:pt x="6809" y="1975"/>
                </a:cubicBezTo>
                <a:lnTo>
                  <a:pt x="7197" y="2086"/>
                </a:lnTo>
                <a:cubicBezTo>
                  <a:pt x="7216" y="2092"/>
                  <a:pt x="7229" y="2109"/>
                  <a:pt x="7229" y="2129"/>
                </a:cubicBezTo>
                <a:lnTo>
                  <a:pt x="7229" y="2764"/>
                </a:lnTo>
                <a:cubicBezTo>
                  <a:pt x="7229" y="2777"/>
                  <a:pt x="7223" y="2789"/>
                  <a:pt x="7213" y="2798"/>
                </a:cubicBezTo>
                <a:cubicBezTo>
                  <a:pt x="7205" y="2804"/>
                  <a:pt x="7195" y="2808"/>
                  <a:pt x="7185" y="2808"/>
                </a:cubicBezTo>
                <a:cubicBezTo>
                  <a:pt x="7182" y="2808"/>
                  <a:pt x="7179" y="2807"/>
                  <a:pt x="7176" y="2807"/>
                </a:cubicBezTo>
                <a:lnTo>
                  <a:pt x="6788" y="2728"/>
                </a:lnTo>
                <a:cubicBezTo>
                  <a:pt x="6768" y="2724"/>
                  <a:pt x="6753" y="2705"/>
                  <a:pt x="6753" y="2684"/>
                </a:cubicBezTo>
                <a:lnTo>
                  <a:pt x="6753" y="2018"/>
                </a:lnTo>
                <a:lnTo>
                  <a:pt x="6754" y="2018"/>
                </a:lnTo>
                <a:close/>
                <a:moveTo>
                  <a:pt x="6754" y="3018"/>
                </a:moveTo>
                <a:cubicBezTo>
                  <a:pt x="6754" y="3005"/>
                  <a:pt x="6759" y="2993"/>
                  <a:pt x="6769" y="2984"/>
                </a:cubicBezTo>
                <a:cubicBezTo>
                  <a:pt x="6779" y="2976"/>
                  <a:pt x="6792" y="2972"/>
                  <a:pt x="6805" y="2975"/>
                </a:cubicBezTo>
                <a:lnTo>
                  <a:pt x="7192" y="3038"/>
                </a:lnTo>
                <a:cubicBezTo>
                  <a:pt x="7213" y="3041"/>
                  <a:pt x="7229" y="3059"/>
                  <a:pt x="7229" y="3081"/>
                </a:cubicBezTo>
                <a:lnTo>
                  <a:pt x="7229" y="3716"/>
                </a:lnTo>
                <a:cubicBezTo>
                  <a:pt x="7229" y="3728"/>
                  <a:pt x="7224" y="3740"/>
                  <a:pt x="7215" y="3748"/>
                </a:cubicBezTo>
                <a:cubicBezTo>
                  <a:pt x="7206" y="3756"/>
                  <a:pt x="7196" y="3760"/>
                  <a:pt x="7185" y="3760"/>
                </a:cubicBezTo>
                <a:cubicBezTo>
                  <a:pt x="7184" y="3760"/>
                  <a:pt x="7182" y="3760"/>
                  <a:pt x="7181" y="3760"/>
                </a:cubicBezTo>
                <a:lnTo>
                  <a:pt x="6794" y="3729"/>
                </a:lnTo>
                <a:cubicBezTo>
                  <a:pt x="6771" y="3727"/>
                  <a:pt x="6754" y="3708"/>
                  <a:pt x="6754" y="3685"/>
                </a:cubicBezTo>
                <a:lnTo>
                  <a:pt x="6754" y="3018"/>
                </a:lnTo>
                <a:close/>
                <a:moveTo>
                  <a:pt x="6754" y="4018"/>
                </a:moveTo>
                <a:cubicBezTo>
                  <a:pt x="6754" y="4006"/>
                  <a:pt x="6758" y="3995"/>
                  <a:pt x="6767" y="3987"/>
                </a:cubicBezTo>
                <a:cubicBezTo>
                  <a:pt x="6776" y="3978"/>
                  <a:pt x="6787" y="3974"/>
                  <a:pt x="6799" y="3974"/>
                </a:cubicBezTo>
                <a:lnTo>
                  <a:pt x="7187" y="3989"/>
                </a:lnTo>
                <a:cubicBezTo>
                  <a:pt x="7210" y="3990"/>
                  <a:pt x="7229" y="4009"/>
                  <a:pt x="7229" y="4033"/>
                </a:cubicBezTo>
                <a:lnTo>
                  <a:pt x="7229" y="4668"/>
                </a:lnTo>
                <a:cubicBezTo>
                  <a:pt x="7229" y="4692"/>
                  <a:pt x="7210" y="4711"/>
                  <a:pt x="7187" y="4712"/>
                </a:cubicBezTo>
                <a:lnTo>
                  <a:pt x="6799" y="4729"/>
                </a:lnTo>
                <a:cubicBezTo>
                  <a:pt x="6799" y="4730"/>
                  <a:pt x="6798" y="4730"/>
                  <a:pt x="6797" y="4730"/>
                </a:cubicBezTo>
                <a:cubicBezTo>
                  <a:pt x="6786" y="4730"/>
                  <a:pt x="6775" y="4725"/>
                  <a:pt x="6767" y="4717"/>
                </a:cubicBezTo>
                <a:cubicBezTo>
                  <a:pt x="6758" y="4709"/>
                  <a:pt x="6753" y="4698"/>
                  <a:pt x="6753" y="4686"/>
                </a:cubicBezTo>
                <a:lnTo>
                  <a:pt x="6753" y="4018"/>
                </a:lnTo>
                <a:lnTo>
                  <a:pt x="6754" y="4018"/>
                </a:lnTo>
                <a:close/>
                <a:moveTo>
                  <a:pt x="6633" y="6405"/>
                </a:moveTo>
                <a:cubicBezTo>
                  <a:pt x="6633" y="6425"/>
                  <a:pt x="6619" y="6443"/>
                  <a:pt x="6600" y="6448"/>
                </a:cubicBezTo>
                <a:lnTo>
                  <a:pt x="6148" y="6562"/>
                </a:lnTo>
                <a:cubicBezTo>
                  <a:pt x="6144" y="6563"/>
                  <a:pt x="6140" y="6564"/>
                  <a:pt x="6137" y="6564"/>
                </a:cubicBezTo>
                <a:cubicBezTo>
                  <a:pt x="6127" y="6564"/>
                  <a:pt x="6117" y="6560"/>
                  <a:pt x="6110" y="6554"/>
                </a:cubicBezTo>
                <a:cubicBezTo>
                  <a:pt x="6099" y="6546"/>
                  <a:pt x="6093" y="6533"/>
                  <a:pt x="6093" y="6519"/>
                </a:cubicBezTo>
                <a:lnTo>
                  <a:pt x="6093" y="5076"/>
                </a:lnTo>
                <a:cubicBezTo>
                  <a:pt x="6093" y="5053"/>
                  <a:pt x="6110" y="5034"/>
                  <a:pt x="6133" y="5032"/>
                </a:cubicBezTo>
                <a:lnTo>
                  <a:pt x="6585" y="4993"/>
                </a:lnTo>
                <a:cubicBezTo>
                  <a:pt x="6597" y="4991"/>
                  <a:pt x="6609" y="4996"/>
                  <a:pt x="6618" y="5004"/>
                </a:cubicBezTo>
                <a:cubicBezTo>
                  <a:pt x="6628" y="5012"/>
                  <a:pt x="6633" y="5024"/>
                  <a:pt x="6633" y="5037"/>
                </a:cubicBezTo>
                <a:lnTo>
                  <a:pt x="6633" y="6405"/>
                </a:lnTo>
                <a:close/>
                <a:moveTo>
                  <a:pt x="6633" y="4695"/>
                </a:moveTo>
                <a:cubicBezTo>
                  <a:pt x="6633" y="4718"/>
                  <a:pt x="6614" y="4738"/>
                  <a:pt x="6591" y="4739"/>
                </a:cubicBezTo>
                <a:lnTo>
                  <a:pt x="6139" y="4759"/>
                </a:lnTo>
                <a:lnTo>
                  <a:pt x="6137" y="4759"/>
                </a:lnTo>
                <a:cubicBezTo>
                  <a:pt x="6125" y="4759"/>
                  <a:pt x="6114" y="4755"/>
                  <a:pt x="6106" y="4747"/>
                </a:cubicBezTo>
                <a:cubicBezTo>
                  <a:pt x="6097" y="4738"/>
                  <a:pt x="6093" y="4727"/>
                  <a:pt x="6093" y="4715"/>
                </a:cubicBezTo>
                <a:lnTo>
                  <a:pt x="6093" y="3993"/>
                </a:lnTo>
                <a:cubicBezTo>
                  <a:pt x="6093" y="3981"/>
                  <a:pt x="6097" y="3970"/>
                  <a:pt x="6106" y="3962"/>
                </a:cubicBezTo>
                <a:cubicBezTo>
                  <a:pt x="6115" y="3953"/>
                  <a:pt x="6126" y="3949"/>
                  <a:pt x="6138" y="3949"/>
                </a:cubicBezTo>
                <a:lnTo>
                  <a:pt x="6590" y="3966"/>
                </a:lnTo>
                <a:cubicBezTo>
                  <a:pt x="6614" y="3967"/>
                  <a:pt x="6633" y="3987"/>
                  <a:pt x="6633" y="4011"/>
                </a:cubicBezTo>
                <a:lnTo>
                  <a:pt x="6633" y="4695"/>
                </a:lnTo>
                <a:lnTo>
                  <a:pt x="6633" y="4695"/>
                </a:lnTo>
                <a:close/>
                <a:moveTo>
                  <a:pt x="6633" y="3668"/>
                </a:moveTo>
                <a:cubicBezTo>
                  <a:pt x="6633" y="3680"/>
                  <a:pt x="6628" y="3692"/>
                  <a:pt x="6619" y="3701"/>
                </a:cubicBezTo>
                <a:cubicBezTo>
                  <a:pt x="6610" y="3708"/>
                  <a:pt x="6600" y="3712"/>
                  <a:pt x="6589" y="3712"/>
                </a:cubicBezTo>
                <a:cubicBezTo>
                  <a:pt x="6587" y="3712"/>
                  <a:pt x="6586" y="3712"/>
                  <a:pt x="6585" y="3712"/>
                </a:cubicBezTo>
                <a:lnTo>
                  <a:pt x="6133" y="3676"/>
                </a:lnTo>
                <a:cubicBezTo>
                  <a:pt x="6110" y="3674"/>
                  <a:pt x="6093" y="3655"/>
                  <a:pt x="6093" y="3632"/>
                </a:cubicBezTo>
                <a:lnTo>
                  <a:pt x="6093" y="2911"/>
                </a:lnTo>
                <a:cubicBezTo>
                  <a:pt x="6093" y="2898"/>
                  <a:pt x="6098" y="2885"/>
                  <a:pt x="6108" y="2877"/>
                </a:cubicBezTo>
                <a:cubicBezTo>
                  <a:pt x="6118" y="2869"/>
                  <a:pt x="6131" y="2865"/>
                  <a:pt x="6144" y="2867"/>
                </a:cubicBezTo>
                <a:lnTo>
                  <a:pt x="6596" y="2941"/>
                </a:lnTo>
                <a:cubicBezTo>
                  <a:pt x="6617" y="2944"/>
                  <a:pt x="6633" y="2963"/>
                  <a:pt x="6633" y="2984"/>
                </a:cubicBezTo>
                <a:lnTo>
                  <a:pt x="6633" y="3668"/>
                </a:lnTo>
                <a:lnTo>
                  <a:pt x="6633" y="3668"/>
                </a:lnTo>
                <a:close/>
                <a:moveTo>
                  <a:pt x="6633" y="2642"/>
                </a:moveTo>
                <a:cubicBezTo>
                  <a:pt x="6633" y="2655"/>
                  <a:pt x="6627" y="2668"/>
                  <a:pt x="6616" y="2676"/>
                </a:cubicBezTo>
                <a:cubicBezTo>
                  <a:pt x="6608" y="2683"/>
                  <a:pt x="6599" y="2686"/>
                  <a:pt x="6589" y="2686"/>
                </a:cubicBezTo>
                <a:cubicBezTo>
                  <a:pt x="6586" y="2686"/>
                  <a:pt x="6583" y="2686"/>
                  <a:pt x="6580" y="2685"/>
                </a:cubicBezTo>
                <a:lnTo>
                  <a:pt x="6128" y="2593"/>
                </a:lnTo>
                <a:cubicBezTo>
                  <a:pt x="6107" y="2589"/>
                  <a:pt x="6093" y="2571"/>
                  <a:pt x="6093" y="2550"/>
                </a:cubicBezTo>
                <a:lnTo>
                  <a:pt x="6093" y="1828"/>
                </a:lnTo>
                <a:cubicBezTo>
                  <a:pt x="6093" y="1814"/>
                  <a:pt x="6099" y="1801"/>
                  <a:pt x="6110" y="1793"/>
                </a:cubicBezTo>
                <a:cubicBezTo>
                  <a:pt x="6121" y="1784"/>
                  <a:pt x="6135" y="1782"/>
                  <a:pt x="6149" y="1786"/>
                </a:cubicBezTo>
                <a:lnTo>
                  <a:pt x="6601" y="1915"/>
                </a:lnTo>
                <a:cubicBezTo>
                  <a:pt x="6619" y="1921"/>
                  <a:pt x="6632" y="1938"/>
                  <a:pt x="6632" y="1958"/>
                </a:cubicBezTo>
                <a:lnTo>
                  <a:pt x="6632" y="2642"/>
                </a:lnTo>
                <a:lnTo>
                  <a:pt x="6633" y="2642"/>
                </a:lnTo>
                <a:close/>
                <a:moveTo>
                  <a:pt x="7209" y="6294"/>
                </a:moveTo>
                <a:lnTo>
                  <a:pt x="6808" y="6395"/>
                </a:lnTo>
                <a:cubicBezTo>
                  <a:pt x="6805" y="6396"/>
                  <a:pt x="6801" y="6397"/>
                  <a:pt x="6798" y="6397"/>
                </a:cubicBezTo>
                <a:cubicBezTo>
                  <a:pt x="6788" y="6397"/>
                  <a:pt x="6778" y="6393"/>
                  <a:pt x="6770" y="6387"/>
                </a:cubicBezTo>
                <a:cubicBezTo>
                  <a:pt x="6760" y="6379"/>
                  <a:pt x="6754" y="6366"/>
                  <a:pt x="6754" y="6352"/>
                </a:cubicBezTo>
                <a:lnTo>
                  <a:pt x="6754" y="5019"/>
                </a:lnTo>
                <a:cubicBezTo>
                  <a:pt x="6754" y="4996"/>
                  <a:pt x="6771" y="4977"/>
                  <a:pt x="6794" y="4975"/>
                </a:cubicBezTo>
                <a:lnTo>
                  <a:pt x="7181" y="4941"/>
                </a:lnTo>
                <a:cubicBezTo>
                  <a:pt x="7193" y="4940"/>
                  <a:pt x="7205" y="4944"/>
                  <a:pt x="7214" y="4952"/>
                </a:cubicBezTo>
                <a:cubicBezTo>
                  <a:pt x="7224" y="4961"/>
                  <a:pt x="7229" y="4972"/>
                  <a:pt x="7229" y="4984"/>
                </a:cubicBezTo>
                <a:lnTo>
                  <a:pt x="7242" y="6251"/>
                </a:lnTo>
                <a:cubicBezTo>
                  <a:pt x="7242" y="6271"/>
                  <a:pt x="7229" y="6289"/>
                  <a:pt x="7209" y="6294"/>
                </a:cubicBezTo>
                <a:close/>
              </a:path>
            </a:pathLst>
          </a:custGeom>
          <a:solidFill>
            <a:srgbClr val="23A09C"/>
          </a:solidFill>
          <a:ln>
            <a:noFill/>
          </a:ln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77BC5F-17CD-7971-7B73-88163CE35EC1}"/>
              </a:ext>
            </a:extLst>
          </p:cNvPr>
          <p:cNvSpPr txBox="1"/>
          <p:nvPr/>
        </p:nvSpPr>
        <p:spPr>
          <a:xfrm>
            <a:off x="3585971" y="2181581"/>
            <a:ext cx="5556720" cy="1822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一、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Spectral Solution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也叫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Collocation)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168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D3A387E-E261-CE39-8FB5-77F40ECD3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6059" cy="6858000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3401231-621B-CC53-2F19-B0EC62DB5FBF}"/>
              </a:ext>
            </a:extLst>
          </p:cNvPr>
          <p:cNvCxnSpPr/>
          <p:nvPr/>
        </p:nvCxnSpPr>
        <p:spPr>
          <a:xfrm>
            <a:off x="5446059" y="0"/>
            <a:ext cx="0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87BE789F-7A53-519C-4B92-897B701A8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483" y="0"/>
            <a:ext cx="64716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83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59088E7-EEA3-C213-4E07-162DC3A39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544949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2002889-B158-E24D-F255-F52334DD0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2310" y="0"/>
            <a:ext cx="4908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904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A8BB5D-6B34-3F5B-C700-51DA89E3B374}"/>
              </a:ext>
            </a:extLst>
          </p:cNvPr>
          <p:cNvSpPr txBox="1"/>
          <p:nvPr/>
        </p:nvSpPr>
        <p:spPr>
          <a:xfrm>
            <a:off x="0" y="96520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非线性情况的完整推导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8F0A73-5712-2411-0718-4782A4543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78840"/>
            <a:ext cx="5001706" cy="532892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4F95FE6-100D-74D8-FD2F-1E1D8D5A7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859" y="96520"/>
            <a:ext cx="5654040" cy="4360879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0021CC9-0902-F821-8C13-7D8842B51779}"/>
              </a:ext>
            </a:extLst>
          </p:cNvPr>
          <p:cNvCxnSpPr/>
          <p:nvPr/>
        </p:nvCxnSpPr>
        <p:spPr>
          <a:xfrm>
            <a:off x="5369859" y="0"/>
            <a:ext cx="0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E05F8C6A-7336-0214-A3C7-1AC9948EC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4469868"/>
            <a:ext cx="4358341" cy="238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260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A719D"/>
            </a:gs>
            <a:gs pos="100000">
              <a:srgbClr val="23A09C"/>
            </a:gs>
          </a:gsLst>
          <a:lin ang="27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B7152-4DFA-9E0E-C41A-78469F917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BB552610-B1CB-DE30-5B73-45EEFD925E04}"/>
              </a:ext>
            </a:extLst>
          </p:cNvPr>
          <p:cNvGrpSpPr/>
          <p:nvPr/>
        </p:nvGrpSpPr>
        <p:grpSpPr>
          <a:xfrm>
            <a:off x="10867696" y="354418"/>
            <a:ext cx="887854" cy="486410"/>
            <a:chOff x="1487488" y="2636838"/>
            <a:chExt cx="3154363" cy="1577975"/>
          </a:xfrm>
          <a:solidFill>
            <a:schemeClr val="bg1"/>
          </a:solidFill>
        </p:grpSpPr>
        <p:sp>
          <p:nvSpPr>
            <p:cNvPr id="155" name="Freeform 53">
              <a:extLst>
                <a:ext uri="{FF2B5EF4-FFF2-40B4-BE49-F238E27FC236}">
                  <a16:creationId xmlns:a16="http://schemas.microsoft.com/office/drawing/2014/main" id="{7570B820-1702-0733-1A1D-E3775A75B5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488" y="2636838"/>
              <a:ext cx="1447800" cy="425450"/>
            </a:xfrm>
            <a:custGeom>
              <a:avLst/>
              <a:gdLst>
                <a:gd name="T0" fmla="*/ 0 w 517"/>
                <a:gd name="T1" fmla="*/ 0 h 151"/>
                <a:gd name="T2" fmla="*/ 268 w 517"/>
                <a:gd name="T3" fmla="*/ 0 h 151"/>
                <a:gd name="T4" fmla="*/ 517 w 517"/>
                <a:gd name="T5" fmla="*/ 151 h 151"/>
                <a:gd name="T6" fmla="*/ 0 w 517"/>
                <a:gd name="T7" fmla="*/ 151 h 151"/>
                <a:gd name="T8" fmla="*/ 0 w 517"/>
                <a:gd name="T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7" h="151">
                  <a:moveTo>
                    <a:pt x="0" y="0"/>
                  </a:moveTo>
                  <a:cubicBezTo>
                    <a:pt x="268" y="0"/>
                    <a:pt x="268" y="0"/>
                    <a:pt x="268" y="0"/>
                  </a:cubicBezTo>
                  <a:cubicBezTo>
                    <a:pt x="376" y="0"/>
                    <a:pt x="470" y="61"/>
                    <a:pt x="517" y="151"/>
                  </a:cubicBezTo>
                  <a:cubicBezTo>
                    <a:pt x="0" y="151"/>
                    <a:pt x="0" y="151"/>
                    <a:pt x="0" y="15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al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6" name="Freeform 54">
              <a:extLst>
                <a:ext uri="{FF2B5EF4-FFF2-40B4-BE49-F238E27FC236}">
                  <a16:creationId xmlns:a16="http://schemas.microsoft.com/office/drawing/2014/main" id="{B2E4A731-CC80-88B2-84C2-D1DA427306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488" y="3802063"/>
              <a:ext cx="1439863" cy="412750"/>
            </a:xfrm>
            <a:custGeom>
              <a:avLst/>
              <a:gdLst>
                <a:gd name="T0" fmla="*/ 268 w 514"/>
                <a:gd name="T1" fmla="*/ 147 h 147"/>
                <a:gd name="T2" fmla="*/ 0 w 514"/>
                <a:gd name="T3" fmla="*/ 147 h 147"/>
                <a:gd name="T4" fmla="*/ 0 w 514"/>
                <a:gd name="T5" fmla="*/ 0 h 147"/>
                <a:gd name="T6" fmla="*/ 514 w 514"/>
                <a:gd name="T7" fmla="*/ 0 h 147"/>
                <a:gd name="T8" fmla="*/ 268 w 514"/>
                <a:gd name="T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4" h="147">
                  <a:moveTo>
                    <a:pt x="268" y="147"/>
                  </a:moveTo>
                  <a:cubicBezTo>
                    <a:pt x="0" y="147"/>
                    <a:pt x="0" y="147"/>
                    <a:pt x="0" y="1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14" y="0"/>
                    <a:pt x="514" y="0"/>
                    <a:pt x="514" y="0"/>
                  </a:cubicBezTo>
                  <a:cubicBezTo>
                    <a:pt x="467" y="88"/>
                    <a:pt x="374" y="147"/>
                    <a:pt x="268" y="1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al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7" name="Freeform 55">
              <a:extLst>
                <a:ext uri="{FF2B5EF4-FFF2-40B4-BE49-F238E27FC236}">
                  <a16:creationId xmlns:a16="http://schemas.microsoft.com/office/drawing/2014/main" id="{87208133-DB4C-723F-FC4F-03C4297AB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488" y="3241676"/>
              <a:ext cx="1535113" cy="382588"/>
            </a:xfrm>
            <a:custGeom>
              <a:avLst/>
              <a:gdLst>
                <a:gd name="T0" fmla="*/ 548 w 548"/>
                <a:gd name="T1" fmla="*/ 65 h 136"/>
                <a:gd name="T2" fmla="*/ 539 w 548"/>
                <a:gd name="T3" fmla="*/ 136 h 136"/>
                <a:gd name="T4" fmla="*/ 0 w 548"/>
                <a:gd name="T5" fmla="*/ 136 h 136"/>
                <a:gd name="T6" fmla="*/ 0 w 548"/>
                <a:gd name="T7" fmla="*/ 0 h 136"/>
                <a:gd name="T8" fmla="*/ 540 w 548"/>
                <a:gd name="T9" fmla="*/ 0 h 136"/>
                <a:gd name="T10" fmla="*/ 548 w 548"/>
                <a:gd name="T11" fmla="*/ 65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8" h="136">
                  <a:moveTo>
                    <a:pt x="548" y="65"/>
                  </a:moveTo>
                  <a:cubicBezTo>
                    <a:pt x="548" y="90"/>
                    <a:pt x="545" y="114"/>
                    <a:pt x="539" y="136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40" y="0"/>
                    <a:pt x="540" y="0"/>
                    <a:pt x="540" y="0"/>
                  </a:cubicBezTo>
                  <a:cubicBezTo>
                    <a:pt x="545" y="21"/>
                    <a:pt x="548" y="43"/>
                    <a:pt x="548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al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8" name="Freeform 56">
              <a:extLst>
                <a:ext uri="{FF2B5EF4-FFF2-40B4-BE49-F238E27FC236}">
                  <a16:creationId xmlns:a16="http://schemas.microsoft.com/office/drawing/2014/main" id="{AFCA6B56-16D0-A556-601A-F2D24FCC0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563" y="3241676"/>
              <a:ext cx="603250" cy="382588"/>
            </a:xfrm>
            <a:custGeom>
              <a:avLst/>
              <a:gdLst>
                <a:gd name="T0" fmla="*/ 0 w 215"/>
                <a:gd name="T1" fmla="*/ 65 h 136"/>
                <a:gd name="T2" fmla="*/ 0 w 215"/>
                <a:gd name="T3" fmla="*/ 65 h 136"/>
                <a:gd name="T4" fmla="*/ 8 w 215"/>
                <a:gd name="T5" fmla="*/ 0 h 136"/>
                <a:gd name="T6" fmla="*/ 215 w 215"/>
                <a:gd name="T7" fmla="*/ 0 h 136"/>
                <a:gd name="T8" fmla="*/ 207 w 215"/>
                <a:gd name="T9" fmla="*/ 72 h 136"/>
                <a:gd name="T10" fmla="*/ 213 w 215"/>
                <a:gd name="T11" fmla="*/ 136 h 136"/>
                <a:gd name="T12" fmla="*/ 9 w 215"/>
                <a:gd name="T13" fmla="*/ 136 h 136"/>
                <a:gd name="T14" fmla="*/ 0 w 215"/>
                <a:gd name="T15" fmla="*/ 65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5" h="136">
                  <a:moveTo>
                    <a:pt x="0" y="65"/>
                  </a:moveTo>
                  <a:cubicBezTo>
                    <a:pt x="0" y="65"/>
                    <a:pt x="0" y="65"/>
                    <a:pt x="0" y="65"/>
                  </a:cubicBezTo>
                  <a:cubicBezTo>
                    <a:pt x="0" y="43"/>
                    <a:pt x="3" y="21"/>
                    <a:pt x="8" y="0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210" y="23"/>
                    <a:pt x="207" y="47"/>
                    <a:pt x="207" y="72"/>
                  </a:cubicBezTo>
                  <a:cubicBezTo>
                    <a:pt x="207" y="94"/>
                    <a:pt x="209" y="116"/>
                    <a:pt x="213" y="136"/>
                  </a:cubicBezTo>
                  <a:cubicBezTo>
                    <a:pt x="9" y="136"/>
                    <a:pt x="9" y="136"/>
                    <a:pt x="9" y="136"/>
                  </a:cubicBezTo>
                  <a:cubicBezTo>
                    <a:pt x="4" y="114"/>
                    <a:pt x="0" y="90"/>
                    <a:pt x="0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al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9" name="Freeform 57">
              <a:extLst>
                <a:ext uri="{FF2B5EF4-FFF2-40B4-BE49-F238E27FC236}">
                  <a16:creationId xmlns:a16="http://schemas.microsoft.com/office/drawing/2014/main" id="{7FDCF397-BC67-9EB9-BE4B-23FAD024C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8813" y="3802063"/>
              <a:ext cx="1443038" cy="412750"/>
            </a:xfrm>
            <a:custGeom>
              <a:avLst/>
              <a:gdLst>
                <a:gd name="T0" fmla="*/ 515 w 515"/>
                <a:gd name="T1" fmla="*/ 147 h 147"/>
                <a:gd name="T2" fmla="*/ 247 w 515"/>
                <a:gd name="T3" fmla="*/ 147 h 147"/>
                <a:gd name="T4" fmla="*/ 0 w 515"/>
                <a:gd name="T5" fmla="*/ 0 h 147"/>
                <a:gd name="T6" fmla="*/ 515 w 515"/>
                <a:gd name="T7" fmla="*/ 0 h 147"/>
                <a:gd name="T8" fmla="*/ 515 w 515"/>
                <a:gd name="T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5" h="147">
                  <a:moveTo>
                    <a:pt x="515" y="147"/>
                  </a:moveTo>
                  <a:cubicBezTo>
                    <a:pt x="247" y="147"/>
                    <a:pt x="247" y="147"/>
                    <a:pt x="247" y="147"/>
                  </a:cubicBezTo>
                  <a:cubicBezTo>
                    <a:pt x="141" y="147"/>
                    <a:pt x="48" y="88"/>
                    <a:pt x="0" y="0"/>
                  </a:cubicBezTo>
                  <a:cubicBezTo>
                    <a:pt x="515" y="0"/>
                    <a:pt x="515" y="0"/>
                    <a:pt x="515" y="0"/>
                  </a:cubicBezTo>
                  <a:lnTo>
                    <a:pt x="515" y="1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al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0" name="Freeform 58">
              <a:extLst>
                <a:ext uri="{FF2B5EF4-FFF2-40B4-BE49-F238E27FC236}">
                  <a16:creationId xmlns:a16="http://schemas.microsoft.com/office/drawing/2014/main" id="{2C6CFAD4-2774-998D-3223-122A6CBFE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051" y="2636838"/>
              <a:ext cx="1447800" cy="425450"/>
            </a:xfrm>
            <a:custGeom>
              <a:avLst/>
              <a:gdLst>
                <a:gd name="T0" fmla="*/ 0 w 517"/>
                <a:gd name="T1" fmla="*/ 151 h 151"/>
                <a:gd name="T2" fmla="*/ 249 w 517"/>
                <a:gd name="T3" fmla="*/ 0 h 151"/>
                <a:gd name="T4" fmla="*/ 517 w 517"/>
                <a:gd name="T5" fmla="*/ 0 h 151"/>
                <a:gd name="T6" fmla="*/ 517 w 517"/>
                <a:gd name="T7" fmla="*/ 151 h 151"/>
                <a:gd name="T8" fmla="*/ 0 w 517"/>
                <a:gd name="T9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7" h="151">
                  <a:moveTo>
                    <a:pt x="0" y="151"/>
                  </a:moveTo>
                  <a:cubicBezTo>
                    <a:pt x="47" y="61"/>
                    <a:pt x="141" y="0"/>
                    <a:pt x="249" y="0"/>
                  </a:cubicBezTo>
                  <a:cubicBezTo>
                    <a:pt x="517" y="0"/>
                    <a:pt x="517" y="0"/>
                    <a:pt x="517" y="0"/>
                  </a:cubicBezTo>
                  <a:cubicBezTo>
                    <a:pt x="517" y="151"/>
                    <a:pt x="517" y="151"/>
                    <a:pt x="517" y="151"/>
                  </a:cubicBezTo>
                  <a:lnTo>
                    <a:pt x="0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al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61" name="Freeform 5">
            <a:extLst>
              <a:ext uri="{FF2B5EF4-FFF2-40B4-BE49-F238E27FC236}">
                <a16:creationId xmlns:a16="http://schemas.microsoft.com/office/drawing/2014/main" id="{89482AC7-69BB-15AB-5EEE-E7291A28782C}"/>
              </a:ext>
            </a:extLst>
          </p:cNvPr>
          <p:cNvSpPr>
            <a:spLocks noEditPoints="1"/>
          </p:cNvSpPr>
          <p:nvPr/>
        </p:nvSpPr>
        <p:spPr bwMode="auto">
          <a:xfrm>
            <a:off x="9835714" y="217805"/>
            <a:ext cx="797698" cy="769441"/>
          </a:xfrm>
          <a:custGeom>
            <a:avLst/>
            <a:gdLst>
              <a:gd name="T0" fmla="*/ 743 w 795"/>
              <a:gd name="T1" fmla="*/ 555 h 794"/>
              <a:gd name="T2" fmla="*/ 700 w 795"/>
              <a:gd name="T3" fmla="*/ 141 h 794"/>
              <a:gd name="T4" fmla="*/ 677 w 795"/>
              <a:gd name="T5" fmla="*/ 400 h 794"/>
              <a:gd name="T6" fmla="*/ 629 w 795"/>
              <a:gd name="T7" fmla="*/ 566 h 794"/>
              <a:gd name="T8" fmla="*/ 611 w 795"/>
              <a:gd name="T9" fmla="*/ 685 h 794"/>
              <a:gd name="T10" fmla="*/ 603 w 795"/>
              <a:gd name="T11" fmla="*/ 683 h 794"/>
              <a:gd name="T12" fmla="*/ 589 w 795"/>
              <a:gd name="T13" fmla="*/ 745 h 794"/>
              <a:gd name="T14" fmla="*/ 575 w 795"/>
              <a:gd name="T15" fmla="*/ 158 h 794"/>
              <a:gd name="T16" fmla="*/ 569 w 795"/>
              <a:gd name="T17" fmla="*/ 555 h 794"/>
              <a:gd name="T18" fmla="*/ 559 w 795"/>
              <a:gd name="T19" fmla="*/ 535 h 794"/>
              <a:gd name="T20" fmla="*/ 540 w 795"/>
              <a:gd name="T21" fmla="*/ 405 h 794"/>
              <a:gd name="T22" fmla="*/ 535 w 795"/>
              <a:gd name="T23" fmla="*/ 302 h 794"/>
              <a:gd name="T24" fmla="*/ 522 w 795"/>
              <a:gd name="T25" fmla="*/ 774 h 794"/>
              <a:gd name="T26" fmla="*/ 509 w 795"/>
              <a:gd name="T27" fmla="*/ 132 h 794"/>
              <a:gd name="T28" fmla="*/ 499 w 795"/>
              <a:gd name="T29" fmla="*/ 668 h 794"/>
              <a:gd name="T30" fmla="*/ 496 w 795"/>
              <a:gd name="T31" fmla="*/ 319 h 794"/>
              <a:gd name="T32" fmla="*/ 491 w 795"/>
              <a:gd name="T33" fmla="*/ 598 h 794"/>
              <a:gd name="T34" fmla="*/ 486 w 795"/>
              <a:gd name="T35" fmla="*/ 329 h 794"/>
              <a:gd name="T36" fmla="*/ 486 w 795"/>
              <a:gd name="T37" fmla="*/ 751 h 794"/>
              <a:gd name="T38" fmla="*/ 484 w 795"/>
              <a:gd name="T39" fmla="*/ 344 h 794"/>
              <a:gd name="T40" fmla="*/ 476 w 795"/>
              <a:gd name="T41" fmla="*/ 626 h 794"/>
              <a:gd name="T42" fmla="*/ 468 w 795"/>
              <a:gd name="T43" fmla="*/ 218 h 794"/>
              <a:gd name="T44" fmla="*/ 468 w 795"/>
              <a:gd name="T45" fmla="*/ 622 h 794"/>
              <a:gd name="T46" fmla="*/ 456 w 795"/>
              <a:gd name="T47" fmla="*/ 234 h 794"/>
              <a:gd name="T48" fmla="*/ 452 w 795"/>
              <a:gd name="T49" fmla="*/ 563 h 794"/>
              <a:gd name="T50" fmla="*/ 446 w 795"/>
              <a:gd name="T51" fmla="*/ 127 h 794"/>
              <a:gd name="T52" fmla="*/ 437 w 795"/>
              <a:gd name="T53" fmla="*/ 613 h 794"/>
              <a:gd name="T54" fmla="*/ 427 w 795"/>
              <a:gd name="T55" fmla="*/ 495 h 794"/>
              <a:gd name="T56" fmla="*/ 419 w 795"/>
              <a:gd name="T57" fmla="*/ 712 h 794"/>
              <a:gd name="T58" fmla="*/ 404 w 795"/>
              <a:gd name="T59" fmla="*/ 563 h 794"/>
              <a:gd name="T60" fmla="*/ 402 w 795"/>
              <a:gd name="T61" fmla="*/ 185 h 794"/>
              <a:gd name="T62" fmla="*/ 402 w 795"/>
              <a:gd name="T63" fmla="*/ 342 h 794"/>
              <a:gd name="T64" fmla="*/ 393 w 795"/>
              <a:gd name="T65" fmla="*/ 591 h 794"/>
              <a:gd name="T66" fmla="*/ 391 w 795"/>
              <a:gd name="T67" fmla="*/ 188 h 794"/>
              <a:gd name="T68" fmla="*/ 379 w 795"/>
              <a:gd name="T69" fmla="*/ 299 h 794"/>
              <a:gd name="T70" fmla="*/ 373 w 795"/>
              <a:gd name="T71" fmla="*/ 680 h 794"/>
              <a:gd name="T72" fmla="*/ 370 w 795"/>
              <a:gd name="T73" fmla="*/ 543 h 794"/>
              <a:gd name="T74" fmla="*/ 354 w 795"/>
              <a:gd name="T75" fmla="*/ 378 h 794"/>
              <a:gd name="T76" fmla="*/ 349 w 795"/>
              <a:gd name="T77" fmla="*/ 283 h 794"/>
              <a:gd name="T78" fmla="*/ 337 w 795"/>
              <a:gd name="T79" fmla="*/ 14 h 794"/>
              <a:gd name="T80" fmla="*/ 328 w 795"/>
              <a:gd name="T81" fmla="*/ 336 h 794"/>
              <a:gd name="T82" fmla="*/ 311 w 795"/>
              <a:gd name="T83" fmla="*/ 23 h 794"/>
              <a:gd name="T84" fmla="*/ 311 w 795"/>
              <a:gd name="T85" fmla="*/ 494 h 794"/>
              <a:gd name="T86" fmla="*/ 307 w 795"/>
              <a:gd name="T87" fmla="*/ 356 h 794"/>
              <a:gd name="T88" fmla="*/ 301 w 795"/>
              <a:gd name="T89" fmla="*/ 81 h 794"/>
              <a:gd name="T90" fmla="*/ 301 w 795"/>
              <a:gd name="T91" fmla="*/ 422 h 794"/>
              <a:gd name="T92" fmla="*/ 295 w 795"/>
              <a:gd name="T93" fmla="*/ 187 h 794"/>
              <a:gd name="T94" fmla="*/ 293 w 795"/>
              <a:gd name="T95" fmla="*/ 616 h 794"/>
              <a:gd name="T96" fmla="*/ 291 w 795"/>
              <a:gd name="T97" fmla="*/ 469 h 794"/>
              <a:gd name="T98" fmla="*/ 280 w 795"/>
              <a:gd name="T99" fmla="*/ 298 h 794"/>
              <a:gd name="T100" fmla="*/ 272 w 795"/>
              <a:gd name="T101" fmla="*/ 442 h 794"/>
              <a:gd name="T102" fmla="*/ 262 w 795"/>
              <a:gd name="T103" fmla="*/ 381 h 794"/>
              <a:gd name="T104" fmla="*/ 251 w 795"/>
              <a:gd name="T105" fmla="*/ 66 h 794"/>
              <a:gd name="T106" fmla="*/ 248 w 795"/>
              <a:gd name="T107" fmla="*/ 534 h 794"/>
              <a:gd name="T108" fmla="*/ 222 w 795"/>
              <a:gd name="T109" fmla="*/ 217 h 794"/>
              <a:gd name="T110" fmla="*/ 210 w 795"/>
              <a:gd name="T111" fmla="*/ 598 h 794"/>
              <a:gd name="T112" fmla="*/ 200 w 795"/>
              <a:gd name="T113" fmla="*/ 622 h 794"/>
              <a:gd name="T114" fmla="*/ 192 w 795"/>
              <a:gd name="T115" fmla="*/ 59 h 794"/>
              <a:gd name="T116" fmla="*/ 189 w 795"/>
              <a:gd name="T117" fmla="*/ 576 h 794"/>
              <a:gd name="T118" fmla="*/ 173 w 795"/>
              <a:gd name="T119" fmla="*/ 588 h 794"/>
              <a:gd name="T120" fmla="*/ 148 w 795"/>
              <a:gd name="T121" fmla="*/ 196 h 794"/>
              <a:gd name="T122" fmla="*/ 103 w 795"/>
              <a:gd name="T123" fmla="*/ 313 h 794"/>
              <a:gd name="T124" fmla="*/ 68 w 795"/>
              <a:gd name="T125" fmla="*/ 211 h 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795" h="794">
                <a:moveTo>
                  <a:pt x="770" y="265"/>
                </a:moveTo>
                <a:cubicBezTo>
                  <a:pt x="775" y="277"/>
                  <a:pt x="779" y="289"/>
                  <a:pt x="783" y="302"/>
                </a:cubicBezTo>
                <a:cubicBezTo>
                  <a:pt x="783" y="304"/>
                  <a:pt x="783" y="306"/>
                  <a:pt x="783" y="309"/>
                </a:cubicBezTo>
                <a:cubicBezTo>
                  <a:pt x="789" y="331"/>
                  <a:pt x="795" y="357"/>
                  <a:pt x="792" y="381"/>
                </a:cubicBezTo>
                <a:cubicBezTo>
                  <a:pt x="795" y="400"/>
                  <a:pt x="792" y="420"/>
                  <a:pt x="792" y="439"/>
                </a:cubicBezTo>
                <a:cubicBezTo>
                  <a:pt x="787" y="453"/>
                  <a:pt x="791" y="467"/>
                  <a:pt x="784" y="480"/>
                </a:cubicBezTo>
                <a:cubicBezTo>
                  <a:pt x="782" y="498"/>
                  <a:pt x="775" y="512"/>
                  <a:pt x="772" y="529"/>
                </a:cubicBezTo>
                <a:cubicBezTo>
                  <a:pt x="772" y="530"/>
                  <a:pt x="771" y="532"/>
                  <a:pt x="770" y="534"/>
                </a:cubicBezTo>
                <a:cubicBezTo>
                  <a:pt x="770" y="506"/>
                  <a:pt x="770" y="506"/>
                  <a:pt x="770" y="506"/>
                </a:cubicBezTo>
                <a:cubicBezTo>
                  <a:pt x="773" y="502"/>
                  <a:pt x="775" y="496"/>
                  <a:pt x="774" y="489"/>
                </a:cubicBezTo>
                <a:cubicBezTo>
                  <a:pt x="773" y="490"/>
                  <a:pt x="772" y="491"/>
                  <a:pt x="770" y="491"/>
                </a:cubicBezTo>
                <a:cubicBezTo>
                  <a:pt x="770" y="480"/>
                  <a:pt x="770" y="480"/>
                  <a:pt x="770" y="480"/>
                </a:cubicBezTo>
                <a:cubicBezTo>
                  <a:pt x="777" y="476"/>
                  <a:pt x="781" y="470"/>
                  <a:pt x="780" y="456"/>
                </a:cubicBezTo>
                <a:cubicBezTo>
                  <a:pt x="776" y="457"/>
                  <a:pt x="773" y="459"/>
                  <a:pt x="770" y="460"/>
                </a:cubicBezTo>
                <a:cubicBezTo>
                  <a:pt x="770" y="451"/>
                  <a:pt x="770" y="451"/>
                  <a:pt x="770" y="451"/>
                </a:cubicBezTo>
                <a:cubicBezTo>
                  <a:pt x="781" y="446"/>
                  <a:pt x="785" y="441"/>
                  <a:pt x="786" y="423"/>
                </a:cubicBezTo>
                <a:cubicBezTo>
                  <a:pt x="781" y="423"/>
                  <a:pt x="775" y="426"/>
                  <a:pt x="770" y="429"/>
                </a:cubicBezTo>
                <a:cubicBezTo>
                  <a:pt x="770" y="420"/>
                  <a:pt x="770" y="420"/>
                  <a:pt x="770" y="420"/>
                </a:cubicBezTo>
                <a:cubicBezTo>
                  <a:pt x="783" y="414"/>
                  <a:pt x="787" y="410"/>
                  <a:pt x="786" y="389"/>
                </a:cubicBezTo>
                <a:cubicBezTo>
                  <a:pt x="781" y="390"/>
                  <a:pt x="775" y="393"/>
                  <a:pt x="770" y="397"/>
                </a:cubicBezTo>
                <a:cubicBezTo>
                  <a:pt x="770" y="388"/>
                  <a:pt x="770" y="388"/>
                  <a:pt x="770" y="388"/>
                </a:cubicBezTo>
                <a:cubicBezTo>
                  <a:pt x="782" y="381"/>
                  <a:pt x="787" y="374"/>
                  <a:pt x="784" y="355"/>
                </a:cubicBezTo>
                <a:cubicBezTo>
                  <a:pt x="779" y="357"/>
                  <a:pt x="775" y="360"/>
                  <a:pt x="770" y="363"/>
                </a:cubicBezTo>
                <a:cubicBezTo>
                  <a:pt x="770" y="354"/>
                  <a:pt x="770" y="354"/>
                  <a:pt x="770" y="354"/>
                </a:cubicBezTo>
                <a:cubicBezTo>
                  <a:pt x="777" y="348"/>
                  <a:pt x="781" y="342"/>
                  <a:pt x="781" y="328"/>
                </a:cubicBezTo>
                <a:cubicBezTo>
                  <a:pt x="780" y="325"/>
                  <a:pt x="778" y="323"/>
                  <a:pt x="778" y="321"/>
                </a:cubicBezTo>
                <a:cubicBezTo>
                  <a:pt x="775" y="323"/>
                  <a:pt x="772" y="326"/>
                  <a:pt x="770" y="328"/>
                </a:cubicBezTo>
                <a:cubicBezTo>
                  <a:pt x="770" y="314"/>
                  <a:pt x="770" y="314"/>
                  <a:pt x="770" y="314"/>
                </a:cubicBezTo>
                <a:cubicBezTo>
                  <a:pt x="774" y="308"/>
                  <a:pt x="775" y="300"/>
                  <a:pt x="770" y="288"/>
                </a:cubicBezTo>
                <a:lnTo>
                  <a:pt x="770" y="265"/>
                </a:lnTo>
                <a:close/>
                <a:moveTo>
                  <a:pt x="755" y="228"/>
                </a:moveTo>
                <a:cubicBezTo>
                  <a:pt x="761" y="240"/>
                  <a:pt x="766" y="252"/>
                  <a:pt x="770" y="265"/>
                </a:cubicBezTo>
                <a:cubicBezTo>
                  <a:pt x="770" y="288"/>
                  <a:pt x="770" y="288"/>
                  <a:pt x="770" y="288"/>
                </a:cubicBezTo>
                <a:cubicBezTo>
                  <a:pt x="770" y="288"/>
                  <a:pt x="770" y="288"/>
                  <a:pt x="770" y="288"/>
                </a:cubicBezTo>
                <a:cubicBezTo>
                  <a:pt x="769" y="290"/>
                  <a:pt x="769" y="290"/>
                  <a:pt x="755" y="303"/>
                </a:cubicBezTo>
                <a:cubicBezTo>
                  <a:pt x="755" y="290"/>
                  <a:pt x="755" y="290"/>
                  <a:pt x="755" y="290"/>
                </a:cubicBezTo>
                <a:cubicBezTo>
                  <a:pt x="764" y="281"/>
                  <a:pt x="767" y="274"/>
                  <a:pt x="759" y="256"/>
                </a:cubicBezTo>
                <a:cubicBezTo>
                  <a:pt x="757" y="258"/>
                  <a:pt x="756" y="260"/>
                  <a:pt x="755" y="261"/>
                </a:cubicBezTo>
                <a:cubicBezTo>
                  <a:pt x="755" y="228"/>
                  <a:pt x="755" y="228"/>
                  <a:pt x="755" y="228"/>
                </a:cubicBezTo>
                <a:close/>
                <a:moveTo>
                  <a:pt x="770" y="534"/>
                </a:moveTo>
                <a:cubicBezTo>
                  <a:pt x="766" y="545"/>
                  <a:pt x="760" y="556"/>
                  <a:pt x="755" y="567"/>
                </a:cubicBezTo>
                <a:cubicBezTo>
                  <a:pt x="755" y="540"/>
                  <a:pt x="755" y="540"/>
                  <a:pt x="755" y="540"/>
                </a:cubicBezTo>
                <a:cubicBezTo>
                  <a:pt x="759" y="537"/>
                  <a:pt x="763" y="531"/>
                  <a:pt x="766" y="522"/>
                </a:cubicBezTo>
                <a:cubicBezTo>
                  <a:pt x="762" y="523"/>
                  <a:pt x="759" y="523"/>
                  <a:pt x="755" y="524"/>
                </a:cubicBezTo>
                <a:cubicBezTo>
                  <a:pt x="755" y="514"/>
                  <a:pt x="755" y="514"/>
                  <a:pt x="755" y="514"/>
                </a:cubicBezTo>
                <a:cubicBezTo>
                  <a:pt x="762" y="513"/>
                  <a:pt x="767" y="510"/>
                  <a:pt x="770" y="506"/>
                </a:cubicBezTo>
                <a:cubicBezTo>
                  <a:pt x="770" y="534"/>
                  <a:pt x="770" y="534"/>
                  <a:pt x="770" y="534"/>
                </a:cubicBezTo>
                <a:close/>
                <a:moveTo>
                  <a:pt x="770" y="314"/>
                </a:moveTo>
                <a:cubicBezTo>
                  <a:pt x="770" y="328"/>
                  <a:pt x="770" y="328"/>
                  <a:pt x="770" y="328"/>
                </a:cubicBezTo>
                <a:cubicBezTo>
                  <a:pt x="763" y="333"/>
                  <a:pt x="758" y="338"/>
                  <a:pt x="755" y="344"/>
                </a:cubicBezTo>
                <a:cubicBezTo>
                  <a:pt x="755" y="329"/>
                  <a:pt x="755" y="329"/>
                  <a:pt x="755" y="329"/>
                </a:cubicBezTo>
                <a:cubicBezTo>
                  <a:pt x="762" y="324"/>
                  <a:pt x="767" y="319"/>
                  <a:pt x="770" y="314"/>
                </a:cubicBezTo>
                <a:close/>
                <a:moveTo>
                  <a:pt x="770" y="354"/>
                </a:moveTo>
                <a:cubicBezTo>
                  <a:pt x="770" y="363"/>
                  <a:pt x="770" y="363"/>
                  <a:pt x="770" y="363"/>
                </a:cubicBezTo>
                <a:cubicBezTo>
                  <a:pt x="764" y="368"/>
                  <a:pt x="758" y="374"/>
                  <a:pt x="756" y="381"/>
                </a:cubicBezTo>
                <a:cubicBezTo>
                  <a:pt x="756" y="386"/>
                  <a:pt x="756" y="391"/>
                  <a:pt x="756" y="396"/>
                </a:cubicBezTo>
                <a:cubicBezTo>
                  <a:pt x="762" y="393"/>
                  <a:pt x="766" y="390"/>
                  <a:pt x="770" y="388"/>
                </a:cubicBezTo>
                <a:cubicBezTo>
                  <a:pt x="770" y="397"/>
                  <a:pt x="770" y="397"/>
                  <a:pt x="770" y="397"/>
                </a:cubicBezTo>
                <a:cubicBezTo>
                  <a:pt x="764" y="401"/>
                  <a:pt x="758" y="406"/>
                  <a:pt x="756" y="412"/>
                </a:cubicBezTo>
                <a:cubicBezTo>
                  <a:pt x="755" y="416"/>
                  <a:pt x="755" y="420"/>
                  <a:pt x="755" y="424"/>
                </a:cubicBezTo>
                <a:cubicBezTo>
                  <a:pt x="755" y="364"/>
                  <a:pt x="755" y="364"/>
                  <a:pt x="755" y="364"/>
                </a:cubicBezTo>
                <a:cubicBezTo>
                  <a:pt x="762" y="360"/>
                  <a:pt x="766" y="357"/>
                  <a:pt x="770" y="354"/>
                </a:cubicBezTo>
                <a:close/>
                <a:moveTo>
                  <a:pt x="770" y="420"/>
                </a:moveTo>
                <a:cubicBezTo>
                  <a:pt x="766" y="422"/>
                  <a:pt x="761" y="424"/>
                  <a:pt x="755" y="427"/>
                </a:cubicBezTo>
                <a:cubicBezTo>
                  <a:pt x="755" y="440"/>
                  <a:pt x="755" y="440"/>
                  <a:pt x="755" y="440"/>
                </a:cubicBezTo>
                <a:cubicBezTo>
                  <a:pt x="755" y="439"/>
                  <a:pt x="756" y="438"/>
                  <a:pt x="756" y="438"/>
                </a:cubicBezTo>
                <a:cubicBezTo>
                  <a:pt x="760" y="435"/>
                  <a:pt x="765" y="432"/>
                  <a:pt x="770" y="429"/>
                </a:cubicBezTo>
                <a:cubicBezTo>
                  <a:pt x="770" y="420"/>
                  <a:pt x="770" y="420"/>
                  <a:pt x="770" y="420"/>
                </a:cubicBezTo>
                <a:close/>
                <a:moveTo>
                  <a:pt x="770" y="451"/>
                </a:moveTo>
                <a:cubicBezTo>
                  <a:pt x="770" y="460"/>
                  <a:pt x="770" y="460"/>
                  <a:pt x="770" y="460"/>
                </a:cubicBezTo>
                <a:cubicBezTo>
                  <a:pt x="764" y="463"/>
                  <a:pt x="759" y="464"/>
                  <a:pt x="755" y="467"/>
                </a:cubicBezTo>
                <a:cubicBezTo>
                  <a:pt x="755" y="457"/>
                  <a:pt x="755" y="457"/>
                  <a:pt x="755" y="457"/>
                </a:cubicBezTo>
                <a:cubicBezTo>
                  <a:pt x="761" y="455"/>
                  <a:pt x="766" y="453"/>
                  <a:pt x="770" y="451"/>
                </a:cubicBezTo>
                <a:close/>
                <a:moveTo>
                  <a:pt x="770" y="480"/>
                </a:moveTo>
                <a:cubicBezTo>
                  <a:pt x="770" y="491"/>
                  <a:pt x="770" y="491"/>
                  <a:pt x="770" y="491"/>
                </a:cubicBezTo>
                <a:cubicBezTo>
                  <a:pt x="764" y="494"/>
                  <a:pt x="759" y="495"/>
                  <a:pt x="755" y="497"/>
                </a:cubicBezTo>
                <a:cubicBezTo>
                  <a:pt x="755" y="486"/>
                  <a:pt x="755" y="486"/>
                  <a:pt x="755" y="486"/>
                </a:cubicBezTo>
                <a:cubicBezTo>
                  <a:pt x="761" y="484"/>
                  <a:pt x="766" y="483"/>
                  <a:pt x="770" y="480"/>
                </a:cubicBezTo>
                <a:close/>
                <a:moveTo>
                  <a:pt x="749" y="214"/>
                </a:moveTo>
                <a:cubicBezTo>
                  <a:pt x="751" y="219"/>
                  <a:pt x="753" y="224"/>
                  <a:pt x="755" y="228"/>
                </a:cubicBezTo>
                <a:cubicBezTo>
                  <a:pt x="755" y="261"/>
                  <a:pt x="755" y="261"/>
                  <a:pt x="755" y="261"/>
                </a:cubicBezTo>
                <a:cubicBezTo>
                  <a:pt x="753" y="264"/>
                  <a:pt x="752" y="266"/>
                  <a:pt x="749" y="269"/>
                </a:cubicBezTo>
                <a:cubicBezTo>
                  <a:pt x="749" y="253"/>
                  <a:pt x="749" y="253"/>
                  <a:pt x="749" y="253"/>
                </a:cubicBezTo>
                <a:cubicBezTo>
                  <a:pt x="753" y="246"/>
                  <a:pt x="755" y="238"/>
                  <a:pt x="749" y="230"/>
                </a:cubicBezTo>
                <a:cubicBezTo>
                  <a:pt x="749" y="214"/>
                  <a:pt x="749" y="214"/>
                  <a:pt x="749" y="214"/>
                </a:cubicBezTo>
                <a:close/>
                <a:moveTo>
                  <a:pt x="755" y="567"/>
                </a:moveTo>
                <a:cubicBezTo>
                  <a:pt x="753" y="571"/>
                  <a:pt x="751" y="576"/>
                  <a:pt x="749" y="580"/>
                </a:cubicBezTo>
                <a:cubicBezTo>
                  <a:pt x="749" y="564"/>
                  <a:pt x="749" y="564"/>
                  <a:pt x="749" y="564"/>
                </a:cubicBezTo>
                <a:cubicBezTo>
                  <a:pt x="751" y="561"/>
                  <a:pt x="752" y="558"/>
                  <a:pt x="753" y="553"/>
                </a:cubicBezTo>
                <a:cubicBezTo>
                  <a:pt x="749" y="554"/>
                  <a:pt x="749" y="554"/>
                  <a:pt x="749" y="554"/>
                </a:cubicBezTo>
                <a:cubicBezTo>
                  <a:pt x="749" y="544"/>
                  <a:pt x="749" y="544"/>
                  <a:pt x="749" y="544"/>
                </a:cubicBezTo>
                <a:cubicBezTo>
                  <a:pt x="751" y="543"/>
                  <a:pt x="753" y="542"/>
                  <a:pt x="755" y="540"/>
                </a:cubicBezTo>
                <a:cubicBezTo>
                  <a:pt x="755" y="567"/>
                  <a:pt x="755" y="567"/>
                  <a:pt x="755" y="567"/>
                </a:cubicBezTo>
                <a:close/>
                <a:moveTo>
                  <a:pt x="755" y="290"/>
                </a:moveTo>
                <a:cubicBezTo>
                  <a:pt x="755" y="303"/>
                  <a:pt x="755" y="303"/>
                  <a:pt x="755" y="303"/>
                </a:cubicBezTo>
                <a:cubicBezTo>
                  <a:pt x="753" y="305"/>
                  <a:pt x="753" y="305"/>
                  <a:pt x="753" y="305"/>
                </a:cubicBezTo>
                <a:cubicBezTo>
                  <a:pt x="751" y="309"/>
                  <a:pt x="750" y="311"/>
                  <a:pt x="749" y="314"/>
                </a:cubicBezTo>
                <a:cubicBezTo>
                  <a:pt x="749" y="297"/>
                  <a:pt x="749" y="297"/>
                  <a:pt x="749" y="297"/>
                </a:cubicBezTo>
                <a:cubicBezTo>
                  <a:pt x="751" y="294"/>
                  <a:pt x="753" y="292"/>
                  <a:pt x="755" y="290"/>
                </a:cubicBezTo>
                <a:close/>
                <a:moveTo>
                  <a:pt x="755" y="329"/>
                </a:moveTo>
                <a:cubicBezTo>
                  <a:pt x="755" y="344"/>
                  <a:pt x="755" y="344"/>
                  <a:pt x="755" y="344"/>
                </a:cubicBezTo>
                <a:cubicBezTo>
                  <a:pt x="753" y="349"/>
                  <a:pt x="753" y="355"/>
                  <a:pt x="755" y="364"/>
                </a:cubicBezTo>
                <a:cubicBezTo>
                  <a:pt x="755" y="364"/>
                  <a:pt x="755" y="364"/>
                  <a:pt x="755" y="364"/>
                </a:cubicBezTo>
                <a:cubicBezTo>
                  <a:pt x="755" y="424"/>
                  <a:pt x="755" y="424"/>
                  <a:pt x="755" y="424"/>
                </a:cubicBezTo>
                <a:cubicBezTo>
                  <a:pt x="755" y="427"/>
                  <a:pt x="755" y="427"/>
                  <a:pt x="755" y="427"/>
                </a:cubicBezTo>
                <a:cubicBezTo>
                  <a:pt x="755" y="427"/>
                  <a:pt x="755" y="427"/>
                  <a:pt x="755" y="427"/>
                </a:cubicBezTo>
                <a:cubicBezTo>
                  <a:pt x="755" y="440"/>
                  <a:pt x="755" y="440"/>
                  <a:pt x="755" y="440"/>
                </a:cubicBezTo>
                <a:cubicBezTo>
                  <a:pt x="753" y="446"/>
                  <a:pt x="752" y="451"/>
                  <a:pt x="752" y="458"/>
                </a:cubicBezTo>
                <a:cubicBezTo>
                  <a:pt x="753" y="458"/>
                  <a:pt x="754" y="457"/>
                  <a:pt x="755" y="457"/>
                </a:cubicBezTo>
                <a:cubicBezTo>
                  <a:pt x="755" y="467"/>
                  <a:pt x="755" y="467"/>
                  <a:pt x="755" y="467"/>
                </a:cubicBezTo>
                <a:cubicBezTo>
                  <a:pt x="753" y="469"/>
                  <a:pt x="751" y="472"/>
                  <a:pt x="749" y="475"/>
                </a:cubicBezTo>
                <a:cubicBezTo>
                  <a:pt x="749" y="408"/>
                  <a:pt x="749" y="408"/>
                  <a:pt x="749" y="408"/>
                </a:cubicBezTo>
                <a:cubicBezTo>
                  <a:pt x="749" y="407"/>
                  <a:pt x="749" y="406"/>
                  <a:pt x="750" y="405"/>
                </a:cubicBezTo>
                <a:cubicBezTo>
                  <a:pt x="749" y="400"/>
                  <a:pt x="749" y="395"/>
                  <a:pt x="749" y="390"/>
                </a:cubicBezTo>
                <a:cubicBezTo>
                  <a:pt x="749" y="328"/>
                  <a:pt x="749" y="328"/>
                  <a:pt x="749" y="328"/>
                </a:cubicBezTo>
                <a:cubicBezTo>
                  <a:pt x="749" y="330"/>
                  <a:pt x="750" y="331"/>
                  <a:pt x="751" y="333"/>
                </a:cubicBezTo>
                <a:cubicBezTo>
                  <a:pt x="752" y="332"/>
                  <a:pt x="754" y="331"/>
                  <a:pt x="755" y="329"/>
                </a:cubicBezTo>
                <a:close/>
                <a:moveTo>
                  <a:pt x="755" y="486"/>
                </a:moveTo>
                <a:cubicBezTo>
                  <a:pt x="755" y="497"/>
                  <a:pt x="755" y="497"/>
                  <a:pt x="755" y="497"/>
                </a:cubicBezTo>
                <a:cubicBezTo>
                  <a:pt x="753" y="497"/>
                  <a:pt x="751" y="498"/>
                  <a:pt x="749" y="498"/>
                </a:cubicBezTo>
                <a:cubicBezTo>
                  <a:pt x="749" y="488"/>
                  <a:pt x="749" y="488"/>
                  <a:pt x="749" y="488"/>
                </a:cubicBezTo>
                <a:cubicBezTo>
                  <a:pt x="751" y="487"/>
                  <a:pt x="753" y="487"/>
                  <a:pt x="755" y="486"/>
                </a:cubicBezTo>
                <a:close/>
                <a:moveTo>
                  <a:pt x="755" y="514"/>
                </a:moveTo>
                <a:cubicBezTo>
                  <a:pt x="755" y="524"/>
                  <a:pt x="755" y="524"/>
                  <a:pt x="755" y="524"/>
                </a:cubicBezTo>
                <a:cubicBezTo>
                  <a:pt x="753" y="524"/>
                  <a:pt x="751" y="525"/>
                  <a:pt x="749" y="525"/>
                </a:cubicBezTo>
                <a:cubicBezTo>
                  <a:pt x="749" y="516"/>
                  <a:pt x="749" y="516"/>
                  <a:pt x="749" y="516"/>
                </a:cubicBezTo>
                <a:cubicBezTo>
                  <a:pt x="751" y="516"/>
                  <a:pt x="753" y="515"/>
                  <a:pt x="755" y="514"/>
                </a:cubicBezTo>
                <a:close/>
                <a:moveTo>
                  <a:pt x="747" y="211"/>
                </a:moveTo>
                <a:cubicBezTo>
                  <a:pt x="748" y="212"/>
                  <a:pt x="748" y="213"/>
                  <a:pt x="749" y="214"/>
                </a:cubicBezTo>
                <a:cubicBezTo>
                  <a:pt x="749" y="230"/>
                  <a:pt x="749" y="230"/>
                  <a:pt x="749" y="230"/>
                </a:cubicBezTo>
                <a:cubicBezTo>
                  <a:pt x="748" y="229"/>
                  <a:pt x="748" y="228"/>
                  <a:pt x="747" y="227"/>
                </a:cubicBezTo>
                <a:cubicBezTo>
                  <a:pt x="747" y="211"/>
                  <a:pt x="747" y="211"/>
                  <a:pt x="747" y="211"/>
                </a:cubicBezTo>
                <a:close/>
                <a:moveTo>
                  <a:pt x="749" y="580"/>
                </a:moveTo>
                <a:cubicBezTo>
                  <a:pt x="747" y="584"/>
                  <a:pt x="747" y="584"/>
                  <a:pt x="747" y="584"/>
                </a:cubicBezTo>
                <a:cubicBezTo>
                  <a:pt x="747" y="567"/>
                  <a:pt x="747" y="567"/>
                  <a:pt x="747" y="567"/>
                </a:cubicBezTo>
                <a:cubicBezTo>
                  <a:pt x="748" y="566"/>
                  <a:pt x="748" y="565"/>
                  <a:pt x="749" y="564"/>
                </a:cubicBezTo>
                <a:cubicBezTo>
                  <a:pt x="749" y="580"/>
                  <a:pt x="749" y="580"/>
                  <a:pt x="749" y="580"/>
                </a:cubicBezTo>
                <a:close/>
                <a:moveTo>
                  <a:pt x="749" y="253"/>
                </a:moveTo>
                <a:cubicBezTo>
                  <a:pt x="749" y="269"/>
                  <a:pt x="749" y="269"/>
                  <a:pt x="749" y="269"/>
                </a:cubicBezTo>
                <a:cubicBezTo>
                  <a:pt x="747" y="271"/>
                  <a:pt x="747" y="271"/>
                  <a:pt x="747" y="271"/>
                </a:cubicBezTo>
                <a:cubicBezTo>
                  <a:pt x="747" y="256"/>
                  <a:pt x="747" y="256"/>
                  <a:pt x="747" y="256"/>
                </a:cubicBezTo>
                <a:cubicBezTo>
                  <a:pt x="748" y="255"/>
                  <a:pt x="748" y="254"/>
                  <a:pt x="749" y="253"/>
                </a:cubicBezTo>
                <a:close/>
                <a:moveTo>
                  <a:pt x="749" y="297"/>
                </a:moveTo>
                <a:cubicBezTo>
                  <a:pt x="749" y="314"/>
                  <a:pt x="749" y="314"/>
                  <a:pt x="749" y="314"/>
                </a:cubicBezTo>
                <a:cubicBezTo>
                  <a:pt x="747" y="318"/>
                  <a:pt x="748" y="322"/>
                  <a:pt x="749" y="328"/>
                </a:cubicBezTo>
                <a:cubicBezTo>
                  <a:pt x="749" y="390"/>
                  <a:pt x="749" y="390"/>
                  <a:pt x="749" y="390"/>
                </a:cubicBezTo>
                <a:cubicBezTo>
                  <a:pt x="749" y="382"/>
                  <a:pt x="749" y="374"/>
                  <a:pt x="747" y="366"/>
                </a:cubicBezTo>
                <a:cubicBezTo>
                  <a:pt x="747" y="298"/>
                  <a:pt x="747" y="298"/>
                  <a:pt x="747" y="298"/>
                </a:cubicBezTo>
                <a:cubicBezTo>
                  <a:pt x="748" y="298"/>
                  <a:pt x="748" y="297"/>
                  <a:pt x="749" y="297"/>
                </a:cubicBezTo>
                <a:close/>
                <a:moveTo>
                  <a:pt x="749" y="408"/>
                </a:moveTo>
                <a:cubicBezTo>
                  <a:pt x="749" y="475"/>
                  <a:pt x="749" y="475"/>
                  <a:pt x="749" y="475"/>
                </a:cubicBezTo>
                <a:cubicBezTo>
                  <a:pt x="748" y="476"/>
                  <a:pt x="748" y="477"/>
                  <a:pt x="747" y="478"/>
                </a:cubicBezTo>
                <a:cubicBezTo>
                  <a:pt x="747" y="437"/>
                  <a:pt x="747" y="437"/>
                  <a:pt x="747" y="437"/>
                </a:cubicBezTo>
                <a:cubicBezTo>
                  <a:pt x="748" y="436"/>
                  <a:pt x="748" y="436"/>
                  <a:pt x="749" y="435"/>
                </a:cubicBezTo>
                <a:cubicBezTo>
                  <a:pt x="748" y="425"/>
                  <a:pt x="747" y="417"/>
                  <a:pt x="749" y="408"/>
                </a:cubicBezTo>
                <a:close/>
                <a:moveTo>
                  <a:pt x="749" y="488"/>
                </a:moveTo>
                <a:cubicBezTo>
                  <a:pt x="749" y="498"/>
                  <a:pt x="749" y="498"/>
                  <a:pt x="749" y="498"/>
                </a:cubicBezTo>
                <a:cubicBezTo>
                  <a:pt x="748" y="499"/>
                  <a:pt x="748" y="499"/>
                  <a:pt x="747" y="499"/>
                </a:cubicBezTo>
                <a:cubicBezTo>
                  <a:pt x="747" y="488"/>
                  <a:pt x="747" y="488"/>
                  <a:pt x="747" y="488"/>
                </a:cubicBezTo>
                <a:cubicBezTo>
                  <a:pt x="749" y="488"/>
                  <a:pt x="749" y="488"/>
                  <a:pt x="749" y="488"/>
                </a:cubicBezTo>
                <a:close/>
                <a:moveTo>
                  <a:pt x="749" y="516"/>
                </a:moveTo>
                <a:cubicBezTo>
                  <a:pt x="749" y="525"/>
                  <a:pt x="749" y="525"/>
                  <a:pt x="749" y="525"/>
                </a:cubicBezTo>
                <a:cubicBezTo>
                  <a:pt x="748" y="525"/>
                  <a:pt x="748" y="525"/>
                  <a:pt x="747" y="525"/>
                </a:cubicBezTo>
                <a:cubicBezTo>
                  <a:pt x="747" y="516"/>
                  <a:pt x="747" y="516"/>
                  <a:pt x="747" y="516"/>
                </a:cubicBezTo>
                <a:cubicBezTo>
                  <a:pt x="748" y="516"/>
                  <a:pt x="748" y="516"/>
                  <a:pt x="749" y="516"/>
                </a:cubicBezTo>
                <a:close/>
                <a:moveTo>
                  <a:pt x="749" y="544"/>
                </a:moveTo>
                <a:cubicBezTo>
                  <a:pt x="749" y="554"/>
                  <a:pt x="749" y="554"/>
                  <a:pt x="749" y="554"/>
                </a:cubicBezTo>
                <a:cubicBezTo>
                  <a:pt x="747" y="554"/>
                  <a:pt x="747" y="554"/>
                  <a:pt x="747" y="554"/>
                </a:cubicBezTo>
                <a:cubicBezTo>
                  <a:pt x="747" y="545"/>
                  <a:pt x="747" y="545"/>
                  <a:pt x="747" y="545"/>
                </a:cubicBezTo>
                <a:cubicBezTo>
                  <a:pt x="748" y="544"/>
                  <a:pt x="748" y="544"/>
                  <a:pt x="749" y="544"/>
                </a:cubicBezTo>
                <a:close/>
                <a:moveTo>
                  <a:pt x="743" y="202"/>
                </a:moveTo>
                <a:cubicBezTo>
                  <a:pt x="745" y="205"/>
                  <a:pt x="746" y="208"/>
                  <a:pt x="747" y="211"/>
                </a:cubicBezTo>
                <a:cubicBezTo>
                  <a:pt x="747" y="227"/>
                  <a:pt x="747" y="227"/>
                  <a:pt x="747" y="227"/>
                </a:cubicBezTo>
                <a:cubicBezTo>
                  <a:pt x="747" y="227"/>
                  <a:pt x="746" y="226"/>
                  <a:pt x="745" y="225"/>
                </a:cubicBezTo>
                <a:cubicBezTo>
                  <a:pt x="745" y="226"/>
                  <a:pt x="744" y="227"/>
                  <a:pt x="743" y="228"/>
                </a:cubicBezTo>
                <a:cubicBezTo>
                  <a:pt x="743" y="202"/>
                  <a:pt x="743" y="202"/>
                  <a:pt x="743" y="202"/>
                </a:cubicBezTo>
                <a:close/>
                <a:moveTo>
                  <a:pt x="747" y="584"/>
                </a:moveTo>
                <a:cubicBezTo>
                  <a:pt x="746" y="586"/>
                  <a:pt x="745" y="589"/>
                  <a:pt x="743" y="592"/>
                </a:cubicBezTo>
                <a:cubicBezTo>
                  <a:pt x="743" y="571"/>
                  <a:pt x="743" y="571"/>
                  <a:pt x="743" y="571"/>
                </a:cubicBezTo>
                <a:cubicBezTo>
                  <a:pt x="745" y="569"/>
                  <a:pt x="746" y="568"/>
                  <a:pt x="747" y="567"/>
                </a:cubicBezTo>
                <a:cubicBezTo>
                  <a:pt x="747" y="584"/>
                  <a:pt x="747" y="584"/>
                  <a:pt x="747" y="584"/>
                </a:cubicBezTo>
                <a:close/>
                <a:moveTo>
                  <a:pt x="747" y="256"/>
                </a:moveTo>
                <a:cubicBezTo>
                  <a:pt x="747" y="271"/>
                  <a:pt x="747" y="271"/>
                  <a:pt x="747" y="271"/>
                </a:cubicBezTo>
                <a:cubicBezTo>
                  <a:pt x="744" y="275"/>
                  <a:pt x="744" y="275"/>
                  <a:pt x="744" y="275"/>
                </a:cubicBezTo>
                <a:cubicBezTo>
                  <a:pt x="744" y="275"/>
                  <a:pt x="743" y="276"/>
                  <a:pt x="743" y="276"/>
                </a:cubicBezTo>
                <a:cubicBezTo>
                  <a:pt x="743" y="261"/>
                  <a:pt x="743" y="261"/>
                  <a:pt x="743" y="261"/>
                </a:cubicBezTo>
                <a:cubicBezTo>
                  <a:pt x="745" y="259"/>
                  <a:pt x="746" y="258"/>
                  <a:pt x="747" y="256"/>
                </a:cubicBezTo>
                <a:close/>
                <a:moveTo>
                  <a:pt x="747" y="298"/>
                </a:moveTo>
                <a:cubicBezTo>
                  <a:pt x="747" y="366"/>
                  <a:pt x="747" y="366"/>
                  <a:pt x="747" y="366"/>
                </a:cubicBezTo>
                <a:cubicBezTo>
                  <a:pt x="747" y="362"/>
                  <a:pt x="746" y="359"/>
                  <a:pt x="745" y="356"/>
                </a:cubicBezTo>
                <a:cubicBezTo>
                  <a:pt x="745" y="350"/>
                  <a:pt x="745" y="345"/>
                  <a:pt x="745" y="339"/>
                </a:cubicBezTo>
                <a:cubicBezTo>
                  <a:pt x="744" y="337"/>
                  <a:pt x="744" y="336"/>
                  <a:pt x="743" y="334"/>
                </a:cubicBezTo>
                <a:cubicBezTo>
                  <a:pt x="743" y="302"/>
                  <a:pt x="743" y="302"/>
                  <a:pt x="743" y="302"/>
                </a:cubicBezTo>
                <a:cubicBezTo>
                  <a:pt x="743" y="303"/>
                  <a:pt x="743" y="303"/>
                  <a:pt x="743" y="303"/>
                </a:cubicBezTo>
                <a:cubicBezTo>
                  <a:pt x="745" y="301"/>
                  <a:pt x="746" y="300"/>
                  <a:pt x="747" y="298"/>
                </a:cubicBezTo>
                <a:close/>
                <a:moveTo>
                  <a:pt x="747" y="437"/>
                </a:moveTo>
                <a:cubicBezTo>
                  <a:pt x="747" y="478"/>
                  <a:pt x="747" y="478"/>
                  <a:pt x="747" y="478"/>
                </a:cubicBezTo>
                <a:cubicBezTo>
                  <a:pt x="746" y="481"/>
                  <a:pt x="745" y="485"/>
                  <a:pt x="745" y="489"/>
                </a:cubicBezTo>
                <a:cubicBezTo>
                  <a:pt x="745" y="489"/>
                  <a:pt x="746" y="488"/>
                  <a:pt x="747" y="488"/>
                </a:cubicBezTo>
                <a:cubicBezTo>
                  <a:pt x="747" y="499"/>
                  <a:pt x="747" y="499"/>
                  <a:pt x="747" y="499"/>
                </a:cubicBezTo>
                <a:cubicBezTo>
                  <a:pt x="746" y="500"/>
                  <a:pt x="744" y="500"/>
                  <a:pt x="743" y="502"/>
                </a:cubicBezTo>
                <a:cubicBezTo>
                  <a:pt x="743" y="467"/>
                  <a:pt x="743" y="467"/>
                  <a:pt x="743" y="467"/>
                </a:cubicBezTo>
                <a:cubicBezTo>
                  <a:pt x="743" y="466"/>
                  <a:pt x="744" y="466"/>
                  <a:pt x="744" y="465"/>
                </a:cubicBezTo>
                <a:cubicBezTo>
                  <a:pt x="744" y="456"/>
                  <a:pt x="743" y="446"/>
                  <a:pt x="747" y="437"/>
                </a:cubicBezTo>
                <a:close/>
                <a:moveTo>
                  <a:pt x="747" y="516"/>
                </a:moveTo>
                <a:cubicBezTo>
                  <a:pt x="747" y="525"/>
                  <a:pt x="747" y="525"/>
                  <a:pt x="747" y="525"/>
                </a:cubicBezTo>
                <a:cubicBezTo>
                  <a:pt x="746" y="526"/>
                  <a:pt x="745" y="526"/>
                  <a:pt x="743" y="527"/>
                </a:cubicBezTo>
                <a:cubicBezTo>
                  <a:pt x="743" y="517"/>
                  <a:pt x="743" y="517"/>
                  <a:pt x="743" y="517"/>
                </a:cubicBezTo>
                <a:cubicBezTo>
                  <a:pt x="745" y="517"/>
                  <a:pt x="746" y="517"/>
                  <a:pt x="747" y="516"/>
                </a:cubicBezTo>
                <a:close/>
                <a:moveTo>
                  <a:pt x="747" y="545"/>
                </a:moveTo>
                <a:cubicBezTo>
                  <a:pt x="747" y="554"/>
                  <a:pt x="747" y="554"/>
                  <a:pt x="747" y="554"/>
                </a:cubicBezTo>
                <a:cubicBezTo>
                  <a:pt x="743" y="555"/>
                  <a:pt x="743" y="555"/>
                  <a:pt x="743" y="555"/>
                </a:cubicBezTo>
                <a:cubicBezTo>
                  <a:pt x="743" y="546"/>
                  <a:pt x="743" y="546"/>
                  <a:pt x="743" y="546"/>
                </a:cubicBezTo>
                <a:cubicBezTo>
                  <a:pt x="745" y="545"/>
                  <a:pt x="746" y="545"/>
                  <a:pt x="747" y="545"/>
                </a:cubicBezTo>
                <a:close/>
                <a:moveTo>
                  <a:pt x="731" y="184"/>
                </a:moveTo>
                <a:cubicBezTo>
                  <a:pt x="734" y="188"/>
                  <a:pt x="737" y="192"/>
                  <a:pt x="740" y="197"/>
                </a:cubicBezTo>
                <a:cubicBezTo>
                  <a:pt x="741" y="199"/>
                  <a:pt x="742" y="201"/>
                  <a:pt x="743" y="202"/>
                </a:cubicBezTo>
                <a:cubicBezTo>
                  <a:pt x="743" y="228"/>
                  <a:pt x="743" y="228"/>
                  <a:pt x="743" y="228"/>
                </a:cubicBezTo>
                <a:cubicBezTo>
                  <a:pt x="739" y="235"/>
                  <a:pt x="735" y="241"/>
                  <a:pt x="731" y="248"/>
                </a:cubicBezTo>
                <a:cubicBezTo>
                  <a:pt x="731" y="231"/>
                  <a:pt x="731" y="231"/>
                  <a:pt x="731" y="231"/>
                </a:cubicBezTo>
                <a:cubicBezTo>
                  <a:pt x="738" y="220"/>
                  <a:pt x="740" y="211"/>
                  <a:pt x="731" y="198"/>
                </a:cubicBezTo>
                <a:cubicBezTo>
                  <a:pt x="731" y="184"/>
                  <a:pt x="731" y="184"/>
                  <a:pt x="731" y="184"/>
                </a:cubicBezTo>
                <a:close/>
                <a:moveTo>
                  <a:pt x="743" y="592"/>
                </a:moveTo>
                <a:cubicBezTo>
                  <a:pt x="742" y="594"/>
                  <a:pt x="741" y="596"/>
                  <a:pt x="740" y="598"/>
                </a:cubicBezTo>
                <a:cubicBezTo>
                  <a:pt x="737" y="602"/>
                  <a:pt x="734" y="606"/>
                  <a:pt x="731" y="611"/>
                </a:cubicBezTo>
                <a:cubicBezTo>
                  <a:pt x="731" y="596"/>
                  <a:pt x="731" y="596"/>
                  <a:pt x="731" y="596"/>
                </a:cubicBezTo>
                <a:cubicBezTo>
                  <a:pt x="733" y="594"/>
                  <a:pt x="736" y="590"/>
                  <a:pt x="738" y="585"/>
                </a:cubicBezTo>
                <a:cubicBezTo>
                  <a:pt x="736" y="585"/>
                  <a:pt x="734" y="585"/>
                  <a:pt x="731" y="585"/>
                </a:cubicBezTo>
                <a:cubicBezTo>
                  <a:pt x="731" y="575"/>
                  <a:pt x="731" y="575"/>
                  <a:pt x="731" y="575"/>
                </a:cubicBezTo>
                <a:cubicBezTo>
                  <a:pt x="736" y="574"/>
                  <a:pt x="740" y="573"/>
                  <a:pt x="743" y="571"/>
                </a:cubicBezTo>
                <a:cubicBezTo>
                  <a:pt x="743" y="592"/>
                  <a:pt x="743" y="592"/>
                  <a:pt x="743" y="592"/>
                </a:cubicBezTo>
                <a:close/>
                <a:moveTo>
                  <a:pt x="743" y="261"/>
                </a:moveTo>
                <a:cubicBezTo>
                  <a:pt x="743" y="276"/>
                  <a:pt x="743" y="276"/>
                  <a:pt x="743" y="276"/>
                </a:cubicBezTo>
                <a:cubicBezTo>
                  <a:pt x="738" y="287"/>
                  <a:pt x="739" y="290"/>
                  <a:pt x="743" y="302"/>
                </a:cubicBezTo>
                <a:cubicBezTo>
                  <a:pt x="743" y="334"/>
                  <a:pt x="743" y="334"/>
                  <a:pt x="743" y="334"/>
                </a:cubicBezTo>
                <a:cubicBezTo>
                  <a:pt x="740" y="326"/>
                  <a:pt x="739" y="319"/>
                  <a:pt x="739" y="310"/>
                </a:cubicBezTo>
                <a:cubicBezTo>
                  <a:pt x="734" y="302"/>
                  <a:pt x="731" y="293"/>
                  <a:pt x="731" y="284"/>
                </a:cubicBezTo>
                <a:cubicBezTo>
                  <a:pt x="731" y="266"/>
                  <a:pt x="731" y="266"/>
                  <a:pt x="731" y="266"/>
                </a:cubicBezTo>
                <a:cubicBezTo>
                  <a:pt x="732" y="268"/>
                  <a:pt x="733" y="271"/>
                  <a:pt x="734" y="273"/>
                </a:cubicBezTo>
                <a:cubicBezTo>
                  <a:pt x="736" y="269"/>
                  <a:pt x="740" y="265"/>
                  <a:pt x="743" y="261"/>
                </a:cubicBezTo>
                <a:close/>
                <a:moveTo>
                  <a:pt x="743" y="467"/>
                </a:moveTo>
                <a:cubicBezTo>
                  <a:pt x="743" y="502"/>
                  <a:pt x="743" y="502"/>
                  <a:pt x="743" y="502"/>
                </a:cubicBezTo>
                <a:cubicBezTo>
                  <a:pt x="740" y="504"/>
                  <a:pt x="738" y="509"/>
                  <a:pt x="736" y="518"/>
                </a:cubicBezTo>
                <a:cubicBezTo>
                  <a:pt x="738" y="518"/>
                  <a:pt x="741" y="517"/>
                  <a:pt x="743" y="517"/>
                </a:cubicBezTo>
                <a:cubicBezTo>
                  <a:pt x="743" y="527"/>
                  <a:pt x="743" y="527"/>
                  <a:pt x="743" y="527"/>
                </a:cubicBezTo>
                <a:cubicBezTo>
                  <a:pt x="739" y="528"/>
                  <a:pt x="734" y="529"/>
                  <a:pt x="731" y="531"/>
                </a:cubicBezTo>
                <a:cubicBezTo>
                  <a:pt x="731" y="506"/>
                  <a:pt x="731" y="506"/>
                  <a:pt x="731" y="506"/>
                </a:cubicBezTo>
                <a:cubicBezTo>
                  <a:pt x="732" y="503"/>
                  <a:pt x="734" y="499"/>
                  <a:pt x="737" y="495"/>
                </a:cubicBezTo>
                <a:cubicBezTo>
                  <a:pt x="738" y="483"/>
                  <a:pt x="738" y="477"/>
                  <a:pt x="743" y="467"/>
                </a:cubicBezTo>
                <a:close/>
                <a:moveTo>
                  <a:pt x="743" y="546"/>
                </a:moveTo>
                <a:cubicBezTo>
                  <a:pt x="743" y="555"/>
                  <a:pt x="743" y="555"/>
                  <a:pt x="743" y="555"/>
                </a:cubicBezTo>
                <a:cubicBezTo>
                  <a:pt x="737" y="555"/>
                  <a:pt x="734" y="556"/>
                  <a:pt x="731" y="556"/>
                </a:cubicBezTo>
                <a:cubicBezTo>
                  <a:pt x="731" y="547"/>
                  <a:pt x="731" y="547"/>
                  <a:pt x="731" y="547"/>
                </a:cubicBezTo>
                <a:cubicBezTo>
                  <a:pt x="736" y="547"/>
                  <a:pt x="740" y="546"/>
                  <a:pt x="743" y="546"/>
                </a:cubicBezTo>
                <a:close/>
                <a:moveTo>
                  <a:pt x="718" y="165"/>
                </a:moveTo>
                <a:cubicBezTo>
                  <a:pt x="723" y="171"/>
                  <a:pt x="727" y="177"/>
                  <a:pt x="731" y="184"/>
                </a:cubicBezTo>
                <a:cubicBezTo>
                  <a:pt x="731" y="198"/>
                  <a:pt x="731" y="198"/>
                  <a:pt x="731" y="198"/>
                </a:cubicBezTo>
                <a:cubicBezTo>
                  <a:pt x="730" y="197"/>
                  <a:pt x="730" y="196"/>
                  <a:pt x="729" y="194"/>
                </a:cubicBezTo>
                <a:cubicBezTo>
                  <a:pt x="725" y="203"/>
                  <a:pt x="721" y="209"/>
                  <a:pt x="718" y="215"/>
                </a:cubicBezTo>
                <a:cubicBezTo>
                  <a:pt x="718" y="195"/>
                  <a:pt x="718" y="195"/>
                  <a:pt x="718" y="195"/>
                </a:cubicBezTo>
                <a:cubicBezTo>
                  <a:pt x="721" y="188"/>
                  <a:pt x="722" y="181"/>
                  <a:pt x="718" y="175"/>
                </a:cubicBezTo>
                <a:cubicBezTo>
                  <a:pt x="718" y="165"/>
                  <a:pt x="718" y="165"/>
                  <a:pt x="718" y="165"/>
                </a:cubicBezTo>
                <a:close/>
                <a:moveTo>
                  <a:pt x="731" y="611"/>
                </a:moveTo>
                <a:cubicBezTo>
                  <a:pt x="727" y="617"/>
                  <a:pt x="723" y="624"/>
                  <a:pt x="718" y="630"/>
                </a:cubicBezTo>
                <a:cubicBezTo>
                  <a:pt x="718" y="617"/>
                  <a:pt x="718" y="617"/>
                  <a:pt x="718" y="617"/>
                </a:cubicBezTo>
                <a:cubicBezTo>
                  <a:pt x="719" y="616"/>
                  <a:pt x="720" y="615"/>
                  <a:pt x="721" y="613"/>
                </a:cubicBezTo>
                <a:cubicBezTo>
                  <a:pt x="720" y="613"/>
                  <a:pt x="719" y="613"/>
                  <a:pt x="718" y="613"/>
                </a:cubicBezTo>
                <a:cubicBezTo>
                  <a:pt x="718" y="603"/>
                  <a:pt x="718" y="603"/>
                  <a:pt x="718" y="603"/>
                </a:cubicBezTo>
                <a:cubicBezTo>
                  <a:pt x="724" y="602"/>
                  <a:pt x="728" y="600"/>
                  <a:pt x="731" y="596"/>
                </a:cubicBezTo>
                <a:cubicBezTo>
                  <a:pt x="731" y="611"/>
                  <a:pt x="731" y="611"/>
                  <a:pt x="731" y="611"/>
                </a:cubicBezTo>
                <a:close/>
                <a:moveTo>
                  <a:pt x="731" y="231"/>
                </a:moveTo>
                <a:cubicBezTo>
                  <a:pt x="731" y="248"/>
                  <a:pt x="731" y="248"/>
                  <a:pt x="731" y="248"/>
                </a:cubicBezTo>
                <a:cubicBezTo>
                  <a:pt x="730" y="249"/>
                  <a:pt x="730" y="251"/>
                  <a:pt x="729" y="252"/>
                </a:cubicBezTo>
                <a:cubicBezTo>
                  <a:pt x="729" y="258"/>
                  <a:pt x="730" y="262"/>
                  <a:pt x="731" y="266"/>
                </a:cubicBezTo>
                <a:cubicBezTo>
                  <a:pt x="731" y="284"/>
                  <a:pt x="731" y="284"/>
                  <a:pt x="731" y="284"/>
                </a:cubicBezTo>
                <a:cubicBezTo>
                  <a:pt x="731" y="283"/>
                  <a:pt x="731" y="283"/>
                  <a:pt x="731" y="282"/>
                </a:cubicBezTo>
                <a:cubicBezTo>
                  <a:pt x="725" y="271"/>
                  <a:pt x="721" y="264"/>
                  <a:pt x="719" y="252"/>
                </a:cubicBezTo>
                <a:cubicBezTo>
                  <a:pt x="719" y="252"/>
                  <a:pt x="719" y="251"/>
                  <a:pt x="718" y="251"/>
                </a:cubicBezTo>
                <a:cubicBezTo>
                  <a:pt x="718" y="237"/>
                  <a:pt x="718" y="237"/>
                  <a:pt x="718" y="237"/>
                </a:cubicBezTo>
                <a:cubicBezTo>
                  <a:pt x="719" y="239"/>
                  <a:pt x="720" y="241"/>
                  <a:pt x="721" y="243"/>
                </a:cubicBezTo>
                <a:cubicBezTo>
                  <a:pt x="722" y="243"/>
                  <a:pt x="723" y="243"/>
                  <a:pt x="723" y="243"/>
                </a:cubicBezTo>
                <a:cubicBezTo>
                  <a:pt x="726" y="239"/>
                  <a:pt x="729" y="235"/>
                  <a:pt x="731" y="231"/>
                </a:cubicBezTo>
                <a:close/>
                <a:moveTo>
                  <a:pt x="731" y="506"/>
                </a:moveTo>
                <a:cubicBezTo>
                  <a:pt x="731" y="531"/>
                  <a:pt x="731" y="531"/>
                  <a:pt x="731" y="531"/>
                </a:cubicBezTo>
                <a:cubicBezTo>
                  <a:pt x="731" y="532"/>
                  <a:pt x="730" y="532"/>
                  <a:pt x="730" y="532"/>
                </a:cubicBezTo>
                <a:cubicBezTo>
                  <a:pt x="728" y="537"/>
                  <a:pt x="726" y="542"/>
                  <a:pt x="723" y="548"/>
                </a:cubicBezTo>
                <a:cubicBezTo>
                  <a:pt x="726" y="547"/>
                  <a:pt x="729" y="547"/>
                  <a:pt x="731" y="547"/>
                </a:cubicBezTo>
                <a:cubicBezTo>
                  <a:pt x="731" y="556"/>
                  <a:pt x="731" y="556"/>
                  <a:pt x="731" y="556"/>
                </a:cubicBezTo>
                <a:cubicBezTo>
                  <a:pt x="727" y="557"/>
                  <a:pt x="724" y="558"/>
                  <a:pt x="719" y="559"/>
                </a:cubicBezTo>
                <a:cubicBezTo>
                  <a:pt x="719" y="560"/>
                  <a:pt x="719" y="560"/>
                  <a:pt x="718" y="561"/>
                </a:cubicBezTo>
                <a:cubicBezTo>
                  <a:pt x="718" y="541"/>
                  <a:pt x="718" y="541"/>
                  <a:pt x="718" y="541"/>
                </a:cubicBezTo>
                <a:cubicBezTo>
                  <a:pt x="720" y="535"/>
                  <a:pt x="722" y="529"/>
                  <a:pt x="728" y="524"/>
                </a:cubicBezTo>
                <a:cubicBezTo>
                  <a:pt x="728" y="517"/>
                  <a:pt x="729" y="512"/>
                  <a:pt x="731" y="506"/>
                </a:cubicBezTo>
                <a:close/>
                <a:moveTo>
                  <a:pt x="731" y="575"/>
                </a:moveTo>
                <a:cubicBezTo>
                  <a:pt x="731" y="585"/>
                  <a:pt x="731" y="585"/>
                  <a:pt x="731" y="585"/>
                </a:cubicBezTo>
                <a:cubicBezTo>
                  <a:pt x="727" y="584"/>
                  <a:pt x="722" y="584"/>
                  <a:pt x="718" y="585"/>
                </a:cubicBezTo>
                <a:cubicBezTo>
                  <a:pt x="718" y="576"/>
                  <a:pt x="718" y="576"/>
                  <a:pt x="718" y="576"/>
                </a:cubicBezTo>
                <a:cubicBezTo>
                  <a:pt x="723" y="576"/>
                  <a:pt x="727" y="576"/>
                  <a:pt x="731" y="575"/>
                </a:cubicBezTo>
                <a:close/>
                <a:moveTo>
                  <a:pt x="710" y="156"/>
                </a:moveTo>
                <a:cubicBezTo>
                  <a:pt x="713" y="159"/>
                  <a:pt x="716" y="162"/>
                  <a:pt x="718" y="165"/>
                </a:cubicBezTo>
                <a:cubicBezTo>
                  <a:pt x="718" y="175"/>
                  <a:pt x="718" y="175"/>
                  <a:pt x="718" y="175"/>
                </a:cubicBezTo>
                <a:cubicBezTo>
                  <a:pt x="716" y="172"/>
                  <a:pt x="714" y="170"/>
                  <a:pt x="710" y="168"/>
                </a:cubicBezTo>
                <a:cubicBezTo>
                  <a:pt x="710" y="156"/>
                  <a:pt x="710" y="156"/>
                  <a:pt x="710" y="156"/>
                </a:cubicBezTo>
                <a:close/>
                <a:moveTo>
                  <a:pt x="718" y="630"/>
                </a:moveTo>
                <a:cubicBezTo>
                  <a:pt x="716" y="633"/>
                  <a:pt x="714" y="635"/>
                  <a:pt x="712" y="637"/>
                </a:cubicBezTo>
                <a:cubicBezTo>
                  <a:pt x="710" y="640"/>
                  <a:pt x="710" y="640"/>
                  <a:pt x="710" y="640"/>
                </a:cubicBezTo>
                <a:cubicBezTo>
                  <a:pt x="710" y="627"/>
                  <a:pt x="710" y="627"/>
                  <a:pt x="710" y="627"/>
                </a:cubicBezTo>
                <a:cubicBezTo>
                  <a:pt x="713" y="625"/>
                  <a:pt x="715" y="622"/>
                  <a:pt x="718" y="617"/>
                </a:cubicBezTo>
                <a:cubicBezTo>
                  <a:pt x="718" y="630"/>
                  <a:pt x="718" y="630"/>
                  <a:pt x="718" y="630"/>
                </a:cubicBezTo>
                <a:close/>
                <a:moveTo>
                  <a:pt x="718" y="195"/>
                </a:moveTo>
                <a:cubicBezTo>
                  <a:pt x="718" y="215"/>
                  <a:pt x="718" y="215"/>
                  <a:pt x="718" y="215"/>
                </a:cubicBezTo>
                <a:cubicBezTo>
                  <a:pt x="715" y="222"/>
                  <a:pt x="714" y="228"/>
                  <a:pt x="718" y="237"/>
                </a:cubicBezTo>
                <a:cubicBezTo>
                  <a:pt x="718" y="251"/>
                  <a:pt x="718" y="251"/>
                  <a:pt x="718" y="251"/>
                </a:cubicBezTo>
                <a:cubicBezTo>
                  <a:pt x="715" y="246"/>
                  <a:pt x="712" y="241"/>
                  <a:pt x="710" y="237"/>
                </a:cubicBezTo>
                <a:cubicBezTo>
                  <a:pt x="710" y="211"/>
                  <a:pt x="710" y="211"/>
                  <a:pt x="710" y="211"/>
                </a:cubicBezTo>
                <a:cubicBezTo>
                  <a:pt x="713" y="206"/>
                  <a:pt x="716" y="201"/>
                  <a:pt x="718" y="195"/>
                </a:cubicBezTo>
                <a:close/>
                <a:moveTo>
                  <a:pt x="718" y="541"/>
                </a:moveTo>
                <a:cubicBezTo>
                  <a:pt x="718" y="561"/>
                  <a:pt x="718" y="561"/>
                  <a:pt x="718" y="561"/>
                </a:cubicBezTo>
                <a:cubicBezTo>
                  <a:pt x="715" y="565"/>
                  <a:pt x="712" y="569"/>
                  <a:pt x="710" y="574"/>
                </a:cubicBezTo>
                <a:cubicBezTo>
                  <a:pt x="710" y="558"/>
                  <a:pt x="710" y="558"/>
                  <a:pt x="710" y="558"/>
                </a:cubicBezTo>
                <a:cubicBezTo>
                  <a:pt x="711" y="557"/>
                  <a:pt x="712" y="555"/>
                  <a:pt x="713" y="553"/>
                </a:cubicBezTo>
                <a:cubicBezTo>
                  <a:pt x="715" y="549"/>
                  <a:pt x="717" y="545"/>
                  <a:pt x="718" y="541"/>
                </a:cubicBezTo>
                <a:close/>
                <a:moveTo>
                  <a:pt x="718" y="576"/>
                </a:moveTo>
                <a:cubicBezTo>
                  <a:pt x="718" y="585"/>
                  <a:pt x="718" y="585"/>
                  <a:pt x="718" y="585"/>
                </a:cubicBezTo>
                <a:cubicBezTo>
                  <a:pt x="715" y="585"/>
                  <a:pt x="713" y="585"/>
                  <a:pt x="710" y="586"/>
                </a:cubicBezTo>
                <a:cubicBezTo>
                  <a:pt x="710" y="576"/>
                  <a:pt x="710" y="576"/>
                  <a:pt x="710" y="576"/>
                </a:cubicBezTo>
                <a:cubicBezTo>
                  <a:pt x="713" y="576"/>
                  <a:pt x="715" y="576"/>
                  <a:pt x="718" y="576"/>
                </a:cubicBezTo>
                <a:close/>
                <a:moveTo>
                  <a:pt x="718" y="603"/>
                </a:moveTo>
                <a:cubicBezTo>
                  <a:pt x="718" y="613"/>
                  <a:pt x="718" y="613"/>
                  <a:pt x="718" y="613"/>
                </a:cubicBezTo>
                <a:cubicBezTo>
                  <a:pt x="715" y="613"/>
                  <a:pt x="713" y="612"/>
                  <a:pt x="710" y="612"/>
                </a:cubicBezTo>
                <a:cubicBezTo>
                  <a:pt x="710" y="604"/>
                  <a:pt x="710" y="604"/>
                  <a:pt x="710" y="604"/>
                </a:cubicBezTo>
                <a:cubicBezTo>
                  <a:pt x="713" y="604"/>
                  <a:pt x="716" y="603"/>
                  <a:pt x="718" y="603"/>
                </a:cubicBezTo>
                <a:close/>
                <a:moveTo>
                  <a:pt x="710" y="450"/>
                </a:moveTo>
                <a:cubicBezTo>
                  <a:pt x="710" y="448"/>
                  <a:pt x="710" y="448"/>
                  <a:pt x="710" y="448"/>
                </a:cubicBezTo>
                <a:cubicBezTo>
                  <a:pt x="710" y="448"/>
                  <a:pt x="710" y="448"/>
                  <a:pt x="710" y="448"/>
                </a:cubicBezTo>
                <a:cubicBezTo>
                  <a:pt x="710" y="450"/>
                  <a:pt x="710" y="450"/>
                  <a:pt x="710" y="450"/>
                </a:cubicBezTo>
                <a:close/>
                <a:moveTo>
                  <a:pt x="710" y="436"/>
                </a:moveTo>
                <a:cubicBezTo>
                  <a:pt x="710" y="411"/>
                  <a:pt x="710" y="411"/>
                  <a:pt x="710" y="411"/>
                </a:cubicBezTo>
                <a:cubicBezTo>
                  <a:pt x="715" y="416"/>
                  <a:pt x="716" y="425"/>
                  <a:pt x="712" y="437"/>
                </a:cubicBezTo>
                <a:cubicBezTo>
                  <a:pt x="711" y="436"/>
                  <a:pt x="711" y="436"/>
                  <a:pt x="710" y="436"/>
                </a:cubicBezTo>
                <a:close/>
                <a:moveTo>
                  <a:pt x="710" y="400"/>
                </a:moveTo>
                <a:cubicBezTo>
                  <a:pt x="710" y="389"/>
                  <a:pt x="710" y="389"/>
                  <a:pt x="710" y="389"/>
                </a:cubicBezTo>
                <a:cubicBezTo>
                  <a:pt x="713" y="389"/>
                  <a:pt x="713" y="389"/>
                  <a:pt x="713" y="389"/>
                </a:cubicBezTo>
                <a:cubicBezTo>
                  <a:pt x="713" y="393"/>
                  <a:pt x="713" y="396"/>
                  <a:pt x="713" y="400"/>
                </a:cubicBezTo>
                <a:cubicBezTo>
                  <a:pt x="710" y="400"/>
                  <a:pt x="710" y="400"/>
                  <a:pt x="710" y="400"/>
                </a:cubicBezTo>
                <a:close/>
                <a:moveTo>
                  <a:pt x="710" y="369"/>
                </a:moveTo>
                <a:cubicBezTo>
                  <a:pt x="710" y="358"/>
                  <a:pt x="710" y="358"/>
                  <a:pt x="710" y="358"/>
                </a:cubicBezTo>
                <a:cubicBezTo>
                  <a:pt x="711" y="358"/>
                  <a:pt x="711" y="358"/>
                  <a:pt x="711" y="358"/>
                </a:cubicBezTo>
                <a:cubicBezTo>
                  <a:pt x="711" y="362"/>
                  <a:pt x="711" y="365"/>
                  <a:pt x="712" y="369"/>
                </a:cubicBezTo>
                <a:lnTo>
                  <a:pt x="710" y="369"/>
                </a:lnTo>
                <a:close/>
                <a:moveTo>
                  <a:pt x="700" y="141"/>
                </a:moveTo>
                <a:cubicBezTo>
                  <a:pt x="704" y="145"/>
                  <a:pt x="706" y="150"/>
                  <a:pt x="710" y="156"/>
                </a:cubicBezTo>
                <a:cubicBezTo>
                  <a:pt x="710" y="156"/>
                  <a:pt x="710" y="156"/>
                  <a:pt x="710" y="156"/>
                </a:cubicBezTo>
                <a:cubicBezTo>
                  <a:pt x="710" y="168"/>
                  <a:pt x="710" y="168"/>
                  <a:pt x="710" y="168"/>
                </a:cubicBezTo>
                <a:cubicBezTo>
                  <a:pt x="710" y="168"/>
                  <a:pt x="709" y="168"/>
                  <a:pt x="709" y="167"/>
                </a:cubicBezTo>
                <a:cubicBezTo>
                  <a:pt x="709" y="171"/>
                  <a:pt x="709" y="171"/>
                  <a:pt x="700" y="192"/>
                </a:cubicBezTo>
                <a:cubicBezTo>
                  <a:pt x="700" y="169"/>
                  <a:pt x="700" y="169"/>
                  <a:pt x="700" y="169"/>
                </a:cubicBezTo>
                <a:cubicBezTo>
                  <a:pt x="700" y="167"/>
                  <a:pt x="700" y="167"/>
                  <a:pt x="700" y="167"/>
                </a:cubicBezTo>
                <a:cubicBezTo>
                  <a:pt x="700" y="163"/>
                  <a:pt x="700" y="159"/>
                  <a:pt x="700" y="156"/>
                </a:cubicBezTo>
                <a:cubicBezTo>
                  <a:pt x="700" y="141"/>
                  <a:pt x="700" y="141"/>
                  <a:pt x="700" y="141"/>
                </a:cubicBezTo>
                <a:close/>
                <a:moveTo>
                  <a:pt x="710" y="640"/>
                </a:moveTo>
                <a:cubicBezTo>
                  <a:pt x="706" y="645"/>
                  <a:pt x="703" y="649"/>
                  <a:pt x="700" y="654"/>
                </a:cubicBezTo>
                <a:cubicBezTo>
                  <a:pt x="700" y="643"/>
                  <a:pt x="700" y="643"/>
                  <a:pt x="700" y="643"/>
                </a:cubicBezTo>
                <a:cubicBezTo>
                  <a:pt x="701" y="641"/>
                  <a:pt x="701" y="641"/>
                  <a:pt x="701" y="641"/>
                </a:cubicBezTo>
                <a:cubicBezTo>
                  <a:pt x="700" y="641"/>
                  <a:pt x="700" y="641"/>
                  <a:pt x="700" y="641"/>
                </a:cubicBezTo>
                <a:cubicBezTo>
                  <a:pt x="700" y="631"/>
                  <a:pt x="700" y="631"/>
                  <a:pt x="700" y="631"/>
                </a:cubicBezTo>
                <a:cubicBezTo>
                  <a:pt x="704" y="630"/>
                  <a:pt x="707" y="629"/>
                  <a:pt x="710" y="627"/>
                </a:cubicBezTo>
                <a:cubicBezTo>
                  <a:pt x="710" y="640"/>
                  <a:pt x="710" y="640"/>
                  <a:pt x="710" y="640"/>
                </a:cubicBezTo>
                <a:close/>
                <a:moveTo>
                  <a:pt x="710" y="211"/>
                </a:moveTo>
                <a:cubicBezTo>
                  <a:pt x="710" y="237"/>
                  <a:pt x="710" y="237"/>
                  <a:pt x="710" y="237"/>
                </a:cubicBezTo>
                <a:cubicBezTo>
                  <a:pt x="707" y="230"/>
                  <a:pt x="704" y="225"/>
                  <a:pt x="700" y="219"/>
                </a:cubicBezTo>
                <a:cubicBezTo>
                  <a:pt x="700" y="201"/>
                  <a:pt x="700" y="201"/>
                  <a:pt x="700" y="201"/>
                </a:cubicBezTo>
                <a:cubicBezTo>
                  <a:pt x="701" y="206"/>
                  <a:pt x="703" y="209"/>
                  <a:pt x="707" y="216"/>
                </a:cubicBezTo>
                <a:cubicBezTo>
                  <a:pt x="708" y="214"/>
                  <a:pt x="709" y="213"/>
                  <a:pt x="710" y="211"/>
                </a:cubicBezTo>
                <a:close/>
                <a:moveTo>
                  <a:pt x="710" y="358"/>
                </a:moveTo>
                <a:cubicBezTo>
                  <a:pt x="710" y="369"/>
                  <a:pt x="710" y="369"/>
                  <a:pt x="710" y="369"/>
                </a:cubicBezTo>
                <a:cubicBezTo>
                  <a:pt x="706" y="369"/>
                  <a:pt x="703" y="370"/>
                  <a:pt x="700" y="370"/>
                </a:cubicBezTo>
                <a:cubicBezTo>
                  <a:pt x="700" y="358"/>
                  <a:pt x="700" y="358"/>
                  <a:pt x="700" y="358"/>
                </a:cubicBezTo>
                <a:cubicBezTo>
                  <a:pt x="704" y="357"/>
                  <a:pt x="706" y="358"/>
                  <a:pt x="710" y="358"/>
                </a:cubicBezTo>
                <a:close/>
                <a:moveTo>
                  <a:pt x="710" y="389"/>
                </a:moveTo>
                <a:cubicBezTo>
                  <a:pt x="710" y="400"/>
                  <a:pt x="710" y="400"/>
                  <a:pt x="710" y="400"/>
                </a:cubicBezTo>
                <a:cubicBezTo>
                  <a:pt x="700" y="400"/>
                  <a:pt x="700" y="400"/>
                  <a:pt x="700" y="400"/>
                </a:cubicBezTo>
                <a:cubicBezTo>
                  <a:pt x="700" y="389"/>
                  <a:pt x="700" y="389"/>
                  <a:pt x="700" y="389"/>
                </a:cubicBezTo>
                <a:cubicBezTo>
                  <a:pt x="710" y="389"/>
                  <a:pt x="710" y="389"/>
                  <a:pt x="710" y="389"/>
                </a:cubicBezTo>
                <a:close/>
                <a:moveTo>
                  <a:pt x="710" y="411"/>
                </a:moveTo>
                <a:cubicBezTo>
                  <a:pt x="710" y="436"/>
                  <a:pt x="710" y="436"/>
                  <a:pt x="710" y="436"/>
                </a:cubicBezTo>
                <a:cubicBezTo>
                  <a:pt x="707" y="436"/>
                  <a:pt x="705" y="436"/>
                  <a:pt x="702" y="436"/>
                </a:cubicBezTo>
                <a:cubicBezTo>
                  <a:pt x="704" y="429"/>
                  <a:pt x="704" y="425"/>
                  <a:pt x="703" y="418"/>
                </a:cubicBezTo>
                <a:cubicBezTo>
                  <a:pt x="700" y="418"/>
                  <a:pt x="700" y="418"/>
                  <a:pt x="700" y="418"/>
                </a:cubicBezTo>
                <a:cubicBezTo>
                  <a:pt x="700" y="407"/>
                  <a:pt x="700" y="407"/>
                  <a:pt x="700" y="407"/>
                </a:cubicBezTo>
                <a:cubicBezTo>
                  <a:pt x="704" y="407"/>
                  <a:pt x="707" y="408"/>
                  <a:pt x="710" y="411"/>
                </a:cubicBezTo>
                <a:close/>
                <a:moveTo>
                  <a:pt x="710" y="448"/>
                </a:moveTo>
                <a:cubicBezTo>
                  <a:pt x="710" y="450"/>
                  <a:pt x="710" y="450"/>
                  <a:pt x="710" y="450"/>
                </a:cubicBezTo>
                <a:cubicBezTo>
                  <a:pt x="709" y="453"/>
                  <a:pt x="709" y="456"/>
                  <a:pt x="708" y="459"/>
                </a:cubicBezTo>
                <a:cubicBezTo>
                  <a:pt x="700" y="460"/>
                  <a:pt x="700" y="460"/>
                  <a:pt x="700" y="460"/>
                </a:cubicBezTo>
                <a:cubicBezTo>
                  <a:pt x="700" y="449"/>
                  <a:pt x="700" y="449"/>
                  <a:pt x="700" y="449"/>
                </a:cubicBezTo>
                <a:cubicBezTo>
                  <a:pt x="703" y="448"/>
                  <a:pt x="705" y="448"/>
                  <a:pt x="710" y="448"/>
                </a:cubicBezTo>
                <a:close/>
                <a:moveTo>
                  <a:pt x="710" y="558"/>
                </a:moveTo>
                <a:cubicBezTo>
                  <a:pt x="710" y="574"/>
                  <a:pt x="710" y="574"/>
                  <a:pt x="710" y="574"/>
                </a:cubicBezTo>
                <a:cubicBezTo>
                  <a:pt x="709" y="576"/>
                  <a:pt x="709" y="576"/>
                  <a:pt x="709" y="576"/>
                </a:cubicBezTo>
                <a:cubicBezTo>
                  <a:pt x="710" y="576"/>
                  <a:pt x="710" y="576"/>
                  <a:pt x="710" y="576"/>
                </a:cubicBezTo>
                <a:cubicBezTo>
                  <a:pt x="710" y="586"/>
                  <a:pt x="710" y="586"/>
                  <a:pt x="710" y="586"/>
                </a:cubicBezTo>
                <a:cubicBezTo>
                  <a:pt x="706" y="586"/>
                  <a:pt x="703" y="587"/>
                  <a:pt x="700" y="589"/>
                </a:cubicBezTo>
                <a:cubicBezTo>
                  <a:pt x="700" y="580"/>
                  <a:pt x="700" y="580"/>
                  <a:pt x="700" y="580"/>
                </a:cubicBezTo>
                <a:cubicBezTo>
                  <a:pt x="700" y="580"/>
                  <a:pt x="700" y="580"/>
                  <a:pt x="700" y="580"/>
                </a:cubicBezTo>
                <a:cubicBezTo>
                  <a:pt x="703" y="571"/>
                  <a:pt x="705" y="565"/>
                  <a:pt x="710" y="558"/>
                </a:cubicBezTo>
                <a:close/>
                <a:moveTo>
                  <a:pt x="710" y="604"/>
                </a:moveTo>
                <a:cubicBezTo>
                  <a:pt x="710" y="612"/>
                  <a:pt x="710" y="612"/>
                  <a:pt x="710" y="612"/>
                </a:cubicBezTo>
                <a:cubicBezTo>
                  <a:pt x="706" y="612"/>
                  <a:pt x="703" y="612"/>
                  <a:pt x="700" y="612"/>
                </a:cubicBezTo>
                <a:cubicBezTo>
                  <a:pt x="700" y="603"/>
                  <a:pt x="700" y="603"/>
                  <a:pt x="700" y="603"/>
                </a:cubicBezTo>
                <a:cubicBezTo>
                  <a:pt x="702" y="603"/>
                  <a:pt x="704" y="603"/>
                  <a:pt x="709" y="604"/>
                </a:cubicBezTo>
                <a:cubicBezTo>
                  <a:pt x="710" y="604"/>
                  <a:pt x="710" y="604"/>
                  <a:pt x="710" y="604"/>
                </a:cubicBezTo>
                <a:close/>
                <a:moveTo>
                  <a:pt x="700" y="482"/>
                </a:moveTo>
                <a:cubicBezTo>
                  <a:pt x="700" y="469"/>
                  <a:pt x="700" y="469"/>
                  <a:pt x="700" y="469"/>
                </a:cubicBezTo>
                <a:cubicBezTo>
                  <a:pt x="701" y="469"/>
                  <a:pt x="702" y="470"/>
                  <a:pt x="704" y="470"/>
                </a:cubicBezTo>
                <a:cubicBezTo>
                  <a:pt x="704" y="474"/>
                  <a:pt x="703" y="478"/>
                  <a:pt x="702" y="482"/>
                </a:cubicBezTo>
                <a:cubicBezTo>
                  <a:pt x="701" y="482"/>
                  <a:pt x="700" y="482"/>
                  <a:pt x="700" y="482"/>
                </a:cubicBezTo>
                <a:close/>
                <a:moveTo>
                  <a:pt x="700" y="325"/>
                </a:moveTo>
                <a:cubicBezTo>
                  <a:pt x="700" y="313"/>
                  <a:pt x="700" y="313"/>
                  <a:pt x="700" y="313"/>
                </a:cubicBezTo>
                <a:cubicBezTo>
                  <a:pt x="700" y="313"/>
                  <a:pt x="701" y="312"/>
                  <a:pt x="702" y="312"/>
                </a:cubicBezTo>
                <a:cubicBezTo>
                  <a:pt x="703" y="316"/>
                  <a:pt x="704" y="320"/>
                  <a:pt x="704" y="324"/>
                </a:cubicBezTo>
                <a:lnTo>
                  <a:pt x="700" y="325"/>
                </a:lnTo>
                <a:close/>
                <a:moveTo>
                  <a:pt x="697" y="138"/>
                </a:moveTo>
                <a:cubicBezTo>
                  <a:pt x="698" y="139"/>
                  <a:pt x="699" y="140"/>
                  <a:pt x="700" y="141"/>
                </a:cubicBezTo>
                <a:cubicBezTo>
                  <a:pt x="700" y="156"/>
                  <a:pt x="700" y="156"/>
                  <a:pt x="700" y="156"/>
                </a:cubicBezTo>
                <a:cubicBezTo>
                  <a:pt x="699" y="153"/>
                  <a:pt x="698" y="151"/>
                  <a:pt x="697" y="149"/>
                </a:cubicBezTo>
                <a:cubicBezTo>
                  <a:pt x="697" y="138"/>
                  <a:pt x="697" y="138"/>
                  <a:pt x="697" y="138"/>
                </a:cubicBezTo>
                <a:close/>
                <a:moveTo>
                  <a:pt x="700" y="654"/>
                </a:moveTo>
                <a:cubicBezTo>
                  <a:pt x="697" y="657"/>
                  <a:pt x="697" y="657"/>
                  <a:pt x="697" y="657"/>
                </a:cubicBezTo>
                <a:cubicBezTo>
                  <a:pt x="697" y="646"/>
                  <a:pt x="697" y="646"/>
                  <a:pt x="697" y="646"/>
                </a:cubicBezTo>
                <a:cubicBezTo>
                  <a:pt x="698" y="645"/>
                  <a:pt x="699" y="644"/>
                  <a:pt x="700" y="643"/>
                </a:cubicBezTo>
                <a:cubicBezTo>
                  <a:pt x="700" y="654"/>
                  <a:pt x="700" y="654"/>
                  <a:pt x="700" y="654"/>
                </a:cubicBezTo>
                <a:close/>
                <a:moveTo>
                  <a:pt x="700" y="169"/>
                </a:moveTo>
                <a:cubicBezTo>
                  <a:pt x="700" y="192"/>
                  <a:pt x="700" y="192"/>
                  <a:pt x="700" y="192"/>
                </a:cubicBezTo>
                <a:cubicBezTo>
                  <a:pt x="699" y="193"/>
                  <a:pt x="699" y="193"/>
                  <a:pt x="699" y="193"/>
                </a:cubicBezTo>
                <a:cubicBezTo>
                  <a:pt x="699" y="197"/>
                  <a:pt x="699" y="199"/>
                  <a:pt x="700" y="201"/>
                </a:cubicBezTo>
                <a:cubicBezTo>
                  <a:pt x="700" y="219"/>
                  <a:pt x="700" y="219"/>
                  <a:pt x="700" y="219"/>
                </a:cubicBezTo>
                <a:cubicBezTo>
                  <a:pt x="699" y="218"/>
                  <a:pt x="698" y="217"/>
                  <a:pt x="697" y="216"/>
                </a:cubicBezTo>
                <a:cubicBezTo>
                  <a:pt x="697" y="174"/>
                  <a:pt x="697" y="174"/>
                  <a:pt x="697" y="174"/>
                </a:cubicBezTo>
                <a:cubicBezTo>
                  <a:pt x="700" y="169"/>
                  <a:pt x="700" y="169"/>
                  <a:pt x="700" y="169"/>
                </a:cubicBezTo>
                <a:close/>
                <a:moveTo>
                  <a:pt x="700" y="313"/>
                </a:moveTo>
                <a:cubicBezTo>
                  <a:pt x="700" y="325"/>
                  <a:pt x="700" y="325"/>
                  <a:pt x="700" y="325"/>
                </a:cubicBezTo>
                <a:cubicBezTo>
                  <a:pt x="697" y="326"/>
                  <a:pt x="697" y="326"/>
                  <a:pt x="697" y="326"/>
                </a:cubicBezTo>
                <a:cubicBezTo>
                  <a:pt x="697" y="313"/>
                  <a:pt x="697" y="313"/>
                  <a:pt x="697" y="313"/>
                </a:cubicBezTo>
                <a:cubicBezTo>
                  <a:pt x="698" y="313"/>
                  <a:pt x="699" y="313"/>
                  <a:pt x="700" y="313"/>
                </a:cubicBezTo>
                <a:close/>
                <a:moveTo>
                  <a:pt x="700" y="358"/>
                </a:moveTo>
                <a:cubicBezTo>
                  <a:pt x="700" y="370"/>
                  <a:pt x="700" y="370"/>
                  <a:pt x="700" y="370"/>
                </a:cubicBezTo>
                <a:cubicBezTo>
                  <a:pt x="697" y="370"/>
                  <a:pt x="697" y="370"/>
                  <a:pt x="697" y="370"/>
                </a:cubicBezTo>
                <a:cubicBezTo>
                  <a:pt x="697" y="358"/>
                  <a:pt x="697" y="358"/>
                  <a:pt x="697" y="358"/>
                </a:cubicBezTo>
                <a:cubicBezTo>
                  <a:pt x="698" y="358"/>
                  <a:pt x="699" y="358"/>
                  <a:pt x="700" y="358"/>
                </a:cubicBezTo>
                <a:close/>
                <a:moveTo>
                  <a:pt x="700" y="389"/>
                </a:moveTo>
                <a:cubicBezTo>
                  <a:pt x="700" y="400"/>
                  <a:pt x="700" y="400"/>
                  <a:pt x="700" y="400"/>
                </a:cubicBezTo>
                <a:cubicBezTo>
                  <a:pt x="697" y="400"/>
                  <a:pt x="697" y="400"/>
                  <a:pt x="697" y="400"/>
                </a:cubicBezTo>
                <a:cubicBezTo>
                  <a:pt x="697" y="389"/>
                  <a:pt x="697" y="389"/>
                  <a:pt x="697" y="389"/>
                </a:cubicBezTo>
                <a:cubicBezTo>
                  <a:pt x="700" y="389"/>
                  <a:pt x="700" y="389"/>
                  <a:pt x="700" y="389"/>
                </a:cubicBezTo>
                <a:close/>
                <a:moveTo>
                  <a:pt x="700" y="407"/>
                </a:moveTo>
                <a:cubicBezTo>
                  <a:pt x="700" y="418"/>
                  <a:pt x="700" y="418"/>
                  <a:pt x="700" y="418"/>
                </a:cubicBezTo>
                <a:cubicBezTo>
                  <a:pt x="699" y="418"/>
                  <a:pt x="699" y="418"/>
                  <a:pt x="699" y="418"/>
                </a:cubicBezTo>
                <a:cubicBezTo>
                  <a:pt x="698" y="420"/>
                  <a:pt x="698" y="421"/>
                  <a:pt x="697" y="422"/>
                </a:cubicBezTo>
                <a:cubicBezTo>
                  <a:pt x="697" y="407"/>
                  <a:pt x="697" y="407"/>
                  <a:pt x="697" y="407"/>
                </a:cubicBezTo>
                <a:cubicBezTo>
                  <a:pt x="698" y="407"/>
                  <a:pt x="699" y="407"/>
                  <a:pt x="700" y="407"/>
                </a:cubicBezTo>
                <a:close/>
                <a:moveTo>
                  <a:pt x="700" y="449"/>
                </a:moveTo>
                <a:cubicBezTo>
                  <a:pt x="700" y="460"/>
                  <a:pt x="700" y="460"/>
                  <a:pt x="700" y="460"/>
                </a:cubicBezTo>
                <a:cubicBezTo>
                  <a:pt x="697" y="461"/>
                  <a:pt x="697" y="461"/>
                  <a:pt x="697" y="461"/>
                </a:cubicBezTo>
                <a:cubicBezTo>
                  <a:pt x="697" y="449"/>
                  <a:pt x="697" y="449"/>
                  <a:pt x="697" y="449"/>
                </a:cubicBezTo>
                <a:cubicBezTo>
                  <a:pt x="698" y="449"/>
                  <a:pt x="699" y="449"/>
                  <a:pt x="700" y="449"/>
                </a:cubicBezTo>
                <a:close/>
                <a:moveTo>
                  <a:pt x="700" y="469"/>
                </a:moveTo>
                <a:cubicBezTo>
                  <a:pt x="700" y="482"/>
                  <a:pt x="700" y="482"/>
                  <a:pt x="700" y="482"/>
                </a:cubicBezTo>
                <a:cubicBezTo>
                  <a:pt x="697" y="481"/>
                  <a:pt x="697" y="481"/>
                  <a:pt x="697" y="481"/>
                </a:cubicBezTo>
                <a:cubicBezTo>
                  <a:pt x="697" y="468"/>
                  <a:pt x="697" y="468"/>
                  <a:pt x="697" y="468"/>
                </a:cubicBezTo>
                <a:cubicBezTo>
                  <a:pt x="698" y="468"/>
                  <a:pt x="699" y="469"/>
                  <a:pt x="700" y="469"/>
                </a:cubicBezTo>
                <a:close/>
                <a:moveTo>
                  <a:pt x="700" y="580"/>
                </a:moveTo>
                <a:cubicBezTo>
                  <a:pt x="700" y="589"/>
                  <a:pt x="700" y="589"/>
                  <a:pt x="700" y="589"/>
                </a:cubicBezTo>
                <a:cubicBezTo>
                  <a:pt x="700" y="590"/>
                  <a:pt x="699" y="591"/>
                  <a:pt x="697" y="594"/>
                </a:cubicBezTo>
                <a:cubicBezTo>
                  <a:pt x="697" y="582"/>
                  <a:pt x="697" y="582"/>
                  <a:pt x="697" y="582"/>
                </a:cubicBezTo>
                <a:cubicBezTo>
                  <a:pt x="698" y="581"/>
                  <a:pt x="699" y="580"/>
                  <a:pt x="700" y="580"/>
                </a:cubicBezTo>
                <a:close/>
                <a:moveTo>
                  <a:pt x="700" y="603"/>
                </a:moveTo>
                <a:cubicBezTo>
                  <a:pt x="700" y="612"/>
                  <a:pt x="700" y="612"/>
                  <a:pt x="700" y="612"/>
                </a:cubicBezTo>
                <a:cubicBezTo>
                  <a:pt x="699" y="612"/>
                  <a:pt x="698" y="612"/>
                  <a:pt x="697" y="612"/>
                </a:cubicBezTo>
                <a:cubicBezTo>
                  <a:pt x="697" y="603"/>
                  <a:pt x="697" y="603"/>
                  <a:pt x="697" y="603"/>
                </a:cubicBezTo>
                <a:cubicBezTo>
                  <a:pt x="698" y="603"/>
                  <a:pt x="699" y="603"/>
                  <a:pt x="700" y="603"/>
                </a:cubicBezTo>
                <a:close/>
                <a:moveTo>
                  <a:pt x="700" y="631"/>
                </a:moveTo>
                <a:cubicBezTo>
                  <a:pt x="700" y="641"/>
                  <a:pt x="700" y="641"/>
                  <a:pt x="700" y="641"/>
                </a:cubicBezTo>
                <a:cubicBezTo>
                  <a:pt x="699" y="641"/>
                  <a:pt x="698" y="641"/>
                  <a:pt x="697" y="640"/>
                </a:cubicBezTo>
                <a:cubicBezTo>
                  <a:pt x="697" y="631"/>
                  <a:pt x="697" y="631"/>
                  <a:pt x="697" y="631"/>
                </a:cubicBezTo>
                <a:cubicBezTo>
                  <a:pt x="698" y="631"/>
                  <a:pt x="699" y="631"/>
                  <a:pt x="700" y="631"/>
                </a:cubicBezTo>
                <a:close/>
                <a:moveTo>
                  <a:pt x="697" y="496"/>
                </a:moveTo>
                <a:cubicBezTo>
                  <a:pt x="697" y="492"/>
                  <a:pt x="697" y="492"/>
                  <a:pt x="697" y="492"/>
                </a:cubicBezTo>
                <a:cubicBezTo>
                  <a:pt x="698" y="492"/>
                  <a:pt x="698" y="492"/>
                  <a:pt x="699" y="492"/>
                </a:cubicBezTo>
                <a:lnTo>
                  <a:pt x="697" y="496"/>
                </a:lnTo>
                <a:close/>
                <a:moveTo>
                  <a:pt x="677" y="118"/>
                </a:moveTo>
                <a:cubicBezTo>
                  <a:pt x="681" y="122"/>
                  <a:pt x="685" y="125"/>
                  <a:pt x="688" y="130"/>
                </a:cubicBezTo>
                <a:cubicBezTo>
                  <a:pt x="692" y="133"/>
                  <a:pt x="694" y="136"/>
                  <a:pt x="697" y="138"/>
                </a:cubicBezTo>
                <a:cubicBezTo>
                  <a:pt x="697" y="149"/>
                  <a:pt x="697" y="149"/>
                  <a:pt x="697" y="149"/>
                </a:cubicBezTo>
                <a:cubicBezTo>
                  <a:pt x="696" y="146"/>
                  <a:pt x="693" y="144"/>
                  <a:pt x="689" y="140"/>
                </a:cubicBezTo>
                <a:cubicBezTo>
                  <a:pt x="682" y="163"/>
                  <a:pt x="675" y="172"/>
                  <a:pt x="689" y="190"/>
                </a:cubicBezTo>
                <a:cubicBezTo>
                  <a:pt x="691" y="189"/>
                  <a:pt x="691" y="189"/>
                  <a:pt x="697" y="174"/>
                </a:cubicBezTo>
                <a:cubicBezTo>
                  <a:pt x="697" y="216"/>
                  <a:pt x="697" y="216"/>
                  <a:pt x="697" y="216"/>
                </a:cubicBezTo>
                <a:cubicBezTo>
                  <a:pt x="696" y="214"/>
                  <a:pt x="696" y="213"/>
                  <a:pt x="694" y="212"/>
                </a:cubicBezTo>
                <a:cubicBezTo>
                  <a:pt x="693" y="208"/>
                  <a:pt x="691" y="203"/>
                  <a:pt x="690" y="199"/>
                </a:cubicBezTo>
                <a:cubicBezTo>
                  <a:pt x="684" y="194"/>
                  <a:pt x="681" y="190"/>
                  <a:pt x="677" y="186"/>
                </a:cubicBezTo>
                <a:cubicBezTo>
                  <a:pt x="677" y="146"/>
                  <a:pt x="677" y="146"/>
                  <a:pt x="677" y="146"/>
                </a:cubicBezTo>
                <a:cubicBezTo>
                  <a:pt x="679" y="140"/>
                  <a:pt x="679" y="135"/>
                  <a:pt x="677" y="131"/>
                </a:cubicBezTo>
                <a:cubicBezTo>
                  <a:pt x="677" y="118"/>
                  <a:pt x="677" y="118"/>
                  <a:pt x="677" y="118"/>
                </a:cubicBezTo>
                <a:close/>
                <a:moveTo>
                  <a:pt x="697" y="657"/>
                </a:moveTo>
                <a:cubicBezTo>
                  <a:pt x="696" y="659"/>
                  <a:pt x="696" y="659"/>
                  <a:pt x="696" y="659"/>
                </a:cubicBezTo>
                <a:cubicBezTo>
                  <a:pt x="688" y="664"/>
                  <a:pt x="683" y="671"/>
                  <a:pt x="677" y="678"/>
                </a:cubicBezTo>
                <a:cubicBezTo>
                  <a:pt x="677" y="667"/>
                  <a:pt x="677" y="667"/>
                  <a:pt x="677" y="667"/>
                </a:cubicBezTo>
                <a:cubicBezTo>
                  <a:pt x="678" y="667"/>
                  <a:pt x="678" y="667"/>
                  <a:pt x="678" y="666"/>
                </a:cubicBezTo>
                <a:cubicBezTo>
                  <a:pt x="677" y="666"/>
                  <a:pt x="677" y="666"/>
                  <a:pt x="677" y="666"/>
                </a:cubicBezTo>
                <a:cubicBezTo>
                  <a:pt x="677" y="657"/>
                  <a:pt x="677" y="657"/>
                  <a:pt x="677" y="657"/>
                </a:cubicBezTo>
                <a:cubicBezTo>
                  <a:pt x="688" y="654"/>
                  <a:pt x="691" y="653"/>
                  <a:pt x="697" y="646"/>
                </a:cubicBezTo>
                <a:cubicBezTo>
                  <a:pt x="697" y="657"/>
                  <a:pt x="697" y="657"/>
                  <a:pt x="697" y="657"/>
                </a:cubicBezTo>
                <a:close/>
                <a:moveTo>
                  <a:pt x="697" y="313"/>
                </a:moveTo>
                <a:cubicBezTo>
                  <a:pt x="697" y="326"/>
                  <a:pt x="697" y="326"/>
                  <a:pt x="697" y="326"/>
                </a:cubicBezTo>
                <a:cubicBezTo>
                  <a:pt x="689" y="328"/>
                  <a:pt x="689" y="328"/>
                  <a:pt x="689" y="328"/>
                </a:cubicBezTo>
                <a:cubicBezTo>
                  <a:pt x="685" y="332"/>
                  <a:pt x="681" y="335"/>
                  <a:pt x="677" y="339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25"/>
                  <a:pt x="677" y="325"/>
                  <a:pt x="677" y="325"/>
                </a:cubicBezTo>
                <a:cubicBezTo>
                  <a:pt x="677" y="313"/>
                  <a:pt x="677" y="313"/>
                  <a:pt x="677" y="313"/>
                </a:cubicBezTo>
                <a:cubicBezTo>
                  <a:pt x="684" y="315"/>
                  <a:pt x="690" y="315"/>
                  <a:pt x="697" y="313"/>
                </a:cubicBezTo>
                <a:close/>
                <a:moveTo>
                  <a:pt x="697" y="358"/>
                </a:moveTo>
                <a:cubicBezTo>
                  <a:pt x="697" y="370"/>
                  <a:pt x="697" y="370"/>
                  <a:pt x="697" y="370"/>
                </a:cubicBezTo>
                <a:cubicBezTo>
                  <a:pt x="692" y="371"/>
                  <a:pt x="685" y="372"/>
                  <a:pt x="680" y="372"/>
                </a:cubicBezTo>
                <a:cubicBezTo>
                  <a:pt x="680" y="375"/>
                  <a:pt x="680" y="379"/>
                  <a:pt x="680" y="382"/>
                </a:cubicBezTo>
                <a:cubicBezTo>
                  <a:pt x="679" y="382"/>
                  <a:pt x="678" y="382"/>
                  <a:pt x="677" y="382"/>
                </a:cubicBezTo>
                <a:cubicBezTo>
                  <a:pt x="677" y="350"/>
                  <a:pt x="677" y="350"/>
                  <a:pt x="677" y="350"/>
                </a:cubicBezTo>
                <a:cubicBezTo>
                  <a:pt x="677" y="350"/>
                  <a:pt x="677" y="350"/>
                  <a:pt x="677" y="350"/>
                </a:cubicBezTo>
                <a:cubicBezTo>
                  <a:pt x="678" y="358"/>
                  <a:pt x="678" y="358"/>
                  <a:pt x="679" y="360"/>
                </a:cubicBezTo>
                <a:cubicBezTo>
                  <a:pt x="688" y="359"/>
                  <a:pt x="694" y="359"/>
                  <a:pt x="697" y="358"/>
                </a:cubicBezTo>
                <a:close/>
                <a:moveTo>
                  <a:pt x="697" y="389"/>
                </a:moveTo>
                <a:cubicBezTo>
                  <a:pt x="697" y="400"/>
                  <a:pt x="697" y="400"/>
                  <a:pt x="697" y="400"/>
                </a:cubicBezTo>
                <a:cubicBezTo>
                  <a:pt x="677" y="400"/>
                  <a:pt x="677" y="400"/>
                  <a:pt x="677" y="400"/>
                </a:cubicBezTo>
                <a:cubicBezTo>
                  <a:pt x="677" y="389"/>
                  <a:pt x="677" y="389"/>
                  <a:pt x="677" y="389"/>
                </a:cubicBezTo>
                <a:cubicBezTo>
                  <a:pt x="697" y="389"/>
                  <a:pt x="697" y="389"/>
                  <a:pt x="697" y="389"/>
                </a:cubicBezTo>
                <a:close/>
                <a:moveTo>
                  <a:pt x="697" y="407"/>
                </a:moveTo>
                <a:cubicBezTo>
                  <a:pt x="697" y="422"/>
                  <a:pt x="697" y="422"/>
                  <a:pt x="697" y="422"/>
                </a:cubicBezTo>
                <a:cubicBezTo>
                  <a:pt x="694" y="431"/>
                  <a:pt x="692" y="435"/>
                  <a:pt x="682" y="438"/>
                </a:cubicBezTo>
                <a:cubicBezTo>
                  <a:pt x="680" y="437"/>
                  <a:pt x="679" y="436"/>
                  <a:pt x="677" y="436"/>
                </a:cubicBezTo>
                <a:cubicBezTo>
                  <a:pt x="677" y="409"/>
                  <a:pt x="677" y="409"/>
                  <a:pt x="677" y="409"/>
                </a:cubicBezTo>
                <a:cubicBezTo>
                  <a:pt x="679" y="409"/>
                  <a:pt x="679" y="409"/>
                  <a:pt x="681" y="410"/>
                </a:cubicBezTo>
                <a:cubicBezTo>
                  <a:pt x="679" y="415"/>
                  <a:pt x="679" y="419"/>
                  <a:pt x="680" y="425"/>
                </a:cubicBezTo>
                <a:cubicBezTo>
                  <a:pt x="681" y="425"/>
                  <a:pt x="683" y="425"/>
                  <a:pt x="685" y="425"/>
                </a:cubicBezTo>
                <a:cubicBezTo>
                  <a:pt x="686" y="420"/>
                  <a:pt x="688" y="414"/>
                  <a:pt x="690" y="409"/>
                </a:cubicBezTo>
                <a:cubicBezTo>
                  <a:pt x="693" y="408"/>
                  <a:pt x="695" y="407"/>
                  <a:pt x="697" y="407"/>
                </a:cubicBezTo>
                <a:close/>
                <a:moveTo>
                  <a:pt x="697" y="449"/>
                </a:moveTo>
                <a:cubicBezTo>
                  <a:pt x="697" y="461"/>
                  <a:pt x="697" y="461"/>
                  <a:pt x="697" y="461"/>
                </a:cubicBezTo>
                <a:cubicBezTo>
                  <a:pt x="691" y="461"/>
                  <a:pt x="691" y="461"/>
                  <a:pt x="691" y="461"/>
                </a:cubicBezTo>
                <a:cubicBezTo>
                  <a:pt x="691" y="463"/>
                  <a:pt x="690" y="464"/>
                  <a:pt x="690" y="465"/>
                </a:cubicBezTo>
                <a:cubicBezTo>
                  <a:pt x="693" y="467"/>
                  <a:pt x="695" y="468"/>
                  <a:pt x="697" y="468"/>
                </a:cubicBezTo>
                <a:cubicBezTo>
                  <a:pt x="697" y="481"/>
                  <a:pt x="697" y="481"/>
                  <a:pt x="697" y="481"/>
                </a:cubicBezTo>
                <a:cubicBezTo>
                  <a:pt x="689" y="479"/>
                  <a:pt x="682" y="477"/>
                  <a:pt x="677" y="476"/>
                </a:cubicBezTo>
                <a:cubicBezTo>
                  <a:pt x="677" y="464"/>
                  <a:pt x="677" y="464"/>
                  <a:pt x="677" y="464"/>
                </a:cubicBezTo>
                <a:cubicBezTo>
                  <a:pt x="677" y="464"/>
                  <a:pt x="677" y="464"/>
                  <a:pt x="677" y="464"/>
                </a:cubicBezTo>
                <a:cubicBezTo>
                  <a:pt x="679" y="464"/>
                  <a:pt x="681" y="464"/>
                  <a:pt x="682" y="464"/>
                </a:cubicBezTo>
                <a:cubicBezTo>
                  <a:pt x="682" y="461"/>
                  <a:pt x="682" y="458"/>
                  <a:pt x="682" y="455"/>
                </a:cubicBezTo>
                <a:cubicBezTo>
                  <a:pt x="681" y="455"/>
                  <a:pt x="679" y="455"/>
                  <a:pt x="677" y="454"/>
                </a:cubicBezTo>
                <a:cubicBezTo>
                  <a:pt x="677" y="442"/>
                  <a:pt x="677" y="442"/>
                  <a:pt x="677" y="442"/>
                </a:cubicBezTo>
                <a:cubicBezTo>
                  <a:pt x="679" y="443"/>
                  <a:pt x="682" y="443"/>
                  <a:pt x="685" y="444"/>
                </a:cubicBezTo>
                <a:cubicBezTo>
                  <a:pt x="686" y="446"/>
                  <a:pt x="687" y="449"/>
                  <a:pt x="689" y="451"/>
                </a:cubicBezTo>
                <a:cubicBezTo>
                  <a:pt x="693" y="450"/>
                  <a:pt x="695" y="449"/>
                  <a:pt x="697" y="449"/>
                </a:cubicBezTo>
                <a:close/>
                <a:moveTo>
                  <a:pt x="697" y="492"/>
                </a:moveTo>
                <a:cubicBezTo>
                  <a:pt x="697" y="496"/>
                  <a:pt x="697" y="496"/>
                  <a:pt x="697" y="496"/>
                </a:cubicBezTo>
                <a:cubicBezTo>
                  <a:pt x="694" y="504"/>
                  <a:pt x="692" y="512"/>
                  <a:pt x="689" y="521"/>
                </a:cubicBezTo>
                <a:cubicBezTo>
                  <a:pt x="688" y="521"/>
                  <a:pt x="687" y="521"/>
                  <a:pt x="686" y="521"/>
                </a:cubicBezTo>
                <a:cubicBezTo>
                  <a:pt x="684" y="520"/>
                  <a:pt x="681" y="518"/>
                  <a:pt x="677" y="517"/>
                </a:cubicBezTo>
                <a:cubicBezTo>
                  <a:pt x="677" y="504"/>
                  <a:pt x="677" y="504"/>
                  <a:pt x="677" y="504"/>
                </a:cubicBezTo>
                <a:cubicBezTo>
                  <a:pt x="680" y="504"/>
                  <a:pt x="682" y="505"/>
                  <a:pt x="684" y="506"/>
                </a:cubicBezTo>
                <a:cubicBezTo>
                  <a:pt x="686" y="500"/>
                  <a:pt x="688" y="495"/>
                  <a:pt x="690" y="490"/>
                </a:cubicBezTo>
                <a:cubicBezTo>
                  <a:pt x="693" y="491"/>
                  <a:pt x="695" y="491"/>
                  <a:pt x="697" y="492"/>
                </a:cubicBezTo>
                <a:close/>
                <a:moveTo>
                  <a:pt x="697" y="582"/>
                </a:moveTo>
                <a:cubicBezTo>
                  <a:pt x="697" y="594"/>
                  <a:pt x="697" y="594"/>
                  <a:pt x="697" y="594"/>
                </a:cubicBezTo>
                <a:cubicBezTo>
                  <a:pt x="696" y="596"/>
                  <a:pt x="695" y="599"/>
                  <a:pt x="693" y="603"/>
                </a:cubicBezTo>
                <a:cubicBezTo>
                  <a:pt x="695" y="603"/>
                  <a:pt x="696" y="603"/>
                  <a:pt x="697" y="603"/>
                </a:cubicBezTo>
                <a:cubicBezTo>
                  <a:pt x="697" y="612"/>
                  <a:pt x="697" y="612"/>
                  <a:pt x="697" y="612"/>
                </a:cubicBezTo>
                <a:cubicBezTo>
                  <a:pt x="692" y="612"/>
                  <a:pt x="687" y="612"/>
                  <a:pt x="683" y="614"/>
                </a:cubicBezTo>
                <a:cubicBezTo>
                  <a:pt x="680" y="618"/>
                  <a:pt x="679" y="620"/>
                  <a:pt x="677" y="622"/>
                </a:cubicBezTo>
                <a:cubicBezTo>
                  <a:pt x="677" y="610"/>
                  <a:pt x="677" y="610"/>
                  <a:pt x="677" y="610"/>
                </a:cubicBezTo>
                <a:cubicBezTo>
                  <a:pt x="679" y="608"/>
                  <a:pt x="681" y="606"/>
                  <a:pt x="684" y="604"/>
                </a:cubicBezTo>
                <a:cubicBezTo>
                  <a:pt x="688" y="595"/>
                  <a:pt x="690" y="588"/>
                  <a:pt x="697" y="582"/>
                </a:cubicBezTo>
                <a:close/>
                <a:moveTo>
                  <a:pt x="697" y="631"/>
                </a:moveTo>
                <a:cubicBezTo>
                  <a:pt x="697" y="640"/>
                  <a:pt x="697" y="640"/>
                  <a:pt x="697" y="640"/>
                </a:cubicBezTo>
                <a:cubicBezTo>
                  <a:pt x="690" y="639"/>
                  <a:pt x="683" y="637"/>
                  <a:pt x="677" y="637"/>
                </a:cubicBezTo>
                <a:cubicBezTo>
                  <a:pt x="677" y="628"/>
                  <a:pt x="677" y="628"/>
                  <a:pt x="677" y="628"/>
                </a:cubicBezTo>
                <a:cubicBezTo>
                  <a:pt x="687" y="629"/>
                  <a:pt x="687" y="630"/>
                  <a:pt x="693" y="631"/>
                </a:cubicBezTo>
                <a:cubicBezTo>
                  <a:pt x="694" y="631"/>
                  <a:pt x="696" y="631"/>
                  <a:pt x="697" y="631"/>
                </a:cubicBezTo>
                <a:close/>
                <a:moveTo>
                  <a:pt x="677" y="542"/>
                </a:moveTo>
                <a:cubicBezTo>
                  <a:pt x="677" y="540"/>
                  <a:pt x="677" y="540"/>
                  <a:pt x="677" y="540"/>
                </a:cubicBezTo>
                <a:cubicBezTo>
                  <a:pt x="678" y="541"/>
                  <a:pt x="678" y="541"/>
                  <a:pt x="678" y="541"/>
                </a:cubicBezTo>
                <a:cubicBezTo>
                  <a:pt x="677" y="542"/>
                  <a:pt x="677" y="542"/>
                  <a:pt x="677" y="542"/>
                </a:cubicBezTo>
                <a:close/>
                <a:moveTo>
                  <a:pt x="677" y="501"/>
                </a:moveTo>
                <a:cubicBezTo>
                  <a:pt x="679" y="496"/>
                  <a:pt x="681" y="492"/>
                  <a:pt x="682" y="487"/>
                </a:cubicBezTo>
                <a:cubicBezTo>
                  <a:pt x="681" y="487"/>
                  <a:pt x="679" y="487"/>
                  <a:pt x="677" y="486"/>
                </a:cubicBezTo>
                <a:lnTo>
                  <a:pt x="677" y="501"/>
                </a:lnTo>
                <a:close/>
                <a:moveTo>
                  <a:pt x="654" y="95"/>
                </a:moveTo>
                <a:cubicBezTo>
                  <a:pt x="656" y="97"/>
                  <a:pt x="658" y="99"/>
                  <a:pt x="660" y="100"/>
                </a:cubicBezTo>
                <a:cubicBezTo>
                  <a:pt x="664" y="108"/>
                  <a:pt x="671" y="112"/>
                  <a:pt x="677" y="118"/>
                </a:cubicBezTo>
                <a:cubicBezTo>
                  <a:pt x="677" y="131"/>
                  <a:pt x="677" y="131"/>
                  <a:pt x="677" y="131"/>
                </a:cubicBezTo>
                <a:cubicBezTo>
                  <a:pt x="676" y="126"/>
                  <a:pt x="672" y="121"/>
                  <a:pt x="665" y="116"/>
                </a:cubicBezTo>
                <a:cubicBezTo>
                  <a:pt x="664" y="123"/>
                  <a:pt x="662" y="130"/>
                  <a:pt x="660" y="137"/>
                </a:cubicBezTo>
                <a:cubicBezTo>
                  <a:pt x="659" y="153"/>
                  <a:pt x="660" y="154"/>
                  <a:pt x="670" y="165"/>
                </a:cubicBezTo>
                <a:cubicBezTo>
                  <a:pt x="673" y="158"/>
                  <a:pt x="676" y="151"/>
                  <a:pt x="677" y="146"/>
                </a:cubicBezTo>
                <a:cubicBezTo>
                  <a:pt x="677" y="186"/>
                  <a:pt x="677" y="186"/>
                  <a:pt x="677" y="186"/>
                </a:cubicBezTo>
                <a:cubicBezTo>
                  <a:pt x="675" y="182"/>
                  <a:pt x="672" y="178"/>
                  <a:pt x="669" y="173"/>
                </a:cubicBezTo>
                <a:cubicBezTo>
                  <a:pt x="662" y="168"/>
                  <a:pt x="657" y="163"/>
                  <a:pt x="654" y="156"/>
                </a:cubicBezTo>
                <a:cubicBezTo>
                  <a:pt x="654" y="125"/>
                  <a:pt x="654" y="125"/>
                  <a:pt x="654" y="125"/>
                </a:cubicBezTo>
                <a:cubicBezTo>
                  <a:pt x="655" y="118"/>
                  <a:pt x="656" y="111"/>
                  <a:pt x="654" y="106"/>
                </a:cubicBezTo>
                <a:cubicBezTo>
                  <a:pt x="654" y="95"/>
                  <a:pt x="654" y="95"/>
                  <a:pt x="654" y="95"/>
                </a:cubicBezTo>
                <a:close/>
                <a:moveTo>
                  <a:pt x="677" y="678"/>
                </a:moveTo>
                <a:cubicBezTo>
                  <a:pt x="674" y="681"/>
                  <a:pt x="670" y="685"/>
                  <a:pt x="664" y="688"/>
                </a:cubicBezTo>
                <a:cubicBezTo>
                  <a:pt x="663" y="691"/>
                  <a:pt x="663" y="691"/>
                  <a:pt x="654" y="701"/>
                </a:cubicBezTo>
                <a:cubicBezTo>
                  <a:pt x="654" y="690"/>
                  <a:pt x="654" y="690"/>
                  <a:pt x="654" y="690"/>
                </a:cubicBezTo>
                <a:cubicBezTo>
                  <a:pt x="654" y="689"/>
                  <a:pt x="654" y="689"/>
                  <a:pt x="654" y="689"/>
                </a:cubicBezTo>
                <a:cubicBezTo>
                  <a:pt x="654" y="689"/>
                  <a:pt x="654" y="689"/>
                  <a:pt x="654" y="689"/>
                </a:cubicBezTo>
                <a:cubicBezTo>
                  <a:pt x="654" y="680"/>
                  <a:pt x="654" y="680"/>
                  <a:pt x="654" y="680"/>
                </a:cubicBezTo>
                <a:cubicBezTo>
                  <a:pt x="655" y="681"/>
                  <a:pt x="655" y="681"/>
                  <a:pt x="655" y="681"/>
                </a:cubicBezTo>
                <a:cubicBezTo>
                  <a:pt x="666" y="678"/>
                  <a:pt x="670" y="676"/>
                  <a:pt x="677" y="667"/>
                </a:cubicBezTo>
                <a:cubicBezTo>
                  <a:pt x="677" y="678"/>
                  <a:pt x="677" y="678"/>
                  <a:pt x="677" y="678"/>
                </a:cubicBezTo>
                <a:close/>
                <a:moveTo>
                  <a:pt x="677" y="313"/>
                </a:moveTo>
                <a:cubicBezTo>
                  <a:pt x="677" y="325"/>
                  <a:pt x="677" y="325"/>
                  <a:pt x="677" y="325"/>
                </a:cubicBezTo>
                <a:cubicBezTo>
                  <a:pt x="672" y="323"/>
                  <a:pt x="666" y="322"/>
                  <a:pt x="660" y="320"/>
                </a:cubicBezTo>
                <a:cubicBezTo>
                  <a:pt x="659" y="316"/>
                  <a:pt x="658" y="313"/>
                  <a:pt x="657" y="309"/>
                </a:cubicBezTo>
                <a:cubicBezTo>
                  <a:pt x="665" y="311"/>
                  <a:pt x="672" y="313"/>
                  <a:pt x="677" y="313"/>
                </a:cubicBezTo>
                <a:close/>
                <a:moveTo>
                  <a:pt x="677" y="325"/>
                </a:moveTo>
                <a:cubicBezTo>
                  <a:pt x="677" y="339"/>
                  <a:pt x="677" y="339"/>
                  <a:pt x="677" y="339"/>
                </a:cubicBezTo>
                <a:cubicBezTo>
                  <a:pt x="674" y="342"/>
                  <a:pt x="670" y="345"/>
                  <a:pt x="667" y="349"/>
                </a:cubicBezTo>
                <a:cubicBezTo>
                  <a:pt x="666" y="345"/>
                  <a:pt x="666" y="340"/>
                  <a:pt x="665" y="336"/>
                </a:cubicBezTo>
                <a:cubicBezTo>
                  <a:pt x="669" y="332"/>
                  <a:pt x="673" y="328"/>
                  <a:pt x="677" y="325"/>
                </a:cubicBezTo>
                <a:close/>
                <a:moveTo>
                  <a:pt x="677" y="350"/>
                </a:moveTo>
                <a:cubicBezTo>
                  <a:pt x="677" y="382"/>
                  <a:pt x="677" y="382"/>
                  <a:pt x="677" y="382"/>
                </a:cubicBezTo>
                <a:cubicBezTo>
                  <a:pt x="675" y="382"/>
                  <a:pt x="673" y="383"/>
                  <a:pt x="672" y="383"/>
                </a:cubicBezTo>
                <a:cubicBezTo>
                  <a:pt x="670" y="372"/>
                  <a:pt x="669" y="362"/>
                  <a:pt x="668" y="351"/>
                </a:cubicBezTo>
                <a:cubicBezTo>
                  <a:pt x="671" y="351"/>
                  <a:pt x="674" y="350"/>
                  <a:pt x="677" y="350"/>
                </a:cubicBezTo>
                <a:close/>
                <a:moveTo>
                  <a:pt x="677" y="389"/>
                </a:moveTo>
                <a:cubicBezTo>
                  <a:pt x="677" y="400"/>
                  <a:pt x="677" y="400"/>
                  <a:pt x="677" y="400"/>
                </a:cubicBezTo>
                <a:cubicBezTo>
                  <a:pt x="672" y="400"/>
                  <a:pt x="672" y="400"/>
                  <a:pt x="672" y="400"/>
                </a:cubicBezTo>
                <a:cubicBezTo>
                  <a:pt x="672" y="397"/>
                  <a:pt x="672" y="393"/>
                  <a:pt x="672" y="389"/>
                </a:cubicBezTo>
                <a:cubicBezTo>
                  <a:pt x="677" y="389"/>
                  <a:pt x="677" y="389"/>
                  <a:pt x="677" y="389"/>
                </a:cubicBezTo>
                <a:close/>
                <a:moveTo>
                  <a:pt x="677" y="409"/>
                </a:moveTo>
                <a:cubicBezTo>
                  <a:pt x="677" y="436"/>
                  <a:pt x="677" y="436"/>
                  <a:pt x="677" y="436"/>
                </a:cubicBezTo>
                <a:cubicBezTo>
                  <a:pt x="668" y="430"/>
                  <a:pt x="671" y="422"/>
                  <a:pt x="670" y="409"/>
                </a:cubicBezTo>
                <a:cubicBezTo>
                  <a:pt x="673" y="409"/>
                  <a:pt x="675" y="409"/>
                  <a:pt x="677" y="409"/>
                </a:cubicBezTo>
                <a:close/>
                <a:moveTo>
                  <a:pt x="677" y="442"/>
                </a:moveTo>
                <a:cubicBezTo>
                  <a:pt x="677" y="454"/>
                  <a:pt x="677" y="454"/>
                  <a:pt x="677" y="454"/>
                </a:cubicBezTo>
                <a:cubicBezTo>
                  <a:pt x="676" y="454"/>
                  <a:pt x="676" y="454"/>
                  <a:pt x="676" y="454"/>
                </a:cubicBezTo>
                <a:cubicBezTo>
                  <a:pt x="675" y="456"/>
                  <a:pt x="675" y="456"/>
                  <a:pt x="673" y="463"/>
                </a:cubicBezTo>
                <a:cubicBezTo>
                  <a:pt x="674" y="463"/>
                  <a:pt x="676" y="463"/>
                  <a:pt x="677" y="464"/>
                </a:cubicBezTo>
                <a:cubicBezTo>
                  <a:pt x="677" y="476"/>
                  <a:pt x="677" y="476"/>
                  <a:pt x="677" y="476"/>
                </a:cubicBezTo>
                <a:cubicBezTo>
                  <a:pt x="664" y="473"/>
                  <a:pt x="664" y="472"/>
                  <a:pt x="661" y="471"/>
                </a:cubicBezTo>
                <a:cubicBezTo>
                  <a:pt x="665" y="460"/>
                  <a:pt x="666" y="442"/>
                  <a:pt x="677" y="442"/>
                </a:cubicBezTo>
                <a:close/>
                <a:moveTo>
                  <a:pt x="677" y="486"/>
                </a:moveTo>
                <a:cubicBezTo>
                  <a:pt x="677" y="501"/>
                  <a:pt x="677" y="501"/>
                  <a:pt x="677" y="501"/>
                </a:cubicBezTo>
                <a:cubicBezTo>
                  <a:pt x="677" y="503"/>
                  <a:pt x="677" y="503"/>
                  <a:pt x="677" y="503"/>
                </a:cubicBezTo>
                <a:cubicBezTo>
                  <a:pt x="677" y="504"/>
                  <a:pt x="677" y="504"/>
                  <a:pt x="677" y="504"/>
                </a:cubicBezTo>
                <a:cubicBezTo>
                  <a:pt x="677" y="517"/>
                  <a:pt x="677" y="517"/>
                  <a:pt x="677" y="517"/>
                </a:cubicBezTo>
                <a:cubicBezTo>
                  <a:pt x="670" y="514"/>
                  <a:pt x="660" y="510"/>
                  <a:pt x="654" y="508"/>
                </a:cubicBezTo>
                <a:cubicBezTo>
                  <a:pt x="654" y="494"/>
                  <a:pt x="654" y="494"/>
                  <a:pt x="654" y="494"/>
                </a:cubicBezTo>
                <a:cubicBezTo>
                  <a:pt x="659" y="479"/>
                  <a:pt x="660" y="479"/>
                  <a:pt x="661" y="478"/>
                </a:cubicBezTo>
                <a:cubicBezTo>
                  <a:pt x="667" y="481"/>
                  <a:pt x="667" y="481"/>
                  <a:pt x="668" y="482"/>
                </a:cubicBezTo>
                <a:cubicBezTo>
                  <a:pt x="666" y="488"/>
                  <a:pt x="664" y="493"/>
                  <a:pt x="662" y="498"/>
                </a:cubicBezTo>
                <a:cubicBezTo>
                  <a:pt x="664" y="499"/>
                  <a:pt x="667" y="500"/>
                  <a:pt x="669" y="500"/>
                </a:cubicBezTo>
                <a:cubicBezTo>
                  <a:pt x="671" y="495"/>
                  <a:pt x="672" y="490"/>
                  <a:pt x="674" y="485"/>
                </a:cubicBezTo>
                <a:cubicBezTo>
                  <a:pt x="677" y="486"/>
                  <a:pt x="677" y="486"/>
                  <a:pt x="677" y="486"/>
                </a:cubicBezTo>
                <a:close/>
                <a:moveTo>
                  <a:pt x="677" y="540"/>
                </a:moveTo>
                <a:cubicBezTo>
                  <a:pt x="670" y="532"/>
                  <a:pt x="662" y="523"/>
                  <a:pt x="654" y="514"/>
                </a:cubicBezTo>
                <a:cubicBezTo>
                  <a:pt x="654" y="531"/>
                  <a:pt x="654" y="531"/>
                  <a:pt x="654" y="531"/>
                </a:cubicBezTo>
                <a:cubicBezTo>
                  <a:pt x="657" y="534"/>
                  <a:pt x="661" y="537"/>
                  <a:pt x="664" y="541"/>
                </a:cubicBezTo>
                <a:cubicBezTo>
                  <a:pt x="661" y="540"/>
                  <a:pt x="657" y="540"/>
                  <a:pt x="654" y="539"/>
                </a:cubicBezTo>
                <a:cubicBezTo>
                  <a:pt x="654" y="551"/>
                  <a:pt x="654" y="551"/>
                  <a:pt x="654" y="551"/>
                </a:cubicBezTo>
                <a:cubicBezTo>
                  <a:pt x="658" y="552"/>
                  <a:pt x="662" y="552"/>
                  <a:pt x="666" y="553"/>
                </a:cubicBezTo>
                <a:cubicBezTo>
                  <a:pt x="668" y="553"/>
                  <a:pt x="670" y="553"/>
                  <a:pt x="673" y="553"/>
                </a:cubicBezTo>
                <a:cubicBezTo>
                  <a:pt x="674" y="550"/>
                  <a:pt x="676" y="546"/>
                  <a:pt x="677" y="542"/>
                </a:cubicBezTo>
                <a:cubicBezTo>
                  <a:pt x="677" y="540"/>
                  <a:pt x="677" y="540"/>
                  <a:pt x="677" y="540"/>
                </a:cubicBezTo>
                <a:close/>
                <a:moveTo>
                  <a:pt x="677" y="610"/>
                </a:moveTo>
                <a:cubicBezTo>
                  <a:pt x="677" y="622"/>
                  <a:pt x="677" y="622"/>
                  <a:pt x="677" y="622"/>
                </a:cubicBezTo>
                <a:cubicBezTo>
                  <a:pt x="677" y="623"/>
                  <a:pt x="676" y="625"/>
                  <a:pt x="674" y="628"/>
                </a:cubicBezTo>
                <a:cubicBezTo>
                  <a:pt x="677" y="628"/>
                  <a:pt x="677" y="628"/>
                  <a:pt x="677" y="628"/>
                </a:cubicBezTo>
                <a:cubicBezTo>
                  <a:pt x="677" y="637"/>
                  <a:pt x="677" y="637"/>
                  <a:pt x="677" y="637"/>
                </a:cubicBezTo>
                <a:cubicBezTo>
                  <a:pt x="668" y="637"/>
                  <a:pt x="660" y="639"/>
                  <a:pt x="654" y="650"/>
                </a:cubicBezTo>
                <a:cubicBezTo>
                  <a:pt x="654" y="637"/>
                  <a:pt x="654" y="637"/>
                  <a:pt x="654" y="637"/>
                </a:cubicBezTo>
                <a:cubicBezTo>
                  <a:pt x="657" y="633"/>
                  <a:pt x="661" y="631"/>
                  <a:pt x="665" y="628"/>
                </a:cubicBezTo>
                <a:cubicBezTo>
                  <a:pt x="669" y="620"/>
                  <a:pt x="673" y="615"/>
                  <a:pt x="677" y="610"/>
                </a:cubicBezTo>
                <a:close/>
                <a:moveTo>
                  <a:pt x="677" y="657"/>
                </a:moveTo>
                <a:cubicBezTo>
                  <a:pt x="677" y="666"/>
                  <a:pt x="677" y="666"/>
                  <a:pt x="677" y="666"/>
                </a:cubicBezTo>
                <a:cubicBezTo>
                  <a:pt x="667" y="663"/>
                  <a:pt x="660" y="661"/>
                  <a:pt x="654" y="660"/>
                </a:cubicBezTo>
                <a:cubicBezTo>
                  <a:pt x="654" y="651"/>
                  <a:pt x="654" y="651"/>
                  <a:pt x="654" y="651"/>
                </a:cubicBezTo>
                <a:cubicBezTo>
                  <a:pt x="663" y="653"/>
                  <a:pt x="664" y="653"/>
                  <a:pt x="676" y="657"/>
                </a:cubicBezTo>
                <a:cubicBezTo>
                  <a:pt x="677" y="657"/>
                  <a:pt x="677" y="657"/>
                  <a:pt x="677" y="657"/>
                </a:cubicBezTo>
                <a:close/>
                <a:moveTo>
                  <a:pt x="654" y="581"/>
                </a:moveTo>
                <a:cubicBezTo>
                  <a:pt x="654" y="568"/>
                  <a:pt x="654" y="568"/>
                  <a:pt x="654" y="568"/>
                </a:cubicBezTo>
                <a:cubicBezTo>
                  <a:pt x="656" y="569"/>
                  <a:pt x="658" y="571"/>
                  <a:pt x="661" y="573"/>
                </a:cubicBezTo>
                <a:cubicBezTo>
                  <a:pt x="658" y="576"/>
                  <a:pt x="656" y="578"/>
                  <a:pt x="654" y="581"/>
                </a:cubicBezTo>
                <a:close/>
                <a:moveTo>
                  <a:pt x="654" y="270"/>
                </a:moveTo>
                <a:cubicBezTo>
                  <a:pt x="654" y="263"/>
                  <a:pt x="654" y="263"/>
                  <a:pt x="654" y="263"/>
                </a:cubicBezTo>
                <a:cubicBezTo>
                  <a:pt x="656" y="259"/>
                  <a:pt x="661" y="256"/>
                  <a:pt x="668" y="261"/>
                </a:cubicBezTo>
                <a:cubicBezTo>
                  <a:pt x="668" y="264"/>
                  <a:pt x="668" y="267"/>
                  <a:pt x="668" y="270"/>
                </a:cubicBezTo>
                <a:cubicBezTo>
                  <a:pt x="665" y="273"/>
                  <a:pt x="662" y="273"/>
                  <a:pt x="657" y="273"/>
                </a:cubicBezTo>
                <a:cubicBezTo>
                  <a:pt x="656" y="273"/>
                  <a:pt x="654" y="271"/>
                  <a:pt x="654" y="270"/>
                </a:cubicBezTo>
                <a:close/>
                <a:moveTo>
                  <a:pt x="629" y="76"/>
                </a:moveTo>
                <a:cubicBezTo>
                  <a:pt x="638" y="82"/>
                  <a:pt x="646" y="88"/>
                  <a:pt x="654" y="95"/>
                </a:cubicBezTo>
                <a:cubicBezTo>
                  <a:pt x="654" y="106"/>
                  <a:pt x="654" y="106"/>
                  <a:pt x="654" y="106"/>
                </a:cubicBezTo>
                <a:cubicBezTo>
                  <a:pt x="652" y="101"/>
                  <a:pt x="648" y="97"/>
                  <a:pt x="640" y="95"/>
                </a:cubicBezTo>
                <a:cubicBezTo>
                  <a:pt x="638" y="107"/>
                  <a:pt x="633" y="122"/>
                  <a:pt x="639" y="134"/>
                </a:cubicBezTo>
                <a:cubicBezTo>
                  <a:pt x="646" y="139"/>
                  <a:pt x="646" y="139"/>
                  <a:pt x="648" y="141"/>
                </a:cubicBezTo>
                <a:cubicBezTo>
                  <a:pt x="649" y="141"/>
                  <a:pt x="649" y="141"/>
                  <a:pt x="650" y="141"/>
                </a:cubicBezTo>
                <a:cubicBezTo>
                  <a:pt x="651" y="136"/>
                  <a:pt x="653" y="130"/>
                  <a:pt x="654" y="125"/>
                </a:cubicBezTo>
                <a:cubicBezTo>
                  <a:pt x="654" y="156"/>
                  <a:pt x="654" y="156"/>
                  <a:pt x="654" y="156"/>
                </a:cubicBezTo>
                <a:cubicBezTo>
                  <a:pt x="653" y="155"/>
                  <a:pt x="652" y="153"/>
                  <a:pt x="651" y="151"/>
                </a:cubicBezTo>
                <a:cubicBezTo>
                  <a:pt x="643" y="148"/>
                  <a:pt x="630" y="139"/>
                  <a:pt x="629" y="130"/>
                </a:cubicBezTo>
                <a:cubicBezTo>
                  <a:pt x="629" y="106"/>
                  <a:pt x="629" y="106"/>
                  <a:pt x="629" y="106"/>
                </a:cubicBezTo>
                <a:cubicBezTo>
                  <a:pt x="630" y="103"/>
                  <a:pt x="630" y="103"/>
                  <a:pt x="630" y="103"/>
                </a:cubicBezTo>
                <a:cubicBezTo>
                  <a:pt x="630" y="99"/>
                  <a:pt x="630" y="95"/>
                  <a:pt x="629" y="93"/>
                </a:cubicBezTo>
                <a:cubicBezTo>
                  <a:pt x="629" y="76"/>
                  <a:pt x="629" y="76"/>
                  <a:pt x="629" y="76"/>
                </a:cubicBezTo>
                <a:close/>
                <a:moveTo>
                  <a:pt x="654" y="701"/>
                </a:moveTo>
                <a:cubicBezTo>
                  <a:pt x="653" y="702"/>
                  <a:pt x="653" y="702"/>
                  <a:pt x="653" y="702"/>
                </a:cubicBezTo>
                <a:cubicBezTo>
                  <a:pt x="644" y="707"/>
                  <a:pt x="637" y="713"/>
                  <a:pt x="629" y="719"/>
                </a:cubicBezTo>
                <a:cubicBezTo>
                  <a:pt x="629" y="702"/>
                  <a:pt x="629" y="702"/>
                  <a:pt x="629" y="702"/>
                </a:cubicBezTo>
                <a:cubicBezTo>
                  <a:pt x="641" y="701"/>
                  <a:pt x="646" y="700"/>
                  <a:pt x="654" y="690"/>
                </a:cubicBezTo>
                <a:cubicBezTo>
                  <a:pt x="654" y="701"/>
                  <a:pt x="654" y="701"/>
                  <a:pt x="654" y="701"/>
                </a:cubicBezTo>
                <a:close/>
                <a:moveTo>
                  <a:pt x="654" y="263"/>
                </a:moveTo>
                <a:cubicBezTo>
                  <a:pt x="654" y="270"/>
                  <a:pt x="654" y="270"/>
                  <a:pt x="654" y="270"/>
                </a:cubicBezTo>
                <a:cubicBezTo>
                  <a:pt x="653" y="268"/>
                  <a:pt x="653" y="265"/>
                  <a:pt x="654" y="263"/>
                </a:cubicBezTo>
                <a:close/>
                <a:moveTo>
                  <a:pt x="654" y="494"/>
                </a:moveTo>
                <a:cubicBezTo>
                  <a:pt x="654" y="508"/>
                  <a:pt x="654" y="508"/>
                  <a:pt x="654" y="508"/>
                </a:cubicBezTo>
                <a:cubicBezTo>
                  <a:pt x="651" y="506"/>
                  <a:pt x="650" y="506"/>
                  <a:pt x="649" y="506"/>
                </a:cubicBezTo>
                <a:cubicBezTo>
                  <a:pt x="651" y="501"/>
                  <a:pt x="653" y="497"/>
                  <a:pt x="654" y="494"/>
                </a:cubicBezTo>
                <a:close/>
                <a:moveTo>
                  <a:pt x="654" y="514"/>
                </a:moveTo>
                <a:cubicBezTo>
                  <a:pt x="654" y="531"/>
                  <a:pt x="654" y="531"/>
                  <a:pt x="654" y="531"/>
                </a:cubicBezTo>
                <a:cubicBezTo>
                  <a:pt x="650" y="527"/>
                  <a:pt x="646" y="523"/>
                  <a:pt x="642" y="520"/>
                </a:cubicBezTo>
                <a:cubicBezTo>
                  <a:pt x="644" y="516"/>
                  <a:pt x="646" y="512"/>
                  <a:pt x="649" y="509"/>
                </a:cubicBezTo>
                <a:cubicBezTo>
                  <a:pt x="654" y="514"/>
                  <a:pt x="654" y="514"/>
                  <a:pt x="654" y="514"/>
                </a:cubicBezTo>
                <a:close/>
                <a:moveTo>
                  <a:pt x="654" y="539"/>
                </a:moveTo>
                <a:cubicBezTo>
                  <a:pt x="654" y="551"/>
                  <a:pt x="654" y="551"/>
                  <a:pt x="654" y="551"/>
                </a:cubicBezTo>
                <a:cubicBezTo>
                  <a:pt x="645" y="549"/>
                  <a:pt x="637" y="547"/>
                  <a:pt x="629" y="546"/>
                </a:cubicBezTo>
                <a:cubicBezTo>
                  <a:pt x="629" y="544"/>
                  <a:pt x="629" y="544"/>
                  <a:pt x="629" y="544"/>
                </a:cubicBezTo>
                <a:cubicBezTo>
                  <a:pt x="631" y="541"/>
                  <a:pt x="633" y="538"/>
                  <a:pt x="635" y="535"/>
                </a:cubicBezTo>
                <a:cubicBezTo>
                  <a:pt x="641" y="536"/>
                  <a:pt x="647" y="537"/>
                  <a:pt x="654" y="539"/>
                </a:cubicBezTo>
                <a:close/>
                <a:moveTo>
                  <a:pt x="654" y="568"/>
                </a:moveTo>
                <a:cubicBezTo>
                  <a:pt x="645" y="562"/>
                  <a:pt x="637" y="556"/>
                  <a:pt x="629" y="550"/>
                </a:cubicBezTo>
                <a:cubicBezTo>
                  <a:pt x="629" y="566"/>
                  <a:pt x="629" y="566"/>
                  <a:pt x="629" y="566"/>
                </a:cubicBezTo>
                <a:cubicBezTo>
                  <a:pt x="637" y="571"/>
                  <a:pt x="645" y="576"/>
                  <a:pt x="653" y="582"/>
                </a:cubicBezTo>
                <a:cubicBezTo>
                  <a:pt x="654" y="581"/>
                  <a:pt x="654" y="581"/>
                  <a:pt x="654" y="581"/>
                </a:cubicBezTo>
                <a:cubicBezTo>
                  <a:pt x="654" y="568"/>
                  <a:pt x="654" y="568"/>
                  <a:pt x="654" y="568"/>
                </a:cubicBezTo>
                <a:close/>
                <a:moveTo>
                  <a:pt x="654" y="637"/>
                </a:moveTo>
                <a:cubicBezTo>
                  <a:pt x="654" y="650"/>
                  <a:pt x="654" y="650"/>
                  <a:pt x="654" y="650"/>
                </a:cubicBezTo>
                <a:cubicBezTo>
                  <a:pt x="654" y="650"/>
                  <a:pt x="653" y="651"/>
                  <a:pt x="653" y="651"/>
                </a:cubicBezTo>
                <a:cubicBezTo>
                  <a:pt x="654" y="651"/>
                  <a:pt x="654" y="651"/>
                  <a:pt x="654" y="651"/>
                </a:cubicBezTo>
                <a:cubicBezTo>
                  <a:pt x="654" y="660"/>
                  <a:pt x="654" y="660"/>
                  <a:pt x="654" y="660"/>
                </a:cubicBezTo>
                <a:cubicBezTo>
                  <a:pt x="645" y="659"/>
                  <a:pt x="639" y="662"/>
                  <a:pt x="629" y="672"/>
                </a:cubicBezTo>
                <a:cubicBezTo>
                  <a:pt x="629" y="661"/>
                  <a:pt x="629" y="661"/>
                  <a:pt x="629" y="661"/>
                </a:cubicBezTo>
                <a:cubicBezTo>
                  <a:pt x="634" y="656"/>
                  <a:pt x="639" y="653"/>
                  <a:pt x="645" y="649"/>
                </a:cubicBezTo>
                <a:cubicBezTo>
                  <a:pt x="647" y="644"/>
                  <a:pt x="650" y="640"/>
                  <a:pt x="654" y="637"/>
                </a:cubicBezTo>
                <a:close/>
                <a:moveTo>
                  <a:pt x="654" y="680"/>
                </a:moveTo>
                <a:cubicBezTo>
                  <a:pt x="645" y="677"/>
                  <a:pt x="637" y="674"/>
                  <a:pt x="629" y="672"/>
                </a:cubicBezTo>
                <a:cubicBezTo>
                  <a:pt x="629" y="681"/>
                  <a:pt x="629" y="681"/>
                  <a:pt x="629" y="681"/>
                </a:cubicBezTo>
                <a:cubicBezTo>
                  <a:pt x="637" y="684"/>
                  <a:pt x="645" y="687"/>
                  <a:pt x="654" y="689"/>
                </a:cubicBezTo>
                <a:cubicBezTo>
                  <a:pt x="654" y="680"/>
                  <a:pt x="654" y="680"/>
                  <a:pt x="654" y="680"/>
                </a:cubicBezTo>
                <a:close/>
                <a:moveTo>
                  <a:pt x="629" y="600"/>
                </a:moveTo>
                <a:cubicBezTo>
                  <a:pt x="629" y="576"/>
                  <a:pt x="629" y="576"/>
                  <a:pt x="629" y="576"/>
                </a:cubicBezTo>
                <a:cubicBezTo>
                  <a:pt x="635" y="581"/>
                  <a:pt x="641" y="586"/>
                  <a:pt x="646" y="592"/>
                </a:cubicBezTo>
                <a:cubicBezTo>
                  <a:pt x="643" y="596"/>
                  <a:pt x="641" y="599"/>
                  <a:pt x="638" y="603"/>
                </a:cubicBezTo>
                <a:cubicBezTo>
                  <a:pt x="629" y="600"/>
                  <a:pt x="629" y="600"/>
                  <a:pt x="629" y="600"/>
                </a:cubicBezTo>
                <a:close/>
                <a:moveTo>
                  <a:pt x="629" y="457"/>
                </a:moveTo>
                <a:cubicBezTo>
                  <a:pt x="629" y="362"/>
                  <a:pt x="629" y="362"/>
                  <a:pt x="629" y="362"/>
                </a:cubicBezTo>
                <a:cubicBezTo>
                  <a:pt x="635" y="393"/>
                  <a:pt x="639" y="427"/>
                  <a:pt x="629" y="457"/>
                </a:cubicBezTo>
                <a:close/>
                <a:moveTo>
                  <a:pt x="629" y="215"/>
                </a:moveTo>
                <a:cubicBezTo>
                  <a:pt x="629" y="162"/>
                  <a:pt x="629" y="162"/>
                  <a:pt x="629" y="162"/>
                </a:cubicBezTo>
                <a:cubicBezTo>
                  <a:pt x="631" y="162"/>
                  <a:pt x="633" y="162"/>
                  <a:pt x="637" y="163"/>
                </a:cubicBezTo>
                <a:cubicBezTo>
                  <a:pt x="639" y="174"/>
                  <a:pt x="642" y="177"/>
                  <a:pt x="651" y="185"/>
                </a:cubicBezTo>
                <a:cubicBezTo>
                  <a:pt x="651" y="187"/>
                  <a:pt x="651" y="188"/>
                  <a:pt x="651" y="190"/>
                </a:cubicBezTo>
                <a:cubicBezTo>
                  <a:pt x="648" y="192"/>
                  <a:pt x="648" y="192"/>
                  <a:pt x="642" y="192"/>
                </a:cubicBezTo>
                <a:cubicBezTo>
                  <a:pt x="642" y="191"/>
                  <a:pt x="641" y="190"/>
                  <a:pt x="641" y="190"/>
                </a:cubicBezTo>
                <a:cubicBezTo>
                  <a:pt x="640" y="192"/>
                  <a:pt x="639" y="195"/>
                  <a:pt x="639" y="197"/>
                </a:cubicBezTo>
                <a:cubicBezTo>
                  <a:pt x="637" y="198"/>
                  <a:pt x="634" y="198"/>
                  <a:pt x="632" y="199"/>
                </a:cubicBezTo>
                <a:cubicBezTo>
                  <a:pt x="637" y="205"/>
                  <a:pt x="641" y="210"/>
                  <a:pt x="648" y="213"/>
                </a:cubicBezTo>
                <a:cubicBezTo>
                  <a:pt x="648" y="218"/>
                  <a:pt x="648" y="220"/>
                  <a:pt x="646" y="224"/>
                </a:cubicBezTo>
                <a:cubicBezTo>
                  <a:pt x="641" y="224"/>
                  <a:pt x="639" y="224"/>
                  <a:pt x="635" y="222"/>
                </a:cubicBezTo>
                <a:cubicBezTo>
                  <a:pt x="633" y="219"/>
                  <a:pt x="631" y="217"/>
                  <a:pt x="629" y="215"/>
                </a:cubicBezTo>
                <a:close/>
                <a:moveTo>
                  <a:pt x="616" y="67"/>
                </a:moveTo>
                <a:cubicBezTo>
                  <a:pt x="620" y="70"/>
                  <a:pt x="625" y="73"/>
                  <a:pt x="629" y="76"/>
                </a:cubicBezTo>
                <a:cubicBezTo>
                  <a:pt x="629" y="93"/>
                  <a:pt x="629" y="93"/>
                  <a:pt x="629" y="93"/>
                </a:cubicBezTo>
                <a:cubicBezTo>
                  <a:pt x="628" y="85"/>
                  <a:pt x="624" y="81"/>
                  <a:pt x="616" y="76"/>
                </a:cubicBezTo>
                <a:cubicBezTo>
                  <a:pt x="616" y="67"/>
                  <a:pt x="616" y="67"/>
                  <a:pt x="616" y="67"/>
                </a:cubicBezTo>
                <a:close/>
                <a:moveTo>
                  <a:pt x="629" y="719"/>
                </a:moveTo>
                <a:cubicBezTo>
                  <a:pt x="625" y="722"/>
                  <a:pt x="621" y="725"/>
                  <a:pt x="616" y="728"/>
                </a:cubicBezTo>
                <a:cubicBezTo>
                  <a:pt x="616" y="719"/>
                  <a:pt x="616" y="719"/>
                  <a:pt x="616" y="719"/>
                </a:cubicBezTo>
                <a:cubicBezTo>
                  <a:pt x="620" y="717"/>
                  <a:pt x="623" y="715"/>
                  <a:pt x="628" y="711"/>
                </a:cubicBezTo>
                <a:cubicBezTo>
                  <a:pt x="624" y="709"/>
                  <a:pt x="620" y="707"/>
                  <a:pt x="616" y="705"/>
                </a:cubicBezTo>
                <a:cubicBezTo>
                  <a:pt x="616" y="696"/>
                  <a:pt x="616" y="696"/>
                  <a:pt x="616" y="696"/>
                </a:cubicBezTo>
                <a:cubicBezTo>
                  <a:pt x="620" y="698"/>
                  <a:pt x="624" y="700"/>
                  <a:pt x="628" y="702"/>
                </a:cubicBezTo>
                <a:cubicBezTo>
                  <a:pt x="629" y="702"/>
                  <a:pt x="629" y="702"/>
                  <a:pt x="629" y="702"/>
                </a:cubicBezTo>
                <a:cubicBezTo>
                  <a:pt x="629" y="719"/>
                  <a:pt x="629" y="719"/>
                  <a:pt x="629" y="719"/>
                </a:cubicBezTo>
                <a:close/>
                <a:moveTo>
                  <a:pt x="629" y="106"/>
                </a:moveTo>
                <a:cubicBezTo>
                  <a:pt x="629" y="130"/>
                  <a:pt x="629" y="130"/>
                  <a:pt x="629" y="130"/>
                </a:cubicBezTo>
                <a:cubicBezTo>
                  <a:pt x="624" y="127"/>
                  <a:pt x="620" y="125"/>
                  <a:pt x="616" y="122"/>
                </a:cubicBezTo>
                <a:cubicBezTo>
                  <a:pt x="616" y="114"/>
                  <a:pt x="616" y="114"/>
                  <a:pt x="616" y="114"/>
                </a:cubicBezTo>
                <a:cubicBezTo>
                  <a:pt x="618" y="115"/>
                  <a:pt x="620" y="117"/>
                  <a:pt x="624" y="120"/>
                </a:cubicBezTo>
                <a:cubicBezTo>
                  <a:pt x="625" y="120"/>
                  <a:pt x="626" y="120"/>
                  <a:pt x="627" y="120"/>
                </a:cubicBezTo>
                <a:cubicBezTo>
                  <a:pt x="628" y="116"/>
                  <a:pt x="628" y="111"/>
                  <a:pt x="629" y="106"/>
                </a:cubicBezTo>
                <a:close/>
                <a:moveTo>
                  <a:pt x="629" y="162"/>
                </a:moveTo>
                <a:cubicBezTo>
                  <a:pt x="629" y="215"/>
                  <a:pt x="629" y="215"/>
                  <a:pt x="629" y="215"/>
                </a:cubicBezTo>
                <a:cubicBezTo>
                  <a:pt x="623" y="208"/>
                  <a:pt x="620" y="210"/>
                  <a:pt x="616" y="214"/>
                </a:cubicBezTo>
                <a:cubicBezTo>
                  <a:pt x="616" y="199"/>
                  <a:pt x="616" y="199"/>
                  <a:pt x="616" y="199"/>
                </a:cubicBezTo>
                <a:cubicBezTo>
                  <a:pt x="616" y="198"/>
                  <a:pt x="616" y="198"/>
                  <a:pt x="616" y="198"/>
                </a:cubicBezTo>
                <a:cubicBezTo>
                  <a:pt x="617" y="198"/>
                  <a:pt x="617" y="197"/>
                  <a:pt x="616" y="196"/>
                </a:cubicBezTo>
                <a:cubicBezTo>
                  <a:pt x="616" y="171"/>
                  <a:pt x="616" y="171"/>
                  <a:pt x="616" y="171"/>
                </a:cubicBezTo>
                <a:cubicBezTo>
                  <a:pt x="617" y="172"/>
                  <a:pt x="618" y="173"/>
                  <a:pt x="619" y="173"/>
                </a:cubicBezTo>
                <a:cubicBezTo>
                  <a:pt x="620" y="173"/>
                  <a:pt x="621" y="173"/>
                  <a:pt x="622" y="173"/>
                </a:cubicBezTo>
                <a:cubicBezTo>
                  <a:pt x="622" y="172"/>
                  <a:pt x="622" y="171"/>
                  <a:pt x="621" y="171"/>
                </a:cubicBezTo>
                <a:cubicBezTo>
                  <a:pt x="620" y="170"/>
                  <a:pt x="618" y="169"/>
                  <a:pt x="616" y="168"/>
                </a:cubicBezTo>
                <a:cubicBezTo>
                  <a:pt x="616" y="154"/>
                  <a:pt x="616" y="154"/>
                  <a:pt x="616" y="154"/>
                </a:cubicBezTo>
                <a:cubicBezTo>
                  <a:pt x="618" y="154"/>
                  <a:pt x="619" y="154"/>
                  <a:pt x="620" y="154"/>
                </a:cubicBezTo>
                <a:cubicBezTo>
                  <a:pt x="623" y="160"/>
                  <a:pt x="625" y="162"/>
                  <a:pt x="629" y="162"/>
                </a:cubicBezTo>
                <a:close/>
                <a:moveTo>
                  <a:pt x="629" y="362"/>
                </a:moveTo>
                <a:cubicBezTo>
                  <a:pt x="629" y="457"/>
                  <a:pt x="629" y="457"/>
                  <a:pt x="629" y="457"/>
                </a:cubicBezTo>
                <a:cubicBezTo>
                  <a:pt x="628" y="461"/>
                  <a:pt x="626" y="466"/>
                  <a:pt x="624" y="470"/>
                </a:cubicBezTo>
                <a:cubicBezTo>
                  <a:pt x="622" y="477"/>
                  <a:pt x="620" y="485"/>
                  <a:pt x="616" y="493"/>
                </a:cubicBezTo>
                <a:cubicBezTo>
                  <a:pt x="616" y="470"/>
                  <a:pt x="616" y="470"/>
                  <a:pt x="616" y="470"/>
                </a:cubicBezTo>
                <a:cubicBezTo>
                  <a:pt x="620" y="467"/>
                  <a:pt x="622" y="463"/>
                  <a:pt x="621" y="457"/>
                </a:cubicBezTo>
                <a:cubicBezTo>
                  <a:pt x="620" y="458"/>
                  <a:pt x="618" y="458"/>
                  <a:pt x="616" y="459"/>
                </a:cubicBezTo>
                <a:cubicBezTo>
                  <a:pt x="616" y="453"/>
                  <a:pt x="616" y="453"/>
                  <a:pt x="616" y="453"/>
                </a:cubicBezTo>
                <a:cubicBezTo>
                  <a:pt x="622" y="451"/>
                  <a:pt x="627" y="447"/>
                  <a:pt x="626" y="437"/>
                </a:cubicBezTo>
                <a:cubicBezTo>
                  <a:pt x="622" y="439"/>
                  <a:pt x="619" y="440"/>
                  <a:pt x="616" y="441"/>
                </a:cubicBezTo>
                <a:cubicBezTo>
                  <a:pt x="616" y="435"/>
                  <a:pt x="616" y="435"/>
                  <a:pt x="616" y="435"/>
                </a:cubicBezTo>
                <a:cubicBezTo>
                  <a:pt x="625" y="432"/>
                  <a:pt x="629" y="429"/>
                  <a:pt x="628" y="417"/>
                </a:cubicBezTo>
                <a:cubicBezTo>
                  <a:pt x="623" y="420"/>
                  <a:pt x="619" y="421"/>
                  <a:pt x="616" y="423"/>
                </a:cubicBezTo>
                <a:cubicBezTo>
                  <a:pt x="616" y="417"/>
                  <a:pt x="616" y="417"/>
                  <a:pt x="616" y="417"/>
                </a:cubicBezTo>
                <a:cubicBezTo>
                  <a:pt x="626" y="411"/>
                  <a:pt x="628" y="411"/>
                  <a:pt x="628" y="397"/>
                </a:cubicBezTo>
                <a:cubicBezTo>
                  <a:pt x="624" y="400"/>
                  <a:pt x="620" y="403"/>
                  <a:pt x="616" y="406"/>
                </a:cubicBezTo>
                <a:cubicBezTo>
                  <a:pt x="616" y="398"/>
                  <a:pt x="616" y="398"/>
                  <a:pt x="616" y="398"/>
                </a:cubicBezTo>
                <a:cubicBezTo>
                  <a:pt x="624" y="393"/>
                  <a:pt x="632" y="387"/>
                  <a:pt x="627" y="377"/>
                </a:cubicBezTo>
                <a:cubicBezTo>
                  <a:pt x="622" y="381"/>
                  <a:pt x="618" y="383"/>
                  <a:pt x="616" y="385"/>
                </a:cubicBezTo>
                <a:cubicBezTo>
                  <a:pt x="616" y="378"/>
                  <a:pt x="616" y="378"/>
                  <a:pt x="616" y="378"/>
                </a:cubicBezTo>
                <a:cubicBezTo>
                  <a:pt x="624" y="373"/>
                  <a:pt x="629" y="368"/>
                  <a:pt x="625" y="358"/>
                </a:cubicBezTo>
                <a:cubicBezTo>
                  <a:pt x="621" y="359"/>
                  <a:pt x="618" y="361"/>
                  <a:pt x="616" y="363"/>
                </a:cubicBezTo>
                <a:cubicBezTo>
                  <a:pt x="616" y="357"/>
                  <a:pt x="616" y="357"/>
                  <a:pt x="616" y="357"/>
                </a:cubicBezTo>
                <a:cubicBezTo>
                  <a:pt x="622" y="352"/>
                  <a:pt x="624" y="347"/>
                  <a:pt x="619" y="337"/>
                </a:cubicBezTo>
                <a:cubicBezTo>
                  <a:pt x="618" y="338"/>
                  <a:pt x="617" y="339"/>
                  <a:pt x="616" y="341"/>
                </a:cubicBezTo>
                <a:cubicBezTo>
                  <a:pt x="616" y="312"/>
                  <a:pt x="616" y="312"/>
                  <a:pt x="616" y="312"/>
                </a:cubicBezTo>
                <a:cubicBezTo>
                  <a:pt x="617" y="314"/>
                  <a:pt x="618" y="316"/>
                  <a:pt x="620" y="320"/>
                </a:cubicBezTo>
                <a:cubicBezTo>
                  <a:pt x="623" y="333"/>
                  <a:pt x="626" y="347"/>
                  <a:pt x="629" y="362"/>
                </a:cubicBezTo>
                <a:close/>
                <a:moveTo>
                  <a:pt x="629" y="544"/>
                </a:moveTo>
                <a:cubicBezTo>
                  <a:pt x="629" y="546"/>
                  <a:pt x="629" y="546"/>
                  <a:pt x="629" y="546"/>
                </a:cubicBezTo>
                <a:cubicBezTo>
                  <a:pt x="628" y="546"/>
                  <a:pt x="628" y="546"/>
                  <a:pt x="628" y="546"/>
                </a:cubicBezTo>
                <a:cubicBezTo>
                  <a:pt x="629" y="544"/>
                  <a:pt x="629" y="544"/>
                  <a:pt x="629" y="544"/>
                </a:cubicBezTo>
                <a:close/>
                <a:moveTo>
                  <a:pt x="629" y="550"/>
                </a:moveTo>
                <a:cubicBezTo>
                  <a:pt x="629" y="566"/>
                  <a:pt x="629" y="566"/>
                  <a:pt x="629" y="566"/>
                </a:cubicBezTo>
                <a:cubicBezTo>
                  <a:pt x="626" y="564"/>
                  <a:pt x="623" y="561"/>
                  <a:pt x="620" y="559"/>
                </a:cubicBezTo>
                <a:cubicBezTo>
                  <a:pt x="622" y="554"/>
                  <a:pt x="623" y="551"/>
                  <a:pt x="628" y="549"/>
                </a:cubicBezTo>
                <a:cubicBezTo>
                  <a:pt x="629" y="550"/>
                  <a:pt x="629" y="550"/>
                  <a:pt x="629" y="550"/>
                </a:cubicBezTo>
                <a:close/>
                <a:moveTo>
                  <a:pt x="629" y="576"/>
                </a:moveTo>
                <a:cubicBezTo>
                  <a:pt x="625" y="572"/>
                  <a:pt x="621" y="568"/>
                  <a:pt x="616" y="565"/>
                </a:cubicBezTo>
                <a:cubicBezTo>
                  <a:pt x="616" y="578"/>
                  <a:pt x="616" y="578"/>
                  <a:pt x="616" y="578"/>
                </a:cubicBezTo>
                <a:cubicBezTo>
                  <a:pt x="620" y="582"/>
                  <a:pt x="623" y="585"/>
                  <a:pt x="627" y="588"/>
                </a:cubicBezTo>
                <a:cubicBezTo>
                  <a:pt x="624" y="588"/>
                  <a:pt x="620" y="587"/>
                  <a:pt x="616" y="586"/>
                </a:cubicBezTo>
                <a:cubicBezTo>
                  <a:pt x="616" y="596"/>
                  <a:pt x="616" y="596"/>
                  <a:pt x="616" y="596"/>
                </a:cubicBezTo>
                <a:cubicBezTo>
                  <a:pt x="619" y="597"/>
                  <a:pt x="623" y="598"/>
                  <a:pt x="629" y="600"/>
                </a:cubicBezTo>
                <a:cubicBezTo>
                  <a:pt x="629" y="576"/>
                  <a:pt x="629" y="576"/>
                  <a:pt x="629" y="576"/>
                </a:cubicBezTo>
                <a:close/>
                <a:moveTo>
                  <a:pt x="629" y="661"/>
                </a:moveTo>
                <a:cubicBezTo>
                  <a:pt x="629" y="672"/>
                  <a:pt x="629" y="672"/>
                  <a:pt x="629" y="672"/>
                </a:cubicBezTo>
                <a:cubicBezTo>
                  <a:pt x="629" y="681"/>
                  <a:pt x="629" y="681"/>
                  <a:pt x="629" y="681"/>
                </a:cubicBezTo>
                <a:cubicBezTo>
                  <a:pt x="628" y="681"/>
                  <a:pt x="628" y="681"/>
                  <a:pt x="628" y="681"/>
                </a:cubicBezTo>
                <a:cubicBezTo>
                  <a:pt x="622" y="681"/>
                  <a:pt x="619" y="681"/>
                  <a:pt x="616" y="682"/>
                </a:cubicBezTo>
                <a:cubicBezTo>
                  <a:pt x="616" y="674"/>
                  <a:pt x="616" y="674"/>
                  <a:pt x="616" y="674"/>
                </a:cubicBezTo>
                <a:cubicBezTo>
                  <a:pt x="618" y="673"/>
                  <a:pt x="619" y="673"/>
                  <a:pt x="621" y="672"/>
                </a:cubicBezTo>
                <a:cubicBezTo>
                  <a:pt x="623" y="668"/>
                  <a:pt x="626" y="664"/>
                  <a:pt x="629" y="661"/>
                </a:cubicBezTo>
                <a:close/>
                <a:moveTo>
                  <a:pt x="616" y="616"/>
                </a:moveTo>
                <a:cubicBezTo>
                  <a:pt x="616" y="601"/>
                  <a:pt x="616" y="601"/>
                  <a:pt x="616" y="601"/>
                </a:cubicBezTo>
                <a:cubicBezTo>
                  <a:pt x="620" y="605"/>
                  <a:pt x="625" y="608"/>
                  <a:pt x="629" y="612"/>
                </a:cubicBezTo>
                <a:cubicBezTo>
                  <a:pt x="626" y="615"/>
                  <a:pt x="624" y="618"/>
                  <a:pt x="621" y="620"/>
                </a:cubicBezTo>
                <a:lnTo>
                  <a:pt x="616" y="616"/>
                </a:lnTo>
                <a:close/>
                <a:moveTo>
                  <a:pt x="611" y="64"/>
                </a:moveTo>
                <a:cubicBezTo>
                  <a:pt x="613" y="65"/>
                  <a:pt x="615" y="66"/>
                  <a:pt x="616" y="67"/>
                </a:cubicBezTo>
                <a:cubicBezTo>
                  <a:pt x="616" y="76"/>
                  <a:pt x="616" y="76"/>
                  <a:pt x="616" y="76"/>
                </a:cubicBezTo>
                <a:cubicBezTo>
                  <a:pt x="615" y="75"/>
                  <a:pt x="614" y="74"/>
                  <a:pt x="612" y="74"/>
                </a:cubicBezTo>
                <a:cubicBezTo>
                  <a:pt x="612" y="85"/>
                  <a:pt x="612" y="97"/>
                  <a:pt x="612" y="109"/>
                </a:cubicBezTo>
                <a:cubicBezTo>
                  <a:pt x="614" y="111"/>
                  <a:pt x="615" y="112"/>
                  <a:pt x="616" y="114"/>
                </a:cubicBezTo>
                <a:cubicBezTo>
                  <a:pt x="616" y="122"/>
                  <a:pt x="616" y="122"/>
                  <a:pt x="616" y="122"/>
                </a:cubicBezTo>
                <a:cubicBezTo>
                  <a:pt x="615" y="121"/>
                  <a:pt x="613" y="120"/>
                  <a:pt x="611" y="118"/>
                </a:cubicBezTo>
                <a:cubicBezTo>
                  <a:pt x="611" y="64"/>
                  <a:pt x="611" y="64"/>
                  <a:pt x="611" y="64"/>
                </a:cubicBezTo>
                <a:close/>
                <a:moveTo>
                  <a:pt x="616" y="728"/>
                </a:moveTo>
                <a:cubicBezTo>
                  <a:pt x="615" y="728"/>
                  <a:pt x="613" y="729"/>
                  <a:pt x="611" y="730"/>
                </a:cubicBezTo>
                <a:cubicBezTo>
                  <a:pt x="611" y="720"/>
                  <a:pt x="611" y="720"/>
                  <a:pt x="611" y="720"/>
                </a:cubicBezTo>
                <a:cubicBezTo>
                  <a:pt x="613" y="720"/>
                  <a:pt x="615" y="719"/>
                  <a:pt x="616" y="719"/>
                </a:cubicBezTo>
                <a:cubicBezTo>
                  <a:pt x="616" y="728"/>
                  <a:pt x="616" y="728"/>
                  <a:pt x="616" y="728"/>
                </a:cubicBezTo>
                <a:close/>
                <a:moveTo>
                  <a:pt x="616" y="154"/>
                </a:moveTo>
                <a:cubicBezTo>
                  <a:pt x="616" y="168"/>
                  <a:pt x="616" y="168"/>
                  <a:pt x="616" y="168"/>
                </a:cubicBezTo>
                <a:cubicBezTo>
                  <a:pt x="615" y="167"/>
                  <a:pt x="614" y="167"/>
                  <a:pt x="613" y="166"/>
                </a:cubicBezTo>
                <a:cubicBezTo>
                  <a:pt x="613" y="169"/>
                  <a:pt x="613" y="169"/>
                  <a:pt x="616" y="171"/>
                </a:cubicBezTo>
                <a:cubicBezTo>
                  <a:pt x="616" y="196"/>
                  <a:pt x="616" y="196"/>
                  <a:pt x="616" y="196"/>
                </a:cubicBezTo>
                <a:cubicBezTo>
                  <a:pt x="615" y="194"/>
                  <a:pt x="613" y="192"/>
                  <a:pt x="611" y="190"/>
                </a:cubicBezTo>
                <a:cubicBezTo>
                  <a:pt x="611" y="153"/>
                  <a:pt x="611" y="153"/>
                  <a:pt x="611" y="153"/>
                </a:cubicBezTo>
                <a:cubicBezTo>
                  <a:pt x="613" y="154"/>
                  <a:pt x="615" y="154"/>
                  <a:pt x="616" y="154"/>
                </a:cubicBezTo>
                <a:close/>
                <a:moveTo>
                  <a:pt x="616" y="199"/>
                </a:moveTo>
                <a:cubicBezTo>
                  <a:pt x="616" y="214"/>
                  <a:pt x="616" y="214"/>
                  <a:pt x="616" y="214"/>
                </a:cubicBezTo>
                <a:cubicBezTo>
                  <a:pt x="615" y="217"/>
                  <a:pt x="613" y="219"/>
                  <a:pt x="611" y="222"/>
                </a:cubicBezTo>
                <a:cubicBezTo>
                  <a:pt x="611" y="196"/>
                  <a:pt x="611" y="196"/>
                  <a:pt x="611" y="196"/>
                </a:cubicBezTo>
                <a:cubicBezTo>
                  <a:pt x="612" y="197"/>
                  <a:pt x="612" y="198"/>
                  <a:pt x="613" y="199"/>
                </a:cubicBezTo>
                <a:cubicBezTo>
                  <a:pt x="614" y="199"/>
                  <a:pt x="615" y="199"/>
                  <a:pt x="616" y="199"/>
                </a:cubicBezTo>
                <a:close/>
                <a:moveTo>
                  <a:pt x="616" y="312"/>
                </a:moveTo>
                <a:cubicBezTo>
                  <a:pt x="616" y="341"/>
                  <a:pt x="616" y="341"/>
                  <a:pt x="616" y="341"/>
                </a:cubicBezTo>
                <a:cubicBezTo>
                  <a:pt x="615" y="343"/>
                  <a:pt x="613" y="344"/>
                  <a:pt x="611" y="346"/>
                </a:cubicBezTo>
                <a:cubicBezTo>
                  <a:pt x="611" y="338"/>
                  <a:pt x="611" y="338"/>
                  <a:pt x="611" y="338"/>
                </a:cubicBezTo>
                <a:cubicBezTo>
                  <a:pt x="616" y="333"/>
                  <a:pt x="616" y="325"/>
                  <a:pt x="613" y="317"/>
                </a:cubicBezTo>
                <a:cubicBezTo>
                  <a:pt x="613" y="318"/>
                  <a:pt x="612" y="319"/>
                  <a:pt x="611" y="320"/>
                </a:cubicBezTo>
                <a:cubicBezTo>
                  <a:pt x="611" y="300"/>
                  <a:pt x="611" y="300"/>
                  <a:pt x="611" y="300"/>
                </a:cubicBezTo>
                <a:cubicBezTo>
                  <a:pt x="613" y="303"/>
                  <a:pt x="613" y="303"/>
                  <a:pt x="613" y="303"/>
                </a:cubicBezTo>
                <a:cubicBezTo>
                  <a:pt x="615" y="307"/>
                  <a:pt x="615" y="309"/>
                  <a:pt x="616" y="312"/>
                </a:cubicBezTo>
                <a:close/>
                <a:moveTo>
                  <a:pt x="616" y="357"/>
                </a:moveTo>
                <a:cubicBezTo>
                  <a:pt x="616" y="363"/>
                  <a:pt x="616" y="363"/>
                  <a:pt x="616" y="363"/>
                </a:cubicBezTo>
                <a:cubicBezTo>
                  <a:pt x="613" y="366"/>
                  <a:pt x="612" y="368"/>
                  <a:pt x="611" y="372"/>
                </a:cubicBezTo>
                <a:cubicBezTo>
                  <a:pt x="611" y="360"/>
                  <a:pt x="611" y="360"/>
                  <a:pt x="611" y="360"/>
                </a:cubicBezTo>
                <a:cubicBezTo>
                  <a:pt x="613" y="359"/>
                  <a:pt x="615" y="358"/>
                  <a:pt x="616" y="357"/>
                </a:cubicBezTo>
                <a:close/>
                <a:moveTo>
                  <a:pt x="616" y="378"/>
                </a:moveTo>
                <a:cubicBezTo>
                  <a:pt x="616" y="385"/>
                  <a:pt x="616" y="385"/>
                  <a:pt x="616" y="385"/>
                </a:cubicBezTo>
                <a:cubicBezTo>
                  <a:pt x="613" y="388"/>
                  <a:pt x="612" y="392"/>
                  <a:pt x="611" y="400"/>
                </a:cubicBezTo>
                <a:cubicBezTo>
                  <a:pt x="613" y="400"/>
                  <a:pt x="615" y="399"/>
                  <a:pt x="616" y="398"/>
                </a:cubicBezTo>
                <a:cubicBezTo>
                  <a:pt x="616" y="406"/>
                  <a:pt x="616" y="406"/>
                  <a:pt x="616" y="406"/>
                </a:cubicBezTo>
                <a:cubicBezTo>
                  <a:pt x="615" y="407"/>
                  <a:pt x="613" y="408"/>
                  <a:pt x="612" y="409"/>
                </a:cubicBezTo>
                <a:cubicBezTo>
                  <a:pt x="612" y="412"/>
                  <a:pt x="612" y="416"/>
                  <a:pt x="611" y="419"/>
                </a:cubicBezTo>
                <a:cubicBezTo>
                  <a:pt x="613" y="418"/>
                  <a:pt x="615" y="417"/>
                  <a:pt x="616" y="417"/>
                </a:cubicBezTo>
                <a:cubicBezTo>
                  <a:pt x="616" y="423"/>
                  <a:pt x="616" y="423"/>
                  <a:pt x="616" y="423"/>
                </a:cubicBezTo>
                <a:cubicBezTo>
                  <a:pt x="614" y="425"/>
                  <a:pt x="613" y="426"/>
                  <a:pt x="611" y="429"/>
                </a:cubicBezTo>
                <a:cubicBezTo>
                  <a:pt x="611" y="381"/>
                  <a:pt x="611" y="381"/>
                  <a:pt x="611" y="381"/>
                </a:cubicBezTo>
                <a:cubicBezTo>
                  <a:pt x="613" y="380"/>
                  <a:pt x="615" y="379"/>
                  <a:pt x="616" y="378"/>
                </a:cubicBezTo>
                <a:close/>
                <a:moveTo>
                  <a:pt x="616" y="435"/>
                </a:moveTo>
                <a:cubicBezTo>
                  <a:pt x="616" y="441"/>
                  <a:pt x="616" y="441"/>
                  <a:pt x="616" y="441"/>
                </a:cubicBezTo>
                <a:cubicBezTo>
                  <a:pt x="614" y="442"/>
                  <a:pt x="613" y="443"/>
                  <a:pt x="611" y="444"/>
                </a:cubicBezTo>
                <a:cubicBezTo>
                  <a:pt x="611" y="436"/>
                  <a:pt x="611" y="436"/>
                  <a:pt x="611" y="436"/>
                </a:cubicBezTo>
                <a:cubicBezTo>
                  <a:pt x="613" y="436"/>
                  <a:pt x="615" y="435"/>
                  <a:pt x="616" y="435"/>
                </a:cubicBezTo>
                <a:close/>
                <a:moveTo>
                  <a:pt x="616" y="453"/>
                </a:moveTo>
                <a:cubicBezTo>
                  <a:pt x="616" y="459"/>
                  <a:pt x="616" y="459"/>
                  <a:pt x="616" y="459"/>
                </a:cubicBezTo>
                <a:cubicBezTo>
                  <a:pt x="615" y="459"/>
                  <a:pt x="613" y="460"/>
                  <a:pt x="611" y="460"/>
                </a:cubicBezTo>
                <a:cubicBezTo>
                  <a:pt x="611" y="454"/>
                  <a:pt x="611" y="454"/>
                  <a:pt x="611" y="454"/>
                </a:cubicBezTo>
                <a:cubicBezTo>
                  <a:pt x="613" y="454"/>
                  <a:pt x="615" y="453"/>
                  <a:pt x="616" y="453"/>
                </a:cubicBezTo>
                <a:close/>
                <a:moveTo>
                  <a:pt x="616" y="470"/>
                </a:moveTo>
                <a:cubicBezTo>
                  <a:pt x="616" y="493"/>
                  <a:pt x="616" y="493"/>
                  <a:pt x="616" y="493"/>
                </a:cubicBezTo>
                <a:cubicBezTo>
                  <a:pt x="615" y="497"/>
                  <a:pt x="613" y="500"/>
                  <a:pt x="611" y="504"/>
                </a:cubicBezTo>
                <a:cubicBezTo>
                  <a:pt x="611" y="487"/>
                  <a:pt x="611" y="487"/>
                  <a:pt x="611" y="487"/>
                </a:cubicBezTo>
                <a:cubicBezTo>
                  <a:pt x="613" y="485"/>
                  <a:pt x="615" y="482"/>
                  <a:pt x="616" y="477"/>
                </a:cubicBezTo>
                <a:cubicBezTo>
                  <a:pt x="614" y="477"/>
                  <a:pt x="613" y="478"/>
                  <a:pt x="611" y="478"/>
                </a:cubicBezTo>
                <a:cubicBezTo>
                  <a:pt x="611" y="472"/>
                  <a:pt x="611" y="472"/>
                  <a:pt x="611" y="472"/>
                </a:cubicBezTo>
                <a:cubicBezTo>
                  <a:pt x="613" y="471"/>
                  <a:pt x="615" y="470"/>
                  <a:pt x="616" y="470"/>
                </a:cubicBezTo>
                <a:close/>
                <a:moveTo>
                  <a:pt x="616" y="565"/>
                </a:moveTo>
                <a:cubicBezTo>
                  <a:pt x="616" y="578"/>
                  <a:pt x="616" y="578"/>
                  <a:pt x="616" y="578"/>
                </a:cubicBezTo>
                <a:cubicBezTo>
                  <a:pt x="611" y="574"/>
                  <a:pt x="611" y="574"/>
                  <a:pt x="611" y="574"/>
                </a:cubicBezTo>
                <a:cubicBezTo>
                  <a:pt x="611" y="569"/>
                  <a:pt x="611" y="569"/>
                  <a:pt x="611" y="569"/>
                </a:cubicBezTo>
                <a:cubicBezTo>
                  <a:pt x="613" y="567"/>
                  <a:pt x="614" y="566"/>
                  <a:pt x="616" y="564"/>
                </a:cubicBezTo>
                <a:cubicBezTo>
                  <a:pt x="616" y="565"/>
                  <a:pt x="616" y="565"/>
                  <a:pt x="616" y="565"/>
                </a:cubicBezTo>
                <a:close/>
                <a:moveTo>
                  <a:pt x="616" y="586"/>
                </a:moveTo>
                <a:cubicBezTo>
                  <a:pt x="616" y="596"/>
                  <a:pt x="616" y="596"/>
                  <a:pt x="616" y="596"/>
                </a:cubicBezTo>
                <a:cubicBezTo>
                  <a:pt x="614" y="596"/>
                  <a:pt x="612" y="595"/>
                  <a:pt x="611" y="595"/>
                </a:cubicBezTo>
                <a:cubicBezTo>
                  <a:pt x="611" y="585"/>
                  <a:pt x="611" y="585"/>
                  <a:pt x="611" y="585"/>
                </a:cubicBezTo>
                <a:cubicBezTo>
                  <a:pt x="613" y="585"/>
                  <a:pt x="615" y="586"/>
                  <a:pt x="616" y="586"/>
                </a:cubicBezTo>
                <a:close/>
                <a:moveTo>
                  <a:pt x="616" y="601"/>
                </a:moveTo>
                <a:cubicBezTo>
                  <a:pt x="616" y="616"/>
                  <a:pt x="616" y="616"/>
                  <a:pt x="616" y="616"/>
                </a:cubicBezTo>
                <a:cubicBezTo>
                  <a:pt x="614" y="614"/>
                  <a:pt x="613" y="613"/>
                  <a:pt x="611" y="611"/>
                </a:cubicBezTo>
                <a:cubicBezTo>
                  <a:pt x="611" y="597"/>
                  <a:pt x="611" y="597"/>
                  <a:pt x="611" y="597"/>
                </a:cubicBezTo>
                <a:cubicBezTo>
                  <a:pt x="613" y="598"/>
                  <a:pt x="615" y="600"/>
                  <a:pt x="616" y="601"/>
                </a:cubicBezTo>
                <a:close/>
                <a:moveTo>
                  <a:pt x="616" y="674"/>
                </a:moveTo>
                <a:cubicBezTo>
                  <a:pt x="616" y="682"/>
                  <a:pt x="616" y="682"/>
                  <a:pt x="616" y="682"/>
                </a:cubicBezTo>
                <a:cubicBezTo>
                  <a:pt x="615" y="683"/>
                  <a:pt x="613" y="684"/>
                  <a:pt x="611" y="685"/>
                </a:cubicBezTo>
                <a:cubicBezTo>
                  <a:pt x="611" y="676"/>
                  <a:pt x="611" y="676"/>
                  <a:pt x="611" y="676"/>
                </a:cubicBezTo>
                <a:cubicBezTo>
                  <a:pt x="613" y="675"/>
                  <a:pt x="614" y="675"/>
                  <a:pt x="616" y="674"/>
                </a:cubicBezTo>
                <a:close/>
                <a:moveTo>
                  <a:pt x="616" y="696"/>
                </a:moveTo>
                <a:cubicBezTo>
                  <a:pt x="616" y="705"/>
                  <a:pt x="616" y="705"/>
                  <a:pt x="616" y="705"/>
                </a:cubicBezTo>
                <a:cubicBezTo>
                  <a:pt x="615" y="705"/>
                  <a:pt x="613" y="704"/>
                  <a:pt x="611" y="703"/>
                </a:cubicBezTo>
                <a:cubicBezTo>
                  <a:pt x="611" y="694"/>
                  <a:pt x="611" y="694"/>
                  <a:pt x="611" y="694"/>
                </a:cubicBezTo>
                <a:lnTo>
                  <a:pt x="616" y="696"/>
                </a:lnTo>
                <a:close/>
                <a:moveTo>
                  <a:pt x="606" y="60"/>
                </a:moveTo>
                <a:cubicBezTo>
                  <a:pt x="607" y="61"/>
                  <a:pt x="609" y="62"/>
                  <a:pt x="611" y="64"/>
                </a:cubicBezTo>
                <a:cubicBezTo>
                  <a:pt x="611" y="118"/>
                  <a:pt x="611" y="118"/>
                  <a:pt x="611" y="118"/>
                </a:cubicBezTo>
                <a:cubicBezTo>
                  <a:pt x="609" y="117"/>
                  <a:pt x="608" y="115"/>
                  <a:pt x="606" y="113"/>
                </a:cubicBezTo>
                <a:cubicBezTo>
                  <a:pt x="606" y="60"/>
                  <a:pt x="606" y="60"/>
                  <a:pt x="606" y="60"/>
                </a:cubicBezTo>
                <a:close/>
                <a:moveTo>
                  <a:pt x="611" y="730"/>
                </a:moveTo>
                <a:cubicBezTo>
                  <a:pt x="610" y="730"/>
                  <a:pt x="610" y="730"/>
                  <a:pt x="610" y="730"/>
                </a:cubicBezTo>
                <a:cubicBezTo>
                  <a:pt x="609" y="732"/>
                  <a:pt x="607" y="733"/>
                  <a:pt x="606" y="734"/>
                </a:cubicBezTo>
                <a:cubicBezTo>
                  <a:pt x="606" y="722"/>
                  <a:pt x="606" y="722"/>
                  <a:pt x="606" y="722"/>
                </a:cubicBezTo>
                <a:cubicBezTo>
                  <a:pt x="608" y="721"/>
                  <a:pt x="610" y="721"/>
                  <a:pt x="611" y="720"/>
                </a:cubicBezTo>
                <a:cubicBezTo>
                  <a:pt x="611" y="730"/>
                  <a:pt x="611" y="730"/>
                  <a:pt x="611" y="730"/>
                </a:cubicBezTo>
                <a:close/>
                <a:moveTo>
                  <a:pt x="611" y="153"/>
                </a:moveTo>
                <a:cubicBezTo>
                  <a:pt x="611" y="190"/>
                  <a:pt x="611" y="190"/>
                  <a:pt x="611" y="190"/>
                </a:cubicBezTo>
                <a:cubicBezTo>
                  <a:pt x="609" y="189"/>
                  <a:pt x="607" y="187"/>
                  <a:pt x="606" y="186"/>
                </a:cubicBezTo>
                <a:cubicBezTo>
                  <a:pt x="606" y="164"/>
                  <a:pt x="606" y="164"/>
                  <a:pt x="606" y="164"/>
                </a:cubicBezTo>
                <a:cubicBezTo>
                  <a:pt x="607" y="163"/>
                  <a:pt x="609" y="163"/>
                  <a:pt x="610" y="162"/>
                </a:cubicBezTo>
                <a:cubicBezTo>
                  <a:pt x="610" y="159"/>
                  <a:pt x="610" y="156"/>
                  <a:pt x="610" y="153"/>
                </a:cubicBezTo>
                <a:cubicBezTo>
                  <a:pt x="611" y="153"/>
                  <a:pt x="611" y="153"/>
                  <a:pt x="611" y="153"/>
                </a:cubicBezTo>
                <a:close/>
                <a:moveTo>
                  <a:pt x="611" y="196"/>
                </a:moveTo>
                <a:cubicBezTo>
                  <a:pt x="611" y="222"/>
                  <a:pt x="611" y="222"/>
                  <a:pt x="611" y="222"/>
                </a:cubicBezTo>
                <a:cubicBezTo>
                  <a:pt x="610" y="225"/>
                  <a:pt x="608" y="228"/>
                  <a:pt x="606" y="230"/>
                </a:cubicBezTo>
                <a:cubicBezTo>
                  <a:pt x="606" y="213"/>
                  <a:pt x="606" y="213"/>
                  <a:pt x="606" y="213"/>
                </a:cubicBezTo>
                <a:cubicBezTo>
                  <a:pt x="607" y="212"/>
                  <a:pt x="607" y="211"/>
                  <a:pt x="609" y="211"/>
                </a:cubicBezTo>
                <a:cubicBezTo>
                  <a:pt x="608" y="206"/>
                  <a:pt x="608" y="206"/>
                  <a:pt x="607" y="205"/>
                </a:cubicBezTo>
                <a:cubicBezTo>
                  <a:pt x="606" y="205"/>
                  <a:pt x="606" y="205"/>
                  <a:pt x="606" y="205"/>
                </a:cubicBezTo>
                <a:cubicBezTo>
                  <a:pt x="606" y="192"/>
                  <a:pt x="606" y="192"/>
                  <a:pt x="606" y="192"/>
                </a:cubicBezTo>
                <a:cubicBezTo>
                  <a:pt x="608" y="193"/>
                  <a:pt x="610" y="194"/>
                  <a:pt x="611" y="196"/>
                </a:cubicBezTo>
                <a:close/>
                <a:moveTo>
                  <a:pt x="611" y="300"/>
                </a:moveTo>
                <a:cubicBezTo>
                  <a:pt x="611" y="320"/>
                  <a:pt x="611" y="320"/>
                  <a:pt x="611" y="320"/>
                </a:cubicBezTo>
                <a:cubicBezTo>
                  <a:pt x="609" y="323"/>
                  <a:pt x="607" y="325"/>
                  <a:pt x="606" y="328"/>
                </a:cubicBezTo>
                <a:cubicBezTo>
                  <a:pt x="606" y="317"/>
                  <a:pt x="606" y="317"/>
                  <a:pt x="606" y="317"/>
                </a:cubicBezTo>
                <a:cubicBezTo>
                  <a:pt x="609" y="312"/>
                  <a:pt x="610" y="308"/>
                  <a:pt x="606" y="300"/>
                </a:cubicBezTo>
                <a:cubicBezTo>
                  <a:pt x="606" y="289"/>
                  <a:pt x="606" y="289"/>
                  <a:pt x="606" y="289"/>
                </a:cubicBezTo>
                <a:cubicBezTo>
                  <a:pt x="607" y="292"/>
                  <a:pt x="608" y="294"/>
                  <a:pt x="611" y="300"/>
                </a:cubicBezTo>
                <a:close/>
                <a:moveTo>
                  <a:pt x="611" y="338"/>
                </a:moveTo>
                <a:cubicBezTo>
                  <a:pt x="611" y="346"/>
                  <a:pt x="611" y="346"/>
                  <a:pt x="611" y="346"/>
                </a:cubicBezTo>
                <a:cubicBezTo>
                  <a:pt x="610" y="348"/>
                  <a:pt x="609" y="349"/>
                  <a:pt x="607" y="351"/>
                </a:cubicBezTo>
                <a:cubicBezTo>
                  <a:pt x="607" y="355"/>
                  <a:pt x="608" y="359"/>
                  <a:pt x="608" y="363"/>
                </a:cubicBezTo>
                <a:cubicBezTo>
                  <a:pt x="609" y="362"/>
                  <a:pt x="610" y="361"/>
                  <a:pt x="611" y="360"/>
                </a:cubicBezTo>
                <a:cubicBezTo>
                  <a:pt x="611" y="372"/>
                  <a:pt x="611" y="372"/>
                  <a:pt x="611" y="372"/>
                </a:cubicBezTo>
                <a:cubicBezTo>
                  <a:pt x="611" y="375"/>
                  <a:pt x="611" y="378"/>
                  <a:pt x="610" y="382"/>
                </a:cubicBezTo>
                <a:cubicBezTo>
                  <a:pt x="611" y="381"/>
                  <a:pt x="611" y="381"/>
                  <a:pt x="611" y="381"/>
                </a:cubicBezTo>
                <a:cubicBezTo>
                  <a:pt x="611" y="429"/>
                  <a:pt x="611" y="429"/>
                  <a:pt x="611" y="429"/>
                </a:cubicBezTo>
                <a:cubicBezTo>
                  <a:pt x="610" y="431"/>
                  <a:pt x="609" y="433"/>
                  <a:pt x="609" y="437"/>
                </a:cubicBezTo>
                <a:cubicBezTo>
                  <a:pt x="610" y="437"/>
                  <a:pt x="611" y="436"/>
                  <a:pt x="611" y="436"/>
                </a:cubicBezTo>
                <a:cubicBezTo>
                  <a:pt x="611" y="444"/>
                  <a:pt x="611" y="444"/>
                  <a:pt x="611" y="444"/>
                </a:cubicBezTo>
                <a:cubicBezTo>
                  <a:pt x="608" y="446"/>
                  <a:pt x="606" y="449"/>
                  <a:pt x="606" y="455"/>
                </a:cubicBezTo>
                <a:cubicBezTo>
                  <a:pt x="606" y="421"/>
                  <a:pt x="606" y="421"/>
                  <a:pt x="606" y="421"/>
                </a:cubicBezTo>
                <a:cubicBezTo>
                  <a:pt x="606" y="419"/>
                  <a:pt x="606" y="417"/>
                  <a:pt x="606" y="415"/>
                </a:cubicBezTo>
                <a:cubicBezTo>
                  <a:pt x="606" y="410"/>
                  <a:pt x="606" y="410"/>
                  <a:pt x="606" y="410"/>
                </a:cubicBezTo>
                <a:cubicBezTo>
                  <a:pt x="607" y="410"/>
                  <a:pt x="607" y="410"/>
                  <a:pt x="607" y="410"/>
                </a:cubicBezTo>
                <a:cubicBezTo>
                  <a:pt x="607" y="404"/>
                  <a:pt x="607" y="399"/>
                  <a:pt x="606" y="393"/>
                </a:cubicBezTo>
                <a:cubicBezTo>
                  <a:pt x="606" y="389"/>
                  <a:pt x="606" y="389"/>
                  <a:pt x="606" y="389"/>
                </a:cubicBezTo>
                <a:cubicBezTo>
                  <a:pt x="606" y="389"/>
                  <a:pt x="606" y="389"/>
                  <a:pt x="606" y="389"/>
                </a:cubicBezTo>
                <a:cubicBezTo>
                  <a:pt x="606" y="389"/>
                  <a:pt x="607" y="388"/>
                  <a:pt x="607" y="387"/>
                </a:cubicBezTo>
                <a:cubicBezTo>
                  <a:pt x="607" y="385"/>
                  <a:pt x="606" y="383"/>
                  <a:pt x="606" y="381"/>
                </a:cubicBezTo>
                <a:cubicBezTo>
                  <a:pt x="606" y="343"/>
                  <a:pt x="606" y="343"/>
                  <a:pt x="606" y="343"/>
                </a:cubicBezTo>
                <a:cubicBezTo>
                  <a:pt x="608" y="342"/>
                  <a:pt x="610" y="340"/>
                  <a:pt x="611" y="338"/>
                </a:cubicBezTo>
                <a:close/>
                <a:moveTo>
                  <a:pt x="611" y="454"/>
                </a:moveTo>
                <a:cubicBezTo>
                  <a:pt x="609" y="455"/>
                  <a:pt x="607" y="455"/>
                  <a:pt x="606" y="456"/>
                </a:cubicBezTo>
                <a:cubicBezTo>
                  <a:pt x="606" y="462"/>
                  <a:pt x="606" y="462"/>
                  <a:pt x="606" y="462"/>
                </a:cubicBezTo>
                <a:cubicBezTo>
                  <a:pt x="607" y="461"/>
                  <a:pt x="609" y="461"/>
                  <a:pt x="611" y="460"/>
                </a:cubicBezTo>
                <a:cubicBezTo>
                  <a:pt x="611" y="454"/>
                  <a:pt x="611" y="454"/>
                  <a:pt x="611" y="454"/>
                </a:cubicBezTo>
                <a:close/>
                <a:moveTo>
                  <a:pt x="611" y="472"/>
                </a:moveTo>
                <a:cubicBezTo>
                  <a:pt x="611" y="478"/>
                  <a:pt x="611" y="478"/>
                  <a:pt x="611" y="478"/>
                </a:cubicBezTo>
                <a:cubicBezTo>
                  <a:pt x="609" y="478"/>
                  <a:pt x="607" y="478"/>
                  <a:pt x="606" y="479"/>
                </a:cubicBezTo>
                <a:cubicBezTo>
                  <a:pt x="606" y="473"/>
                  <a:pt x="606" y="473"/>
                  <a:pt x="606" y="473"/>
                </a:cubicBezTo>
                <a:cubicBezTo>
                  <a:pt x="608" y="472"/>
                  <a:pt x="609" y="472"/>
                  <a:pt x="611" y="472"/>
                </a:cubicBezTo>
                <a:close/>
                <a:moveTo>
                  <a:pt x="611" y="487"/>
                </a:moveTo>
                <a:cubicBezTo>
                  <a:pt x="611" y="504"/>
                  <a:pt x="611" y="504"/>
                  <a:pt x="611" y="504"/>
                </a:cubicBezTo>
                <a:cubicBezTo>
                  <a:pt x="609" y="508"/>
                  <a:pt x="608" y="512"/>
                  <a:pt x="606" y="516"/>
                </a:cubicBezTo>
                <a:cubicBezTo>
                  <a:pt x="606" y="503"/>
                  <a:pt x="606" y="503"/>
                  <a:pt x="606" y="503"/>
                </a:cubicBezTo>
                <a:cubicBezTo>
                  <a:pt x="607" y="501"/>
                  <a:pt x="608" y="499"/>
                  <a:pt x="609" y="496"/>
                </a:cubicBezTo>
                <a:cubicBezTo>
                  <a:pt x="608" y="496"/>
                  <a:pt x="607" y="496"/>
                  <a:pt x="606" y="496"/>
                </a:cubicBezTo>
                <a:cubicBezTo>
                  <a:pt x="606" y="490"/>
                  <a:pt x="606" y="490"/>
                  <a:pt x="606" y="490"/>
                </a:cubicBezTo>
                <a:cubicBezTo>
                  <a:pt x="608" y="489"/>
                  <a:pt x="610" y="488"/>
                  <a:pt x="611" y="487"/>
                </a:cubicBezTo>
                <a:close/>
                <a:moveTo>
                  <a:pt x="611" y="569"/>
                </a:moveTo>
                <a:cubicBezTo>
                  <a:pt x="611" y="574"/>
                  <a:pt x="611" y="574"/>
                  <a:pt x="611" y="574"/>
                </a:cubicBezTo>
                <a:cubicBezTo>
                  <a:pt x="609" y="572"/>
                  <a:pt x="609" y="572"/>
                  <a:pt x="609" y="572"/>
                </a:cubicBezTo>
                <a:cubicBezTo>
                  <a:pt x="611" y="569"/>
                  <a:pt x="611" y="569"/>
                  <a:pt x="611" y="569"/>
                </a:cubicBezTo>
                <a:close/>
                <a:moveTo>
                  <a:pt x="611" y="585"/>
                </a:moveTo>
                <a:cubicBezTo>
                  <a:pt x="611" y="595"/>
                  <a:pt x="611" y="595"/>
                  <a:pt x="611" y="595"/>
                </a:cubicBezTo>
                <a:cubicBezTo>
                  <a:pt x="611" y="595"/>
                  <a:pt x="610" y="595"/>
                  <a:pt x="609" y="595"/>
                </a:cubicBezTo>
                <a:cubicBezTo>
                  <a:pt x="611" y="597"/>
                  <a:pt x="611" y="597"/>
                  <a:pt x="611" y="597"/>
                </a:cubicBezTo>
                <a:cubicBezTo>
                  <a:pt x="611" y="611"/>
                  <a:pt x="611" y="611"/>
                  <a:pt x="611" y="611"/>
                </a:cubicBezTo>
                <a:cubicBezTo>
                  <a:pt x="609" y="609"/>
                  <a:pt x="607" y="608"/>
                  <a:pt x="606" y="606"/>
                </a:cubicBezTo>
                <a:cubicBezTo>
                  <a:pt x="606" y="584"/>
                  <a:pt x="606" y="584"/>
                  <a:pt x="606" y="584"/>
                </a:cubicBezTo>
                <a:cubicBezTo>
                  <a:pt x="607" y="584"/>
                  <a:pt x="609" y="584"/>
                  <a:pt x="611" y="585"/>
                </a:cubicBezTo>
                <a:close/>
                <a:moveTo>
                  <a:pt x="611" y="676"/>
                </a:moveTo>
                <a:cubicBezTo>
                  <a:pt x="611" y="685"/>
                  <a:pt x="611" y="685"/>
                  <a:pt x="611" y="685"/>
                </a:cubicBezTo>
                <a:cubicBezTo>
                  <a:pt x="610" y="686"/>
                  <a:pt x="608" y="688"/>
                  <a:pt x="606" y="690"/>
                </a:cubicBezTo>
                <a:cubicBezTo>
                  <a:pt x="606" y="681"/>
                  <a:pt x="606" y="681"/>
                  <a:pt x="606" y="681"/>
                </a:cubicBezTo>
                <a:cubicBezTo>
                  <a:pt x="607" y="679"/>
                  <a:pt x="609" y="677"/>
                  <a:pt x="611" y="676"/>
                </a:cubicBezTo>
                <a:close/>
                <a:moveTo>
                  <a:pt x="611" y="694"/>
                </a:moveTo>
                <a:cubicBezTo>
                  <a:pt x="611" y="703"/>
                  <a:pt x="611" y="703"/>
                  <a:pt x="611" y="703"/>
                </a:cubicBezTo>
                <a:cubicBezTo>
                  <a:pt x="609" y="703"/>
                  <a:pt x="607" y="702"/>
                  <a:pt x="606" y="701"/>
                </a:cubicBezTo>
                <a:cubicBezTo>
                  <a:pt x="606" y="691"/>
                  <a:pt x="606" y="691"/>
                  <a:pt x="606" y="691"/>
                </a:cubicBezTo>
                <a:cubicBezTo>
                  <a:pt x="611" y="694"/>
                  <a:pt x="611" y="694"/>
                  <a:pt x="611" y="694"/>
                </a:cubicBezTo>
                <a:close/>
                <a:moveTo>
                  <a:pt x="606" y="632"/>
                </a:moveTo>
                <a:cubicBezTo>
                  <a:pt x="606" y="623"/>
                  <a:pt x="606" y="623"/>
                  <a:pt x="606" y="623"/>
                </a:cubicBezTo>
                <a:cubicBezTo>
                  <a:pt x="606" y="626"/>
                  <a:pt x="606" y="629"/>
                  <a:pt x="606" y="632"/>
                </a:cubicBezTo>
                <a:close/>
                <a:moveTo>
                  <a:pt x="603" y="58"/>
                </a:moveTo>
                <a:cubicBezTo>
                  <a:pt x="606" y="60"/>
                  <a:pt x="606" y="60"/>
                  <a:pt x="606" y="60"/>
                </a:cubicBezTo>
                <a:cubicBezTo>
                  <a:pt x="606" y="113"/>
                  <a:pt x="606" y="113"/>
                  <a:pt x="606" y="113"/>
                </a:cubicBezTo>
                <a:cubicBezTo>
                  <a:pt x="605" y="112"/>
                  <a:pt x="604" y="111"/>
                  <a:pt x="603" y="110"/>
                </a:cubicBezTo>
                <a:cubicBezTo>
                  <a:pt x="603" y="110"/>
                  <a:pt x="603" y="110"/>
                  <a:pt x="603" y="110"/>
                </a:cubicBezTo>
                <a:cubicBezTo>
                  <a:pt x="603" y="58"/>
                  <a:pt x="603" y="58"/>
                  <a:pt x="603" y="58"/>
                </a:cubicBezTo>
                <a:close/>
                <a:moveTo>
                  <a:pt x="606" y="734"/>
                </a:moveTo>
                <a:cubicBezTo>
                  <a:pt x="605" y="735"/>
                  <a:pt x="604" y="735"/>
                  <a:pt x="603" y="736"/>
                </a:cubicBezTo>
                <a:cubicBezTo>
                  <a:pt x="603" y="721"/>
                  <a:pt x="603" y="721"/>
                  <a:pt x="603" y="721"/>
                </a:cubicBezTo>
                <a:cubicBezTo>
                  <a:pt x="604" y="722"/>
                  <a:pt x="604" y="722"/>
                  <a:pt x="604" y="722"/>
                </a:cubicBezTo>
                <a:cubicBezTo>
                  <a:pt x="606" y="722"/>
                  <a:pt x="606" y="722"/>
                  <a:pt x="606" y="722"/>
                </a:cubicBezTo>
                <a:cubicBezTo>
                  <a:pt x="606" y="734"/>
                  <a:pt x="606" y="734"/>
                  <a:pt x="606" y="734"/>
                </a:cubicBezTo>
                <a:close/>
                <a:moveTo>
                  <a:pt x="606" y="164"/>
                </a:moveTo>
                <a:cubicBezTo>
                  <a:pt x="606" y="186"/>
                  <a:pt x="606" y="186"/>
                  <a:pt x="606" y="186"/>
                </a:cubicBezTo>
                <a:cubicBezTo>
                  <a:pt x="605" y="186"/>
                  <a:pt x="604" y="186"/>
                  <a:pt x="603" y="185"/>
                </a:cubicBezTo>
                <a:cubicBezTo>
                  <a:pt x="603" y="174"/>
                  <a:pt x="603" y="174"/>
                  <a:pt x="603" y="174"/>
                </a:cubicBezTo>
                <a:cubicBezTo>
                  <a:pt x="604" y="174"/>
                  <a:pt x="604" y="174"/>
                  <a:pt x="604" y="174"/>
                </a:cubicBezTo>
                <a:cubicBezTo>
                  <a:pt x="604" y="173"/>
                  <a:pt x="603" y="171"/>
                  <a:pt x="603" y="170"/>
                </a:cubicBezTo>
                <a:cubicBezTo>
                  <a:pt x="603" y="165"/>
                  <a:pt x="603" y="165"/>
                  <a:pt x="603" y="165"/>
                </a:cubicBezTo>
                <a:cubicBezTo>
                  <a:pt x="604" y="164"/>
                  <a:pt x="605" y="164"/>
                  <a:pt x="606" y="164"/>
                </a:cubicBezTo>
                <a:close/>
                <a:moveTo>
                  <a:pt x="606" y="192"/>
                </a:moveTo>
                <a:cubicBezTo>
                  <a:pt x="606" y="205"/>
                  <a:pt x="606" y="205"/>
                  <a:pt x="606" y="205"/>
                </a:cubicBezTo>
                <a:cubicBezTo>
                  <a:pt x="603" y="205"/>
                  <a:pt x="603" y="205"/>
                  <a:pt x="603" y="205"/>
                </a:cubicBezTo>
                <a:cubicBezTo>
                  <a:pt x="603" y="190"/>
                  <a:pt x="603" y="190"/>
                  <a:pt x="603" y="190"/>
                </a:cubicBezTo>
                <a:cubicBezTo>
                  <a:pt x="604" y="191"/>
                  <a:pt x="605" y="191"/>
                  <a:pt x="606" y="192"/>
                </a:cubicBezTo>
                <a:close/>
                <a:moveTo>
                  <a:pt x="606" y="213"/>
                </a:moveTo>
                <a:cubicBezTo>
                  <a:pt x="606" y="230"/>
                  <a:pt x="606" y="230"/>
                  <a:pt x="606" y="230"/>
                </a:cubicBezTo>
                <a:cubicBezTo>
                  <a:pt x="605" y="231"/>
                  <a:pt x="604" y="232"/>
                  <a:pt x="603" y="233"/>
                </a:cubicBezTo>
                <a:cubicBezTo>
                  <a:pt x="603" y="212"/>
                  <a:pt x="603" y="212"/>
                  <a:pt x="603" y="212"/>
                </a:cubicBezTo>
                <a:cubicBezTo>
                  <a:pt x="604" y="212"/>
                  <a:pt x="604" y="213"/>
                  <a:pt x="604" y="213"/>
                </a:cubicBezTo>
                <a:cubicBezTo>
                  <a:pt x="606" y="213"/>
                  <a:pt x="606" y="213"/>
                  <a:pt x="606" y="213"/>
                </a:cubicBezTo>
                <a:close/>
                <a:moveTo>
                  <a:pt x="606" y="289"/>
                </a:moveTo>
                <a:cubicBezTo>
                  <a:pt x="606" y="300"/>
                  <a:pt x="606" y="300"/>
                  <a:pt x="606" y="300"/>
                </a:cubicBezTo>
                <a:cubicBezTo>
                  <a:pt x="605" y="300"/>
                  <a:pt x="605" y="300"/>
                  <a:pt x="605" y="299"/>
                </a:cubicBezTo>
                <a:cubicBezTo>
                  <a:pt x="604" y="300"/>
                  <a:pt x="604" y="301"/>
                  <a:pt x="603" y="302"/>
                </a:cubicBezTo>
                <a:cubicBezTo>
                  <a:pt x="603" y="283"/>
                  <a:pt x="603" y="283"/>
                  <a:pt x="603" y="283"/>
                </a:cubicBezTo>
                <a:cubicBezTo>
                  <a:pt x="604" y="284"/>
                  <a:pt x="604" y="284"/>
                  <a:pt x="604" y="284"/>
                </a:cubicBezTo>
                <a:cubicBezTo>
                  <a:pt x="605" y="286"/>
                  <a:pt x="605" y="288"/>
                  <a:pt x="606" y="289"/>
                </a:cubicBezTo>
                <a:close/>
                <a:moveTo>
                  <a:pt x="606" y="317"/>
                </a:moveTo>
                <a:cubicBezTo>
                  <a:pt x="606" y="328"/>
                  <a:pt x="606" y="328"/>
                  <a:pt x="606" y="328"/>
                </a:cubicBezTo>
                <a:cubicBezTo>
                  <a:pt x="605" y="329"/>
                  <a:pt x="604" y="330"/>
                  <a:pt x="603" y="331"/>
                </a:cubicBezTo>
                <a:cubicBezTo>
                  <a:pt x="603" y="320"/>
                  <a:pt x="603" y="320"/>
                  <a:pt x="603" y="320"/>
                </a:cubicBezTo>
                <a:cubicBezTo>
                  <a:pt x="604" y="319"/>
                  <a:pt x="605" y="318"/>
                  <a:pt x="606" y="317"/>
                </a:cubicBezTo>
                <a:close/>
                <a:moveTo>
                  <a:pt x="606" y="343"/>
                </a:moveTo>
                <a:cubicBezTo>
                  <a:pt x="606" y="381"/>
                  <a:pt x="606" y="381"/>
                  <a:pt x="606" y="381"/>
                </a:cubicBezTo>
                <a:cubicBezTo>
                  <a:pt x="605" y="375"/>
                  <a:pt x="604" y="370"/>
                  <a:pt x="603" y="365"/>
                </a:cubicBezTo>
                <a:cubicBezTo>
                  <a:pt x="603" y="343"/>
                  <a:pt x="603" y="343"/>
                  <a:pt x="603" y="343"/>
                </a:cubicBezTo>
                <a:cubicBezTo>
                  <a:pt x="603" y="344"/>
                  <a:pt x="603" y="344"/>
                  <a:pt x="603" y="344"/>
                </a:cubicBezTo>
                <a:cubicBezTo>
                  <a:pt x="604" y="344"/>
                  <a:pt x="605" y="343"/>
                  <a:pt x="606" y="343"/>
                </a:cubicBezTo>
                <a:close/>
                <a:moveTo>
                  <a:pt x="606" y="389"/>
                </a:moveTo>
                <a:cubicBezTo>
                  <a:pt x="606" y="393"/>
                  <a:pt x="606" y="393"/>
                  <a:pt x="606" y="393"/>
                </a:cubicBezTo>
                <a:cubicBezTo>
                  <a:pt x="606" y="393"/>
                  <a:pt x="606" y="393"/>
                  <a:pt x="606" y="393"/>
                </a:cubicBezTo>
                <a:cubicBezTo>
                  <a:pt x="603" y="393"/>
                  <a:pt x="603" y="393"/>
                  <a:pt x="603" y="393"/>
                </a:cubicBezTo>
                <a:cubicBezTo>
                  <a:pt x="603" y="389"/>
                  <a:pt x="603" y="389"/>
                  <a:pt x="603" y="389"/>
                </a:cubicBezTo>
                <a:cubicBezTo>
                  <a:pt x="606" y="389"/>
                  <a:pt x="606" y="389"/>
                  <a:pt x="606" y="389"/>
                </a:cubicBezTo>
                <a:close/>
                <a:moveTo>
                  <a:pt x="606" y="410"/>
                </a:moveTo>
                <a:cubicBezTo>
                  <a:pt x="606" y="415"/>
                  <a:pt x="606" y="415"/>
                  <a:pt x="606" y="415"/>
                </a:cubicBezTo>
                <a:cubicBezTo>
                  <a:pt x="606" y="415"/>
                  <a:pt x="606" y="415"/>
                  <a:pt x="606" y="415"/>
                </a:cubicBezTo>
                <a:cubicBezTo>
                  <a:pt x="603" y="415"/>
                  <a:pt x="603" y="415"/>
                  <a:pt x="603" y="415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6" y="410"/>
                  <a:pt x="606" y="410"/>
                  <a:pt x="606" y="410"/>
                </a:cubicBezTo>
                <a:close/>
                <a:moveTo>
                  <a:pt x="606" y="421"/>
                </a:moveTo>
                <a:cubicBezTo>
                  <a:pt x="606" y="455"/>
                  <a:pt x="606" y="455"/>
                  <a:pt x="606" y="455"/>
                </a:cubicBezTo>
                <a:cubicBezTo>
                  <a:pt x="606" y="456"/>
                  <a:pt x="606" y="456"/>
                  <a:pt x="606" y="456"/>
                </a:cubicBezTo>
                <a:cubicBezTo>
                  <a:pt x="606" y="456"/>
                  <a:pt x="606" y="456"/>
                  <a:pt x="606" y="456"/>
                </a:cubicBezTo>
                <a:cubicBezTo>
                  <a:pt x="606" y="462"/>
                  <a:pt x="606" y="462"/>
                  <a:pt x="606" y="462"/>
                </a:cubicBezTo>
                <a:cubicBezTo>
                  <a:pt x="603" y="463"/>
                  <a:pt x="603" y="463"/>
                  <a:pt x="603" y="463"/>
                </a:cubicBezTo>
                <a:cubicBezTo>
                  <a:pt x="603" y="463"/>
                  <a:pt x="603" y="463"/>
                  <a:pt x="603" y="463"/>
                </a:cubicBezTo>
                <a:cubicBezTo>
                  <a:pt x="603" y="440"/>
                  <a:pt x="603" y="440"/>
                  <a:pt x="603" y="440"/>
                </a:cubicBezTo>
                <a:cubicBezTo>
                  <a:pt x="605" y="434"/>
                  <a:pt x="605" y="428"/>
                  <a:pt x="606" y="421"/>
                </a:cubicBezTo>
                <a:close/>
                <a:moveTo>
                  <a:pt x="606" y="473"/>
                </a:moveTo>
                <a:cubicBezTo>
                  <a:pt x="606" y="479"/>
                  <a:pt x="606" y="479"/>
                  <a:pt x="606" y="479"/>
                </a:cubicBezTo>
                <a:cubicBezTo>
                  <a:pt x="605" y="479"/>
                  <a:pt x="604" y="479"/>
                  <a:pt x="603" y="479"/>
                </a:cubicBezTo>
                <a:cubicBezTo>
                  <a:pt x="603" y="473"/>
                  <a:pt x="603" y="473"/>
                  <a:pt x="603" y="473"/>
                </a:cubicBezTo>
                <a:cubicBezTo>
                  <a:pt x="604" y="473"/>
                  <a:pt x="605" y="473"/>
                  <a:pt x="606" y="473"/>
                </a:cubicBezTo>
                <a:close/>
                <a:moveTo>
                  <a:pt x="606" y="490"/>
                </a:moveTo>
                <a:cubicBezTo>
                  <a:pt x="606" y="496"/>
                  <a:pt x="606" y="496"/>
                  <a:pt x="606" y="496"/>
                </a:cubicBezTo>
                <a:cubicBezTo>
                  <a:pt x="605" y="496"/>
                  <a:pt x="604" y="496"/>
                  <a:pt x="603" y="496"/>
                </a:cubicBezTo>
                <a:cubicBezTo>
                  <a:pt x="603" y="490"/>
                  <a:pt x="603" y="490"/>
                  <a:pt x="603" y="490"/>
                </a:cubicBezTo>
                <a:cubicBezTo>
                  <a:pt x="604" y="490"/>
                  <a:pt x="605" y="490"/>
                  <a:pt x="606" y="490"/>
                </a:cubicBezTo>
                <a:close/>
                <a:moveTo>
                  <a:pt x="606" y="503"/>
                </a:moveTo>
                <a:cubicBezTo>
                  <a:pt x="606" y="516"/>
                  <a:pt x="606" y="516"/>
                  <a:pt x="606" y="516"/>
                </a:cubicBezTo>
                <a:cubicBezTo>
                  <a:pt x="605" y="517"/>
                  <a:pt x="604" y="519"/>
                  <a:pt x="603" y="521"/>
                </a:cubicBezTo>
                <a:cubicBezTo>
                  <a:pt x="603" y="505"/>
                  <a:pt x="603" y="505"/>
                  <a:pt x="603" y="505"/>
                </a:cubicBezTo>
                <a:cubicBezTo>
                  <a:pt x="604" y="505"/>
                  <a:pt x="605" y="504"/>
                  <a:pt x="606" y="503"/>
                </a:cubicBezTo>
                <a:close/>
                <a:moveTo>
                  <a:pt x="606" y="584"/>
                </a:moveTo>
                <a:cubicBezTo>
                  <a:pt x="606" y="606"/>
                  <a:pt x="606" y="606"/>
                  <a:pt x="606" y="606"/>
                </a:cubicBezTo>
                <a:cubicBezTo>
                  <a:pt x="605" y="605"/>
                  <a:pt x="604" y="605"/>
                  <a:pt x="603" y="604"/>
                </a:cubicBezTo>
                <a:cubicBezTo>
                  <a:pt x="603" y="583"/>
                  <a:pt x="603" y="583"/>
                  <a:pt x="603" y="583"/>
                </a:cubicBezTo>
                <a:cubicBezTo>
                  <a:pt x="604" y="583"/>
                  <a:pt x="605" y="583"/>
                  <a:pt x="606" y="584"/>
                </a:cubicBezTo>
                <a:close/>
                <a:moveTo>
                  <a:pt x="606" y="623"/>
                </a:moveTo>
                <a:cubicBezTo>
                  <a:pt x="606" y="632"/>
                  <a:pt x="606" y="632"/>
                  <a:pt x="606" y="632"/>
                </a:cubicBezTo>
                <a:cubicBezTo>
                  <a:pt x="605" y="634"/>
                  <a:pt x="605" y="635"/>
                  <a:pt x="604" y="637"/>
                </a:cubicBezTo>
                <a:cubicBezTo>
                  <a:pt x="603" y="637"/>
                  <a:pt x="603" y="637"/>
                  <a:pt x="603" y="637"/>
                </a:cubicBezTo>
                <a:cubicBezTo>
                  <a:pt x="603" y="618"/>
                  <a:pt x="603" y="618"/>
                  <a:pt x="603" y="618"/>
                </a:cubicBezTo>
                <a:cubicBezTo>
                  <a:pt x="604" y="620"/>
                  <a:pt x="605" y="621"/>
                  <a:pt x="606" y="623"/>
                </a:cubicBezTo>
                <a:close/>
                <a:moveTo>
                  <a:pt x="606" y="681"/>
                </a:moveTo>
                <a:cubicBezTo>
                  <a:pt x="606" y="690"/>
                  <a:pt x="606" y="690"/>
                  <a:pt x="606" y="690"/>
                </a:cubicBezTo>
                <a:cubicBezTo>
                  <a:pt x="604" y="690"/>
                  <a:pt x="604" y="690"/>
                  <a:pt x="604" y="690"/>
                </a:cubicBezTo>
                <a:cubicBezTo>
                  <a:pt x="606" y="691"/>
                  <a:pt x="606" y="691"/>
                  <a:pt x="606" y="691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5" y="701"/>
                  <a:pt x="604" y="701"/>
                  <a:pt x="603" y="701"/>
                </a:cubicBezTo>
                <a:cubicBezTo>
                  <a:pt x="603" y="683"/>
                  <a:pt x="603" y="683"/>
                  <a:pt x="603" y="683"/>
                </a:cubicBezTo>
                <a:cubicBezTo>
                  <a:pt x="604" y="682"/>
                  <a:pt x="605" y="681"/>
                  <a:pt x="606" y="681"/>
                </a:cubicBezTo>
                <a:close/>
                <a:moveTo>
                  <a:pt x="598" y="55"/>
                </a:moveTo>
                <a:cubicBezTo>
                  <a:pt x="603" y="58"/>
                  <a:pt x="603" y="58"/>
                  <a:pt x="603" y="58"/>
                </a:cubicBezTo>
                <a:cubicBezTo>
                  <a:pt x="603" y="110"/>
                  <a:pt x="603" y="110"/>
                  <a:pt x="603" y="110"/>
                </a:cubicBezTo>
                <a:cubicBezTo>
                  <a:pt x="601" y="110"/>
                  <a:pt x="600" y="109"/>
                  <a:pt x="598" y="108"/>
                </a:cubicBezTo>
                <a:cubicBezTo>
                  <a:pt x="598" y="101"/>
                  <a:pt x="598" y="101"/>
                  <a:pt x="598" y="101"/>
                </a:cubicBezTo>
                <a:cubicBezTo>
                  <a:pt x="598" y="101"/>
                  <a:pt x="599" y="101"/>
                  <a:pt x="600" y="101"/>
                </a:cubicBezTo>
                <a:cubicBezTo>
                  <a:pt x="601" y="101"/>
                  <a:pt x="601" y="101"/>
                  <a:pt x="602" y="101"/>
                </a:cubicBezTo>
                <a:cubicBezTo>
                  <a:pt x="602" y="92"/>
                  <a:pt x="603" y="83"/>
                  <a:pt x="603" y="73"/>
                </a:cubicBezTo>
                <a:cubicBezTo>
                  <a:pt x="601" y="70"/>
                  <a:pt x="599" y="67"/>
                  <a:pt x="598" y="65"/>
                </a:cubicBezTo>
                <a:cubicBezTo>
                  <a:pt x="598" y="55"/>
                  <a:pt x="598" y="55"/>
                  <a:pt x="598" y="55"/>
                </a:cubicBezTo>
                <a:close/>
                <a:moveTo>
                  <a:pt x="603" y="736"/>
                </a:moveTo>
                <a:cubicBezTo>
                  <a:pt x="601" y="737"/>
                  <a:pt x="600" y="739"/>
                  <a:pt x="598" y="740"/>
                </a:cubicBezTo>
                <a:cubicBezTo>
                  <a:pt x="598" y="731"/>
                  <a:pt x="598" y="731"/>
                  <a:pt x="598" y="731"/>
                </a:cubicBezTo>
                <a:cubicBezTo>
                  <a:pt x="598" y="730"/>
                  <a:pt x="599" y="730"/>
                  <a:pt x="600" y="729"/>
                </a:cubicBezTo>
                <a:cubicBezTo>
                  <a:pt x="598" y="728"/>
                  <a:pt x="598" y="728"/>
                  <a:pt x="598" y="728"/>
                </a:cubicBezTo>
                <a:cubicBezTo>
                  <a:pt x="598" y="719"/>
                  <a:pt x="598" y="719"/>
                  <a:pt x="598" y="719"/>
                </a:cubicBezTo>
                <a:cubicBezTo>
                  <a:pt x="600" y="720"/>
                  <a:pt x="601" y="720"/>
                  <a:pt x="603" y="721"/>
                </a:cubicBezTo>
                <a:cubicBezTo>
                  <a:pt x="603" y="736"/>
                  <a:pt x="603" y="736"/>
                  <a:pt x="603" y="736"/>
                </a:cubicBezTo>
                <a:close/>
                <a:moveTo>
                  <a:pt x="603" y="165"/>
                </a:moveTo>
                <a:cubicBezTo>
                  <a:pt x="603" y="170"/>
                  <a:pt x="603" y="170"/>
                  <a:pt x="603" y="170"/>
                </a:cubicBezTo>
                <a:cubicBezTo>
                  <a:pt x="603" y="168"/>
                  <a:pt x="603" y="167"/>
                  <a:pt x="603" y="165"/>
                </a:cubicBezTo>
                <a:cubicBezTo>
                  <a:pt x="603" y="165"/>
                  <a:pt x="603" y="165"/>
                  <a:pt x="603" y="165"/>
                </a:cubicBezTo>
                <a:close/>
                <a:moveTo>
                  <a:pt x="603" y="174"/>
                </a:moveTo>
                <a:cubicBezTo>
                  <a:pt x="603" y="185"/>
                  <a:pt x="603" y="185"/>
                  <a:pt x="603" y="185"/>
                </a:cubicBezTo>
                <a:cubicBezTo>
                  <a:pt x="603" y="185"/>
                  <a:pt x="603" y="185"/>
                  <a:pt x="602" y="185"/>
                </a:cubicBezTo>
                <a:cubicBezTo>
                  <a:pt x="602" y="187"/>
                  <a:pt x="603" y="188"/>
                  <a:pt x="603" y="190"/>
                </a:cubicBezTo>
                <a:cubicBezTo>
                  <a:pt x="603" y="190"/>
                  <a:pt x="603" y="190"/>
                  <a:pt x="603" y="190"/>
                </a:cubicBezTo>
                <a:cubicBezTo>
                  <a:pt x="603" y="205"/>
                  <a:pt x="603" y="205"/>
                  <a:pt x="603" y="205"/>
                </a:cubicBezTo>
                <a:cubicBezTo>
                  <a:pt x="602" y="205"/>
                  <a:pt x="602" y="205"/>
                  <a:pt x="602" y="205"/>
                </a:cubicBezTo>
                <a:cubicBezTo>
                  <a:pt x="602" y="209"/>
                  <a:pt x="602" y="210"/>
                  <a:pt x="603" y="212"/>
                </a:cubicBezTo>
                <a:cubicBezTo>
                  <a:pt x="603" y="233"/>
                  <a:pt x="603" y="233"/>
                  <a:pt x="603" y="233"/>
                </a:cubicBezTo>
                <a:cubicBezTo>
                  <a:pt x="602" y="234"/>
                  <a:pt x="600" y="235"/>
                  <a:pt x="598" y="236"/>
                </a:cubicBezTo>
                <a:cubicBezTo>
                  <a:pt x="598" y="170"/>
                  <a:pt x="598" y="170"/>
                  <a:pt x="598" y="170"/>
                </a:cubicBezTo>
                <a:cubicBezTo>
                  <a:pt x="600" y="171"/>
                  <a:pt x="602" y="173"/>
                  <a:pt x="603" y="174"/>
                </a:cubicBezTo>
                <a:close/>
                <a:moveTo>
                  <a:pt x="603" y="283"/>
                </a:moveTo>
                <a:cubicBezTo>
                  <a:pt x="603" y="302"/>
                  <a:pt x="603" y="302"/>
                  <a:pt x="603" y="302"/>
                </a:cubicBezTo>
                <a:cubicBezTo>
                  <a:pt x="601" y="305"/>
                  <a:pt x="599" y="308"/>
                  <a:pt x="598" y="311"/>
                </a:cubicBezTo>
                <a:cubicBezTo>
                  <a:pt x="598" y="300"/>
                  <a:pt x="598" y="300"/>
                  <a:pt x="598" y="300"/>
                </a:cubicBezTo>
                <a:cubicBezTo>
                  <a:pt x="600" y="296"/>
                  <a:pt x="600" y="292"/>
                  <a:pt x="598" y="286"/>
                </a:cubicBezTo>
                <a:cubicBezTo>
                  <a:pt x="598" y="277"/>
                  <a:pt x="598" y="277"/>
                  <a:pt x="598" y="277"/>
                </a:cubicBezTo>
                <a:cubicBezTo>
                  <a:pt x="599" y="279"/>
                  <a:pt x="601" y="281"/>
                  <a:pt x="603" y="283"/>
                </a:cubicBezTo>
                <a:close/>
                <a:moveTo>
                  <a:pt x="603" y="320"/>
                </a:moveTo>
                <a:cubicBezTo>
                  <a:pt x="603" y="331"/>
                  <a:pt x="603" y="331"/>
                  <a:pt x="603" y="331"/>
                </a:cubicBezTo>
                <a:cubicBezTo>
                  <a:pt x="603" y="332"/>
                  <a:pt x="603" y="332"/>
                  <a:pt x="603" y="332"/>
                </a:cubicBezTo>
                <a:cubicBezTo>
                  <a:pt x="603" y="336"/>
                  <a:pt x="603" y="340"/>
                  <a:pt x="603" y="343"/>
                </a:cubicBezTo>
                <a:cubicBezTo>
                  <a:pt x="603" y="365"/>
                  <a:pt x="603" y="365"/>
                  <a:pt x="603" y="365"/>
                </a:cubicBezTo>
                <a:cubicBezTo>
                  <a:pt x="602" y="357"/>
                  <a:pt x="601" y="350"/>
                  <a:pt x="598" y="343"/>
                </a:cubicBezTo>
                <a:cubicBezTo>
                  <a:pt x="598" y="342"/>
                  <a:pt x="598" y="342"/>
                  <a:pt x="598" y="342"/>
                </a:cubicBezTo>
                <a:cubicBezTo>
                  <a:pt x="598" y="326"/>
                  <a:pt x="598" y="326"/>
                  <a:pt x="598" y="326"/>
                </a:cubicBezTo>
                <a:cubicBezTo>
                  <a:pt x="600" y="326"/>
                  <a:pt x="600" y="326"/>
                  <a:pt x="600" y="326"/>
                </a:cubicBezTo>
                <a:cubicBezTo>
                  <a:pt x="601" y="324"/>
                  <a:pt x="602" y="322"/>
                  <a:pt x="603" y="320"/>
                </a:cubicBezTo>
                <a:close/>
                <a:moveTo>
                  <a:pt x="603" y="389"/>
                </a:moveTo>
                <a:cubicBezTo>
                  <a:pt x="603" y="393"/>
                  <a:pt x="603" y="393"/>
                  <a:pt x="603" y="393"/>
                </a:cubicBezTo>
                <a:cubicBezTo>
                  <a:pt x="600" y="393"/>
                  <a:pt x="600" y="393"/>
                  <a:pt x="600" y="393"/>
                </a:cubicBezTo>
                <a:cubicBezTo>
                  <a:pt x="603" y="410"/>
                  <a:pt x="603" y="410"/>
                  <a:pt x="603" y="410"/>
                </a:cubicBezTo>
                <a:cubicBezTo>
                  <a:pt x="603" y="415"/>
                  <a:pt x="603" y="415"/>
                  <a:pt x="603" y="415"/>
                </a:cubicBezTo>
                <a:cubicBezTo>
                  <a:pt x="598" y="415"/>
                  <a:pt x="598" y="415"/>
                  <a:pt x="598" y="415"/>
                </a:cubicBezTo>
                <a:cubicBezTo>
                  <a:pt x="598" y="410"/>
                  <a:pt x="598" y="410"/>
                  <a:pt x="598" y="410"/>
                </a:cubicBezTo>
                <a:cubicBezTo>
                  <a:pt x="598" y="410"/>
                  <a:pt x="599" y="410"/>
                  <a:pt x="599" y="410"/>
                </a:cubicBezTo>
                <a:cubicBezTo>
                  <a:pt x="599" y="408"/>
                  <a:pt x="598" y="405"/>
                  <a:pt x="598" y="403"/>
                </a:cubicBezTo>
                <a:cubicBezTo>
                  <a:pt x="598" y="389"/>
                  <a:pt x="598" y="389"/>
                  <a:pt x="598" y="389"/>
                </a:cubicBezTo>
                <a:cubicBezTo>
                  <a:pt x="603" y="389"/>
                  <a:pt x="603" y="389"/>
                  <a:pt x="603" y="389"/>
                </a:cubicBezTo>
                <a:close/>
                <a:moveTo>
                  <a:pt x="603" y="440"/>
                </a:moveTo>
                <a:cubicBezTo>
                  <a:pt x="603" y="463"/>
                  <a:pt x="603" y="463"/>
                  <a:pt x="603" y="463"/>
                </a:cubicBezTo>
                <a:cubicBezTo>
                  <a:pt x="602" y="466"/>
                  <a:pt x="601" y="470"/>
                  <a:pt x="600" y="474"/>
                </a:cubicBezTo>
                <a:cubicBezTo>
                  <a:pt x="603" y="473"/>
                  <a:pt x="603" y="473"/>
                  <a:pt x="603" y="473"/>
                </a:cubicBezTo>
                <a:cubicBezTo>
                  <a:pt x="603" y="479"/>
                  <a:pt x="603" y="479"/>
                  <a:pt x="603" y="479"/>
                </a:cubicBezTo>
                <a:cubicBezTo>
                  <a:pt x="601" y="480"/>
                  <a:pt x="599" y="481"/>
                  <a:pt x="598" y="482"/>
                </a:cubicBezTo>
                <a:cubicBezTo>
                  <a:pt x="598" y="462"/>
                  <a:pt x="598" y="462"/>
                  <a:pt x="598" y="462"/>
                </a:cubicBezTo>
                <a:cubicBezTo>
                  <a:pt x="598" y="462"/>
                  <a:pt x="599" y="461"/>
                  <a:pt x="599" y="461"/>
                </a:cubicBezTo>
                <a:cubicBezTo>
                  <a:pt x="601" y="453"/>
                  <a:pt x="602" y="447"/>
                  <a:pt x="603" y="440"/>
                </a:cubicBezTo>
                <a:close/>
                <a:moveTo>
                  <a:pt x="603" y="490"/>
                </a:moveTo>
                <a:cubicBezTo>
                  <a:pt x="603" y="496"/>
                  <a:pt x="603" y="496"/>
                  <a:pt x="603" y="496"/>
                </a:cubicBezTo>
                <a:cubicBezTo>
                  <a:pt x="601" y="496"/>
                  <a:pt x="599" y="497"/>
                  <a:pt x="598" y="497"/>
                </a:cubicBezTo>
                <a:cubicBezTo>
                  <a:pt x="598" y="491"/>
                  <a:pt x="598" y="491"/>
                  <a:pt x="598" y="491"/>
                </a:cubicBezTo>
                <a:cubicBezTo>
                  <a:pt x="600" y="490"/>
                  <a:pt x="602" y="490"/>
                  <a:pt x="603" y="490"/>
                </a:cubicBezTo>
                <a:close/>
                <a:moveTo>
                  <a:pt x="603" y="505"/>
                </a:moveTo>
                <a:cubicBezTo>
                  <a:pt x="603" y="521"/>
                  <a:pt x="603" y="521"/>
                  <a:pt x="603" y="521"/>
                </a:cubicBezTo>
                <a:cubicBezTo>
                  <a:pt x="601" y="524"/>
                  <a:pt x="600" y="527"/>
                  <a:pt x="598" y="530"/>
                </a:cubicBezTo>
                <a:cubicBezTo>
                  <a:pt x="598" y="518"/>
                  <a:pt x="598" y="518"/>
                  <a:pt x="598" y="518"/>
                </a:cubicBezTo>
                <a:cubicBezTo>
                  <a:pt x="599" y="517"/>
                  <a:pt x="600" y="516"/>
                  <a:pt x="601" y="514"/>
                </a:cubicBezTo>
                <a:cubicBezTo>
                  <a:pt x="600" y="514"/>
                  <a:pt x="599" y="514"/>
                  <a:pt x="598" y="514"/>
                </a:cubicBezTo>
                <a:cubicBezTo>
                  <a:pt x="598" y="507"/>
                  <a:pt x="598" y="507"/>
                  <a:pt x="598" y="507"/>
                </a:cubicBezTo>
                <a:cubicBezTo>
                  <a:pt x="600" y="507"/>
                  <a:pt x="602" y="506"/>
                  <a:pt x="603" y="505"/>
                </a:cubicBezTo>
                <a:close/>
                <a:moveTo>
                  <a:pt x="603" y="583"/>
                </a:moveTo>
                <a:cubicBezTo>
                  <a:pt x="603" y="604"/>
                  <a:pt x="603" y="604"/>
                  <a:pt x="603" y="604"/>
                </a:cubicBezTo>
                <a:cubicBezTo>
                  <a:pt x="602" y="603"/>
                  <a:pt x="600" y="601"/>
                  <a:pt x="598" y="599"/>
                </a:cubicBezTo>
                <a:cubicBezTo>
                  <a:pt x="598" y="584"/>
                  <a:pt x="598" y="584"/>
                  <a:pt x="598" y="584"/>
                </a:cubicBezTo>
                <a:cubicBezTo>
                  <a:pt x="599" y="582"/>
                  <a:pt x="599" y="582"/>
                  <a:pt x="599" y="582"/>
                </a:cubicBezTo>
                <a:cubicBezTo>
                  <a:pt x="600" y="582"/>
                  <a:pt x="601" y="583"/>
                  <a:pt x="603" y="583"/>
                </a:cubicBezTo>
                <a:close/>
                <a:moveTo>
                  <a:pt x="603" y="618"/>
                </a:moveTo>
                <a:cubicBezTo>
                  <a:pt x="603" y="637"/>
                  <a:pt x="603" y="637"/>
                  <a:pt x="603" y="637"/>
                </a:cubicBezTo>
                <a:cubicBezTo>
                  <a:pt x="601" y="639"/>
                  <a:pt x="599" y="640"/>
                  <a:pt x="598" y="641"/>
                </a:cubicBezTo>
                <a:cubicBezTo>
                  <a:pt x="598" y="610"/>
                  <a:pt x="598" y="610"/>
                  <a:pt x="598" y="610"/>
                </a:cubicBezTo>
                <a:cubicBezTo>
                  <a:pt x="600" y="612"/>
                  <a:pt x="602" y="615"/>
                  <a:pt x="603" y="618"/>
                </a:cubicBezTo>
                <a:close/>
                <a:moveTo>
                  <a:pt x="603" y="683"/>
                </a:moveTo>
                <a:cubicBezTo>
                  <a:pt x="603" y="701"/>
                  <a:pt x="603" y="701"/>
                  <a:pt x="603" y="701"/>
                </a:cubicBezTo>
                <a:cubicBezTo>
                  <a:pt x="601" y="700"/>
                  <a:pt x="600" y="700"/>
                  <a:pt x="598" y="700"/>
                </a:cubicBezTo>
                <a:cubicBezTo>
                  <a:pt x="598" y="688"/>
                  <a:pt x="598" y="688"/>
                  <a:pt x="598" y="688"/>
                </a:cubicBezTo>
                <a:cubicBezTo>
                  <a:pt x="600" y="686"/>
                  <a:pt x="602" y="684"/>
                  <a:pt x="603" y="683"/>
                </a:cubicBezTo>
                <a:close/>
                <a:moveTo>
                  <a:pt x="592" y="52"/>
                </a:moveTo>
                <a:cubicBezTo>
                  <a:pt x="593" y="52"/>
                  <a:pt x="594" y="52"/>
                  <a:pt x="595" y="53"/>
                </a:cubicBezTo>
                <a:cubicBezTo>
                  <a:pt x="598" y="55"/>
                  <a:pt x="598" y="55"/>
                  <a:pt x="598" y="55"/>
                </a:cubicBezTo>
                <a:cubicBezTo>
                  <a:pt x="598" y="65"/>
                  <a:pt x="598" y="65"/>
                  <a:pt x="598" y="65"/>
                </a:cubicBezTo>
                <a:cubicBezTo>
                  <a:pt x="596" y="63"/>
                  <a:pt x="594" y="62"/>
                  <a:pt x="592" y="61"/>
                </a:cubicBezTo>
                <a:cubicBezTo>
                  <a:pt x="592" y="52"/>
                  <a:pt x="592" y="52"/>
                  <a:pt x="592" y="52"/>
                </a:cubicBezTo>
                <a:close/>
                <a:moveTo>
                  <a:pt x="598" y="740"/>
                </a:moveTo>
                <a:cubicBezTo>
                  <a:pt x="596" y="741"/>
                  <a:pt x="594" y="742"/>
                  <a:pt x="592" y="743"/>
                </a:cubicBezTo>
                <a:cubicBezTo>
                  <a:pt x="592" y="734"/>
                  <a:pt x="592" y="734"/>
                  <a:pt x="592" y="734"/>
                </a:cubicBezTo>
                <a:cubicBezTo>
                  <a:pt x="594" y="734"/>
                  <a:pt x="596" y="732"/>
                  <a:pt x="598" y="731"/>
                </a:cubicBezTo>
                <a:cubicBezTo>
                  <a:pt x="598" y="740"/>
                  <a:pt x="598" y="740"/>
                  <a:pt x="598" y="740"/>
                </a:cubicBezTo>
                <a:close/>
                <a:moveTo>
                  <a:pt x="598" y="101"/>
                </a:moveTo>
                <a:cubicBezTo>
                  <a:pt x="598" y="108"/>
                  <a:pt x="598" y="108"/>
                  <a:pt x="598" y="108"/>
                </a:cubicBezTo>
                <a:cubicBezTo>
                  <a:pt x="596" y="107"/>
                  <a:pt x="594" y="106"/>
                  <a:pt x="592" y="105"/>
                </a:cubicBezTo>
                <a:cubicBezTo>
                  <a:pt x="592" y="97"/>
                  <a:pt x="592" y="97"/>
                  <a:pt x="592" y="97"/>
                </a:cubicBezTo>
                <a:cubicBezTo>
                  <a:pt x="594" y="98"/>
                  <a:pt x="596" y="99"/>
                  <a:pt x="598" y="101"/>
                </a:cubicBezTo>
                <a:close/>
                <a:moveTo>
                  <a:pt x="598" y="170"/>
                </a:moveTo>
                <a:cubicBezTo>
                  <a:pt x="598" y="236"/>
                  <a:pt x="598" y="236"/>
                  <a:pt x="598" y="236"/>
                </a:cubicBezTo>
                <a:cubicBezTo>
                  <a:pt x="597" y="237"/>
                  <a:pt x="597" y="237"/>
                  <a:pt x="596" y="237"/>
                </a:cubicBezTo>
                <a:cubicBezTo>
                  <a:pt x="591" y="228"/>
                  <a:pt x="596" y="228"/>
                  <a:pt x="596" y="219"/>
                </a:cubicBezTo>
                <a:cubicBezTo>
                  <a:pt x="594" y="218"/>
                  <a:pt x="593" y="216"/>
                  <a:pt x="592" y="215"/>
                </a:cubicBezTo>
                <a:cubicBezTo>
                  <a:pt x="592" y="200"/>
                  <a:pt x="592" y="200"/>
                  <a:pt x="592" y="200"/>
                </a:cubicBezTo>
                <a:cubicBezTo>
                  <a:pt x="593" y="200"/>
                  <a:pt x="594" y="199"/>
                  <a:pt x="595" y="198"/>
                </a:cubicBezTo>
                <a:cubicBezTo>
                  <a:pt x="595" y="197"/>
                  <a:pt x="595" y="196"/>
                  <a:pt x="595" y="195"/>
                </a:cubicBezTo>
                <a:cubicBezTo>
                  <a:pt x="594" y="195"/>
                  <a:pt x="593" y="195"/>
                  <a:pt x="592" y="196"/>
                </a:cubicBezTo>
                <a:cubicBezTo>
                  <a:pt x="592" y="183"/>
                  <a:pt x="592" y="183"/>
                  <a:pt x="592" y="183"/>
                </a:cubicBezTo>
                <a:cubicBezTo>
                  <a:pt x="593" y="183"/>
                  <a:pt x="593" y="183"/>
                  <a:pt x="594" y="182"/>
                </a:cubicBezTo>
                <a:cubicBezTo>
                  <a:pt x="593" y="182"/>
                  <a:pt x="593" y="181"/>
                  <a:pt x="592" y="181"/>
                </a:cubicBezTo>
                <a:cubicBezTo>
                  <a:pt x="592" y="167"/>
                  <a:pt x="592" y="167"/>
                  <a:pt x="592" y="167"/>
                </a:cubicBezTo>
                <a:cubicBezTo>
                  <a:pt x="594" y="167"/>
                  <a:pt x="596" y="169"/>
                  <a:pt x="598" y="170"/>
                </a:cubicBezTo>
                <a:close/>
                <a:moveTo>
                  <a:pt x="598" y="277"/>
                </a:moveTo>
                <a:cubicBezTo>
                  <a:pt x="598" y="286"/>
                  <a:pt x="598" y="286"/>
                  <a:pt x="598" y="286"/>
                </a:cubicBezTo>
                <a:cubicBezTo>
                  <a:pt x="597" y="285"/>
                  <a:pt x="596" y="283"/>
                  <a:pt x="596" y="282"/>
                </a:cubicBezTo>
                <a:cubicBezTo>
                  <a:pt x="594" y="284"/>
                  <a:pt x="593" y="286"/>
                  <a:pt x="592" y="288"/>
                </a:cubicBezTo>
                <a:cubicBezTo>
                  <a:pt x="592" y="266"/>
                  <a:pt x="592" y="266"/>
                  <a:pt x="592" y="266"/>
                </a:cubicBezTo>
                <a:cubicBezTo>
                  <a:pt x="593" y="268"/>
                  <a:pt x="594" y="269"/>
                  <a:pt x="594" y="270"/>
                </a:cubicBezTo>
                <a:cubicBezTo>
                  <a:pt x="595" y="273"/>
                  <a:pt x="596" y="275"/>
                  <a:pt x="598" y="277"/>
                </a:cubicBezTo>
                <a:close/>
                <a:moveTo>
                  <a:pt x="598" y="300"/>
                </a:moveTo>
                <a:cubicBezTo>
                  <a:pt x="598" y="311"/>
                  <a:pt x="598" y="311"/>
                  <a:pt x="598" y="311"/>
                </a:cubicBezTo>
                <a:cubicBezTo>
                  <a:pt x="596" y="315"/>
                  <a:pt x="595" y="319"/>
                  <a:pt x="597" y="326"/>
                </a:cubicBezTo>
                <a:cubicBezTo>
                  <a:pt x="598" y="326"/>
                  <a:pt x="598" y="326"/>
                  <a:pt x="598" y="326"/>
                </a:cubicBezTo>
                <a:cubicBezTo>
                  <a:pt x="598" y="342"/>
                  <a:pt x="598" y="342"/>
                  <a:pt x="598" y="342"/>
                </a:cubicBezTo>
                <a:cubicBezTo>
                  <a:pt x="596" y="336"/>
                  <a:pt x="595" y="330"/>
                  <a:pt x="592" y="324"/>
                </a:cubicBezTo>
                <a:cubicBezTo>
                  <a:pt x="592" y="308"/>
                  <a:pt x="592" y="308"/>
                  <a:pt x="592" y="308"/>
                </a:cubicBezTo>
                <a:cubicBezTo>
                  <a:pt x="595" y="305"/>
                  <a:pt x="596" y="302"/>
                  <a:pt x="598" y="300"/>
                </a:cubicBezTo>
                <a:close/>
                <a:moveTo>
                  <a:pt x="598" y="389"/>
                </a:moveTo>
                <a:cubicBezTo>
                  <a:pt x="598" y="403"/>
                  <a:pt x="598" y="403"/>
                  <a:pt x="598" y="403"/>
                </a:cubicBezTo>
                <a:cubicBezTo>
                  <a:pt x="597" y="400"/>
                  <a:pt x="597" y="397"/>
                  <a:pt x="596" y="395"/>
                </a:cubicBezTo>
                <a:cubicBezTo>
                  <a:pt x="595" y="394"/>
                  <a:pt x="594" y="394"/>
                  <a:pt x="592" y="394"/>
                </a:cubicBezTo>
                <a:cubicBezTo>
                  <a:pt x="592" y="390"/>
                  <a:pt x="592" y="390"/>
                  <a:pt x="592" y="390"/>
                </a:cubicBezTo>
                <a:cubicBezTo>
                  <a:pt x="598" y="389"/>
                  <a:pt x="598" y="389"/>
                  <a:pt x="598" y="389"/>
                </a:cubicBezTo>
                <a:close/>
                <a:moveTo>
                  <a:pt x="598" y="410"/>
                </a:moveTo>
                <a:cubicBezTo>
                  <a:pt x="598" y="415"/>
                  <a:pt x="598" y="415"/>
                  <a:pt x="598" y="415"/>
                </a:cubicBezTo>
                <a:cubicBezTo>
                  <a:pt x="592" y="415"/>
                  <a:pt x="592" y="415"/>
                  <a:pt x="592" y="415"/>
                </a:cubicBezTo>
                <a:cubicBezTo>
                  <a:pt x="592" y="410"/>
                  <a:pt x="592" y="410"/>
                  <a:pt x="592" y="410"/>
                </a:cubicBezTo>
                <a:cubicBezTo>
                  <a:pt x="592" y="410"/>
                  <a:pt x="592" y="411"/>
                  <a:pt x="593" y="411"/>
                </a:cubicBezTo>
                <a:cubicBezTo>
                  <a:pt x="594" y="411"/>
                  <a:pt x="596" y="410"/>
                  <a:pt x="598" y="410"/>
                </a:cubicBezTo>
                <a:close/>
                <a:moveTo>
                  <a:pt x="598" y="462"/>
                </a:moveTo>
                <a:cubicBezTo>
                  <a:pt x="598" y="482"/>
                  <a:pt x="598" y="482"/>
                  <a:pt x="598" y="482"/>
                </a:cubicBezTo>
                <a:cubicBezTo>
                  <a:pt x="596" y="484"/>
                  <a:pt x="594" y="487"/>
                  <a:pt x="593" y="491"/>
                </a:cubicBezTo>
                <a:cubicBezTo>
                  <a:pt x="594" y="491"/>
                  <a:pt x="596" y="491"/>
                  <a:pt x="598" y="491"/>
                </a:cubicBezTo>
                <a:cubicBezTo>
                  <a:pt x="598" y="497"/>
                  <a:pt x="598" y="497"/>
                  <a:pt x="598" y="497"/>
                </a:cubicBezTo>
                <a:cubicBezTo>
                  <a:pt x="596" y="497"/>
                  <a:pt x="594" y="497"/>
                  <a:pt x="592" y="498"/>
                </a:cubicBezTo>
                <a:cubicBezTo>
                  <a:pt x="592" y="479"/>
                  <a:pt x="592" y="479"/>
                  <a:pt x="592" y="479"/>
                </a:cubicBezTo>
                <a:cubicBezTo>
                  <a:pt x="594" y="474"/>
                  <a:pt x="596" y="469"/>
                  <a:pt x="597" y="464"/>
                </a:cubicBezTo>
                <a:cubicBezTo>
                  <a:pt x="597" y="463"/>
                  <a:pt x="597" y="463"/>
                  <a:pt x="598" y="462"/>
                </a:cubicBezTo>
                <a:close/>
                <a:moveTo>
                  <a:pt x="598" y="507"/>
                </a:moveTo>
                <a:cubicBezTo>
                  <a:pt x="598" y="514"/>
                  <a:pt x="598" y="514"/>
                  <a:pt x="598" y="514"/>
                </a:cubicBezTo>
                <a:cubicBezTo>
                  <a:pt x="596" y="514"/>
                  <a:pt x="594" y="514"/>
                  <a:pt x="592" y="514"/>
                </a:cubicBezTo>
                <a:cubicBezTo>
                  <a:pt x="592" y="507"/>
                  <a:pt x="592" y="507"/>
                  <a:pt x="592" y="507"/>
                </a:cubicBezTo>
                <a:cubicBezTo>
                  <a:pt x="594" y="507"/>
                  <a:pt x="596" y="507"/>
                  <a:pt x="598" y="507"/>
                </a:cubicBezTo>
                <a:close/>
                <a:moveTo>
                  <a:pt x="598" y="518"/>
                </a:moveTo>
                <a:cubicBezTo>
                  <a:pt x="598" y="530"/>
                  <a:pt x="598" y="530"/>
                  <a:pt x="598" y="530"/>
                </a:cubicBezTo>
                <a:cubicBezTo>
                  <a:pt x="596" y="533"/>
                  <a:pt x="594" y="535"/>
                  <a:pt x="592" y="538"/>
                </a:cubicBezTo>
                <a:cubicBezTo>
                  <a:pt x="592" y="523"/>
                  <a:pt x="592" y="523"/>
                  <a:pt x="592" y="523"/>
                </a:cubicBezTo>
                <a:cubicBezTo>
                  <a:pt x="594" y="522"/>
                  <a:pt x="596" y="521"/>
                  <a:pt x="598" y="518"/>
                </a:cubicBezTo>
                <a:close/>
                <a:moveTo>
                  <a:pt x="598" y="584"/>
                </a:moveTo>
                <a:cubicBezTo>
                  <a:pt x="598" y="599"/>
                  <a:pt x="598" y="599"/>
                  <a:pt x="598" y="599"/>
                </a:cubicBezTo>
                <a:cubicBezTo>
                  <a:pt x="596" y="598"/>
                  <a:pt x="594" y="596"/>
                  <a:pt x="592" y="595"/>
                </a:cubicBezTo>
                <a:cubicBezTo>
                  <a:pt x="592" y="591"/>
                  <a:pt x="592" y="591"/>
                  <a:pt x="592" y="591"/>
                </a:cubicBezTo>
                <a:cubicBezTo>
                  <a:pt x="594" y="588"/>
                  <a:pt x="596" y="586"/>
                  <a:pt x="598" y="584"/>
                </a:cubicBezTo>
                <a:close/>
                <a:moveTo>
                  <a:pt x="598" y="610"/>
                </a:moveTo>
                <a:cubicBezTo>
                  <a:pt x="598" y="641"/>
                  <a:pt x="598" y="641"/>
                  <a:pt x="598" y="641"/>
                </a:cubicBezTo>
                <a:cubicBezTo>
                  <a:pt x="596" y="643"/>
                  <a:pt x="594" y="643"/>
                  <a:pt x="592" y="644"/>
                </a:cubicBezTo>
                <a:cubicBezTo>
                  <a:pt x="592" y="634"/>
                  <a:pt x="592" y="634"/>
                  <a:pt x="592" y="634"/>
                </a:cubicBezTo>
                <a:cubicBezTo>
                  <a:pt x="597" y="631"/>
                  <a:pt x="596" y="626"/>
                  <a:pt x="592" y="621"/>
                </a:cubicBezTo>
                <a:cubicBezTo>
                  <a:pt x="592" y="603"/>
                  <a:pt x="592" y="603"/>
                  <a:pt x="592" y="603"/>
                </a:cubicBezTo>
                <a:cubicBezTo>
                  <a:pt x="594" y="605"/>
                  <a:pt x="596" y="608"/>
                  <a:pt x="598" y="610"/>
                </a:cubicBezTo>
                <a:close/>
                <a:moveTo>
                  <a:pt x="598" y="688"/>
                </a:moveTo>
                <a:cubicBezTo>
                  <a:pt x="598" y="700"/>
                  <a:pt x="598" y="700"/>
                  <a:pt x="598" y="700"/>
                </a:cubicBezTo>
                <a:cubicBezTo>
                  <a:pt x="596" y="700"/>
                  <a:pt x="594" y="700"/>
                  <a:pt x="592" y="700"/>
                </a:cubicBezTo>
                <a:cubicBezTo>
                  <a:pt x="592" y="691"/>
                  <a:pt x="592" y="691"/>
                  <a:pt x="592" y="691"/>
                </a:cubicBezTo>
                <a:cubicBezTo>
                  <a:pt x="593" y="691"/>
                  <a:pt x="593" y="691"/>
                  <a:pt x="594" y="690"/>
                </a:cubicBezTo>
                <a:cubicBezTo>
                  <a:pt x="595" y="690"/>
                  <a:pt x="596" y="688"/>
                  <a:pt x="598" y="688"/>
                </a:cubicBezTo>
                <a:close/>
                <a:moveTo>
                  <a:pt x="598" y="719"/>
                </a:moveTo>
                <a:cubicBezTo>
                  <a:pt x="598" y="728"/>
                  <a:pt x="598" y="728"/>
                  <a:pt x="598" y="728"/>
                </a:cubicBezTo>
                <a:cubicBezTo>
                  <a:pt x="595" y="728"/>
                  <a:pt x="594" y="727"/>
                  <a:pt x="592" y="726"/>
                </a:cubicBezTo>
                <a:cubicBezTo>
                  <a:pt x="592" y="715"/>
                  <a:pt x="592" y="715"/>
                  <a:pt x="592" y="715"/>
                </a:cubicBezTo>
                <a:cubicBezTo>
                  <a:pt x="594" y="717"/>
                  <a:pt x="596" y="717"/>
                  <a:pt x="598" y="719"/>
                </a:cubicBezTo>
                <a:close/>
                <a:moveTo>
                  <a:pt x="592" y="147"/>
                </a:moveTo>
                <a:cubicBezTo>
                  <a:pt x="592" y="134"/>
                  <a:pt x="592" y="134"/>
                  <a:pt x="592" y="134"/>
                </a:cubicBezTo>
                <a:cubicBezTo>
                  <a:pt x="594" y="135"/>
                  <a:pt x="595" y="136"/>
                  <a:pt x="596" y="137"/>
                </a:cubicBezTo>
                <a:cubicBezTo>
                  <a:pt x="596" y="139"/>
                  <a:pt x="596" y="141"/>
                  <a:pt x="597" y="144"/>
                </a:cubicBezTo>
                <a:cubicBezTo>
                  <a:pt x="595" y="146"/>
                  <a:pt x="594" y="146"/>
                  <a:pt x="592" y="147"/>
                </a:cubicBezTo>
                <a:close/>
                <a:moveTo>
                  <a:pt x="589" y="50"/>
                </a:moveTo>
                <a:cubicBezTo>
                  <a:pt x="590" y="51"/>
                  <a:pt x="591" y="51"/>
                  <a:pt x="592" y="52"/>
                </a:cubicBezTo>
                <a:cubicBezTo>
                  <a:pt x="592" y="61"/>
                  <a:pt x="592" y="61"/>
                  <a:pt x="592" y="61"/>
                </a:cubicBezTo>
                <a:cubicBezTo>
                  <a:pt x="591" y="60"/>
                  <a:pt x="590" y="60"/>
                  <a:pt x="589" y="59"/>
                </a:cubicBezTo>
                <a:cubicBezTo>
                  <a:pt x="589" y="50"/>
                  <a:pt x="589" y="50"/>
                  <a:pt x="589" y="50"/>
                </a:cubicBezTo>
                <a:close/>
                <a:moveTo>
                  <a:pt x="592" y="743"/>
                </a:moveTo>
                <a:cubicBezTo>
                  <a:pt x="591" y="744"/>
                  <a:pt x="590" y="744"/>
                  <a:pt x="589" y="745"/>
                </a:cubicBezTo>
                <a:cubicBezTo>
                  <a:pt x="589" y="736"/>
                  <a:pt x="589" y="736"/>
                  <a:pt x="589" y="736"/>
                </a:cubicBezTo>
                <a:cubicBezTo>
                  <a:pt x="590" y="735"/>
                  <a:pt x="591" y="735"/>
                  <a:pt x="592" y="734"/>
                </a:cubicBezTo>
                <a:cubicBezTo>
                  <a:pt x="592" y="743"/>
                  <a:pt x="592" y="743"/>
                  <a:pt x="592" y="743"/>
                </a:cubicBezTo>
                <a:close/>
                <a:moveTo>
                  <a:pt x="592" y="97"/>
                </a:moveTo>
                <a:cubicBezTo>
                  <a:pt x="592" y="105"/>
                  <a:pt x="592" y="105"/>
                  <a:pt x="592" y="105"/>
                </a:cubicBezTo>
                <a:cubicBezTo>
                  <a:pt x="591" y="105"/>
                  <a:pt x="590" y="104"/>
                  <a:pt x="589" y="104"/>
                </a:cubicBezTo>
                <a:cubicBezTo>
                  <a:pt x="589" y="94"/>
                  <a:pt x="589" y="94"/>
                  <a:pt x="589" y="94"/>
                </a:cubicBezTo>
                <a:cubicBezTo>
                  <a:pt x="590" y="95"/>
                  <a:pt x="591" y="96"/>
                  <a:pt x="592" y="97"/>
                </a:cubicBezTo>
                <a:close/>
                <a:moveTo>
                  <a:pt x="592" y="134"/>
                </a:moveTo>
                <a:cubicBezTo>
                  <a:pt x="592" y="147"/>
                  <a:pt x="592" y="147"/>
                  <a:pt x="592" y="147"/>
                </a:cubicBezTo>
                <a:cubicBezTo>
                  <a:pt x="591" y="147"/>
                  <a:pt x="590" y="147"/>
                  <a:pt x="589" y="147"/>
                </a:cubicBezTo>
                <a:cubicBezTo>
                  <a:pt x="589" y="133"/>
                  <a:pt x="589" y="133"/>
                  <a:pt x="589" y="133"/>
                </a:cubicBezTo>
                <a:cubicBezTo>
                  <a:pt x="590" y="133"/>
                  <a:pt x="591" y="134"/>
                  <a:pt x="592" y="134"/>
                </a:cubicBezTo>
                <a:close/>
                <a:moveTo>
                  <a:pt x="592" y="167"/>
                </a:moveTo>
                <a:cubicBezTo>
                  <a:pt x="592" y="181"/>
                  <a:pt x="592" y="181"/>
                  <a:pt x="592" y="181"/>
                </a:cubicBezTo>
                <a:cubicBezTo>
                  <a:pt x="591" y="180"/>
                  <a:pt x="590" y="179"/>
                  <a:pt x="589" y="178"/>
                </a:cubicBezTo>
                <a:cubicBezTo>
                  <a:pt x="589" y="166"/>
                  <a:pt x="589" y="166"/>
                  <a:pt x="589" y="166"/>
                </a:cubicBezTo>
                <a:cubicBezTo>
                  <a:pt x="590" y="166"/>
                  <a:pt x="591" y="166"/>
                  <a:pt x="592" y="167"/>
                </a:cubicBezTo>
                <a:close/>
                <a:moveTo>
                  <a:pt x="592" y="183"/>
                </a:moveTo>
                <a:cubicBezTo>
                  <a:pt x="592" y="196"/>
                  <a:pt x="592" y="196"/>
                  <a:pt x="592" y="196"/>
                </a:cubicBezTo>
                <a:cubicBezTo>
                  <a:pt x="591" y="196"/>
                  <a:pt x="590" y="196"/>
                  <a:pt x="589" y="196"/>
                </a:cubicBezTo>
                <a:cubicBezTo>
                  <a:pt x="589" y="185"/>
                  <a:pt x="589" y="185"/>
                  <a:pt x="589" y="185"/>
                </a:cubicBezTo>
                <a:cubicBezTo>
                  <a:pt x="590" y="184"/>
                  <a:pt x="591" y="184"/>
                  <a:pt x="592" y="183"/>
                </a:cubicBezTo>
                <a:close/>
                <a:moveTo>
                  <a:pt x="592" y="200"/>
                </a:moveTo>
                <a:cubicBezTo>
                  <a:pt x="592" y="215"/>
                  <a:pt x="592" y="215"/>
                  <a:pt x="592" y="215"/>
                </a:cubicBezTo>
                <a:cubicBezTo>
                  <a:pt x="589" y="211"/>
                  <a:pt x="589" y="211"/>
                  <a:pt x="589" y="211"/>
                </a:cubicBezTo>
                <a:cubicBezTo>
                  <a:pt x="589" y="201"/>
                  <a:pt x="589" y="201"/>
                  <a:pt x="589" y="201"/>
                </a:cubicBezTo>
                <a:cubicBezTo>
                  <a:pt x="591" y="200"/>
                  <a:pt x="592" y="200"/>
                  <a:pt x="592" y="200"/>
                </a:cubicBezTo>
                <a:close/>
                <a:moveTo>
                  <a:pt x="592" y="266"/>
                </a:moveTo>
                <a:cubicBezTo>
                  <a:pt x="592" y="288"/>
                  <a:pt x="592" y="288"/>
                  <a:pt x="592" y="288"/>
                </a:cubicBezTo>
                <a:cubicBezTo>
                  <a:pt x="591" y="290"/>
                  <a:pt x="590" y="292"/>
                  <a:pt x="589" y="294"/>
                </a:cubicBezTo>
                <a:cubicBezTo>
                  <a:pt x="589" y="278"/>
                  <a:pt x="589" y="278"/>
                  <a:pt x="589" y="278"/>
                </a:cubicBezTo>
                <a:cubicBezTo>
                  <a:pt x="590" y="275"/>
                  <a:pt x="590" y="273"/>
                  <a:pt x="589" y="270"/>
                </a:cubicBezTo>
                <a:cubicBezTo>
                  <a:pt x="589" y="262"/>
                  <a:pt x="589" y="262"/>
                  <a:pt x="589" y="262"/>
                </a:cubicBezTo>
                <a:cubicBezTo>
                  <a:pt x="590" y="264"/>
                  <a:pt x="591" y="265"/>
                  <a:pt x="592" y="266"/>
                </a:cubicBezTo>
                <a:close/>
                <a:moveTo>
                  <a:pt x="592" y="308"/>
                </a:moveTo>
                <a:cubicBezTo>
                  <a:pt x="592" y="324"/>
                  <a:pt x="592" y="324"/>
                  <a:pt x="592" y="324"/>
                </a:cubicBezTo>
                <a:cubicBezTo>
                  <a:pt x="591" y="321"/>
                  <a:pt x="590" y="318"/>
                  <a:pt x="589" y="316"/>
                </a:cubicBezTo>
                <a:cubicBezTo>
                  <a:pt x="589" y="307"/>
                  <a:pt x="589" y="307"/>
                  <a:pt x="589" y="307"/>
                </a:cubicBezTo>
                <a:cubicBezTo>
                  <a:pt x="590" y="308"/>
                  <a:pt x="590" y="309"/>
                  <a:pt x="590" y="310"/>
                </a:cubicBezTo>
                <a:cubicBezTo>
                  <a:pt x="592" y="308"/>
                  <a:pt x="592" y="308"/>
                  <a:pt x="592" y="308"/>
                </a:cubicBezTo>
                <a:close/>
                <a:moveTo>
                  <a:pt x="592" y="390"/>
                </a:moveTo>
                <a:cubicBezTo>
                  <a:pt x="592" y="394"/>
                  <a:pt x="592" y="394"/>
                  <a:pt x="592" y="394"/>
                </a:cubicBezTo>
                <a:cubicBezTo>
                  <a:pt x="591" y="394"/>
                  <a:pt x="590" y="394"/>
                  <a:pt x="589" y="394"/>
                </a:cubicBezTo>
                <a:cubicBezTo>
                  <a:pt x="589" y="390"/>
                  <a:pt x="589" y="390"/>
                  <a:pt x="589" y="390"/>
                </a:cubicBezTo>
                <a:cubicBezTo>
                  <a:pt x="592" y="390"/>
                  <a:pt x="592" y="390"/>
                  <a:pt x="592" y="390"/>
                </a:cubicBezTo>
                <a:close/>
                <a:moveTo>
                  <a:pt x="592" y="410"/>
                </a:moveTo>
                <a:cubicBezTo>
                  <a:pt x="592" y="415"/>
                  <a:pt x="592" y="415"/>
                  <a:pt x="592" y="415"/>
                </a:cubicBezTo>
                <a:cubicBezTo>
                  <a:pt x="589" y="415"/>
                  <a:pt x="589" y="415"/>
                  <a:pt x="589" y="415"/>
                </a:cubicBezTo>
                <a:cubicBezTo>
                  <a:pt x="589" y="402"/>
                  <a:pt x="589" y="402"/>
                  <a:pt x="589" y="402"/>
                </a:cubicBezTo>
                <a:cubicBezTo>
                  <a:pt x="591" y="408"/>
                  <a:pt x="591" y="409"/>
                  <a:pt x="592" y="410"/>
                </a:cubicBezTo>
                <a:close/>
                <a:moveTo>
                  <a:pt x="592" y="479"/>
                </a:moveTo>
                <a:cubicBezTo>
                  <a:pt x="592" y="498"/>
                  <a:pt x="592" y="498"/>
                  <a:pt x="592" y="498"/>
                </a:cubicBezTo>
                <a:cubicBezTo>
                  <a:pt x="591" y="499"/>
                  <a:pt x="590" y="499"/>
                  <a:pt x="589" y="500"/>
                </a:cubicBezTo>
                <a:cubicBezTo>
                  <a:pt x="589" y="487"/>
                  <a:pt x="589" y="487"/>
                  <a:pt x="589" y="487"/>
                </a:cubicBezTo>
                <a:cubicBezTo>
                  <a:pt x="590" y="484"/>
                  <a:pt x="591" y="482"/>
                  <a:pt x="592" y="479"/>
                </a:cubicBezTo>
                <a:close/>
                <a:moveTo>
                  <a:pt x="592" y="507"/>
                </a:moveTo>
                <a:cubicBezTo>
                  <a:pt x="592" y="514"/>
                  <a:pt x="592" y="514"/>
                  <a:pt x="592" y="514"/>
                </a:cubicBezTo>
                <a:cubicBezTo>
                  <a:pt x="591" y="514"/>
                  <a:pt x="590" y="514"/>
                  <a:pt x="589" y="514"/>
                </a:cubicBezTo>
                <a:cubicBezTo>
                  <a:pt x="589" y="508"/>
                  <a:pt x="589" y="508"/>
                  <a:pt x="589" y="508"/>
                </a:cubicBezTo>
                <a:cubicBezTo>
                  <a:pt x="590" y="508"/>
                  <a:pt x="591" y="508"/>
                  <a:pt x="592" y="507"/>
                </a:cubicBezTo>
                <a:close/>
                <a:moveTo>
                  <a:pt x="592" y="523"/>
                </a:moveTo>
                <a:cubicBezTo>
                  <a:pt x="592" y="538"/>
                  <a:pt x="592" y="538"/>
                  <a:pt x="592" y="538"/>
                </a:cubicBezTo>
                <a:cubicBezTo>
                  <a:pt x="591" y="540"/>
                  <a:pt x="590" y="541"/>
                  <a:pt x="589" y="542"/>
                </a:cubicBezTo>
                <a:cubicBezTo>
                  <a:pt x="589" y="531"/>
                  <a:pt x="589" y="531"/>
                  <a:pt x="589" y="531"/>
                </a:cubicBezTo>
                <a:cubicBezTo>
                  <a:pt x="589" y="524"/>
                  <a:pt x="589" y="524"/>
                  <a:pt x="589" y="524"/>
                </a:cubicBezTo>
                <a:cubicBezTo>
                  <a:pt x="590" y="524"/>
                  <a:pt x="591" y="524"/>
                  <a:pt x="592" y="523"/>
                </a:cubicBezTo>
                <a:close/>
                <a:moveTo>
                  <a:pt x="592" y="591"/>
                </a:moveTo>
                <a:cubicBezTo>
                  <a:pt x="592" y="595"/>
                  <a:pt x="592" y="595"/>
                  <a:pt x="592" y="595"/>
                </a:cubicBezTo>
                <a:cubicBezTo>
                  <a:pt x="590" y="593"/>
                  <a:pt x="590" y="593"/>
                  <a:pt x="590" y="593"/>
                </a:cubicBezTo>
                <a:cubicBezTo>
                  <a:pt x="592" y="591"/>
                  <a:pt x="592" y="591"/>
                  <a:pt x="592" y="591"/>
                </a:cubicBezTo>
                <a:close/>
                <a:moveTo>
                  <a:pt x="592" y="603"/>
                </a:moveTo>
                <a:cubicBezTo>
                  <a:pt x="592" y="621"/>
                  <a:pt x="592" y="621"/>
                  <a:pt x="592" y="621"/>
                </a:cubicBezTo>
                <a:cubicBezTo>
                  <a:pt x="591" y="619"/>
                  <a:pt x="590" y="618"/>
                  <a:pt x="589" y="617"/>
                </a:cubicBezTo>
                <a:cubicBezTo>
                  <a:pt x="589" y="600"/>
                  <a:pt x="589" y="600"/>
                  <a:pt x="589" y="600"/>
                </a:cubicBezTo>
                <a:cubicBezTo>
                  <a:pt x="590" y="601"/>
                  <a:pt x="591" y="602"/>
                  <a:pt x="592" y="603"/>
                </a:cubicBezTo>
                <a:close/>
                <a:moveTo>
                  <a:pt x="592" y="634"/>
                </a:moveTo>
                <a:cubicBezTo>
                  <a:pt x="592" y="644"/>
                  <a:pt x="592" y="644"/>
                  <a:pt x="592" y="644"/>
                </a:cubicBezTo>
                <a:cubicBezTo>
                  <a:pt x="591" y="645"/>
                  <a:pt x="590" y="645"/>
                  <a:pt x="589" y="645"/>
                </a:cubicBezTo>
                <a:cubicBezTo>
                  <a:pt x="589" y="635"/>
                  <a:pt x="589" y="635"/>
                  <a:pt x="589" y="635"/>
                </a:cubicBezTo>
                <a:cubicBezTo>
                  <a:pt x="590" y="635"/>
                  <a:pt x="591" y="635"/>
                  <a:pt x="592" y="634"/>
                </a:cubicBezTo>
                <a:close/>
                <a:moveTo>
                  <a:pt x="592" y="691"/>
                </a:moveTo>
                <a:cubicBezTo>
                  <a:pt x="592" y="700"/>
                  <a:pt x="592" y="700"/>
                  <a:pt x="592" y="700"/>
                </a:cubicBezTo>
                <a:cubicBezTo>
                  <a:pt x="591" y="701"/>
                  <a:pt x="590" y="701"/>
                  <a:pt x="589" y="701"/>
                </a:cubicBezTo>
                <a:cubicBezTo>
                  <a:pt x="589" y="692"/>
                  <a:pt x="589" y="692"/>
                  <a:pt x="589" y="692"/>
                </a:cubicBezTo>
                <a:cubicBezTo>
                  <a:pt x="590" y="692"/>
                  <a:pt x="591" y="692"/>
                  <a:pt x="592" y="691"/>
                </a:cubicBezTo>
                <a:close/>
                <a:moveTo>
                  <a:pt x="592" y="715"/>
                </a:moveTo>
                <a:cubicBezTo>
                  <a:pt x="592" y="726"/>
                  <a:pt x="592" y="726"/>
                  <a:pt x="592" y="726"/>
                </a:cubicBezTo>
                <a:cubicBezTo>
                  <a:pt x="591" y="725"/>
                  <a:pt x="590" y="725"/>
                  <a:pt x="589" y="724"/>
                </a:cubicBezTo>
                <a:cubicBezTo>
                  <a:pt x="589" y="714"/>
                  <a:pt x="589" y="714"/>
                  <a:pt x="589" y="714"/>
                </a:cubicBezTo>
                <a:lnTo>
                  <a:pt x="592" y="715"/>
                </a:lnTo>
                <a:close/>
                <a:moveTo>
                  <a:pt x="585" y="48"/>
                </a:moveTo>
                <a:cubicBezTo>
                  <a:pt x="586" y="49"/>
                  <a:pt x="588" y="50"/>
                  <a:pt x="589" y="50"/>
                </a:cubicBezTo>
                <a:cubicBezTo>
                  <a:pt x="589" y="59"/>
                  <a:pt x="589" y="59"/>
                  <a:pt x="589" y="59"/>
                </a:cubicBezTo>
                <a:cubicBezTo>
                  <a:pt x="588" y="59"/>
                  <a:pt x="586" y="58"/>
                  <a:pt x="585" y="57"/>
                </a:cubicBezTo>
                <a:cubicBezTo>
                  <a:pt x="585" y="48"/>
                  <a:pt x="585" y="48"/>
                  <a:pt x="585" y="48"/>
                </a:cubicBezTo>
                <a:close/>
                <a:moveTo>
                  <a:pt x="589" y="745"/>
                </a:moveTo>
                <a:cubicBezTo>
                  <a:pt x="588" y="746"/>
                  <a:pt x="586" y="747"/>
                  <a:pt x="585" y="747"/>
                </a:cubicBezTo>
                <a:cubicBezTo>
                  <a:pt x="585" y="737"/>
                  <a:pt x="585" y="737"/>
                  <a:pt x="585" y="737"/>
                </a:cubicBezTo>
                <a:cubicBezTo>
                  <a:pt x="586" y="737"/>
                  <a:pt x="588" y="736"/>
                  <a:pt x="589" y="736"/>
                </a:cubicBezTo>
                <a:cubicBezTo>
                  <a:pt x="589" y="745"/>
                  <a:pt x="589" y="745"/>
                  <a:pt x="589" y="745"/>
                </a:cubicBezTo>
                <a:close/>
                <a:moveTo>
                  <a:pt x="589" y="94"/>
                </a:moveTo>
                <a:cubicBezTo>
                  <a:pt x="589" y="104"/>
                  <a:pt x="589" y="104"/>
                  <a:pt x="589" y="104"/>
                </a:cubicBezTo>
                <a:cubicBezTo>
                  <a:pt x="588" y="103"/>
                  <a:pt x="586" y="102"/>
                  <a:pt x="585" y="100"/>
                </a:cubicBezTo>
                <a:cubicBezTo>
                  <a:pt x="585" y="82"/>
                  <a:pt x="585" y="82"/>
                  <a:pt x="585" y="82"/>
                </a:cubicBezTo>
                <a:cubicBezTo>
                  <a:pt x="585" y="87"/>
                  <a:pt x="585" y="87"/>
                  <a:pt x="585" y="87"/>
                </a:cubicBezTo>
                <a:cubicBezTo>
                  <a:pt x="586" y="91"/>
                  <a:pt x="588" y="93"/>
                  <a:pt x="589" y="94"/>
                </a:cubicBezTo>
                <a:close/>
                <a:moveTo>
                  <a:pt x="589" y="133"/>
                </a:moveTo>
                <a:cubicBezTo>
                  <a:pt x="589" y="147"/>
                  <a:pt x="589" y="147"/>
                  <a:pt x="589" y="147"/>
                </a:cubicBezTo>
                <a:cubicBezTo>
                  <a:pt x="588" y="147"/>
                  <a:pt x="588" y="147"/>
                  <a:pt x="587" y="148"/>
                </a:cubicBezTo>
                <a:cubicBezTo>
                  <a:pt x="586" y="147"/>
                  <a:pt x="585" y="146"/>
                  <a:pt x="585" y="146"/>
                </a:cubicBezTo>
                <a:cubicBezTo>
                  <a:pt x="585" y="131"/>
                  <a:pt x="585" y="131"/>
                  <a:pt x="585" y="131"/>
                </a:cubicBezTo>
                <a:cubicBezTo>
                  <a:pt x="586" y="131"/>
                  <a:pt x="588" y="132"/>
                  <a:pt x="589" y="133"/>
                </a:cubicBezTo>
                <a:close/>
                <a:moveTo>
                  <a:pt x="589" y="166"/>
                </a:moveTo>
                <a:cubicBezTo>
                  <a:pt x="589" y="178"/>
                  <a:pt x="589" y="178"/>
                  <a:pt x="589" y="178"/>
                </a:cubicBezTo>
                <a:cubicBezTo>
                  <a:pt x="586" y="176"/>
                  <a:pt x="585" y="175"/>
                  <a:pt x="585" y="167"/>
                </a:cubicBezTo>
                <a:cubicBezTo>
                  <a:pt x="586" y="166"/>
                  <a:pt x="588" y="166"/>
                  <a:pt x="589" y="166"/>
                </a:cubicBezTo>
                <a:close/>
                <a:moveTo>
                  <a:pt x="589" y="185"/>
                </a:moveTo>
                <a:cubicBezTo>
                  <a:pt x="589" y="196"/>
                  <a:pt x="589" y="196"/>
                  <a:pt x="589" y="196"/>
                </a:cubicBezTo>
                <a:cubicBezTo>
                  <a:pt x="589" y="197"/>
                  <a:pt x="589" y="199"/>
                  <a:pt x="589" y="201"/>
                </a:cubicBezTo>
                <a:cubicBezTo>
                  <a:pt x="589" y="211"/>
                  <a:pt x="589" y="211"/>
                  <a:pt x="589" y="211"/>
                </a:cubicBezTo>
                <a:cubicBezTo>
                  <a:pt x="588" y="210"/>
                  <a:pt x="587" y="209"/>
                  <a:pt x="586" y="207"/>
                </a:cubicBezTo>
                <a:cubicBezTo>
                  <a:pt x="586" y="207"/>
                  <a:pt x="585" y="207"/>
                  <a:pt x="585" y="207"/>
                </a:cubicBezTo>
                <a:cubicBezTo>
                  <a:pt x="585" y="186"/>
                  <a:pt x="585" y="186"/>
                  <a:pt x="585" y="186"/>
                </a:cubicBezTo>
                <a:cubicBezTo>
                  <a:pt x="586" y="186"/>
                  <a:pt x="588" y="186"/>
                  <a:pt x="589" y="185"/>
                </a:cubicBezTo>
                <a:close/>
                <a:moveTo>
                  <a:pt x="589" y="262"/>
                </a:moveTo>
                <a:cubicBezTo>
                  <a:pt x="589" y="270"/>
                  <a:pt x="589" y="270"/>
                  <a:pt x="589" y="270"/>
                </a:cubicBezTo>
                <a:cubicBezTo>
                  <a:pt x="588" y="268"/>
                  <a:pt x="587" y="267"/>
                  <a:pt x="585" y="266"/>
                </a:cubicBezTo>
                <a:cubicBezTo>
                  <a:pt x="585" y="256"/>
                  <a:pt x="585" y="256"/>
                  <a:pt x="585" y="256"/>
                </a:cubicBezTo>
                <a:cubicBezTo>
                  <a:pt x="586" y="258"/>
                  <a:pt x="588" y="260"/>
                  <a:pt x="589" y="262"/>
                </a:cubicBezTo>
                <a:close/>
                <a:moveTo>
                  <a:pt x="589" y="278"/>
                </a:moveTo>
                <a:cubicBezTo>
                  <a:pt x="589" y="294"/>
                  <a:pt x="589" y="294"/>
                  <a:pt x="589" y="294"/>
                </a:cubicBezTo>
                <a:cubicBezTo>
                  <a:pt x="588" y="298"/>
                  <a:pt x="587" y="301"/>
                  <a:pt x="589" y="307"/>
                </a:cubicBezTo>
                <a:cubicBezTo>
                  <a:pt x="589" y="316"/>
                  <a:pt x="589" y="316"/>
                  <a:pt x="589" y="316"/>
                </a:cubicBezTo>
                <a:cubicBezTo>
                  <a:pt x="588" y="313"/>
                  <a:pt x="586" y="309"/>
                  <a:pt x="585" y="306"/>
                </a:cubicBezTo>
                <a:cubicBezTo>
                  <a:pt x="585" y="289"/>
                  <a:pt x="585" y="289"/>
                  <a:pt x="585" y="289"/>
                </a:cubicBezTo>
                <a:cubicBezTo>
                  <a:pt x="586" y="286"/>
                  <a:pt x="588" y="282"/>
                  <a:pt x="589" y="278"/>
                </a:cubicBezTo>
                <a:close/>
                <a:moveTo>
                  <a:pt x="589" y="390"/>
                </a:moveTo>
                <a:cubicBezTo>
                  <a:pt x="589" y="394"/>
                  <a:pt x="589" y="394"/>
                  <a:pt x="589" y="394"/>
                </a:cubicBezTo>
                <a:cubicBezTo>
                  <a:pt x="587" y="394"/>
                  <a:pt x="587" y="394"/>
                  <a:pt x="587" y="394"/>
                </a:cubicBezTo>
                <a:cubicBezTo>
                  <a:pt x="588" y="398"/>
                  <a:pt x="589" y="400"/>
                  <a:pt x="589" y="402"/>
                </a:cubicBezTo>
                <a:cubicBezTo>
                  <a:pt x="589" y="415"/>
                  <a:pt x="589" y="415"/>
                  <a:pt x="589" y="415"/>
                </a:cubicBezTo>
                <a:cubicBezTo>
                  <a:pt x="585" y="415"/>
                  <a:pt x="585" y="415"/>
                  <a:pt x="585" y="415"/>
                </a:cubicBezTo>
                <a:cubicBezTo>
                  <a:pt x="585" y="411"/>
                  <a:pt x="585" y="411"/>
                  <a:pt x="585" y="411"/>
                </a:cubicBezTo>
                <a:cubicBezTo>
                  <a:pt x="587" y="411"/>
                  <a:pt x="587" y="411"/>
                  <a:pt x="587" y="411"/>
                </a:cubicBezTo>
                <a:cubicBezTo>
                  <a:pt x="586" y="406"/>
                  <a:pt x="586" y="402"/>
                  <a:pt x="585" y="399"/>
                </a:cubicBezTo>
                <a:cubicBezTo>
                  <a:pt x="585" y="390"/>
                  <a:pt x="585" y="390"/>
                  <a:pt x="585" y="390"/>
                </a:cubicBezTo>
                <a:cubicBezTo>
                  <a:pt x="589" y="390"/>
                  <a:pt x="589" y="390"/>
                  <a:pt x="589" y="390"/>
                </a:cubicBezTo>
                <a:close/>
                <a:moveTo>
                  <a:pt x="589" y="487"/>
                </a:moveTo>
                <a:cubicBezTo>
                  <a:pt x="589" y="500"/>
                  <a:pt x="589" y="500"/>
                  <a:pt x="589" y="500"/>
                </a:cubicBezTo>
                <a:cubicBezTo>
                  <a:pt x="588" y="502"/>
                  <a:pt x="586" y="504"/>
                  <a:pt x="585" y="507"/>
                </a:cubicBezTo>
                <a:cubicBezTo>
                  <a:pt x="585" y="497"/>
                  <a:pt x="585" y="497"/>
                  <a:pt x="585" y="497"/>
                </a:cubicBezTo>
                <a:cubicBezTo>
                  <a:pt x="586" y="493"/>
                  <a:pt x="588" y="490"/>
                  <a:pt x="589" y="487"/>
                </a:cubicBezTo>
                <a:close/>
                <a:moveTo>
                  <a:pt x="589" y="508"/>
                </a:moveTo>
                <a:cubicBezTo>
                  <a:pt x="589" y="514"/>
                  <a:pt x="589" y="514"/>
                  <a:pt x="589" y="514"/>
                </a:cubicBezTo>
                <a:cubicBezTo>
                  <a:pt x="588" y="514"/>
                  <a:pt x="586" y="514"/>
                  <a:pt x="585" y="514"/>
                </a:cubicBezTo>
                <a:cubicBezTo>
                  <a:pt x="585" y="508"/>
                  <a:pt x="585" y="508"/>
                  <a:pt x="585" y="508"/>
                </a:cubicBezTo>
                <a:cubicBezTo>
                  <a:pt x="586" y="508"/>
                  <a:pt x="588" y="508"/>
                  <a:pt x="589" y="508"/>
                </a:cubicBezTo>
                <a:close/>
                <a:moveTo>
                  <a:pt x="589" y="524"/>
                </a:moveTo>
                <a:cubicBezTo>
                  <a:pt x="589" y="531"/>
                  <a:pt x="589" y="531"/>
                  <a:pt x="589" y="531"/>
                </a:cubicBezTo>
                <a:cubicBezTo>
                  <a:pt x="588" y="535"/>
                  <a:pt x="586" y="536"/>
                  <a:pt x="585" y="538"/>
                </a:cubicBezTo>
                <a:cubicBezTo>
                  <a:pt x="585" y="548"/>
                  <a:pt x="585" y="548"/>
                  <a:pt x="585" y="548"/>
                </a:cubicBezTo>
                <a:cubicBezTo>
                  <a:pt x="586" y="546"/>
                  <a:pt x="588" y="544"/>
                  <a:pt x="589" y="542"/>
                </a:cubicBezTo>
                <a:cubicBezTo>
                  <a:pt x="589" y="531"/>
                  <a:pt x="589" y="531"/>
                  <a:pt x="589" y="531"/>
                </a:cubicBezTo>
                <a:cubicBezTo>
                  <a:pt x="588" y="531"/>
                  <a:pt x="586" y="531"/>
                  <a:pt x="585" y="531"/>
                </a:cubicBezTo>
                <a:cubicBezTo>
                  <a:pt x="585" y="525"/>
                  <a:pt x="585" y="525"/>
                  <a:pt x="585" y="525"/>
                </a:cubicBezTo>
                <a:cubicBezTo>
                  <a:pt x="586" y="525"/>
                  <a:pt x="588" y="525"/>
                  <a:pt x="589" y="524"/>
                </a:cubicBezTo>
                <a:close/>
                <a:moveTo>
                  <a:pt x="589" y="600"/>
                </a:moveTo>
                <a:cubicBezTo>
                  <a:pt x="589" y="617"/>
                  <a:pt x="589" y="617"/>
                  <a:pt x="589" y="617"/>
                </a:cubicBezTo>
                <a:cubicBezTo>
                  <a:pt x="588" y="615"/>
                  <a:pt x="586" y="613"/>
                  <a:pt x="585" y="612"/>
                </a:cubicBezTo>
                <a:cubicBezTo>
                  <a:pt x="585" y="598"/>
                  <a:pt x="585" y="598"/>
                  <a:pt x="585" y="598"/>
                </a:cubicBezTo>
                <a:cubicBezTo>
                  <a:pt x="585" y="598"/>
                  <a:pt x="586" y="598"/>
                  <a:pt x="587" y="598"/>
                </a:cubicBezTo>
                <a:cubicBezTo>
                  <a:pt x="588" y="599"/>
                  <a:pt x="588" y="599"/>
                  <a:pt x="589" y="600"/>
                </a:cubicBezTo>
                <a:close/>
                <a:moveTo>
                  <a:pt x="589" y="635"/>
                </a:moveTo>
                <a:cubicBezTo>
                  <a:pt x="589" y="645"/>
                  <a:pt x="589" y="645"/>
                  <a:pt x="589" y="645"/>
                </a:cubicBezTo>
                <a:cubicBezTo>
                  <a:pt x="588" y="646"/>
                  <a:pt x="587" y="646"/>
                  <a:pt x="586" y="646"/>
                </a:cubicBezTo>
                <a:cubicBezTo>
                  <a:pt x="585" y="646"/>
                  <a:pt x="585" y="646"/>
                  <a:pt x="585" y="646"/>
                </a:cubicBezTo>
                <a:cubicBezTo>
                  <a:pt x="585" y="631"/>
                  <a:pt x="585" y="631"/>
                  <a:pt x="585" y="631"/>
                </a:cubicBezTo>
                <a:cubicBezTo>
                  <a:pt x="586" y="633"/>
                  <a:pt x="588" y="634"/>
                  <a:pt x="589" y="635"/>
                </a:cubicBezTo>
                <a:close/>
                <a:moveTo>
                  <a:pt x="589" y="692"/>
                </a:moveTo>
                <a:cubicBezTo>
                  <a:pt x="589" y="701"/>
                  <a:pt x="589" y="701"/>
                  <a:pt x="589" y="701"/>
                </a:cubicBezTo>
                <a:cubicBezTo>
                  <a:pt x="588" y="702"/>
                  <a:pt x="586" y="703"/>
                  <a:pt x="585" y="703"/>
                </a:cubicBezTo>
                <a:cubicBezTo>
                  <a:pt x="585" y="695"/>
                  <a:pt x="585" y="695"/>
                  <a:pt x="585" y="695"/>
                </a:cubicBezTo>
                <a:cubicBezTo>
                  <a:pt x="586" y="694"/>
                  <a:pt x="588" y="693"/>
                  <a:pt x="589" y="692"/>
                </a:cubicBezTo>
                <a:close/>
                <a:moveTo>
                  <a:pt x="589" y="714"/>
                </a:moveTo>
                <a:cubicBezTo>
                  <a:pt x="589" y="724"/>
                  <a:pt x="589" y="724"/>
                  <a:pt x="589" y="724"/>
                </a:cubicBezTo>
                <a:cubicBezTo>
                  <a:pt x="588" y="724"/>
                  <a:pt x="586" y="723"/>
                  <a:pt x="585" y="722"/>
                </a:cubicBezTo>
                <a:cubicBezTo>
                  <a:pt x="585" y="711"/>
                  <a:pt x="585" y="711"/>
                  <a:pt x="585" y="711"/>
                </a:cubicBezTo>
                <a:cubicBezTo>
                  <a:pt x="586" y="712"/>
                  <a:pt x="588" y="713"/>
                  <a:pt x="589" y="714"/>
                </a:cubicBezTo>
                <a:close/>
                <a:moveTo>
                  <a:pt x="585" y="454"/>
                </a:moveTo>
                <a:cubicBezTo>
                  <a:pt x="585" y="442"/>
                  <a:pt x="585" y="442"/>
                  <a:pt x="585" y="442"/>
                </a:cubicBezTo>
                <a:cubicBezTo>
                  <a:pt x="586" y="446"/>
                  <a:pt x="585" y="449"/>
                  <a:pt x="585" y="454"/>
                </a:cubicBezTo>
                <a:close/>
                <a:moveTo>
                  <a:pt x="585" y="358"/>
                </a:moveTo>
                <a:cubicBezTo>
                  <a:pt x="585" y="341"/>
                  <a:pt x="585" y="341"/>
                  <a:pt x="585" y="341"/>
                </a:cubicBezTo>
                <a:cubicBezTo>
                  <a:pt x="587" y="347"/>
                  <a:pt x="588" y="350"/>
                  <a:pt x="589" y="356"/>
                </a:cubicBezTo>
                <a:cubicBezTo>
                  <a:pt x="588" y="357"/>
                  <a:pt x="586" y="357"/>
                  <a:pt x="585" y="358"/>
                </a:cubicBezTo>
                <a:close/>
                <a:moveTo>
                  <a:pt x="575" y="44"/>
                </a:moveTo>
                <a:cubicBezTo>
                  <a:pt x="578" y="45"/>
                  <a:pt x="582" y="47"/>
                  <a:pt x="585" y="48"/>
                </a:cubicBezTo>
                <a:cubicBezTo>
                  <a:pt x="585" y="57"/>
                  <a:pt x="585" y="57"/>
                  <a:pt x="585" y="57"/>
                </a:cubicBezTo>
                <a:cubicBezTo>
                  <a:pt x="583" y="57"/>
                  <a:pt x="583" y="57"/>
                  <a:pt x="583" y="57"/>
                </a:cubicBezTo>
                <a:cubicBezTo>
                  <a:pt x="585" y="82"/>
                  <a:pt x="585" y="82"/>
                  <a:pt x="585" y="82"/>
                </a:cubicBezTo>
                <a:cubicBezTo>
                  <a:pt x="585" y="100"/>
                  <a:pt x="585" y="100"/>
                  <a:pt x="585" y="100"/>
                </a:cubicBezTo>
                <a:cubicBezTo>
                  <a:pt x="583" y="99"/>
                  <a:pt x="581" y="97"/>
                  <a:pt x="579" y="94"/>
                </a:cubicBezTo>
                <a:cubicBezTo>
                  <a:pt x="575" y="93"/>
                  <a:pt x="575" y="93"/>
                  <a:pt x="575" y="93"/>
                </a:cubicBezTo>
                <a:cubicBezTo>
                  <a:pt x="575" y="44"/>
                  <a:pt x="575" y="44"/>
                  <a:pt x="575" y="44"/>
                </a:cubicBezTo>
                <a:close/>
                <a:moveTo>
                  <a:pt x="585" y="747"/>
                </a:moveTo>
                <a:cubicBezTo>
                  <a:pt x="582" y="749"/>
                  <a:pt x="578" y="751"/>
                  <a:pt x="575" y="752"/>
                </a:cubicBezTo>
                <a:cubicBezTo>
                  <a:pt x="575" y="738"/>
                  <a:pt x="575" y="738"/>
                  <a:pt x="575" y="738"/>
                </a:cubicBezTo>
                <a:cubicBezTo>
                  <a:pt x="579" y="738"/>
                  <a:pt x="582" y="738"/>
                  <a:pt x="585" y="737"/>
                </a:cubicBezTo>
                <a:cubicBezTo>
                  <a:pt x="585" y="747"/>
                  <a:pt x="585" y="747"/>
                  <a:pt x="585" y="747"/>
                </a:cubicBezTo>
                <a:close/>
                <a:moveTo>
                  <a:pt x="585" y="131"/>
                </a:moveTo>
                <a:cubicBezTo>
                  <a:pt x="585" y="146"/>
                  <a:pt x="585" y="146"/>
                  <a:pt x="585" y="146"/>
                </a:cubicBezTo>
                <a:cubicBezTo>
                  <a:pt x="582" y="144"/>
                  <a:pt x="579" y="144"/>
                  <a:pt x="575" y="143"/>
                </a:cubicBezTo>
                <a:cubicBezTo>
                  <a:pt x="575" y="131"/>
                  <a:pt x="575" y="131"/>
                  <a:pt x="575" y="131"/>
                </a:cubicBezTo>
                <a:cubicBezTo>
                  <a:pt x="579" y="130"/>
                  <a:pt x="582" y="130"/>
                  <a:pt x="585" y="131"/>
                </a:cubicBezTo>
                <a:close/>
                <a:moveTo>
                  <a:pt x="585" y="186"/>
                </a:moveTo>
                <a:cubicBezTo>
                  <a:pt x="585" y="207"/>
                  <a:pt x="585" y="207"/>
                  <a:pt x="585" y="207"/>
                </a:cubicBezTo>
                <a:cubicBezTo>
                  <a:pt x="582" y="205"/>
                  <a:pt x="578" y="204"/>
                  <a:pt x="575" y="204"/>
                </a:cubicBezTo>
                <a:cubicBezTo>
                  <a:pt x="575" y="188"/>
                  <a:pt x="575" y="188"/>
                  <a:pt x="575" y="188"/>
                </a:cubicBezTo>
                <a:cubicBezTo>
                  <a:pt x="578" y="188"/>
                  <a:pt x="582" y="188"/>
                  <a:pt x="585" y="186"/>
                </a:cubicBezTo>
                <a:close/>
                <a:moveTo>
                  <a:pt x="585" y="256"/>
                </a:moveTo>
                <a:cubicBezTo>
                  <a:pt x="585" y="266"/>
                  <a:pt x="585" y="266"/>
                  <a:pt x="585" y="266"/>
                </a:cubicBezTo>
                <a:cubicBezTo>
                  <a:pt x="584" y="265"/>
                  <a:pt x="584" y="265"/>
                  <a:pt x="583" y="265"/>
                </a:cubicBezTo>
                <a:cubicBezTo>
                  <a:pt x="581" y="278"/>
                  <a:pt x="575" y="280"/>
                  <a:pt x="581" y="292"/>
                </a:cubicBezTo>
                <a:cubicBezTo>
                  <a:pt x="582" y="292"/>
                  <a:pt x="582" y="292"/>
                  <a:pt x="583" y="292"/>
                </a:cubicBezTo>
                <a:cubicBezTo>
                  <a:pt x="584" y="291"/>
                  <a:pt x="584" y="290"/>
                  <a:pt x="585" y="289"/>
                </a:cubicBezTo>
                <a:cubicBezTo>
                  <a:pt x="585" y="306"/>
                  <a:pt x="585" y="306"/>
                  <a:pt x="585" y="306"/>
                </a:cubicBezTo>
                <a:cubicBezTo>
                  <a:pt x="582" y="300"/>
                  <a:pt x="579" y="294"/>
                  <a:pt x="575" y="289"/>
                </a:cubicBezTo>
                <a:cubicBezTo>
                  <a:pt x="575" y="271"/>
                  <a:pt x="575" y="271"/>
                  <a:pt x="575" y="271"/>
                </a:cubicBezTo>
                <a:cubicBezTo>
                  <a:pt x="578" y="264"/>
                  <a:pt x="579" y="260"/>
                  <a:pt x="575" y="253"/>
                </a:cubicBezTo>
                <a:cubicBezTo>
                  <a:pt x="575" y="245"/>
                  <a:pt x="575" y="245"/>
                  <a:pt x="575" y="245"/>
                </a:cubicBezTo>
                <a:cubicBezTo>
                  <a:pt x="578" y="248"/>
                  <a:pt x="582" y="252"/>
                  <a:pt x="585" y="256"/>
                </a:cubicBezTo>
                <a:close/>
                <a:moveTo>
                  <a:pt x="585" y="341"/>
                </a:moveTo>
                <a:cubicBezTo>
                  <a:pt x="585" y="358"/>
                  <a:pt x="585" y="358"/>
                  <a:pt x="585" y="358"/>
                </a:cubicBezTo>
                <a:cubicBezTo>
                  <a:pt x="581" y="359"/>
                  <a:pt x="578" y="359"/>
                  <a:pt x="575" y="357"/>
                </a:cubicBezTo>
                <a:cubicBezTo>
                  <a:pt x="575" y="349"/>
                  <a:pt x="575" y="349"/>
                  <a:pt x="575" y="349"/>
                </a:cubicBezTo>
                <a:cubicBezTo>
                  <a:pt x="580" y="349"/>
                  <a:pt x="580" y="349"/>
                  <a:pt x="580" y="349"/>
                </a:cubicBezTo>
                <a:cubicBezTo>
                  <a:pt x="579" y="343"/>
                  <a:pt x="579" y="337"/>
                  <a:pt x="575" y="335"/>
                </a:cubicBezTo>
                <a:cubicBezTo>
                  <a:pt x="575" y="322"/>
                  <a:pt x="575" y="322"/>
                  <a:pt x="575" y="322"/>
                </a:cubicBezTo>
                <a:cubicBezTo>
                  <a:pt x="577" y="321"/>
                  <a:pt x="577" y="321"/>
                  <a:pt x="577" y="321"/>
                </a:cubicBezTo>
                <a:cubicBezTo>
                  <a:pt x="581" y="332"/>
                  <a:pt x="583" y="337"/>
                  <a:pt x="585" y="341"/>
                </a:cubicBezTo>
                <a:close/>
                <a:moveTo>
                  <a:pt x="585" y="390"/>
                </a:moveTo>
                <a:cubicBezTo>
                  <a:pt x="585" y="399"/>
                  <a:pt x="585" y="399"/>
                  <a:pt x="585" y="399"/>
                </a:cubicBezTo>
                <a:cubicBezTo>
                  <a:pt x="584" y="396"/>
                  <a:pt x="582" y="394"/>
                  <a:pt x="575" y="393"/>
                </a:cubicBezTo>
                <a:cubicBezTo>
                  <a:pt x="575" y="390"/>
                  <a:pt x="575" y="390"/>
                  <a:pt x="575" y="390"/>
                </a:cubicBezTo>
                <a:cubicBezTo>
                  <a:pt x="585" y="390"/>
                  <a:pt x="585" y="390"/>
                  <a:pt x="585" y="390"/>
                </a:cubicBezTo>
                <a:close/>
                <a:moveTo>
                  <a:pt x="585" y="411"/>
                </a:moveTo>
                <a:cubicBezTo>
                  <a:pt x="581" y="411"/>
                  <a:pt x="581" y="411"/>
                  <a:pt x="581" y="411"/>
                </a:cubicBezTo>
                <a:cubicBezTo>
                  <a:pt x="580" y="411"/>
                  <a:pt x="579" y="410"/>
                  <a:pt x="579" y="410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415"/>
                  <a:pt x="575" y="415"/>
                  <a:pt x="575" y="415"/>
                </a:cubicBezTo>
                <a:cubicBezTo>
                  <a:pt x="585" y="415"/>
                  <a:pt x="585" y="415"/>
                  <a:pt x="585" y="415"/>
                </a:cubicBezTo>
                <a:cubicBezTo>
                  <a:pt x="585" y="411"/>
                  <a:pt x="585" y="411"/>
                  <a:pt x="585" y="411"/>
                </a:cubicBezTo>
                <a:close/>
                <a:moveTo>
                  <a:pt x="585" y="442"/>
                </a:moveTo>
                <a:cubicBezTo>
                  <a:pt x="585" y="454"/>
                  <a:pt x="585" y="454"/>
                  <a:pt x="585" y="454"/>
                </a:cubicBezTo>
                <a:cubicBezTo>
                  <a:pt x="583" y="462"/>
                  <a:pt x="579" y="472"/>
                  <a:pt x="575" y="481"/>
                </a:cubicBezTo>
                <a:cubicBezTo>
                  <a:pt x="575" y="448"/>
                  <a:pt x="575" y="448"/>
                  <a:pt x="575" y="448"/>
                </a:cubicBezTo>
                <a:cubicBezTo>
                  <a:pt x="576" y="445"/>
                  <a:pt x="576" y="442"/>
                  <a:pt x="576" y="438"/>
                </a:cubicBezTo>
                <a:cubicBezTo>
                  <a:pt x="578" y="438"/>
                  <a:pt x="580" y="438"/>
                  <a:pt x="582" y="438"/>
                </a:cubicBezTo>
                <a:cubicBezTo>
                  <a:pt x="583" y="439"/>
                  <a:pt x="584" y="440"/>
                  <a:pt x="585" y="442"/>
                </a:cubicBezTo>
                <a:close/>
                <a:moveTo>
                  <a:pt x="585" y="497"/>
                </a:moveTo>
                <a:cubicBezTo>
                  <a:pt x="585" y="507"/>
                  <a:pt x="585" y="507"/>
                  <a:pt x="585" y="507"/>
                </a:cubicBezTo>
                <a:cubicBezTo>
                  <a:pt x="584" y="508"/>
                  <a:pt x="584" y="508"/>
                  <a:pt x="584" y="508"/>
                </a:cubicBezTo>
                <a:cubicBezTo>
                  <a:pt x="585" y="508"/>
                  <a:pt x="585" y="508"/>
                  <a:pt x="585" y="508"/>
                </a:cubicBezTo>
                <a:cubicBezTo>
                  <a:pt x="585" y="514"/>
                  <a:pt x="585" y="514"/>
                  <a:pt x="585" y="514"/>
                </a:cubicBezTo>
                <a:cubicBezTo>
                  <a:pt x="581" y="515"/>
                  <a:pt x="578" y="517"/>
                  <a:pt x="575" y="521"/>
                </a:cubicBezTo>
                <a:cubicBezTo>
                  <a:pt x="575" y="513"/>
                  <a:pt x="575" y="513"/>
                  <a:pt x="575" y="513"/>
                </a:cubicBezTo>
                <a:cubicBezTo>
                  <a:pt x="579" y="508"/>
                  <a:pt x="582" y="502"/>
                  <a:pt x="585" y="497"/>
                </a:cubicBezTo>
                <a:close/>
                <a:moveTo>
                  <a:pt x="585" y="525"/>
                </a:moveTo>
                <a:cubicBezTo>
                  <a:pt x="585" y="531"/>
                  <a:pt x="585" y="531"/>
                  <a:pt x="585" y="531"/>
                </a:cubicBezTo>
                <a:cubicBezTo>
                  <a:pt x="581" y="531"/>
                  <a:pt x="578" y="530"/>
                  <a:pt x="575" y="530"/>
                </a:cubicBezTo>
                <a:cubicBezTo>
                  <a:pt x="575" y="523"/>
                  <a:pt x="575" y="523"/>
                  <a:pt x="575" y="523"/>
                </a:cubicBezTo>
                <a:cubicBezTo>
                  <a:pt x="577" y="524"/>
                  <a:pt x="580" y="525"/>
                  <a:pt x="582" y="525"/>
                </a:cubicBezTo>
                <a:cubicBezTo>
                  <a:pt x="583" y="525"/>
                  <a:pt x="584" y="525"/>
                  <a:pt x="585" y="525"/>
                </a:cubicBezTo>
                <a:close/>
                <a:moveTo>
                  <a:pt x="585" y="538"/>
                </a:moveTo>
                <a:cubicBezTo>
                  <a:pt x="585" y="548"/>
                  <a:pt x="585" y="548"/>
                  <a:pt x="585" y="548"/>
                </a:cubicBezTo>
                <a:cubicBezTo>
                  <a:pt x="582" y="552"/>
                  <a:pt x="578" y="555"/>
                  <a:pt x="575" y="558"/>
                </a:cubicBezTo>
                <a:cubicBezTo>
                  <a:pt x="575" y="551"/>
                  <a:pt x="575" y="551"/>
                  <a:pt x="575" y="551"/>
                </a:cubicBezTo>
                <a:cubicBezTo>
                  <a:pt x="576" y="550"/>
                  <a:pt x="576" y="549"/>
                  <a:pt x="577" y="548"/>
                </a:cubicBezTo>
                <a:cubicBezTo>
                  <a:pt x="577" y="548"/>
                  <a:pt x="576" y="547"/>
                  <a:pt x="576" y="547"/>
                </a:cubicBezTo>
                <a:cubicBezTo>
                  <a:pt x="575" y="547"/>
                  <a:pt x="575" y="547"/>
                  <a:pt x="575" y="547"/>
                </a:cubicBezTo>
                <a:cubicBezTo>
                  <a:pt x="575" y="542"/>
                  <a:pt x="575" y="542"/>
                  <a:pt x="575" y="542"/>
                </a:cubicBezTo>
                <a:cubicBezTo>
                  <a:pt x="579" y="540"/>
                  <a:pt x="582" y="540"/>
                  <a:pt x="585" y="538"/>
                </a:cubicBezTo>
                <a:close/>
                <a:moveTo>
                  <a:pt x="585" y="598"/>
                </a:moveTo>
                <a:cubicBezTo>
                  <a:pt x="585" y="612"/>
                  <a:pt x="585" y="612"/>
                  <a:pt x="585" y="612"/>
                </a:cubicBezTo>
                <a:cubicBezTo>
                  <a:pt x="582" y="608"/>
                  <a:pt x="579" y="605"/>
                  <a:pt x="577" y="604"/>
                </a:cubicBezTo>
                <a:cubicBezTo>
                  <a:pt x="580" y="601"/>
                  <a:pt x="582" y="599"/>
                  <a:pt x="585" y="598"/>
                </a:cubicBezTo>
                <a:close/>
                <a:moveTo>
                  <a:pt x="585" y="631"/>
                </a:moveTo>
                <a:cubicBezTo>
                  <a:pt x="585" y="646"/>
                  <a:pt x="585" y="646"/>
                  <a:pt x="585" y="646"/>
                </a:cubicBezTo>
                <a:cubicBezTo>
                  <a:pt x="581" y="643"/>
                  <a:pt x="578" y="641"/>
                  <a:pt x="575" y="638"/>
                </a:cubicBezTo>
                <a:cubicBezTo>
                  <a:pt x="575" y="621"/>
                  <a:pt x="575" y="621"/>
                  <a:pt x="575" y="621"/>
                </a:cubicBezTo>
                <a:cubicBezTo>
                  <a:pt x="578" y="624"/>
                  <a:pt x="582" y="628"/>
                  <a:pt x="585" y="631"/>
                </a:cubicBezTo>
                <a:close/>
                <a:moveTo>
                  <a:pt x="585" y="695"/>
                </a:moveTo>
                <a:cubicBezTo>
                  <a:pt x="585" y="703"/>
                  <a:pt x="585" y="703"/>
                  <a:pt x="585" y="703"/>
                </a:cubicBezTo>
                <a:cubicBezTo>
                  <a:pt x="583" y="705"/>
                  <a:pt x="581" y="706"/>
                  <a:pt x="579" y="708"/>
                </a:cubicBezTo>
                <a:cubicBezTo>
                  <a:pt x="581" y="709"/>
                  <a:pt x="583" y="710"/>
                  <a:pt x="585" y="711"/>
                </a:cubicBezTo>
                <a:cubicBezTo>
                  <a:pt x="585" y="722"/>
                  <a:pt x="585" y="722"/>
                  <a:pt x="585" y="722"/>
                </a:cubicBezTo>
                <a:cubicBezTo>
                  <a:pt x="584" y="721"/>
                  <a:pt x="583" y="721"/>
                  <a:pt x="582" y="720"/>
                </a:cubicBezTo>
                <a:cubicBezTo>
                  <a:pt x="579" y="719"/>
                  <a:pt x="577" y="718"/>
                  <a:pt x="575" y="717"/>
                </a:cubicBezTo>
                <a:cubicBezTo>
                  <a:pt x="575" y="702"/>
                  <a:pt x="575" y="702"/>
                  <a:pt x="575" y="702"/>
                </a:cubicBezTo>
                <a:cubicBezTo>
                  <a:pt x="578" y="699"/>
                  <a:pt x="581" y="697"/>
                  <a:pt x="585" y="695"/>
                </a:cubicBezTo>
                <a:close/>
                <a:moveTo>
                  <a:pt x="575" y="158"/>
                </a:moveTo>
                <a:cubicBezTo>
                  <a:pt x="575" y="147"/>
                  <a:pt x="575" y="147"/>
                  <a:pt x="575" y="147"/>
                </a:cubicBezTo>
                <a:cubicBezTo>
                  <a:pt x="578" y="148"/>
                  <a:pt x="581" y="149"/>
                  <a:pt x="584" y="150"/>
                </a:cubicBezTo>
                <a:cubicBezTo>
                  <a:pt x="585" y="153"/>
                  <a:pt x="585" y="154"/>
                  <a:pt x="584" y="157"/>
                </a:cubicBezTo>
                <a:cubicBezTo>
                  <a:pt x="582" y="157"/>
                  <a:pt x="580" y="158"/>
                  <a:pt x="579" y="158"/>
                </a:cubicBezTo>
                <a:cubicBezTo>
                  <a:pt x="579" y="161"/>
                  <a:pt x="579" y="161"/>
                  <a:pt x="577" y="161"/>
                </a:cubicBezTo>
                <a:cubicBezTo>
                  <a:pt x="577" y="159"/>
                  <a:pt x="577" y="158"/>
                  <a:pt x="576" y="158"/>
                </a:cubicBezTo>
                <a:cubicBezTo>
                  <a:pt x="576" y="158"/>
                  <a:pt x="575" y="158"/>
                  <a:pt x="575" y="158"/>
                </a:cubicBezTo>
                <a:close/>
                <a:moveTo>
                  <a:pt x="569" y="40"/>
                </a:moveTo>
                <a:cubicBezTo>
                  <a:pt x="571" y="41"/>
                  <a:pt x="573" y="42"/>
                  <a:pt x="575" y="44"/>
                </a:cubicBezTo>
                <a:cubicBezTo>
                  <a:pt x="575" y="93"/>
                  <a:pt x="575" y="93"/>
                  <a:pt x="575" y="93"/>
                </a:cubicBezTo>
                <a:cubicBezTo>
                  <a:pt x="573" y="92"/>
                  <a:pt x="571" y="91"/>
                  <a:pt x="569" y="91"/>
                </a:cubicBezTo>
                <a:cubicBezTo>
                  <a:pt x="569" y="82"/>
                  <a:pt x="569" y="82"/>
                  <a:pt x="569" y="82"/>
                </a:cubicBezTo>
                <a:cubicBezTo>
                  <a:pt x="570" y="83"/>
                  <a:pt x="571" y="84"/>
                  <a:pt x="573" y="85"/>
                </a:cubicBezTo>
                <a:cubicBezTo>
                  <a:pt x="573" y="85"/>
                  <a:pt x="574" y="85"/>
                  <a:pt x="575" y="85"/>
                </a:cubicBezTo>
                <a:cubicBezTo>
                  <a:pt x="575" y="70"/>
                  <a:pt x="576" y="57"/>
                  <a:pt x="569" y="49"/>
                </a:cubicBezTo>
                <a:cubicBezTo>
                  <a:pt x="569" y="40"/>
                  <a:pt x="569" y="40"/>
                  <a:pt x="569" y="40"/>
                </a:cubicBezTo>
                <a:close/>
                <a:moveTo>
                  <a:pt x="575" y="752"/>
                </a:moveTo>
                <a:cubicBezTo>
                  <a:pt x="573" y="753"/>
                  <a:pt x="571" y="754"/>
                  <a:pt x="569" y="756"/>
                </a:cubicBezTo>
                <a:cubicBezTo>
                  <a:pt x="569" y="746"/>
                  <a:pt x="569" y="746"/>
                  <a:pt x="569" y="746"/>
                </a:cubicBezTo>
                <a:cubicBezTo>
                  <a:pt x="569" y="746"/>
                  <a:pt x="569" y="746"/>
                  <a:pt x="569" y="745"/>
                </a:cubicBezTo>
                <a:cubicBezTo>
                  <a:pt x="569" y="745"/>
                  <a:pt x="569" y="745"/>
                  <a:pt x="569" y="745"/>
                </a:cubicBezTo>
                <a:cubicBezTo>
                  <a:pt x="569" y="734"/>
                  <a:pt x="569" y="734"/>
                  <a:pt x="569" y="734"/>
                </a:cubicBezTo>
                <a:cubicBezTo>
                  <a:pt x="574" y="738"/>
                  <a:pt x="574" y="738"/>
                  <a:pt x="574" y="738"/>
                </a:cubicBezTo>
                <a:cubicBezTo>
                  <a:pt x="575" y="738"/>
                  <a:pt x="575" y="738"/>
                  <a:pt x="575" y="738"/>
                </a:cubicBezTo>
                <a:cubicBezTo>
                  <a:pt x="575" y="752"/>
                  <a:pt x="575" y="752"/>
                  <a:pt x="575" y="752"/>
                </a:cubicBezTo>
                <a:close/>
                <a:moveTo>
                  <a:pt x="575" y="131"/>
                </a:moveTo>
                <a:cubicBezTo>
                  <a:pt x="575" y="143"/>
                  <a:pt x="575" y="143"/>
                  <a:pt x="575" y="143"/>
                </a:cubicBezTo>
                <a:cubicBezTo>
                  <a:pt x="575" y="143"/>
                  <a:pt x="575" y="143"/>
                  <a:pt x="575" y="143"/>
                </a:cubicBezTo>
                <a:cubicBezTo>
                  <a:pt x="575" y="139"/>
                  <a:pt x="575" y="135"/>
                  <a:pt x="575" y="131"/>
                </a:cubicBezTo>
                <a:cubicBezTo>
                  <a:pt x="575" y="131"/>
                  <a:pt x="575" y="131"/>
                  <a:pt x="575" y="131"/>
                </a:cubicBezTo>
                <a:close/>
                <a:moveTo>
                  <a:pt x="575" y="147"/>
                </a:moveTo>
                <a:cubicBezTo>
                  <a:pt x="575" y="158"/>
                  <a:pt x="575" y="158"/>
                  <a:pt x="575" y="158"/>
                </a:cubicBezTo>
                <a:cubicBezTo>
                  <a:pt x="572" y="158"/>
                  <a:pt x="570" y="158"/>
                  <a:pt x="569" y="158"/>
                </a:cubicBezTo>
                <a:cubicBezTo>
                  <a:pt x="569" y="145"/>
                  <a:pt x="569" y="145"/>
                  <a:pt x="569" y="145"/>
                </a:cubicBezTo>
                <a:cubicBezTo>
                  <a:pt x="571" y="146"/>
                  <a:pt x="573" y="146"/>
                  <a:pt x="575" y="147"/>
                </a:cubicBezTo>
                <a:close/>
                <a:moveTo>
                  <a:pt x="575" y="188"/>
                </a:moveTo>
                <a:cubicBezTo>
                  <a:pt x="575" y="204"/>
                  <a:pt x="575" y="204"/>
                  <a:pt x="575" y="204"/>
                </a:cubicBezTo>
                <a:cubicBezTo>
                  <a:pt x="573" y="204"/>
                  <a:pt x="571" y="203"/>
                  <a:pt x="569" y="203"/>
                </a:cubicBezTo>
                <a:cubicBezTo>
                  <a:pt x="569" y="188"/>
                  <a:pt x="569" y="188"/>
                  <a:pt x="569" y="188"/>
                </a:cubicBezTo>
                <a:cubicBezTo>
                  <a:pt x="570" y="189"/>
                  <a:pt x="570" y="189"/>
                  <a:pt x="570" y="189"/>
                </a:cubicBezTo>
                <a:cubicBezTo>
                  <a:pt x="572" y="189"/>
                  <a:pt x="573" y="189"/>
                  <a:pt x="575" y="188"/>
                </a:cubicBezTo>
                <a:close/>
                <a:moveTo>
                  <a:pt x="575" y="245"/>
                </a:moveTo>
                <a:cubicBezTo>
                  <a:pt x="575" y="253"/>
                  <a:pt x="575" y="253"/>
                  <a:pt x="575" y="253"/>
                </a:cubicBezTo>
                <a:cubicBezTo>
                  <a:pt x="574" y="252"/>
                  <a:pt x="573" y="250"/>
                  <a:pt x="572" y="249"/>
                </a:cubicBezTo>
                <a:cubicBezTo>
                  <a:pt x="571" y="253"/>
                  <a:pt x="569" y="256"/>
                  <a:pt x="569" y="259"/>
                </a:cubicBezTo>
                <a:cubicBezTo>
                  <a:pt x="569" y="238"/>
                  <a:pt x="569" y="238"/>
                  <a:pt x="569" y="238"/>
                </a:cubicBezTo>
                <a:cubicBezTo>
                  <a:pt x="571" y="240"/>
                  <a:pt x="573" y="242"/>
                  <a:pt x="575" y="245"/>
                </a:cubicBezTo>
                <a:close/>
                <a:moveTo>
                  <a:pt x="575" y="271"/>
                </a:moveTo>
                <a:cubicBezTo>
                  <a:pt x="575" y="289"/>
                  <a:pt x="575" y="289"/>
                  <a:pt x="575" y="289"/>
                </a:cubicBezTo>
                <a:cubicBezTo>
                  <a:pt x="573" y="285"/>
                  <a:pt x="571" y="282"/>
                  <a:pt x="569" y="279"/>
                </a:cubicBezTo>
                <a:cubicBezTo>
                  <a:pt x="569" y="272"/>
                  <a:pt x="569" y="272"/>
                  <a:pt x="569" y="272"/>
                </a:cubicBezTo>
                <a:cubicBezTo>
                  <a:pt x="569" y="273"/>
                  <a:pt x="570" y="275"/>
                  <a:pt x="571" y="277"/>
                </a:cubicBezTo>
                <a:cubicBezTo>
                  <a:pt x="573" y="275"/>
                  <a:pt x="574" y="272"/>
                  <a:pt x="575" y="271"/>
                </a:cubicBezTo>
                <a:close/>
                <a:moveTo>
                  <a:pt x="575" y="322"/>
                </a:moveTo>
                <a:cubicBezTo>
                  <a:pt x="575" y="335"/>
                  <a:pt x="575" y="335"/>
                  <a:pt x="575" y="335"/>
                </a:cubicBezTo>
                <a:cubicBezTo>
                  <a:pt x="574" y="334"/>
                  <a:pt x="572" y="334"/>
                  <a:pt x="570" y="334"/>
                </a:cubicBezTo>
                <a:cubicBezTo>
                  <a:pt x="569" y="335"/>
                  <a:pt x="569" y="336"/>
                  <a:pt x="569" y="337"/>
                </a:cubicBezTo>
                <a:cubicBezTo>
                  <a:pt x="569" y="322"/>
                  <a:pt x="569" y="322"/>
                  <a:pt x="569" y="322"/>
                </a:cubicBezTo>
                <a:cubicBezTo>
                  <a:pt x="571" y="322"/>
                  <a:pt x="573" y="322"/>
                  <a:pt x="575" y="322"/>
                </a:cubicBezTo>
                <a:close/>
                <a:moveTo>
                  <a:pt x="575" y="349"/>
                </a:moveTo>
                <a:cubicBezTo>
                  <a:pt x="575" y="357"/>
                  <a:pt x="575" y="357"/>
                  <a:pt x="575" y="357"/>
                </a:cubicBezTo>
                <a:cubicBezTo>
                  <a:pt x="573" y="357"/>
                  <a:pt x="571" y="355"/>
                  <a:pt x="569" y="353"/>
                </a:cubicBezTo>
                <a:cubicBezTo>
                  <a:pt x="569" y="341"/>
                  <a:pt x="569" y="341"/>
                  <a:pt x="569" y="341"/>
                </a:cubicBezTo>
                <a:cubicBezTo>
                  <a:pt x="571" y="343"/>
                  <a:pt x="572" y="346"/>
                  <a:pt x="574" y="349"/>
                </a:cubicBezTo>
                <a:cubicBezTo>
                  <a:pt x="575" y="349"/>
                  <a:pt x="575" y="349"/>
                  <a:pt x="575" y="349"/>
                </a:cubicBezTo>
                <a:close/>
                <a:moveTo>
                  <a:pt x="575" y="390"/>
                </a:moveTo>
                <a:cubicBezTo>
                  <a:pt x="575" y="393"/>
                  <a:pt x="575" y="393"/>
                  <a:pt x="575" y="393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393"/>
                  <a:pt x="575" y="393"/>
                  <a:pt x="575" y="393"/>
                </a:cubicBezTo>
                <a:cubicBezTo>
                  <a:pt x="575" y="415"/>
                  <a:pt x="575" y="415"/>
                  <a:pt x="575" y="415"/>
                </a:cubicBezTo>
                <a:cubicBezTo>
                  <a:pt x="569" y="415"/>
                  <a:pt x="569" y="415"/>
                  <a:pt x="569" y="415"/>
                </a:cubicBezTo>
                <a:cubicBezTo>
                  <a:pt x="569" y="411"/>
                  <a:pt x="569" y="411"/>
                  <a:pt x="569" y="411"/>
                </a:cubicBezTo>
                <a:cubicBezTo>
                  <a:pt x="571" y="411"/>
                  <a:pt x="573" y="410"/>
                  <a:pt x="575" y="410"/>
                </a:cubicBezTo>
                <a:cubicBezTo>
                  <a:pt x="573" y="404"/>
                  <a:pt x="573" y="399"/>
                  <a:pt x="569" y="394"/>
                </a:cubicBezTo>
                <a:cubicBezTo>
                  <a:pt x="569" y="394"/>
                  <a:pt x="569" y="394"/>
                  <a:pt x="569" y="394"/>
                </a:cubicBezTo>
                <a:cubicBezTo>
                  <a:pt x="569" y="390"/>
                  <a:pt x="569" y="390"/>
                  <a:pt x="569" y="390"/>
                </a:cubicBezTo>
                <a:cubicBezTo>
                  <a:pt x="575" y="390"/>
                  <a:pt x="575" y="390"/>
                  <a:pt x="575" y="390"/>
                </a:cubicBezTo>
                <a:close/>
                <a:moveTo>
                  <a:pt x="575" y="448"/>
                </a:moveTo>
                <a:cubicBezTo>
                  <a:pt x="575" y="481"/>
                  <a:pt x="575" y="481"/>
                  <a:pt x="575" y="481"/>
                </a:cubicBezTo>
                <a:cubicBezTo>
                  <a:pt x="573" y="486"/>
                  <a:pt x="571" y="490"/>
                  <a:pt x="569" y="494"/>
                </a:cubicBezTo>
                <a:cubicBezTo>
                  <a:pt x="569" y="468"/>
                  <a:pt x="569" y="468"/>
                  <a:pt x="569" y="468"/>
                </a:cubicBezTo>
                <a:cubicBezTo>
                  <a:pt x="571" y="462"/>
                  <a:pt x="574" y="455"/>
                  <a:pt x="575" y="448"/>
                </a:cubicBezTo>
                <a:close/>
                <a:moveTo>
                  <a:pt x="575" y="513"/>
                </a:moveTo>
                <a:cubicBezTo>
                  <a:pt x="575" y="521"/>
                  <a:pt x="575" y="521"/>
                  <a:pt x="575" y="521"/>
                </a:cubicBezTo>
                <a:cubicBezTo>
                  <a:pt x="575" y="522"/>
                  <a:pt x="574" y="523"/>
                  <a:pt x="574" y="523"/>
                </a:cubicBezTo>
                <a:cubicBezTo>
                  <a:pt x="575" y="523"/>
                  <a:pt x="575" y="523"/>
                  <a:pt x="575" y="523"/>
                </a:cubicBezTo>
                <a:cubicBezTo>
                  <a:pt x="575" y="530"/>
                  <a:pt x="575" y="530"/>
                  <a:pt x="575" y="530"/>
                </a:cubicBezTo>
                <a:cubicBezTo>
                  <a:pt x="573" y="531"/>
                  <a:pt x="570" y="531"/>
                  <a:pt x="569" y="532"/>
                </a:cubicBezTo>
                <a:cubicBezTo>
                  <a:pt x="569" y="524"/>
                  <a:pt x="569" y="524"/>
                  <a:pt x="569" y="524"/>
                </a:cubicBezTo>
                <a:cubicBezTo>
                  <a:pt x="570" y="522"/>
                  <a:pt x="571" y="519"/>
                  <a:pt x="572" y="517"/>
                </a:cubicBezTo>
                <a:cubicBezTo>
                  <a:pt x="573" y="516"/>
                  <a:pt x="574" y="514"/>
                  <a:pt x="575" y="513"/>
                </a:cubicBezTo>
                <a:close/>
                <a:moveTo>
                  <a:pt x="575" y="542"/>
                </a:moveTo>
                <a:cubicBezTo>
                  <a:pt x="575" y="547"/>
                  <a:pt x="575" y="547"/>
                  <a:pt x="575" y="547"/>
                </a:cubicBezTo>
                <a:cubicBezTo>
                  <a:pt x="573" y="546"/>
                  <a:pt x="571" y="546"/>
                  <a:pt x="569" y="546"/>
                </a:cubicBezTo>
                <a:cubicBezTo>
                  <a:pt x="569" y="540"/>
                  <a:pt x="569" y="540"/>
                  <a:pt x="569" y="540"/>
                </a:cubicBezTo>
                <a:cubicBezTo>
                  <a:pt x="570" y="540"/>
                  <a:pt x="572" y="541"/>
                  <a:pt x="575" y="542"/>
                </a:cubicBezTo>
                <a:cubicBezTo>
                  <a:pt x="575" y="542"/>
                  <a:pt x="575" y="542"/>
                  <a:pt x="575" y="542"/>
                </a:cubicBezTo>
                <a:close/>
                <a:moveTo>
                  <a:pt x="575" y="551"/>
                </a:moveTo>
                <a:cubicBezTo>
                  <a:pt x="575" y="558"/>
                  <a:pt x="575" y="558"/>
                  <a:pt x="575" y="558"/>
                </a:cubicBezTo>
                <a:cubicBezTo>
                  <a:pt x="574" y="559"/>
                  <a:pt x="573" y="560"/>
                  <a:pt x="571" y="561"/>
                </a:cubicBezTo>
                <a:cubicBezTo>
                  <a:pt x="571" y="562"/>
                  <a:pt x="569" y="564"/>
                  <a:pt x="569" y="566"/>
                </a:cubicBezTo>
                <a:cubicBezTo>
                  <a:pt x="569" y="555"/>
                  <a:pt x="569" y="555"/>
                  <a:pt x="569" y="555"/>
                </a:cubicBezTo>
                <a:cubicBezTo>
                  <a:pt x="571" y="554"/>
                  <a:pt x="573" y="553"/>
                  <a:pt x="575" y="551"/>
                </a:cubicBezTo>
                <a:close/>
                <a:moveTo>
                  <a:pt x="575" y="621"/>
                </a:moveTo>
                <a:cubicBezTo>
                  <a:pt x="575" y="638"/>
                  <a:pt x="575" y="638"/>
                  <a:pt x="575" y="638"/>
                </a:cubicBezTo>
                <a:cubicBezTo>
                  <a:pt x="573" y="636"/>
                  <a:pt x="571" y="633"/>
                  <a:pt x="569" y="631"/>
                </a:cubicBezTo>
                <a:cubicBezTo>
                  <a:pt x="569" y="614"/>
                  <a:pt x="569" y="614"/>
                  <a:pt x="569" y="614"/>
                </a:cubicBezTo>
                <a:cubicBezTo>
                  <a:pt x="570" y="616"/>
                  <a:pt x="573" y="618"/>
                  <a:pt x="575" y="621"/>
                </a:cubicBezTo>
                <a:close/>
                <a:moveTo>
                  <a:pt x="575" y="702"/>
                </a:moveTo>
                <a:cubicBezTo>
                  <a:pt x="575" y="717"/>
                  <a:pt x="575" y="717"/>
                  <a:pt x="575" y="717"/>
                </a:cubicBezTo>
                <a:cubicBezTo>
                  <a:pt x="573" y="716"/>
                  <a:pt x="570" y="716"/>
                  <a:pt x="569" y="716"/>
                </a:cubicBezTo>
                <a:cubicBezTo>
                  <a:pt x="569" y="706"/>
                  <a:pt x="569" y="706"/>
                  <a:pt x="569" y="706"/>
                </a:cubicBezTo>
                <a:cubicBezTo>
                  <a:pt x="569" y="706"/>
                  <a:pt x="570" y="706"/>
                  <a:pt x="570" y="706"/>
                </a:cubicBezTo>
                <a:cubicBezTo>
                  <a:pt x="572" y="704"/>
                  <a:pt x="573" y="703"/>
                  <a:pt x="575" y="702"/>
                </a:cubicBezTo>
                <a:close/>
                <a:moveTo>
                  <a:pt x="569" y="449"/>
                </a:moveTo>
                <a:cubicBezTo>
                  <a:pt x="569" y="449"/>
                  <a:pt x="570" y="449"/>
                  <a:pt x="570" y="449"/>
                </a:cubicBezTo>
                <a:cubicBezTo>
                  <a:pt x="571" y="444"/>
                  <a:pt x="570" y="443"/>
                  <a:pt x="569" y="440"/>
                </a:cubicBezTo>
                <a:cubicBezTo>
                  <a:pt x="569" y="449"/>
                  <a:pt x="569" y="449"/>
                  <a:pt x="569" y="449"/>
                </a:cubicBezTo>
                <a:close/>
                <a:moveTo>
                  <a:pt x="569" y="171"/>
                </a:moveTo>
                <a:cubicBezTo>
                  <a:pt x="569" y="163"/>
                  <a:pt x="569" y="163"/>
                  <a:pt x="569" y="163"/>
                </a:cubicBezTo>
                <a:cubicBezTo>
                  <a:pt x="570" y="164"/>
                  <a:pt x="572" y="164"/>
                  <a:pt x="574" y="165"/>
                </a:cubicBezTo>
                <a:cubicBezTo>
                  <a:pt x="574" y="167"/>
                  <a:pt x="574" y="167"/>
                  <a:pt x="573" y="171"/>
                </a:cubicBezTo>
                <a:cubicBezTo>
                  <a:pt x="571" y="171"/>
                  <a:pt x="570" y="171"/>
                  <a:pt x="569" y="171"/>
                </a:cubicBezTo>
                <a:close/>
                <a:moveTo>
                  <a:pt x="560" y="36"/>
                </a:moveTo>
                <a:cubicBezTo>
                  <a:pt x="563" y="38"/>
                  <a:pt x="566" y="39"/>
                  <a:pt x="569" y="40"/>
                </a:cubicBezTo>
                <a:cubicBezTo>
                  <a:pt x="569" y="49"/>
                  <a:pt x="569" y="49"/>
                  <a:pt x="569" y="49"/>
                </a:cubicBezTo>
                <a:cubicBezTo>
                  <a:pt x="566" y="47"/>
                  <a:pt x="563" y="45"/>
                  <a:pt x="560" y="44"/>
                </a:cubicBezTo>
                <a:cubicBezTo>
                  <a:pt x="560" y="36"/>
                  <a:pt x="560" y="36"/>
                  <a:pt x="560" y="36"/>
                </a:cubicBezTo>
                <a:close/>
                <a:moveTo>
                  <a:pt x="569" y="756"/>
                </a:moveTo>
                <a:cubicBezTo>
                  <a:pt x="566" y="757"/>
                  <a:pt x="563" y="758"/>
                  <a:pt x="560" y="759"/>
                </a:cubicBezTo>
                <a:cubicBezTo>
                  <a:pt x="560" y="751"/>
                  <a:pt x="560" y="751"/>
                  <a:pt x="560" y="751"/>
                </a:cubicBezTo>
                <a:cubicBezTo>
                  <a:pt x="563" y="750"/>
                  <a:pt x="566" y="748"/>
                  <a:pt x="569" y="746"/>
                </a:cubicBezTo>
                <a:cubicBezTo>
                  <a:pt x="569" y="756"/>
                  <a:pt x="569" y="756"/>
                  <a:pt x="569" y="756"/>
                </a:cubicBezTo>
                <a:close/>
                <a:moveTo>
                  <a:pt x="569" y="82"/>
                </a:moveTo>
                <a:cubicBezTo>
                  <a:pt x="569" y="91"/>
                  <a:pt x="569" y="91"/>
                  <a:pt x="569" y="91"/>
                </a:cubicBezTo>
                <a:cubicBezTo>
                  <a:pt x="565" y="89"/>
                  <a:pt x="562" y="88"/>
                  <a:pt x="560" y="86"/>
                </a:cubicBezTo>
                <a:cubicBezTo>
                  <a:pt x="560" y="74"/>
                  <a:pt x="560" y="74"/>
                  <a:pt x="560" y="74"/>
                </a:cubicBezTo>
                <a:cubicBezTo>
                  <a:pt x="562" y="77"/>
                  <a:pt x="565" y="80"/>
                  <a:pt x="569" y="82"/>
                </a:cubicBezTo>
                <a:close/>
                <a:moveTo>
                  <a:pt x="569" y="145"/>
                </a:moveTo>
                <a:cubicBezTo>
                  <a:pt x="569" y="158"/>
                  <a:pt x="569" y="158"/>
                  <a:pt x="569" y="158"/>
                </a:cubicBezTo>
                <a:cubicBezTo>
                  <a:pt x="567" y="158"/>
                  <a:pt x="565" y="157"/>
                  <a:pt x="563" y="156"/>
                </a:cubicBezTo>
                <a:cubicBezTo>
                  <a:pt x="563" y="152"/>
                  <a:pt x="563" y="148"/>
                  <a:pt x="563" y="144"/>
                </a:cubicBezTo>
                <a:cubicBezTo>
                  <a:pt x="565" y="144"/>
                  <a:pt x="567" y="144"/>
                  <a:pt x="569" y="145"/>
                </a:cubicBezTo>
                <a:close/>
                <a:moveTo>
                  <a:pt x="569" y="163"/>
                </a:moveTo>
                <a:cubicBezTo>
                  <a:pt x="569" y="171"/>
                  <a:pt x="569" y="171"/>
                  <a:pt x="569" y="171"/>
                </a:cubicBezTo>
                <a:cubicBezTo>
                  <a:pt x="565" y="172"/>
                  <a:pt x="562" y="173"/>
                  <a:pt x="560" y="173"/>
                </a:cubicBezTo>
                <a:cubicBezTo>
                  <a:pt x="560" y="160"/>
                  <a:pt x="560" y="160"/>
                  <a:pt x="560" y="160"/>
                </a:cubicBezTo>
                <a:cubicBezTo>
                  <a:pt x="562" y="162"/>
                  <a:pt x="565" y="163"/>
                  <a:pt x="569" y="163"/>
                </a:cubicBezTo>
                <a:close/>
                <a:moveTo>
                  <a:pt x="569" y="188"/>
                </a:moveTo>
                <a:cubicBezTo>
                  <a:pt x="569" y="203"/>
                  <a:pt x="569" y="203"/>
                  <a:pt x="569" y="203"/>
                </a:cubicBezTo>
                <a:cubicBezTo>
                  <a:pt x="565" y="203"/>
                  <a:pt x="562" y="202"/>
                  <a:pt x="560" y="199"/>
                </a:cubicBezTo>
                <a:cubicBezTo>
                  <a:pt x="560" y="188"/>
                  <a:pt x="560" y="188"/>
                  <a:pt x="560" y="188"/>
                </a:cubicBezTo>
                <a:cubicBezTo>
                  <a:pt x="563" y="187"/>
                  <a:pt x="565" y="187"/>
                  <a:pt x="569" y="188"/>
                </a:cubicBezTo>
                <a:close/>
                <a:moveTo>
                  <a:pt x="569" y="238"/>
                </a:moveTo>
                <a:cubicBezTo>
                  <a:pt x="569" y="259"/>
                  <a:pt x="569" y="259"/>
                  <a:pt x="569" y="259"/>
                </a:cubicBezTo>
                <a:cubicBezTo>
                  <a:pt x="567" y="263"/>
                  <a:pt x="566" y="267"/>
                  <a:pt x="569" y="272"/>
                </a:cubicBezTo>
                <a:cubicBezTo>
                  <a:pt x="569" y="279"/>
                  <a:pt x="569" y="279"/>
                  <a:pt x="569" y="279"/>
                </a:cubicBezTo>
                <a:cubicBezTo>
                  <a:pt x="566" y="275"/>
                  <a:pt x="563" y="272"/>
                  <a:pt x="560" y="269"/>
                </a:cubicBezTo>
                <a:cubicBezTo>
                  <a:pt x="560" y="263"/>
                  <a:pt x="560" y="263"/>
                  <a:pt x="560" y="263"/>
                </a:cubicBezTo>
                <a:cubicBezTo>
                  <a:pt x="564" y="253"/>
                  <a:pt x="569" y="243"/>
                  <a:pt x="560" y="236"/>
                </a:cubicBezTo>
                <a:cubicBezTo>
                  <a:pt x="560" y="229"/>
                  <a:pt x="560" y="229"/>
                  <a:pt x="560" y="229"/>
                </a:cubicBezTo>
                <a:cubicBezTo>
                  <a:pt x="563" y="232"/>
                  <a:pt x="566" y="235"/>
                  <a:pt x="569" y="238"/>
                </a:cubicBezTo>
                <a:close/>
                <a:moveTo>
                  <a:pt x="569" y="322"/>
                </a:moveTo>
                <a:cubicBezTo>
                  <a:pt x="569" y="337"/>
                  <a:pt x="569" y="337"/>
                  <a:pt x="569" y="337"/>
                </a:cubicBezTo>
                <a:cubicBezTo>
                  <a:pt x="568" y="338"/>
                  <a:pt x="567" y="339"/>
                  <a:pt x="567" y="341"/>
                </a:cubicBezTo>
                <a:cubicBezTo>
                  <a:pt x="567" y="341"/>
                  <a:pt x="568" y="341"/>
                  <a:pt x="569" y="341"/>
                </a:cubicBezTo>
                <a:cubicBezTo>
                  <a:pt x="569" y="353"/>
                  <a:pt x="569" y="353"/>
                  <a:pt x="569" y="353"/>
                </a:cubicBezTo>
                <a:cubicBezTo>
                  <a:pt x="568" y="353"/>
                  <a:pt x="567" y="352"/>
                  <a:pt x="567" y="352"/>
                </a:cubicBezTo>
                <a:cubicBezTo>
                  <a:pt x="566" y="352"/>
                  <a:pt x="565" y="352"/>
                  <a:pt x="564" y="352"/>
                </a:cubicBezTo>
                <a:cubicBezTo>
                  <a:pt x="562" y="362"/>
                  <a:pt x="571" y="366"/>
                  <a:pt x="567" y="376"/>
                </a:cubicBezTo>
                <a:cubicBezTo>
                  <a:pt x="564" y="377"/>
                  <a:pt x="562" y="377"/>
                  <a:pt x="560" y="378"/>
                </a:cubicBezTo>
                <a:cubicBezTo>
                  <a:pt x="560" y="345"/>
                  <a:pt x="560" y="345"/>
                  <a:pt x="560" y="345"/>
                </a:cubicBezTo>
                <a:cubicBezTo>
                  <a:pt x="560" y="345"/>
                  <a:pt x="560" y="345"/>
                  <a:pt x="561" y="345"/>
                </a:cubicBezTo>
                <a:cubicBezTo>
                  <a:pt x="560" y="343"/>
                  <a:pt x="560" y="340"/>
                  <a:pt x="560" y="337"/>
                </a:cubicBezTo>
                <a:cubicBezTo>
                  <a:pt x="560" y="331"/>
                  <a:pt x="560" y="331"/>
                  <a:pt x="560" y="331"/>
                </a:cubicBezTo>
                <a:cubicBezTo>
                  <a:pt x="563" y="329"/>
                  <a:pt x="564" y="326"/>
                  <a:pt x="567" y="322"/>
                </a:cubicBezTo>
                <a:cubicBezTo>
                  <a:pt x="567" y="322"/>
                  <a:pt x="568" y="322"/>
                  <a:pt x="569" y="322"/>
                </a:cubicBezTo>
                <a:close/>
                <a:moveTo>
                  <a:pt x="569" y="390"/>
                </a:moveTo>
                <a:cubicBezTo>
                  <a:pt x="569" y="394"/>
                  <a:pt x="569" y="394"/>
                  <a:pt x="569" y="394"/>
                </a:cubicBezTo>
                <a:cubicBezTo>
                  <a:pt x="562" y="394"/>
                  <a:pt x="562" y="394"/>
                  <a:pt x="562" y="394"/>
                </a:cubicBezTo>
                <a:cubicBezTo>
                  <a:pt x="563" y="399"/>
                  <a:pt x="565" y="405"/>
                  <a:pt x="566" y="410"/>
                </a:cubicBezTo>
                <a:cubicBezTo>
                  <a:pt x="566" y="410"/>
                  <a:pt x="567" y="411"/>
                  <a:pt x="568" y="411"/>
                </a:cubicBezTo>
                <a:cubicBezTo>
                  <a:pt x="569" y="411"/>
                  <a:pt x="569" y="411"/>
                  <a:pt x="569" y="411"/>
                </a:cubicBezTo>
                <a:cubicBezTo>
                  <a:pt x="569" y="415"/>
                  <a:pt x="569" y="415"/>
                  <a:pt x="569" y="415"/>
                </a:cubicBezTo>
                <a:cubicBezTo>
                  <a:pt x="560" y="415"/>
                  <a:pt x="560" y="415"/>
                  <a:pt x="560" y="415"/>
                </a:cubicBezTo>
                <a:cubicBezTo>
                  <a:pt x="560" y="411"/>
                  <a:pt x="560" y="411"/>
                  <a:pt x="560" y="411"/>
                </a:cubicBezTo>
                <a:cubicBezTo>
                  <a:pt x="562" y="411"/>
                  <a:pt x="562" y="411"/>
                  <a:pt x="562" y="411"/>
                </a:cubicBezTo>
                <a:cubicBezTo>
                  <a:pt x="561" y="406"/>
                  <a:pt x="560" y="402"/>
                  <a:pt x="560" y="400"/>
                </a:cubicBezTo>
                <a:cubicBezTo>
                  <a:pt x="560" y="390"/>
                  <a:pt x="560" y="390"/>
                  <a:pt x="560" y="390"/>
                </a:cubicBezTo>
                <a:cubicBezTo>
                  <a:pt x="569" y="390"/>
                  <a:pt x="569" y="390"/>
                  <a:pt x="569" y="390"/>
                </a:cubicBezTo>
                <a:close/>
                <a:moveTo>
                  <a:pt x="569" y="440"/>
                </a:moveTo>
                <a:cubicBezTo>
                  <a:pt x="569" y="449"/>
                  <a:pt x="569" y="449"/>
                  <a:pt x="569" y="449"/>
                </a:cubicBezTo>
                <a:cubicBezTo>
                  <a:pt x="565" y="451"/>
                  <a:pt x="563" y="453"/>
                  <a:pt x="560" y="453"/>
                </a:cubicBezTo>
                <a:cubicBezTo>
                  <a:pt x="560" y="444"/>
                  <a:pt x="560" y="444"/>
                  <a:pt x="560" y="444"/>
                </a:cubicBezTo>
                <a:cubicBezTo>
                  <a:pt x="560" y="443"/>
                  <a:pt x="562" y="441"/>
                  <a:pt x="563" y="439"/>
                </a:cubicBezTo>
                <a:cubicBezTo>
                  <a:pt x="565" y="439"/>
                  <a:pt x="566" y="439"/>
                  <a:pt x="568" y="439"/>
                </a:cubicBezTo>
                <a:cubicBezTo>
                  <a:pt x="569" y="440"/>
                  <a:pt x="569" y="440"/>
                  <a:pt x="569" y="440"/>
                </a:cubicBezTo>
                <a:close/>
                <a:moveTo>
                  <a:pt x="569" y="468"/>
                </a:moveTo>
                <a:cubicBezTo>
                  <a:pt x="569" y="494"/>
                  <a:pt x="569" y="494"/>
                  <a:pt x="569" y="494"/>
                </a:cubicBezTo>
                <a:cubicBezTo>
                  <a:pt x="565" y="499"/>
                  <a:pt x="562" y="504"/>
                  <a:pt x="560" y="507"/>
                </a:cubicBezTo>
                <a:cubicBezTo>
                  <a:pt x="560" y="486"/>
                  <a:pt x="560" y="486"/>
                  <a:pt x="560" y="486"/>
                </a:cubicBezTo>
                <a:cubicBezTo>
                  <a:pt x="563" y="480"/>
                  <a:pt x="566" y="474"/>
                  <a:pt x="569" y="468"/>
                </a:cubicBezTo>
                <a:close/>
                <a:moveTo>
                  <a:pt x="569" y="524"/>
                </a:moveTo>
                <a:cubicBezTo>
                  <a:pt x="569" y="532"/>
                  <a:pt x="569" y="532"/>
                  <a:pt x="569" y="532"/>
                </a:cubicBezTo>
                <a:cubicBezTo>
                  <a:pt x="566" y="533"/>
                  <a:pt x="565" y="536"/>
                  <a:pt x="563" y="539"/>
                </a:cubicBezTo>
                <a:cubicBezTo>
                  <a:pt x="566" y="540"/>
                  <a:pt x="567" y="540"/>
                  <a:pt x="569" y="540"/>
                </a:cubicBezTo>
                <a:cubicBezTo>
                  <a:pt x="569" y="546"/>
                  <a:pt x="569" y="546"/>
                  <a:pt x="569" y="546"/>
                </a:cubicBezTo>
                <a:cubicBezTo>
                  <a:pt x="565" y="546"/>
                  <a:pt x="562" y="545"/>
                  <a:pt x="560" y="546"/>
                </a:cubicBezTo>
                <a:cubicBezTo>
                  <a:pt x="560" y="535"/>
                  <a:pt x="560" y="535"/>
                  <a:pt x="560" y="535"/>
                </a:cubicBezTo>
                <a:cubicBezTo>
                  <a:pt x="563" y="531"/>
                  <a:pt x="566" y="527"/>
                  <a:pt x="569" y="524"/>
                </a:cubicBezTo>
                <a:close/>
                <a:moveTo>
                  <a:pt x="569" y="555"/>
                </a:moveTo>
                <a:cubicBezTo>
                  <a:pt x="569" y="566"/>
                  <a:pt x="569" y="566"/>
                  <a:pt x="569" y="566"/>
                </a:cubicBezTo>
                <a:cubicBezTo>
                  <a:pt x="567" y="567"/>
                  <a:pt x="567" y="567"/>
                  <a:pt x="567" y="567"/>
                </a:cubicBezTo>
                <a:cubicBezTo>
                  <a:pt x="565" y="570"/>
                  <a:pt x="562" y="572"/>
                  <a:pt x="560" y="574"/>
                </a:cubicBezTo>
                <a:cubicBezTo>
                  <a:pt x="560" y="567"/>
                  <a:pt x="560" y="567"/>
                  <a:pt x="560" y="567"/>
                </a:cubicBezTo>
                <a:cubicBezTo>
                  <a:pt x="562" y="566"/>
                  <a:pt x="563" y="565"/>
                  <a:pt x="565" y="562"/>
                </a:cubicBezTo>
                <a:cubicBezTo>
                  <a:pt x="563" y="561"/>
                  <a:pt x="561" y="561"/>
                  <a:pt x="560" y="561"/>
                </a:cubicBezTo>
                <a:cubicBezTo>
                  <a:pt x="560" y="556"/>
                  <a:pt x="560" y="556"/>
                  <a:pt x="560" y="556"/>
                </a:cubicBezTo>
                <a:cubicBezTo>
                  <a:pt x="563" y="556"/>
                  <a:pt x="566" y="556"/>
                  <a:pt x="569" y="555"/>
                </a:cubicBezTo>
                <a:close/>
                <a:moveTo>
                  <a:pt x="569" y="614"/>
                </a:moveTo>
                <a:cubicBezTo>
                  <a:pt x="569" y="631"/>
                  <a:pt x="569" y="631"/>
                  <a:pt x="569" y="631"/>
                </a:cubicBezTo>
                <a:cubicBezTo>
                  <a:pt x="566" y="628"/>
                  <a:pt x="563" y="624"/>
                  <a:pt x="560" y="621"/>
                </a:cubicBezTo>
                <a:cubicBezTo>
                  <a:pt x="560" y="619"/>
                  <a:pt x="560" y="619"/>
                  <a:pt x="560" y="619"/>
                </a:cubicBezTo>
                <a:cubicBezTo>
                  <a:pt x="561" y="617"/>
                  <a:pt x="562" y="617"/>
                  <a:pt x="567" y="613"/>
                </a:cubicBezTo>
                <a:cubicBezTo>
                  <a:pt x="568" y="613"/>
                  <a:pt x="568" y="614"/>
                  <a:pt x="569" y="614"/>
                </a:cubicBezTo>
                <a:close/>
                <a:moveTo>
                  <a:pt x="569" y="706"/>
                </a:moveTo>
                <a:cubicBezTo>
                  <a:pt x="569" y="716"/>
                  <a:pt x="569" y="716"/>
                  <a:pt x="569" y="716"/>
                </a:cubicBezTo>
                <a:cubicBezTo>
                  <a:pt x="566" y="716"/>
                  <a:pt x="563" y="716"/>
                  <a:pt x="560" y="718"/>
                </a:cubicBezTo>
                <a:cubicBezTo>
                  <a:pt x="560" y="709"/>
                  <a:pt x="560" y="709"/>
                  <a:pt x="560" y="709"/>
                </a:cubicBezTo>
                <a:cubicBezTo>
                  <a:pt x="562" y="708"/>
                  <a:pt x="565" y="707"/>
                  <a:pt x="569" y="706"/>
                </a:cubicBezTo>
                <a:close/>
                <a:moveTo>
                  <a:pt x="569" y="734"/>
                </a:moveTo>
                <a:cubicBezTo>
                  <a:pt x="569" y="745"/>
                  <a:pt x="569" y="745"/>
                  <a:pt x="569" y="745"/>
                </a:cubicBezTo>
                <a:cubicBezTo>
                  <a:pt x="566" y="743"/>
                  <a:pt x="563" y="741"/>
                  <a:pt x="560" y="739"/>
                </a:cubicBezTo>
                <a:cubicBezTo>
                  <a:pt x="560" y="729"/>
                  <a:pt x="560" y="729"/>
                  <a:pt x="560" y="729"/>
                </a:cubicBezTo>
                <a:cubicBezTo>
                  <a:pt x="569" y="734"/>
                  <a:pt x="569" y="734"/>
                  <a:pt x="569" y="734"/>
                </a:cubicBezTo>
                <a:close/>
                <a:moveTo>
                  <a:pt x="560" y="317"/>
                </a:moveTo>
                <a:cubicBezTo>
                  <a:pt x="560" y="304"/>
                  <a:pt x="560" y="304"/>
                  <a:pt x="560" y="304"/>
                </a:cubicBezTo>
                <a:cubicBezTo>
                  <a:pt x="561" y="307"/>
                  <a:pt x="562" y="311"/>
                  <a:pt x="562" y="316"/>
                </a:cubicBezTo>
                <a:cubicBezTo>
                  <a:pt x="561" y="316"/>
                  <a:pt x="560" y="316"/>
                  <a:pt x="560" y="317"/>
                </a:cubicBezTo>
                <a:close/>
                <a:moveTo>
                  <a:pt x="559" y="36"/>
                </a:moveTo>
                <a:cubicBezTo>
                  <a:pt x="560" y="36"/>
                  <a:pt x="560" y="36"/>
                  <a:pt x="560" y="36"/>
                </a:cubicBezTo>
                <a:cubicBezTo>
                  <a:pt x="560" y="44"/>
                  <a:pt x="560" y="44"/>
                  <a:pt x="560" y="44"/>
                </a:cubicBezTo>
                <a:cubicBezTo>
                  <a:pt x="560" y="44"/>
                  <a:pt x="559" y="44"/>
                  <a:pt x="559" y="43"/>
                </a:cubicBezTo>
                <a:cubicBezTo>
                  <a:pt x="559" y="36"/>
                  <a:pt x="559" y="36"/>
                  <a:pt x="559" y="36"/>
                </a:cubicBezTo>
                <a:close/>
                <a:moveTo>
                  <a:pt x="560" y="759"/>
                </a:moveTo>
                <a:cubicBezTo>
                  <a:pt x="559" y="759"/>
                  <a:pt x="559" y="759"/>
                  <a:pt x="559" y="759"/>
                </a:cubicBezTo>
                <a:cubicBezTo>
                  <a:pt x="559" y="751"/>
                  <a:pt x="559" y="751"/>
                  <a:pt x="559" y="751"/>
                </a:cubicBezTo>
                <a:cubicBezTo>
                  <a:pt x="560" y="751"/>
                  <a:pt x="560" y="751"/>
                  <a:pt x="560" y="751"/>
                </a:cubicBezTo>
                <a:cubicBezTo>
                  <a:pt x="560" y="759"/>
                  <a:pt x="560" y="759"/>
                  <a:pt x="560" y="759"/>
                </a:cubicBezTo>
                <a:close/>
                <a:moveTo>
                  <a:pt x="560" y="74"/>
                </a:moveTo>
                <a:cubicBezTo>
                  <a:pt x="560" y="86"/>
                  <a:pt x="560" y="86"/>
                  <a:pt x="560" y="86"/>
                </a:cubicBezTo>
                <a:cubicBezTo>
                  <a:pt x="559" y="86"/>
                  <a:pt x="559" y="86"/>
                  <a:pt x="559" y="86"/>
                </a:cubicBezTo>
                <a:cubicBezTo>
                  <a:pt x="559" y="74"/>
                  <a:pt x="559" y="74"/>
                  <a:pt x="559" y="74"/>
                </a:cubicBezTo>
                <a:cubicBezTo>
                  <a:pt x="559" y="74"/>
                  <a:pt x="560" y="74"/>
                  <a:pt x="560" y="74"/>
                </a:cubicBezTo>
                <a:close/>
                <a:moveTo>
                  <a:pt x="560" y="160"/>
                </a:moveTo>
                <a:cubicBezTo>
                  <a:pt x="560" y="173"/>
                  <a:pt x="560" y="173"/>
                  <a:pt x="560" y="173"/>
                </a:cubicBezTo>
                <a:cubicBezTo>
                  <a:pt x="559" y="173"/>
                  <a:pt x="559" y="173"/>
                  <a:pt x="559" y="173"/>
                </a:cubicBezTo>
                <a:cubicBezTo>
                  <a:pt x="559" y="159"/>
                  <a:pt x="559" y="159"/>
                  <a:pt x="559" y="159"/>
                </a:cubicBezTo>
                <a:cubicBezTo>
                  <a:pt x="559" y="159"/>
                  <a:pt x="560" y="159"/>
                  <a:pt x="560" y="160"/>
                </a:cubicBezTo>
                <a:close/>
                <a:moveTo>
                  <a:pt x="560" y="188"/>
                </a:moveTo>
                <a:cubicBezTo>
                  <a:pt x="560" y="199"/>
                  <a:pt x="560" y="199"/>
                  <a:pt x="560" y="199"/>
                </a:cubicBezTo>
                <a:cubicBezTo>
                  <a:pt x="560" y="199"/>
                  <a:pt x="559" y="199"/>
                  <a:pt x="559" y="199"/>
                </a:cubicBezTo>
                <a:cubicBezTo>
                  <a:pt x="559" y="188"/>
                  <a:pt x="559" y="188"/>
                  <a:pt x="559" y="188"/>
                </a:cubicBezTo>
                <a:cubicBezTo>
                  <a:pt x="559" y="188"/>
                  <a:pt x="560" y="188"/>
                  <a:pt x="560" y="188"/>
                </a:cubicBezTo>
                <a:close/>
                <a:moveTo>
                  <a:pt x="560" y="229"/>
                </a:moveTo>
                <a:cubicBezTo>
                  <a:pt x="560" y="236"/>
                  <a:pt x="560" y="236"/>
                  <a:pt x="560" y="236"/>
                </a:cubicBezTo>
                <a:cubicBezTo>
                  <a:pt x="560" y="236"/>
                  <a:pt x="559" y="236"/>
                  <a:pt x="559" y="235"/>
                </a:cubicBezTo>
                <a:cubicBezTo>
                  <a:pt x="559" y="228"/>
                  <a:pt x="559" y="228"/>
                  <a:pt x="559" y="228"/>
                </a:cubicBezTo>
                <a:cubicBezTo>
                  <a:pt x="560" y="229"/>
                  <a:pt x="560" y="229"/>
                  <a:pt x="560" y="229"/>
                </a:cubicBezTo>
                <a:close/>
                <a:moveTo>
                  <a:pt x="560" y="263"/>
                </a:moveTo>
                <a:cubicBezTo>
                  <a:pt x="560" y="269"/>
                  <a:pt x="560" y="269"/>
                  <a:pt x="560" y="269"/>
                </a:cubicBezTo>
                <a:cubicBezTo>
                  <a:pt x="559" y="268"/>
                  <a:pt x="559" y="268"/>
                  <a:pt x="559" y="268"/>
                </a:cubicBezTo>
                <a:cubicBezTo>
                  <a:pt x="559" y="262"/>
                  <a:pt x="559" y="262"/>
                  <a:pt x="559" y="262"/>
                </a:cubicBezTo>
                <a:cubicBezTo>
                  <a:pt x="559" y="262"/>
                  <a:pt x="560" y="262"/>
                  <a:pt x="560" y="263"/>
                </a:cubicBezTo>
                <a:cubicBezTo>
                  <a:pt x="560" y="263"/>
                  <a:pt x="560" y="263"/>
                  <a:pt x="560" y="263"/>
                </a:cubicBezTo>
                <a:close/>
                <a:moveTo>
                  <a:pt x="560" y="304"/>
                </a:moveTo>
                <a:cubicBezTo>
                  <a:pt x="560" y="317"/>
                  <a:pt x="560" y="317"/>
                  <a:pt x="560" y="317"/>
                </a:cubicBezTo>
                <a:cubicBezTo>
                  <a:pt x="559" y="317"/>
                  <a:pt x="559" y="317"/>
                  <a:pt x="559" y="317"/>
                </a:cubicBezTo>
                <a:cubicBezTo>
                  <a:pt x="559" y="302"/>
                  <a:pt x="559" y="302"/>
                  <a:pt x="559" y="302"/>
                </a:cubicBezTo>
                <a:cubicBezTo>
                  <a:pt x="559" y="303"/>
                  <a:pt x="560" y="303"/>
                  <a:pt x="560" y="304"/>
                </a:cubicBezTo>
                <a:close/>
                <a:moveTo>
                  <a:pt x="560" y="331"/>
                </a:moveTo>
                <a:cubicBezTo>
                  <a:pt x="560" y="337"/>
                  <a:pt x="560" y="337"/>
                  <a:pt x="560" y="337"/>
                </a:cubicBezTo>
                <a:cubicBezTo>
                  <a:pt x="560" y="337"/>
                  <a:pt x="560" y="337"/>
                  <a:pt x="560" y="337"/>
                </a:cubicBezTo>
                <a:cubicBezTo>
                  <a:pt x="559" y="337"/>
                  <a:pt x="559" y="337"/>
                  <a:pt x="559" y="337"/>
                </a:cubicBezTo>
                <a:cubicBezTo>
                  <a:pt x="559" y="332"/>
                  <a:pt x="559" y="332"/>
                  <a:pt x="559" y="332"/>
                </a:cubicBezTo>
                <a:cubicBezTo>
                  <a:pt x="559" y="331"/>
                  <a:pt x="560" y="331"/>
                  <a:pt x="560" y="331"/>
                </a:cubicBezTo>
                <a:close/>
                <a:moveTo>
                  <a:pt x="560" y="345"/>
                </a:moveTo>
                <a:cubicBezTo>
                  <a:pt x="560" y="378"/>
                  <a:pt x="560" y="378"/>
                  <a:pt x="560" y="378"/>
                </a:cubicBezTo>
                <a:cubicBezTo>
                  <a:pt x="559" y="378"/>
                  <a:pt x="559" y="378"/>
                  <a:pt x="559" y="378"/>
                </a:cubicBezTo>
                <a:cubicBezTo>
                  <a:pt x="559" y="345"/>
                  <a:pt x="559" y="345"/>
                  <a:pt x="559" y="345"/>
                </a:cubicBezTo>
                <a:cubicBezTo>
                  <a:pt x="559" y="345"/>
                  <a:pt x="560" y="345"/>
                  <a:pt x="560" y="345"/>
                </a:cubicBezTo>
                <a:close/>
                <a:moveTo>
                  <a:pt x="560" y="390"/>
                </a:moveTo>
                <a:cubicBezTo>
                  <a:pt x="560" y="400"/>
                  <a:pt x="560" y="400"/>
                  <a:pt x="560" y="400"/>
                </a:cubicBezTo>
                <a:cubicBezTo>
                  <a:pt x="559" y="399"/>
                  <a:pt x="559" y="398"/>
                  <a:pt x="559" y="398"/>
                </a:cubicBezTo>
                <a:cubicBezTo>
                  <a:pt x="559" y="390"/>
                  <a:pt x="559" y="390"/>
                  <a:pt x="559" y="390"/>
                </a:cubicBezTo>
                <a:cubicBezTo>
                  <a:pt x="560" y="390"/>
                  <a:pt x="560" y="390"/>
                  <a:pt x="560" y="390"/>
                </a:cubicBezTo>
                <a:close/>
                <a:moveTo>
                  <a:pt x="560" y="411"/>
                </a:moveTo>
                <a:cubicBezTo>
                  <a:pt x="560" y="415"/>
                  <a:pt x="560" y="415"/>
                  <a:pt x="560" y="415"/>
                </a:cubicBezTo>
                <a:cubicBezTo>
                  <a:pt x="559" y="415"/>
                  <a:pt x="559" y="415"/>
                  <a:pt x="559" y="415"/>
                </a:cubicBezTo>
                <a:cubicBezTo>
                  <a:pt x="559" y="411"/>
                  <a:pt x="559" y="411"/>
                  <a:pt x="559" y="411"/>
                </a:cubicBezTo>
                <a:cubicBezTo>
                  <a:pt x="560" y="411"/>
                  <a:pt x="560" y="411"/>
                  <a:pt x="560" y="411"/>
                </a:cubicBezTo>
                <a:close/>
                <a:moveTo>
                  <a:pt x="560" y="444"/>
                </a:moveTo>
                <a:cubicBezTo>
                  <a:pt x="560" y="453"/>
                  <a:pt x="560" y="453"/>
                  <a:pt x="560" y="453"/>
                </a:cubicBezTo>
                <a:cubicBezTo>
                  <a:pt x="560" y="453"/>
                  <a:pt x="559" y="453"/>
                  <a:pt x="559" y="453"/>
                </a:cubicBezTo>
                <a:cubicBezTo>
                  <a:pt x="559" y="446"/>
                  <a:pt x="559" y="446"/>
                  <a:pt x="559" y="446"/>
                </a:cubicBezTo>
                <a:cubicBezTo>
                  <a:pt x="559" y="446"/>
                  <a:pt x="559" y="445"/>
                  <a:pt x="560" y="444"/>
                </a:cubicBezTo>
                <a:close/>
                <a:moveTo>
                  <a:pt x="560" y="486"/>
                </a:moveTo>
                <a:cubicBezTo>
                  <a:pt x="560" y="507"/>
                  <a:pt x="560" y="507"/>
                  <a:pt x="560" y="507"/>
                </a:cubicBezTo>
                <a:cubicBezTo>
                  <a:pt x="559" y="508"/>
                  <a:pt x="559" y="508"/>
                  <a:pt x="559" y="508"/>
                </a:cubicBezTo>
                <a:cubicBezTo>
                  <a:pt x="559" y="487"/>
                  <a:pt x="559" y="487"/>
                  <a:pt x="559" y="487"/>
                </a:cubicBezTo>
                <a:cubicBezTo>
                  <a:pt x="560" y="486"/>
                  <a:pt x="560" y="486"/>
                  <a:pt x="560" y="486"/>
                </a:cubicBezTo>
                <a:close/>
                <a:moveTo>
                  <a:pt x="560" y="535"/>
                </a:moveTo>
                <a:cubicBezTo>
                  <a:pt x="560" y="546"/>
                  <a:pt x="560" y="546"/>
                  <a:pt x="560" y="546"/>
                </a:cubicBezTo>
                <a:cubicBezTo>
                  <a:pt x="560" y="546"/>
                  <a:pt x="559" y="546"/>
                  <a:pt x="559" y="546"/>
                </a:cubicBezTo>
                <a:cubicBezTo>
                  <a:pt x="559" y="535"/>
                  <a:pt x="559" y="535"/>
                  <a:pt x="559" y="535"/>
                </a:cubicBezTo>
                <a:cubicBezTo>
                  <a:pt x="560" y="535"/>
                  <a:pt x="560" y="535"/>
                  <a:pt x="560" y="535"/>
                </a:cubicBezTo>
                <a:close/>
                <a:moveTo>
                  <a:pt x="560" y="556"/>
                </a:moveTo>
                <a:cubicBezTo>
                  <a:pt x="560" y="561"/>
                  <a:pt x="560" y="561"/>
                  <a:pt x="560" y="561"/>
                </a:cubicBezTo>
                <a:cubicBezTo>
                  <a:pt x="559" y="561"/>
                  <a:pt x="559" y="561"/>
                  <a:pt x="559" y="561"/>
                </a:cubicBezTo>
                <a:cubicBezTo>
                  <a:pt x="559" y="556"/>
                  <a:pt x="559" y="556"/>
                  <a:pt x="559" y="556"/>
                </a:cubicBezTo>
                <a:cubicBezTo>
                  <a:pt x="560" y="556"/>
                  <a:pt x="560" y="556"/>
                  <a:pt x="560" y="556"/>
                </a:cubicBezTo>
                <a:close/>
                <a:moveTo>
                  <a:pt x="560" y="567"/>
                </a:moveTo>
                <a:cubicBezTo>
                  <a:pt x="560" y="574"/>
                  <a:pt x="560" y="574"/>
                  <a:pt x="560" y="574"/>
                </a:cubicBezTo>
                <a:cubicBezTo>
                  <a:pt x="559" y="575"/>
                  <a:pt x="559" y="575"/>
                  <a:pt x="559" y="575"/>
                </a:cubicBezTo>
                <a:cubicBezTo>
                  <a:pt x="559" y="568"/>
                  <a:pt x="559" y="568"/>
                  <a:pt x="559" y="568"/>
                </a:cubicBezTo>
                <a:cubicBezTo>
                  <a:pt x="559" y="568"/>
                  <a:pt x="560" y="567"/>
                  <a:pt x="560" y="567"/>
                </a:cubicBezTo>
                <a:close/>
                <a:moveTo>
                  <a:pt x="560" y="619"/>
                </a:moveTo>
                <a:cubicBezTo>
                  <a:pt x="560" y="621"/>
                  <a:pt x="560" y="621"/>
                  <a:pt x="560" y="621"/>
                </a:cubicBezTo>
                <a:cubicBezTo>
                  <a:pt x="559" y="620"/>
                  <a:pt x="559" y="620"/>
                  <a:pt x="559" y="620"/>
                </a:cubicBezTo>
                <a:cubicBezTo>
                  <a:pt x="560" y="619"/>
                  <a:pt x="560" y="619"/>
                  <a:pt x="560" y="619"/>
                </a:cubicBezTo>
                <a:close/>
                <a:moveTo>
                  <a:pt x="560" y="709"/>
                </a:moveTo>
                <a:cubicBezTo>
                  <a:pt x="560" y="718"/>
                  <a:pt x="560" y="718"/>
                  <a:pt x="560" y="718"/>
                </a:cubicBezTo>
                <a:cubicBezTo>
                  <a:pt x="559" y="718"/>
                  <a:pt x="559" y="718"/>
                  <a:pt x="559" y="718"/>
                </a:cubicBezTo>
                <a:cubicBezTo>
                  <a:pt x="559" y="709"/>
                  <a:pt x="559" y="709"/>
                  <a:pt x="559" y="709"/>
                </a:cubicBezTo>
                <a:cubicBezTo>
                  <a:pt x="560" y="709"/>
                  <a:pt x="560" y="709"/>
                  <a:pt x="560" y="709"/>
                </a:cubicBezTo>
                <a:close/>
                <a:moveTo>
                  <a:pt x="560" y="729"/>
                </a:moveTo>
                <a:cubicBezTo>
                  <a:pt x="560" y="739"/>
                  <a:pt x="560" y="739"/>
                  <a:pt x="560" y="739"/>
                </a:cubicBezTo>
                <a:cubicBezTo>
                  <a:pt x="559" y="739"/>
                  <a:pt x="559" y="739"/>
                  <a:pt x="559" y="739"/>
                </a:cubicBezTo>
                <a:cubicBezTo>
                  <a:pt x="559" y="728"/>
                  <a:pt x="559" y="728"/>
                  <a:pt x="559" y="728"/>
                </a:cubicBezTo>
                <a:cubicBezTo>
                  <a:pt x="560" y="729"/>
                  <a:pt x="560" y="729"/>
                  <a:pt x="560" y="729"/>
                </a:cubicBezTo>
                <a:close/>
                <a:moveTo>
                  <a:pt x="559" y="469"/>
                </a:moveTo>
                <a:cubicBezTo>
                  <a:pt x="559" y="464"/>
                  <a:pt x="559" y="464"/>
                  <a:pt x="559" y="464"/>
                </a:cubicBezTo>
                <a:cubicBezTo>
                  <a:pt x="560" y="464"/>
                  <a:pt x="560" y="464"/>
                  <a:pt x="560" y="464"/>
                </a:cubicBezTo>
                <a:cubicBezTo>
                  <a:pt x="559" y="467"/>
                  <a:pt x="559" y="468"/>
                  <a:pt x="559" y="469"/>
                </a:cubicBezTo>
                <a:close/>
                <a:moveTo>
                  <a:pt x="556" y="35"/>
                </a:moveTo>
                <a:cubicBezTo>
                  <a:pt x="557" y="35"/>
                  <a:pt x="558" y="36"/>
                  <a:pt x="559" y="36"/>
                </a:cubicBezTo>
                <a:cubicBezTo>
                  <a:pt x="559" y="43"/>
                  <a:pt x="559" y="43"/>
                  <a:pt x="559" y="43"/>
                </a:cubicBezTo>
                <a:cubicBezTo>
                  <a:pt x="558" y="43"/>
                  <a:pt x="557" y="43"/>
                  <a:pt x="556" y="43"/>
                </a:cubicBezTo>
                <a:cubicBezTo>
                  <a:pt x="556" y="35"/>
                  <a:pt x="556" y="35"/>
                  <a:pt x="556" y="35"/>
                </a:cubicBezTo>
                <a:close/>
                <a:moveTo>
                  <a:pt x="559" y="759"/>
                </a:moveTo>
                <a:cubicBezTo>
                  <a:pt x="558" y="760"/>
                  <a:pt x="557" y="760"/>
                  <a:pt x="556" y="760"/>
                </a:cubicBezTo>
                <a:cubicBezTo>
                  <a:pt x="556" y="752"/>
                  <a:pt x="556" y="752"/>
                  <a:pt x="556" y="752"/>
                </a:cubicBezTo>
                <a:cubicBezTo>
                  <a:pt x="557" y="751"/>
                  <a:pt x="558" y="751"/>
                  <a:pt x="559" y="751"/>
                </a:cubicBezTo>
                <a:cubicBezTo>
                  <a:pt x="559" y="759"/>
                  <a:pt x="559" y="759"/>
                  <a:pt x="559" y="759"/>
                </a:cubicBezTo>
                <a:close/>
                <a:moveTo>
                  <a:pt x="559" y="74"/>
                </a:moveTo>
                <a:cubicBezTo>
                  <a:pt x="559" y="86"/>
                  <a:pt x="559" y="86"/>
                  <a:pt x="559" y="86"/>
                </a:cubicBezTo>
                <a:cubicBezTo>
                  <a:pt x="558" y="85"/>
                  <a:pt x="557" y="85"/>
                  <a:pt x="556" y="84"/>
                </a:cubicBezTo>
                <a:cubicBezTo>
                  <a:pt x="556" y="68"/>
                  <a:pt x="556" y="68"/>
                  <a:pt x="556" y="68"/>
                </a:cubicBezTo>
                <a:cubicBezTo>
                  <a:pt x="557" y="70"/>
                  <a:pt x="558" y="72"/>
                  <a:pt x="559" y="74"/>
                </a:cubicBezTo>
                <a:close/>
                <a:moveTo>
                  <a:pt x="559" y="159"/>
                </a:moveTo>
                <a:cubicBezTo>
                  <a:pt x="559" y="173"/>
                  <a:pt x="559" y="173"/>
                  <a:pt x="559" y="173"/>
                </a:cubicBezTo>
                <a:cubicBezTo>
                  <a:pt x="558" y="174"/>
                  <a:pt x="557" y="174"/>
                  <a:pt x="556" y="174"/>
                </a:cubicBezTo>
                <a:cubicBezTo>
                  <a:pt x="556" y="159"/>
                  <a:pt x="556" y="159"/>
                  <a:pt x="556" y="159"/>
                </a:cubicBezTo>
                <a:cubicBezTo>
                  <a:pt x="557" y="159"/>
                  <a:pt x="558" y="158"/>
                  <a:pt x="558" y="158"/>
                </a:cubicBezTo>
                <a:cubicBezTo>
                  <a:pt x="559" y="159"/>
                  <a:pt x="559" y="159"/>
                  <a:pt x="559" y="159"/>
                </a:cubicBezTo>
                <a:close/>
                <a:moveTo>
                  <a:pt x="559" y="188"/>
                </a:moveTo>
                <a:cubicBezTo>
                  <a:pt x="559" y="199"/>
                  <a:pt x="559" y="199"/>
                  <a:pt x="559" y="199"/>
                </a:cubicBezTo>
                <a:cubicBezTo>
                  <a:pt x="558" y="197"/>
                  <a:pt x="557" y="194"/>
                  <a:pt x="557" y="190"/>
                </a:cubicBezTo>
                <a:cubicBezTo>
                  <a:pt x="558" y="189"/>
                  <a:pt x="558" y="189"/>
                  <a:pt x="559" y="188"/>
                </a:cubicBezTo>
                <a:close/>
                <a:moveTo>
                  <a:pt x="559" y="228"/>
                </a:moveTo>
                <a:cubicBezTo>
                  <a:pt x="559" y="235"/>
                  <a:pt x="559" y="235"/>
                  <a:pt x="559" y="235"/>
                </a:cubicBezTo>
                <a:cubicBezTo>
                  <a:pt x="559" y="235"/>
                  <a:pt x="558" y="235"/>
                  <a:pt x="558" y="235"/>
                </a:cubicBezTo>
                <a:cubicBezTo>
                  <a:pt x="558" y="237"/>
                  <a:pt x="557" y="239"/>
                  <a:pt x="556" y="240"/>
                </a:cubicBezTo>
                <a:cubicBezTo>
                  <a:pt x="556" y="226"/>
                  <a:pt x="556" y="226"/>
                  <a:pt x="556" y="226"/>
                </a:cubicBezTo>
                <a:cubicBezTo>
                  <a:pt x="557" y="227"/>
                  <a:pt x="558" y="228"/>
                  <a:pt x="559" y="228"/>
                </a:cubicBezTo>
                <a:close/>
                <a:moveTo>
                  <a:pt x="559" y="262"/>
                </a:moveTo>
                <a:cubicBezTo>
                  <a:pt x="559" y="268"/>
                  <a:pt x="559" y="268"/>
                  <a:pt x="559" y="268"/>
                </a:cubicBezTo>
                <a:cubicBezTo>
                  <a:pt x="558" y="267"/>
                  <a:pt x="557" y="266"/>
                  <a:pt x="556" y="266"/>
                </a:cubicBezTo>
                <a:cubicBezTo>
                  <a:pt x="556" y="258"/>
                  <a:pt x="556" y="258"/>
                  <a:pt x="556" y="258"/>
                </a:cubicBezTo>
                <a:cubicBezTo>
                  <a:pt x="557" y="259"/>
                  <a:pt x="558" y="260"/>
                  <a:pt x="559" y="262"/>
                </a:cubicBezTo>
                <a:close/>
                <a:moveTo>
                  <a:pt x="559" y="302"/>
                </a:moveTo>
                <a:cubicBezTo>
                  <a:pt x="559" y="317"/>
                  <a:pt x="559" y="317"/>
                  <a:pt x="559" y="317"/>
                </a:cubicBezTo>
                <a:cubicBezTo>
                  <a:pt x="558" y="317"/>
                  <a:pt x="557" y="317"/>
                  <a:pt x="556" y="318"/>
                </a:cubicBezTo>
                <a:cubicBezTo>
                  <a:pt x="556" y="298"/>
                  <a:pt x="556" y="298"/>
                  <a:pt x="556" y="298"/>
                </a:cubicBezTo>
                <a:cubicBezTo>
                  <a:pt x="557" y="300"/>
                  <a:pt x="558" y="301"/>
                  <a:pt x="559" y="302"/>
                </a:cubicBezTo>
                <a:close/>
                <a:moveTo>
                  <a:pt x="559" y="332"/>
                </a:moveTo>
                <a:cubicBezTo>
                  <a:pt x="559" y="337"/>
                  <a:pt x="559" y="337"/>
                  <a:pt x="559" y="337"/>
                </a:cubicBezTo>
                <a:cubicBezTo>
                  <a:pt x="557" y="337"/>
                  <a:pt x="557" y="337"/>
                  <a:pt x="557" y="337"/>
                </a:cubicBezTo>
                <a:cubicBezTo>
                  <a:pt x="558" y="335"/>
                  <a:pt x="558" y="334"/>
                  <a:pt x="558" y="332"/>
                </a:cubicBezTo>
                <a:cubicBezTo>
                  <a:pt x="558" y="332"/>
                  <a:pt x="559" y="332"/>
                  <a:pt x="559" y="332"/>
                </a:cubicBezTo>
                <a:close/>
                <a:moveTo>
                  <a:pt x="559" y="345"/>
                </a:moveTo>
                <a:cubicBezTo>
                  <a:pt x="559" y="378"/>
                  <a:pt x="559" y="378"/>
                  <a:pt x="559" y="378"/>
                </a:cubicBezTo>
                <a:cubicBezTo>
                  <a:pt x="558" y="378"/>
                  <a:pt x="557" y="378"/>
                  <a:pt x="556" y="378"/>
                </a:cubicBezTo>
                <a:cubicBezTo>
                  <a:pt x="556" y="370"/>
                  <a:pt x="556" y="370"/>
                  <a:pt x="556" y="370"/>
                </a:cubicBezTo>
                <a:cubicBezTo>
                  <a:pt x="557" y="370"/>
                  <a:pt x="558" y="370"/>
                  <a:pt x="559" y="370"/>
                </a:cubicBezTo>
                <a:cubicBezTo>
                  <a:pt x="559" y="364"/>
                  <a:pt x="559" y="362"/>
                  <a:pt x="556" y="358"/>
                </a:cubicBezTo>
                <a:cubicBezTo>
                  <a:pt x="556" y="343"/>
                  <a:pt x="556" y="343"/>
                  <a:pt x="556" y="343"/>
                </a:cubicBezTo>
                <a:cubicBezTo>
                  <a:pt x="557" y="344"/>
                  <a:pt x="558" y="344"/>
                  <a:pt x="559" y="345"/>
                </a:cubicBezTo>
                <a:close/>
                <a:moveTo>
                  <a:pt x="559" y="390"/>
                </a:moveTo>
                <a:cubicBezTo>
                  <a:pt x="559" y="398"/>
                  <a:pt x="559" y="398"/>
                  <a:pt x="559" y="398"/>
                </a:cubicBezTo>
                <a:cubicBezTo>
                  <a:pt x="559" y="396"/>
                  <a:pt x="558" y="396"/>
                  <a:pt x="558" y="394"/>
                </a:cubicBezTo>
                <a:cubicBezTo>
                  <a:pt x="556" y="394"/>
                  <a:pt x="556" y="394"/>
                  <a:pt x="556" y="394"/>
                </a:cubicBezTo>
                <a:cubicBezTo>
                  <a:pt x="556" y="390"/>
                  <a:pt x="556" y="390"/>
                  <a:pt x="556" y="390"/>
                </a:cubicBezTo>
                <a:cubicBezTo>
                  <a:pt x="559" y="390"/>
                  <a:pt x="559" y="390"/>
                  <a:pt x="559" y="390"/>
                </a:cubicBezTo>
                <a:close/>
                <a:moveTo>
                  <a:pt x="559" y="411"/>
                </a:moveTo>
                <a:cubicBezTo>
                  <a:pt x="559" y="415"/>
                  <a:pt x="559" y="415"/>
                  <a:pt x="559" y="415"/>
                </a:cubicBezTo>
                <a:cubicBezTo>
                  <a:pt x="556" y="415"/>
                  <a:pt x="556" y="415"/>
                  <a:pt x="556" y="415"/>
                </a:cubicBezTo>
                <a:cubicBezTo>
                  <a:pt x="556" y="411"/>
                  <a:pt x="556" y="411"/>
                  <a:pt x="556" y="411"/>
                </a:cubicBezTo>
                <a:cubicBezTo>
                  <a:pt x="559" y="411"/>
                  <a:pt x="559" y="411"/>
                  <a:pt x="559" y="411"/>
                </a:cubicBezTo>
                <a:close/>
                <a:moveTo>
                  <a:pt x="559" y="446"/>
                </a:moveTo>
                <a:cubicBezTo>
                  <a:pt x="559" y="453"/>
                  <a:pt x="559" y="453"/>
                  <a:pt x="559" y="453"/>
                </a:cubicBezTo>
                <a:cubicBezTo>
                  <a:pt x="558" y="453"/>
                  <a:pt x="558" y="453"/>
                  <a:pt x="558" y="453"/>
                </a:cubicBezTo>
                <a:cubicBezTo>
                  <a:pt x="558" y="450"/>
                  <a:pt x="558" y="448"/>
                  <a:pt x="559" y="446"/>
                </a:cubicBezTo>
                <a:close/>
                <a:moveTo>
                  <a:pt x="559" y="464"/>
                </a:moveTo>
                <a:cubicBezTo>
                  <a:pt x="559" y="469"/>
                  <a:pt x="559" y="469"/>
                  <a:pt x="559" y="469"/>
                </a:cubicBezTo>
                <a:cubicBezTo>
                  <a:pt x="559" y="470"/>
                  <a:pt x="558" y="471"/>
                  <a:pt x="558" y="471"/>
                </a:cubicBezTo>
                <a:cubicBezTo>
                  <a:pt x="556" y="472"/>
                  <a:pt x="556" y="472"/>
                  <a:pt x="556" y="472"/>
                </a:cubicBezTo>
                <a:cubicBezTo>
                  <a:pt x="556" y="461"/>
                  <a:pt x="556" y="461"/>
                  <a:pt x="556" y="461"/>
                </a:cubicBezTo>
                <a:cubicBezTo>
                  <a:pt x="557" y="462"/>
                  <a:pt x="557" y="463"/>
                  <a:pt x="557" y="463"/>
                </a:cubicBezTo>
                <a:cubicBezTo>
                  <a:pt x="558" y="463"/>
                  <a:pt x="558" y="463"/>
                  <a:pt x="559" y="464"/>
                </a:cubicBezTo>
                <a:close/>
                <a:moveTo>
                  <a:pt x="559" y="487"/>
                </a:moveTo>
                <a:cubicBezTo>
                  <a:pt x="559" y="508"/>
                  <a:pt x="559" y="508"/>
                  <a:pt x="559" y="508"/>
                </a:cubicBezTo>
                <a:cubicBezTo>
                  <a:pt x="558" y="509"/>
                  <a:pt x="558" y="509"/>
                  <a:pt x="557" y="510"/>
                </a:cubicBezTo>
                <a:cubicBezTo>
                  <a:pt x="557" y="509"/>
                  <a:pt x="557" y="509"/>
                  <a:pt x="556" y="508"/>
                </a:cubicBezTo>
                <a:cubicBezTo>
                  <a:pt x="556" y="492"/>
                  <a:pt x="556" y="492"/>
                  <a:pt x="556" y="492"/>
                </a:cubicBezTo>
                <a:cubicBezTo>
                  <a:pt x="557" y="491"/>
                  <a:pt x="558" y="489"/>
                  <a:pt x="559" y="487"/>
                </a:cubicBezTo>
                <a:close/>
                <a:moveTo>
                  <a:pt x="559" y="535"/>
                </a:moveTo>
                <a:cubicBezTo>
                  <a:pt x="559" y="546"/>
                  <a:pt x="559" y="546"/>
                  <a:pt x="559" y="546"/>
                </a:cubicBezTo>
                <a:cubicBezTo>
                  <a:pt x="558" y="546"/>
                  <a:pt x="557" y="546"/>
                  <a:pt x="556" y="547"/>
                </a:cubicBezTo>
                <a:cubicBezTo>
                  <a:pt x="556" y="540"/>
                  <a:pt x="556" y="540"/>
                  <a:pt x="556" y="540"/>
                </a:cubicBezTo>
                <a:cubicBezTo>
                  <a:pt x="557" y="538"/>
                  <a:pt x="558" y="537"/>
                  <a:pt x="559" y="535"/>
                </a:cubicBezTo>
                <a:close/>
                <a:moveTo>
                  <a:pt x="559" y="556"/>
                </a:moveTo>
                <a:cubicBezTo>
                  <a:pt x="559" y="561"/>
                  <a:pt x="559" y="561"/>
                  <a:pt x="559" y="561"/>
                </a:cubicBezTo>
                <a:cubicBezTo>
                  <a:pt x="558" y="561"/>
                  <a:pt x="557" y="560"/>
                  <a:pt x="556" y="560"/>
                </a:cubicBezTo>
                <a:cubicBezTo>
                  <a:pt x="556" y="555"/>
                  <a:pt x="556" y="555"/>
                  <a:pt x="556" y="555"/>
                </a:cubicBezTo>
                <a:cubicBezTo>
                  <a:pt x="557" y="555"/>
                  <a:pt x="558" y="555"/>
                  <a:pt x="558" y="556"/>
                </a:cubicBezTo>
                <a:cubicBezTo>
                  <a:pt x="559" y="556"/>
                  <a:pt x="559" y="556"/>
                  <a:pt x="559" y="556"/>
                </a:cubicBezTo>
                <a:close/>
                <a:moveTo>
                  <a:pt x="559" y="568"/>
                </a:moveTo>
                <a:cubicBezTo>
                  <a:pt x="559" y="575"/>
                  <a:pt x="559" y="575"/>
                  <a:pt x="559" y="575"/>
                </a:cubicBezTo>
                <a:cubicBezTo>
                  <a:pt x="556" y="577"/>
                  <a:pt x="556" y="577"/>
                  <a:pt x="556" y="577"/>
                </a:cubicBezTo>
                <a:cubicBezTo>
                  <a:pt x="556" y="569"/>
                  <a:pt x="556" y="569"/>
                  <a:pt x="556" y="569"/>
                </a:cubicBezTo>
                <a:cubicBezTo>
                  <a:pt x="557" y="569"/>
                  <a:pt x="558" y="568"/>
                  <a:pt x="559" y="568"/>
                </a:cubicBezTo>
                <a:close/>
                <a:moveTo>
                  <a:pt x="559" y="709"/>
                </a:moveTo>
                <a:cubicBezTo>
                  <a:pt x="559" y="718"/>
                  <a:pt x="559" y="718"/>
                  <a:pt x="559" y="718"/>
                </a:cubicBezTo>
                <a:cubicBezTo>
                  <a:pt x="558" y="718"/>
                  <a:pt x="557" y="719"/>
                  <a:pt x="556" y="719"/>
                </a:cubicBezTo>
                <a:cubicBezTo>
                  <a:pt x="556" y="710"/>
                  <a:pt x="556" y="710"/>
                  <a:pt x="556" y="710"/>
                </a:cubicBezTo>
                <a:cubicBezTo>
                  <a:pt x="557" y="710"/>
                  <a:pt x="558" y="709"/>
                  <a:pt x="559" y="709"/>
                </a:cubicBezTo>
                <a:close/>
                <a:moveTo>
                  <a:pt x="559" y="728"/>
                </a:moveTo>
                <a:cubicBezTo>
                  <a:pt x="559" y="739"/>
                  <a:pt x="559" y="739"/>
                  <a:pt x="559" y="739"/>
                </a:cubicBezTo>
                <a:cubicBezTo>
                  <a:pt x="558" y="738"/>
                  <a:pt x="557" y="738"/>
                  <a:pt x="556" y="737"/>
                </a:cubicBezTo>
                <a:cubicBezTo>
                  <a:pt x="556" y="726"/>
                  <a:pt x="556" y="726"/>
                  <a:pt x="556" y="726"/>
                </a:cubicBezTo>
                <a:lnTo>
                  <a:pt x="559" y="728"/>
                </a:lnTo>
                <a:close/>
                <a:moveTo>
                  <a:pt x="546" y="31"/>
                </a:moveTo>
                <a:cubicBezTo>
                  <a:pt x="547" y="31"/>
                  <a:pt x="547" y="31"/>
                  <a:pt x="547" y="31"/>
                </a:cubicBezTo>
                <a:cubicBezTo>
                  <a:pt x="550" y="33"/>
                  <a:pt x="553" y="34"/>
                  <a:pt x="556" y="35"/>
                </a:cubicBezTo>
                <a:cubicBezTo>
                  <a:pt x="556" y="43"/>
                  <a:pt x="556" y="43"/>
                  <a:pt x="556" y="43"/>
                </a:cubicBezTo>
                <a:cubicBezTo>
                  <a:pt x="555" y="42"/>
                  <a:pt x="554" y="42"/>
                  <a:pt x="553" y="42"/>
                </a:cubicBezTo>
                <a:cubicBezTo>
                  <a:pt x="554" y="53"/>
                  <a:pt x="554" y="61"/>
                  <a:pt x="556" y="68"/>
                </a:cubicBezTo>
                <a:cubicBezTo>
                  <a:pt x="556" y="84"/>
                  <a:pt x="556" y="84"/>
                  <a:pt x="556" y="84"/>
                </a:cubicBezTo>
                <a:cubicBezTo>
                  <a:pt x="555" y="83"/>
                  <a:pt x="553" y="81"/>
                  <a:pt x="552" y="80"/>
                </a:cubicBezTo>
                <a:cubicBezTo>
                  <a:pt x="550" y="79"/>
                  <a:pt x="548" y="79"/>
                  <a:pt x="546" y="78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6" y="31"/>
                  <a:pt x="546" y="31"/>
                  <a:pt x="546" y="31"/>
                </a:cubicBezTo>
                <a:close/>
                <a:moveTo>
                  <a:pt x="556" y="760"/>
                </a:moveTo>
                <a:cubicBezTo>
                  <a:pt x="553" y="761"/>
                  <a:pt x="550" y="762"/>
                  <a:pt x="547" y="763"/>
                </a:cubicBezTo>
                <a:cubicBezTo>
                  <a:pt x="546" y="764"/>
                  <a:pt x="546" y="764"/>
                  <a:pt x="546" y="764"/>
                </a:cubicBezTo>
                <a:cubicBezTo>
                  <a:pt x="546" y="752"/>
                  <a:pt x="546" y="752"/>
                  <a:pt x="546" y="752"/>
                </a:cubicBezTo>
                <a:cubicBezTo>
                  <a:pt x="546" y="752"/>
                  <a:pt x="547" y="753"/>
                  <a:pt x="548" y="753"/>
                </a:cubicBezTo>
                <a:cubicBezTo>
                  <a:pt x="551" y="753"/>
                  <a:pt x="554" y="753"/>
                  <a:pt x="556" y="752"/>
                </a:cubicBezTo>
                <a:cubicBezTo>
                  <a:pt x="556" y="760"/>
                  <a:pt x="556" y="760"/>
                  <a:pt x="556" y="760"/>
                </a:cubicBezTo>
                <a:close/>
                <a:moveTo>
                  <a:pt x="556" y="159"/>
                </a:moveTo>
                <a:cubicBezTo>
                  <a:pt x="556" y="174"/>
                  <a:pt x="556" y="174"/>
                  <a:pt x="556" y="174"/>
                </a:cubicBezTo>
                <a:cubicBezTo>
                  <a:pt x="554" y="175"/>
                  <a:pt x="551" y="175"/>
                  <a:pt x="548" y="176"/>
                </a:cubicBezTo>
                <a:cubicBezTo>
                  <a:pt x="547" y="174"/>
                  <a:pt x="546" y="173"/>
                  <a:pt x="546" y="172"/>
                </a:cubicBezTo>
                <a:cubicBezTo>
                  <a:pt x="546" y="165"/>
                  <a:pt x="546" y="165"/>
                  <a:pt x="546" y="165"/>
                </a:cubicBezTo>
                <a:cubicBezTo>
                  <a:pt x="547" y="162"/>
                  <a:pt x="551" y="159"/>
                  <a:pt x="556" y="159"/>
                </a:cubicBezTo>
                <a:close/>
                <a:moveTo>
                  <a:pt x="556" y="226"/>
                </a:moveTo>
                <a:cubicBezTo>
                  <a:pt x="556" y="240"/>
                  <a:pt x="556" y="240"/>
                  <a:pt x="556" y="240"/>
                </a:cubicBezTo>
                <a:cubicBezTo>
                  <a:pt x="554" y="247"/>
                  <a:pt x="554" y="252"/>
                  <a:pt x="556" y="258"/>
                </a:cubicBezTo>
                <a:cubicBezTo>
                  <a:pt x="556" y="266"/>
                  <a:pt x="556" y="266"/>
                  <a:pt x="556" y="266"/>
                </a:cubicBezTo>
                <a:cubicBezTo>
                  <a:pt x="555" y="265"/>
                  <a:pt x="554" y="264"/>
                  <a:pt x="553" y="263"/>
                </a:cubicBezTo>
                <a:cubicBezTo>
                  <a:pt x="551" y="265"/>
                  <a:pt x="549" y="268"/>
                  <a:pt x="547" y="270"/>
                </a:cubicBezTo>
                <a:cubicBezTo>
                  <a:pt x="547" y="271"/>
                  <a:pt x="546" y="271"/>
                  <a:pt x="546" y="271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4"/>
                  <a:pt x="546" y="264"/>
                  <a:pt x="546" y="264"/>
                </a:cubicBezTo>
                <a:cubicBezTo>
                  <a:pt x="546" y="260"/>
                  <a:pt x="546" y="260"/>
                  <a:pt x="546" y="260"/>
                </a:cubicBezTo>
                <a:cubicBezTo>
                  <a:pt x="550" y="260"/>
                  <a:pt x="550" y="260"/>
                  <a:pt x="550" y="260"/>
                </a:cubicBezTo>
                <a:cubicBezTo>
                  <a:pt x="550" y="258"/>
                  <a:pt x="550" y="256"/>
                  <a:pt x="549" y="254"/>
                </a:cubicBezTo>
                <a:cubicBezTo>
                  <a:pt x="548" y="254"/>
                  <a:pt x="547" y="254"/>
                  <a:pt x="546" y="253"/>
                </a:cubicBezTo>
                <a:cubicBezTo>
                  <a:pt x="546" y="247"/>
                  <a:pt x="546" y="247"/>
                  <a:pt x="546" y="247"/>
                </a:cubicBezTo>
                <a:cubicBezTo>
                  <a:pt x="546" y="248"/>
                  <a:pt x="546" y="248"/>
                  <a:pt x="547" y="249"/>
                </a:cubicBezTo>
                <a:cubicBezTo>
                  <a:pt x="550" y="238"/>
                  <a:pt x="554" y="230"/>
                  <a:pt x="546" y="223"/>
                </a:cubicBezTo>
                <a:cubicBezTo>
                  <a:pt x="546" y="217"/>
                  <a:pt x="546" y="217"/>
                  <a:pt x="546" y="217"/>
                </a:cubicBezTo>
                <a:cubicBezTo>
                  <a:pt x="549" y="220"/>
                  <a:pt x="553" y="223"/>
                  <a:pt x="556" y="226"/>
                </a:cubicBezTo>
                <a:close/>
                <a:moveTo>
                  <a:pt x="556" y="298"/>
                </a:moveTo>
                <a:cubicBezTo>
                  <a:pt x="556" y="318"/>
                  <a:pt x="556" y="318"/>
                  <a:pt x="556" y="318"/>
                </a:cubicBezTo>
                <a:cubicBezTo>
                  <a:pt x="553" y="319"/>
                  <a:pt x="550" y="321"/>
                  <a:pt x="546" y="321"/>
                </a:cubicBezTo>
                <a:cubicBezTo>
                  <a:pt x="546" y="309"/>
                  <a:pt x="546" y="309"/>
                  <a:pt x="546" y="309"/>
                </a:cubicBezTo>
                <a:cubicBezTo>
                  <a:pt x="548" y="310"/>
                  <a:pt x="550" y="311"/>
                  <a:pt x="554" y="311"/>
                </a:cubicBezTo>
                <a:cubicBezTo>
                  <a:pt x="554" y="309"/>
                  <a:pt x="554" y="308"/>
                  <a:pt x="554" y="306"/>
                </a:cubicBezTo>
                <a:cubicBezTo>
                  <a:pt x="548" y="305"/>
                  <a:pt x="548" y="299"/>
                  <a:pt x="547" y="295"/>
                </a:cubicBezTo>
                <a:cubicBezTo>
                  <a:pt x="549" y="292"/>
                  <a:pt x="551" y="293"/>
                  <a:pt x="554" y="293"/>
                </a:cubicBezTo>
                <a:cubicBezTo>
                  <a:pt x="555" y="295"/>
                  <a:pt x="556" y="297"/>
                  <a:pt x="556" y="298"/>
                </a:cubicBezTo>
                <a:close/>
                <a:moveTo>
                  <a:pt x="556" y="343"/>
                </a:moveTo>
                <a:cubicBezTo>
                  <a:pt x="556" y="358"/>
                  <a:pt x="556" y="358"/>
                  <a:pt x="556" y="358"/>
                </a:cubicBezTo>
                <a:cubicBezTo>
                  <a:pt x="556" y="357"/>
                  <a:pt x="556" y="357"/>
                  <a:pt x="555" y="356"/>
                </a:cubicBezTo>
                <a:cubicBezTo>
                  <a:pt x="553" y="356"/>
                  <a:pt x="550" y="356"/>
                  <a:pt x="548" y="356"/>
                </a:cubicBezTo>
                <a:cubicBezTo>
                  <a:pt x="547" y="362"/>
                  <a:pt x="551" y="365"/>
                  <a:pt x="554" y="371"/>
                </a:cubicBezTo>
                <a:cubicBezTo>
                  <a:pt x="555" y="371"/>
                  <a:pt x="556" y="371"/>
                  <a:pt x="556" y="370"/>
                </a:cubicBezTo>
                <a:cubicBezTo>
                  <a:pt x="556" y="378"/>
                  <a:pt x="556" y="378"/>
                  <a:pt x="556" y="378"/>
                </a:cubicBezTo>
                <a:cubicBezTo>
                  <a:pt x="550" y="378"/>
                  <a:pt x="548" y="375"/>
                  <a:pt x="546" y="369"/>
                </a:cubicBezTo>
                <a:cubicBezTo>
                  <a:pt x="546" y="349"/>
                  <a:pt x="546" y="349"/>
                  <a:pt x="546" y="349"/>
                </a:cubicBezTo>
                <a:cubicBezTo>
                  <a:pt x="546" y="348"/>
                  <a:pt x="547" y="348"/>
                  <a:pt x="548" y="348"/>
                </a:cubicBezTo>
                <a:cubicBezTo>
                  <a:pt x="548" y="346"/>
                  <a:pt x="548" y="345"/>
                  <a:pt x="548" y="344"/>
                </a:cubicBezTo>
                <a:cubicBezTo>
                  <a:pt x="546" y="344"/>
                  <a:pt x="546" y="344"/>
                  <a:pt x="546" y="344"/>
                </a:cubicBezTo>
                <a:cubicBezTo>
                  <a:pt x="546" y="328"/>
                  <a:pt x="546" y="328"/>
                  <a:pt x="546" y="328"/>
                </a:cubicBezTo>
                <a:cubicBezTo>
                  <a:pt x="548" y="328"/>
                  <a:pt x="548" y="328"/>
                  <a:pt x="551" y="330"/>
                </a:cubicBezTo>
                <a:cubicBezTo>
                  <a:pt x="552" y="335"/>
                  <a:pt x="552" y="341"/>
                  <a:pt x="556" y="343"/>
                </a:cubicBezTo>
                <a:close/>
                <a:moveTo>
                  <a:pt x="556" y="390"/>
                </a:moveTo>
                <a:cubicBezTo>
                  <a:pt x="556" y="394"/>
                  <a:pt x="556" y="394"/>
                  <a:pt x="556" y="394"/>
                </a:cubicBezTo>
                <a:cubicBezTo>
                  <a:pt x="554" y="394"/>
                  <a:pt x="552" y="393"/>
                  <a:pt x="550" y="393"/>
                </a:cubicBezTo>
                <a:cubicBezTo>
                  <a:pt x="552" y="400"/>
                  <a:pt x="551" y="407"/>
                  <a:pt x="556" y="411"/>
                </a:cubicBezTo>
                <a:cubicBezTo>
                  <a:pt x="556" y="411"/>
                  <a:pt x="556" y="411"/>
                  <a:pt x="556" y="411"/>
                </a:cubicBezTo>
                <a:cubicBezTo>
                  <a:pt x="556" y="415"/>
                  <a:pt x="556" y="415"/>
                  <a:pt x="556" y="415"/>
                </a:cubicBezTo>
                <a:cubicBezTo>
                  <a:pt x="546" y="415"/>
                  <a:pt x="546" y="415"/>
                  <a:pt x="546" y="415"/>
                </a:cubicBezTo>
                <a:cubicBezTo>
                  <a:pt x="546" y="411"/>
                  <a:pt x="546" y="411"/>
                  <a:pt x="546" y="411"/>
                </a:cubicBezTo>
                <a:cubicBezTo>
                  <a:pt x="547" y="410"/>
                  <a:pt x="548" y="410"/>
                  <a:pt x="550" y="410"/>
                </a:cubicBezTo>
                <a:cubicBezTo>
                  <a:pt x="548" y="401"/>
                  <a:pt x="548" y="400"/>
                  <a:pt x="546" y="396"/>
                </a:cubicBezTo>
                <a:cubicBezTo>
                  <a:pt x="546" y="390"/>
                  <a:pt x="546" y="390"/>
                  <a:pt x="546" y="390"/>
                </a:cubicBezTo>
                <a:cubicBezTo>
                  <a:pt x="556" y="390"/>
                  <a:pt x="556" y="390"/>
                  <a:pt x="556" y="390"/>
                </a:cubicBezTo>
                <a:close/>
                <a:moveTo>
                  <a:pt x="556" y="461"/>
                </a:moveTo>
                <a:cubicBezTo>
                  <a:pt x="556" y="472"/>
                  <a:pt x="556" y="472"/>
                  <a:pt x="556" y="472"/>
                </a:cubicBezTo>
                <a:cubicBezTo>
                  <a:pt x="553" y="472"/>
                  <a:pt x="549" y="473"/>
                  <a:pt x="546" y="474"/>
                </a:cubicBezTo>
                <a:cubicBezTo>
                  <a:pt x="546" y="449"/>
                  <a:pt x="546" y="449"/>
                  <a:pt x="546" y="449"/>
                </a:cubicBezTo>
                <a:cubicBezTo>
                  <a:pt x="548" y="454"/>
                  <a:pt x="551" y="458"/>
                  <a:pt x="556" y="461"/>
                </a:cubicBezTo>
                <a:cubicBezTo>
                  <a:pt x="556" y="461"/>
                  <a:pt x="556" y="461"/>
                  <a:pt x="556" y="461"/>
                </a:cubicBezTo>
                <a:close/>
                <a:moveTo>
                  <a:pt x="556" y="492"/>
                </a:moveTo>
                <a:cubicBezTo>
                  <a:pt x="556" y="508"/>
                  <a:pt x="556" y="508"/>
                  <a:pt x="556" y="508"/>
                </a:cubicBezTo>
                <a:cubicBezTo>
                  <a:pt x="555" y="505"/>
                  <a:pt x="553" y="503"/>
                  <a:pt x="553" y="499"/>
                </a:cubicBezTo>
                <a:cubicBezTo>
                  <a:pt x="554" y="497"/>
                  <a:pt x="555" y="495"/>
                  <a:pt x="556" y="492"/>
                </a:cubicBezTo>
                <a:close/>
                <a:moveTo>
                  <a:pt x="556" y="540"/>
                </a:moveTo>
                <a:cubicBezTo>
                  <a:pt x="556" y="547"/>
                  <a:pt x="556" y="547"/>
                  <a:pt x="556" y="547"/>
                </a:cubicBezTo>
                <a:cubicBezTo>
                  <a:pt x="554" y="548"/>
                  <a:pt x="552" y="550"/>
                  <a:pt x="550" y="553"/>
                </a:cubicBezTo>
                <a:cubicBezTo>
                  <a:pt x="554" y="554"/>
                  <a:pt x="555" y="554"/>
                  <a:pt x="556" y="555"/>
                </a:cubicBezTo>
                <a:cubicBezTo>
                  <a:pt x="556" y="560"/>
                  <a:pt x="556" y="560"/>
                  <a:pt x="556" y="560"/>
                </a:cubicBezTo>
                <a:cubicBezTo>
                  <a:pt x="552" y="559"/>
                  <a:pt x="549" y="559"/>
                  <a:pt x="546" y="560"/>
                </a:cubicBezTo>
                <a:cubicBezTo>
                  <a:pt x="546" y="550"/>
                  <a:pt x="546" y="550"/>
                  <a:pt x="546" y="550"/>
                </a:cubicBezTo>
                <a:cubicBezTo>
                  <a:pt x="550" y="546"/>
                  <a:pt x="552" y="541"/>
                  <a:pt x="546" y="539"/>
                </a:cubicBezTo>
                <a:cubicBezTo>
                  <a:pt x="546" y="539"/>
                  <a:pt x="546" y="539"/>
                  <a:pt x="546" y="539"/>
                </a:cubicBezTo>
                <a:cubicBezTo>
                  <a:pt x="546" y="533"/>
                  <a:pt x="546" y="533"/>
                  <a:pt x="546" y="533"/>
                </a:cubicBezTo>
                <a:cubicBezTo>
                  <a:pt x="553" y="540"/>
                  <a:pt x="553" y="540"/>
                  <a:pt x="553" y="540"/>
                </a:cubicBezTo>
                <a:cubicBezTo>
                  <a:pt x="554" y="540"/>
                  <a:pt x="555" y="540"/>
                  <a:pt x="556" y="540"/>
                </a:cubicBezTo>
                <a:cubicBezTo>
                  <a:pt x="556" y="540"/>
                  <a:pt x="556" y="540"/>
                  <a:pt x="556" y="540"/>
                </a:cubicBezTo>
                <a:close/>
                <a:moveTo>
                  <a:pt x="556" y="569"/>
                </a:moveTo>
                <a:cubicBezTo>
                  <a:pt x="556" y="577"/>
                  <a:pt x="556" y="577"/>
                  <a:pt x="556" y="577"/>
                </a:cubicBezTo>
                <a:cubicBezTo>
                  <a:pt x="553" y="580"/>
                  <a:pt x="549" y="584"/>
                  <a:pt x="546" y="587"/>
                </a:cubicBezTo>
                <a:cubicBezTo>
                  <a:pt x="546" y="580"/>
                  <a:pt x="546" y="580"/>
                  <a:pt x="546" y="580"/>
                </a:cubicBezTo>
                <a:cubicBezTo>
                  <a:pt x="547" y="579"/>
                  <a:pt x="549" y="578"/>
                  <a:pt x="550" y="576"/>
                </a:cubicBezTo>
                <a:cubicBezTo>
                  <a:pt x="549" y="576"/>
                  <a:pt x="547" y="575"/>
                  <a:pt x="546" y="575"/>
                </a:cubicBezTo>
                <a:cubicBezTo>
                  <a:pt x="546" y="569"/>
                  <a:pt x="546" y="569"/>
                  <a:pt x="546" y="569"/>
                </a:cubicBezTo>
                <a:cubicBezTo>
                  <a:pt x="552" y="571"/>
                  <a:pt x="552" y="571"/>
                  <a:pt x="552" y="571"/>
                </a:cubicBezTo>
                <a:cubicBezTo>
                  <a:pt x="553" y="570"/>
                  <a:pt x="555" y="570"/>
                  <a:pt x="556" y="569"/>
                </a:cubicBezTo>
                <a:close/>
                <a:moveTo>
                  <a:pt x="556" y="710"/>
                </a:moveTo>
                <a:cubicBezTo>
                  <a:pt x="556" y="719"/>
                  <a:pt x="556" y="719"/>
                  <a:pt x="556" y="719"/>
                </a:cubicBezTo>
                <a:cubicBezTo>
                  <a:pt x="555" y="720"/>
                  <a:pt x="553" y="721"/>
                  <a:pt x="550" y="722"/>
                </a:cubicBezTo>
                <a:cubicBezTo>
                  <a:pt x="552" y="724"/>
                  <a:pt x="554" y="725"/>
                  <a:pt x="556" y="726"/>
                </a:cubicBezTo>
                <a:cubicBezTo>
                  <a:pt x="556" y="737"/>
                  <a:pt x="556" y="737"/>
                  <a:pt x="556" y="737"/>
                </a:cubicBezTo>
                <a:cubicBezTo>
                  <a:pt x="553" y="735"/>
                  <a:pt x="549" y="733"/>
                  <a:pt x="546" y="731"/>
                </a:cubicBezTo>
                <a:cubicBezTo>
                  <a:pt x="546" y="717"/>
                  <a:pt x="546" y="717"/>
                  <a:pt x="546" y="717"/>
                </a:cubicBezTo>
                <a:cubicBezTo>
                  <a:pt x="549" y="714"/>
                  <a:pt x="553" y="712"/>
                  <a:pt x="556" y="710"/>
                </a:cubicBezTo>
                <a:close/>
                <a:moveTo>
                  <a:pt x="546" y="496"/>
                </a:moveTo>
                <a:cubicBezTo>
                  <a:pt x="546" y="483"/>
                  <a:pt x="546" y="483"/>
                  <a:pt x="546" y="483"/>
                </a:cubicBezTo>
                <a:cubicBezTo>
                  <a:pt x="549" y="485"/>
                  <a:pt x="547" y="490"/>
                  <a:pt x="547" y="495"/>
                </a:cubicBezTo>
                <a:lnTo>
                  <a:pt x="546" y="496"/>
                </a:lnTo>
                <a:close/>
                <a:moveTo>
                  <a:pt x="540" y="27"/>
                </a:moveTo>
                <a:cubicBezTo>
                  <a:pt x="542" y="29"/>
                  <a:pt x="544" y="30"/>
                  <a:pt x="546" y="31"/>
                </a:cubicBezTo>
                <a:cubicBezTo>
                  <a:pt x="546" y="71"/>
                  <a:pt x="546" y="71"/>
                  <a:pt x="546" y="71"/>
                </a:cubicBezTo>
                <a:cubicBezTo>
                  <a:pt x="545" y="56"/>
                  <a:pt x="546" y="46"/>
                  <a:pt x="540" y="38"/>
                </a:cubicBezTo>
                <a:cubicBezTo>
                  <a:pt x="540" y="27"/>
                  <a:pt x="540" y="27"/>
                  <a:pt x="540" y="27"/>
                </a:cubicBezTo>
                <a:close/>
                <a:moveTo>
                  <a:pt x="546" y="764"/>
                </a:moveTo>
                <a:cubicBezTo>
                  <a:pt x="544" y="765"/>
                  <a:pt x="542" y="766"/>
                  <a:pt x="540" y="767"/>
                </a:cubicBezTo>
                <a:cubicBezTo>
                  <a:pt x="540" y="749"/>
                  <a:pt x="540" y="749"/>
                  <a:pt x="540" y="749"/>
                </a:cubicBezTo>
                <a:cubicBezTo>
                  <a:pt x="542" y="750"/>
                  <a:pt x="543" y="751"/>
                  <a:pt x="546" y="752"/>
                </a:cubicBezTo>
                <a:cubicBezTo>
                  <a:pt x="546" y="764"/>
                  <a:pt x="546" y="764"/>
                  <a:pt x="546" y="764"/>
                </a:cubicBezTo>
                <a:close/>
                <a:moveTo>
                  <a:pt x="546" y="71"/>
                </a:moveTo>
                <a:cubicBezTo>
                  <a:pt x="543" y="70"/>
                  <a:pt x="541" y="69"/>
                  <a:pt x="540" y="68"/>
                </a:cubicBezTo>
                <a:cubicBezTo>
                  <a:pt x="540" y="76"/>
                  <a:pt x="540" y="76"/>
                  <a:pt x="540" y="76"/>
                </a:cubicBezTo>
                <a:cubicBezTo>
                  <a:pt x="542" y="77"/>
                  <a:pt x="543" y="78"/>
                  <a:pt x="546" y="78"/>
                </a:cubicBezTo>
                <a:cubicBezTo>
                  <a:pt x="546" y="71"/>
                  <a:pt x="546" y="71"/>
                  <a:pt x="546" y="71"/>
                </a:cubicBezTo>
                <a:close/>
                <a:moveTo>
                  <a:pt x="546" y="165"/>
                </a:moveTo>
                <a:cubicBezTo>
                  <a:pt x="546" y="172"/>
                  <a:pt x="546" y="172"/>
                  <a:pt x="546" y="172"/>
                </a:cubicBezTo>
                <a:cubicBezTo>
                  <a:pt x="545" y="169"/>
                  <a:pt x="545" y="167"/>
                  <a:pt x="546" y="165"/>
                </a:cubicBezTo>
                <a:close/>
                <a:moveTo>
                  <a:pt x="546" y="217"/>
                </a:moveTo>
                <a:cubicBezTo>
                  <a:pt x="546" y="223"/>
                  <a:pt x="546" y="223"/>
                  <a:pt x="546" y="223"/>
                </a:cubicBezTo>
                <a:cubicBezTo>
                  <a:pt x="545" y="222"/>
                  <a:pt x="544" y="221"/>
                  <a:pt x="543" y="220"/>
                </a:cubicBezTo>
                <a:cubicBezTo>
                  <a:pt x="541" y="231"/>
                  <a:pt x="537" y="240"/>
                  <a:pt x="546" y="247"/>
                </a:cubicBezTo>
                <a:cubicBezTo>
                  <a:pt x="546" y="253"/>
                  <a:pt x="546" y="253"/>
                  <a:pt x="546" y="253"/>
                </a:cubicBezTo>
                <a:cubicBezTo>
                  <a:pt x="543" y="252"/>
                  <a:pt x="542" y="251"/>
                  <a:pt x="540" y="250"/>
                </a:cubicBezTo>
                <a:cubicBezTo>
                  <a:pt x="540" y="212"/>
                  <a:pt x="540" y="212"/>
                  <a:pt x="540" y="212"/>
                </a:cubicBezTo>
                <a:cubicBezTo>
                  <a:pt x="542" y="214"/>
                  <a:pt x="544" y="215"/>
                  <a:pt x="546" y="217"/>
                </a:cubicBezTo>
                <a:close/>
                <a:moveTo>
                  <a:pt x="546" y="260"/>
                </a:moveTo>
                <a:cubicBezTo>
                  <a:pt x="546" y="264"/>
                  <a:pt x="546" y="264"/>
                  <a:pt x="546" y="264"/>
                </a:cubicBezTo>
                <a:cubicBezTo>
                  <a:pt x="545" y="264"/>
                  <a:pt x="542" y="262"/>
                  <a:pt x="540" y="261"/>
                </a:cubicBezTo>
                <a:cubicBezTo>
                  <a:pt x="540" y="257"/>
                  <a:pt x="540" y="257"/>
                  <a:pt x="540" y="257"/>
                </a:cubicBezTo>
                <a:cubicBezTo>
                  <a:pt x="541" y="258"/>
                  <a:pt x="543" y="259"/>
                  <a:pt x="544" y="260"/>
                </a:cubicBezTo>
                <a:cubicBezTo>
                  <a:pt x="546" y="260"/>
                  <a:pt x="546" y="260"/>
                  <a:pt x="546" y="260"/>
                </a:cubicBezTo>
                <a:close/>
                <a:moveTo>
                  <a:pt x="546" y="264"/>
                </a:moveTo>
                <a:cubicBezTo>
                  <a:pt x="546" y="271"/>
                  <a:pt x="546" y="271"/>
                  <a:pt x="546" y="271"/>
                </a:cubicBezTo>
                <a:cubicBezTo>
                  <a:pt x="543" y="272"/>
                  <a:pt x="542" y="274"/>
                  <a:pt x="540" y="275"/>
                </a:cubicBezTo>
                <a:cubicBezTo>
                  <a:pt x="540" y="269"/>
                  <a:pt x="540" y="269"/>
                  <a:pt x="540" y="269"/>
                </a:cubicBezTo>
                <a:cubicBezTo>
                  <a:pt x="543" y="269"/>
                  <a:pt x="545" y="267"/>
                  <a:pt x="546" y="264"/>
                </a:cubicBezTo>
                <a:close/>
                <a:moveTo>
                  <a:pt x="546" y="309"/>
                </a:moveTo>
                <a:cubicBezTo>
                  <a:pt x="546" y="321"/>
                  <a:pt x="546" y="321"/>
                  <a:pt x="546" y="321"/>
                </a:cubicBezTo>
                <a:cubicBezTo>
                  <a:pt x="545" y="321"/>
                  <a:pt x="545" y="320"/>
                  <a:pt x="544" y="320"/>
                </a:cubicBezTo>
                <a:cubicBezTo>
                  <a:pt x="543" y="318"/>
                  <a:pt x="541" y="316"/>
                  <a:pt x="540" y="314"/>
                </a:cubicBezTo>
                <a:cubicBezTo>
                  <a:pt x="540" y="314"/>
                  <a:pt x="540" y="314"/>
                  <a:pt x="540" y="314"/>
                </a:cubicBezTo>
                <a:cubicBezTo>
                  <a:pt x="540" y="304"/>
                  <a:pt x="540" y="304"/>
                  <a:pt x="540" y="304"/>
                </a:cubicBezTo>
                <a:cubicBezTo>
                  <a:pt x="542" y="307"/>
                  <a:pt x="543" y="308"/>
                  <a:pt x="546" y="309"/>
                </a:cubicBezTo>
                <a:close/>
                <a:moveTo>
                  <a:pt x="546" y="328"/>
                </a:moveTo>
                <a:cubicBezTo>
                  <a:pt x="546" y="344"/>
                  <a:pt x="546" y="344"/>
                  <a:pt x="546" y="344"/>
                </a:cubicBezTo>
                <a:cubicBezTo>
                  <a:pt x="544" y="344"/>
                  <a:pt x="542" y="344"/>
                  <a:pt x="541" y="344"/>
                </a:cubicBezTo>
                <a:cubicBezTo>
                  <a:pt x="541" y="346"/>
                  <a:pt x="541" y="348"/>
                  <a:pt x="542" y="350"/>
                </a:cubicBezTo>
                <a:cubicBezTo>
                  <a:pt x="546" y="349"/>
                  <a:pt x="546" y="349"/>
                  <a:pt x="546" y="349"/>
                </a:cubicBezTo>
                <a:cubicBezTo>
                  <a:pt x="546" y="369"/>
                  <a:pt x="546" y="369"/>
                  <a:pt x="546" y="369"/>
                </a:cubicBezTo>
                <a:cubicBezTo>
                  <a:pt x="545" y="367"/>
                  <a:pt x="544" y="365"/>
                  <a:pt x="543" y="363"/>
                </a:cubicBezTo>
                <a:cubicBezTo>
                  <a:pt x="542" y="363"/>
                  <a:pt x="541" y="363"/>
                  <a:pt x="541" y="364"/>
                </a:cubicBezTo>
                <a:cubicBezTo>
                  <a:pt x="540" y="364"/>
                  <a:pt x="540" y="365"/>
                  <a:pt x="540" y="366"/>
                </a:cubicBezTo>
                <a:cubicBezTo>
                  <a:pt x="540" y="334"/>
                  <a:pt x="540" y="334"/>
                  <a:pt x="540" y="334"/>
                </a:cubicBezTo>
                <a:cubicBezTo>
                  <a:pt x="543" y="331"/>
                  <a:pt x="543" y="330"/>
                  <a:pt x="544" y="328"/>
                </a:cubicBezTo>
                <a:cubicBezTo>
                  <a:pt x="545" y="328"/>
                  <a:pt x="545" y="328"/>
                  <a:pt x="546" y="328"/>
                </a:cubicBezTo>
                <a:close/>
                <a:moveTo>
                  <a:pt x="546" y="390"/>
                </a:moveTo>
                <a:cubicBezTo>
                  <a:pt x="546" y="396"/>
                  <a:pt x="546" y="396"/>
                  <a:pt x="546" y="396"/>
                </a:cubicBezTo>
                <a:cubicBezTo>
                  <a:pt x="545" y="396"/>
                  <a:pt x="545" y="395"/>
                  <a:pt x="544" y="394"/>
                </a:cubicBezTo>
                <a:cubicBezTo>
                  <a:pt x="540" y="394"/>
                  <a:pt x="540" y="394"/>
                  <a:pt x="540" y="394"/>
                </a:cubicBezTo>
                <a:cubicBezTo>
                  <a:pt x="540" y="390"/>
                  <a:pt x="540" y="390"/>
                  <a:pt x="540" y="390"/>
                </a:cubicBezTo>
                <a:cubicBezTo>
                  <a:pt x="546" y="390"/>
                  <a:pt x="546" y="390"/>
                  <a:pt x="546" y="390"/>
                </a:cubicBezTo>
                <a:close/>
                <a:moveTo>
                  <a:pt x="546" y="411"/>
                </a:moveTo>
                <a:cubicBezTo>
                  <a:pt x="546" y="415"/>
                  <a:pt x="546" y="415"/>
                  <a:pt x="546" y="415"/>
                </a:cubicBezTo>
                <a:cubicBezTo>
                  <a:pt x="540" y="415"/>
                  <a:pt x="540" y="415"/>
                  <a:pt x="540" y="415"/>
                </a:cubicBezTo>
                <a:cubicBezTo>
                  <a:pt x="540" y="405"/>
                  <a:pt x="540" y="405"/>
                  <a:pt x="540" y="405"/>
                </a:cubicBezTo>
                <a:cubicBezTo>
                  <a:pt x="541" y="410"/>
                  <a:pt x="541" y="410"/>
                  <a:pt x="541" y="410"/>
                </a:cubicBezTo>
                <a:cubicBezTo>
                  <a:pt x="541" y="410"/>
                  <a:pt x="542" y="411"/>
                  <a:pt x="543" y="411"/>
                </a:cubicBezTo>
                <a:cubicBezTo>
                  <a:pt x="544" y="411"/>
                  <a:pt x="545" y="411"/>
                  <a:pt x="546" y="411"/>
                </a:cubicBezTo>
                <a:close/>
                <a:moveTo>
                  <a:pt x="546" y="449"/>
                </a:moveTo>
                <a:cubicBezTo>
                  <a:pt x="546" y="474"/>
                  <a:pt x="546" y="474"/>
                  <a:pt x="546" y="474"/>
                </a:cubicBezTo>
                <a:cubicBezTo>
                  <a:pt x="543" y="474"/>
                  <a:pt x="542" y="474"/>
                  <a:pt x="540" y="475"/>
                </a:cubicBezTo>
                <a:cubicBezTo>
                  <a:pt x="540" y="467"/>
                  <a:pt x="540" y="467"/>
                  <a:pt x="540" y="467"/>
                </a:cubicBezTo>
                <a:cubicBezTo>
                  <a:pt x="540" y="467"/>
                  <a:pt x="541" y="467"/>
                  <a:pt x="541" y="467"/>
                </a:cubicBezTo>
                <a:cubicBezTo>
                  <a:pt x="541" y="465"/>
                  <a:pt x="541" y="463"/>
                  <a:pt x="541" y="461"/>
                </a:cubicBezTo>
                <a:cubicBezTo>
                  <a:pt x="540" y="461"/>
                  <a:pt x="540" y="461"/>
                  <a:pt x="540" y="461"/>
                </a:cubicBezTo>
                <a:cubicBezTo>
                  <a:pt x="540" y="423"/>
                  <a:pt x="540" y="423"/>
                  <a:pt x="540" y="423"/>
                </a:cubicBezTo>
                <a:cubicBezTo>
                  <a:pt x="541" y="430"/>
                  <a:pt x="542" y="441"/>
                  <a:pt x="546" y="449"/>
                </a:cubicBezTo>
                <a:close/>
                <a:moveTo>
                  <a:pt x="546" y="483"/>
                </a:moveTo>
                <a:cubicBezTo>
                  <a:pt x="546" y="496"/>
                  <a:pt x="546" y="496"/>
                  <a:pt x="546" y="496"/>
                </a:cubicBezTo>
                <a:cubicBezTo>
                  <a:pt x="545" y="496"/>
                  <a:pt x="544" y="497"/>
                  <a:pt x="543" y="497"/>
                </a:cubicBezTo>
                <a:cubicBezTo>
                  <a:pt x="539" y="491"/>
                  <a:pt x="541" y="489"/>
                  <a:pt x="542" y="482"/>
                </a:cubicBezTo>
                <a:cubicBezTo>
                  <a:pt x="543" y="482"/>
                  <a:pt x="545" y="482"/>
                  <a:pt x="546" y="483"/>
                </a:cubicBezTo>
                <a:close/>
                <a:moveTo>
                  <a:pt x="546" y="533"/>
                </a:moveTo>
                <a:cubicBezTo>
                  <a:pt x="546" y="539"/>
                  <a:pt x="546" y="539"/>
                  <a:pt x="546" y="539"/>
                </a:cubicBezTo>
                <a:cubicBezTo>
                  <a:pt x="544" y="543"/>
                  <a:pt x="541" y="546"/>
                  <a:pt x="540" y="549"/>
                </a:cubicBezTo>
                <a:cubicBezTo>
                  <a:pt x="540" y="544"/>
                  <a:pt x="540" y="544"/>
                  <a:pt x="540" y="544"/>
                </a:cubicBezTo>
                <a:cubicBezTo>
                  <a:pt x="542" y="541"/>
                  <a:pt x="542" y="537"/>
                  <a:pt x="540" y="533"/>
                </a:cubicBezTo>
                <a:cubicBezTo>
                  <a:pt x="540" y="527"/>
                  <a:pt x="540" y="527"/>
                  <a:pt x="540" y="527"/>
                </a:cubicBezTo>
                <a:cubicBezTo>
                  <a:pt x="546" y="533"/>
                  <a:pt x="546" y="533"/>
                  <a:pt x="546" y="533"/>
                </a:cubicBezTo>
                <a:close/>
                <a:moveTo>
                  <a:pt x="546" y="550"/>
                </a:moveTo>
                <a:cubicBezTo>
                  <a:pt x="546" y="560"/>
                  <a:pt x="546" y="560"/>
                  <a:pt x="546" y="560"/>
                </a:cubicBezTo>
                <a:cubicBezTo>
                  <a:pt x="544" y="560"/>
                  <a:pt x="542" y="561"/>
                  <a:pt x="540" y="563"/>
                </a:cubicBezTo>
                <a:cubicBezTo>
                  <a:pt x="540" y="555"/>
                  <a:pt x="540" y="555"/>
                  <a:pt x="540" y="555"/>
                </a:cubicBezTo>
                <a:cubicBezTo>
                  <a:pt x="541" y="554"/>
                  <a:pt x="544" y="552"/>
                  <a:pt x="546" y="550"/>
                </a:cubicBezTo>
                <a:close/>
                <a:moveTo>
                  <a:pt x="546" y="569"/>
                </a:moveTo>
                <a:cubicBezTo>
                  <a:pt x="546" y="575"/>
                  <a:pt x="546" y="575"/>
                  <a:pt x="546" y="575"/>
                </a:cubicBezTo>
                <a:cubicBezTo>
                  <a:pt x="544" y="574"/>
                  <a:pt x="542" y="573"/>
                  <a:pt x="540" y="573"/>
                </a:cubicBezTo>
                <a:cubicBezTo>
                  <a:pt x="540" y="567"/>
                  <a:pt x="540" y="567"/>
                  <a:pt x="540" y="567"/>
                </a:cubicBezTo>
                <a:cubicBezTo>
                  <a:pt x="546" y="569"/>
                  <a:pt x="546" y="569"/>
                  <a:pt x="546" y="569"/>
                </a:cubicBezTo>
                <a:close/>
                <a:moveTo>
                  <a:pt x="546" y="580"/>
                </a:moveTo>
                <a:cubicBezTo>
                  <a:pt x="546" y="587"/>
                  <a:pt x="546" y="587"/>
                  <a:pt x="546" y="587"/>
                </a:cubicBezTo>
                <a:cubicBezTo>
                  <a:pt x="544" y="588"/>
                  <a:pt x="542" y="590"/>
                  <a:pt x="540" y="592"/>
                </a:cubicBezTo>
                <a:cubicBezTo>
                  <a:pt x="540" y="583"/>
                  <a:pt x="540" y="583"/>
                  <a:pt x="540" y="583"/>
                </a:cubicBezTo>
                <a:cubicBezTo>
                  <a:pt x="542" y="582"/>
                  <a:pt x="544" y="582"/>
                  <a:pt x="546" y="580"/>
                </a:cubicBezTo>
                <a:close/>
                <a:moveTo>
                  <a:pt x="546" y="717"/>
                </a:moveTo>
                <a:cubicBezTo>
                  <a:pt x="546" y="731"/>
                  <a:pt x="546" y="731"/>
                  <a:pt x="546" y="731"/>
                </a:cubicBezTo>
                <a:cubicBezTo>
                  <a:pt x="544" y="730"/>
                  <a:pt x="542" y="730"/>
                  <a:pt x="540" y="730"/>
                </a:cubicBezTo>
                <a:cubicBezTo>
                  <a:pt x="540" y="720"/>
                  <a:pt x="540" y="720"/>
                  <a:pt x="540" y="720"/>
                </a:cubicBezTo>
                <a:cubicBezTo>
                  <a:pt x="541" y="720"/>
                  <a:pt x="541" y="720"/>
                  <a:pt x="542" y="720"/>
                </a:cubicBezTo>
                <a:cubicBezTo>
                  <a:pt x="543" y="719"/>
                  <a:pt x="544" y="718"/>
                  <a:pt x="546" y="717"/>
                </a:cubicBezTo>
                <a:close/>
                <a:moveTo>
                  <a:pt x="535" y="25"/>
                </a:moveTo>
                <a:cubicBezTo>
                  <a:pt x="535" y="25"/>
                  <a:pt x="535" y="25"/>
                  <a:pt x="535" y="25"/>
                </a:cubicBezTo>
                <a:cubicBezTo>
                  <a:pt x="537" y="25"/>
                  <a:pt x="538" y="26"/>
                  <a:pt x="540" y="27"/>
                </a:cubicBezTo>
                <a:cubicBezTo>
                  <a:pt x="540" y="38"/>
                  <a:pt x="540" y="38"/>
                  <a:pt x="540" y="38"/>
                </a:cubicBezTo>
                <a:cubicBezTo>
                  <a:pt x="539" y="37"/>
                  <a:pt x="537" y="36"/>
                  <a:pt x="535" y="34"/>
                </a:cubicBezTo>
                <a:cubicBezTo>
                  <a:pt x="535" y="25"/>
                  <a:pt x="535" y="25"/>
                  <a:pt x="535" y="25"/>
                </a:cubicBezTo>
                <a:close/>
                <a:moveTo>
                  <a:pt x="540" y="767"/>
                </a:moveTo>
                <a:cubicBezTo>
                  <a:pt x="538" y="768"/>
                  <a:pt x="536" y="769"/>
                  <a:pt x="535" y="770"/>
                </a:cubicBezTo>
                <a:cubicBezTo>
                  <a:pt x="535" y="761"/>
                  <a:pt x="535" y="761"/>
                  <a:pt x="535" y="761"/>
                </a:cubicBezTo>
                <a:cubicBezTo>
                  <a:pt x="536" y="761"/>
                  <a:pt x="537" y="760"/>
                  <a:pt x="539" y="760"/>
                </a:cubicBezTo>
                <a:cubicBezTo>
                  <a:pt x="537" y="759"/>
                  <a:pt x="536" y="758"/>
                  <a:pt x="535" y="756"/>
                </a:cubicBezTo>
                <a:cubicBezTo>
                  <a:pt x="535" y="745"/>
                  <a:pt x="535" y="745"/>
                  <a:pt x="535" y="745"/>
                </a:cubicBezTo>
                <a:cubicBezTo>
                  <a:pt x="536" y="746"/>
                  <a:pt x="538" y="747"/>
                  <a:pt x="540" y="749"/>
                </a:cubicBezTo>
                <a:cubicBezTo>
                  <a:pt x="540" y="767"/>
                  <a:pt x="540" y="767"/>
                  <a:pt x="540" y="767"/>
                </a:cubicBezTo>
                <a:close/>
                <a:moveTo>
                  <a:pt x="540" y="68"/>
                </a:moveTo>
                <a:cubicBezTo>
                  <a:pt x="540" y="76"/>
                  <a:pt x="540" y="76"/>
                  <a:pt x="540" y="76"/>
                </a:cubicBezTo>
                <a:cubicBezTo>
                  <a:pt x="538" y="75"/>
                  <a:pt x="536" y="75"/>
                  <a:pt x="535" y="74"/>
                </a:cubicBezTo>
                <a:cubicBezTo>
                  <a:pt x="535" y="66"/>
                  <a:pt x="535" y="66"/>
                  <a:pt x="535" y="66"/>
                </a:cubicBezTo>
                <a:cubicBezTo>
                  <a:pt x="536" y="67"/>
                  <a:pt x="538" y="67"/>
                  <a:pt x="540" y="68"/>
                </a:cubicBezTo>
                <a:close/>
                <a:moveTo>
                  <a:pt x="540" y="212"/>
                </a:moveTo>
                <a:cubicBezTo>
                  <a:pt x="540" y="250"/>
                  <a:pt x="540" y="250"/>
                  <a:pt x="540" y="250"/>
                </a:cubicBezTo>
                <a:cubicBezTo>
                  <a:pt x="539" y="249"/>
                  <a:pt x="537" y="249"/>
                  <a:pt x="536" y="249"/>
                </a:cubicBezTo>
                <a:cubicBezTo>
                  <a:pt x="535" y="250"/>
                  <a:pt x="535" y="251"/>
                  <a:pt x="535" y="252"/>
                </a:cubicBezTo>
                <a:cubicBezTo>
                  <a:pt x="535" y="245"/>
                  <a:pt x="535" y="245"/>
                  <a:pt x="535" y="245"/>
                </a:cubicBezTo>
                <a:cubicBezTo>
                  <a:pt x="535" y="245"/>
                  <a:pt x="535" y="245"/>
                  <a:pt x="535" y="245"/>
                </a:cubicBezTo>
                <a:cubicBezTo>
                  <a:pt x="535" y="243"/>
                  <a:pt x="535" y="243"/>
                  <a:pt x="535" y="242"/>
                </a:cubicBezTo>
                <a:cubicBezTo>
                  <a:pt x="535" y="241"/>
                  <a:pt x="535" y="241"/>
                  <a:pt x="535" y="241"/>
                </a:cubicBezTo>
                <a:cubicBezTo>
                  <a:pt x="535" y="229"/>
                  <a:pt x="535" y="229"/>
                  <a:pt x="535" y="229"/>
                </a:cubicBezTo>
                <a:cubicBezTo>
                  <a:pt x="536" y="224"/>
                  <a:pt x="536" y="220"/>
                  <a:pt x="535" y="217"/>
                </a:cubicBezTo>
                <a:cubicBezTo>
                  <a:pt x="535" y="209"/>
                  <a:pt x="535" y="209"/>
                  <a:pt x="535" y="209"/>
                </a:cubicBezTo>
                <a:cubicBezTo>
                  <a:pt x="536" y="210"/>
                  <a:pt x="538" y="211"/>
                  <a:pt x="540" y="212"/>
                </a:cubicBezTo>
                <a:close/>
                <a:moveTo>
                  <a:pt x="540" y="257"/>
                </a:moveTo>
                <a:cubicBezTo>
                  <a:pt x="540" y="261"/>
                  <a:pt x="540" y="261"/>
                  <a:pt x="540" y="261"/>
                </a:cubicBezTo>
                <a:cubicBezTo>
                  <a:pt x="538" y="260"/>
                  <a:pt x="536" y="259"/>
                  <a:pt x="535" y="258"/>
                </a:cubicBezTo>
                <a:cubicBezTo>
                  <a:pt x="535" y="254"/>
                  <a:pt x="535" y="254"/>
                  <a:pt x="535" y="254"/>
                </a:cubicBezTo>
                <a:cubicBezTo>
                  <a:pt x="537" y="255"/>
                  <a:pt x="538" y="256"/>
                  <a:pt x="540" y="257"/>
                </a:cubicBezTo>
                <a:close/>
                <a:moveTo>
                  <a:pt x="540" y="269"/>
                </a:moveTo>
                <a:cubicBezTo>
                  <a:pt x="540" y="275"/>
                  <a:pt x="540" y="275"/>
                  <a:pt x="540" y="275"/>
                </a:cubicBezTo>
                <a:cubicBezTo>
                  <a:pt x="538" y="277"/>
                  <a:pt x="536" y="279"/>
                  <a:pt x="535" y="281"/>
                </a:cubicBezTo>
                <a:cubicBezTo>
                  <a:pt x="535" y="276"/>
                  <a:pt x="535" y="276"/>
                  <a:pt x="535" y="276"/>
                </a:cubicBezTo>
                <a:cubicBezTo>
                  <a:pt x="535" y="275"/>
                  <a:pt x="536" y="275"/>
                  <a:pt x="537" y="274"/>
                </a:cubicBezTo>
                <a:cubicBezTo>
                  <a:pt x="537" y="273"/>
                  <a:pt x="536" y="273"/>
                  <a:pt x="535" y="272"/>
                </a:cubicBezTo>
                <a:cubicBezTo>
                  <a:pt x="535" y="268"/>
                  <a:pt x="535" y="268"/>
                  <a:pt x="535" y="268"/>
                </a:cubicBezTo>
                <a:cubicBezTo>
                  <a:pt x="535" y="269"/>
                  <a:pt x="537" y="269"/>
                  <a:pt x="537" y="270"/>
                </a:cubicBezTo>
                <a:cubicBezTo>
                  <a:pt x="538" y="270"/>
                  <a:pt x="539" y="270"/>
                  <a:pt x="540" y="269"/>
                </a:cubicBezTo>
                <a:close/>
                <a:moveTo>
                  <a:pt x="540" y="304"/>
                </a:moveTo>
                <a:cubicBezTo>
                  <a:pt x="540" y="314"/>
                  <a:pt x="540" y="314"/>
                  <a:pt x="540" y="314"/>
                </a:cubicBezTo>
                <a:cubicBezTo>
                  <a:pt x="535" y="314"/>
                  <a:pt x="535" y="314"/>
                  <a:pt x="535" y="314"/>
                </a:cubicBezTo>
                <a:cubicBezTo>
                  <a:pt x="535" y="302"/>
                  <a:pt x="535" y="302"/>
                  <a:pt x="535" y="302"/>
                </a:cubicBezTo>
                <a:cubicBezTo>
                  <a:pt x="535" y="301"/>
                  <a:pt x="537" y="301"/>
                  <a:pt x="537" y="301"/>
                </a:cubicBezTo>
                <a:cubicBezTo>
                  <a:pt x="538" y="302"/>
                  <a:pt x="539" y="303"/>
                  <a:pt x="540" y="304"/>
                </a:cubicBezTo>
                <a:close/>
                <a:moveTo>
                  <a:pt x="540" y="334"/>
                </a:moveTo>
                <a:cubicBezTo>
                  <a:pt x="540" y="366"/>
                  <a:pt x="540" y="366"/>
                  <a:pt x="540" y="366"/>
                </a:cubicBezTo>
                <a:cubicBezTo>
                  <a:pt x="539" y="369"/>
                  <a:pt x="537" y="372"/>
                  <a:pt x="535" y="374"/>
                </a:cubicBezTo>
                <a:cubicBezTo>
                  <a:pt x="535" y="361"/>
                  <a:pt x="535" y="361"/>
                  <a:pt x="535" y="361"/>
                </a:cubicBezTo>
                <a:cubicBezTo>
                  <a:pt x="535" y="361"/>
                  <a:pt x="536" y="360"/>
                  <a:pt x="536" y="360"/>
                </a:cubicBezTo>
                <a:cubicBezTo>
                  <a:pt x="535" y="360"/>
                  <a:pt x="535" y="360"/>
                  <a:pt x="535" y="360"/>
                </a:cubicBezTo>
                <a:cubicBezTo>
                  <a:pt x="535" y="340"/>
                  <a:pt x="535" y="340"/>
                  <a:pt x="535" y="340"/>
                </a:cubicBezTo>
                <a:cubicBezTo>
                  <a:pt x="537" y="337"/>
                  <a:pt x="539" y="336"/>
                  <a:pt x="540" y="334"/>
                </a:cubicBezTo>
                <a:close/>
                <a:moveTo>
                  <a:pt x="540" y="390"/>
                </a:moveTo>
                <a:cubicBezTo>
                  <a:pt x="540" y="394"/>
                  <a:pt x="540" y="394"/>
                  <a:pt x="540" y="394"/>
                </a:cubicBezTo>
                <a:cubicBezTo>
                  <a:pt x="538" y="394"/>
                  <a:pt x="538" y="394"/>
                  <a:pt x="538" y="394"/>
                </a:cubicBezTo>
                <a:cubicBezTo>
                  <a:pt x="538" y="398"/>
                  <a:pt x="539" y="402"/>
                  <a:pt x="540" y="405"/>
                </a:cubicBezTo>
                <a:cubicBezTo>
                  <a:pt x="540" y="415"/>
                  <a:pt x="540" y="415"/>
                  <a:pt x="540" y="415"/>
                </a:cubicBezTo>
                <a:cubicBezTo>
                  <a:pt x="535" y="415"/>
                  <a:pt x="535" y="415"/>
                  <a:pt x="535" y="415"/>
                </a:cubicBezTo>
                <a:cubicBezTo>
                  <a:pt x="535" y="411"/>
                  <a:pt x="535" y="411"/>
                  <a:pt x="535" y="411"/>
                </a:cubicBezTo>
                <a:cubicBezTo>
                  <a:pt x="537" y="411"/>
                  <a:pt x="537" y="411"/>
                  <a:pt x="537" y="411"/>
                </a:cubicBezTo>
                <a:cubicBezTo>
                  <a:pt x="536" y="404"/>
                  <a:pt x="535" y="401"/>
                  <a:pt x="535" y="399"/>
                </a:cubicBezTo>
                <a:cubicBezTo>
                  <a:pt x="535" y="390"/>
                  <a:pt x="535" y="390"/>
                  <a:pt x="535" y="390"/>
                </a:cubicBezTo>
                <a:cubicBezTo>
                  <a:pt x="540" y="390"/>
                  <a:pt x="540" y="390"/>
                  <a:pt x="540" y="390"/>
                </a:cubicBezTo>
                <a:close/>
                <a:moveTo>
                  <a:pt x="540" y="423"/>
                </a:moveTo>
                <a:cubicBezTo>
                  <a:pt x="540" y="461"/>
                  <a:pt x="540" y="461"/>
                  <a:pt x="540" y="461"/>
                </a:cubicBezTo>
                <a:cubicBezTo>
                  <a:pt x="538" y="461"/>
                  <a:pt x="537" y="461"/>
                  <a:pt x="535" y="461"/>
                </a:cubicBezTo>
                <a:cubicBezTo>
                  <a:pt x="535" y="452"/>
                  <a:pt x="535" y="452"/>
                  <a:pt x="535" y="452"/>
                </a:cubicBezTo>
                <a:cubicBezTo>
                  <a:pt x="536" y="452"/>
                  <a:pt x="538" y="452"/>
                  <a:pt x="540" y="452"/>
                </a:cubicBezTo>
                <a:cubicBezTo>
                  <a:pt x="539" y="447"/>
                  <a:pt x="537" y="444"/>
                  <a:pt x="535" y="440"/>
                </a:cubicBezTo>
                <a:cubicBezTo>
                  <a:pt x="535" y="421"/>
                  <a:pt x="535" y="421"/>
                  <a:pt x="535" y="421"/>
                </a:cubicBezTo>
                <a:cubicBezTo>
                  <a:pt x="536" y="421"/>
                  <a:pt x="537" y="421"/>
                  <a:pt x="540" y="422"/>
                </a:cubicBezTo>
                <a:cubicBezTo>
                  <a:pt x="540" y="423"/>
                  <a:pt x="540" y="423"/>
                  <a:pt x="540" y="423"/>
                </a:cubicBezTo>
                <a:close/>
                <a:moveTo>
                  <a:pt x="540" y="467"/>
                </a:moveTo>
                <a:cubicBezTo>
                  <a:pt x="540" y="475"/>
                  <a:pt x="540" y="475"/>
                  <a:pt x="540" y="475"/>
                </a:cubicBezTo>
                <a:cubicBezTo>
                  <a:pt x="538" y="475"/>
                  <a:pt x="536" y="476"/>
                  <a:pt x="535" y="476"/>
                </a:cubicBezTo>
                <a:cubicBezTo>
                  <a:pt x="535" y="466"/>
                  <a:pt x="535" y="466"/>
                  <a:pt x="535" y="466"/>
                </a:cubicBezTo>
                <a:cubicBezTo>
                  <a:pt x="535" y="466"/>
                  <a:pt x="536" y="466"/>
                  <a:pt x="537" y="466"/>
                </a:cubicBezTo>
                <a:cubicBezTo>
                  <a:pt x="538" y="467"/>
                  <a:pt x="539" y="467"/>
                  <a:pt x="540" y="467"/>
                </a:cubicBezTo>
                <a:close/>
                <a:moveTo>
                  <a:pt x="540" y="527"/>
                </a:moveTo>
                <a:cubicBezTo>
                  <a:pt x="540" y="533"/>
                  <a:pt x="540" y="533"/>
                  <a:pt x="540" y="533"/>
                </a:cubicBezTo>
                <a:cubicBezTo>
                  <a:pt x="539" y="532"/>
                  <a:pt x="539" y="531"/>
                  <a:pt x="538" y="530"/>
                </a:cubicBezTo>
                <a:cubicBezTo>
                  <a:pt x="537" y="531"/>
                  <a:pt x="536" y="533"/>
                  <a:pt x="535" y="534"/>
                </a:cubicBezTo>
                <a:cubicBezTo>
                  <a:pt x="535" y="522"/>
                  <a:pt x="535" y="522"/>
                  <a:pt x="535" y="522"/>
                </a:cubicBezTo>
                <a:cubicBezTo>
                  <a:pt x="540" y="527"/>
                  <a:pt x="540" y="527"/>
                  <a:pt x="540" y="527"/>
                </a:cubicBezTo>
                <a:close/>
                <a:moveTo>
                  <a:pt x="540" y="544"/>
                </a:moveTo>
                <a:cubicBezTo>
                  <a:pt x="540" y="549"/>
                  <a:pt x="540" y="549"/>
                  <a:pt x="540" y="549"/>
                </a:cubicBezTo>
                <a:cubicBezTo>
                  <a:pt x="539" y="551"/>
                  <a:pt x="538" y="553"/>
                  <a:pt x="539" y="556"/>
                </a:cubicBezTo>
                <a:cubicBezTo>
                  <a:pt x="539" y="556"/>
                  <a:pt x="539" y="555"/>
                  <a:pt x="540" y="555"/>
                </a:cubicBezTo>
                <a:cubicBezTo>
                  <a:pt x="540" y="563"/>
                  <a:pt x="540" y="563"/>
                  <a:pt x="540" y="563"/>
                </a:cubicBezTo>
                <a:cubicBezTo>
                  <a:pt x="539" y="563"/>
                  <a:pt x="537" y="565"/>
                  <a:pt x="536" y="566"/>
                </a:cubicBezTo>
                <a:cubicBezTo>
                  <a:pt x="540" y="567"/>
                  <a:pt x="540" y="567"/>
                  <a:pt x="540" y="567"/>
                </a:cubicBezTo>
                <a:cubicBezTo>
                  <a:pt x="540" y="573"/>
                  <a:pt x="540" y="573"/>
                  <a:pt x="540" y="573"/>
                </a:cubicBezTo>
                <a:cubicBezTo>
                  <a:pt x="538" y="572"/>
                  <a:pt x="536" y="572"/>
                  <a:pt x="535" y="572"/>
                </a:cubicBezTo>
                <a:cubicBezTo>
                  <a:pt x="535" y="560"/>
                  <a:pt x="535" y="560"/>
                  <a:pt x="535" y="560"/>
                </a:cubicBezTo>
                <a:cubicBezTo>
                  <a:pt x="536" y="559"/>
                  <a:pt x="536" y="559"/>
                  <a:pt x="536" y="559"/>
                </a:cubicBezTo>
                <a:cubicBezTo>
                  <a:pt x="535" y="557"/>
                  <a:pt x="535" y="557"/>
                  <a:pt x="535" y="557"/>
                </a:cubicBezTo>
                <a:cubicBezTo>
                  <a:pt x="535" y="550"/>
                  <a:pt x="535" y="550"/>
                  <a:pt x="535" y="550"/>
                </a:cubicBezTo>
                <a:cubicBezTo>
                  <a:pt x="537" y="548"/>
                  <a:pt x="539" y="546"/>
                  <a:pt x="540" y="544"/>
                </a:cubicBezTo>
                <a:close/>
                <a:moveTo>
                  <a:pt x="540" y="583"/>
                </a:moveTo>
                <a:cubicBezTo>
                  <a:pt x="540" y="592"/>
                  <a:pt x="540" y="592"/>
                  <a:pt x="540" y="592"/>
                </a:cubicBezTo>
                <a:cubicBezTo>
                  <a:pt x="538" y="593"/>
                  <a:pt x="536" y="595"/>
                  <a:pt x="535" y="596"/>
                </a:cubicBezTo>
                <a:cubicBezTo>
                  <a:pt x="535" y="583"/>
                  <a:pt x="535" y="583"/>
                  <a:pt x="535" y="583"/>
                </a:cubicBezTo>
                <a:cubicBezTo>
                  <a:pt x="537" y="584"/>
                  <a:pt x="537" y="584"/>
                  <a:pt x="537" y="584"/>
                </a:cubicBezTo>
                <a:cubicBezTo>
                  <a:pt x="538" y="584"/>
                  <a:pt x="539" y="583"/>
                  <a:pt x="540" y="583"/>
                </a:cubicBezTo>
                <a:close/>
                <a:moveTo>
                  <a:pt x="540" y="720"/>
                </a:moveTo>
                <a:cubicBezTo>
                  <a:pt x="540" y="730"/>
                  <a:pt x="540" y="730"/>
                  <a:pt x="540" y="730"/>
                </a:cubicBezTo>
                <a:cubicBezTo>
                  <a:pt x="538" y="729"/>
                  <a:pt x="536" y="729"/>
                  <a:pt x="535" y="729"/>
                </a:cubicBezTo>
                <a:cubicBezTo>
                  <a:pt x="535" y="722"/>
                  <a:pt x="535" y="722"/>
                  <a:pt x="535" y="722"/>
                </a:cubicBezTo>
                <a:cubicBezTo>
                  <a:pt x="536" y="721"/>
                  <a:pt x="538" y="721"/>
                  <a:pt x="540" y="720"/>
                </a:cubicBezTo>
                <a:close/>
                <a:moveTo>
                  <a:pt x="530" y="23"/>
                </a:moveTo>
                <a:cubicBezTo>
                  <a:pt x="532" y="24"/>
                  <a:pt x="533" y="24"/>
                  <a:pt x="535" y="25"/>
                </a:cubicBezTo>
                <a:cubicBezTo>
                  <a:pt x="535" y="34"/>
                  <a:pt x="535" y="34"/>
                  <a:pt x="535" y="34"/>
                </a:cubicBezTo>
                <a:cubicBezTo>
                  <a:pt x="533" y="33"/>
                  <a:pt x="532" y="33"/>
                  <a:pt x="530" y="32"/>
                </a:cubicBezTo>
                <a:cubicBezTo>
                  <a:pt x="530" y="23"/>
                  <a:pt x="530" y="23"/>
                  <a:pt x="530" y="23"/>
                </a:cubicBezTo>
                <a:close/>
                <a:moveTo>
                  <a:pt x="535" y="770"/>
                </a:moveTo>
                <a:cubicBezTo>
                  <a:pt x="533" y="770"/>
                  <a:pt x="532" y="771"/>
                  <a:pt x="530" y="771"/>
                </a:cubicBezTo>
                <a:cubicBezTo>
                  <a:pt x="530" y="763"/>
                  <a:pt x="530" y="763"/>
                  <a:pt x="530" y="763"/>
                </a:cubicBezTo>
                <a:cubicBezTo>
                  <a:pt x="532" y="762"/>
                  <a:pt x="533" y="762"/>
                  <a:pt x="535" y="761"/>
                </a:cubicBezTo>
                <a:cubicBezTo>
                  <a:pt x="535" y="770"/>
                  <a:pt x="535" y="770"/>
                  <a:pt x="535" y="770"/>
                </a:cubicBezTo>
                <a:close/>
                <a:moveTo>
                  <a:pt x="535" y="66"/>
                </a:moveTo>
                <a:cubicBezTo>
                  <a:pt x="535" y="74"/>
                  <a:pt x="535" y="74"/>
                  <a:pt x="535" y="74"/>
                </a:cubicBezTo>
                <a:cubicBezTo>
                  <a:pt x="533" y="73"/>
                  <a:pt x="532" y="73"/>
                  <a:pt x="530" y="72"/>
                </a:cubicBezTo>
                <a:cubicBezTo>
                  <a:pt x="530" y="62"/>
                  <a:pt x="530" y="62"/>
                  <a:pt x="530" y="62"/>
                </a:cubicBezTo>
                <a:cubicBezTo>
                  <a:pt x="531" y="63"/>
                  <a:pt x="533" y="65"/>
                  <a:pt x="535" y="66"/>
                </a:cubicBezTo>
                <a:close/>
                <a:moveTo>
                  <a:pt x="535" y="209"/>
                </a:moveTo>
                <a:cubicBezTo>
                  <a:pt x="535" y="217"/>
                  <a:pt x="535" y="217"/>
                  <a:pt x="535" y="217"/>
                </a:cubicBezTo>
                <a:cubicBezTo>
                  <a:pt x="534" y="215"/>
                  <a:pt x="533" y="213"/>
                  <a:pt x="530" y="211"/>
                </a:cubicBezTo>
                <a:cubicBezTo>
                  <a:pt x="530" y="205"/>
                  <a:pt x="530" y="205"/>
                  <a:pt x="530" y="205"/>
                </a:cubicBezTo>
                <a:cubicBezTo>
                  <a:pt x="532" y="207"/>
                  <a:pt x="533" y="207"/>
                  <a:pt x="535" y="209"/>
                </a:cubicBezTo>
                <a:close/>
                <a:moveTo>
                  <a:pt x="535" y="229"/>
                </a:moveTo>
                <a:cubicBezTo>
                  <a:pt x="535" y="241"/>
                  <a:pt x="535" y="241"/>
                  <a:pt x="535" y="241"/>
                </a:cubicBezTo>
                <a:cubicBezTo>
                  <a:pt x="533" y="241"/>
                  <a:pt x="532" y="241"/>
                  <a:pt x="530" y="240"/>
                </a:cubicBezTo>
                <a:cubicBezTo>
                  <a:pt x="530" y="234"/>
                  <a:pt x="530" y="234"/>
                  <a:pt x="530" y="234"/>
                </a:cubicBezTo>
                <a:cubicBezTo>
                  <a:pt x="531" y="234"/>
                  <a:pt x="532" y="235"/>
                  <a:pt x="533" y="236"/>
                </a:cubicBezTo>
                <a:cubicBezTo>
                  <a:pt x="533" y="233"/>
                  <a:pt x="534" y="231"/>
                  <a:pt x="535" y="229"/>
                </a:cubicBezTo>
                <a:close/>
                <a:moveTo>
                  <a:pt x="535" y="245"/>
                </a:moveTo>
                <a:cubicBezTo>
                  <a:pt x="535" y="252"/>
                  <a:pt x="535" y="252"/>
                  <a:pt x="535" y="252"/>
                </a:cubicBezTo>
                <a:cubicBezTo>
                  <a:pt x="534" y="252"/>
                  <a:pt x="534" y="253"/>
                  <a:pt x="534" y="254"/>
                </a:cubicBezTo>
                <a:cubicBezTo>
                  <a:pt x="534" y="254"/>
                  <a:pt x="534" y="254"/>
                  <a:pt x="535" y="254"/>
                </a:cubicBezTo>
                <a:cubicBezTo>
                  <a:pt x="535" y="258"/>
                  <a:pt x="535" y="258"/>
                  <a:pt x="535" y="258"/>
                </a:cubicBezTo>
                <a:cubicBezTo>
                  <a:pt x="533" y="258"/>
                  <a:pt x="532" y="257"/>
                  <a:pt x="530" y="257"/>
                </a:cubicBezTo>
                <a:cubicBezTo>
                  <a:pt x="530" y="250"/>
                  <a:pt x="530" y="250"/>
                  <a:pt x="530" y="250"/>
                </a:cubicBezTo>
                <a:cubicBezTo>
                  <a:pt x="532" y="249"/>
                  <a:pt x="533" y="247"/>
                  <a:pt x="535" y="245"/>
                </a:cubicBezTo>
                <a:close/>
                <a:moveTo>
                  <a:pt x="535" y="268"/>
                </a:moveTo>
                <a:cubicBezTo>
                  <a:pt x="535" y="272"/>
                  <a:pt x="535" y="272"/>
                  <a:pt x="535" y="272"/>
                </a:cubicBezTo>
                <a:cubicBezTo>
                  <a:pt x="533" y="271"/>
                  <a:pt x="532" y="270"/>
                  <a:pt x="530" y="269"/>
                </a:cubicBezTo>
                <a:cubicBezTo>
                  <a:pt x="530" y="265"/>
                  <a:pt x="530" y="265"/>
                  <a:pt x="530" y="265"/>
                </a:cubicBezTo>
                <a:cubicBezTo>
                  <a:pt x="532" y="266"/>
                  <a:pt x="533" y="267"/>
                  <a:pt x="535" y="268"/>
                </a:cubicBezTo>
                <a:close/>
                <a:moveTo>
                  <a:pt x="535" y="276"/>
                </a:moveTo>
                <a:cubicBezTo>
                  <a:pt x="535" y="281"/>
                  <a:pt x="535" y="281"/>
                  <a:pt x="535" y="281"/>
                </a:cubicBezTo>
                <a:cubicBezTo>
                  <a:pt x="533" y="282"/>
                  <a:pt x="532" y="284"/>
                  <a:pt x="530" y="286"/>
                </a:cubicBezTo>
                <a:cubicBezTo>
                  <a:pt x="530" y="277"/>
                  <a:pt x="530" y="277"/>
                  <a:pt x="530" y="277"/>
                </a:cubicBezTo>
                <a:cubicBezTo>
                  <a:pt x="532" y="277"/>
                  <a:pt x="533" y="277"/>
                  <a:pt x="535" y="276"/>
                </a:cubicBezTo>
                <a:close/>
                <a:moveTo>
                  <a:pt x="535" y="302"/>
                </a:moveTo>
                <a:cubicBezTo>
                  <a:pt x="535" y="314"/>
                  <a:pt x="535" y="314"/>
                  <a:pt x="535" y="314"/>
                </a:cubicBezTo>
                <a:cubicBezTo>
                  <a:pt x="533" y="314"/>
                  <a:pt x="533" y="314"/>
                  <a:pt x="533" y="314"/>
                </a:cubicBezTo>
                <a:cubicBezTo>
                  <a:pt x="533" y="329"/>
                  <a:pt x="533" y="329"/>
                  <a:pt x="532" y="334"/>
                </a:cubicBezTo>
                <a:cubicBezTo>
                  <a:pt x="530" y="334"/>
                  <a:pt x="530" y="334"/>
                  <a:pt x="530" y="334"/>
                </a:cubicBezTo>
                <a:cubicBezTo>
                  <a:pt x="530" y="304"/>
                  <a:pt x="530" y="304"/>
                  <a:pt x="530" y="304"/>
                </a:cubicBezTo>
                <a:cubicBezTo>
                  <a:pt x="532" y="303"/>
                  <a:pt x="533" y="302"/>
                  <a:pt x="535" y="302"/>
                </a:cubicBezTo>
                <a:close/>
                <a:moveTo>
                  <a:pt x="535" y="340"/>
                </a:moveTo>
                <a:cubicBezTo>
                  <a:pt x="535" y="360"/>
                  <a:pt x="535" y="360"/>
                  <a:pt x="535" y="360"/>
                </a:cubicBezTo>
                <a:cubicBezTo>
                  <a:pt x="530" y="360"/>
                  <a:pt x="530" y="360"/>
                  <a:pt x="530" y="360"/>
                </a:cubicBezTo>
                <a:cubicBezTo>
                  <a:pt x="530" y="351"/>
                  <a:pt x="530" y="351"/>
                  <a:pt x="530" y="351"/>
                </a:cubicBezTo>
                <a:cubicBezTo>
                  <a:pt x="531" y="351"/>
                  <a:pt x="531" y="351"/>
                  <a:pt x="532" y="351"/>
                </a:cubicBezTo>
                <a:cubicBezTo>
                  <a:pt x="532" y="348"/>
                  <a:pt x="533" y="345"/>
                  <a:pt x="533" y="342"/>
                </a:cubicBezTo>
                <a:cubicBezTo>
                  <a:pt x="535" y="340"/>
                  <a:pt x="535" y="340"/>
                  <a:pt x="535" y="340"/>
                </a:cubicBezTo>
                <a:close/>
                <a:moveTo>
                  <a:pt x="535" y="361"/>
                </a:moveTo>
                <a:cubicBezTo>
                  <a:pt x="535" y="374"/>
                  <a:pt x="535" y="374"/>
                  <a:pt x="535" y="374"/>
                </a:cubicBezTo>
                <a:cubicBezTo>
                  <a:pt x="533" y="377"/>
                  <a:pt x="532" y="379"/>
                  <a:pt x="531" y="381"/>
                </a:cubicBezTo>
                <a:cubicBezTo>
                  <a:pt x="530" y="381"/>
                  <a:pt x="530" y="381"/>
                  <a:pt x="530" y="381"/>
                </a:cubicBezTo>
                <a:cubicBezTo>
                  <a:pt x="530" y="364"/>
                  <a:pt x="530" y="364"/>
                  <a:pt x="530" y="364"/>
                </a:cubicBezTo>
                <a:cubicBezTo>
                  <a:pt x="532" y="364"/>
                  <a:pt x="533" y="363"/>
                  <a:pt x="535" y="361"/>
                </a:cubicBezTo>
                <a:close/>
                <a:moveTo>
                  <a:pt x="535" y="390"/>
                </a:moveTo>
                <a:cubicBezTo>
                  <a:pt x="535" y="399"/>
                  <a:pt x="535" y="399"/>
                  <a:pt x="535" y="399"/>
                </a:cubicBezTo>
                <a:cubicBezTo>
                  <a:pt x="534" y="396"/>
                  <a:pt x="534" y="396"/>
                  <a:pt x="533" y="394"/>
                </a:cubicBezTo>
                <a:cubicBezTo>
                  <a:pt x="532" y="394"/>
                  <a:pt x="531" y="394"/>
                  <a:pt x="530" y="394"/>
                </a:cubicBezTo>
                <a:cubicBezTo>
                  <a:pt x="530" y="390"/>
                  <a:pt x="530" y="390"/>
                  <a:pt x="530" y="390"/>
                </a:cubicBezTo>
                <a:cubicBezTo>
                  <a:pt x="535" y="390"/>
                  <a:pt x="535" y="390"/>
                  <a:pt x="535" y="390"/>
                </a:cubicBezTo>
                <a:close/>
                <a:moveTo>
                  <a:pt x="535" y="411"/>
                </a:moveTo>
                <a:cubicBezTo>
                  <a:pt x="535" y="415"/>
                  <a:pt x="535" y="415"/>
                  <a:pt x="535" y="415"/>
                </a:cubicBezTo>
                <a:cubicBezTo>
                  <a:pt x="530" y="415"/>
                  <a:pt x="530" y="415"/>
                  <a:pt x="530" y="415"/>
                </a:cubicBezTo>
                <a:cubicBezTo>
                  <a:pt x="530" y="410"/>
                  <a:pt x="530" y="410"/>
                  <a:pt x="530" y="410"/>
                </a:cubicBezTo>
                <a:cubicBezTo>
                  <a:pt x="531" y="410"/>
                  <a:pt x="531" y="411"/>
                  <a:pt x="531" y="411"/>
                </a:cubicBezTo>
                <a:cubicBezTo>
                  <a:pt x="535" y="411"/>
                  <a:pt x="535" y="411"/>
                  <a:pt x="535" y="411"/>
                </a:cubicBezTo>
                <a:close/>
                <a:moveTo>
                  <a:pt x="535" y="421"/>
                </a:moveTo>
                <a:cubicBezTo>
                  <a:pt x="535" y="440"/>
                  <a:pt x="535" y="440"/>
                  <a:pt x="535" y="440"/>
                </a:cubicBezTo>
                <a:cubicBezTo>
                  <a:pt x="533" y="438"/>
                  <a:pt x="532" y="436"/>
                  <a:pt x="531" y="435"/>
                </a:cubicBezTo>
                <a:cubicBezTo>
                  <a:pt x="531" y="430"/>
                  <a:pt x="531" y="427"/>
                  <a:pt x="531" y="423"/>
                </a:cubicBezTo>
                <a:cubicBezTo>
                  <a:pt x="533" y="422"/>
                  <a:pt x="534" y="422"/>
                  <a:pt x="535" y="421"/>
                </a:cubicBezTo>
                <a:close/>
                <a:moveTo>
                  <a:pt x="535" y="452"/>
                </a:moveTo>
                <a:cubicBezTo>
                  <a:pt x="535" y="461"/>
                  <a:pt x="535" y="461"/>
                  <a:pt x="535" y="461"/>
                </a:cubicBezTo>
                <a:cubicBezTo>
                  <a:pt x="533" y="461"/>
                  <a:pt x="532" y="461"/>
                  <a:pt x="530" y="461"/>
                </a:cubicBezTo>
                <a:cubicBezTo>
                  <a:pt x="530" y="451"/>
                  <a:pt x="530" y="451"/>
                  <a:pt x="530" y="451"/>
                </a:cubicBezTo>
                <a:cubicBezTo>
                  <a:pt x="531" y="451"/>
                  <a:pt x="531" y="451"/>
                  <a:pt x="531" y="452"/>
                </a:cubicBezTo>
                <a:cubicBezTo>
                  <a:pt x="535" y="452"/>
                  <a:pt x="535" y="452"/>
                  <a:pt x="535" y="452"/>
                </a:cubicBezTo>
                <a:close/>
                <a:moveTo>
                  <a:pt x="535" y="466"/>
                </a:moveTo>
                <a:cubicBezTo>
                  <a:pt x="535" y="476"/>
                  <a:pt x="535" y="476"/>
                  <a:pt x="535" y="476"/>
                </a:cubicBezTo>
                <a:cubicBezTo>
                  <a:pt x="533" y="476"/>
                  <a:pt x="532" y="477"/>
                  <a:pt x="530" y="477"/>
                </a:cubicBezTo>
                <a:cubicBezTo>
                  <a:pt x="530" y="467"/>
                  <a:pt x="530" y="467"/>
                  <a:pt x="530" y="467"/>
                </a:cubicBezTo>
                <a:cubicBezTo>
                  <a:pt x="532" y="467"/>
                  <a:pt x="533" y="466"/>
                  <a:pt x="535" y="466"/>
                </a:cubicBezTo>
                <a:close/>
                <a:moveTo>
                  <a:pt x="535" y="522"/>
                </a:moveTo>
                <a:cubicBezTo>
                  <a:pt x="535" y="534"/>
                  <a:pt x="535" y="534"/>
                  <a:pt x="535" y="534"/>
                </a:cubicBezTo>
                <a:cubicBezTo>
                  <a:pt x="533" y="537"/>
                  <a:pt x="531" y="539"/>
                  <a:pt x="530" y="541"/>
                </a:cubicBezTo>
                <a:cubicBezTo>
                  <a:pt x="530" y="533"/>
                  <a:pt x="530" y="533"/>
                  <a:pt x="530" y="533"/>
                </a:cubicBezTo>
                <a:cubicBezTo>
                  <a:pt x="531" y="531"/>
                  <a:pt x="532" y="530"/>
                  <a:pt x="533" y="528"/>
                </a:cubicBezTo>
                <a:cubicBezTo>
                  <a:pt x="532" y="526"/>
                  <a:pt x="532" y="524"/>
                  <a:pt x="530" y="523"/>
                </a:cubicBezTo>
                <a:cubicBezTo>
                  <a:pt x="530" y="518"/>
                  <a:pt x="530" y="518"/>
                  <a:pt x="530" y="518"/>
                </a:cubicBezTo>
                <a:cubicBezTo>
                  <a:pt x="535" y="522"/>
                  <a:pt x="535" y="522"/>
                  <a:pt x="535" y="522"/>
                </a:cubicBezTo>
                <a:close/>
                <a:moveTo>
                  <a:pt x="535" y="550"/>
                </a:moveTo>
                <a:cubicBezTo>
                  <a:pt x="535" y="557"/>
                  <a:pt x="535" y="557"/>
                  <a:pt x="535" y="557"/>
                </a:cubicBezTo>
                <a:cubicBezTo>
                  <a:pt x="530" y="553"/>
                  <a:pt x="530" y="553"/>
                  <a:pt x="530" y="553"/>
                </a:cubicBezTo>
                <a:cubicBezTo>
                  <a:pt x="530" y="547"/>
                  <a:pt x="530" y="547"/>
                  <a:pt x="530" y="547"/>
                </a:cubicBezTo>
                <a:cubicBezTo>
                  <a:pt x="531" y="548"/>
                  <a:pt x="531" y="550"/>
                  <a:pt x="533" y="551"/>
                </a:cubicBezTo>
                <a:cubicBezTo>
                  <a:pt x="533" y="550"/>
                  <a:pt x="534" y="550"/>
                  <a:pt x="535" y="550"/>
                </a:cubicBezTo>
                <a:close/>
                <a:moveTo>
                  <a:pt x="535" y="560"/>
                </a:moveTo>
                <a:cubicBezTo>
                  <a:pt x="535" y="572"/>
                  <a:pt x="535" y="572"/>
                  <a:pt x="535" y="572"/>
                </a:cubicBezTo>
                <a:cubicBezTo>
                  <a:pt x="533" y="571"/>
                  <a:pt x="532" y="571"/>
                  <a:pt x="530" y="572"/>
                </a:cubicBezTo>
                <a:cubicBezTo>
                  <a:pt x="530" y="566"/>
                  <a:pt x="530" y="566"/>
                  <a:pt x="530" y="566"/>
                </a:cubicBezTo>
                <a:cubicBezTo>
                  <a:pt x="531" y="565"/>
                  <a:pt x="531" y="565"/>
                  <a:pt x="531" y="565"/>
                </a:cubicBezTo>
                <a:cubicBezTo>
                  <a:pt x="532" y="563"/>
                  <a:pt x="532" y="563"/>
                  <a:pt x="535" y="560"/>
                </a:cubicBezTo>
                <a:close/>
                <a:moveTo>
                  <a:pt x="535" y="583"/>
                </a:moveTo>
                <a:cubicBezTo>
                  <a:pt x="535" y="596"/>
                  <a:pt x="535" y="596"/>
                  <a:pt x="535" y="596"/>
                </a:cubicBezTo>
                <a:cubicBezTo>
                  <a:pt x="533" y="597"/>
                  <a:pt x="532" y="598"/>
                  <a:pt x="530" y="599"/>
                </a:cubicBezTo>
                <a:cubicBezTo>
                  <a:pt x="530" y="592"/>
                  <a:pt x="530" y="592"/>
                  <a:pt x="530" y="592"/>
                </a:cubicBezTo>
                <a:cubicBezTo>
                  <a:pt x="531" y="591"/>
                  <a:pt x="533" y="590"/>
                  <a:pt x="534" y="589"/>
                </a:cubicBezTo>
                <a:cubicBezTo>
                  <a:pt x="532" y="589"/>
                  <a:pt x="531" y="588"/>
                  <a:pt x="530" y="588"/>
                </a:cubicBezTo>
                <a:cubicBezTo>
                  <a:pt x="530" y="581"/>
                  <a:pt x="530" y="581"/>
                  <a:pt x="530" y="581"/>
                </a:cubicBezTo>
                <a:cubicBezTo>
                  <a:pt x="535" y="583"/>
                  <a:pt x="535" y="583"/>
                  <a:pt x="535" y="583"/>
                </a:cubicBezTo>
                <a:close/>
                <a:moveTo>
                  <a:pt x="535" y="722"/>
                </a:moveTo>
                <a:cubicBezTo>
                  <a:pt x="535" y="729"/>
                  <a:pt x="535" y="729"/>
                  <a:pt x="535" y="729"/>
                </a:cubicBezTo>
                <a:cubicBezTo>
                  <a:pt x="533" y="729"/>
                  <a:pt x="532" y="730"/>
                  <a:pt x="530" y="730"/>
                </a:cubicBezTo>
                <a:cubicBezTo>
                  <a:pt x="530" y="723"/>
                  <a:pt x="530" y="723"/>
                  <a:pt x="530" y="723"/>
                </a:cubicBezTo>
                <a:cubicBezTo>
                  <a:pt x="532" y="722"/>
                  <a:pt x="533" y="722"/>
                  <a:pt x="535" y="722"/>
                </a:cubicBezTo>
                <a:close/>
                <a:moveTo>
                  <a:pt x="535" y="745"/>
                </a:moveTo>
                <a:cubicBezTo>
                  <a:pt x="535" y="756"/>
                  <a:pt x="535" y="756"/>
                  <a:pt x="535" y="756"/>
                </a:cubicBezTo>
                <a:cubicBezTo>
                  <a:pt x="533" y="755"/>
                  <a:pt x="532" y="754"/>
                  <a:pt x="530" y="753"/>
                </a:cubicBezTo>
                <a:cubicBezTo>
                  <a:pt x="530" y="742"/>
                  <a:pt x="530" y="742"/>
                  <a:pt x="530" y="742"/>
                </a:cubicBezTo>
                <a:cubicBezTo>
                  <a:pt x="532" y="743"/>
                  <a:pt x="533" y="744"/>
                  <a:pt x="535" y="745"/>
                </a:cubicBezTo>
                <a:close/>
                <a:moveTo>
                  <a:pt x="522" y="21"/>
                </a:moveTo>
                <a:cubicBezTo>
                  <a:pt x="524" y="22"/>
                  <a:pt x="527" y="23"/>
                  <a:pt x="530" y="23"/>
                </a:cubicBezTo>
                <a:cubicBezTo>
                  <a:pt x="530" y="32"/>
                  <a:pt x="530" y="32"/>
                  <a:pt x="530" y="32"/>
                </a:cubicBezTo>
                <a:cubicBezTo>
                  <a:pt x="528" y="31"/>
                  <a:pt x="525" y="30"/>
                  <a:pt x="522" y="29"/>
                </a:cubicBezTo>
                <a:cubicBezTo>
                  <a:pt x="522" y="21"/>
                  <a:pt x="522" y="21"/>
                  <a:pt x="522" y="21"/>
                </a:cubicBezTo>
                <a:close/>
                <a:moveTo>
                  <a:pt x="530" y="771"/>
                </a:moveTo>
                <a:cubicBezTo>
                  <a:pt x="528" y="772"/>
                  <a:pt x="525" y="773"/>
                  <a:pt x="522" y="774"/>
                </a:cubicBezTo>
                <a:cubicBezTo>
                  <a:pt x="522" y="764"/>
                  <a:pt x="522" y="764"/>
                  <a:pt x="522" y="764"/>
                </a:cubicBezTo>
                <a:cubicBezTo>
                  <a:pt x="525" y="764"/>
                  <a:pt x="528" y="763"/>
                  <a:pt x="530" y="763"/>
                </a:cubicBezTo>
                <a:cubicBezTo>
                  <a:pt x="530" y="771"/>
                  <a:pt x="530" y="771"/>
                  <a:pt x="530" y="771"/>
                </a:cubicBezTo>
                <a:close/>
                <a:moveTo>
                  <a:pt x="530" y="62"/>
                </a:moveTo>
                <a:cubicBezTo>
                  <a:pt x="530" y="72"/>
                  <a:pt x="530" y="72"/>
                  <a:pt x="530" y="72"/>
                </a:cubicBezTo>
                <a:cubicBezTo>
                  <a:pt x="527" y="71"/>
                  <a:pt x="525" y="70"/>
                  <a:pt x="522" y="69"/>
                </a:cubicBezTo>
                <a:cubicBezTo>
                  <a:pt x="522" y="33"/>
                  <a:pt x="522" y="33"/>
                  <a:pt x="522" y="33"/>
                </a:cubicBezTo>
                <a:cubicBezTo>
                  <a:pt x="522" y="36"/>
                  <a:pt x="524" y="41"/>
                  <a:pt x="526" y="53"/>
                </a:cubicBezTo>
                <a:cubicBezTo>
                  <a:pt x="527" y="57"/>
                  <a:pt x="529" y="60"/>
                  <a:pt x="530" y="62"/>
                </a:cubicBezTo>
                <a:close/>
                <a:moveTo>
                  <a:pt x="530" y="205"/>
                </a:moveTo>
                <a:cubicBezTo>
                  <a:pt x="530" y="211"/>
                  <a:pt x="530" y="211"/>
                  <a:pt x="530" y="211"/>
                </a:cubicBezTo>
                <a:cubicBezTo>
                  <a:pt x="529" y="211"/>
                  <a:pt x="528" y="210"/>
                  <a:pt x="526" y="209"/>
                </a:cubicBezTo>
                <a:cubicBezTo>
                  <a:pt x="526" y="216"/>
                  <a:pt x="526" y="223"/>
                  <a:pt x="526" y="230"/>
                </a:cubicBezTo>
                <a:cubicBezTo>
                  <a:pt x="528" y="231"/>
                  <a:pt x="529" y="233"/>
                  <a:pt x="530" y="234"/>
                </a:cubicBezTo>
                <a:cubicBezTo>
                  <a:pt x="530" y="240"/>
                  <a:pt x="530" y="240"/>
                  <a:pt x="530" y="240"/>
                </a:cubicBezTo>
                <a:cubicBezTo>
                  <a:pt x="530" y="240"/>
                  <a:pt x="530" y="240"/>
                  <a:pt x="530" y="240"/>
                </a:cubicBezTo>
                <a:cubicBezTo>
                  <a:pt x="528" y="238"/>
                  <a:pt x="525" y="235"/>
                  <a:pt x="522" y="233"/>
                </a:cubicBezTo>
                <a:cubicBezTo>
                  <a:pt x="522" y="200"/>
                  <a:pt x="522" y="200"/>
                  <a:pt x="522" y="200"/>
                </a:cubicBezTo>
                <a:cubicBezTo>
                  <a:pt x="525" y="202"/>
                  <a:pt x="528" y="204"/>
                  <a:pt x="530" y="205"/>
                </a:cubicBezTo>
                <a:close/>
                <a:moveTo>
                  <a:pt x="530" y="250"/>
                </a:moveTo>
                <a:cubicBezTo>
                  <a:pt x="530" y="257"/>
                  <a:pt x="530" y="257"/>
                  <a:pt x="530" y="257"/>
                </a:cubicBezTo>
                <a:cubicBezTo>
                  <a:pt x="528" y="257"/>
                  <a:pt x="526" y="258"/>
                  <a:pt x="526" y="262"/>
                </a:cubicBezTo>
                <a:cubicBezTo>
                  <a:pt x="530" y="265"/>
                  <a:pt x="530" y="265"/>
                  <a:pt x="530" y="265"/>
                </a:cubicBezTo>
                <a:cubicBezTo>
                  <a:pt x="530" y="269"/>
                  <a:pt x="530" y="269"/>
                  <a:pt x="530" y="269"/>
                </a:cubicBezTo>
                <a:cubicBezTo>
                  <a:pt x="527" y="267"/>
                  <a:pt x="524" y="266"/>
                  <a:pt x="522" y="266"/>
                </a:cubicBezTo>
                <a:cubicBezTo>
                  <a:pt x="522" y="259"/>
                  <a:pt x="522" y="259"/>
                  <a:pt x="522" y="259"/>
                </a:cubicBezTo>
                <a:cubicBezTo>
                  <a:pt x="525" y="256"/>
                  <a:pt x="527" y="253"/>
                  <a:pt x="530" y="250"/>
                </a:cubicBezTo>
                <a:close/>
                <a:moveTo>
                  <a:pt x="530" y="277"/>
                </a:moveTo>
                <a:cubicBezTo>
                  <a:pt x="530" y="286"/>
                  <a:pt x="530" y="286"/>
                  <a:pt x="530" y="286"/>
                </a:cubicBezTo>
                <a:cubicBezTo>
                  <a:pt x="527" y="289"/>
                  <a:pt x="525" y="293"/>
                  <a:pt x="522" y="296"/>
                </a:cubicBezTo>
                <a:cubicBezTo>
                  <a:pt x="522" y="286"/>
                  <a:pt x="522" y="286"/>
                  <a:pt x="522" y="286"/>
                </a:cubicBezTo>
                <a:cubicBezTo>
                  <a:pt x="524" y="285"/>
                  <a:pt x="525" y="285"/>
                  <a:pt x="527" y="284"/>
                </a:cubicBezTo>
                <a:cubicBezTo>
                  <a:pt x="528" y="283"/>
                  <a:pt x="528" y="282"/>
                  <a:pt x="528" y="282"/>
                </a:cubicBezTo>
                <a:cubicBezTo>
                  <a:pt x="527" y="281"/>
                  <a:pt x="524" y="280"/>
                  <a:pt x="522" y="278"/>
                </a:cubicBezTo>
                <a:cubicBezTo>
                  <a:pt x="522" y="274"/>
                  <a:pt x="522" y="274"/>
                  <a:pt x="522" y="274"/>
                </a:cubicBezTo>
                <a:cubicBezTo>
                  <a:pt x="524" y="275"/>
                  <a:pt x="525" y="277"/>
                  <a:pt x="527" y="278"/>
                </a:cubicBezTo>
                <a:cubicBezTo>
                  <a:pt x="528" y="278"/>
                  <a:pt x="529" y="278"/>
                  <a:pt x="530" y="277"/>
                </a:cubicBezTo>
                <a:close/>
                <a:moveTo>
                  <a:pt x="530" y="304"/>
                </a:moveTo>
                <a:cubicBezTo>
                  <a:pt x="530" y="334"/>
                  <a:pt x="530" y="334"/>
                  <a:pt x="530" y="334"/>
                </a:cubicBezTo>
                <a:cubicBezTo>
                  <a:pt x="527" y="336"/>
                  <a:pt x="524" y="338"/>
                  <a:pt x="522" y="339"/>
                </a:cubicBezTo>
                <a:cubicBezTo>
                  <a:pt x="522" y="328"/>
                  <a:pt x="522" y="328"/>
                  <a:pt x="522" y="328"/>
                </a:cubicBezTo>
                <a:cubicBezTo>
                  <a:pt x="523" y="328"/>
                  <a:pt x="524" y="328"/>
                  <a:pt x="526" y="328"/>
                </a:cubicBezTo>
                <a:cubicBezTo>
                  <a:pt x="526" y="320"/>
                  <a:pt x="520" y="318"/>
                  <a:pt x="522" y="311"/>
                </a:cubicBezTo>
                <a:cubicBezTo>
                  <a:pt x="525" y="309"/>
                  <a:pt x="527" y="306"/>
                  <a:pt x="530" y="304"/>
                </a:cubicBezTo>
                <a:close/>
                <a:moveTo>
                  <a:pt x="530" y="351"/>
                </a:moveTo>
                <a:cubicBezTo>
                  <a:pt x="530" y="360"/>
                  <a:pt x="530" y="360"/>
                  <a:pt x="530" y="360"/>
                </a:cubicBezTo>
                <a:cubicBezTo>
                  <a:pt x="524" y="360"/>
                  <a:pt x="524" y="360"/>
                  <a:pt x="524" y="360"/>
                </a:cubicBezTo>
                <a:cubicBezTo>
                  <a:pt x="524" y="362"/>
                  <a:pt x="524" y="364"/>
                  <a:pt x="524" y="365"/>
                </a:cubicBezTo>
                <a:cubicBezTo>
                  <a:pt x="527" y="365"/>
                  <a:pt x="529" y="365"/>
                  <a:pt x="530" y="364"/>
                </a:cubicBezTo>
                <a:cubicBezTo>
                  <a:pt x="530" y="381"/>
                  <a:pt x="530" y="381"/>
                  <a:pt x="530" y="381"/>
                </a:cubicBezTo>
                <a:cubicBezTo>
                  <a:pt x="528" y="381"/>
                  <a:pt x="526" y="381"/>
                  <a:pt x="524" y="382"/>
                </a:cubicBezTo>
                <a:cubicBezTo>
                  <a:pt x="523" y="380"/>
                  <a:pt x="523" y="379"/>
                  <a:pt x="522" y="377"/>
                </a:cubicBezTo>
                <a:cubicBezTo>
                  <a:pt x="522" y="351"/>
                  <a:pt x="522" y="351"/>
                  <a:pt x="522" y="351"/>
                </a:cubicBezTo>
                <a:cubicBezTo>
                  <a:pt x="525" y="351"/>
                  <a:pt x="528" y="351"/>
                  <a:pt x="530" y="351"/>
                </a:cubicBezTo>
                <a:close/>
                <a:moveTo>
                  <a:pt x="530" y="390"/>
                </a:moveTo>
                <a:cubicBezTo>
                  <a:pt x="530" y="394"/>
                  <a:pt x="530" y="394"/>
                  <a:pt x="530" y="394"/>
                </a:cubicBezTo>
                <a:cubicBezTo>
                  <a:pt x="529" y="394"/>
                  <a:pt x="527" y="393"/>
                  <a:pt x="526" y="393"/>
                </a:cubicBezTo>
                <a:cubicBezTo>
                  <a:pt x="527" y="399"/>
                  <a:pt x="526" y="406"/>
                  <a:pt x="530" y="410"/>
                </a:cubicBezTo>
                <a:cubicBezTo>
                  <a:pt x="530" y="415"/>
                  <a:pt x="530" y="415"/>
                  <a:pt x="530" y="415"/>
                </a:cubicBezTo>
                <a:cubicBezTo>
                  <a:pt x="522" y="415"/>
                  <a:pt x="522" y="415"/>
                  <a:pt x="522" y="415"/>
                </a:cubicBezTo>
                <a:cubicBezTo>
                  <a:pt x="522" y="411"/>
                  <a:pt x="522" y="411"/>
                  <a:pt x="522" y="411"/>
                </a:cubicBezTo>
                <a:cubicBezTo>
                  <a:pt x="524" y="411"/>
                  <a:pt x="524" y="411"/>
                  <a:pt x="524" y="411"/>
                </a:cubicBezTo>
                <a:cubicBezTo>
                  <a:pt x="523" y="405"/>
                  <a:pt x="523" y="401"/>
                  <a:pt x="522" y="398"/>
                </a:cubicBezTo>
                <a:cubicBezTo>
                  <a:pt x="522" y="390"/>
                  <a:pt x="522" y="390"/>
                  <a:pt x="522" y="390"/>
                </a:cubicBezTo>
                <a:cubicBezTo>
                  <a:pt x="530" y="390"/>
                  <a:pt x="530" y="390"/>
                  <a:pt x="530" y="390"/>
                </a:cubicBezTo>
                <a:close/>
                <a:moveTo>
                  <a:pt x="530" y="451"/>
                </a:moveTo>
                <a:cubicBezTo>
                  <a:pt x="530" y="461"/>
                  <a:pt x="530" y="461"/>
                  <a:pt x="530" y="461"/>
                </a:cubicBezTo>
                <a:cubicBezTo>
                  <a:pt x="527" y="460"/>
                  <a:pt x="524" y="460"/>
                  <a:pt x="522" y="459"/>
                </a:cubicBezTo>
                <a:cubicBezTo>
                  <a:pt x="522" y="446"/>
                  <a:pt x="522" y="446"/>
                  <a:pt x="522" y="446"/>
                </a:cubicBezTo>
                <a:cubicBezTo>
                  <a:pt x="525" y="447"/>
                  <a:pt x="528" y="449"/>
                  <a:pt x="530" y="451"/>
                </a:cubicBezTo>
                <a:close/>
                <a:moveTo>
                  <a:pt x="530" y="467"/>
                </a:moveTo>
                <a:cubicBezTo>
                  <a:pt x="530" y="477"/>
                  <a:pt x="530" y="477"/>
                  <a:pt x="530" y="477"/>
                </a:cubicBezTo>
                <a:cubicBezTo>
                  <a:pt x="527" y="478"/>
                  <a:pt x="525" y="479"/>
                  <a:pt x="522" y="480"/>
                </a:cubicBezTo>
                <a:cubicBezTo>
                  <a:pt x="522" y="469"/>
                  <a:pt x="522" y="469"/>
                  <a:pt x="522" y="469"/>
                </a:cubicBezTo>
                <a:cubicBezTo>
                  <a:pt x="525" y="468"/>
                  <a:pt x="528" y="468"/>
                  <a:pt x="530" y="467"/>
                </a:cubicBezTo>
                <a:close/>
                <a:moveTo>
                  <a:pt x="530" y="518"/>
                </a:moveTo>
                <a:cubicBezTo>
                  <a:pt x="530" y="523"/>
                  <a:pt x="530" y="523"/>
                  <a:pt x="530" y="523"/>
                </a:cubicBezTo>
                <a:cubicBezTo>
                  <a:pt x="530" y="522"/>
                  <a:pt x="529" y="522"/>
                  <a:pt x="528" y="522"/>
                </a:cubicBezTo>
                <a:cubicBezTo>
                  <a:pt x="526" y="526"/>
                  <a:pt x="524" y="529"/>
                  <a:pt x="522" y="533"/>
                </a:cubicBezTo>
                <a:cubicBezTo>
                  <a:pt x="522" y="525"/>
                  <a:pt x="522" y="525"/>
                  <a:pt x="522" y="525"/>
                </a:cubicBezTo>
                <a:cubicBezTo>
                  <a:pt x="524" y="522"/>
                  <a:pt x="524" y="519"/>
                  <a:pt x="522" y="515"/>
                </a:cubicBezTo>
                <a:cubicBezTo>
                  <a:pt x="522" y="509"/>
                  <a:pt x="522" y="509"/>
                  <a:pt x="522" y="509"/>
                </a:cubicBezTo>
                <a:cubicBezTo>
                  <a:pt x="530" y="518"/>
                  <a:pt x="530" y="518"/>
                  <a:pt x="530" y="518"/>
                </a:cubicBezTo>
                <a:close/>
                <a:moveTo>
                  <a:pt x="530" y="533"/>
                </a:moveTo>
                <a:cubicBezTo>
                  <a:pt x="530" y="541"/>
                  <a:pt x="530" y="541"/>
                  <a:pt x="530" y="541"/>
                </a:cubicBezTo>
                <a:cubicBezTo>
                  <a:pt x="530" y="543"/>
                  <a:pt x="529" y="545"/>
                  <a:pt x="530" y="547"/>
                </a:cubicBezTo>
                <a:cubicBezTo>
                  <a:pt x="530" y="553"/>
                  <a:pt x="530" y="553"/>
                  <a:pt x="530" y="553"/>
                </a:cubicBezTo>
                <a:cubicBezTo>
                  <a:pt x="522" y="544"/>
                  <a:pt x="522" y="544"/>
                  <a:pt x="522" y="544"/>
                </a:cubicBezTo>
                <a:cubicBezTo>
                  <a:pt x="522" y="539"/>
                  <a:pt x="522" y="539"/>
                  <a:pt x="522" y="539"/>
                </a:cubicBezTo>
                <a:cubicBezTo>
                  <a:pt x="523" y="541"/>
                  <a:pt x="524" y="542"/>
                  <a:pt x="524" y="543"/>
                </a:cubicBezTo>
                <a:cubicBezTo>
                  <a:pt x="526" y="540"/>
                  <a:pt x="528" y="536"/>
                  <a:pt x="530" y="533"/>
                </a:cubicBezTo>
                <a:close/>
                <a:moveTo>
                  <a:pt x="530" y="566"/>
                </a:moveTo>
                <a:cubicBezTo>
                  <a:pt x="530" y="572"/>
                  <a:pt x="530" y="572"/>
                  <a:pt x="530" y="572"/>
                </a:cubicBezTo>
                <a:cubicBezTo>
                  <a:pt x="527" y="572"/>
                  <a:pt x="524" y="574"/>
                  <a:pt x="522" y="578"/>
                </a:cubicBezTo>
                <a:cubicBezTo>
                  <a:pt x="525" y="579"/>
                  <a:pt x="527" y="580"/>
                  <a:pt x="530" y="581"/>
                </a:cubicBezTo>
                <a:cubicBezTo>
                  <a:pt x="530" y="588"/>
                  <a:pt x="530" y="588"/>
                  <a:pt x="530" y="588"/>
                </a:cubicBezTo>
                <a:cubicBezTo>
                  <a:pt x="528" y="586"/>
                  <a:pt x="526" y="586"/>
                  <a:pt x="522" y="584"/>
                </a:cubicBezTo>
                <a:cubicBezTo>
                  <a:pt x="522" y="569"/>
                  <a:pt x="522" y="569"/>
                  <a:pt x="522" y="569"/>
                </a:cubicBezTo>
                <a:cubicBezTo>
                  <a:pt x="522" y="569"/>
                  <a:pt x="522" y="569"/>
                  <a:pt x="522" y="569"/>
                </a:cubicBezTo>
                <a:cubicBezTo>
                  <a:pt x="525" y="568"/>
                  <a:pt x="528" y="567"/>
                  <a:pt x="530" y="566"/>
                </a:cubicBezTo>
                <a:close/>
                <a:moveTo>
                  <a:pt x="530" y="592"/>
                </a:moveTo>
                <a:cubicBezTo>
                  <a:pt x="530" y="599"/>
                  <a:pt x="530" y="599"/>
                  <a:pt x="530" y="599"/>
                </a:cubicBezTo>
                <a:cubicBezTo>
                  <a:pt x="527" y="601"/>
                  <a:pt x="525" y="603"/>
                  <a:pt x="522" y="605"/>
                </a:cubicBezTo>
                <a:cubicBezTo>
                  <a:pt x="522" y="595"/>
                  <a:pt x="522" y="595"/>
                  <a:pt x="522" y="595"/>
                </a:cubicBezTo>
                <a:cubicBezTo>
                  <a:pt x="525" y="595"/>
                  <a:pt x="528" y="594"/>
                  <a:pt x="530" y="592"/>
                </a:cubicBezTo>
                <a:close/>
                <a:moveTo>
                  <a:pt x="530" y="723"/>
                </a:moveTo>
                <a:cubicBezTo>
                  <a:pt x="530" y="730"/>
                  <a:pt x="530" y="730"/>
                  <a:pt x="530" y="730"/>
                </a:cubicBezTo>
                <a:cubicBezTo>
                  <a:pt x="527" y="731"/>
                  <a:pt x="525" y="732"/>
                  <a:pt x="522" y="735"/>
                </a:cubicBezTo>
                <a:cubicBezTo>
                  <a:pt x="525" y="737"/>
                  <a:pt x="528" y="740"/>
                  <a:pt x="530" y="742"/>
                </a:cubicBezTo>
                <a:cubicBezTo>
                  <a:pt x="530" y="753"/>
                  <a:pt x="530" y="753"/>
                  <a:pt x="530" y="753"/>
                </a:cubicBezTo>
                <a:cubicBezTo>
                  <a:pt x="527" y="750"/>
                  <a:pt x="524" y="748"/>
                  <a:pt x="522" y="746"/>
                </a:cubicBezTo>
                <a:cubicBezTo>
                  <a:pt x="522" y="726"/>
                  <a:pt x="522" y="726"/>
                  <a:pt x="522" y="726"/>
                </a:cubicBezTo>
                <a:cubicBezTo>
                  <a:pt x="525" y="725"/>
                  <a:pt x="527" y="724"/>
                  <a:pt x="530" y="723"/>
                </a:cubicBezTo>
                <a:close/>
                <a:moveTo>
                  <a:pt x="515" y="19"/>
                </a:moveTo>
                <a:cubicBezTo>
                  <a:pt x="517" y="20"/>
                  <a:pt x="520" y="21"/>
                  <a:pt x="522" y="21"/>
                </a:cubicBezTo>
                <a:cubicBezTo>
                  <a:pt x="522" y="29"/>
                  <a:pt x="522" y="29"/>
                  <a:pt x="522" y="29"/>
                </a:cubicBezTo>
                <a:cubicBezTo>
                  <a:pt x="522" y="29"/>
                  <a:pt x="522" y="29"/>
                  <a:pt x="522" y="29"/>
                </a:cubicBezTo>
                <a:cubicBezTo>
                  <a:pt x="522" y="30"/>
                  <a:pt x="522" y="30"/>
                  <a:pt x="522" y="33"/>
                </a:cubicBezTo>
                <a:cubicBezTo>
                  <a:pt x="522" y="69"/>
                  <a:pt x="522" y="69"/>
                  <a:pt x="522" y="69"/>
                </a:cubicBezTo>
                <a:cubicBezTo>
                  <a:pt x="520" y="68"/>
                  <a:pt x="517" y="67"/>
                  <a:pt x="515" y="66"/>
                </a:cubicBezTo>
                <a:cubicBezTo>
                  <a:pt x="515" y="59"/>
                  <a:pt x="515" y="59"/>
                  <a:pt x="515" y="59"/>
                </a:cubicBezTo>
                <a:cubicBezTo>
                  <a:pt x="515" y="59"/>
                  <a:pt x="516" y="59"/>
                  <a:pt x="516" y="59"/>
                </a:cubicBezTo>
                <a:cubicBezTo>
                  <a:pt x="517" y="59"/>
                  <a:pt x="518" y="59"/>
                  <a:pt x="518" y="58"/>
                </a:cubicBezTo>
                <a:cubicBezTo>
                  <a:pt x="517" y="55"/>
                  <a:pt x="517" y="55"/>
                  <a:pt x="515" y="43"/>
                </a:cubicBezTo>
                <a:cubicBezTo>
                  <a:pt x="515" y="19"/>
                  <a:pt x="515" y="19"/>
                  <a:pt x="515" y="19"/>
                </a:cubicBezTo>
                <a:close/>
                <a:moveTo>
                  <a:pt x="522" y="774"/>
                </a:moveTo>
                <a:cubicBezTo>
                  <a:pt x="520" y="775"/>
                  <a:pt x="517" y="775"/>
                  <a:pt x="515" y="776"/>
                </a:cubicBezTo>
                <a:cubicBezTo>
                  <a:pt x="515" y="764"/>
                  <a:pt x="515" y="764"/>
                  <a:pt x="515" y="764"/>
                </a:cubicBezTo>
                <a:cubicBezTo>
                  <a:pt x="515" y="764"/>
                  <a:pt x="516" y="765"/>
                  <a:pt x="516" y="765"/>
                </a:cubicBezTo>
                <a:cubicBezTo>
                  <a:pt x="518" y="765"/>
                  <a:pt x="520" y="765"/>
                  <a:pt x="522" y="764"/>
                </a:cubicBezTo>
                <a:cubicBezTo>
                  <a:pt x="522" y="774"/>
                  <a:pt x="522" y="774"/>
                  <a:pt x="522" y="774"/>
                </a:cubicBezTo>
                <a:close/>
                <a:moveTo>
                  <a:pt x="522" y="200"/>
                </a:moveTo>
                <a:cubicBezTo>
                  <a:pt x="522" y="233"/>
                  <a:pt x="522" y="233"/>
                  <a:pt x="522" y="233"/>
                </a:cubicBezTo>
                <a:cubicBezTo>
                  <a:pt x="520" y="231"/>
                  <a:pt x="517" y="229"/>
                  <a:pt x="515" y="228"/>
                </a:cubicBezTo>
                <a:cubicBezTo>
                  <a:pt x="515" y="223"/>
                  <a:pt x="515" y="223"/>
                  <a:pt x="515" y="223"/>
                </a:cubicBezTo>
                <a:cubicBezTo>
                  <a:pt x="515" y="223"/>
                  <a:pt x="516" y="224"/>
                  <a:pt x="516" y="224"/>
                </a:cubicBezTo>
                <a:cubicBezTo>
                  <a:pt x="517" y="224"/>
                  <a:pt x="518" y="224"/>
                  <a:pt x="518" y="224"/>
                </a:cubicBezTo>
                <a:cubicBezTo>
                  <a:pt x="519" y="214"/>
                  <a:pt x="521" y="206"/>
                  <a:pt x="515" y="202"/>
                </a:cubicBezTo>
                <a:cubicBezTo>
                  <a:pt x="515" y="196"/>
                  <a:pt x="515" y="196"/>
                  <a:pt x="515" y="196"/>
                </a:cubicBezTo>
                <a:cubicBezTo>
                  <a:pt x="517" y="197"/>
                  <a:pt x="520" y="199"/>
                  <a:pt x="522" y="200"/>
                </a:cubicBezTo>
                <a:close/>
                <a:moveTo>
                  <a:pt x="522" y="259"/>
                </a:moveTo>
                <a:cubicBezTo>
                  <a:pt x="522" y="266"/>
                  <a:pt x="522" y="266"/>
                  <a:pt x="522" y="266"/>
                </a:cubicBezTo>
                <a:cubicBezTo>
                  <a:pt x="520" y="266"/>
                  <a:pt x="518" y="267"/>
                  <a:pt x="516" y="270"/>
                </a:cubicBezTo>
                <a:cubicBezTo>
                  <a:pt x="518" y="271"/>
                  <a:pt x="520" y="273"/>
                  <a:pt x="522" y="274"/>
                </a:cubicBezTo>
                <a:cubicBezTo>
                  <a:pt x="522" y="278"/>
                  <a:pt x="522" y="278"/>
                  <a:pt x="522" y="278"/>
                </a:cubicBezTo>
                <a:cubicBezTo>
                  <a:pt x="520" y="277"/>
                  <a:pt x="517" y="276"/>
                  <a:pt x="515" y="275"/>
                </a:cubicBezTo>
                <a:cubicBezTo>
                  <a:pt x="515" y="266"/>
                  <a:pt x="515" y="266"/>
                  <a:pt x="515" y="266"/>
                </a:cubicBezTo>
                <a:cubicBezTo>
                  <a:pt x="517" y="264"/>
                  <a:pt x="520" y="262"/>
                  <a:pt x="522" y="259"/>
                </a:cubicBezTo>
                <a:close/>
                <a:moveTo>
                  <a:pt x="522" y="286"/>
                </a:moveTo>
                <a:cubicBezTo>
                  <a:pt x="522" y="296"/>
                  <a:pt x="522" y="296"/>
                  <a:pt x="522" y="296"/>
                </a:cubicBezTo>
                <a:cubicBezTo>
                  <a:pt x="520" y="298"/>
                  <a:pt x="517" y="300"/>
                  <a:pt x="515" y="303"/>
                </a:cubicBezTo>
                <a:cubicBezTo>
                  <a:pt x="515" y="294"/>
                  <a:pt x="515" y="294"/>
                  <a:pt x="515" y="294"/>
                </a:cubicBezTo>
                <a:cubicBezTo>
                  <a:pt x="516" y="294"/>
                  <a:pt x="518" y="293"/>
                  <a:pt x="520" y="292"/>
                </a:cubicBezTo>
                <a:cubicBezTo>
                  <a:pt x="518" y="291"/>
                  <a:pt x="517" y="290"/>
                  <a:pt x="515" y="288"/>
                </a:cubicBezTo>
                <a:cubicBezTo>
                  <a:pt x="515" y="284"/>
                  <a:pt x="515" y="284"/>
                  <a:pt x="515" y="284"/>
                </a:cubicBezTo>
                <a:cubicBezTo>
                  <a:pt x="516" y="285"/>
                  <a:pt x="518" y="286"/>
                  <a:pt x="520" y="288"/>
                </a:cubicBezTo>
                <a:cubicBezTo>
                  <a:pt x="522" y="286"/>
                  <a:pt x="522" y="286"/>
                  <a:pt x="522" y="286"/>
                </a:cubicBezTo>
                <a:close/>
                <a:moveTo>
                  <a:pt x="522" y="328"/>
                </a:moveTo>
                <a:cubicBezTo>
                  <a:pt x="522" y="339"/>
                  <a:pt x="522" y="339"/>
                  <a:pt x="522" y="339"/>
                </a:cubicBezTo>
                <a:cubicBezTo>
                  <a:pt x="520" y="340"/>
                  <a:pt x="517" y="341"/>
                  <a:pt x="515" y="341"/>
                </a:cubicBezTo>
                <a:cubicBezTo>
                  <a:pt x="515" y="329"/>
                  <a:pt x="515" y="329"/>
                  <a:pt x="515" y="329"/>
                </a:cubicBezTo>
                <a:cubicBezTo>
                  <a:pt x="517" y="329"/>
                  <a:pt x="519" y="329"/>
                  <a:pt x="522" y="328"/>
                </a:cubicBezTo>
                <a:close/>
                <a:moveTo>
                  <a:pt x="522" y="351"/>
                </a:moveTo>
                <a:cubicBezTo>
                  <a:pt x="522" y="377"/>
                  <a:pt x="522" y="377"/>
                  <a:pt x="522" y="377"/>
                </a:cubicBezTo>
                <a:cubicBezTo>
                  <a:pt x="518" y="370"/>
                  <a:pt x="517" y="363"/>
                  <a:pt x="517" y="353"/>
                </a:cubicBezTo>
                <a:cubicBezTo>
                  <a:pt x="518" y="352"/>
                  <a:pt x="520" y="351"/>
                  <a:pt x="522" y="351"/>
                </a:cubicBezTo>
                <a:close/>
                <a:moveTo>
                  <a:pt x="522" y="390"/>
                </a:moveTo>
                <a:cubicBezTo>
                  <a:pt x="522" y="398"/>
                  <a:pt x="522" y="398"/>
                  <a:pt x="522" y="398"/>
                </a:cubicBezTo>
                <a:cubicBezTo>
                  <a:pt x="521" y="396"/>
                  <a:pt x="519" y="394"/>
                  <a:pt x="515" y="394"/>
                </a:cubicBezTo>
                <a:cubicBezTo>
                  <a:pt x="515" y="390"/>
                  <a:pt x="515" y="390"/>
                  <a:pt x="515" y="390"/>
                </a:cubicBezTo>
                <a:cubicBezTo>
                  <a:pt x="522" y="390"/>
                  <a:pt x="522" y="390"/>
                  <a:pt x="522" y="390"/>
                </a:cubicBezTo>
                <a:close/>
                <a:moveTo>
                  <a:pt x="522" y="411"/>
                </a:moveTo>
                <a:cubicBezTo>
                  <a:pt x="522" y="415"/>
                  <a:pt x="522" y="415"/>
                  <a:pt x="522" y="415"/>
                </a:cubicBezTo>
                <a:cubicBezTo>
                  <a:pt x="515" y="415"/>
                  <a:pt x="515" y="415"/>
                  <a:pt x="515" y="415"/>
                </a:cubicBezTo>
                <a:cubicBezTo>
                  <a:pt x="515" y="404"/>
                  <a:pt x="515" y="404"/>
                  <a:pt x="515" y="404"/>
                </a:cubicBezTo>
                <a:cubicBezTo>
                  <a:pt x="516" y="410"/>
                  <a:pt x="516" y="410"/>
                  <a:pt x="516" y="410"/>
                </a:cubicBezTo>
                <a:cubicBezTo>
                  <a:pt x="517" y="410"/>
                  <a:pt x="518" y="411"/>
                  <a:pt x="518" y="411"/>
                </a:cubicBezTo>
                <a:cubicBezTo>
                  <a:pt x="522" y="411"/>
                  <a:pt x="522" y="411"/>
                  <a:pt x="522" y="411"/>
                </a:cubicBezTo>
                <a:close/>
                <a:moveTo>
                  <a:pt x="522" y="446"/>
                </a:moveTo>
                <a:cubicBezTo>
                  <a:pt x="522" y="459"/>
                  <a:pt x="522" y="459"/>
                  <a:pt x="522" y="459"/>
                </a:cubicBezTo>
                <a:cubicBezTo>
                  <a:pt x="519" y="458"/>
                  <a:pt x="517" y="457"/>
                  <a:pt x="515" y="456"/>
                </a:cubicBezTo>
                <a:cubicBezTo>
                  <a:pt x="515" y="443"/>
                  <a:pt x="515" y="443"/>
                  <a:pt x="515" y="443"/>
                </a:cubicBezTo>
                <a:cubicBezTo>
                  <a:pt x="517" y="444"/>
                  <a:pt x="520" y="444"/>
                  <a:pt x="522" y="446"/>
                </a:cubicBezTo>
                <a:close/>
                <a:moveTo>
                  <a:pt x="522" y="469"/>
                </a:moveTo>
                <a:cubicBezTo>
                  <a:pt x="522" y="480"/>
                  <a:pt x="522" y="480"/>
                  <a:pt x="522" y="480"/>
                </a:cubicBezTo>
                <a:cubicBezTo>
                  <a:pt x="520" y="481"/>
                  <a:pt x="517" y="482"/>
                  <a:pt x="515" y="484"/>
                </a:cubicBezTo>
                <a:cubicBezTo>
                  <a:pt x="515" y="471"/>
                  <a:pt x="515" y="471"/>
                  <a:pt x="515" y="471"/>
                </a:cubicBezTo>
                <a:cubicBezTo>
                  <a:pt x="517" y="470"/>
                  <a:pt x="520" y="469"/>
                  <a:pt x="522" y="469"/>
                </a:cubicBezTo>
                <a:close/>
                <a:moveTo>
                  <a:pt x="522" y="509"/>
                </a:moveTo>
                <a:cubicBezTo>
                  <a:pt x="522" y="515"/>
                  <a:pt x="522" y="515"/>
                  <a:pt x="522" y="515"/>
                </a:cubicBezTo>
                <a:cubicBezTo>
                  <a:pt x="521" y="514"/>
                  <a:pt x="521" y="513"/>
                  <a:pt x="520" y="512"/>
                </a:cubicBezTo>
                <a:cubicBezTo>
                  <a:pt x="518" y="515"/>
                  <a:pt x="516" y="517"/>
                  <a:pt x="515" y="520"/>
                </a:cubicBezTo>
                <a:cubicBezTo>
                  <a:pt x="515" y="512"/>
                  <a:pt x="515" y="512"/>
                  <a:pt x="515" y="512"/>
                </a:cubicBezTo>
                <a:cubicBezTo>
                  <a:pt x="515" y="510"/>
                  <a:pt x="515" y="509"/>
                  <a:pt x="515" y="508"/>
                </a:cubicBezTo>
                <a:cubicBezTo>
                  <a:pt x="515" y="502"/>
                  <a:pt x="515" y="502"/>
                  <a:pt x="515" y="502"/>
                </a:cubicBezTo>
                <a:cubicBezTo>
                  <a:pt x="522" y="509"/>
                  <a:pt x="522" y="509"/>
                  <a:pt x="522" y="509"/>
                </a:cubicBezTo>
                <a:close/>
                <a:moveTo>
                  <a:pt x="522" y="525"/>
                </a:moveTo>
                <a:cubicBezTo>
                  <a:pt x="522" y="533"/>
                  <a:pt x="522" y="533"/>
                  <a:pt x="522" y="533"/>
                </a:cubicBezTo>
                <a:cubicBezTo>
                  <a:pt x="521" y="534"/>
                  <a:pt x="520" y="535"/>
                  <a:pt x="520" y="537"/>
                </a:cubicBezTo>
                <a:cubicBezTo>
                  <a:pt x="521" y="538"/>
                  <a:pt x="521" y="539"/>
                  <a:pt x="522" y="539"/>
                </a:cubicBezTo>
                <a:cubicBezTo>
                  <a:pt x="522" y="544"/>
                  <a:pt x="522" y="544"/>
                  <a:pt x="522" y="544"/>
                </a:cubicBezTo>
                <a:cubicBezTo>
                  <a:pt x="515" y="537"/>
                  <a:pt x="515" y="537"/>
                  <a:pt x="515" y="537"/>
                </a:cubicBezTo>
                <a:cubicBezTo>
                  <a:pt x="515" y="533"/>
                  <a:pt x="515" y="533"/>
                  <a:pt x="515" y="533"/>
                </a:cubicBezTo>
                <a:cubicBezTo>
                  <a:pt x="516" y="533"/>
                  <a:pt x="516" y="533"/>
                  <a:pt x="517" y="533"/>
                </a:cubicBezTo>
                <a:cubicBezTo>
                  <a:pt x="519" y="530"/>
                  <a:pt x="520" y="527"/>
                  <a:pt x="522" y="525"/>
                </a:cubicBezTo>
                <a:close/>
                <a:moveTo>
                  <a:pt x="522" y="569"/>
                </a:moveTo>
                <a:cubicBezTo>
                  <a:pt x="522" y="584"/>
                  <a:pt x="522" y="584"/>
                  <a:pt x="522" y="584"/>
                </a:cubicBezTo>
                <a:cubicBezTo>
                  <a:pt x="520" y="584"/>
                  <a:pt x="518" y="583"/>
                  <a:pt x="515" y="582"/>
                </a:cubicBezTo>
                <a:cubicBezTo>
                  <a:pt x="515" y="576"/>
                  <a:pt x="515" y="576"/>
                  <a:pt x="515" y="576"/>
                </a:cubicBezTo>
                <a:cubicBezTo>
                  <a:pt x="517" y="574"/>
                  <a:pt x="520" y="572"/>
                  <a:pt x="522" y="569"/>
                </a:cubicBezTo>
                <a:close/>
                <a:moveTo>
                  <a:pt x="522" y="595"/>
                </a:moveTo>
                <a:cubicBezTo>
                  <a:pt x="522" y="605"/>
                  <a:pt x="522" y="605"/>
                  <a:pt x="522" y="605"/>
                </a:cubicBezTo>
                <a:cubicBezTo>
                  <a:pt x="520" y="606"/>
                  <a:pt x="517" y="607"/>
                  <a:pt x="515" y="608"/>
                </a:cubicBezTo>
                <a:cubicBezTo>
                  <a:pt x="515" y="602"/>
                  <a:pt x="515" y="602"/>
                  <a:pt x="515" y="602"/>
                </a:cubicBezTo>
                <a:cubicBezTo>
                  <a:pt x="516" y="601"/>
                  <a:pt x="516" y="600"/>
                  <a:pt x="516" y="599"/>
                </a:cubicBezTo>
                <a:cubicBezTo>
                  <a:pt x="515" y="599"/>
                  <a:pt x="515" y="599"/>
                  <a:pt x="515" y="599"/>
                </a:cubicBezTo>
                <a:cubicBezTo>
                  <a:pt x="515" y="593"/>
                  <a:pt x="515" y="593"/>
                  <a:pt x="515" y="593"/>
                </a:cubicBezTo>
                <a:cubicBezTo>
                  <a:pt x="521" y="596"/>
                  <a:pt x="521" y="596"/>
                  <a:pt x="521" y="596"/>
                </a:cubicBezTo>
                <a:cubicBezTo>
                  <a:pt x="521" y="596"/>
                  <a:pt x="522" y="596"/>
                  <a:pt x="522" y="595"/>
                </a:cubicBezTo>
                <a:close/>
                <a:moveTo>
                  <a:pt x="522" y="726"/>
                </a:moveTo>
                <a:cubicBezTo>
                  <a:pt x="522" y="746"/>
                  <a:pt x="522" y="746"/>
                  <a:pt x="522" y="746"/>
                </a:cubicBezTo>
                <a:cubicBezTo>
                  <a:pt x="520" y="744"/>
                  <a:pt x="517" y="743"/>
                  <a:pt x="515" y="743"/>
                </a:cubicBezTo>
                <a:cubicBezTo>
                  <a:pt x="515" y="730"/>
                  <a:pt x="515" y="730"/>
                  <a:pt x="515" y="730"/>
                </a:cubicBezTo>
                <a:cubicBezTo>
                  <a:pt x="517" y="729"/>
                  <a:pt x="520" y="727"/>
                  <a:pt x="522" y="726"/>
                </a:cubicBezTo>
                <a:close/>
                <a:moveTo>
                  <a:pt x="515" y="674"/>
                </a:moveTo>
                <a:cubicBezTo>
                  <a:pt x="515" y="671"/>
                  <a:pt x="515" y="671"/>
                  <a:pt x="515" y="671"/>
                </a:cubicBezTo>
                <a:cubicBezTo>
                  <a:pt x="516" y="674"/>
                  <a:pt x="516" y="674"/>
                  <a:pt x="516" y="674"/>
                </a:cubicBezTo>
                <a:lnTo>
                  <a:pt x="515" y="674"/>
                </a:lnTo>
                <a:close/>
                <a:moveTo>
                  <a:pt x="509" y="17"/>
                </a:moveTo>
                <a:cubicBezTo>
                  <a:pt x="511" y="18"/>
                  <a:pt x="513" y="19"/>
                  <a:pt x="515" y="19"/>
                </a:cubicBezTo>
                <a:cubicBezTo>
                  <a:pt x="515" y="43"/>
                  <a:pt x="515" y="43"/>
                  <a:pt x="515" y="43"/>
                </a:cubicBezTo>
                <a:cubicBezTo>
                  <a:pt x="514" y="39"/>
                  <a:pt x="514" y="39"/>
                  <a:pt x="514" y="39"/>
                </a:cubicBezTo>
                <a:cubicBezTo>
                  <a:pt x="513" y="34"/>
                  <a:pt x="511" y="31"/>
                  <a:pt x="509" y="28"/>
                </a:cubicBezTo>
                <a:cubicBezTo>
                  <a:pt x="509" y="17"/>
                  <a:pt x="509" y="17"/>
                  <a:pt x="509" y="17"/>
                </a:cubicBezTo>
                <a:close/>
                <a:moveTo>
                  <a:pt x="515" y="776"/>
                </a:moveTo>
                <a:cubicBezTo>
                  <a:pt x="513" y="777"/>
                  <a:pt x="511" y="777"/>
                  <a:pt x="509" y="778"/>
                </a:cubicBezTo>
                <a:cubicBezTo>
                  <a:pt x="509" y="760"/>
                  <a:pt x="509" y="760"/>
                  <a:pt x="509" y="760"/>
                </a:cubicBezTo>
                <a:cubicBezTo>
                  <a:pt x="511" y="761"/>
                  <a:pt x="513" y="763"/>
                  <a:pt x="515" y="764"/>
                </a:cubicBezTo>
                <a:cubicBezTo>
                  <a:pt x="515" y="776"/>
                  <a:pt x="515" y="776"/>
                  <a:pt x="515" y="776"/>
                </a:cubicBezTo>
                <a:close/>
                <a:moveTo>
                  <a:pt x="515" y="59"/>
                </a:moveTo>
                <a:cubicBezTo>
                  <a:pt x="515" y="66"/>
                  <a:pt x="515" y="66"/>
                  <a:pt x="515" y="66"/>
                </a:cubicBezTo>
                <a:cubicBezTo>
                  <a:pt x="513" y="66"/>
                  <a:pt x="511" y="65"/>
                  <a:pt x="509" y="65"/>
                </a:cubicBezTo>
                <a:cubicBezTo>
                  <a:pt x="509" y="56"/>
                  <a:pt x="509" y="56"/>
                  <a:pt x="509" y="56"/>
                </a:cubicBezTo>
                <a:cubicBezTo>
                  <a:pt x="511" y="57"/>
                  <a:pt x="513" y="58"/>
                  <a:pt x="515" y="59"/>
                </a:cubicBezTo>
                <a:close/>
                <a:moveTo>
                  <a:pt x="515" y="196"/>
                </a:moveTo>
                <a:cubicBezTo>
                  <a:pt x="515" y="202"/>
                  <a:pt x="515" y="202"/>
                  <a:pt x="515" y="202"/>
                </a:cubicBezTo>
                <a:cubicBezTo>
                  <a:pt x="514" y="201"/>
                  <a:pt x="512" y="200"/>
                  <a:pt x="509" y="199"/>
                </a:cubicBezTo>
                <a:cubicBezTo>
                  <a:pt x="510" y="210"/>
                  <a:pt x="507" y="216"/>
                  <a:pt x="515" y="223"/>
                </a:cubicBezTo>
                <a:cubicBezTo>
                  <a:pt x="515" y="228"/>
                  <a:pt x="515" y="228"/>
                  <a:pt x="515" y="228"/>
                </a:cubicBezTo>
                <a:cubicBezTo>
                  <a:pt x="513" y="226"/>
                  <a:pt x="511" y="225"/>
                  <a:pt x="509" y="224"/>
                </a:cubicBezTo>
                <a:cubicBezTo>
                  <a:pt x="509" y="193"/>
                  <a:pt x="509" y="193"/>
                  <a:pt x="509" y="193"/>
                </a:cubicBezTo>
                <a:cubicBezTo>
                  <a:pt x="511" y="194"/>
                  <a:pt x="513" y="195"/>
                  <a:pt x="515" y="196"/>
                </a:cubicBezTo>
                <a:close/>
                <a:moveTo>
                  <a:pt x="515" y="266"/>
                </a:moveTo>
                <a:cubicBezTo>
                  <a:pt x="515" y="275"/>
                  <a:pt x="515" y="275"/>
                  <a:pt x="515" y="275"/>
                </a:cubicBezTo>
                <a:cubicBezTo>
                  <a:pt x="512" y="275"/>
                  <a:pt x="510" y="275"/>
                  <a:pt x="509" y="277"/>
                </a:cubicBezTo>
                <a:cubicBezTo>
                  <a:pt x="509" y="272"/>
                  <a:pt x="509" y="272"/>
                  <a:pt x="509" y="272"/>
                </a:cubicBezTo>
                <a:cubicBezTo>
                  <a:pt x="511" y="270"/>
                  <a:pt x="513" y="268"/>
                  <a:pt x="515" y="266"/>
                </a:cubicBezTo>
                <a:close/>
                <a:moveTo>
                  <a:pt x="515" y="284"/>
                </a:moveTo>
                <a:cubicBezTo>
                  <a:pt x="515" y="288"/>
                  <a:pt x="515" y="288"/>
                  <a:pt x="515" y="288"/>
                </a:cubicBezTo>
                <a:cubicBezTo>
                  <a:pt x="513" y="287"/>
                  <a:pt x="511" y="285"/>
                  <a:pt x="509" y="284"/>
                </a:cubicBezTo>
                <a:cubicBezTo>
                  <a:pt x="509" y="280"/>
                  <a:pt x="509" y="280"/>
                  <a:pt x="509" y="280"/>
                </a:cubicBezTo>
                <a:cubicBezTo>
                  <a:pt x="511" y="281"/>
                  <a:pt x="513" y="283"/>
                  <a:pt x="515" y="284"/>
                </a:cubicBezTo>
                <a:close/>
                <a:moveTo>
                  <a:pt x="515" y="294"/>
                </a:moveTo>
                <a:cubicBezTo>
                  <a:pt x="515" y="303"/>
                  <a:pt x="515" y="303"/>
                  <a:pt x="515" y="303"/>
                </a:cubicBezTo>
                <a:cubicBezTo>
                  <a:pt x="513" y="304"/>
                  <a:pt x="511" y="306"/>
                  <a:pt x="509" y="307"/>
                </a:cubicBezTo>
                <a:cubicBezTo>
                  <a:pt x="509" y="301"/>
                  <a:pt x="509" y="301"/>
                  <a:pt x="509" y="301"/>
                </a:cubicBezTo>
                <a:cubicBezTo>
                  <a:pt x="509" y="301"/>
                  <a:pt x="510" y="300"/>
                  <a:pt x="510" y="299"/>
                </a:cubicBezTo>
                <a:cubicBezTo>
                  <a:pt x="510" y="299"/>
                  <a:pt x="509" y="299"/>
                  <a:pt x="509" y="299"/>
                </a:cubicBezTo>
                <a:cubicBezTo>
                  <a:pt x="509" y="296"/>
                  <a:pt x="509" y="296"/>
                  <a:pt x="509" y="296"/>
                </a:cubicBezTo>
                <a:cubicBezTo>
                  <a:pt x="509" y="296"/>
                  <a:pt x="509" y="296"/>
                  <a:pt x="509" y="296"/>
                </a:cubicBezTo>
                <a:cubicBezTo>
                  <a:pt x="512" y="296"/>
                  <a:pt x="513" y="295"/>
                  <a:pt x="515" y="294"/>
                </a:cubicBezTo>
                <a:close/>
                <a:moveTo>
                  <a:pt x="515" y="329"/>
                </a:moveTo>
                <a:cubicBezTo>
                  <a:pt x="515" y="341"/>
                  <a:pt x="515" y="341"/>
                  <a:pt x="515" y="341"/>
                </a:cubicBezTo>
                <a:cubicBezTo>
                  <a:pt x="513" y="342"/>
                  <a:pt x="511" y="342"/>
                  <a:pt x="509" y="343"/>
                </a:cubicBezTo>
                <a:cubicBezTo>
                  <a:pt x="509" y="330"/>
                  <a:pt x="509" y="330"/>
                  <a:pt x="509" y="330"/>
                </a:cubicBezTo>
                <a:cubicBezTo>
                  <a:pt x="512" y="329"/>
                  <a:pt x="513" y="329"/>
                  <a:pt x="515" y="329"/>
                </a:cubicBezTo>
                <a:close/>
                <a:moveTo>
                  <a:pt x="515" y="390"/>
                </a:moveTo>
                <a:cubicBezTo>
                  <a:pt x="515" y="394"/>
                  <a:pt x="515" y="394"/>
                  <a:pt x="515" y="394"/>
                </a:cubicBezTo>
                <a:cubicBezTo>
                  <a:pt x="514" y="393"/>
                  <a:pt x="514" y="393"/>
                  <a:pt x="513" y="393"/>
                </a:cubicBezTo>
                <a:cubicBezTo>
                  <a:pt x="515" y="404"/>
                  <a:pt x="515" y="404"/>
                  <a:pt x="515" y="404"/>
                </a:cubicBezTo>
                <a:cubicBezTo>
                  <a:pt x="515" y="415"/>
                  <a:pt x="515" y="415"/>
                  <a:pt x="515" y="415"/>
                </a:cubicBezTo>
                <a:cubicBezTo>
                  <a:pt x="509" y="415"/>
                  <a:pt x="509" y="415"/>
                  <a:pt x="509" y="415"/>
                </a:cubicBezTo>
                <a:cubicBezTo>
                  <a:pt x="509" y="410"/>
                  <a:pt x="509" y="410"/>
                  <a:pt x="509" y="410"/>
                </a:cubicBezTo>
                <a:cubicBezTo>
                  <a:pt x="510" y="410"/>
                  <a:pt x="511" y="410"/>
                  <a:pt x="512" y="410"/>
                </a:cubicBezTo>
                <a:cubicBezTo>
                  <a:pt x="511" y="406"/>
                  <a:pt x="510" y="402"/>
                  <a:pt x="509" y="399"/>
                </a:cubicBezTo>
                <a:cubicBezTo>
                  <a:pt x="509" y="390"/>
                  <a:pt x="509" y="390"/>
                  <a:pt x="509" y="390"/>
                </a:cubicBezTo>
                <a:cubicBezTo>
                  <a:pt x="515" y="390"/>
                  <a:pt x="515" y="390"/>
                  <a:pt x="515" y="390"/>
                </a:cubicBezTo>
                <a:close/>
                <a:moveTo>
                  <a:pt x="515" y="443"/>
                </a:moveTo>
                <a:cubicBezTo>
                  <a:pt x="515" y="456"/>
                  <a:pt x="515" y="456"/>
                  <a:pt x="515" y="456"/>
                </a:cubicBezTo>
                <a:cubicBezTo>
                  <a:pt x="512" y="453"/>
                  <a:pt x="510" y="450"/>
                  <a:pt x="510" y="445"/>
                </a:cubicBezTo>
                <a:cubicBezTo>
                  <a:pt x="511" y="444"/>
                  <a:pt x="513" y="443"/>
                  <a:pt x="515" y="443"/>
                </a:cubicBezTo>
                <a:close/>
                <a:moveTo>
                  <a:pt x="515" y="471"/>
                </a:moveTo>
                <a:cubicBezTo>
                  <a:pt x="515" y="484"/>
                  <a:pt x="515" y="484"/>
                  <a:pt x="515" y="484"/>
                </a:cubicBezTo>
                <a:cubicBezTo>
                  <a:pt x="513" y="485"/>
                  <a:pt x="512" y="485"/>
                  <a:pt x="510" y="487"/>
                </a:cubicBezTo>
                <a:cubicBezTo>
                  <a:pt x="510" y="486"/>
                  <a:pt x="509" y="485"/>
                  <a:pt x="509" y="485"/>
                </a:cubicBezTo>
                <a:cubicBezTo>
                  <a:pt x="509" y="474"/>
                  <a:pt x="509" y="474"/>
                  <a:pt x="509" y="474"/>
                </a:cubicBezTo>
                <a:cubicBezTo>
                  <a:pt x="510" y="473"/>
                  <a:pt x="512" y="472"/>
                  <a:pt x="515" y="471"/>
                </a:cubicBezTo>
                <a:close/>
                <a:moveTo>
                  <a:pt x="515" y="502"/>
                </a:moveTo>
                <a:cubicBezTo>
                  <a:pt x="515" y="508"/>
                  <a:pt x="515" y="508"/>
                  <a:pt x="515" y="508"/>
                </a:cubicBezTo>
                <a:cubicBezTo>
                  <a:pt x="514" y="506"/>
                  <a:pt x="513" y="505"/>
                  <a:pt x="510" y="504"/>
                </a:cubicBezTo>
                <a:cubicBezTo>
                  <a:pt x="509" y="506"/>
                  <a:pt x="509" y="506"/>
                  <a:pt x="509" y="506"/>
                </a:cubicBezTo>
                <a:cubicBezTo>
                  <a:pt x="509" y="496"/>
                  <a:pt x="509" y="496"/>
                  <a:pt x="509" y="496"/>
                </a:cubicBezTo>
                <a:cubicBezTo>
                  <a:pt x="515" y="502"/>
                  <a:pt x="515" y="502"/>
                  <a:pt x="515" y="502"/>
                </a:cubicBezTo>
                <a:close/>
                <a:moveTo>
                  <a:pt x="515" y="512"/>
                </a:moveTo>
                <a:cubicBezTo>
                  <a:pt x="515" y="520"/>
                  <a:pt x="515" y="520"/>
                  <a:pt x="515" y="520"/>
                </a:cubicBezTo>
                <a:cubicBezTo>
                  <a:pt x="512" y="524"/>
                  <a:pt x="511" y="528"/>
                  <a:pt x="515" y="533"/>
                </a:cubicBezTo>
                <a:cubicBezTo>
                  <a:pt x="515" y="537"/>
                  <a:pt x="515" y="537"/>
                  <a:pt x="515" y="537"/>
                </a:cubicBezTo>
                <a:cubicBezTo>
                  <a:pt x="509" y="531"/>
                  <a:pt x="509" y="531"/>
                  <a:pt x="509" y="531"/>
                </a:cubicBezTo>
                <a:cubicBezTo>
                  <a:pt x="509" y="522"/>
                  <a:pt x="509" y="522"/>
                  <a:pt x="509" y="522"/>
                </a:cubicBezTo>
                <a:cubicBezTo>
                  <a:pt x="511" y="519"/>
                  <a:pt x="514" y="515"/>
                  <a:pt x="515" y="512"/>
                </a:cubicBezTo>
                <a:close/>
                <a:moveTo>
                  <a:pt x="515" y="576"/>
                </a:moveTo>
                <a:cubicBezTo>
                  <a:pt x="515" y="582"/>
                  <a:pt x="515" y="582"/>
                  <a:pt x="515" y="582"/>
                </a:cubicBezTo>
                <a:cubicBezTo>
                  <a:pt x="513" y="583"/>
                  <a:pt x="511" y="584"/>
                  <a:pt x="509" y="585"/>
                </a:cubicBezTo>
                <a:cubicBezTo>
                  <a:pt x="509" y="580"/>
                  <a:pt x="509" y="580"/>
                  <a:pt x="509" y="580"/>
                </a:cubicBezTo>
                <a:cubicBezTo>
                  <a:pt x="511" y="578"/>
                  <a:pt x="513" y="577"/>
                  <a:pt x="515" y="576"/>
                </a:cubicBezTo>
                <a:close/>
                <a:moveTo>
                  <a:pt x="515" y="593"/>
                </a:moveTo>
                <a:cubicBezTo>
                  <a:pt x="515" y="599"/>
                  <a:pt x="515" y="599"/>
                  <a:pt x="515" y="599"/>
                </a:cubicBezTo>
                <a:cubicBezTo>
                  <a:pt x="513" y="598"/>
                  <a:pt x="511" y="597"/>
                  <a:pt x="509" y="596"/>
                </a:cubicBezTo>
                <a:cubicBezTo>
                  <a:pt x="509" y="589"/>
                  <a:pt x="509" y="589"/>
                  <a:pt x="509" y="589"/>
                </a:cubicBezTo>
                <a:cubicBezTo>
                  <a:pt x="511" y="590"/>
                  <a:pt x="513" y="591"/>
                  <a:pt x="515" y="593"/>
                </a:cubicBezTo>
                <a:close/>
                <a:moveTo>
                  <a:pt x="515" y="602"/>
                </a:moveTo>
                <a:cubicBezTo>
                  <a:pt x="515" y="608"/>
                  <a:pt x="515" y="608"/>
                  <a:pt x="515" y="608"/>
                </a:cubicBezTo>
                <a:cubicBezTo>
                  <a:pt x="513" y="609"/>
                  <a:pt x="511" y="610"/>
                  <a:pt x="509" y="611"/>
                </a:cubicBezTo>
                <a:cubicBezTo>
                  <a:pt x="509" y="605"/>
                  <a:pt x="509" y="605"/>
                  <a:pt x="509" y="605"/>
                </a:cubicBezTo>
                <a:cubicBezTo>
                  <a:pt x="511" y="604"/>
                  <a:pt x="514" y="603"/>
                  <a:pt x="515" y="602"/>
                </a:cubicBezTo>
                <a:close/>
                <a:moveTo>
                  <a:pt x="515" y="671"/>
                </a:moveTo>
                <a:cubicBezTo>
                  <a:pt x="515" y="674"/>
                  <a:pt x="515" y="674"/>
                  <a:pt x="515" y="674"/>
                </a:cubicBezTo>
                <a:cubicBezTo>
                  <a:pt x="509" y="676"/>
                  <a:pt x="509" y="676"/>
                  <a:pt x="509" y="676"/>
                </a:cubicBezTo>
                <a:cubicBezTo>
                  <a:pt x="509" y="664"/>
                  <a:pt x="509" y="664"/>
                  <a:pt x="509" y="664"/>
                </a:cubicBezTo>
                <a:cubicBezTo>
                  <a:pt x="513" y="663"/>
                  <a:pt x="513" y="663"/>
                  <a:pt x="513" y="663"/>
                </a:cubicBezTo>
                <a:cubicBezTo>
                  <a:pt x="513" y="666"/>
                  <a:pt x="514" y="668"/>
                  <a:pt x="515" y="671"/>
                </a:cubicBezTo>
                <a:close/>
                <a:moveTo>
                  <a:pt x="515" y="730"/>
                </a:moveTo>
                <a:cubicBezTo>
                  <a:pt x="515" y="743"/>
                  <a:pt x="515" y="743"/>
                  <a:pt x="515" y="743"/>
                </a:cubicBezTo>
                <a:cubicBezTo>
                  <a:pt x="513" y="742"/>
                  <a:pt x="511" y="741"/>
                  <a:pt x="509" y="741"/>
                </a:cubicBezTo>
                <a:cubicBezTo>
                  <a:pt x="509" y="731"/>
                  <a:pt x="509" y="731"/>
                  <a:pt x="509" y="731"/>
                </a:cubicBezTo>
                <a:cubicBezTo>
                  <a:pt x="515" y="730"/>
                  <a:pt x="515" y="730"/>
                  <a:pt x="515" y="730"/>
                </a:cubicBezTo>
                <a:close/>
                <a:moveTo>
                  <a:pt x="509" y="141"/>
                </a:moveTo>
                <a:cubicBezTo>
                  <a:pt x="509" y="132"/>
                  <a:pt x="509" y="132"/>
                  <a:pt x="509" y="132"/>
                </a:cubicBezTo>
                <a:cubicBezTo>
                  <a:pt x="512" y="134"/>
                  <a:pt x="513" y="137"/>
                  <a:pt x="510" y="141"/>
                </a:cubicBezTo>
                <a:cubicBezTo>
                  <a:pt x="510" y="141"/>
                  <a:pt x="510" y="141"/>
                  <a:pt x="509" y="141"/>
                </a:cubicBezTo>
                <a:close/>
                <a:moveTo>
                  <a:pt x="504" y="16"/>
                </a:moveTo>
                <a:cubicBezTo>
                  <a:pt x="506" y="17"/>
                  <a:pt x="507" y="17"/>
                  <a:pt x="509" y="17"/>
                </a:cubicBezTo>
                <a:cubicBezTo>
                  <a:pt x="509" y="28"/>
                  <a:pt x="509" y="28"/>
                  <a:pt x="509" y="28"/>
                </a:cubicBezTo>
                <a:cubicBezTo>
                  <a:pt x="507" y="26"/>
                  <a:pt x="506" y="25"/>
                  <a:pt x="504" y="24"/>
                </a:cubicBezTo>
                <a:cubicBezTo>
                  <a:pt x="504" y="16"/>
                  <a:pt x="504" y="16"/>
                  <a:pt x="504" y="16"/>
                </a:cubicBezTo>
                <a:close/>
                <a:moveTo>
                  <a:pt x="509" y="778"/>
                </a:moveTo>
                <a:cubicBezTo>
                  <a:pt x="507" y="779"/>
                  <a:pt x="506" y="779"/>
                  <a:pt x="504" y="779"/>
                </a:cubicBezTo>
                <a:cubicBezTo>
                  <a:pt x="504" y="771"/>
                  <a:pt x="504" y="771"/>
                  <a:pt x="504" y="771"/>
                </a:cubicBezTo>
                <a:cubicBezTo>
                  <a:pt x="505" y="771"/>
                  <a:pt x="506" y="770"/>
                  <a:pt x="507" y="770"/>
                </a:cubicBezTo>
                <a:cubicBezTo>
                  <a:pt x="506" y="770"/>
                  <a:pt x="505" y="769"/>
                  <a:pt x="504" y="768"/>
                </a:cubicBezTo>
                <a:cubicBezTo>
                  <a:pt x="504" y="756"/>
                  <a:pt x="504" y="756"/>
                  <a:pt x="504" y="756"/>
                </a:cubicBezTo>
                <a:cubicBezTo>
                  <a:pt x="506" y="757"/>
                  <a:pt x="507" y="758"/>
                  <a:pt x="509" y="760"/>
                </a:cubicBezTo>
                <a:cubicBezTo>
                  <a:pt x="509" y="778"/>
                  <a:pt x="509" y="778"/>
                  <a:pt x="509" y="778"/>
                </a:cubicBezTo>
                <a:close/>
                <a:moveTo>
                  <a:pt x="509" y="56"/>
                </a:moveTo>
                <a:cubicBezTo>
                  <a:pt x="509" y="65"/>
                  <a:pt x="509" y="65"/>
                  <a:pt x="509" y="65"/>
                </a:cubicBezTo>
                <a:cubicBezTo>
                  <a:pt x="508" y="65"/>
                  <a:pt x="507" y="65"/>
                  <a:pt x="507" y="65"/>
                </a:cubicBezTo>
                <a:cubicBezTo>
                  <a:pt x="506" y="64"/>
                  <a:pt x="505" y="64"/>
                  <a:pt x="504" y="63"/>
                </a:cubicBezTo>
                <a:cubicBezTo>
                  <a:pt x="504" y="54"/>
                  <a:pt x="504" y="54"/>
                  <a:pt x="504" y="54"/>
                </a:cubicBezTo>
                <a:cubicBezTo>
                  <a:pt x="505" y="55"/>
                  <a:pt x="507" y="55"/>
                  <a:pt x="509" y="56"/>
                </a:cubicBezTo>
                <a:close/>
                <a:moveTo>
                  <a:pt x="509" y="132"/>
                </a:moveTo>
                <a:cubicBezTo>
                  <a:pt x="509" y="141"/>
                  <a:pt x="509" y="141"/>
                  <a:pt x="509" y="141"/>
                </a:cubicBezTo>
                <a:cubicBezTo>
                  <a:pt x="507" y="142"/>
                  <a:pt x="506" y="143"/>
                  <a:pt x="504" y="143"/>
                </a:cubicBezTo>
                <a:cubicBezTo>
                  <a:pt x="504" y="129"/>
                  <a:pt x="504" y="129"/>
                  <a:pt x="504" y="129"/>
                </a:cubicBezTo>
                <a:cubicBezTo>
                  <a:pt x="506" y="130"/>
                  <a:pt x="508" y="131"/>
                  <a:pt x="509" y="132"/>
                </a:cubicBezTo>
                <a:close/>
                <a:moveTo>
                  <a:pt x="509" y="193"/>
                </a:moveTo>
                <a:cubicBezTo>
                  <a:pt x="509" y="224"/>
                  <a:pt x="509" y="224"/>
                  <a:pt x="509" y="224"/>
                </a:cubicBezTo>
                <a:cubicBezTo>
                  <a:pt x="507" y="222"/>
                  <a:pt x="506" y="222"/>
                  <a:pt x="504" y="221"/>
                </a:cubicBezTo>
                <a:cubicBezTo>
                  <a:pt x="504" y="190"/>
                  <a:pt x="504" y="190"/>
                  <a:pt x="504" y="190"/>
                </a:cubicBezTo>
                <a:cubicBezTo>
                  <a:pt x="506" y="191"/>
                  <a:pt x="507" y="192"/>
                  <a:pt x="509" y="193"/>
                </a:cubicBezTo>
                <a:close/>
                <a:moveTo>
                  <a:pt x="509" y="272"/>
                </a:moveTo>
                <a:cubicBezTo>
                  <a:pt x="509" y="277"/>
                  <a:pt x="509" y="277"/>
                  <a:pt x="509" y="277"/>
                </a:cubicBezTo>
                <a:cubicBezTo>
                  <a:pt x="509" y="277"/>
                  <a:pt x="509" y="278"/>
                  <a:pt x="509" y="279"/>
                </a:cubicBezTo>
                <a:cubicBezTo>
                  <a:pt x="509" y="280"/>
                  <a:pt x="509" y="280"/>
                  <a:pt x="509" y="280"/>
                </a:cubicBezTo>
                <a:cubicBezTo>
                  <a:pt x="509" y="284"/>
                  <a:pt x="509" y="284"/>
                  <a:pt x="509" y="284"/>
                </a:cubicBezTo>
                <a:cubicBezTo>
                  <a:pt x="507" y="284"/>
                  <a:pt x="506" y="283"/>
                  <a:pt x="504" y="283"/>
                </a:cubicBezTo>
                <a:cubicBezTo>
                  <a:pt x="504" y="277"/>
                  <a:pt x="504" y="277"/>
                  <a:pt x="504" y="277"/>
                </a:cubicBezTo>
                <a:cubicBezTo>
                  <a:pt x="506" y="275"/>
                  <a:pt x="507" y="274"/>
                  <a:pt x="509" y="272"/>
                </a:cubicBezTo>
                <a:close/>
                <a:moveTo>
                  <a:pt x="509" y="296"/>
                </a:moveTo>
                <a:cubicBezTo>
                  <a:pt x="509" y="299"/>
                  <a:pt x="509" y="299"/>
                  <a:pt x="509" y="299"/>
                </a:cubicBezTo>
                <a:cubicBezTo>
                  <a:pt x="507" y="298"/>
                  <a:pt x="506" y="297"/>
                  <a:pt x="504" y="296"/>
                </a:cubicBezTo>
                <a:cubicBezTo>
                  <a:pt x="504" y="291"/>
                  <a:pt x="504" y="291"/>
                  <a:pt x="504" y="291"/>
                </a:cubicBezTo>
                <a:cubicBezTo>
                  <a:pt x="507" y="293"/>
                  <a:pt x="507" y="294"/>
                  <a:pt x="509" y="296"/>
                </a:cubicBezTo>
                <a:close/>
                <a:moveTo>
                  <a:pt x="509" y="301"/>
                </a:moveTo>
                <a:cubicBezTo>
                  <a:pt x="509" y="307"/>
                  <a:pt x="509" y="307"/>
                  <a:pt x="509" y="307"/>
                </a:cubicBezTo>
                <a:cubicBezTo>
                  <a:pt x="509" y="307"/>
                  <a:pt x="509" y="307"/>
                  <a:pt x="509" y="307"/>
                </a:cubicBezTo>
                <a:cubicBezTo>
                  <a:pt x="508" y="308"/>
                  <a:pt x="506" y="310"/>
                  <a:pt x="504" y="312"/>
                </a:cubicBezTo>
                <a:cubicBezTo>
                  <a:pt x="504" y="305"/>
                  <a:pt x="504" y="305"/>
                  <a:pt x="504" y="305"/>
                </a:cubicBezTo>
                <a:cubicBezTo>
                  <a:pt x="507" y="304"/>
                  <a:pt x="508" y="303"/>
                  <a:pt x="509" y="301"/>
                </a:cubicBezTo>
                <a:close/>
                <a:moveTo>
                  <a:pt x="509" y="330"/>
                </a:moveTo>
                <a:cubicBezTo>
                  <a:pt x="509" y="343"/>
                  <a:pt x="509" y="343"/>
                  <a:pt x="509" y="343"/>
                </a:cubicBezTo>
                <a:cubicBezTo>
                  <a:pt x="508" y="343"/>
                  <a:pt x="507" y="343"/>
                  <a:pt x="507" y="343"/>
                </a:cubicBezTo>
                <a:cubicBezTo>
                  <a:pt x="504" y="341"/>
                  <a:pt x="504" y="341"/>
                  <a:pt x="504" y="341"/>
                </a:cubicBezTo>
                <a:cubicBezTo>
                  <a:pt x="504" y="330"/>
                  <a:pt x="504" y="330"/>
                  <a:pt x="504" y="330"/>
                </a:cubicBezTo>
                <a:cubicBezTo>
                  <a:pt x="506" y="330"/>
                  <a:pt x="507" y="330"/>
                  <a:pt x="509" y="330"/>
                </a:cubicBezTo>
                <a:close/>
                <a:moveTo>
                  <a:pt x="509" y="390"/>
                </a:moveTo>
                <a:cubicBezTo>
                  <a:pt x="509" y="399"/>
                  <a:pt x="509" y="399"/>
                  <a:pt x="509" y="399"/>
                </a:cubicBezTo>
                <a:cubicBezTo>
                  <a:pt x="508" y="397"/>
                  <a:pt x="507" y="395"/>
                  <a:pt x="506" y="393"/>
                </a:cubicBezTo>
                <a:cubicBezTo>
                  <a:pt x="506" y="399"/>
                  <a:pt x="506" y="405"/>
                  <a:pt x="505" y="411"/>
                </a:cubicBezTo>
                <a:cubicBezTo>
                  <a:pt x="507" y="411"/>
                  <a:pt x="508" y="411"/>
                  <a:pt x="509" y="410"/>
                </a:cubicBezTo>
                <a:cubicBezTo>
                  <a:pt x="509" y="415"/>
                  <a:pt x="509" y="415"/>
                  <a:pt x="509" y="415"/>
                </a:cubicBezTo>
                <a:cubicBezTo>
                  <a:pt x="504" y="415"/>
                  <a:pt x="504" y="415"/>
                  <a:pt x="504" y="415"/>
                </a:cubicBezTo>
                <a:cubicBezTo>
                  <a:pt x="504" y="415"/>
                  <a:pt x="504" y="415"/>
                  <a:pt x="504" y="415"/>
                </a:cubicBezTo>
                <a:cubicBezTo>
                  <a:pt x="504" y="388"/>
                  <a:pt x="504" y="388"/>
                  <a:pt x="504" y="388"/>
                </a:cubicBezTo>
                <a:cubicBezTo>
                  <a:pt x="504" y="389"/>
                  <a:pt x="504" y="389"/>
                  <a:pt x="504" y="389"/>
                </a:cubicBezTo>
                <a:cubicBezTo>
                  <a:pt x="505" y="389"/>
                  <a:pt x="506" y="389"/>
                  <a:pt x="507" y="390"/>
                </a:cubicBezTo>
                <a:cubicBezTo>
                  <a:pt x="509" y="390"/>
                  <a:pt x="509" y="390"/>
                  <a:pt x="509" y="390"/>
                </a:cubicBezTo>
                <a:close/>
                <a:moveTo>
                  <a:pt x="509" y="474"/>
                </a:moveTo>
                <a:cubicBezTo>
                  <a:pt x="509" y="485"/>
                  <a:pt x="509" y="485"/>
                  <a:pt x="509" y="485"/>
                </a:cubicBezTo>
                <a:cubicBezTo>
                  <a:pt x="506" y="480"/>
                  <a:pt x="507" y="477"/>
                  <a:pt x="509" y="474"/>
                </a:cubicBezTo>
                <a:close/>
                <a:moveTo>
                  <a:pt x="509" y="496"/>
                </a:moveTo>
                <a:cubicBezTo>
                  <a:pt x="509" y="506"/>
                  <a:pt x="509" y="506"/>
                  <a:pt x="509" y="506"/>
                </a:cubicBezTo>
                <a:cubicBezTo>
                  <a:pt x="507" y="510"/>
                  <a:pt x="506" y="512"/>
                  <a:pt x="504" y="516"/>
                </a:cubicBezTo>
                <a:cubicBezTo>
                  <a:pt x="504" y="507"/>
                  <a:pt x="504" y="507"/>
                  <a:pt x="504" y="507"/>
                </a:cubicBezTo>
                <a:cubicBezTo>
                  <a:pt x="506" y="504"/>
                  <a:pt x="507" y="501"/>
                  <a:pt x="504" y="497"/>
                </a:cubicBezTo>
                <a:cubicBezTo>
                  <a:pt x="504" y="491"/>
                  <a:pt x="504" y="491"/>
                  <a:pt x="504" y="491"/>
                </a:cubicBezTo>
                <a:cubicBezTo>
                  <a:pt x="509" y="496"/>
                  <a:pt x="509" y="496"/>
                  <a:pt x="509" y="496"/>
                </a:cubicBezTo>
                <a:close/>
                <a:moveTo>
                  <a:pt x="509" y="522"/>
                </a:moveTo>
                <a:cubicBezTo>
                  <a:pt x="509" y="531"/>
                  <a:pt x="509" y="531"/>
                  <a:pt x="509" y="531"/>
                </a:cubicBezTo>
                <a:cubicBezTo>
                  <a:pt x="504" y="527"/>
                  <a:pt x="504" y="527"/>
                  <a:pt x="504" y="527"/>
                </a:cubicBezTo>
                <a:cubicBezTo>
                  <a:pt x="504" y="521"/>
                  <a:pt x="504" y="521"/>
                  <a:pt x="504" y="521"/>
                </a:cubicBezTo>
                <a:cubicBezTo>
                  <a:pt x="505" y="523"/>
                  <a:pt x="506" y="524"/>
                  <a:pt x="507" y="525"/>
                </a:cubicBezTo>
                <a:cubicBezTo>
                  <a:pt x="507" y="525"/>
                  <a:pt x="508" y="523"/>
                  <a:pt x="509" y="522"/>
                </a:cubicBezTo>
                <a:close/>
                <a:moveTo>
                  <a:pt x="509" y="580"/>
                </a:moveTo>
                <a:cubicBezTo>
                  <a:pt x="509" y="585"/>
                  <a:pt x="509" y="585"/>
                  <a:pt x="509" y="585"/>
                </a:cubicBezTo>
                <a:cubicBezTo>
                  <a:pt x="505" y="587"/>
                  <a:pt x="505" y="587"/>
                  <a:pt x="505" y="587"/>
                </a:cubicBezTo>
                <a:cubicBezTo>
                  <a:pt x="507" y="588"/>
                  <a:pt x="508" y="588"/>
                  <a:pt x="509" y="589"/>
                </a:cubicBezTo>
                <a:cubicBezTo>
                  <a:pt x="509" y="596"/>
                  <a:pt x="509" y="596"/>
                  <a:pt x="509" y="596"/>
                </a:cubicBezTo>
                <a:cubicBezTo>
                  <a:pt x="507" y="595"/>
                  <a:pt x="506" y="594"/>
                  <a:pt x="504" y="594"/>
                </a:cubicBezTo>
                <a:cubicBezTo>
                  <a:pt x="504" y="582"/>
                  <a:pt x="504" y="582"/>
                  <a:pt x="504" y="582"/>
                </a:cubicBezTo>
                <a:cubicBezTo>
                  <a:pt x="506" y="581"/>
                  <a:pt x="507" y="580"/>
                  <a:pt x="509" y="580"/>
                </a:cubicBezTo>
                <a:close/>
                <a:moveTo>
                  <a:pt x="509" y="605"/>
                </a:moveTo>
                <a:cubicBezTo>
                  <a:pt x="509" y="611"/>
                  <a:pt x="509" y="611"/>
                  <a:pt x="509" y="611"/>
                </a:cubicBezTo>
                <a:cubicBezTo>
                  <a:pt x="508" y="611"/>
                  <a:pt x="507" y="612"/>
                  <a:pt x="505" y="612"/>
                </a:cubicBezTo>
                <a:cubicBezTo>
                  <a:pt x="505" y="612"/>
                  <a:pt x="505" y="612"/>
                  <a:pt x="504" y="613"/>
                </a:cubicBezTo>
                <a:cubicBezTo>
                  <a:pt x="504" y="605"/>
                  <a:pt x="504" y="605"/>
                  <a:pt x="504" y="605"/>
                </a:cubicBezTo>
                <a:cubicBezTo>
                  <a:pt x="506" y="605"/>
                  <a:pt x="507" y="605"/>
                  <a:pt x="509" y="605"/>
                </a:cubicBezTo>
                <a:close/>
                <a:moveTo>
                  <a:pt x="509" y="664"/>
                </a:moveTo>
                <a:cubicBezTo>
                  <a:pt x="509" y="676"/>
                  <a:pt x="509" y="676"/>
                  <a:pt x="509" y="676"/>
                </a:cubicBezTo>
                <a:cubicBezTo>
                  <a:pt x="504" y="678"/>
                  <a:pt x="504" y="678"/>
                  <a:pt x="504" y="678"/>
                </a:cubicBezTo>
                <a:cubicBezTo>
                  <a:pt x="504" y="666"/>
                  <a:pt x="504" y="666"/>
                  <a:pt x="504" y="666"/>
                </a:cubicBezTo>
                <a:cubicBezTo>
                  <a:pt x="509" y="664"/>
                  <a:pt x="509" y="664"/>
                  <a:pt x="509" y="664"/>
                </a:cubicBezTo>
                <a:close/>
                <a:moveTo>
                  <a:pt x="509" y="731"/>
                </a:moveTo>
                <a:cubicBezTo>
                  <a:pt x="509" y="741"/>
                  <a:pt x="509" y="741"/>
                  <a:pt x="509" y="741"/>
                </a:cubicBezTo>
                <a:cubicBezTo>
                  <a:pt x="507" y="741"/>
                  <a:pt x="506" y="741"/>
                  <a:pt x="504" y="741"/>
                </a:cubicBezTo>
                <a:cubicBezTo>
                  <a:pt x="504" y="732"/>
                  <a:pt x="504" y="732"/>
                  <a:pt x="504" y="732"/>
                </a:cubicBezTo>
                <a:lnTo>
                  <a:pt x="509" y="731"/>
                </a:lnTo>
                <a:close/>
                <a:moveTo>
                  <a:pt x="499" y="14"/>
                </a:moveTo>
                <a:cubicBezTo>
                  <a:pt x="501" y="15"/>
                  <a:pt x="503" y="15"/>
                  <a:pt x="504" y="16"/>
                </a:cubicBezTo>
                <a:cubicBezTo>
                  <a:pt x="504" y="24"/>
                  <a:pt x="504" y="24"/>
                  <a:pt x="504" y="24"/>
                </a:cubicBezTo>
                <a:cubicBezTo>
                  <a:pt x="503" y="23"/>
                  <a:pt x="501" y="22"/>
                  <a:pt x="499" y="22"/>
                </a:cubicBezTo>
                <a:cubicBezTo>
                  <a:pt x="499" y="14"/>
                  <a:pt x="499" y="14"/>
                  <a:pt x="499" y="14"/>
                </a:cubicBezTo>
                <a:close/>
                <a:moveTo>
                  <a:pt x="504" y="779"/>
                </a:moveTo>
                <a:cubicBezTo>
                  <a:pt x="503" y="780"/>
                  <a:pt x="501" y="781"/>
                  <a:pt x="499" y="781"/>
                </a:cubicBezTo>
                <a:cubicBezTo>
                  <a:pt x="499" y="773"/>
                  <a:pt x="499" y="773"/>
                  <a:pt x="499" y="773"/>
                </a:cubicBezTo>
                <a:cubicBezTo>
                  <a:pt x="501" y="772"/>
                  <a:pt x="502" y="772"/>
                  <a:pt x="504" y="771"/>
                </a:cubicBezTo>
                <a:cubicBezTo>
                  <a:pt x="504" y="779"/>
                  <a:pt x="504" y="779"/>
                  <a:pt x="504" y="779"/>
                </a:cubicBezTo>
                <a:close/>
                <a:moveTo>
                  <a:pt x="504" y="54"/>
                </a:moveTo>
                <a:cubicBezTo>
                  <a:pt x="504" y="63"/>
                  <a:pt x="504" y="63"/>
                  <a:pt x="504" y="63"/>
                </a:cubicBezTo>
                <a:cubicBezTo>
                  <a:pt x="502" y="63"/>
                  <a:pt x="501" y="62"/>
                  <a:pt x="499" y="61"/>
                </a:cubicBezTo>
                <a:cubicBezTo>
                  <a:pt x="499" y="49"/>
                  <a:pt x="499" y="49"/>
                  <a:pt x="499" y="49"/>
                </a:cubicBezTo>
                <a:cubicBezTo>
                  <a:pt x="501" y="51"/>
                  <a:pt x="502" y="52"/>
                  <a:pt x="504" y="54"/>
                </a:cubicBezTo>
                <a:close/>
                <a:moveTo>
                  <a:pt x="504" y="129"/>
                </a:moveTo>
                <a:cubicBezTo>
                  <a:pt x="504" y="143"/>
                  <a:pt x="504" y="143"/>
                  <a:pt x="504" y="143"/>
                </a:cubicBezTo>
                <a:cubicBezTo>
                  <a:pt x="503" y="144"/>
                  <a:pt x="501" y="144"/>
                  <a:pt x="499" y="143"/>
                </a:cubicBezTo>
                <a:cubicBezTo>
                  <a:pt x="499" y="127"/>
                  <a:pt x="499" y="127"/>
                  <a:pt x="499" y="127"/>
                </a:cubicBezTo>
                <a:cubicBezTo>
                  <a:pt x="501" y="128"/>
                  <a:pt x="503" y="128"/>
                  <a:pt x="504" y="129"/>
                </a:cubicBezTo>
                <a:close/>
                <a:moveTo>
                  <a:pt x="504" y="190"/>
                </a:moveTo>
                <a:cubicBezTo>
                  <a:pt x="504" y="221"/>
                  <a:pt x="504" y="221"/>
                  <a:pt x="504" y="221"/>
                </a:cubicBezTo>
                <a:cubicBezTo>
                  <a:pt x="503" y="220"/>
                  <a:pt x="501" y="219"/>
                  <a:pt x="499" y="218"/>
                </a:cubicBezTo>
                <a:cubicBezTo>
                  <a:pt x="499" y="213"/>
                  <a:pt x="499" y="213"/>
                  <a:pt x="499" y="213"/>
                </a:cubicBezTo>
                <a:cubicBezTo>
                  <a:pt x="500" y="213"/>
                  <a:pt x="500" y="214"/>
                  <a:pt x="501" y="215"/>
                </a:cubicBezTo>
                <a:cubicBezTo>
                  <a:pt x="501" y="215"/>
                  <a:pt x="502" y="215"/>
                  <a:pt x="503" y="215"/>
                </a:cubicBezTo>
                <a:cubicBezTo>
                  <a:pt x="503" y="205"/>
                  <a:pt x="504" y="199"/>
                  <a:pt x="499" y="194"/>
                </a:cubicBezTo>
                <a:cubicBezTo>
                  <a:pt x="499" y="188"/>
                  <a:pt x="499" y="188"/>
                  <a:pt x="499" y="188"/>
                </a:cubicBezTo>
                <a:cubicBezTo>
                  <a:pt x="501" y="188"/>
                  <a:pt x="503" y="189"/>
                  <a:pt x="504" y="190"/>
                </a:cubicBezTo>
                <a:close/>
                <a:moveTo>
                  <a:pt x="504" y="277"/>
                </a:moveTo>
                <a:cubicBezTo>
                  <a:pt x="504" y="283"/>
                  <a:pt x="504" y="283"/>
                  <a:pt x="504" y="283"/>
                </a:cubicBezTo>
                <a:cubicBezTo>
                  <a:pt x="502" y="284"/>
                  <a:pt x="501" y="285"/>
                  <a:pt x="499" y="287"/>
                </a:cubicBezTo>
                <a:cubicBezTo>
                  <a:pt x="499" y="281"/>
                  <a:pt x="499" y="281"/>
                  <a:pt x="499" y="281"/>
                </a:cubicBezTo>
                <a:cubicBezTo>
                  <a:pt x="504" y="277"/>
                  <a:pt x="504" y="277"/>
                  <a:pt x="504" y="277"/>
                </a:cubicBezTo>
                <a:close/>
                <a:moveTo>
                  <a:pt x="504" y="291"/>
                </a:moveTo>
                <a:cubicBezTo>
                  <a:pt x="504" y="296"/>
                  <a:pt x="504" y="296"/>
                  <a:pt x="504" y="296"/>
                </a:cubicBezTo>
                <a:cubicBezTo>
                  <a:pt x="503" y="295"/>
                  <a:pt x="501" y="294"/>
                  <a:pt x="499" y="293"/>
                </a:cubicBezTo>
                <a:cubicBezTo>
                  <a:pt x="499" y="288"/>
                  <a:pt x="499" y="288"/>
                  <a:pt x="499" y="288"/>
                </a:cubicBezTo>
                <a:cubicBezTo>
                  <a:pt x="501" y="290"/>
                  <a:pt x="503" y="290"/>
                  <a:pt x="504" y="291"/>
                </a:cubicBezTo>
                <a:close/>
                <a:moveTo>
                  <a:pt x="504" y="305"/>
                </a:moveTo>
                <a:cubicBezTo>
                  <a:pt x="504" y="312"/>
                  <a:pt x="504" y="312"/>
                  <a:pt x="504" y="312"/>
                </a:cubicBezTo>
                <a:cubicBezTo>
                  <a:pt x="503" y="313"/>
                  <a:pt x="501" y="315"/>
                  <a:pt x="499" y="317"/>
                </a:cubicBezTo>
                <a:cubicBezTo>
                  <a:pt x="499" y="311"/>
                  <a:pt x="499" y="311"/>
                  <a:pt x="499" y="311"/>
                </a:cubicBezTo>
                <a:cubicBezTo>
                  <a:pt x="500" y="311"/>
                  <a:pt x="501" y="310"/>
                  <a:pt x="502" y="309"/>
                </a:cubicBezTo>
                <a:cubicBezTo>
                  <a:pt x="501" y="309"/>
                  <a:pt x="500" y="308"/>
                  <a:pt x="499" y="307"/>
                </a:cubicBezTo>
                <a:cubicBezTo>
                  <a:pt x="499" y="302"/>
                  <a:pt x="499" y="302"/>
                  <a:pt x="499" y="302"/>
                </a:cubicBezTo>
                <a:cubicBezTo>
                  <a:pt x="503" y="305"/>
                  <a:pt x="503" y="305"/>
                  <a:pt x="503" y="305"/>
                </a:cubicBezTo>
                <a:cubicBezTo>
                  <a:pt x="504" y="305"/>
                  <a:pt x="504" y="305"/>
                  <a:pt x="504" y="305"/>
                </a:cubicBezTo>
                <a:close/>
                <a:moveTo>
                  <a:pt x="504" y="330"/>
                </a:moveTo>
                <a:cubicBezTo>
                  <a:pt x="504" y="341"/>
                  <a:pt x="504" y="341"/>
                  <a:pt x="504" y="341"/>
                </a:cubicBezTo>
                <a:cubicBezTo>
                  <a:pt x="501" y="338"/>
                  <a:pt x="501" y="338"/>
                  <a:pt x="499" y="337"/>
                </a:cubicBezTo>
                <a:cubicBezTo>
                  <a:pt x="499" y="333"/>
                  <a:pt x="499" y="333"/>
                  <a:pt x="499" y="333"/>
                </a:cubicBezTo>
                <a:cubicBezTo>
                  <a:pt x="499" y="332"/>
                  <a:pt x="499" y="331"/>
                  <a:pt x="500" y="330"/>
                </a:cubicBezTo>
                <a:cubicBezTo>
                  <a:pt x="504" y="330"/>
                  <a:pt x="504" y="330"/>
                  <a:pt x="504" y="330"/>
                </a:cubicBezTo>
                <a:close/>
                <a:moveTo>
                  <a:pt x="504" y="388"/>
                </a:moveTo>
                <a:cubicBezTo>
                  <a:pt x="504" y="415"/>
                  <a:pt x="504" y="415"/>
                  <a:pt x="504" y="415"/>
                </a:cubicBezTo>
                <a:cubicBezTo>
                  <a:pt x="503" y="423"/>
                  <a:pt x="501" y="431"/>
                  <a:pt x="499" y="438"/>
                </a:cubicBezTo>
                <a:cubicBezTo>
                  <a:pt x="499" y="421"/>
                  <a:pt x="499" y="421"/>
                  <a:pt x="499" y="421"/>
                </a:cubicBezTo>
                <a:cubicBezTo>
                  <a:pt x="500" y="420"/>
                  <a:pt x="501" y="419"/>
                  <a:pt x="501" y="416"/>
                </a:cubicBezTo>
                <a:cubicBezTo>
                  <a:pt x="499" y="417"/>
                  <a:pt x="499" y="417"/>
                  <a:pt x="499" y="417"/>
                </a:cubicBezTo>
                <a:cubicBezTo>
                  <a:pt x="499" y="411"/>
                  <a:pt x="499" y="411"/>
                  <a:pt x="499" y="411"/>
                </a:cubicBezTo>
                <a:cubicBezTo>
                  <a:pt x="500" y="410"/>
                  <a:pt x="501" y="409"/>
                  <a:pt x="501" y="409"/>
                </a:cubicBezTo>
                <a:cubicBezTo>
                  <a:pt x="501" y="406"/>
                  <a:pt x="501" y="404"/>
                  <a:pt x="501" y="402"/>
                </a:cubicBezTo>
                <a:cubicBezTo>
                  <a:pt x="500" y="402"/>
                  <a:pt x="500" y="403"/>
                  <a:pt x="499" y="403"/>
                </a:cubicBezTo>
                <a:cubicBezTo>
                  <a:pt x="499" y="398"/>
                  <a:pt x="499" y="398"/>
                  <a:pt x="499" y="398"/>
                </a:cubicBezTo>
                <a:cubicBezTo>
                  <a:pt x="502" y="396"/>
                  <a:pt x="503" y="393"/>
                  <a:pt x="500" y="389"/>
                </a:cubicBezTo>
                <a:cubicBezTo>
                  <a:pt x="499" y="390"/>
                  <a:pt x="499" y="390"/>
                  <a:pt x="499" y="390"/>
                </a:cubicBezTo>
                <a:cubicBezTo>
                  <a:pt x="499" y="383"/>
                  <a:pt x="499" y="383"/>
                  <a:pt x="499" y="383"/>
                </a:cubicBezTo>
                <a:cubicBezTo>
                  <a:pt x="500" y="381"/>
                  <a:pt x="500" y="379"/>
                  <a:pt x="499" y="377"/>
                </a:cubicBezTo>
                <a:cubicBezTo>
                  <a:pt x="499" y="365"/>
                  <a:pt x="499" y="365"/>
                  <a:pt x="499" y="365"/>
                </a:cubicBezTo>
                <a:cubicBezTo>
                  <a:pt x="501" y="373"/>
                  <a:pt x="503" y="381"/>
                  <a:pt x="504" y="388"/>
                </a:cubicBezTo>
                <a:close/>
                <a:moveTo>
                  <a:pt x="504" y="491"/>
                </a:moveTo>
                <a:cubicBezTo>
                  <a:pt x="504" y="497"/>
                  <a:pt x="504" y="497"/>
                  <a:pt x="504" y="497"/>
                </a:cubicBezTo>
                <a:cubicBezTo>
                  <a:pt x="504" y="496"/>
                  <a:pt x="503" y="495"/>
                  <a:pt x="503" y="495"/>
                </a:cubicBezTo>
                <a:cubicBezTo>
                  <a:pt x="501" y="496"/>
                  <a:pt x="500" y="498"/>
                  <a:pt x="499" y="499"/>
                </a:cubicBezTo>
                <a:cubicBezTo>
                  <a:pt x="499" y="486"/>
                  <a:pt x="499" y="486"/>
                  <a:pt x="499" y="486"/>
                </a:cubicBezTo>
                <a:cubicBezTo>
                  <a:pt x="504" y="491"/>
                  <a:pt x="504" y="491"/>
                  <a:pt x="504" y="491"/>
                </a:cubicBezTo>
                <a:close/>
                <a:moveTo>
                  <a:pt x="504" y="507"/>
                </a:moveTo>
                <a:cubicBezTo>
                  <a:pt x="504" y="516"/>
                  <a:pt x="504" y="516"/>
                  <a:pt x="504" y="516"/>
                </a:cubicBezTo>
                <a:cubicBezTo>
                  <a:pt x="503" y="519"/>
                  <a:pt x="503" y="519"/>
                  <a:pt x="503" y="519"/>
                </a:cubicBezTo>
                <a:cubicBezTo>
                  <a:pt x="503" y="520"/>
                  <a:pt x="504" y="521"/>
                  <a:pt x="504" y="521"/>
                </a:cubicBezTo>
                <a:cubicBezTo>
                  <a:pt x="504" y="527"/>
                  <a:pt x="504" y="527"/>
                  <a:pt x="504" y="527"/>
                </a:cubicBezTo>
                <a:cubicBezTo>
                  <a:pt x="499" y="522"/>
                  <a:pt x="499" y="522"/>
                  <a:pt x="499" y="522"/>
                </a:cubicBezTo>
                <a:cubicBezTo>
                  <a:pt x="499" y="516"/>
                  <a:pt x="499" y="516"/>
                  <a:pt x="499" y="516"/>
                </a:cubicBezTo>
                <a:cubicBezTo>
                  <a:pt x="500" y="516"/>
                  <a:pt x="500" y="516"/>
                  <a:pt x="500" y="516"/>
                </a:cubicBezTo>
                <a:cubicBezTo>
                  <a:pt x="501" y="512"/>
                  <a:pt x="503" y="510"/>
                  <a:pt x="504" y="507"/>
                </a:cubicBezTo>
                <a:close/>
                <a:moveTo>
                  <a:pt x="504" y="582"/>
                </a:moveTo>
                <a:cubicBezTo>
                  <a:pt x="504" y="594"/>
                  <a:pt x="504" y="594"/>
                  <a:pt x="504" y="594"/>
                </a:cubicBezTo>
                <a:cubicBezTo>
                  <a:pt x="503" y="593"/>
                  <a:pt x="501" y="593"/>
                  <a:pt x="499" y="593"/>
                </a:cubicBezTo>
                <a:cubicBezTo>
                  <a:pt x="499" y="585"/>
                  <a:pt x="499" y="585"/>
                  <a:pt x="499" y="585"/>
                </a:cubicBezTo>
                <a:cubicBezTo>
                  <a:pt x="501" y="584"/>
                  <a:pt x="503" y="583"/>
                  <a:pt x="504" y="582"/>
                </a:cubicBezTo>
                <a:close/>
                <a:moveTo>
                  <a:pt x="504" y="605"/>
                </a:moveTo>
                <a:cubicBezTo>
                  <a:pt x="504" y="613"/>
                  <a:pt x="504" y="613"/>
                  <a:pt x="504" y="613"/>
                </a:cubicBezTo>
                <a:cubicBezTo>
                  <a:pt x="503" y="614"/>
                  <a:pt x="501" y="615"/>
                  <a:pt x="499" y="616"/>
                </a:cubicBezTo>
                <a:cubicBezTo>
                  <a:pt x="499" y="611"/>
                  <a:pt x="499" y="611"/>
                  <a:pt x="499" y="611"/>
                </a:cubicBezTo>
                <a:cubicBezTo>
                  <a:pt x="500" y="611"/>
                  <a:pt x="500" y="611"/>
                  <a:pt x="500" y="611"/>
                </a:cubicBezTo>
                <a:cubicBezTo>
                  <a:pt x="499" y="610"/>
                  <a:pt x="499" y="610"/>
                  <a:pt x="499" y="610"/>
                </a:cubicBezTo>
                <a:cubicBezTo>
                  <a:pt x="499" y="603"/>
                  <a:pt x="499" y="603"/>
                  <a:pt x="499" y="603"/>
                </a:cubicBezTo>
                <a:cubicBezTo>
                  <a:pt x="502" y="605"/>
                  <a:pt x="502" y="605"/>
                  <a:pt x="502" y="605"/>
                </a:cubicBezTo>
                <a:cubicBezTo>
                  <a:pt x="503" y="605"/>
                  <a:pt x="503" y="605"/>
                  <a:pt x="504" y="605"/>
                </a:cubicBezTo>
                <a:close/>
                <a:moveTo>
                  <a:pt x="504" y="666"/>
                </a:moveTo>
                <a:cubicBezTo>
                  <a:pt x="504" y="678"/>
                  <a:pt x="504" y="678"/>
                  <a:pt x="504" y="678"/>
                </a:cubicBezTo>
                <a:cubicBezTo>
                  <a:pt x="499" y="680"/>
                  <a:pt x="499" y="680"/>
                  <a:pt x="499" y="680"/>
                </a:cubicBezTo>
                <a:cubicBezTo>
                  <a:pt x="499" y="668"/>
                  <a:pt x="499" y="668"/>
                  <a:pt x="499" y="668"/>
                </a:cubicBezTo>
                <a:cubicBezTo>
                  <a:pt x="504" y="666"/>
                  <a:pt x="504" y="666"/>
                  <a:pt x="504" y="666"/>
                </a:cubicBezTo>
                <a:close/>
                <a:moveTo>
                  <a:pt x="504" y="732"/>
                </a:moveTo>
                <a:cubicBezTo>
                  <a:pt x="504" y="741"/>
                  <a:pt x="504" y="741"/>
                  <a:pt x="504" y="741"/>
                </a:cubicBezTo>
                <a:cubicBezTo>
                  <a:pt x="503" y="741"/>
                  <a:pt x="501" y="742"/>
                  <a:pt x="499" y="742"/>
                </a:cubicBezTo>
                <a:cubicBezTo>
                  <a:pt x="499" y="733"/>
                  <a:pt x="499" y="733"/>
                  <a:pt x="499" y="733"/>
                </a:cubicBezTo>
                <a:cubicBezTo>
                  <a:pt x="501" y="732"/>
                  <a:pt x="503" y="732"/>
                  <a:pt x="504" y="732"/>
                </a:cubicBezTo>
                <a:close/>
                <a:moveTo>
                  <a:pt x="504" y="756"/>
                </a:moveTo>
                <a:cubicBezTo>
                  <a:pt x="504" y="768"/>
                  <a:pt x="504" y="768"/>
                  <a:pt x="504" y="768"/>
                </a:cubicBezTo>
                <a:cubicBezTo>
                  <a:pt x="502" y="766"/>
                  <a:pt x="501" y="764"/>
                  <a:pt x="499" y="763"/>
                </a:cubicBezTo>
                <a:cubicBezTo>
                  <a:pt x="499" y="751"/>
                  <a:pt x="499" y="751"/>
                  <a:pt x="499" y="751"/>
                </a:cubicBezTo>
                <a:cubicBezTo>
                  <a:pt x="501" y="753"/>
                  <a:pt x="503" y="754"/>
                  <a:pt x="504" y="756"/>
                </a:cubicBezTo>
                <a:close/>
                <a:moveTo>
                  <a:pt x="499" y="98"/>
                </a:moveTo>
                <a:cubicBezTo>
                  <a:pt x="499" y="87"/>
                  <a:pt x="499" y="87"/>
                  <a:pt x="499" y="87"/>
                </a:cubicBezTo>
                <a:cubicBezTo>
                  <a:pt x="501" y="88"/>
                  <a:pt x="502" y="89"/>
                  <a:pt x="503" y="91"/>
                </a:cubicBezTo>
                <a:cubicBezTo>
                  <a:pt x="502" y="93"/>
                  <a:pt x="501" y="96"/>
                  <a:pt x="501" y="98"/>
                </a:cubicBezTo>
                <a:lnTo>
                  <a:pt x="499" y="98"/>
                </a:lnTo>
                <a:close/>
                <a:moveTo>
                  <a:pt x="496" y="14"/>
                </a:moveTo>
                <a:cubicBezTo>
                  <a:pt x="497" y="14"/>
                  <a:pt x="498" y="14"/>
                  <a:pt x="499" y="14"/>
                </a:cubicBezTo>
                <a:cubicBezTo>
                  <a:pt x="499" y="22"/>
                  <a:pt x="499" y="22"/>
                  <a:pt x="499" y="22"/>
                </a:cubicBezTo>
                <a:cubicBezTo>
                  <a:pt x="498" y="21"/>
                  <a:pt x="497" y="21"/>
                  <a:pt x="496" y="21"/>
                </a:cubicBezTo>
                <a:cubicBezTo>
                  <a:pt x="496" y="14"/>
                  <a:pt x="496" y="14"/>
                  <a:pt x="496" y="14"/>
                </a:cubicBezTo>
                <a:close/>
                <a:moveTo>
                  <a:pt x="499" y="781"/>
                </a:moveTo>
                <a:cubicBezTo>
                  <a:pt x="499" y="782"/>
                  <a:pt x="498" y="782"/>
                  <a:pt x="497" y="782"/>
                </a:cubicBezTo>
                <a:cubicBezTo>
                  <a:pt x="497" y="782"/>
                  <a:pt x="496" y="782"/>
                  <a:pt x="496" y="782"/>
                </a:cubicBezTo>
                <a:cubicBezTo>
                  <a:pt x="496" y="773"/>
                  <a:pt x="496" y="773"/>
                  <a:pt x="496" y="773"/>
                </a:cubicBezTo>
                <a:cubicBezTo>
                  <a:pt x="497" y="773"/>
                  <a:pt x="498" y="773"/>
                  <a:pt x="499" y="773"/>
                </a:cubicBezTo>
                <a:cubicBezTo>
                  <a:pt x="499" y="781"/>
                  <a:pt x="499" y="781"/>
                  <a:pt x="499" y="781"/>
                </a:cubicBezTo>
                <a:close/>
                <a:moveTo>
                  <a:pt x="499" y="49"/>
                </a:moveTo>
                <a:cubicBezTo>
                  <a:pt x="499" y="61"/>
                  <a:pt x="499" y="61"/>
                  <a:pt x="499" y="61"/>
                </a:cubicBezTo>
                <a:cubicBezTo>
                  <a:pt x="498" y="60"/>
                  <a:pt x="497" y="60"/>
                  <a:pt x="496" y="59"/>
                </a:cubicBezTo>
                <a:cubicBezTo>
                  <a:pt x="496" y="44"/>
                  <a:pt x="496" y="44"/>
                  <a:pt x="496" y="44"/>
                </a:cubicBezTo>
                <a:cubicBezTo>
                  <a:pt x="497" y="46"/>
                  <a:pt x="498" y="48"/>
                  <a:pt x="499" y="49"/>
                </a:cubicBezTo>
                <a:close/>
                <a:moveTo>
                  <a:pt x="499" y="87"/>
                </a:moveTo>
                <a:cubicBezTo>
                  <a:pt x="499" y="98"/>
                  <a:pt x="499" y="98"/>
                  <a:pt x="499" y="98"/>
                </a:cubicBezTo>
                <a:cubicBezTo>
                  <a:pt x="498" y="97"/>
                  <a:pt x="497" y="97"/>
                  <a:pt x="496" y="97"/>
                </a:cubicBezTo>
                <a:cubicBezTo>
                  <a:pt x="496" y="86"/>
                  <a:pt x="496" y="86"/>
                  <a:pt x="496" y="86"/>
                </a:cubicBezTo>
                <a:cubicBezTo>
                  <a:pt x="497" y="86"/>
                  <a:pt x="498" y="87"/>
                  <a:pt x="499" y="87"/>
                </a:cubicBezTo>
                <a:close/>
                <a:moveTo>
                  <a:pt x="499" y="127"/>
                </a:moveTo>
                <a:cubicBezTo>
                  <a:pt x="499" y="143"/>
                  <a:pt x="499" y="143"/>
                  <a:pt x="499" y="143"/>
                </a:cubicBezTo>
                <a:cubicBezTo>
                  <a:pt x="498" y="143"/>
                  <a:pt x="497" y="143"/>
                  <a:pt x="496" y="143"/>
                </a:cubicBezTo>
                <a:cubicBezTo>
                  <a:pt x="496" y="126"/>
                  <a:pt x="496" y="126"/>
                  <a:pt x="496" y="126"/>
                </a:cubicBezTo>
                <a:cubicBezTo>
                  <a:pt x="497" y="127"/>
                  <a:pt x="498" y="127"/>
                  <a:pt x="499" y="127"/>
                </a:cubicBezTo>
                <a:close/>
                <a:moveTo>
                  <a:pt x="499" y="188"/>
                </a:moveTo>
                <a:cubicBezTo>
                  <a:pt x="499" y="194"/>
                  <a:pt x="499" y="194"/>
                  <a:pt x="499" y="194"/>
                </a:cubicBezTo>
                <a:cubicBezTo>
                  <a:pt x="498" y="194"/>
                  <a:pt x="497" y="193"/>
                  <a:pt x="496" y="192"/>
                </a:cubicBezTo>
                <a:cubicBezTo>
                  <a:pt x="496" y="186"/>
                  <a:pt x="496" y="186"/>
                  <a:pt x="496" y="186"/>
                </a:cubicBezTo>
                <a:cubicBezTo>
                  <a:pt x="497" y="187"/>
                  <a:pt x="498" y="187"/>
                  <a:pt x="499" y="188"/>
                </a:cubicBezTo>
                <a:close/>
                <a:moveTo>
                  <a:pt x="499" y="213"/>
                </a:moveTo>
                <a:cubicBezTo>
                  <a:pt x="499" y="218"/>
                  <a:pt x="499" y="218"/>
                  <a:pt x="499" y="218"/>
                </a:cubicBezTo>
                <a:cubicBezTo>
                  <a:pt x="498" y="217"/>
                  <a:pt x="497" y="216"/>
                  <a:pt x="496" y="216"/>
                </a:cubicBezTo>
                <a:cubicBezTo>
                  <a:pt x="496" y="210"/>
                  <a:pt x="496" y="210"/>
                  <a:pt x="496" y="210"/>
                </a:cubicBezTo>
                <a:cubicBezTo>
                  <a:pt x="497" y="211"/>
                  <a:pt x="498" y="212"/>
                  <a:pt x="499" y="213"/>
                </a:cubicBezTo>
                <a:close/>
                <a:moveTo>
                  <a:pt x="499" y="281"/>
                </a:moveTo>
                <a:cubicBezTo>
                  <a:pt x="499" y="287"/>
                  <a:pt x="499" y="287"/>
                  <a:pt x="499" y="287"/>
                </a:cubicBezTo>
                <a:cubicBezTo>
                  <a:pt x="499" y="287"/>
                  <a:pt x="499" y="288"/>
                  <a:pt x="499" y="288"/>
                </a:cubicBezTo>
                <a:cubicBezTo>
                  <a:pt x="499" y="288"/>
                  <a:pt x="499" y="288"/>
                  <a:pt x="499" y="288"/>
                </a:cubicBezTo>
                <a:cubicBezTo>
                  <a:pt x="499" y="293"/>
                  <a:pt x="499" y="293"/>
                  <a:pt x="499" y="293"/>
                </a:cubicBezTo>
                <a:cubicBezTo>
                  <a:pt x="498" y="293"/>
                  <a:pt x="497" y="292"/>
                  <a:pt x="496" y="292"/>
                </a:cubicBezTo>
                <a:cubicBezTo>
                  <a:pt x="496" y="285"/>
                  <a:pt x="496" y="285"/>
                  <a:pt x="496" y="285"/>
                </a:cubicBezTo>
                <a:cubicBezTo>
                  <a:pt x="499" y="281"/>
                  <a:pt x="499" y="281"/>
                  <a:pt x="499" y="281"/>
                </a:cubicBezTo>
                <a:close/>
                <a:moveTo>
                  <a:pt x="499" y="302"/>
                </a:moveTo>
                <a:cubicBezTo>
                  <a:pt x="499" y="307"/>
                  <a:pt x="499" y="307"/>
                  <a:pt x="499" y="307"/>
                </a:cubicBezTo>
                <a:cubicBezTo>
                  <a:pt x="498" y="306"/>
                  <a:pt x="497" y="305"/>
                  <a:pt x="496" y="305"/>
                </a:cubicBezTo>
                <a:cubicBezTo>
                  <a:pt x="496" y="300"/>
                  <a:pt x="496" y="300"/>
                  <a:pt x="496" y="300"/>
                </a:cubicBezTo>
                <a:cubicBezTo>
                  <a:pt x="499" y="302"/>
                  <a:pt x="499" y="302"/>
                  <a:pt x="499" y="302"/>
                </a:cubicBezTo>
                <a:close/>
                <a:moveTo>
                  <a:pt x="499" y="311"/>
                </a:moveTo>
                <a:cubicBezTo>
                  <a:pt x="499" y="317"/>
                  <a:pt x="499" y="317"/>
                  <a:pt x="499" y="317"/>
                </a:cubicBezTo>
                <a:cubicBezTo>
                  <a:pt x="498" y="317"/>
                  <a:pt x="497" y="319"/>
                  <a:pt x="496" y="319"/>
                </a:cubicBezTo>
                <a:cubicBezTo>
                  <a:pt x="496" y="313"/>
                  <a:pt x="496" y="313"/>
                  <a:pt x="496" y="313"/>
                </a:cubicBezTo>
                <a:cubicBezTo>
                  <a:pt x="497" y="312"/>
                  <a:pt x="498" y="312"/>
                  <a:pt x="499" y="311"/>
                </a:cubicBezTo>
                <a:close/>
                <a:moveTo>
                  <a:pt x="499" y="333"/>
                </a:moveTo>
                <a:cubicBezTo>
                  <a:pt x="499" y="337"/>
                  <a:pt x="499" y="337"/>
                  <a:pt x="499" y="337"/>
                </a:cubicBezTo>
                <a:cubicBezTo>
                  <a:pt x="499" y="337"/>
                  <a:pt x="499" y="337"/>
                  <a:pt x="499" y="337"/>
                </a:cubicBezTo>
                <a:cubicBezTo>
                  <a:pt x="499" y="336"/>
                  <a:pt x="499" y="334"/>
                  <a:pt x="499" y="333"/>
                </a:cubicBezTo>
                <a:close/>
                <a:moveTo>
                  <a:pt x="499" y="365"/>
                </a:moveTo>
                <a:cubicBezTo>
                  <a:pt x="499" y="377"/>
                  <a:pt x="499" y="377"/>
                  <a:pt x="499" y="377"/>
                </a:cubicBezTo>
                <a:cubicBezTo>
                  <a:pt x="499" y="377"/>
                  <a:pt x="498" y="376"/>
                  <a:pt x="498" y="376"/>
                </a:cubicBezTo>
                <a:cubicBezTo>
                  <a:pt x="496" y="378"/>
                  <a:pt x="496" y="378"/>
                  <a:pt x="496" y="378"/>
                </a:cubicBezTo>
                <a:cubicBezTo>
                  <a:pt x="496" y="356"/>
                  <a:pt x="496" y="356"/>
                  <a:pt x="496" y="356"/>
                </a:cubicBezTo>
                <a:cubicBezTo>
                  <a:pt x="497" y="359"/>
                  <a:pt x="498" y="362"/>
                  <a:pt x="499" y="365"/>
                </a:cubicBezTo>
                <a:close/>
                <a:moveTo>
                  <a:pt x="499" y="383"/>
                </a:moveTo>
                <a:cubicBezTo>
                  <a:pt x="499" y="390"/>
                  <a:pt x="499" y="390"/>
                  <a:pt x="499" y="390"/>
                </a:cubicBezTo>
                <a:cubicBezTo>
                  <a:pt x="498" y="391"/>
                  <a:pt x="497" y="391"/>
                  <a:pt x="496" y="392"/>
                </a:cubicBezTo>
                <a:cubicBezTo>
                  <a:pt x="496" y="388"/>
                  <a:pt x="496" y="388"/>
                  <a:pt x="496" y="388"/>
                </a:cubicBezTo>
                <a:cubicBezTo>
                  <a:pt x="497" y="387"/>
                  <a:pt x="498" y="385"/>
                  <a:pt x="499" y="383"/>
                </a:cubicBezTo>
                <a:close/>
                <a:moveTo>
                  <a:pt x="499" y="398"/>
                </a:moveTo>
                <a:cubicBezTo>
                  <a:pt x="499" y="403"/>
                  <a:pt x="499" y="403"/>
                  <a:pt x="499" y="403"/>
                </a:cubicBezTo>
                <a:cubicBezTo>
                  <a:pt x="498" y="404"/>
                  <a:pt x="497" y="405"/>
                  <a:pt x="496" y="405"/>
                </a:cubicBezTo>
                <a:cubicBezTo>
                  <a:pt x="496" y="401"/>
                  <a:pt x="496" y="401"/>
                  <a:pt x="496" y="401"/>
                </a:cubicBezTo>
                <a:cubicBezTo>
                  <a:pt x="497" y="400"/>
                  <a:pt x="498" y="399"/>
                  <a:pt x="499" y="398"/>
                </a:cubicBezTo>
                <a:close/>
                <a:moveTo>
                  <a:pt x="499" y="411"/>
                </a:moveTo>
                <a:cubicBezTo>
                  <a:pt x="499" y="417"/>
                  <a:pt x="499" y="417"/>
                  <a:pt x="499" y="417"/>
                </a:cubicBezTo>
                <a:cubicBezTo>
                  <a:pt x="496" y="418"/>
                  <a:pt x="496" y="418"/>
                  <a:pt x="496" y="418"/>
                </a:cubicBezTo>
                <a:cubicBezTo>
                  <a:pt x="496" y="413"/>
                  <a:pt x="496" y="413"/>
                  <a:pt x="496" y="413"/>
                </a:cubicBezTo>
                <a:cubicBezTo>
                  <a:pt x="497" y="412"/>
                  <a:pt x="498" y="411"/>
                  <a:pt x="499" y="411"/>
                </a:cubicBezTo>
                <a:close/>
                <a:moveTo>
                  <a:pt x="499" y="421"/>
                </a:moveTo>
                <a:cubicBezTo>
                  <a:pt x="499" y="438"/>
                  <a:pt x="499" y="438"/>
                  <a:pt x="499" y="438"/>
                </a:cubicBezTo>
                <a:cubicBezTo>
                  <a:pt x="498" y="440"/>
                  <a:pt x="497" y="443"/>
                  <a:pt x="496" y="446"/>
                </a:cubicBezTo>
                <a:cubicBezTo>
                  <a:pt x="496" y="436"/>
                  <a:pt x="496" y="436"/>
                  <a:pt x="496" y="436"/>
                </a:cubicBezTo>
                <a:cubicBezTo>
                  <a:pt x="496" y="436"/>
                  <a:pt x="496" y="436"/>
                  <a:pt x="496" y="436"/>
                </a:cubicBezTo>
                <a:cubicBezTo>
                  <a:pt x="497" y="433"/>
                  <a:pt x="498" y="431"/>
                  <a:pt x="499" y="429"/>
                </a:cubicBezTo>
                <a:cubicBezTo>
                  <a:pt x="497" y="429"/>
                  <a:pt x="497" y="429"/>
                  <a:pt x="496" y="429"/>
                </a:cubicBezTo>
                <a:cubicBezTo>
                  <a:pt x="496" y="424"/>
                  <a:pt x="496" y="424"/>
                  <a:pt x="496" y="424"/>
                </a:cubicBezTo>
                <a:cubicBezTo>
                  <a:pt x="497" y="423"/>
                  <a:pt x="498" y="423"/>
                  <a:pt x="499" y="421"/>
                </a:cubicBezTo>
                <a:close/>
                <a:moveTo>
                  <a:pt x="499" y="486"/>
                </a:moveTo>
                <a:cubicBezTo>
                  <a:pt x="499" y="499"/>
                  <a:pt x="499" y="499"/>
                  <a:pt x="499" y="499"/>
                </a:cubicBezTo>
                <a:cubicBezTo>
                  <a:pt x="498" y="501"/>
                  <a:pt x="497" y="503"/>
                  <a:pt x="496" y="505"/>
                </a:cubicBezTo>
                <a:cubicBezTo>
                  <a:pt x="496" y="498"/>
                  <a:pt x="496" y="498"/>
                  <a:pt x="496" y="498"/>
                </a:cubicBezTo>
                <a:cubicBezTo>
                  <a:pt x="497" y="495"/>
                  <a:pt x="498" y="493"/>
                  <a:pt x="496" y="489"/>
                </a:cubicBezTo>
                <a:cubicBezTo>
                  <a:pt x="496" y="483"/>
                  <a:pt x="496" y="483"/>
                  <a:pt x="496" y="483"/>
                </a:cubicBezTo>
                <a:cubicBezTo>
                  <a:pt x="499" y="486"/>
                  <a:pt x="499" y="486"/>
                  <a:pt x="499" y="486"/>
                </a:cubicBezTo>
                <a:close/>
                <a:moveTo>
                  <a:pt x="499" y="516"/>
                </a:moveTo>
                <a:cubicBezTo>
                  <a:pt x="499" y="522"/>
                  <a:pt x="499" y="522"/>
                  <a:pt x="499" y="522"/>
                </a:cubicBezTo>
                <a:cubicBezTo>
                  <a:pt x="496" y="518"/>
                  <a:pt x="496" y="518"/>
                  <a:pt x="496" y="518"/>
                </a:cubicBezTo>
                <a:cubicBezTo>
                  <a:pt x="496" y="514"/>
                  <a:pt x="496" y="514"/>
                  <a:pt x="496" y="514"/>
                </a:cubicBezTo>
                <a:cubicBezTo>
                  <a:pt x="496" y="514"/>
                  <a:pt x="497" y="515"/>
                  <a:pt x="497" y="516"/>
                </a:cubicBezTo>
                <a:cubicBezTo>
                  <a:pt x="499" y="516"/>
                  <a:pt x="499" y="516"/>
                  <a:pt x="499" y="516"/>
                </a:cubicBezTo>
                <a:close/>
                <a:moveTo>
                  <a:pt x="499" y="585"/>
                </a:moveTo>
                <a:cubicBezTo>
                  <a:pt x="499" y="593"/>
                  <a:pt x="499" y="593"/>
                  <a:pt x="499" y="593"/>
                </a:cubicBezTo>
                <a:cubicBezTo>
                  <a:pt x="498" y="593"/>
                  <a:pt x="497" y="593"/>
                  <a:pt x="496" y="593"/>
                </a:cubicBezTo>
                <a:cubicBezTo>
                  <a:pt x="496" y="586"/>
                  <a:pt x="496" y="586"/>
                  <a:pt x="496" y="586"/>
                </a:cubicBezTo>
                <a:cubicBezTo>
                  <a:pt x="497" y="586"/>
                  <a:pt x="498" y="586"/>
                  <a:pt x="499" y="585"/>
                </a:cubicBezTo>
                <a:close/>
                <a:moveTo>
                  <a:pt x="499" y="603"/>
                </a:moveTo>
                <a:cubicBezTo>
                  <a:pt x="499" y="610"/>
                  <a:pt x="499" y="610"/>
                  <a:pt x="499" y="610"/>
                </a:cubicBezTo>
                <a:cubicBezTo>
                  <a:pt x="498" y="609"/>
                  <a:pt x="497" y="609"/>
                  <a:pt x="496" y="608"/>
                </a:cubicBezTo>
                <a:cubicBezTo>
                  <a:pt x="496" y="601"/>
                  <a:pt x="496" y="601"/>
                  <a:pt x="496" y="601"/>
                </a:cubicBezTo>
                <a:cubicBezTo>
                  <a:pt x="499" y="603"/>
                  <a:pt x="499" y="603"/>
                  <a:pt x="499" y="603"/>
                </a:cubicBezTo>
                <a:close/>
                <a:moveTo>
                  <a:pt x="499" y="611"/>
                </a:moveTo>
                <a:cubicBezTo>
                  <a:pt x="499" y="616"/>
                  <a:pt x="499" y="616"/>
                  <a:pt x="499" y="616"/>
                </a:cubicBezTo>
                <a:cubicBezTo>
                  <a:pt x="498" y="617"/>
                  <a:pt x="497" y="617"/>
                  <a:pt x="496" y="618"/>
                </a:cubicBezTo>
                <a:cubicBezTo>
                  <a:pt x="496" y="612"/>
                  <a:pt x="496" y="612"/>
                  <a:pt x="496" y="612"/>
                </a:cubicBezTo>
                <a:cubicBezTo>
                  <a:pt x="497" y="612"/>
                  <a:pt x="498" y="612"/>
                  <a:pt x="499" y="611"/>
                </a:cubicBezTo>
                <a:close/>
                <a:moveTo>
                  <a:pt x="499" y="668"/>
                </a:moveTo>
                <a:cubicBezTo>
                  <a:pt x="499" y="680"/>
                  <a:pt x="499" y="680"/>
                  <a:pt x="499" y="680"/>
                </a:cubicBezTo>
                <a:cubicBezTo>
                  <a:pt x="496" y="681"/>
                  <a:pt x="496" y="681"/>
                  <a:pt x="496" y="681"/>
                </a:cubicBezTo>
                <a:cubicBezTo>
                  <a:pt x="496" y="669"/>
                  <a:pt x="496" y="669"/>
                  <a:pt x="496" y="669"/>
                </a:cubicBezTo>
                <a:cubicBezTo>
                  <a:pt x="499" y="668"/>
                  <a:pt x="499" y="668"/>
                  <a:pt x="499" y="668"/>
                </a:cubicBezTo>
                <a:close/>
                <a:moveTo>
                  <a:pt x="499" y="733"/>
                </a:moveTo>
                <a:cubicBezTo>
                  <a:pt x="499" y="742"/>
                  <a:pt x="499" y="742"/>
                  <a:pt x="499" y="742"/>
                </a:cubicBezTo>
                <a:cubicBezTo>
                  <a:pt x="498" y="742"/>
                  <a:pt x="497" y="743"/>
                  <a:pt x="496" y="743"/>
                </a:cubicBezTo>
                <a:cubicBezTo>
                  <a:pt x="496" y="734"/>
                  <a:pt x="496" y="734"/>
                  <a:pt x="496" y="734"/>
                </a:cubicBezTo>
                <a:cubicBezTo>
                  <a:pt x="497" y="734"/>
                  <a:pt x="498" y="733"/>
                  <a:pt x="499" y="733"/>
                </a:cubicBezTo>
                <a:cubicBezTo>
                  <a:pt x="499" y="733"/>
                  <a:pt x="499" y="733"/>
                  <a:pt x="499" y="733"/>
                </a:cubicBezTo>
                <a:close/>
                <a:moveTo>
                  <a:pt x="499" y="751"/>
                </a:moveTo>
                <a:cubicBezTo>
                  <a:pt x="499" y="763"/>
                  <a:pt x="499" y="763"/>
                  <a:pt x="499" y="763"/>
                </a:cubicBezTo>
                <a:cubicBezTo>
                  <a:pt x="498" y="762"/>
                  <a:pt x="497" y="761"/>
                  <a:pt x="496" y="760"/>
                </a:cubicBezTo>
                <a:cubicBezTo>
                  <a:pt x="496" y="748"/>
                  <a:pt x="496" y="748"/>
                  <a:pt x="496" y="748"/>
                </a:cubicBezTo>
                <a:cubicBezTo>
                  <a:pt x="497" y="749"/>
                  <a:pt x="498" y="750"/>
                  <a:pt x="499" y="751"/>
                </a:cubicBezTo>
                <a:close/>
                <a:moveTo>
                  <a:pt x="496" y="563"/>
                </a:moveTo>
                <a:cubicBezTo>
                  <a:pt x="496" y="558"/>
                  <a:pt x="496" y="558"/>
                  <a:pt x="496" y="558"/>
                </a:cubicBezTo>
                <a:cubicBezTo>
                  <a:pt x="497" y="559"/>
                  <a:pt x="497" y="559"/>
                  <a:pt x="497" y="559"/>
                </a:cubicBezTo>
                <a:cubicBezTo>
                  <a:pt x="497" y="561"/>
                  <a:pt x="496" y="562"/>
                  <a:pt x="496" y="563"/>
                </a:cubicBezTo>
                <a:close/>
                <a:moveTo>
                  <a:pt x="496" y="121"/>
                </a:moveTo>
                <a:cubicBezTo>
                  <a:pt x="496" y="112"/>
                  <a:pt x="496" y="112"/>
                  <a:pt x="496" y="112"/>
                </a:cubicBezTo>
                <a:cubicBezTo>
                  <a:pt x="497" y="114"/>
                  <a:pt x="498" y="116"/>
                  <a:pt x="498" y="119"/>
                </a:cubicBezTo>
                <a:cubicBezTo>
                  <a:pt x="497" y="120"/>
                  <a:pt x="497" y="120"/>
                  <a:pt x="496" y="121"/>
                </a:cubicBezTo>
                <a:close/>
                <a:moveTo>
                  <a:pt x="491" y="12"/>
                </a:moveTo>
                <a:cubicBezTo>
                  <a:pt x="493" y="13"/>
                  <a:pt x="494" y="13"/>
                  <a:pt x="496" y="14"/>
                </a:cubicBezTo>
                <a:cubicBezTo>
                  <a:pt x="496" y="21"/>
                  <a:pt x="496" y="21"/>
                  <a:pt x="496" y="21"/>
                </a:cubicBezTo>
                <a:cubicBezTo>
                  <a:pt x="494" y="21"/>
                  <a:pt x="493" y="21"/>
                  <a:pt x="491" y="20"/>
                </a:cubicBezTo>
                <a:cubicBezTo>
                  <a:pt x="491" y="12"/>
                  <a:pt x="491" y="12"/>
                  <a:pt x="491" y="12"/>
                </a:cubicBezTo>
                <a:close/>
                <a:moveTo>
                  <a:pt x="496" y="782"/>
                </a:moveTo>
                <a:cubicBezTo>
                  <a:pt x="494" y="782"/>
                  <a:pt x="493" y="783"/>
                  <a:pt x="491" y="783"/>
                </a:cubicBezTo>
                <a:cubicBezTo>
                  <a:pt x="491" y="774"/>
                  <a:pt x="491" y="774"/>
                  <a:pt x="491" y="774"/>
                </a:cubicBezTo>
                <a:cubicBezTo>
                  <a:pt x="493" y="774"/>
                  <a:pt x="494" y="774"/>
                  <a:pt x="496" y="773"/>
                </a:cubicBezTo>
                <a:cubicBezTo>
                  <a:pt x="496" y="782"/>
                  <a:pt x="496" y="782"/>
                  <a:pt x="496" y="782"/>
                </a:cubicBezTo>
                <a:close/>
                <a:moveTo>
                  <a:pt x="496" y="44"/>
                </a:moveTo>
                <a:cubicBezTo>
                  <a:pt x="496" y="59"/>
                  <a:pt x="496" y="59"/>
                  <a:pt x="496" y="59"/>
                </a:cubicBezTo>
                <a:cubicBezTo>
                  <a:pt x="494" y="57"/>
                  <a:pt x="494" y="57"/>
                  <a:pt x="494" y="57"/>
                </a:cubicBezTo>
                <a:cubicBezTo>
                  <a:pt x="491" y="57"/>
                  <a:pt x="491" y="57"/>
                  <a:pt x="491" y="57"/>
                </a:cubicBezTo>
                <a:cubicBezTo>
                  <a:pt x="491" y="29"/>
                  <a:pt x="491" y="29"/>
                  <a:pt x="491" y="29"/>
                </a:cubicBezTo>
                <a:cubicBezTo>
                  <a:pt x="493" y="35"/>
                  <a:pt x="494" y="40"/>
                  <a:pt x="496" y="44"/>
                </a:cubicBezTo>
                <a:close/>
                <a:moveTo>
                  <a:pt x="496" y="86"/>
                </a:moveTo>
                <a:cubicBezTo>
                  <a:pt x="496" y="97"/>
                  <a:pt x="496" y="97"/>
                  <a:pt x="496" y="97"/>
                </a:cubicBezTo>
                <a:cubicBezTo>
                  <a:pt x="495" y="97"/>
                  <a:pt x="495" y="97"/>
                  <a:pt x="495" y="97"/>
                </a:cubicBezTo>
                <a:cubicBezTo>
                  <a:pt x="494" y="100"/>
                  <a:pt x="493" y="103"/>
                  <a:pt x="492" y="106"/>
                </a:cubicBezTo>
                <a:cubicBezTo>
                  <a:pt x="493" y="108"/>
                  <a:pt x="495" y="110"/>
                  <a:pt x="496" y="112"/>
                </a:cubicBezTo>
                <a:cubicBezTo>
                  <a:pt x="496" y="121"/>
                  <a:pt x="496" y="121"/>
                  <a:pt x="496" y="121"/>
                </a:cubicBezTo>
                <a:cubicBezTo>
                  <a:pt x="494" y="122"/>
                  <a:pt x="493" y="122"/>
                  <a:pt x="491" y="122"/>
                </a:cubicBezTo>
                <a:cubicBezTo>
                  <a:pt x="491" y="81"/>
                  <a:pt x="491" y="81"/>
                  <a:pt x="491" y="81"/>
                </a:cubicBezTo>
                <a:cubicBezTo>
                  <a:pt x="491" y="82"/>
                  <a:pt x="491" y="83"/>
                  <a:pt x="491" y="84"/>
                </a:cubicBezTo>
                <a:cubicBezTo>
                  <a:pt x="493" y="85"/>
                  <a:pt x="495" y="85"/>
                  <a:pt x="496" y="86"/>
                </a:cubicBezTo>
                <a:close/>
                <a:moveTo>
                  <a:pt x="496" y="126"/>
                </a:moveTo>
                <a:cubicBezTo>
                  <a:pt x="496" y="143"/>
                  <a:pt x="496" y="143"/>
                  <a:pt x="496" y="143"/>
                </a:cubicBezTo>
                <a:cubicBezTo>
                  <a:pt x="494" y="142"/>
                  <a:pt x="493" y="142"/>
                  <a:pt x="491" y="141"/>
                </a:cubicBezTo>
                <a:cubicBezTo>
                  <a:pt x="491" y="125"/>
                  <a:pt x="491" y="125"/>
                  <a:pt x="491" y="125"/>
                </a:cubicBezTo>
                <a:cubicBezTo>
                  <a:pt x="493" y="125"/>
                  <a:pt x="494" y="126"/>
                  <a:pt x="496" y="126"/>
                </a:cubicBezTo>
                <a:close/>
                <a:moveTo>
                  <a:pt x="496" y="186"/>
                </a:moveTo>
                <a:cubicBezTo>
                  <a:pt x="496" y="192"/>
                  <a:pt x="496" y="192"/>
                  <a:pt x="496" y="192"/>
                </a:cubicBezTo>
                <a:cubicBezTo>
                  <a:pt x="495" y="191"/>
                  <a:pt x="493" y="191"/>
                  <a:pt x="491" y="190"/>
                </a:cubicBezTo>
                <a:cubicBezTo>
                  <a:pt x="491" y="184"/>
                  <a:pt x="491" y="184"/>
                  <a:pt x="491" y="184"/>
                </a:cubicBezTo>
                <a:cubicBezTo>
                  <a:pt x="493" y="185"/>
                  <a:pt x="494" y="186"/>
                  <a:pt x="496" y="186"/>
                </a:cubicBezTo>
                <a:close/>
                <a:moveTo>
                  <a:pt x="496" y="210"/>
                </a:moveTo>
                <a:cubicBezTo>
                  <a:pt x="496" y="216"/>
                  <a:pt x="496" y="216"/>
                  <a:pt x="496" y="216"/>
                </a:cubicBezTo>
                <a:cubicBezTo>
                  <a:pt x="494" y="215"/>
                  <a:pt x="493" y="214"/>
                  <a:pt x="491" y="213"/>
                </a:cubicBezTo>
                <a:cubicBezTo>
                  <a:pt x="491" y="195"/>
                  <a:pt x="491" y="195"/>
                  <a:pt x="491" y="195"/>
                </a:cubicBezTo>
                <a:cubicBezTo>
                  <a:pt x="492" y="201"/>
                  <a:pt x="492" y="206"/>
                  <a:pt x="496" y="210"/>
                </a:cubicBezTo>
                <a:close/>
                <a:moveTo>
                  <a:pt x="496" y="285"/>
                </a:moveTo>
                <a:cubicBezTo>
                  <a:pt x="496" y="292"/>
                  <a:pt x="496" y="292"/>
                  <a:pt x="496" y="292"/>
                </a:cubicBezTo>
                <a:cubicBezTo>
                  <a:pt x="496" y="292"/>
                  <a:pt x="495" y="292"/>
                  <a:pt x="495" y="292"/>
                </a:cubicBezTo>
                <a:cubicBezTo>
                  <a:pt x="494" y="292"/>
                  <a:pt x="492" y="294"/>
                  <a:pt x="491" y="294"/>
                </a:cubicBezTo>
                <a:cubicBezTo>
                  <a:pt x="491" y="291"/>
                  <a:pt x="491" y="291"/>
                  <a:pt x="491" y="291"/>
                </a:cubicBezTo>
                <a:cubicBezTo>
                  <a:pt x="493" y="290"/>
                  <a:pt x="494" y="288"/>
                  <a:pt x="495" y="286"/>
                </a:cubicBezTo>
                <a:cubicBezTo>
                  <a:pt x="496" y="285"/>
                  <a:pt x="496" y="285"/>
                  <a:pt x="496" y="285"/>
                </a:cubicBezTo>
                <a:close/>
                <a:moveTo>
                  <a:pt x="496" y="300"/>
                </a:moveTo>
                <a:cubicBezTo>
                  <a:pt x="496" y="305"/>
                  <a:pt x="496" y="305"/>
                  <a:pt x="496" y="305"/>
                </a:cubicBezTo>
                <a:cubicBezTo>
                  <a:pt x="494" y="303"/>
                  <a:pt x="493" y="302"/>
                  <a:pt x="491" y="302"/>
                </a:cubicBezTo>
                <a:cubicBezTo>
                  <a:pt x="491" y="296"/>
                  <a:pt x="491" y="296"/>
                  <a:pt x="491" y="296"/>
                </a:cubicBezTo>
                <a:cubicBezTo>
                  <a:pt x="491" y="297"/>
                  <a:pt x="491" y="297"/>
                  <a:pt x="491" y="297"/>
                </a:cubicBezTo>
                <a:cubicBezTo>
                  <a:pt x="493" y="298"/>
                  <a:pt x="494" y="299"/>
                  <a:pt x="496" y="300"/>
                </a:cubicBezTo>
                <a:close/>
                <a:moveTo>
                  <a:pt x="496" y="313"/>
                </a:moveTo>
                <a:cubicBezTo>
                  <a:pt x="496" y="319"/>
                  <a:pt x="496" y="319"/>
                  <a:pt x="496" y="319"/>
                </a:cubicBezTo>
                <a:cubicBezTo>
                  <a:pt x="494" y="321"/>
                  <a:pt x="493" y="323"/>
                  <a:pt x="491" y="324"/>
                </a:cubicBezTo>
                <a:cubicBezTo>
                  <a:pt x="491" y="320"/>
                  <a:pt x="491" y="320"/>
                  <a:pt x="491" y="320"/>
                </a:cubicBezTo>
                <a:cubicBezTo>
                  <a:pt x="492" y="319"/>
                  <a:pt x="492" y="318"/>
                  <a:pt x="493" y="317"/>
                </a:cubicBezTo>
                <a:cubicBezTo>
                  <a:pt x="492" y="317"/>
                  <a:pt x="492" y="316"/>
                  <a:pt x="491" y="316"/>
                </a:cubicBezTo>
                <a:cubicBezTo>
                  <a:pt x="491" y="312"/>
                  <a:pt x="491" y="312"/>
                  <a:pt x="491" y="312"/>
                </a:cubicBezTo>
                <a:cubicBezTo>
                  <a:pt x="493" y="313"/>
                  <a:pt x="493" y="313"/>
                  <a:pt x="493" y="313"/>
                </a:cubicBezTo>
                <a:cubicBezTo>
                  <a:pt x="494" y="313"/>
                  <a:pt x="495" y="313"/>
                  <a:pt x="496" y="313"/>
                </a:cubicBezTo>
                <a:close/>
                <a:moveTo>
                  <a:pt x="496" y="356"/>
                </a:moveTo>
                <a:cubicBezTo>
                  <a:pt x="496" y="378"/>
                  <a:pt x="496" y="378"/>
                  <a:pt x="496" y="378"/>
                </a:cubicBezTo>
                <a:cubicBezTo>
                  <a:pt x="494" y="380"/>
                  <a:pt x="492" y="382"/>
                  <a:pt x="491" y="384"/>
                </a:cubicBezTo>
                <a:cubicBezTo>
                  <a:pt x="491" y="378"/>
                  <a:pt x="491" y="378"/>
                  <a:pt x="491" y="378"/>
                </a:cubicBezTo>
                <a:cubicBezTo>
                  <a:pt x="493" y="376"/>
                  <a:pt x="494" y="375"/>
                  <a:pt x="496" y="373"/>
                </a:cubicBezTo>
                <a:cubicBezTo>
                  <a:pt x="496" y="365"/>
                  <a:pt x="496" y="365"/>
                  <a:pt x="494" y="363"/>
                </a:cubicBezTo>
                <a:cubicBezTo>
                  <a:pt x="493" y="365"/>
                  <a:pt x="492" y="366"/>
                  <a:pt x="491" y="367"/>
                </a:cubicBezTo>
                <a:cubicBezTo>
                  <a:pt x="491" y="347"/>
                  <a:pt x="491" y="347"/>
                  <a:pt x="491" y="347"/>
                </a:cubicBezTo>
                <a:cubicBezTo>
                  <a:pt x="493" y="350"/>
                  <a:pt x="495" y="353"/>
                  <a:pt x="496" y="356"/>
                </a:cubicBezTo>
                <a:close/>
                <a:moveTo>
                  <a:pt x="496" y="388"/>
                </a:moveTo>
                <a:cubicBezTo>
                  <a:pt x="496" y="392"/>
                  <a:pt x="496" y="392"/>
                  <a:pt x="496" y="392"/>
                </a:cubicBezTo>
                <a:cubicBezTo>
                  <a:pt x="493" y="395"/>
                  <a:pt x="492" y="396"/>
                  <a:pt x="491" y="399"/>
                </a:cubicBezTo>
                <a:cubicBezTo>
                  <a:pt x="491" y="391"/>
                  <a:pt x="491" y="391"/>
                  <a:pt x="491" y="391"/>
                </a:cubicBezTo>
                <a:cubicBezTo>
                  <a:pt x="493" y="390"/>
                  <a:pt x="494" y="389"/>
                  <a:pt x="496" y="388"/>
                </a:cubicBezTo>
                <a:close/>
                <a:moveTo>
                  <a:pt x="496" y="401"/>
                </a:moveTo>
                <a:cubicBezTo>
                  <a:pt x="496" y="405"/>
                  <a:pt x="496" y="405"/>
                  <a:pt x="496" y="405"/>
                </a:cubicBezTo>
                <a:cubicBezTo>
                  <a:pt x="494" y="406"/>
                  <a:pt x="493" y="408"/>
                  <a:pt x="491" y="408"/>
                </a:cubicBezTo>
                <a:cubicBezTo>
                  <a:pt x="491" y="404"/>
                  <a:pt x="491" y="404"/>
                  <a:pt x="491" y="404"/>
                </a:cubicBezTo>
                <a:cubicBezTo>
                  <a:pt x="493" y="403"/>
                  <a:pt x="494" y="402"/>
                  <a:pt x="496" y="401"/>
                </a:cubicBezTo>
                <a:close/>
                <a:moveTo>
                  <a:pt x="496" y="413"/>
                </a:moveTo>
                <a:cubicBezTo>
                  <a:pt x="496" y="418"/>
                  <a:pt x="496" y="418"/>
                  <a:pt x="496" y="418"/>
                </a:cubicBezTo>
                <a:cubicBezTo>
                  <a:pt x="494" y="418"/>
                  <a:pt x="493" y="419"/>
                  <a:pt x="491" y="420"/>
                </a:cubicBezTo>
                <a:cubicBezTo>
                  <a:pt x="491" y="414"/>
                  <a:pt x="491" y="414"/>
                  <a:pt x="491" y="414"/>
                </a:cubicBezTo>
                <a:cubicBezTo>
                  <a:pt x="493" y="414"/>
                  <a:pt x="494" y="413"/>
                  <a:pt x="496" y="413"/>
                </a:cubicBezTo>
                <a:close/>
                <a:moveTo>
                  <a:pt x="496" y="424"/>
                </a:moveTo>
                <a:cubicBezTo>
                  <a:pt x="496" y="429"/>
                  <a:pt x="496" y="429"/>
                  <a:pt x="496" y="429"/>
                </a:cubicBezTo>
                <a:cubicBezTo>
                  <a:pt x="494" y="429"/>
                  <a:pt x="493" y="430"/>
                  <a:pt x="491" y="430"/>
                </a:cubicBezTo>
                <a:cubicBezTo>
                  <a:pt x="491" y="425"/>
                  <a:pt x="491" y="425"/>
                  <a:pt x="491" y="425"/>
                </a:cubicBezTo>
                <a:cubicBezTo>
                  <a:pt x="493" y="425"/>
                  <a:pt x="495" y="425"/>
                  <a:pt x="496" y="424"/>
                </a:cubicBezTo>
                <a:close/>
                <a:moveTo>
                  <a:pt x="496" y="436"/>
                </a:moveTo>
                <a:cubicBezTo>
                  <a:pt x="496" y="446"/>
                  <a:pt x="496" y="446"/>
                  <a:pt x="496" y="446"/>
                </a:cubicBezTo>
                <a:cubicBezTo>
                  <a:pt x="495" y="449"/>
                  <a:pt x="493" y="453"/>
                  <a:pt x="491" y="456"/>
                </a:cubicBezTo>
                <a:cubicBezTo>
                  <a:pt x="491" y="446"/>
                  <a:pt x="491" y="446"/>
                  <a:pt x="491" y="446"/>
                </a:cubicBezTo>
                <a:cubicBezTo>
                  <a:pt x="492" y="445"/>
                  <a:pt x="493" y="444"/>
                  <a:pt x="495" y="441"/>
                </a:cubicBezTo>
                <a:cubicBezTo>
                  <a:pt x="493" y="441"/>
                  <a:pt x="493" y="441"/>
                  <a:pt x="491" y="441"/>
                </a:cubicBezTo>
                <a:cubicBezTo>
                  <a:pt x="491" y="437"/>
                  <a:pt x="491" y="437"/>
                  <a:pt x="491" y="437"/>
                </a:cubicBezTo>
                <a:cubicBezTo>
                  <a:pt x="496" y="436"/>
                  <a:pt x="496" y="436"/>
                  <a:pt x="496" y="436"/>
                </a:cubicBezTo>
                <a:close/>
                <a:moveTo>
                  <a:pt x="496" y="483"/>
                </a:moveTo>
                <a:cubicBezTo>
                  <a:pt x="496" y="489"/>
                  <a:pt x="496" y="489"/>
                  <a:pt x="496" y="489"/>
                </a:cubicBezTo>
                <a:cubicBezTo>
                  <a:pt x="496" y="488"/>
                  <a:pt x="495" y="488"/>
                  <a:pt x="495" y="487"/>
                </a:cubicBezTo>
                <a:cubicBezTo>
                  <a:pt x="494" y="487"/>
                  <a:pt x="493" y="487"/>
                  <a:pt x="493" y="487"/>
                </a:cubicBezTo>
                <a:cubicBezTo>
                  <a:pt x="491" y="489"/>
                  <a:pt x="491" y="489"/>
                  <a:pt x="491" y="489"/>
                </a:cubicBezTo>
                <a:cubicBezTo>
                  <a:pt x="491" y="478"/>
                  <a:pt x="491" y="478"/>
                  <a:pt x="491" y="478"/>
                </a:cubicBezTo>
                <a:cubicBezTo>
                  <a:pt x="496" y="483"/>
                  <a:pt x="496" y="483"/>
                  <a:pt x="496" y="483"/>
                </a:cubicBezTo>
                <a:close/>
                <a:moveTo>
                  <a:pt x="496" y="498"/>
                </a:moveTo>
                <a:cubicBezTo>
                  <a:pt x="496" y="505"/>
                  <a:pt x="496" y="505"/>
                  <a:pt x="496" y="505"/>
                </a:cubicBezTo>
                <a:cubicBezTo>
                  <a:pt x="495" y="508"/>
                  <a:pt x="494" y="510"/>
                  <a:pt x="496" y="514"/>
                </a:cubicBezTo>
                <a:cubicBezTo>
                  <a:pt x="496" y="518"/>
                  <a:pt x="496" y="518"/>
                  <a:pt x="496" y="518"/>
                </a:cubicBezTo>
                <a:cubicBezTo>
                  <a:pt x="491" y="514"/>
                  <a:pt x="491" y="514"/>
                  <a:pt x="491" y="514"/>
                </a:cubicBezTo>
                <a:cubicBezTo>
                  <a:pt x="491" y="505"/>
                  <a:pt x="491" y="505"/>
                  <a:pt x="491" y="505"/>
                </a:cubicBezTo>
                <a:cubicBezTo>
                  <a:pt x="493" y="502"/>
                  <a:pt x="495" y="500"/>
                  <a:pt x="496" y="498"/>
                </a:cubicBezTo>
                <a:close/>
                <a:moveTo>
                  <a:pt x="496" y="558"/>
                </a:moveTo>
                <a:cubicBezTo>
                  <a:pt x="496" y="563"/>
                  <a:pt x="496" y="563"/>
                  <a:pt x="496" y="563"/>
                </a:cubicBezTo>
                <a:cubicBezTo>
                  <a:pt x="495" y="566"/>
                  <a:pt x="493" y="568"/>
                  <a:pt x="491" y="570"/>
                </a:cubicBezTo>
                <a:cubicBezTo>
                  <a:pt x="491" y="550"/>
                  <a:pt x="491" y="550"/>
                  <a:pt x="491" y="550"/>
                </a:cubicBezTo>
                <a:cubicBezTo>
                  <a:pt x="496" y="558"/>
                  <a:pt x="496" y="558"/>
                  <a:pt x="496" y="558"/>
                </a:cubicBezTo>
                <a:close/>
                <a:moveTo>
                  <a:pt x="496" y="586"/>
                </a:moveTo>
                <a:cubicBezTo>
                  <a:pt x="496" y="593"/>
                  <a:pt x="496" y="593"/>
                  <a:pt x="496" y="593"/>
                </a:cubicBezTo>
                <a:cubicBezTo>
                  <a:pt x="494" y="594"/>
                  <a:pt x="493" y="594"/>
                  <a:pt x="491" y="595"/>
                </a:cubicBezTo>
                <a:cubicBezTo>
                  <a:pt x="491" y="589"/>
                  <a:pt x="491" y="589"/>
                  <a:pt x="491" y="589"/>
                </a:cubicBezTo>
                <a:cubicBezTo>
                  <a:pt x="496" y="586"/>
                  <a:pt x="496" y="586"/>
                  <a:pt x="496" y="586"/>
                </a:cubicBezTo>
                <a:close/>
                <a:moveTo>
                  <a:pt x="496" y="601"/>
                </a:moveTo>
                <a:cubicBezTo>
                  <a:pt x="496" y="608"/>
                  <a:pt x="496" y="608"/>
                  <a:pt x="496" y="608"/>
                </a:cubicBezTo>
                <a:cubicBezTo>
                  <a:pt x="494" y="607"/>
                  <a:pt x="493" y="606"/>
                  <a:pt x="491" y="605"/>
                </a:cubicBezTo>
                <a:cubicBezTo>
                  <a:pt x="491" y="598"/>
                  <a:pt x="491" y="598"/>
                  <a:pt x="491" y="598"/>
                </a:cubicBezTo>
                <a:cubicBezTo>
                  <a:pt x="493" y="599"/>
                  <a:pt x="494" y="600"/>
                  <a:pt x="496" y="601"/>
                </a:cubicBezTo>
                <a:close/>
                <a:moveTo>
                  <a:pt x="496" y="612"/>
                </a:moveTo>
                <a:cubicBezTo>
                  <a:pt x="496" y="618"/>
                  <a:pt x="496" y="618"/>
                  <a:pt x="496" y="618"/>
                </a:cubicBezTo>
                <a:cubicBezTo>
                  <a:pt x="494" y="619"/>
                  <a:pt x="493" y="620"/>
                  <a:pt x="491" y="620"/>
                </a:cubicBezTo>
                <a:cubicBezTo>
                  <a:pt x="491" y="614"/>
                  <a:pt x="491" y="614"/>
                  <a:pt x="491" y="614"/>
                </a:cubicBezTo>
                <a:cubicBezTo>
                  <a:pt x="493" y="613"/>
                  <a:pt x="495" y="613"/>
                  <a:pt x="496" y="612"/>
                </a:cubicBezTo>
                <a:close/>
                <a:moveTo>
                  <a:pt x="496" y="669"/>
                </a:moveTo>
                <a:cubicBezTo>
                  <a:pt x="496" y="681"/>
                  <a:pt x="496" y="681"/>
                  <a:pt x="496" y="681"/>
                </a:cubicBezTo>
                <a:cubicBezTo>
                  <a:pt x="491" y="683"/>
                  <a:pt x="491" y="683"/>
                  <a:pt x="491" y="683"/>
                </a:cubicBezTo>
                <a:cubicBezTo>
                  <a:pt x="491" y="671"/>
                  <a:pt x="491" y="671"/>
                  <a:pt x="491" y="671"/>
                </a:cubicBezTo>
                <a:cubicBezTo>
                  <a:pt x="496" y="669"/>
                  <a:pt x="496" y="669"/>
                  <a:pt x="496" y="669"/>
                </a:cubicBezTo>
                <a:close/>
                <a:moveTo>
                  <a:pt x="496" y="734"/>
                </a:moveTo>
                <a:cubicBezTo>
                  <a:pt x="496" y="743"/>
                  <a:pt x="496" y="743"/>
                  <a:pt x="496" y="743"/>
                </a:cubicBezTo>
                <a:cubicBezTo>
                  <a:pt x="495" y="743"/>
                  <a:pt x="493" y="744"/>
                  <a:pt x="491" y="744"/>
                </a:cubicBezTo>
                <a:cubicBezTo>
                  <a:pt x="493" y="746"/>
                  <a:pt x="495" y="747"/>
                  <a:pt x="496" y="748"/>
                </a:cubicBezTo>
                <a:cubicBezTo>
                  <a:pt x="496" y="760"/>
                  <a:pt x="496" y="760"/>
                  <a:pt x="496" y="760"/>
                </a:cubicBezTo>
                <a:cubicBezTo>
                  <a:pt x="494" y="758"/>
                  <a:pt x="493" y="757"/>
                  <a:pt x="491" y="755"/>
                </a:cubicBezTo>
                <a:cubicBezTo>
                  <a:pt x="491" y="736"/>
                  <a:pt x="491" y="736"/>
                  <a:pt x="491" y="736"/>
                </a:cubicBezTo>
                <a:cubicBezTo>
                  <a:pt x="493" y="736"/>
                  <a:pt x="494" y="735"/>
                  <a:pt x="496" y="734"/>
                </a:cubicBezTo>
                <a:close/>
                <a:moveTo>
                  <a:pt x="491" y="257"/>
                </a:moveTo>
                <a:cubicBezTo>
                  <a:pt x="491" y="245"/>
                  <a:pt x="491" y="245"/>
                  <a:pt x="491" y="245"/>
                </a:cubicBezTo>
                <a:cubicBezTo>
                  <a:pt x="492" y="247"/>
                  <a:pt x="492" y="250"/>
                  <a:pt x="492" y="254"/>
                </a:cubicBezTo>
                <a:cubicBezTo>
                  <a:pt x="492" y="255"/>
                  <a:pt x="491" y="256"/>
                  <a:pt x="491" y="257"/>
                </a:cubicBezTo>
                <a:close/>
                <a:moveTo>
                  <a:pt x="489" y="12"/>
                </a:moveTo>
                <a:cubicBezTo>
                  <a:pt x="490" y="12"/>
                  <a:pt x="490" y="12"/>
                  <a:pt x="491" y="12"/>
                </a:cubicBezTo>
                <a:cubicBezTo>
                  <a:pt x="491" y="20"/>
                  <a:pt x="491" y="20"/>
                  <a:pt x="491" y="20"/>
                </a:cubicBezTo>
                <a:cubicBezTo>
                  <a:pt x="490" y="20"/>
                  <a:pt x="490" y="20"/>
                  <a:pt x="489" y="20"/>
                </a:cubicBezTo>
                <a:cubicBezTo>
                  <a:pt x="489" y="12"/>
                  <a:pt x="489" y="12"/>
                  <a:pt x="489" y="12"/>
                </a:cubicBezTo>
                <a:close/>
                <a:moveTo>
                  <a:pt x="491" y="783"/>
                </a:moveTo>
                <a:cubicBezTo>
                  <a:pt x="489" y="783"/>
                  <a:pt x="489" y="783"/>
                  <a:pt x="489" y="783"/>
                </a:cubicBezTo>
                <a:cubicBezTo>
                  <a:pt x="489" y="774"/>
                  <a:pt x="489" y="774"/>
                  <a:pt x="489" y="774"/>
                </a:cubicBezTo>
                <a:cubicBezTo>
                  <a:pt x="490" y="774"/>
                  <a:pt x="490" y="774"/>
                  <a:pt x="491" y="774"/>
                </a:cubicBezTo>
                <a:cubicBezTo>
                  <a:pt x="491" y="783"/>
                  <a:pt x="491" y="783"/>
                  <a:pt x="491" y="783"/>
                </a:cubicBezTo>
                <a:close/>
                <a:moveTo>
                  <a:pt x="491" y="29"/>
                </a:moveTo>
                <a:cubicBezTo>
                  <a:pt x="491" y="57"/>
                  <a:pt x="491" y="57"/>
                  <a:pt x="491" y="57"/>
                </a:cubicBezTo>
                <a:cubicBezTo>
                  <a:pt x="489" y="57"/>
                  <a:pt x="489" y="57"/>
                  <a:pt x="489" y="57"/>
                </a:cubicBezTo>
                <a:cubicBezTo>
                  <a:pt x="489" y="24"/>
                  <a:pt x="489" y="24"/>
                  <a:pt x="489" y="24"/>
                </a:cubicBezTo>
                <a:cubicBezTo>
                  <a:pt x="490" y="26"/>
                  <a:pt x="490" y="27"/>
                  <a:pt x="491" y="29"/>
                </a:cubicBezTo>
                <a:close/>
                <a:moveTo>
                  <a:pt x="491" y="81"/>
                </a:moveTo>
                <a:cubicBezTo>
                  <a:pt x="491" y="122"/>
                  <a:pt x="491" y="122"/>
                  <a:pt x="491" y="122"/>
                </a:cubicBezTo>
                <a:cubicBezTo>
                  <a:pt x="490" y="122"/>
                  <a:pt x="490" y="122"/>
                  <a:pt x="489" y="122"/>
                </a:cubicBezTo>
                <a:cubicBezTo>
                  <a:pt x="489" y="75"/>
                  <a:pt x="489" y="75"/>
                  <a:pt x="489" y="75"/>
                </a:cubicBezTo>
                <a:cubicBezTo>
                  <a:pt x="490" y="76"/>
                  <a:pt x="490" y="77"/>
                  <a:pt x="491" y="81"/>
                </a:cubicBezTo>
                <a:close/>
                <a:moveTo>
                  <a:pt x="491" y="125"/>
                </a:moveTo>
                <a:cubicBezTo>
                  <a:pt x="491" y="141"/>
                  <a:pt x="491" y="141"/>
                  <a:pt x="491" y="141"/>
                </a:cubicBezTo>
                <a:cubicBezTo>
                  <a:pt x="490" y="141"/>
                  <a:pt x="490" y="141"/>
                  <a:pt x="489" y="141"/>
                </a:cubicBezTo>
                <a:cubicBezTo>
                  <a:pt x="489" y="125"/>
                  <a:pt x="489" y="125"/>
                  <a:pt x="489" y="125"/>
                </a:cubicBezTo>
                <a:cubicBezTo>
                  <a:pt x="491" y="125"/>
                  <a:pt x="491" y="125"/>
                  <a:pt x="491" y="125"/>
                </a:cubicBezTo>
                <a:close/>
                <a:moveTo>
                  <a:pt x="491" y="184"/>
                </a:moveTo>
                <a:cubicBezTo>
                  <a:pt x="491" y="190"/>
                  <a:pt x="491" y="190"/>
                  <a:pt x="491" y="190"/>
                </a:cubicBezTo>
                <a:cubicBezTo>
                  <a:pt x="491" y="190"/>
                  <a:pt x="490" y="190"/>
                  <a:pt x="490" y="190"/>
                </a:cubicBezTo>
                <a:cubicBezTo>
                  <a:pt x="490" y="192"/>
                  <a:pt x="491" y="193"/>
                  <a:pt x="491" y="195"/>
                </a:cubicBezTo>
                <a:cubicBezTo>
                  <a:pt x="491" y="213"/>
                  <a:pt x="491" y="213"/>
                  <a:pt x="491" y="213"/>
                </a:cubicBezTo>
                <a:cubicBezTo>
                  <a:pt x="490" y="213"/>
                  <a:pt x="490" y="213"/>
                  <a:pt x="489" y="213"/>
                </a:cubicBezTo>
                <a:cubicBezTo>
                  <a:pt x="489" y="183"/>
                  <a:pt x="489" y="183"/>
                  <a:pt x="489" y="183"/>
                </a:cubicBezTo>
                <a:cubicBezTo>
                  <a:pt x="490" y="184"/>
                  <a:pt x="490" y="184"/>
                  <a:pt x="491" y="184"/>
                </a:cubicBezTo>
                <a:close/>
                <a:moveTo>
                  <a:pt x="491" y="245"/>
                </a:moveTo>
                <a:cubicBezTo>
                  <a:pt x="491" y="257"/>
                  <a:pt x="491" y="257"/>
                  <a:pt x="491" y="257"/>
                </a:cubicBezTo>
                <a:cubicBezTo>
                  <a:pt x="490" y="259"/>
                  <a:pt x="490" y="261"/>
                  <a:pt x="489" y="263"/>
                </a:cubicBezTo>
                <a:cubicBezTo>
                  <a:pt x="489" y="241"/>
                  <a:pt x="489" y="241"/>
                  <a:pt x="489" y="241"/>
                </a:cubicBezTo>
                <a:cubicBezTo>
                  <a:pt x="490" y="242"/>
                  <a:pt x="490" y="244"/>
                  <a:pt x="491" y="245"/>
                </a:cubicBezTo>
                <a:close/>
                <a:moveTo>
                  <a:pt x="491" y="291"/>
                </a:moveTo>
                <a:cubicBezTo>
                  <a:pt x="491" y="294"/>
                  <a:pt x="491" y="294"/>
                  <a:pt x="491" y="294"/>
                </a:cubicBezTo>
                <a:cubicBezTo>
                  <a:pt x="491" y="295"/>
                  <a:pt x="491" y="295"/>
                  <a:pt x="491" y="295"/>
                </a:cubicBezTo>
                <a:cubicBezTo>
                  <a:pt x="491" y="296"/>
                  <a:pt x="491" y="296"/>
                  <a:pt x="491" y="296"/>
                </a:cubicBezTo>
                <a:cubicBezTo>
                  <a:pt x="491" y="302"/>
                  <a:pt x="491" y="302"/>
                  <a:pt x="491" y="302"/>
                </a:cubicBezTo>
                <a:cubicBezTo>
                  <a:pt x="490" y="302"/>
                  <a:pt x="490" y="301"/>
                  <a:pt x="489" y="301"/>
                </a:cubicBezTo>
                <a:cubicBezTo>
                  <a:pt x="489" y="293"/>
                  <a:pt x="489" y="293"/>
                  <a:pt x="489" y="293"/>
                </a:cubicBezTo>
                <a:cubicBezTo>
                  <a:pt x="490" y="292"/>
                  <a:pt x="490" y="292"/>
                  <a:pt x="491" y="291"/>
                </a:cubicBezTo>
                <a:close/>
                <a:moveTo>
                  <a:pt x="491" y="312"/>
                </a:moveTo>
                <a:cubicBezTo>
                  <a:pt x="491" y="316"/>
                  <a:pt x="491" y="316"/>
                  <a:pt x="491" y="316"/>
                </a:cubicBezTo>
                <a:cubicBezTo>
                  <a:pt x="489" y="315"/>
                  <a:pt x="489" y="315"/>
                  <a:pt x="489" y="315"/>
                </a:cubicBezTo>
                <a:cubicBezTo>
                  <a:pt x="489" y="311"/>
                  <a:pt x="489" y="311"/>
                  <a:pt x="489" y="311"/>
                </a:cubicBezTo>
                <a:cubicBezTo>
                  <a:pt x="491" y="312"/>
                  <a:pt x="491" y="312"/>
                  <a:pt x="491" y="312"/>
                </a:cubicBezTo>
                <a:close/>
                <a:moveTo>
                  <a:pt x="491" y="320"/>
                </a:moveTo>
                <a:cubicBezTo>
                  <a:pt x="491" y="324"/>
                  <a:pt x="491" y="324"/>
                  <a:pt x="491" y="324"/>
                </a:cubicBezTo>
                <a:cubicBezTo>
                  <a:pt x="490" y="325"/>
                  <a:pt x="490" y="325"/>
                  <a:pt x="489" y="326"/>
                </a:cubicBezTo>
                <a:cubicBezTo>
                  <a:pt x="489" y="321"/>
                  <a:pt x="489" y="321"/>
                  <a:pt x="489" y="321"/>
                </a:cubicBezTo>
                <a:cubicBezTo>
                  <a:pt x="490" y="321"/>
                  <a:pt x="490" y="320"/>
                  <a:pt x="491" y="320"/>
                </a:cubicBezTo>
                <a:close/>
                <a:moveTo>
                  <a:pt x="491" y="347"/>
                </a:moveTo>
                <a:cubicBezTo>
                  <a:pt x="491" y="367"/>
                  <a:pt x="491" y="367"/>
                  <a:pt x="491" y="367"/>
                </a:cubicBezTo>
                <a:cubicBezTo>
                  <a:pt x="490" y="368"/>
                  <a:pt x="490" y="369"/>
                  <a:pt x="489" y="370"/>
                </a:cubicBezTo>
                <a:cubicBezTo>
                  <a:pt x="489" y="363"/>
                  <a:pt x="489" y="363"/>
                  <a:pt x="489" y="363"/>
                </a:cubicBezTo>
                <a:cubicBezTo>
                  <a:pt x="491" y="362"/>
                  <a:pt x="491" y="362"/>
                  <a:pt x="491" y="362"/>
                </a:cubicBezTo>
                <a:cubicBezTo>
                  <a:pt x="490" y="358"/>
                  <a:pt x="490" y="355"/>
                  <a:pt x="490" y="352"/>
                </a:cubicBezTo>
                <a:cubicBezTo>
                  <a:pt x="490" y="352"/>
                  <a:pt x="490" y="352"/>
                  <a:pt x="489" y="353"/>
                </a:cubicBezTo>
                <a:cubicBezTo>
                  <a:pt x="489" y="344"/>
                  <a:pt x="489" y="344"/>
                  <a:pt x="489" y="344"/>
                </a:cubicBezTo>
                <a:cubicBezTo>
                  <a:pt x="490" y="345"/>
                  <a:pt x="490" y="346"/>
                  <a:pt x="491" y="347"/>
                </a:cubicBezTo>
                <a:close/>
                <a:moveTo>
                  <a:pt x="491" y="378"/>
                </a:moveTo>
                <a:cubicBezTo>
                  <a:pt x="491" y="384"/>
                  <a:pt x="491" y="384"/>
                  <a:pt x="491" y="384"/>
                </a:cubicBezTo>
                <a:cubicBezTo>
                  <a:pt x="490" y="386"/>
                  <a:pt x="490" y="388"/>
                  <a:pt x="490" y="391"/>
                </a:cubicBezTo>
                <a:cubicBezTo>
                  <a:pt x="490" y="391"/>
                  <a:pt x="491" y="391"/>
                  <a:pt x="491" y="391"/>
                </a:cubicBezTo>
                <a:cubicBezTo>
                  <a:pt x="491" y="399"/>
                  <a:pt x="491" y="399"/>
                  <a:pt x="491" y="399"/>
                </a:cubicBezTo>
                <a:cubicBezTo>
                  <a:pt x="490" y="401"/>
                  <a:pt x="490" y="402"/>
                  <a:pt x="490" y="404"/>
                </a:cubicBezTo>
                <a:cubicBezTo>
                  <a:pt x="491" y="404"/>
                  <a:pt x="491" y="404"/>
                  <a:pt x="491" y="404"/>
                </a:cubicBezTo>
                <a:cubicBezTo>
                  <a:pt x="491" y="408"/>
                  <a:pt x="491" y="408"/>
                  <a:pt x="491" y="408"/>
                </a:cubicBezTo>
                <a:cubicBezTo>
                  <a:pt x="491" y="409"/>
                  <a:pt x="491" y="409"/>
                  <a:pt x="491" y="409"/>
                </a:cubicBezTo>
                <a:cubicBezTo>
                  <a:pt x="490" y="411"/>
                  <a:pt x="490" y="413"/>
                  <a:pt x="490" y="415"/>
                </a:cubicBezTo>
                <a:cubicBezTo>
                  <a:pt x="491" y="414"/>
                  <a:pt x="491" y="414"/>
                  <a:pt x="491" y="414"/>
                </a:cubicBezTo>
                <a:cubicBezTo>
                  <a:pt x="491" y="420"/>
                  <a:pt x="491" y="420"/>
                  <a:pt x="491" y="420"/>
                </a:cubicBezTo>
                <a:cubicBezTo>
                  <a:pt x="490" y="420"/>
                  <a:pt x="490" y="420"/>
                  <a:pt x="490" y="420"/>
                </a:cubicBezTo>
                <a:cubicBezTo>
                  <a:pt x="489" y="422"/>
                  <a:pt x="489" y="422"/>
                  <a:pt x="489" y="422"/>
                </a:cubicBezTo>
                <a:cubicBezTo>
                  <a:pt x="489" y="379"/>
                  <a:pt x="489" y="379"/>
                  <a:pt x="489" y="379"/>
                </a:cubicBezTo>
                <a:cubicBezTo>
                  <a:pt x="491" y="378"/>
                  <a:pt x="491" y="378"/>
                  <a:pt x="491" y="378"/>
                </a:cubicBezTo>
                <a:close/>
                <a:moveTo>
                  <a:pt x="491" y="425"/>
                </a:moveTo>
                <a:cubicBezTo>
                  <a:pt x="491" y="430"/>
                  <a:pt x="491" y="430"/>
                  <a:pt x="491" y="430"/>
                </a:cubicBezTo>
                <a:cubicBezTo>
                  <a:pt x="490" y="430"/>
                  <a:pt x="490" y="431"/>
                  <a:pt x="489" y="431"/>
                </a:cubicBezTo>
                <a:cubicBezTo>
                  <a:pt x="489" y="426"/>
                  <a:pt x="489" y="426"/>
                  <a:pt x="489" y="426"/>
                </a:cubicBezTo>
                <a:cubicBezTo>
                  <a:pt x="490" y="426"/>
                  <a:pt x="490" y="426"/>
                  <a:pt x="491" y="425"/>
                </a:cubicBezTo>
                <a:close/>
                <a:moveTo>
                  <a:pt x="491" y="437"/>
                </a:moveTo>
                <a:cubicBezTo>
                  <a:pt x="491" y="441"/>
                  <a:pt x="491" y="441"/>
                  <a:pt x="491" y="441"/>
                </a:cubicBezTo>
                <a:cubicBezTo>
                  <a:pt x="490" y="441"/>
                  <a:pt x="490" y="441"/>
                  <a:pt x="489" y="442"/>
                </a:cubicBezTo>
                <a:cubicBezTo>
                  <a:pt x="489" y="437"/>
                  <a:pt x="489" y="437"/>
                  <a:pt x="489" y="437"/>
                </a:cubicBezTo>
                <a:cubicBezTo>
                  <a:pt x="491" y="437"/>
                  <a:pt x="491" y="437"/>
                  <a:pt x="491" y="437"/>
                </a:cubicBezTo>
                <a:close/>
                <a:moveTo>
                  <a:pt x="491" y="446"/>
                </a:moveTo>
                <a:cubicBezTo>
                  <a:pt x="491" y="456"/>
                  <a:pt x="491" y="456"/>
                  <a:pt x="491" y="456"/>
                </a:cubicBezTo>
                <a:cubicBezTo>
                  <a:pt x="490" y="457"/>
                  <a:pt x="490" y="458"/>
                  <a:pt x="489" y="459"/>
                </a:cubicBezTo>
                <a:cubicBezTo>
                  <a:pt x="489" y="447"/>
                  <a:pt x="489" y="447"/>
                  <a:pt x="489" y="447"/>
                </a:cubicBezTo>
                <a:cubicBezTo>
                  <a:pt x="490" y="447"/>
                  <a:pt x="490" y="447"/>
                  <a:pt x="491" y="446"/>
                </a:cubicBezTo>
                <a:close/>
                <a:moveTo>
                  <a:pt x="491" y="478"/>
                </a:moveTo>
                <a:cubicBezTo>
                  <a:pt x="491" y="489"/>
                  <a:pt x="491" y="489"/>
                  <a:pt x="491" y="489"/>
                </a:cubicBezTo>
                <a:cubicBezTo>
                  <a:pt x="489" y="493"/>
                  <a:pt x="489" y="493"/>
                  <a:pt x="489" y="493"/>
                </a:cubicBezTo>
                <a:cubicBezTo>
                  <a:pt x="489" y="476"/>
                  <a:pt x="489" y="476"/>
                  <a:pt x="489" y="476"/>
                </a:cubicBezTo>
                <a:cubicBezTo>
                  <a:pt x="491" y="478"/>
                  <a:pt x="491" y="478"/>
                  <a:pt x="491" y="478"/>
                </a:cubicBezTo>
                <a:close/>
                <a:moveTo>
                  <a:pt x="491" y="505"/>
                </a:moveTo>
                <a:cubicBezTo>
                  <a:pt x="491" y="514"/>
                  <a:pt x="491" y="514"/>
                  <a:pt x="491" y="514"/>
                </a:cubicBezTo>
                <a:cubicBezTo>
                  <a:pt x="489" y="512"/>
                  <a:pt x="489" y="512"/>
                  <a:pt x="489" y="512"/>
                </a:cubicBezTo>
                <a:cubicBezTo>
                  <a:pt x="489" y="507"/>
                  <a:pt x="489" y="507"/>
                  <a:pt x="489" y="507"/>
                </a:cubicBezTo>
                <a:cubicBezTo>
                  <a:pt x="490" y="506"/>
                  <a:pt x="490" y="506"/>
                  <a:pt x="491" y="505"/>
                </a:cubicBezTo>
                <a:close/>
                <a:moveTo>
                  <a:pt x="491" y="550"/>
                </a:moveTo>
                <a:cubicBezTo>
                  <a:pt x="491" y="570"/>
                  <a:pt x="491" y="570"/>
                  <a:pt x="491" y="570"/>
                </a:cubicBezTo>
                <a:cubicBezTo>
                  <a:pt x="490" y="570"/>
                  <a:pt x="490" y="571"/>
                  <a:pt x="489" y="571"/>
                </a:cubicBezTo>
                <a:cubicBezTo>
                  <a:pt x="489" y="547"/>
                  <a:pt x="489" y="547"/>
                  <a:pt x="489" y="547"/>
                </a:cubicBezTo>
                <a:cubicBezTo>
                  <a:pt x="491" y="550"/>
                  <a:pt x="491" y="550"/>
                  <a:pt x="491" y="550"/>
                </a:cubicBezTo>
                <a:close/>
                <a:moveTo>
                  <a:pt x="491" y="589"/>
                </a:moveTo>
                <a:cubicBezTo>
                  <a:pt x="491" y="595"/>
                  <a:pt x="491" y="595"/>
                  <a:pt x="491" y="595"/>
                </a:cubicBezTo>
                <a:cubicBezTo>
                  <a:pt x="490" y="596"/>
                  <a:pt x="490" y="596"/>
                  <a:pt x="489" y="596"/>
                </a:cubicBezTo>
                <a:cubicBezTo>
                  <a:pt x="489" y="590"/>
                  <a:pt x="489" y="590"/>
                  <a:pt x="489" y="590"/>
                </a:cubicBezTo>
                <a:cubicBezTo>
                  <a:pt x="491" y="589"/>
                  <a:pt x="491" y="589"/>
                  <a:pt x="491" y="589"/>
                </a:cubicBezTo>
                <a:close/>
                <a:moveTo>
                  <a:pt x="491" y="598"/>
                </a:moveTo>
                <a:cubicBezTo>
                  <a:pt x="491" y="605"/>
                  <a:pt x="491" y="605"/>
                  <a:pt x="491" y="605"/>
                </a:cubicBezTo>
                <a:cubicBezTo>
                  <a:pt x="490" y="604"/>
                  <a:pt x="490" y="604"/>
                  <a:pt x="489" y="604"/>
                </a:cubicBezTo>
                <a:cubicBezTo>
                  <a:pt x="489" y="597"/>
                  <a:pt x="489" y="597"/>
                  <a:pt x="489" y="597"/>
                </a:cubicBezTo>
                <a:cubicBezTo>
                  <a:pt x="491" y="598"/>
                  <a:pt x="491" y="598"/>
                  <a:pt x="491" y="598"/>
                </a:cubicBezTo>
                <a:close/>
                <a:moveTo>
                  <a:pt x="491" y="614"/>
                </a:moveTo>
                <a:cubicBezTo>
                  <a:pt x="491" y="620"/>
                  <a:pt x="491" y="620"/>
                  <a:pt x="491" y="620"/>
                </a:cubicBezTo>
                <a:cubicBezTo>
                  <a:pt x="490" y="621"/>
                  <a:pt x="490" y="621"/>
                  <a:pt x="489" y="621"/>
                </a:cubicBezTo>
                <a:cubicBezTo>
                  <a:pt x="489" y="614"/>
                  <a:pt x="489" y="614"/>
                  <a:pt x="489" y="614"/>
                </a:cubicBezTo>
                <a:cubicBezTo>
                  <a:pt x="491" y="614"/>
                  <a:pt x="491" y="614"/>
                  <a:pt x="491" y="614"/>
                </a:cubicBezTo>
                <a:close/>
                <a:moveTo>
                  <a:pt x="491" y="671"/>
                </a:moveTo>
                <a:cubicBezTo>
                  <a:pt x="491" y="683"/>
                  <a:pt x="491" y="683"/>
                  <a:pt x="491" y="683"/>
                </a:cubicBezTo>
                <a:cubicBezTo>
                  <a:pt x="489" y="684"/>
                  <a:pt x="489" y="684"/>
                  <a:pt x="489" y="684"/>
                </a:cubicBezTo>
                <a:cubicBezTo>
                  <a:pt x="489" y="671"/>
                  <a:pt x="489" y="671"/>
                  <a:pt x="489" y="671"/>
                </a:cubicBezTo>
                <a:cubicBezTo>
                  <a:pt x="491" y="671"/>
                  <a:pt x="491" y="671"/>
                  <a:pt x="491" y="671"/>
                </a:cubicBezTo>
                <a:close/>
                <a:moveTo>
                  <a:pt x="491" y="736"/>
                </a:moveTo>
                <a:cubicBezTo>
                  <a:pt x="491" y="755"/>
                  <a:pt x="491" y="755"/>
                  <a:pt x="491" y="755"/>
                </a:cubicBezTo>
                <a:cubicBezTo>
                  <a:pt x="490" y="755"/>
                  <a:pt x="490" y="754"/>
                  <a:pt x="489" y="754"/>
                </a:cubicBezTo>
                <a:cubicBezTo>
                  <a:pt x="489" y="737"/>
                  <a:pt x="489" y="737"/>
                  <a:pt x="489" y="737"/>
                </a:cubicBezTo>
                <a:cubicBezTo>
                  <a:pt x="490" y="737"/>
                  <a:pt x="490" y="737"/>
                  <a:pt x="491" y="736"/>
                </a:cubicBezTo>
                <a:close/>
                <a:moveTo>
                  <a:pt x="489" y="146"/>
                </a:moveTo>
                <a:cubicBezTo>
                  <a:pt x="489" y="142"/>
                  <a:pt x="489" y="142"/>
                  <a:pt x="489" y="142"/>
                </a:cubicBezTo>
                <a:cubicBezTo>
                  <a:pt x="489" y="142"/>
                  <a:pt x="489" y="142"/>
                  <a:pt x="489" y="142"/>
                </a:cubicBezTo>
                <a:cubicBezTo>
                  <a:pt x="489" y="144"/>
                  <a:pt x="490" y="145"/>
                  <a:pt x="489" y="146"/>
                </a:cubicBezTo>
                <a:close/>
                <a:moveTo>
                  <a:pt x="486" y="12"/>
                </a:moveTo>
                <a:cubicBezTo>
                  <a:pt x="487" y="12"/>
                  <a:pt x="488" y="12"/>
                  <a:pt x="489" y="12"/>
                </a:cubicBezTo>
                <a:cubicBezTo>
                  <a:pt x="489" y="20"/>
                  <a:pt x="489" y="20"/>
                  <a:pt x="489" y="20"/>
                </a:cubicBezTo>
                <a:cubicBezTo>
                  <a:pt x="488" y="20"/>
                  <a:pt x="488" y="20"/>
                  <a:pt x="488" y="20"/>
                </a:cubicBezTo>
                <a:cubicBezTo>
                  <a:pt x="488" y="21"/>
                  <a:pt x="489" y="23"/>
                  <a:pt x="489" y="24"/>
                </a:cubicBezTo>
                <a:cubicBezTo>
                  <a:pt x="489" y="57"/>
                  <a:pt x="489" y="57"/>
                  <a:pt x="489" y="57"/>
                </a:cubicBezTo>
                <a:cubicBezTo>
                  <a:pt x="488" y="57"/>
                  <a:pt x="487" y="57"/>
                  <a:pt x="486" y="57"/>
                </a:cubicBezTo>
                <a:cubicBezTo>
                  <a:pt x="486" y="50"/>
                  <a:pt x="486" y="50"/>
                  <a:pt x="486" y="50"/>
                </a:cubicBezTo>
                <a:cubicBezTo>
                  <a:pt x="488" y="50"/>
                  <a:pt x="488" y="50"/>
                  <a:pt x="488" y="50"/>
                </a:cubicBezTo>
                <a:cubicBezTo>
                  <a:pt x="487" y="48"/>
                  <a:pt x="487" y="46"/>
                  <a:pt x="486" y="45"/>
                </a:cubicBezTo>
                <a:cubicBezTo>
                  <a:pt x="486" y="12"/>
                  <a:pt x="486" y="12"/>
                  <a:pt x="486" y="12"/>
                </a:cubicBezTo>
                <a:close/>
                <a:moveTo>
                  <a:pt x="489" y="783"/>
                </a:moveTo>
                <a:cubicBezTo>
                  <a:pt x="488" y="783"/>
                  <a:pt x="487" y="783"/>
                  <a:pt x="486" y="783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8" y="774"/>
                  <a:pt x="488" y="774"/>
                  <a:pt x="489" y="774"/>
                </a:cubicBezTo>
                <a:cubicBezTo>
                  <a:pt x="489" y="783"/>
                  <a:pt x="489" y="783"/>
                  <a:pt x="489" y="783"/>
                </a:cubicBezTo>
                <a:close/>
                <a:moveTo>
                  <a:pt x="489" y="75"/>
                </a:moveTo>
                <a:cubicBezTo>
                  <a:pt x="489" y="122"/>
                  <a:pt x="489" y="122"/>
                  <a:pt x="489" y="122"/>
                </a:cubicBezTo>
                <a:cubicBezTo>
                  <a:pt x="488" y="121"/>
                  <a:pt x="488" y="121"/>
                  <a:pt x="486" y="121"/>
                </a:cubicBezTo>
                <a:cubicBezTo>
                  <a:pt x="486" y="75"/>
                  <a:pt x="486" y="75"/>
                  <a:pt x="486" y="75"/>
                </a:cubicBezTo>
                <a:cubicBezTo>
                  <a:pt x="489" y="75"/>
                  <a:pt x="489" y="75"/>
                  <a:pt x="489" y="75"/>
                </a:cubicBezTo>
                <a:cubicBezTo>
                  <a:pt x="489" y="75"/>
                  <a:pt x="489" y="75"/>
                  <a:pt x="489" y="75"/>
                </a:cubicBezTo>
                <a:close/>
                <a:moveTo>
                  <a:pt x="489" y="125"/>
                </a:moveTo>
                <a:cubicBezTo>
                  <a:pt x="489" y="141"/>
                  <a:pt x="489" y="141"/>
                  <a:pt x="489" y="141"/>
                </a:cubicBezTo>
                <a:cubicBezTo>
                  <a:pt x="488" y="140"/>
                  <a:pt x="487" y="140"/>
                  <a:pt x="486" y="140"/>
                </a:cubicBezTo>
                <a:cubicBezTo>
                  <a:pt x="486" y="125"/>
                  <a:pt x="486" y="125"/>
                  <a:pt x="486" y="125"/>
                </a:cubicBezTo>
                <a:cubicBezTo>
                  <a:pt x="487" y="125"/>
                  <a:pt x="488" y="125"/>
                  <a:pt x="489" y="125"/>
                </a:cubicBezTo>
                <a:close/>
                <a:moveTo>
                  <a:pt x="489" y="142"/>
                </a:moveTo>
                <a:cubicBezTo>
                  <a:pt x="489" y="146"/>
                  <a:pt x="489" y="146"/>
                  <a:pt x="489" y="146"/>
                </a:cubicBezTo>
                <a:cubicBezTo>
                  <a:pt x="489" y="146"/>
                  <a:pt x="489" y="147"/>
                  <a:pt x="488" y="148"/>
                </a:cubicBezTo>
                <a:cubicBezTo>
                  <a:pt x="486" y="148"/>
                  <a:pt x="486" y="148"/>
                  <a:pt x="486" y="148"/>
                </a:cubicBezTo>
                <a:cubicBezTo>
                  <a:pt x="486" y="141"/>
                  <a:pt x="486" y="141"/>
                  <a:pt x="486" y="141"/>
                </a:cubicBezTo>
                <a:cubicBezTo>
                  <a:pt x="488" y="141"/>
                  <a:pt x="488" y="142"/>
                  <a:pt x="489" y="142"/>
                </a:cubicBezTo>
                <a:close/>
                <a:moveTo>
                  <a:pt x="489" y="183"/>
                </a:moveTo>
                <a:cubicBezTo>
                  <a:pt x="489" y="213"/>
                  <a:pt x="489" y="213"/>
                  <a:pt x="489" y="213"/>
                </a:cubicBezTo>
                <a:cubicBezTo>
                  <a:pt x="488" y="213"/>
                  <a:pt x="487" y="212"/>
                  <a:pt x="486" y="212"/>
                </a:cubicBezTo>
                <a:cubicBezTo>
                  <a:pt x="486" y="182"/>
                  <a:pt x="486" y="182"/>
                  <a:pt x="486" y="182"/>
                </a:cubicBezTo>
                <a:cubicBezTo>
                  <a:pt x="487" y="183"/>
                  <a:pt x="488" y="183"/>
                  <a:pt x="489" y="183"/>
                </a:cubicBezTo>
                <a:close/>
                <a:moveTo>
                  <a:pt x="489" y="241"/>
                </a:moveTo>
                <a:cubicBezTo>
                  <a:pt x="489" y="263"/>
                  <a:pt x="489" y="263"/>
                  <a:pt x="489" y="263"/>
                </a:cubicBezTo>
                <a:cubicBezTo>
                  <a:pt x="489" y="264"/>
                  <a:pt x="489" y="264"/>
                  <a:pt x="489" y="264"/>
                </a:cubicBezTo>
                <a:cubicBezTo>
                  <a:pt x="488" y="264"/>
                  <a:pt x="487" y="265"/>
                  <a:pt x="486" y="266"/>
                </a:cubicBezTo>
                <a:cubicBezTo>
                  <a:pt x="486" y="237"/>
                  <a:pt x="486" y="237"/>
                  <a:pt x="486" y="237"/>
                </a:cubicBezTo>
                <a:cubicBezTo>
                  <a:pt x="488" y="238"/>
                  <a:pt x="488" y="240"/>
                  <a:pt x="489" y="241"/>
                </a:cubicBezTo>
                <a:close/>
                <a:moveTo>
                  <a:pt x="489" y="293"/>
                </a:moveTo>
                <a:cubicBezTo>
                  <a:pt x="489" y="301"/>
                  <a:pt x="489" y="301"/>
                  <a:pt x="489" y="301"/>
                </a:cubicBezTo>
                <a:cubicBezTo>
                  <a:pt x="488" y="301"/>
                  <a:pt x="488" y="301"/>
                  <a:pt x="486" y="301"/>
                </a:cubicBezTo>
                <a:cubicBezTo>
                  <a:pt x="486" y="295"/>
                  <a:pt x="486" y="295"/>
                  <a:pt x="486" y="295"/>
                </a:cubicBezTo>
                <a:cubicBezTo>
                  <a:pt x="488" y="294"/>
                  <a:pt x="488" y="294"/>
                  <a:pt x="489" y="293"/>
                </a:cubicBezTo>
                <a:close/>
                <a:moveTo>
                  <a:pt x="489" y="311"/>
                </a:moveTo>
                <a:cubicBezTo>
                  <a:pt x="489" y="315"/>
                  <a:pt x="489" y="315"/>
                  <a:pt x="489" y="315"/>
                </a:cubicBezTo>
                <a:cubicBezTo>
                  <a:pt x="488" y="314"/>
                  <a:pt x="487" y="314"/>
                  <a:pt x="486" y="313"/>
                </a:cubicBezTo>
                <a:cubicBezTo>
                  <a:pt x="486" y="309"/>
                  <a:pt x="486" y="309"/>
                  <a:pt x="486" y="309"/>
                </a:cubicBezTo>
                <a:cubicBezTo>
                  <a:pt x="489" y="311"/>
                  <a:pt x="489" y="311"/>
                  <a:pt x="489" y="311"/>
                </a:cubicBezTo>
                <a:close/>
                <a:moveTo>
                  <a:pt x="489" y="321"/>
                </a:moveTo>
                <a:cubicBezTo>
                  <a:pt x="489" y="326"/>
                  <a:pt x="489" y="326"/>
                  <a:pt x="489" y="326"/>
                </a:cubicBezTo>
                <a:cubicBezTo>
                  <a:pt x="488" y="327"/>
                  <a:pt x="487" y="328"/>
                  <a:pt x="486" y="329"/>
                </a:cubicBezTo>
                <a:cubicBezTo>
                  <a:pt x="486" y="322"/>
                  <a:pt x="486" y="322"/>
                  <a:pt x="486" y="322"/>
                </a:cubicBezTo>
                <a:cubicBezTo>
                  <a:pt x="488" y="322"/>
                  <a:pt x="488" y="321"/>
                  <a:pt x="489" y="321"/>
                </a:cubicBezTo>
                <a:close/>
                <a:moveTo>
                  <a:pt x="489" y="344"/>
                </a:moveTo>
                <a:cubicBezTo>
                  <a:pt x="489" y="353"/>
                  <a:pt x="489" y="353"/>
                  <a:pt x="489" y="353"/>
                </a:cubicBezTo>
                <a:cubicBezTo>
                  <a:pt x="488" y="353"/>
                  <a:pt x="487" y="354"/>
                  <a:pt x="486" y="354"/>
                </a:cubicBezTo>
                <a:cubicBezTo>
                  <a:pt x="486" y="340"/>
                  <a:pt x="486" y="340"/>
                  <a:pt x="486" y="340"/>
                </a:cubicBezTo>
                <a:cubicBezTo>
                  <a:pt x="488" y="341"/>
                  <a:pt x="488" y="343"/>
                  <a:pt x="489" y="344"/>
                </a:cubicBezTo>
                <a:close/>
                <a:moveTo>
                  <a:pt x="489" y="363"/>
                </a:moveTo>
                <a:cubicBezTo>
                  <a:pt x="489" y="370"/>
                  <a:pt x="489" y="370"/>
                  <a:pt x="489" y="370"/>
                </a:cubicBezTo>
                <a:cubicBezTo>
                  <a:pt x="488" y="372"/>
                  <a:pt x="488" y="375"/>
                  <a:pt x="488" y="381"/>
                </a:cubicBezTo>
                <a:cubicBezTo>
                  <a:pt x="489" y="379"/>
                  <a:pt x="489" y="379"/>
                  <a:pt x="489" y="379"/>
                </a:cubicBezTo>
                <a:cubicBezTo>
                  <a:pt x="489" y="422"/>
                  <a:pt x="489" y="422"/>
                  <a:pt x="489" y="422"/>
                </a:cubicBezTo>
                <a:cubicBezTo>
                  <a:pt x="489" y="423"/>
                  <a:pt x="488" y="425"/>
                  <a:pt x="488" y="426"/>
                </a:cubicBezTo>
                <a:cubicBezTo>
                  <a:pt x="488" y="426"/>
                  <a:pt x="489" y="426"/>
                  <a:pt x="489" y="426"/>
                </a:cubicBezTo>
                <a:cubicBezTo>
                  <a:pt x="489" y="431"/>
                  <a:pt x="489" y="431"/>
                  <a:pt x="489" y="431"/>
                </a:cubicBezTo>
                <a:cubicBezTo>
                  <a:pt x="488" y="432"/>
                  <a:pt x="487" y="432"/>
                  <a:pt x="486" y="433"/>
                </a:cubicBezTo>
                <a:cubicBezTo>
                  <a:pt x="486" y="366"/>
                  <a:pt x="486" y="366"/>
                  <a:pt x="486" y="366"/>
                </a:cubicBezTo>
                <a:cubicBezTo>
                  <a:pt x="487" y="365"/>
                  <a:pt x="488" y="364"/>
                  <a:pt x="489" y="363"/>
                </a:cubicBezTo>
                <a:close/>
                <a:moveTo>
                  <a:pt x="489" y="437"/>
                </a:moveTo>
                <a:cubicBezTo>
                  <a:pt x="489" y="442"/>
                  <a:pt x="489" y="442"/>
                  <a:pt x="489" y="442"/>
                </a:cubicBezTo>
                <a:cubicBezTo>
                  <a:pt x="488" y="442"/>
                  <a:pt x="488" y="442"/>
                  <a:pt x="486" y="442"/>
                </a:cubicBezTo>
                <a:cubicBezTo>
                  <a:pt x="486" y="438"/>
                  <a:pt x="486" y="438"/>
                  <a:pt x="486" y="438"/>
                </a:cubicBezTo>
                <a:cubicBezTo>
                  <a:pt x="489" y="437"/>
                  <a:pt x="489" y="437"/>
                  <a:pt x="489" y="437"/>
                </a:cubicBezTo>
                <a:close/>
                <a:moveTo>
                  <a:pt x="489" y="447"/>
                </a:moveTo>
                <a:cubicBezTo>
                  <a:pt x="489" y="459"/>
                  <a:pt x="489" y="459"/>
                  <a:pt x="489" y="459"/>
                </a:cubicBezTo>
                <a:cubicBezTo>
                  <a:pt x="488" y="460"/>
                  <a:pt x="488" y="462"/>
                  <a:pt x="486" y="463"/>
                </a:cubicBezTo>
                <a:cubicBezTo>
                  <a:pt x="486" y="456"/>
                  <a:pt x="486" y="456"/>
                  <a:pt x="486" y="456"/>
                </a:cubicBezTo>
                <a:cubicBezTo>
                  <a:pt x="487" y="455"/>
                  <a:pt x="488" y="454"/>
                  <a:pt x="489" y="453"/>
                </a:cubicBezTo>
                <a:cubicBezTo>
                  <a:pt x="488" y="453"/>
                  <a:pt x="487" y="453"/>
                  <a:pt x="486" y="453"/>
                </a:cubicBezTo>
                <a:cubicBezTo>
                  <a:pt x="486" y="448"/>
                  <a:pt x="486" y="448"/>
                  <a:pt x="486" y="448"/>
                </a:cubicBezTo>
                <a:cubicBezTo>
                  <a:pt x="488" y="448"/>
                  <a:pt x="488" y="448"/>
                  <a:pt x="489" y="447"/>
                </a:cubicBezTo>
                <a:close/>
                <a:moveTo>
                  <a:pt x="489" y="476"/>
                </a:moveTo>
                <a:cubicBezTo>
                  <a:pt x="489" y="493"/>
                  <a:pt x="489" y="493"/>
                  <a:pt x="489" y="493"/>
                </a:cubicBezTo>
                <a:cubicBezTo>
                  <a:pt x="486" y="498"/>
                  <a:pt x="486" y="498"/>
                  <a:pt x="486" y="498"/>
                </a:cubicBezTo>
                <a:cubicBezTo>
                  <a:pt x="486" y="489"/>
                  <a:pt x="486" y="489"/>
                  <a:pt x="486" y="489"/>
                </a:cubicBezTo>
                <a:cubicBezTo>
                  <a:pt x="488" y="486"/>
                  <a:pt x="489" y="484"/>
                  <a:pt x="486" y="479"/>
                </a:cubicBezTo>
                <a:cubicBezTo>
                  <a:pt x="486" y="473"/>
                  <a:pt x="486" y="473"/>
                  <a:pt x="486" y="473"/>
                </a:cubicBezTo>
                <a:cubicBezTo>
                  <a:pt x="489" y="476"/>
                  <a:pt x="489" y="476"/>
                  <a:pt x="489" y="476"/>
                </a:cubicBezTo>
                <a:close/>
                <a:moveTo>
                  <a:pt x="489" y="507"/>
                </a:moveTo>
                <a:cubicBezTo>
                  <a:pt x="489" y="512"/>
                  <a:pt x="489" y="512"/>
                  <a:pt x="489" y="512"/>
                </a:cubicBezTo>
                <a:cubicBezTo>
                  <a:pt x="486" y="509"/>
                  <a:pt x="486" y="509"/>
                  <a:pt x="486" y="509"/>
                </a:cubicBezTo>
                <a:cubicBezTo>
                  <a:pt x="486" y="504"/>
                  <a:pt x="486" y="504"/>
                  <a:pt x="486" y="504"/>
                </a:cubicBezTo>
                <a:cubicBezTo>
                  <a:pt x="487" y="505"/>
                  <a:pt x="488" y="506"/>
                  <a:pt x="489" y="508"/>
                </a:cubicBezTo>
                <a:cubicBezTo>
                  <a:pt x="489" y="507"/>
                  <a:pt x="489" y="507"/>
                  <a:pt x="489" y="507"/>
                </a:cubicBezTo>
                <a:close/>
                <a:moveTo>
                  <a:pt x="489" y="547"/>
                </a:moveTo>
                <a:cubicBezTo>
                  <a:pt x="489" y="571"/>
                  <a:pt x="489" y="571"/>
                  <a:pt x="489" y="571"/>
                </a:cubicBezTo>
                <a:cubicBezTo>
                  <a:pt x="488" y="572"/>
                  <a:pt x="487" y="573"/>
                  <a:pt x="486" y="574"/>
                </a:cubicBezTo>
                <a:cubicBezTo>
                  <a:pt x="486" y="559"/>
                  <a:pt x="486" y="559"/>
                  <a:pt x="486" y="559"/>
                </a:cubicBezTo>
                <a:cubicBezTo>
                  <a:pt x="486" y="559"/>
                  <a:pt x="487" y="559"/>
                  <a:pt x="487" y="558"/>
                </a:cubicBezTo>
                <a:cubicBezTo>
                  <a:pt x="486" y="558"/>
                  <a:pt x="486" y="558"/>
                  <a:pt x="486" y="558"/>
                </a:cubicBezTo>
                <a:cubicBezTo>
                  <a:pt x="486" y="542"/>
                  <a:pt x="486" y="542"/>
                  <a:pt x="486" y="542"/>
                </a:cubicBezTo>
                <a:cubicBezTo>
                  <a:pt x="489" y="547"/>
                  <a:pt x="489" y="547"/>
                  <a:pt x="489" y="547"/>
                </a:cubicBezTo>
                <a:close/>
                <a:moveTo>
                  <a:pt x="489" y="590"/>
                </a:moveTo>
                <a:cubicBezTo>
                  <a:pt x="489" y="596"/>
                  <a:pt x="489" y="596"/>
                  <a:pt x="489" y="596"/>
                </a:cubicBezTo>
                <a:cubicBezTo>
                  <a:pt x="489" y="596"/>
                  <a:pt x="489" y="596"/>
                  <a:pt x="489" y="596"/>
                </a:cubicBezTo>
                <a:cubicBezTo>
                  <a:pt x="489" y="597"/>
                  <a:pt x="489" y="597"/>
                  <a:pt x="489" y="597"/>
                </a:cubicBezTo>
                <a:cubicBezTo>
                  <a:pt x="489" y="604"/>
                  <a:pt x="489" y="604"/>
                  <a:pt x="489" y="604"/>
                </a:cubicBezTo>
                <a:cubicBezTo>
                  <a:pt x="488" y="603"/>
                  <a:pt x="487" y="603"/>
                  <a:pt x="486" y="602"/>
                </a:cubicBezTo>
                <a:cubicBezTo>
                  <a:pt x="486" y="592"/>
                  <a:pt x="486" y="592"/>
                  <a:pt x="486" y="592"/>
                </a:cubicBezTo>
                <a:cubicBezTo>
                  <a:pt x="487" y="591"/>
                  <a:pt x="487" y="591"/>
                  <a:pt x="488" y="590"/>
                </a:cubicBezTo>
                <a:cubicBezTo>
                  <a:pt x="489" y="590"/>
                  <a:pt x="489" y="590"/>
                  <a:pt x="489" y="590"/>
                </a:cubicBezTo>
                <a:close/>
                <a:moveTo>
                  <a:pt x="489" y="614"/>
                </a:moveTo>
                <a:cubicBezTo>
                  <a:pt x="489" y="621"/>
                  <a:pt x="489" y="621"/>
                  <a:pt x="489" y="621"/>
                </a:cubicBezTo>
                <a:cubicBezTo>
                  <a:pt x="488" y="622"/>
                  <a:pt x="487" y="622"/>
                  <a:pt x="486" y="622"/>
                </a:cubicBezTo>
                <a:cubicBezTo>
                  <a:pt x="486" y="614"/>
                  <a:pt x="486" y="614"/>
                  <a:pt x="486" y="614"/>
                </a:cubicBezTo>
                <a:cubicBezTo>
                  <a:pt x="487" y="615"/>
                  <a:pt x="487" y="615"/>
                  <a:pt x="487" y="615"/>
                </a:cubicBezTo>
                <a:cubicBezTo>
                  <a:pt x="489" y="614"/>
                  <a:pt x="489" y="614"/>
                  <a:pt x="489" y="614"/>
                </a:cubicBezTo>
                <a:close/>
                <a:moveTo>
                  <a:pt x="489" y="671"/>
                </a:moveTo>
                <a:cubicBezTo>
                  <a:pt x="489" y="684"/>
                  <a:pt x="489" y="684"/>
                  <a:pt x="489" y="684"/>
                </a:cubicBezTo>
                <a:cubicBezTo>
                  <a:pt x="486" y="684"/>
                  <a:pt x="486" y="684"/>
                  <a:pt x="486" y="684"/>
                </a:cubicBezTo>
                <a:cubicBezTo>
                  <a:pt x="486" y="673"/>
                  <a:pt x="486" y="673"/>
                  <a:pt x="486" y="673"/>
                </a:cubicBezTo>
                <a:cubicBezTo>
                  <a:pt x="489" y="671"/>
                  <a:pt x="489" y="671"/>
                  <a:pt x="489" y="671"/>
                </a:cubicBezTo>
                <a:close/>
                <a:moveTo>
                  <a:pt x="489" y="737"/>
                </a:moveTo>
                <a:cubicBezTo>
                  <a:pt x="489" y="754"/>
                  <a:pt x="489" y="754"/>
                  <a:pt x="489" y="754"/>
                </a:cubicBezTo>
                <a:cubicBezTo>
                  <a:pt x="488" y="753"/>
                  <a:pt x="487" y="753"/>
                  <a:pt x="486" y="752"/>
                </a:cubicBezTo>
                <a:cubicBezTo>
                  <a:pt x="486" y="738"/>
                  <a:pt x="486" y="738"/>
                  <a:pt x="486" y="738"/>
                </a:cubicBezTo>
                <a:cubicBezTo>
                  <a:pt x="487" y="737"/>
                  <a:pt x="488" y="737"/>
                  <a:pt x="489" y="737"/>
                </a:cubicBezTo>
                <a:close/>
                <a:moveTo>
                  <a:pt x="486" y="11"/>
                </a:moveTo>
                <a:cubicBezTo>
                  <a:pt x="486" y="12"/>
                  <a:pt x="486" y="12"/>
                  <a:pt x="486" y="12"/>
                </a:cubicBezTo>
                <a:cubicBezTo>
                  <a:pt x="486" y="45"/>
                  <a:pt x="486" y="45"/>
                  <a:pt x="486" y="45"/>
                </a:cubicBezTo>
                <a:cubicBezTo>
                  <a:pt x="486" y="42"/>
                  <a:pt x="486" y="42"/>
                  <a:pt x="486" y="42"/>
                </a:cubicBezTo>
                <a:cubicBezTo>
                  <a:pt x="486" y="11"/>
                  <a:pt x="486" y="11"/>
                  <a:pt x="486" y="11"/>
                </a:cubicBezTo>
                <a:close/>
                <a:moveTo>
                  <a:pt x="486" y="783"/>
                </a:moveTo>
                <a:cubicBezTo>
                  <a:pt x="486" y="784"/>
                  <a:pt x="486" y="784"/>
                  <a:pt x="486" y="78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83"/>
                  <a:pt x="486" y="783"/>
                  <a:pt x="486" y="783"/>
                </a:cubicBezTo>
                <a:close/>
                <a:moveTo>
                  <a:pt x="486" y="50"/>
                </a:moveTo>
                <a:cubicBezTo>
                  <a:pt x="486" y="57"/>
                  <a:pt x="486" y="57"/>
                  <a:pt x="486" y="57"/>
                </a:cubicBezTo>
                <a:cubicBezTo>
                  <a:pt x="486" y="57"/>
                  <a:pt x="486" y="57"/>
                  <a:pt x="486" y="57"/>
                </a:cubicBezTo>
                <a:cubicBezTo>
                  <a:pt x="486" y="50"/>
                  <a:pt x="486" y="50"/>
                  <a:pt x="486" y="50"/>
                </a:cubicBezTo>
                <a:cubicBezTo>
                  <a:pt x="486" y="50"/>
                  <a:pt x="486" y="50"/>
                  <a:pt x="486" y="50"/>
                </a:cubicBezTo>
                <a:close/>
                <a:moveTo>
                  <a:pt x="486" y="75"/>
                </a:moveTo>
                <a:cubicBezTo>
                  <a:pt x="486" y="121"/>
                  <a:pt x="486" y="121"/>
                  <a:pt x="486" y="121"/>
                </a:cubicBezTo>
                <a:cubicBezTo>
                  <a:pt x="486" y="121"/>
                  <a:pt x="486" y="121"/>
                  <a:pt x="486" y="121"/>
                </a:cubicBezTo>
                <a:cubicBezTo>
                  <a:pt x="486" y="75"/>
                  <a:pt x="486" y="75"/>
                  <a:pt x="486" y="75"/>
                </a:cubicBezTo>
                <a:cubicBezTo>
                  <a:pt x="486" y="75"/>
                  <a:pt x="486" y="75"/>
                  <a:pt x="486" y="75"/>
                </a:cubicBezTo>
                <a:close/>
                <a:moveTo>
                  <a:pt x="486" y="125"/>
                </a:moveTo>
                <a:cubicBezTo>
                  <a:pt x="486" y="140"/>
                  <a:pt x="486" y="140"/>
                  <a:pt x="486" y="140"/>
                </a:cubicBezTo>
                <a:cubicBezTo>
                  <a:pt x="486" y="139"/>
                  <a:pt x="486" y="139"/>
                  <a:pt x="486" y="139"/>
                </a:cubicBezTo>
                <a:cubicBezTo>
                  <a:pt x="486" y="124"/>
                  <a:pt x="486" y="124"/>
                  <a:pt x="486" y="124"/>
                </a:cubicBezTo>
                <a:cubicBezTo>
                  <a:pt x="486" y="125"/>
                  <a:pt x="486" y="125"/>
                  <a:pt x="486" y="125"/>
                </a:cubicBezTo>
                <a:close/>
                <a:moveTo>
                  <a:pt x="486" y="141"/>
                </a:moveTo>
                <a:cubicBezTo>
                  <a:pt x="486" y="148"/>
                  <a:pt x="486" y="148"/>
                  <a:pt x="486" y="148"/>
                </a:cubicBezTo>
                <a:cubicBezTo>
                  <a:pt x="486" y="148"/>
                  <a:pt x="486" y="148"/>
                  <a:pt x="486" y="148"/>
                </a:cubicBezTo>
                <a:cubicBezTo>
                  <a:pt x="486" y="141"/>
                  <a:pt x="486" y="141"/>
                  <a:pt x="486" y="141"/>
                </a:cubicBezTo>
                <a:cubicBezTo>
                  <a:pt x="486" y="141"/>
                  <a:pt x="486" y="141"/>
                  <a:pt x="486" y="141"/>
                </a:cubicBezTo>
                <a:close/>
                <a:moveTo>
                  <a:pt x="486" y="182"/>
                </a:moveTo>
                <a:cubicBezTo>
                  <a:pt x="486" y="212"/>
                  <a:pt x="486" y="212"/>
                  <a:pt x="486" y="212"/>
                </a:cubicBezTo>
                <a:cubicBezTo>
                  <a:pt x="486" y="211"/>
                  <a:pt x="486" y="211"/>
                  <a:pt x="486" y="211"/>
                </a:cubicBezTo>
                <a:cubicBezTo>
                  <a:pt x="486" y="206"/>
                  <a:pt x="486" y="206"/>
                  <a:pt x="486" y="206"/>
                </a:cubicBezTo>
                <a:cubicBezTo>
                  <a:pt x="486" y="205"/>
                  <a:pt x="486" y="205"/>
                  <a:pt x="486" y="205"/>
                </a:cubicBezTo>
                <a:cubicBezTo>
                  <a:pt x="486" y="203"/>
                  <a:pt x="486" y="201"/>
                  <a:pt x="486" y="200"/>
                </a:cubicBezTo>
                <a:cubicBezTo>
                  <a:pt x="486" y="182"/>
                  <a:pt x="486" y="182"/>
                  <a:pt x="486" y="182"/>
                </a:cubicBezTo>
                <a:cubicBezTo>
                  <a:pt x="486" y="182"/>
                  <a:pt x="486" y="182"/>
                  <a:pt x="486" y="182"/>
                </a:cubicBezTo>
                <a:close/>
                <a:moveTo>
                  <a:pt x="486" y="237"/>
                </a:moveTo>
                <a:cubicBezTo>
                  <a:pt x="486" y="266"/>
                  <a:pt x="486" y="266"/>
                  <a:pt x="486" y="266"/>
                </a:cubicBezTo>
                <a:cubicBezTo>
                  <a:pt x="486" y="266"/>
                  <a:pt x="486" y="266"/>
                  <a:pt x="486" y="266"/>
                </a:cubicBezTo>
                <a:cubicBezTo>
                  <a:pt x="486" y="237"/>
                  <a:pt x="486" y="237"/>
                  <a:pt x="486" y="237"/>
                </a:cubicBezTo>
                <a:cubicBezTo>
                  <a:pt x="486" y="237"/>
                  <a:pt x="486" y="237"/>
                  <a:pt x="486" y="237"/>
                </a:cubicBezTo>
                <a:close/>
                <a:moveTo>
                  <a:pt x="486" y="295"/>
                </a:moveTo>
                <a:cubicBezTo>
                  <a:pt x="486" y="301"/>
                  <a:pt x="486" y="301"/>
                  <a:pt x="486" y="301"/>
                </a:cubicBezTo>
                <a:cubicBezTo>
                  <a:pt x="486" y="301"/>
                  <a:pt x="486" y="301"/>
                  <a:pt x="486" y="301"/>
                </a:cubicBezTo>
                <a:cubicBezTo>
                  <a:pt x="486" y="296"/>
                  <a:pt x="486" y="296"/>
                  <a:pt x="486" y="296"/>
                </a:cubicBezTo>
                <a:cubicBezTo>
                  <a:pt x="486" y="295"/>
                  <a:pt x="486" y="295"/>
                  <a:pt x="486" y="295"/>
                </a:cubicBezTo>
                <a:close/>
                <a:moveTo>
                  <a:pt x="486" y="309"/>
                </a:moveTo>
                <a:cubicBezTo>
                  <a:pt x="486" y="313"/>
                  <a:pt x="486" y="313"/>
                  <a:pt x="486" y="313"/>
                </a:cubicBezTo>
                <a:cubicBezTo>
                  <a:pt x="486" y="313"/>
                  <a:pt x="486" y="313"/>
                  <a:pt x="486" y="313"/>
                </a:cubicBezTo>
                <a:cubicBezTo>
                  <a:pt x="486" y="309"/>
                  <a:pt x="486" y="309"/>
                  <a:pt x="486" y="309"/>
                </a:cubicBezTo>
                <a:cubicBezTo>
                  <a:pt x="486" y="309"/>
                  <a:pt x="486" y="309"/>
                  <a:pt x="486" y="309"/>
                </a:cubicBezTo>
                <a:close/>
                <a:moveTo>
                  <a:pt x="486" y="322"/>
                </a:moveTo>
                <a:cubicBezTo>
                  <a:pt x="486" y="329"/>
                  <a:pt x="486" y="329"/>
                  <a:pt x="486" y="329"/>
                </a:cubicBezTo>
                <a:cubicBezTo>
                  <a:pt x="486" y="329"/>
                  <a:pt x="486" y="330"/>
                  <a:pt x="486" y="330"/>
                </a:cubicBezTo>
                <a:cubicBezTo>
                  <a:pt x="486" y="323"/>
                  <a:pt x="486" y="323"/>
                  <a:pt x="486" y="323"/>
                </a:cubicBezTo>
                <a:cubicBezTo>
                  <a:pt x="486" y="323"/>
                  <a:pt x="486" y="322"/>
                  <a:pt x="486" y="322"/>
                </a:cubicBezTo>
                <a:close/>
                <a:moveTo>
                  <a:pt x="486" y="340"/>
                </a:moveTo>
                <a:cubicBezTo>
                  <a:pt x="486" y="354"/>
                  <a:pt x="486" y="354"/>
                  <a:pt x="486" y="354"/>
                </a:cubicBezTo>
                <a:cubicBezTo>
                  <a:pt x="486" y="355"/>
                  <a:pt x="486" y="355"/>
                  <a:pt x="486" y="355"/>
                </a:cubicBezTo>
                <a:cubicBezTo>
                  <a:pt x="486" y="339"/>
                  <a:pt x="486" y="339"/>
                  <a:pt x="486" y="339"/>
                </a:cubicBezTo>
                <a:cubicBezTo>
                  <a:pt x="486" y="340"/>
                  <a:pt x="486" y="340"/>
                  <a:pt x="486" y="340"/>
                </a:cubicBezTo>
                <a:close/>
                <a:moveTo>
                  <a:pt x="486" y="366"/>
                </a:moveTo>
                <a:cubicBezTo>
                  <a:pt x="486" y="433"/>
                  <a:pt x="486" y="433"/>
                  <a:pt x="486" y="433"/>
                </a:cubicBezTo>
                <a:cubicBezTo>
                  <a:pt x="486" y="433"/>
                  <a:pt x="486" y="434"/>
                  <a:pt x="486" y="434"/>
                </a:cubicBezTo>
                <a:cubicBezTo>
                  <a:pt x="486" y="420"/>
                  <a:pt x="486" y="420"/>
                  <a:pt x="486" y="420"/>
                </a:cubicBezTo>
                <a:cubicBezTo>
                  <a:pt x="486" y="420"/>
                  <a:pt x="486" y="419"/>
                  <a:pt x="486" y="419"/>
                </a:cubicBezTo>
                <a:cubicBezTo>
                  <a:pt x="487" y="410"/>
                  <a:pt x="487" y="400"/>
                  <a:pt x="486" y="390"/>
                </a:cubicBezTo>
                <a:cubicBezTo>
                  <a:pt x="486" y="367"/>
                  <a:pt x="486" y="367"/>
                  <a:pt x="486" y="367"/>
                </a:cubicBezTo>
                <a:cubicBezTo>
                  <a:pt x="486" y="366"/>
                  <a:pt x="486" y="366"/>
                  <a:pt x="486" y="366"/>
                </a:cubicBezTo>
                <a:close/>
                <a:moveTo>
                  <a:pt x="486" y="438"/>
                </a:moveTo>
                <a:cubicBezTo>
                  <a:pt x="486" y="442"/>
                  <a:pt x="486" y="442"/>
                  <a:pt x="486" y="442"/>
                </a:cubicBezTo>
                <a:cubicBezTo>
                  <a:pt x="486" y="442"/>
                  <a:pt x="486" y="442"/>
                  <a:pt x="486" y="442"/>
                </a:cubicBezTo>
                <a:cubicBezTo>
                  <a:pt x="486" y="438"/>
                  <a:pt x="486" y="438"/>
                  <a:pt x="486" y="438"/>
                </a:cubicBezTo>
                <a:cubicBezTo>
                  <a:pt x="486" y="438"/>
                  <a:pt x="486" y="438"/>
                  <a:pt x="486" y="438"/>
                </a:cubicBezTo>
                <a:close/>
                <a:moveTo>
                  <a:pt x="486" y="448"/>
                </a:moveTo>
                <a:cubicBezTo>
                  <a:pt x="486" y="453"/>
                  <a:pt x="486" y="453"/>
                  <a:pt x="486" y="453"/>
                </a:cubicBezTo>
                <a:cubicBezTo>
                  <a:pt x="486" y="453"/>
                  <a:pt x="486" y="453"/>
                  <a:pt x="486" y="453"/>
                </a:cubicBezTo>
                <a:cubicBezTo>
                  <a:pt x="486" y="448"/>
                  <a:pt x="486" y="448"/>
                  <a:pt x="486" y="448"/>
                </a:cubicBezTo>
                <a:cubicBezTo>
                  <a:pt x="486" y="448"/>
                  <a:pt x="486" y="448"/>
                  <a:pt x="486" y="448"/>
                </a:cubicBezTo>
                <a:close/>
                <a:moveTo>
                  <a:pt x="486" y="456"/>
                </a:moveTo>
                <a:cubicBezTo>
                  <a:pt x="486" y="463"/>
                  <a:pt x="486" y="463"/>
                  <a:pt x="486" y="463"/>
                </a:cubicBezTo>
                <a:cubicBezTo>
                  <a:pt x="486" y="465"/>
                  <a:pt x="486" y="465"/>
                  <a:pt x="486" y="465"/>
                </a:cubicBezTo>
                <a:cubicBezTo>
                  <a:pt x="486" y="457"/>
                  <a:pt x="486" y="457"/>
                  <a:pt x="486" y="457"/>
                </a:cubicBezTo>
                <a:cubicBezTo>
                  <a:pt x="486" y="456"/>
                  <a:pt x="486" y="456"/>
                  <a:pt x="486" y="456"/>
                </a:cubicBezTo>
                <a:close/>
                <a:moveTo>
                  <a:pt x="486" y="473"/>
                </a:moveTo>
                <a:cubicBezTo>
                  <a:pt x="486" y="479"/>
                  <a:pt x="486" y="479"/>
                  <a:pt x="486" y="479"/>
                </a:cubicBezTo>
                <a:cubicBezTo>
                  <a:pt x="486" y="479"/>
                  <a:pt x="486" y="478"/>
                  <a:pt x="486" y="478"/>
                </a:cubicBezTo>
                <a:cubicBezTo>
                  <a:pt x="486" y="472"/>
                  <a:pt x="486" y="472"/>
                  <a:pt x="486" y="472"/>
                </a:cubicBezTo>
                <a:cubicBezTo>
                  <a:pt x="486" y="473"/>
                  <a:pt x="486" y="473"/>
                  <a:pt x="486" y="473"/>
                </a:cubicBezTo>
                <a:close/>
                <a:moveTo>
                  <a:pt x="486" y="489"/>
                </a:moveTo>
                <a:cubicBezTo>
                  <a:pt x="486" y="498"/>
                  <a:pt x="486" y="498"/>
                  <a:pt x="486" y="498"/>
                </a:cubicBezTo>
                <a:cubicBezTo>
                  <a:pt x="486" y="499"/>
                  <a:pt x="486" y="499"/>
                  <a:pt x="486" y="499"/>
                </a:cubicBezTo>
                <a:cubicBezTo>
                  <a:pt x="486" y="491"/>
                  <a:pt x="486" y="491"/>
                  <a:pt x="486" y="491"/>
                </a:cubicBezTo>
                <a:cubicBezTo>
                  <a:pt x="486" y="490"/>
                  <a:pt x="486" y="490"/>
                  <a:pt x="486" y="489"/>
                </a:cubicBezTo>
                <a:close/>
                <a:moveTo>
                  <a:pt x="486" y="504"/>
                </a:moveTo>
                <a:cubicBezTo>
                  <a:pt x="486" y="509"/>
                  <a:pt x="486" y="509"/>
                  <a:pt x="486" y="509"/>
                </a:cubicBezTo>
                <a:cubicBezTo>
                  <a:pt x="486" y="508"/>
                  <a:pt x="486" y="508"/>
                  <a:pt x="486" y="508"/>
                </a:cubicBezTo>
                <a:cubicBezTo>
                  <a:pt x="486" y="502"/>
                  <a:pt x="486" y="502"/>
                  <a:pt x="486" y="502"/>
                </a:cubicBezTo>
                <a:cubicBezTo>
                  <a:pt x="486" y="504"/>
                  <a:pt x="486" y="504"/>
                  <a:pt x="486" y="504"/>
                </a:cubicBezTo>
                <a:close/>
                <a:moveTo>
                  <a:pt x="486" y="542"/>
                </a:moveTo>
                <a:cubicBezTo>
                  <a:pt x="486" y="558"/>
                  <a:pt x="486" y="558"/>
                  <a:pt x="486" y="558"/>
                </a:cubicBezTo>
                <a:cubicBezTo>
                  <a:pt x="486" y="559"/>
                  <a:pt x="486" y="559"/>
                  <a:pt x="486" y="559"/>
                </a:cubicBezTo>
                <a:cubicBezTo>
                  <a:pt x="486" y="541"/>
                  <a:pt x="486" y="541"/>
                  <a:pt x="486" y="541"/>
                </a:cubicBezTo>
                <a:cubicBezTo>
                  <a:pt x="486" y="542"/>
                  <a:pt x="486" y="542"/>
                  <a:pt x="486" y="542"/>
                </a:cubicBezTo>
                <a:close/>
                <a:moveTo>
                  <a:pt x="486" y="559"/>
                </a:moveTo>
                <a:cubicBezTo>
                  <a:pt x="486" y="574"/>
                  <a:pt x="486" y="574"/>
                  <a:pt x="486" y="574"/>
                </a:cubicBezTo>
                <a:cubicBezTo>
                  <a:pt x="486" y="574"/>
                  <a:pt x="486" y="574"/>
                  <a:pt x="486" y="574"/>
                </a:cubicBezTo>
                <a:cubicBezTo>
                  <a:pt x="486" y="563"/>
                  <a:pt x="486" y="563"/>
                  <a:pt x="486" y="563"/>
                </a:cubicBezTo>
                <a:cubicBezTo>
                  <a:pt x="486" y="563"/>
                  <a:pt x="486" y="563"/>
                  <a:pt x="486" y="563"/>
                </a:cubicBezTo>
                <a:cubicBezTo>
                  <a:pt x="486" y="562"/>
                  <a:pt x="486" y="561"/>
                  <a:pt x="486" y="559"/>
                </a:cubicBezTo>
                <a:close/>
                <a:moveTo>
                  <a:pt x="486" y="592"/>
                </a:moveTo>
                <a:cubicBezTo>
                  <a:pt x="486" y="602"/>
                  <a:pt x="486" y="602"/>
                  <a:pt x="486" y="602"/>
                </a:cubicBezTo>
                <a:cubicBezTo>
                  <a:pt x="486" y="602"/>
                  <a:pt x="486" y="602"/>
                  <a:pt x="486" y="602"/>
                </a:cubicBezTo>
                <a:cubicBezTo>
                  <a:pt x="486" y="593"/>
                  <a:pt x="486" y="593"/>
                  <a:pt x="486" y="593"/>
                </a:cubicBezTo>
                <a:cubicBezTo>
                  <a:pt x="486" y="592"/>
                  <a:pt x="486" y="592"/>
                  <a:pt x="486" y="592"/>
                </a:cubicBezTo>
                <a:close/>
                <a:moveTo>
                  <a:pt x="486" y="614"/>
                </a:moveTo>
                <a:cubicBezTo>
                  <a:pt x="486" y="622"/>
                  <a:pt x="486" y="622"/>
                  <a:pt x="486" y="622"/>
                </a:cubicBezTo>
                <a:cubicBezTo>
                  <a:pt x="486" y="623"/>
                  <a:pt x="486" y="623"/>
                  <a:pt x="486" y="623"/>
                </a:cubicBezTo>
                <a:cubicBezTo>
                  <a:pt x="486" y="614"/>
                  <a:pt x="486" y="614"/>
                  <a:pt x="486" y="614"/>
                </a:cubicBezTo>
                <a:cubicBezTo>
                  <a:pt x="486" y="614"/>
                  <a:pt x="486" y="614"/>
                  <a:pt x="486" y="614"/>
                </a:cubicBezTo>
                <a:close/>
                <a:moveTo>
                  <a:pt x="486" y="673"/>
                </a:moveTo>
                <a:cubicBezTo>
                  <a:pt x="486" y="684"/>
                  <a:pt x="486" y="684"/>
                  <a:pt x="486" y="684"/>
                </a:cubicBezTo>
                <a:cubicBezTo>
                  <a:pt x="486" y="685"/>
                  <a:pt x="486" y="685"/>
                  <a:pt x="486" y="685"/>
                </a:cubicBezTo>
                <a:cubicBezTo>
                  <a:pt x="486" y="673"/>
                  <a:pt x="486" y="673"/>
                  <a:pt x="486" y="673"/>
                </a:cubicBezTo>
                <a:cubicBezTo>
                  <a:pt x="486" y="673"/>
                  <a:pt x="486" y="673"/>
                  <a:pt x="486" y="673"/>
                </a:cubicBezTo>
                <a:close/>
                <a:moveTo>
                  <a:pt x="486" y="738"/>
                </a:moveTo>
                <a:cubicBezTo>
                  <a:pt x="486" y="752"/>
                  <a:pt x="486" y="752"/>
                  <a:pt x="486" y="752"/>
                </a:cubicBezTo>
                <a:cubicBezTo>
                  <a:pt x="486" y="752"/>
                  <a:pt x="486" y="752"/>
                  <a:pt x="486" y="751"/>
                </a:cubicBezTo>
                <a:cubicBezTo>
                  <a:pt x="486" y="738"/>
                  <a:pt x="486" y="738"/>
                  <a:pt x="486" y="738"/>
                </a:cubicBezTo>
                <a:close/>
                <a:moveTo>
                  <a:pt x="484" y="11"/>
                </a:moveTo>
                <a:cubicBezTo>
                  <a:pt x="486" y="11"/>
                  <a:pt x="486" y="11"/>
                  <a:pt x="486" y="11"/>
                </a:cubicBezTo>
                <a:cubicBezTo>
                  <a:pt x="486" y="42"/>
                  <a:pt x="486" y="42"/>
                  <a:pt x="486" y="42"/>
                </a:cubicBezTo>
                <a:cubicBezTo>
                  <a:pt x="485" y="40"/>
                  <a:pt x="485" y="38"/>
                  <a:pt x="484" y="37"/>
                </a:cubicBezTo>
                <a:cubicBezTo>
                  <a:pt x="484" y="11"/>
                  <a:pt x="484" y="11"/>
                  <a:pt x="484" y="11"/>
                </a:cubicBezTo>
                <a:close/>
                <a:moveTo>
                  <a:pt x="486" y="784"/>
                </a:moveTo>
                <a:cubicBezTo>
                  <a:pt x="484" y="784"/>
                  <a:pt x="484" y="784"/>
                  <a:pt x="484" y="78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5" y="774"/>
                  <a:pt x="485" y="774"/>
                  <a:pt x="486" y="774"/>
                </a:cubicBezTo>
                <a:cubicBezTo>
                  <a:pt x="486" y="774"/>
                  <a:pt x="486" y="774"/>
                  <a:pt x="486" y="774"/>
                </a:cubicBezTo>
                <a:cubicBezTo>
                  <a:pt x="486" y="784"/>
                  <a:pt x="486" y="784"/>
                  <a:pt x="486" y="784"/>
                </a:cubicBezTo>
                <a:close/>
                <a:moveTo>
                  <a:pt x="486" y="50"/>
                </a:moveTo>
                <a:cubicBezTo>
                  <a:pt x="486" y="57"/>
                  <a:pt x="486" y="57"/>
                  <a:pt x="486" y="57"/>
                </a:cubicBezTo>
                <a:cubicBezTo>
                  <a:pt x="484" y="57"/>
                  <a:pt x="484" y="57"/>
                  <a:pt x="484" y="57"/>
                </a:cubicBezTo>
                <a:cubicBezTo>
                  <a:pt x="484" y="50"/>
                  <a:pt x="484" y="50"/>
                  <a:pt x="484" y="50"/>
                </a:cubicBezTo>
                <a:cubicBezTo>
                  <a:pt x="486" y="50"/>
                  <a:pt x="486" y="50"/>
                  <a:pt x="486" y="50"/>
                </a:cubicBezTo>
                <a:close/>
                <a:moveTo>
                  <a:pt x="486" y="75"/>
                </a:moveTo>
                <a:cubicBezTo>
                  <a:pt x="486" y="121"/>
                  <a:pt x="486" y="121"/>
                  <a:pt x="486" y="121"/>
                </a:cubicBezTo>
                <a:cubicBezTo>
                  <a:pt x="485" y="121"/>
                  <a:pt x="485" y="120"/>
                  <a:pt x="484" y="120"/>
                </a:cubicBezTo>
                <a:cubicBezTo>
                  <a:pt x="484" y="75"/>
                  <a:pt x="484" y="75"/>
                  <a:pt x="484" y="75"/>
                </a:cubicBezTo>
                <a:cubicBezTo>
                  <a:pt x="486" y="75"/>
                  <a:pt x="486" y="75"/>
                  <a:pt x="486" y="75"/>
                </a:cubicBezTo>
                <a:close/>
                <a:moveTo>
                  <a:pt x="486" y="124"/>
                </a:moveTo>
                <a:cubicBezTo>
                  <a:pt x="486" y="139"/>
                  <a:pt x="486" y="139"/>
                  <a:pt x="486" y="139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124"/>
                  <a:pt x="484" y="124"/>
                  <a:pt x="484" y="124"/>
                </a:cubicBezTo>
                <a:cubicBezTo>
                  <a:pt x="485" y="124"/>
                  <a:pt x="485" y="124"/>
                  <a:pt x="486" y="124"/>
                </a:cubicBezTo>
                <a:close/>
                <a:moveTo>
                  <a:pt x="486" y="141"/>
                </a:moveTo>
                <a:cubicBezTo>
                  <a:pt x="486" y="148"/>
                  <a:pt x="486" y="148"/>
                  <a:pt x="486" y="148"/>
                </a:cubicBezTo>
                <a:cubicBezTo>
                  <a:pt x="484" y="148"/>
                  <a:pt x="484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ubicBezTo>
                  <a:pt x="485" y="140"/>
                  <a:pt x="485" y="140"/>
                  <a:pt x="486" y="141"/>
                </a:cubicBezTo>
                <a:close/>
                <a:moveTo>
                  <a:pt x="486" y="182"/>
                </a:moveTo>
                <a:cubicBezTo>
                  <a:pt x="486" y="200"/>
                  <a:pt x="486" y="200"/>
                  <a:pt x="486" y="200"/>
                </a:cubicBezTo>
                <a:cubicBezTo>
                  <a:pt x="485" y="197"/>
                  <a:pt x="485" y="195"/>
                  <a:pt x="484" y="193"/>
                </a:cubicBezTo>
                <a:cubicBezTo>
                  <a:pt x="484" y="182"/>
                  <a:pt x="484" y="182"/>
                  <a:pt x="484" y="182"/>
                </a:cubicBezTo>
                <a:cubicBezTo>
                  <a:pt x="486" y="182"/>
                  <a:pt x="486" y="182"/>
                  <a:pt x="486" y="182"/>
                </a:cubicBezTo>
                <a:close/>
                <a:moveTo>
                  <a:pt x="486" y="206"/>
                </a:moveTo>
                <a:cubicBezTo>
                  <a:pt x="486" y="211"/>
                  <a:pt x="486" y="211"/>
                  <a:pt x="486" y="211"/>
                </a:cubicBezTo>
                <a:cubicBezTo>
                  <a:pt x="485" y="211"/>
                  <a:pt x="485" y="211"/>
                  <a:pt x="484" y="211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5" y="206"/>
                  <a:pt x="485" y="206"/>
                  <a:pt x="486" y="206"/>
                </a:cubicBezTo>
                <a:close/>
                <a:moveTo>
                  <a:pt x="486" y="237"/>
                </a:moveTo>
                <a:cubicBezTo>
                  <a:pt x="486" y="266"/>
                  <a:pt x="486" y="266"/>
                  <a:pt x="486" y="266"/>
                </a:cubicBezTo>
                <a:cubicBezTo>
                  <a:pt x="485" y="267"/>
                  <a:pt x="485" y="267"/>
                  <a:pt x="484" y="268"/>
                </a:cubicBezTo>
                <a:cubicBezTo>
                  <a:pt x="484" y="235"/>
                  <a:pt x="484" y="235"/>
                  <a:pt x="484" y="235"/>
                </a:cubicBezTo>
                <a:cubicBezTo>
                  <a:pt x="485" y="236"/>
                  <a:pt x="485" y="236"/>
                  <a:pt x="486" y="237"/>
                </a:cubicBezTo>
                <a:close/>
                <a:moveTo>
                  <a:pt x="486" y="296"/>
                </a:moveTo>
                <a:cubicBezTo>
                  <a:pt x="486" y="301"/>
                  <a:pt x="486" y="301"/>
                  <a:pt x="486" y="301"/>
                </a:cubicBezTo>
                <a:cubicBezTo>
                  <a:pt x="485" y="302"/>
                  <a:pt x="485" y="302"/>
                  <a:pt x="484" y="302"/>
                </a:cubicBezTo>
                <a:cubicBezTo>
                  <a:pt x="484" y="297"/>
                  <a:pt x="484" y="297"/>
                  <a:pt x="484" y="297"/>
                </a:cubicBezTo>
                <a:cubicBezTo>
                  <a:pt x="486" y="296"/>
                  <a:pt x="486" y="296"/>
                  <a:pt x="486" y="296"/>
                </a:cubicBezTo>
                <a:close/>
                <a:moveTo>
                  <a:pt x="486" y="309"/>
                </a:moveTo>
                <a:cubicBezTo>
                  <a:pt x="486" y="313"/>
                  <a:pt x="486" y="313"/>
                  <a:pt x="486" y="313"/>
                </a:cubicBezTo>
                <a:cubicBezTo>
                  <a:pt x="485" y="313"/>
                  <a:pt x="485" y="312"/>
                  <a:pt x="484" y="312"/>
                </a:cubicBezTo>
                <a:cubicBezTo>
                  <a:pt x="484" y="308"/>
                  <a:pt x="484" y="308"/>
                  <a:pt x="484" y="308"/>
                </a:cubicBezTo>
                <a:cubicBezTo>
                  <a:pt x="486" y="309"/>
                  <a:pt x="486" y="309"/>
                  <a:pt x="486" y="309"/>
                </a:cubicBezTo>
                <a:close/>
                <a:moveTo>
                  <a:pt x="486" y="323"/>
                </a:moveTo>
                <a:cubicBezTo>
                  <a:pt x="486" y="330"/>
                  <a:pt x="486" y="330"/>
                  <a:pt x="486" y="330"/>
                </a:cubicBezTo>
                <a:cubicBezTo>
                  <a:pt x="485" y="330"/>
                  <a:pt x="485" y="331"/>
                  <a:pt x="484" y="33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6" y="323"/>
                  <a:pt x="486" y="323"/>
                  <a:pt x="486" y="323"/>
                </a:cubicBezTo>
                <a:cubicBezTo>
                  <a:pt x="486" y="323"/>
                  <a:pt x="486" y="323"/>
                  <a:pt x="486" y="323"/>
                </a:cubicBezTo>
                <a:close/>
                <a:moveTo>
                  <a:pt x="486" y="339"/>
                </a:moveTo>
                <a:cubicBezTo>
                  <a:pt x="486" y="355"/>
                  <a:pt x="486" y="355"/>
                  <a:pt x="486" y="355"/>
                </a:cubicBezTo>
                <a:cubicBezTo>
                  <a:pt x="485" y="356"/>
                  <a:pt x="485" y="357"/>
                  <a:pt x="484" y="359"/>
                </a:cubicBezTo>
                <a:cubicBezTo>
                  <a:pt x="484" y="350"/>
                  <a:pt x="484" y="350"/>
                  <a:pt x="484" y="350"/>
                </a:cubicBezTo>
                <a:cubicBezTo>
                  <a:pt x="485" y="349"/>
                  <a:pt x="485" y="347"/>
                  <a:pt x="484" y="346"/>
                </a:cubicBezTo>
                <a:cubicBezTo>
                  <a:pt x="484" y="338"/>
                  <a:pt x="484" y="338"/>
                  <a:pt x="484" y="338"/>
                </a:cubicBezTo>
                <a:cubicBezTo>
                  <a:pt x="485" y="338"/>
                  <a:pt x="485" y="339"/>
                  <a:pt x="486" y="339"/>
                </a:cubicBezTo>
                <a:close/>
                <a:moveTo>
                  <a:pt x="486" y="367"/>
                </a:moveTo>
                <a:cubicBezTo>
                  <a:pt x="486" y="390"/>
                  <a:pt x="486" y="390"/>
                  <a:pt x="486" y="390"/>
                </a:cubicBezTo>
                <a:cubicBezTo>
                  <a:pt x="485" y="387"/>
                  <a:pt x="485" y="384"/>
                  <a:pt x="484" y="381"/>
                </a:cubicBezTo>
                <a:cubicBezTo>
                  <a:pt x="484" y="369"/>
                  <a:pt x="484" y="369"/>
                  <a:pt x="484" y="369"/>
                </a:cubicBezTo>
                <a:cubicBezTo>
                  <a:pt x="486" y="367"/>
                  <a:pt x="486" y="367"/>
                  <a:pt x="486" y="367"/>
                </a:cubicBezTo>
                <a:close/>
                <a:moveTo>
                  <a:pt x="486" y="420"/>
                </a:moveTo>
                <a:cubicBezTo>
                  <a:pt x="486" y="434"/>
                  <a:pt x="486" y="434"/>
                  <a:pt x="486" y="434"/>
                </a:cubicBezTo>
                <a:cubicBezTo>
                  <a:pt x="485" y="434"/>
                  <a:pt x="485" y="435"/>
                  <a:pt x="484" y="436"/>
                </a:cubicBezTo>
                <a:cubicBezTo>
                  <a:pt x="484" y="423"/>
                  <a:pt x="484" y="423"/>
                  <a:pt x="484" y="423"/>
                </a:cubicBezTo>
                <a:cubicBezTo>
                  <a:pt x="485" y="422"/>
                  <a:pt x="485" y="421"/>
                  <a:pt x="486" y="420"/>
                </a:cubicBezTo>
                <a:close/>
                <a:moveTo>
                  <a:pt x="486" y="438"/>
                </a:moveTo>
                <a:cubicBezTo>
                  <a:pt x="486" y="442"/>
                  <a:pt x="486" y="442"/>
                  <a:pt x="486" y="442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6" y="438"/>
                  <a:pt x="486" y="438"/>
                  <a:pt x="486" y="438"/>
                </a:cubicBezTo>
                <a:close/>
                <a:moveTo>
                  <a:pt x="486" y="448"/>
                </a:moveTo>
                <a:cubicBezTo>
                  <a:pt x="486" y="453"/>
                  <a:pt x="486" y="453"/>
                  <a:pt x="486" y="453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4" y="449"/>
                  <a:pt x="484" y="449"/>
                  <a:pt x="484" y="449"/>
                </a:cubicBezTo>
                <a:cubicBezTo>
                  <a:pt x="485" y="449"/>
                  <a:pt x="485" y="449"/>
                  <a:pt x="486" y="448"/>
                </a:cubicBezTo>
                <a:close/>
                <a:moveTo>
                  <a:pt x="486" y="457"/>
                </a:moveTo>
                <a:cubicBezTo>
                  <a:pt x="486" y="465"/>
                  <a:pt x="486" y="465"/>
                  <a:pt x="486" y="465"/>
                </a:cubicBezTo>
                <a:cubicBezTo>
                  <a:pt x="485" y="465"/>
                  <a:pt x="485" y="466"/>
                  <a:pt x="484" y="467"/>
                </a:cubicBezTo>
                <a:cubicBezTo>
                  <a:pt x="484" y="458"/>
                  <a:pt x="484" y="458"/>
                  <a:pt x="484" y="458"/>
                </a:cubicBezTo>
                <a:cubicBezTo>
                  <a:pt x="485" y="458"/>
                  <a:pt x="485" y="458"/>
                  <a:pt x="485" y="458"/>
                </a:cubicBezTo>
                <a:cubicBezTo>
                  <a:pt x="486" y="457"/>
                  <a:pt x="486" y="457"/>
                  <a:pt x="486" y="457"/>
                </a:cubicBezTo>
                <a:close/>
                <a:moveTo>
                  <a:pt x="486" y="472"/>
                </a:moveTo>
                <a:cubicBezTo>
                  <a:pt x="486" y="478"/>
                  <a:pt x="486" y="478"/>
                  <a:pt x="486" y="478"/>
                </a:cubicBezTo>
                <a:cubicBezTo>
                  <a:pt x="486" y="478"/>
                  <a:pt x="485" y="477"/>
                  <a:pt x="485" y="477"/>
                </a:cubicBezTo>
                <a:cubicBezTo>
                  <a:pt x="485" y="477"/>
                  <a:pt x="485" y="478"/>
                  <a:pt x="484" y="478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6" y="472"/>
                  <a:pt x="486" y="472"/>
                  <a:pt x="486" y="472"/>
                </a:cubicBezTo>
                <a:close/>
                <a:moveTo>
                  <a:pt x="486" y="491"/>
                </a:moveTo>
                <a:cubicBezTo>
                  <a:pt x="486" y="499"/>
                  <a:pt x="486" y="499"/>
                  <a:pt x="486" y="499"/>
                </a:cubicBezTo>
                <a:cubicBezTo>
                  <a:pt x="485" y="501"/>
                  <a:pt x="485" y="501"/>
                  <a:pt x="485" y="501"/>
                </a:cubicBezTo>
                <a:cubicBezTo>
                  <a:pt x="486" y="502"/>
                  <a:pt x="486" y="502"/>
                  <a:pt x="486" y="502"/>
                </a:cubicBezTo>
                <a:cubicBezTo>
                  <a:pt x="486" y="508"/>
                  <a:pt x="486" y="508"/>
                  <a:pt x="486" y="508"/>
                </a:cubicBezTo>
                <a:cubicBezTo>
                  <a:pt x="484" y="507"/>
                  <a:pt x="484" y="507"/>
                  <a:pt x="484" y="507"/>
                </a:cubicBezTo>
                <a:cubicBezTo>
                  <a:pt x="484" y="493"/>
                  <a:pt x="484" y="493"/>
                  <a:pt x="484" y="493"/>
                </a:cubicBezTo>
                <a:cubicBezTo>
                  <a:pt x="485" y="492"/>
                  <a:pt x="485" y="492"/>
                  <a:pt x="486" y="491"/>
                </a:cubicBezTo>
                <a:close/>
                <a:moveTo>
                  <a:pt x="486" y="541"/>
                </a:moveTo>
                <a:cubicBezTo>
                  <a:pt x="486" y="559"/>
                  <a:pt x="486" y="559"/>
                  <a:pt x="486" y="559"/>
                </a:cubicBezTo>
                <a:cubicBezTo>
                  <a:pt x="485" y="559"/>
                  <a:pt x="485" y="559"/>
                  <a:pt x="484" y="559"/>
                </a:cubicBezTo>
                <a:cubicBezTo>
                  <a:pt x="484" y="539"/>
                  <a:pt x="484" y="539"/>
                  <a:pt x="484" y="539"/>
                </a:cubicBezTo>
                <a:cubicBezTo>
                  <a:pt x="486" y="541"/>
                  <a:pt x="486" y="541"/>
                  <a:pt x="486" y="541"/>
                </a:cubicBezTo>
                <a:close/>
                <a:moveTo>
                  <a:pt x="486" y="563"/>
                </a:moveTo>
                <a:cubicBezTo>
                  <a:pt x="486" y="574"/>
                  <a:pt x="486" y="574"/>
                  <a:pt x="486" y="574"/>
                </a:cubicBezTo>
                <a:cubicBezTo>
                  <a:pt x="484" y="576"/>
                  <a:pt x="484" y="576"/>
                  <a:pt x="484" y="576"/>
                </a:cubicBezTo>
                <a:cubicBezTo>
                  <a:pt x="484" y="564"/>
                  <a:pt x="484" y="564"/>
                  <a:pt x="484" y="564"/>
                </a:cubicBezTo>
                <a:cubicBezTo>
                  <a:pt x="486" y="563"/>
                  <a:pt x="486" y="563"/>
                  <a:pt x="486" y="563"/>
                </a:cubicBezTo>
                <a:close/>
                <a:moveTo>
                  <a:pt x="486" y="593"/>
                </a:moveTo>
                <a:cubicBezTo>
                  <a:pt x="486" y="602"/>
                  <a:pt x="486" y="602"/>
                  <a:pt x="486" y="602"/>
                </a:cubicBezTo>
                <a:cubicBezTo>
                  <a:pt x="485" y="602"/>
                  <a:pt x="485" y="602"/>
                  <a:pt x="484" y="602"/>
                </a:cubicBezTo>
                <a:cubicBezTo>
                  <a:pt x="484" y="593"/>
                  <a:pt x="484" y="593"/>
                  <a:pt x="484" y="593"/>
                </a:cubicBezTo>
                <a:cubicBezTo>
                  <a:pt x="485" y="593"/>
                  <a:pt x="485" y="593"/>
                  <a:pt x="486" y="593"/>
                </a:cubicBezTo>
                <a:close/>
                <a:moveTo>
                  <a:pt x="486" y="614"/>
                </a:moveTo>
                <a:cubicBezTo>
                  <a:pt x="486" y="623"/>
                  <a:pt x="486" y="623"/>
                  <a:pt x="486" y="623"/>
                </a:cubicBezTo>
                <a:cubicBezTo>
                  <a:pt x="484" y="623"/>
                  <a:pt x="484" y="623"/>
                  <a:pt x="484" y="623"/>
                </a:cubicBezTo>
                <a:cubicBezTo>
                  <a:pt x="484" y="613"/>
                  <a:pt x="484" y="613"/>
                  <a:pt x="484" y="613"/>
                </a:cubicBezTo>
                <a:cubicBezTo>
                  <a:pt x="486" y="614"/>
                  <a:pt x="486" y="614"/>
                  <a:pt x="486" y="614"/>
                </a:cubicBezTo>
                <a:close/>
                <a:moveTo>
                  <a:pt x="486" y="673"/>
                </a:moveTo>
                <a:cubicBezTo>
                  <a:pt x="486" y="685"/>
                  <a:pt x="486" y="685"/>
                  <a:pt x="486" y="685"/>
                </a:cubicBezTo>
                <a:cubicBezTo>
                  <a:pt x="484" y="685"/>
                  <a:pt x="484" y="685"/>
                  <a:pt x="484" y="685"/>
                </a:cubicBezTo>
                <a:cubicBezTo>
                  <a:pt x="484" y="673"/>
                  <a:pt x="484" y="673"/>
                  <a:pt x="484" y="673"/>
                </a:cubicBezTo>
                <a:cubicBezTo>
                  <a:pt x="486" y="673"/>
                  <a:pt x="486" y="673"/>
                  <a:pt x="486" y="673"/>
                </a:cubicBezTo>
                <a:close/>
                <a:moveTo>
                  <a:pt x="486" y="738"/>
                </a:moveTo>
                <a:cubicBezTo>
                  <a:pt x="486" y="751"/>
                  <a:pt x="486" y="751"/>
                  <a:pt x="486" y="751"/>
                </a:cubicBezTo>
                <a:cubicBezTo>
                  <a:pt x="485" y="751"/>
                  <a:pt x="485" y="751"/>
                  <a:pt x="484" y="751"/>
                </a:cubicBezTo>
                <a:cubicBezTo>
                  <a:pt x="484" y="738"/>
                  <a:pt x="484" y="738"/>
                  <a:pt x="484" y="738"/>
                </a:cubicBezTo>
                <a:cubicBezTo>
                  <a:pt x="485" y="738"/>
                  <a:pt x="485" y="738"/>
                  <a:pt x="486" y="738"/>
                </a:cubicBezTo>
                <a:close/>
                <a:moveTo>
                  <a:pt x="484" y="11"/>
                </a:moveTo>
                <a:cubicBezTo>
                  <a:pt x="484" y="11"/>
                  <a:pt x="484" y="11"/>
                  <a:pt x="484" y="11"/>
                </a:cubicBezTo>
                <a:cubicBezTo>
                  <a:pt x="484" y="37"/>
                  <a:pt x="484" y="37"/>
                  <a:pt x="484" y="37"/>
                </a:cubicBezTo>
                <a:cubicBezTo>
                  <a:pt x="484" y="35"/>
                  <a:pt x="484" y="35"/>
                  <a:pt x="484" y="35"/>
                </a:cubicBezTo>
                <a:cubicBezTo>
                  <a:pt x="484" y="11"/>
                  <a:pt x="484" y="11"/>
                  <a:pt x="484" y="11"/>
                </a:cubicBezTo>
                <a:close/>
                <a:moveTo>
                  <a:pt x="484" y="784"/>
                </a:moveTo>
                <a:cubicBezTo>
                  <a:pt x="484" y="784"/>
                  <a:pt x="484" y="784"/>
                  <a:pt x="484" y="78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4" y="774"/>
                  <a:pt x="484" y="774"/>
                  <a:pt x="484" y="774"/>
                </a:cubicBezTo>
                <a:cubicBezTo>
                  <a:pt x="484" y="784"/>
                  <a:pt x="484" y="784"/>
                  <a:pt x="484" y="784"/>
                </a:cubicBezTo>
                <a:close/>
                <a:moveTo>
                  <a:pt x="484" y="50"/>
                </a:moveTo>
                <a:cubicBezTo>
                  <a:pt x="484" y="57"/>
                  <a:pt x="484" y="57"/>
                  <a:pt x="484" y="57"/>
                </a:cubicBezTo>
                <a:cubicBezTo>
                  <a:pt x="484" y="57"/>
                  <a:pt x="484" y="57"/>
                  <a:pt x="484" y="57"/>
                </a:cubicBezTo>
                <a:cubicBezTo>
                  <a:pt x="484" y="50"/>
                  <a:pt x="484" y="50"/>
                  <a:pt x="484" y="50"/>
                </a:cubicBezTo>
                <a:cubicBezTo>
                  <a:pt x="484" y="50"/>
                  <a:pt x="484" y="50"/>
                  <a:pt x="484" y="50"/>
                </a:cubicBezTo>
                <a:close/>
                <a:moveTo>
                  <a:pt x="484" y="75"/>
                </a:moveTo>
                <a:cubicBezTo>
                  <a:pt x="484" y="120"/>
                  <a:pt x="484" y="120"/>
                  <a:pt x="484" y="120"/>
                </a:cubicBezTo>
                <a:cubicBezTo>
                  <a:pt x="484" y="120"/>
                  <a:pt x="484" y="120"/>
                  <a:pt x="484" y="120"/>
                </a:cubicBezTo>
                <a:cubicBezTo>
                  <a:pt x="484" y="122"/>
                  <a:pt x="484" y="123"/>
                  <a:pt x="484" y="124"/>
                </a:cubicBezTo>
                <a:cubicBezTo>
                  <a:pt x="484" y="124"/>
                  <a:pt x="484" y="124"/>
                  <a:pt x="484" y="124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139"/>
                  <a:pt x="484" y="139"/>
                  <a:pt x="484" y="139"/>
                </a:cubicBezTo>
                <a:cubicBezTo>
                  <a:pt x="484" y="76"/>
                  <a:pt x="484" y="76"/>
                  <a:pt x="484" y="76"/>
                </a:cubicBezTo>
                <a:cubicBezTo>
                  <a:pt x="484" y="75"/>
                  <a:pt x="484" y="75"/>
                  <a:pt x="484" y="75"/>
                </a:cubicBezTo>
                <a:cubicBezTo>
                  <a:pt x="484" y="75"/>
                  <a:pt x="484" y="75"/>
                  <a:pt x="484" y="75"/>
                </a:cubicBezTo>
                <a:close/>
                <a:moveTo>
                  <a:pt x="484" y="140"/>
                </a:moveTo>
                <a:cubicBezTo>
                  <a:pt x="484" y="148"/>
                  <a:pt x="484" y="148"/>
                  <a:pt x="484" y="148"/>
                </a:cubicBezTo>
                <a:cubicBezTo>
                  <a:pt x="484" y="148"/>
                  <a:pt x="484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ubicBezTo>
                  <a:pt x="484" y="140"/>
                  <a:pt x="484" y="140"/>
                  <a:pt x="484" y="140"/>
                </a:cubicBezTo>
                <a:close/>
                <a:moveTo>
                  <a:pt x="484" y="182"/>
                </a:moveTo>
                <a:cubicBezTo>
                  <a:pt x="484" y="193"/>
                  <a:pt x="484" y="193"/>
                  <a:pt x="484" y="193"/>
                </a:cubicBezTo>
                <a:cubicBezTo>
                  <a:pt x="484" y="192"/>
                  <a:pt x="484" y="192"/>
                  <a:pt x="484" y="191"/>
                </a:cubicBezTo>
                <a:cubicBezTo>
                  <a:pt x="484" y="181"/>
                  <a:pt x="484" y="181"/>
                  <a:pt x="484" y="181"/>
                </a:cubicBezTo>
                <a:cubicBezTo>
                  <a:pt x="484" y="182"/>
                  <a:pt x="484" y="182"/>
                  <a:pt x="484" y="182"/>
                </a:cubicBezTo>
                <a:close/>
                <a:moveTo>
                  <a:pt x="484" y="206"/>
                </a:moveTo>
                <a:cubicBezTo>
                  <a:pt x="484" y="211"/>
                  <a:pt x="484" y="211"/>
                  <a:pt x="484" y="211"/>
                </a:cubicBezTo>
                <a:cubicBezTo>
                  <a:pt x="484" y="211"/>
                  <a:pt x="484" y="211"/>
                  <a:pt x="484" y="211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4" y="206"/>
                  <a:pt x="484" y="206"/>
                  <a:pt x="484" y="206"/>
                </a:cubicBezTo>
                <a:cubicBezTo>
                  <a:pt x="484" y="206"/>
                  <a:pt x="484" y="206"/>
                  <a:pt x="484" y="206"/>
                </a:cubicBezTo>
                <a:close/>
                <a:moveTo>
                  <a:pt x="484" y="235"/>
                </a:moveTo>
                <a:cubicBezTo>
                  <a:pt x="484" y="268"/>
                  <a:pt x="484" y="268"/>
                  <a:pt x="484" y="268"/>
                </a:cubicBezTo>
                <a:cubicBezTo>
                  <a:pt x="484" y="268"/>
                  <a:pt x="484" y="268"/>
                  <a:pt x="484" y="268"/>
                </a:cubicBezTo>
                <a:cubicBezTo>
                  <a:pt x="484" y="235"/>
                  <a:pt x="484" y="235"/>
                  <a:pt x="484" y="235"/>
                </a:cubicBezTo>
                <a:cubicBezTo>
                  <a:pt x="484" y="235"/>
                  <a:pt x="484" y="235"/>
                  <a:pt x="484" y="235"/>
                </a:cubicBezTo>
                <a:close/>
                <a:moveTo>
                  <a:pt x="484" y="297"/>
                </a:moveTo>
                <a:cubicBezTo>
                  <a:pt x="484" y="302"/>
                  <a:pt x="484" y="302"/>
                  <a:pt x="484" y="302"/>
                </a:cubicBezTo>
                <a:cubicBezTo>
                  <a:pt x="484" y="302"/>
                  <a:pt x="484" y="302"/>
                  <a:pt x="484" y="302"/>
                </a:cubicBezTo>
                <a:cubicBezTo>
                  <a:pt x="484" y="297"/>
                  <a:pt x="484" y="297"/>
                  <a:pt x="484" y="297"/>
                </a:cubicBezTo>
                <a:cubicBezTo>
                  <a:pt x="484" y="297"/>
                  <a:pt x="484" y="297"/>
                  <a:pt x="484" y="297"/>
                </a:cubicBezTo>
                <a:close/>
                <a:moveTo>
                  <a:pt x="484" y="308"/>
                </a:moveTo>
                <a:cubicBezTo>
                  <a:pt x="484" y="312"/>
                  <a:pt x="484" y="312"/>
                  <a:pt x="484" y="312"/>
                </a:cubicBezTo>
                <a:cubicBezTo>
                  <a:pt x="484" y="312"/>
                  <a:pt x="484" y="312"/>
                  <a:pt x="484" y="312"/>
                </a:cubicBezTo>
                <a:cubicBezTo>
                  <a:pt x="484" y="307"/>
                  <a:pt x="484" y="307"/>
                  <a:pt x="484" y="307"/>
                </a:cubicBezTo>
                <a:cubicBezTo>
                  <a:pt x="484" y="308"/>
                  <a:pt x="484" y="308"/>
                  <a:pt x="484" y="308"/>
                </a:cubicBezTo>
                <a:close/>
                <a:moveTo>
                  <a:pt x="484" y="322"/>
                </a:moveTo>
                <a:cubicBezTo>
                  <a:pt x="484" y="332"/>
                  <a:pt x="484" y="332"/>
                  <a:pt x="484" y="332"/>
                </a:cubicBezTo>
                <a:cubicBezTo>
                  <a:pt x="484" y="332"/>
                  <a:pt x="484" y="332"/>
                  <a:pt x="484" y="332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7"/>
                  <a:pt x="484" y="327"/>
                  <a:pt x="484" y="327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4" y="322"/>
                  <a:pt x="484" y="322"/>
                  <a:pt x="484" y="322"/>
                </a:cubicBezTo>
                <a:close/>
                <a:moveTo>
                  <a:pt x="484" y="338"/>
                </a:moveTo>
                <a:cubicBezTo>
                  <a:pt x="484" y="346"/>
                  <a:pt x="484" y="346"/>
                  <a:pt x="484" y="346"/>
                </a:cubicBezTo>
                <a:cubicBezTo>
                  <a:pt x="484" y="345"/>
                  <a:pt x="484" y="345"/>
                  <a:pt x="484" y="344"/>
                </a:cubicBezTo>
                <a:cubicBezTo>
                  <a:pt x="484" y="337"/>
                  <a:pt x="484" y="337"/>
                  <a:pt x="484" y="337"/>
                </a:cubicBezTo>
                <a:cubicBezTo>
                  <a:pt x="484" y="338"/>
                  <a:pt x="484" y="338"/>
                  <a:pt x="484" y="338"/>
                </a:cubicBezTo>
                <a:close/>
                <a:moveTo>
                  <a:pt x="484" y="350"/>
                </a:moveTo>
                <a:cubicBezTo>
                  <a:pt x="484" y="359"/>
                  <a:pt x="484" y="359"/>
                  <a:pt x="484" y="359"/>
                </a:cubicBezTo>
                <a:cubicBezTo>
                  <a:pt x="484" y="362"/>
                  <a:pt x="484" y="365"/>
                  <a:pt x="484" y="369"/>
                </a:cubicBezTo>
                <a:cubicBezTo>
                  <a:pt x="484" y="369"/>
                  <a:pt x="484" y="369"/>
                  <a:pt x="484" y="369"/>
                </a:cubicBezTo>
                <a:cubicBezTo>
                  <a:pt x="484" y="381"/>
                  <a:pt x="484" y="381"/>
                  <a:pt x="484" y="381"/>
                </a:cubicBezTo>
                <a:cubicBezTo>
                  <a:pt x="484" y="380"/>
                  <a:pt x="484" y="379"/>
                  <a:pt x="484" y="379"/>
                </a:cubicBezTo>
                <a:cubicBezTo>
                  <a:pt x="484" y="351"/>
                  <a:pt x="484" y="351"/>
                  <a:pt x="484" y="351"/>
                </a:cubicBezTo>
                <a:cubicBezTo>
                  <a:pt x="484" y="351"/>
                  <a:pt x="484" y="350"/>
                  <a:pt x="484" y="350"/>
                </a:cubicBezTo>
                <a:close/>
                <a:moveTo>
                  <a:pt x="484" y="423"/>
                </a:moveTo>
                <a:cubicBezTo>
                  <a:pt x="484" y="436"/>
                  <a:pt x="484" y="436"/>
                  <a:pt x="484" y="436"/>
                </a:cubicBezTo>
                <a:cubicBezTo>
                  <a:pt x="484" y="436"/>
                  <a:pt x="484" y="436"/>
                  <a:pt x="484" y="437"/>
                </a:cubicBezTo>
                <a:cubicBezTo>
                  <a:pt x="484" y="425"/>
                  <a:pt x="484" y="425"/>
                  <a:pt x="484" y="425"/>
                </a:cubicBezTo>
                <a:cubicBezTo>
                  <a:pt x="484" y="423"/>
                  <a:pt x="484" y="423"/>
                  <a:pt x="484" y="423"/>
                </a:cubicBezTo>
                <a:close/>
                <a:moveTo>
                  <a:pt x="484" y="438"/>
                </a:moveTo>
                <a:cubicBezTo>
                  <a:pt x="484" y="442"/>
                  <a:pt x="484" y="442"/>
                  <a:pt x="484" y="442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4" y="438"/>
                  <a:pt x="484" y="438"/>
                  <a:pt x="484" y="438"/>
                </a:cubicBezTo>
                <a:close/>
                <a:moveTo>
                  <a:pt x="484" y="449"/>
                </a:moveTo>
                <a:cubicBezTo>
                  <a:pt x="484" y="453"/>
                  <a:pt x="484" y="453"/>
                  <a:pt x="484" y="453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4" y="449"/>
                  <a:pt x="484" y="449"/>
                  <a:pt x="484" y="449"/>
                </a:cubicBezTo>
                <a:cubicBezTo>
                  <a:pt x="484" y="449"/>
                  <a:pt x="484" y="449"/>
                  <a:pt x="484" y="449"/>
                </a:cubicBezTo>
                <a:close/>
                <a:moveTo>
                  <a:pt x="484" y="458"/>
                </a:moveTo>
                <a:cubicBezTo>
                  <a:pt x="484" y="467"/>
                  <a:pt x="484" y="467"/>
                  <a:pt x="484" y="467"/>
                </a:cubicBezTo>
                <a:cubicBezTo>
                  <a:pt x="484" y="468"/>
                  <a:pt x="484" y="468"/>
                  <a:pt x="484" y="468"/>
                </a:cubicBezTo>
                <a:cubicBezTo>
                  <a:pt x="484" y="458"/>
                  <a:pt x="484" y="458"/>
                  <a:pt x="484" y="458"/>
                </a:cubicBezTo>
                <a:cubicBezTo>
                  <a:pt x="484" y="458"/>
                  <a:pt x="484" y="458"/>
                  <a:pt x="484" y="458"/>
                </a:cubicBezTo>
                <a:close/>
                <a:moveTo>
                  <a:pt x="484" y="471"/>
                </a:moveTo>
                <a:cubicBezTo>
                  <a:pt x="484" y="478"/>
                  <a:pt x="484" y="478"/>
                  <a:pt x="484" y="478"/>
                </a:cubicBezTo>
                <a:cubicBezTo>
                  <a:pt x="484" y="478"/>
                  <a:pt x="484" y="478"/>
                  <a:pt x="484" y="478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4" y="471"/>
                  <a:pt x="484" y="471"/>
                  <a:pt x="484" y="471"/>
                </a:cubicBezTo>
                <a:close/>
                <a:moveTo>
                  <a:pt x="484" y="493"/>
                </a:moveTo>
                <a:cubicBezTo>
                  <a:pt x="484" y="507"/>
                  <a:pt x="484" y="507"/>
                  <a:pt x="484" y="507"/>
                </a:cubicBezTo>
                <a:cubicBezTo>
                  <a:pt x="484" y="506"/>
                  <a:pt x="484" y="506"/>
                  <a:pt x="484" y="506"/>
                </a:cubicBezTo>
                <a:cubicBezTo>
                  <a:pt x="484" y="494"/>
                  <a:pt x="484" y="494"/>
                  <a:pt x="484" y="494"/>
                </a:cubicBezTo>
                <a:cubicBezTo>
                  <a:pt x="484" y="494"/>
                  <a:pt x="484" y="493"/>
                  <a:pt x="484" y="493"/>
                </a:cubicBezTo>
                <a:close/>
                <a:moveTo>
                  <a:pt x="484" y="539"/>
                </a:moveTo>
                <a:cubicBezTo>
                  <a:pt x="484" y="559"/>
                  <a:pt x="484" y="559"/>
                  <a:pt x="484" y="559"/>
                </a:cubicBezTo>
                <a:cubicBezTo>
                  <a:pt x="484" y="559"/>
                  <a:pt x="484" y="559"/>
                  <a:pt x="484" y="559"/>
                </a:cubicBezTo>
                <a:cubicBezTo>
                  <a:pt x="484" y="538"/>
                  <a:pt x="484" y="538"/>
                  <a:pt x="484" y="538"/>
                </a:cubicBezTo>
                <a:cubicBezTo>
                  <a:pt x="484" y="539"/>
                  <a:pt x="484" y="539"/>
                  <a:pt x="484" y="539"/>
                </a:cubicBezTo>
                <a:close/>
                <a:moveTo>
                  <a:pt x="484" y="564"/>
                </a:moveTo>
                <a:cubicBezTo>
                  <a:pt x="484" y="576"/>
                  <a:pt x="484" y="576"/>
                  <a:pt x="484" y="576"/>
                </a:cubicBezTo>
                <a:cubicBezTo>
                  <a:pt x="484" y="576"/>
                  <a:pt x="484" y="576"/>
                  <a:pt x="484" y="576"/>
                </a:cubicBezTo>
                <a:cubicBezTo>
                  <a:pt x="484" y="564"/>
                  <a:pt x="484" y="564"/>
                  <a:pt x="484" y="564"/>
                </a:cubicBezTo>
                <a:cubicBezTo>
                  <a:pt x="484" y="564"/>
                  <a:pt x="484" y="564"/>
                  <a:pt x="484" y="564"/>
                </a:cubicBezTo>
                <a:close/>
                <a:moveTo>
                  <a:pt x="484" y="593"/>
                </a:moveTo>
                <a:cubicBezTo>
                  <a:pt x="484" y="602"/>
                  <a:pt x="484" y="602"/>
                  <a:pt x="484" y="602"/>
                </a:cubicBezTo>
                <a:cubicBezTo>
                  <a:pt x="484" y="602"/>
                  <a:pt x="484" y="601"/>
                  <a:pt x="484" y="601"/>
                </a:cubicBezTo>
                <a:cubicBezTo>
                  <a:pt x="484" y="594"/>
                  <a:pt x="484" y="594"/>
                  <a:pt x="484" y="594"/>
                </a:cubicBezTo>
                <a:cubicBezTo>
                  <a:pt x="484" y="593"/>
                  <a:pt x="484" y="593"/>
                  <a:pt x="484" y="593"/>
                </a:cubicBezTo>
                <a:close/>
                <a:moveTo>
                  <a:pt x="484" y="613"/>
                </a:moveTo>
                <a:cubicBezTo>
                  <a:pt x="484" y="623"/>
                  <a:pt x="484" y="623"/>
                  <a:pt x="484" y="623"/>
                </a:cubicBezTo>
                <a:cubicBezTo>
                  <a:pt x="484" y="624"/>
                  <a:pt x="484" y="624"/>
                  <a:pt x="484" y="624"/>
                </a:cubicBezTo>
                <a:cubicBezTo>
                  <a:pt x="484" y="613"/>
                  <a:pt x="484" y="613"/>
                  <a:pt x="484" y="613"/>
                </a:cubicBezTo>
                <a:cubicBezTo>
                  <a:pt x="484" y="613"/>
                  <a:pt x="484" y="613"/>
                  <a:pt x="484" y="613"/>
                </a:cubicBezTo>
                <a:close/>
                <a:moveTo>
                  <a:pt x="484" y="673"/>
                </a:moveTo>
                <a:cubicBezTo>
                  <a:pt x="484" y="685"/>
                  <a:pt x="484" y="685"/>
                  <a:pt x="484" y="685"/>
                </a:cubicBezTo>
                <a:cubicBezTo>
                  <a:pt x="484" y="685"/>
                  <a:pt x="484" y="685"/>
                  <a:pt x="484" y="685"/>
                </a:cubicBezTo>
                <a:cubicBezTo>
                  <a:pt x="484" y="684"/>
                  <a:pt x="484" y="684"/>
                  <a:pt x="484" y="684"/>
                </a:cubicBezTo>
                <a:cubicBezTo>
                  <a:pt x="484" y="673"/>
                  <a:pt x="484" y="673"/>
                  <a:pt x="484" y="673"/>
                </a:cubicBezTo>
                <a:cubicBezTo>
                  <a:pt x="484" y="673"/>
                  <a:pt x="484" y="673"/>
                  <a:pt x="484" y="673"/>
                </a:cubicBezTo>
                <a:close/>
                <a:moveTo>
                  <a:pt x="484" y="738"/>
                </a:moveTo>
                <a:cubicBezTo>
                  <a:pt x="484" y="751"/>
                  <a:pt x="484" y="751"/>
                  <a:pt x="484" y="751"/>
                </a:cubicBezTo>
                <a:cubicBezTo>
                  <a:pt x="484" y="751"/>
                  <a:pt x="484" y="751"/>
                  <a:pt x="484" y="751"/>
                </a:cubicBezTo>
                <a:cubicBezTo>
                  <a:pt x="484" y="739"/>
                  <a:pt x="484" y="739"/>
                  <a:pt x="484" y="739"/>
                </a:cubicBezTo>
                <a:lnTo>
                  <a:pt x="484" y="738"/>
                </a:lnTo>
                <a:close/>
                <a:moveTo>
                  <a:pt x="478" y="10"/>
                </a:moveTo>
                <a:cubicBezTo>
                  <a:pt x="479" y="10"/>
                  <a:pt x="479" y="10"/>
                  <a:pt x="480" y="10"/>
                </a:cubicBezTo>
                <a:cubicBezTo>
                  <a:pt x="481" y="10"/>
                  <a:pt x="482" y="11"/>
                  <a:pt x="484" y="11"/>
                </a:cubicBezTo>
                <a:cubicBezTo>
                  <a:pt x="484" y="35"/>
                  <a:pt x="484" y="35"/>
                  <a:pt x="484" y="35"/>
                </a:cubicBezTo>
                <a:cubicBezTo>
                  <a:pt x="482" y="30"/>
                  <a:pt x="481" y="25"/>
                  <a:pt x="478" y="22"/>
                </a:cubicBezTo>
                <a:cubicBezTo>
                  <a:pt x="478" y="10"/>
                  <a:pt x="478" y="10"/>
                  <a:pt x="478" y="10"/>
                </a:cubicBezTo>
                <a:close/>
                <a:moveTo>
                  <a:pt x="484" y="784"/>
                </a:moveTo>
                <a:cubicBezTo>
                  <a:pt x="482" y="784"/>
                  <a:pt x="480" y="785"/>
                  <a:pt x="478" y="785"/>
                </a:cubicBezTo>
                <a:cubicBezTo>
                  <a:pt x="478" y="770"/>
                  <a:pt x="478" y="770"/>
                  <a:pt x="478" y="770"/>
                </a:cubicBezTo>
                <a:cubicBezTo>
                  <a:pt x="480" y="772"/>
                  <a:pt x="482" y="773"/>
                  <a:pt x="484" y="774"/>
                </a:cubicBezTo>
                <a:cubicBezTo>
                  <a:pt x="484" y="784"/>
                  <a:pt x="484" y="784"/>
                  <a:pt x="484" y="784"/>
                </a:cubicBezTo>
                <a:close/>
                <a:moveTo>
                  <a:pt x="484" y="50"/>
                </a:moveTo>
                <a:cubicBezTo>
                  <a:pt x="484" y="57"/>
                  <a:pt x="484" y="57"/>
                  <a:pt x="484" y="57"/>
                </a:cubicBezTo>
                <a:cubicBezTo>
                  <a:pt x="482" y="57"/>
                  <a:pt x="480" y="56"/>
                  <a:pt x="478" y="56"/>
                </a:cubicBezTo>
                <a:cubicBezTo>
                  <a:pt x="478" y="48"/>
                  <a:pt x="478" y="48"/>
                  <a:pt x="478" y="48"/>
                </a:cubicBezTo>
                <a:cubicBezTo>
                  <a:pt x="483" y="50"/>
                  <a:pt x="483" y="50"/>
                  <a:pt x="483" y="50"/>
                </a:cubicBezTo>
                <a:cubicBezTo>
                  <a:pt x="484" y="50"/>
                  <a:pt x="484" y="50"/>
                  <a:pt x="484" y="50"/>
                </a:cubicBezTo>
                <a:close/>
                <a:moveTo>
                  <a:pt x="484" y="76"/>
                </a:moveTo>
                <a:cubicBezTo>
                  <a:pt x="484" y="139"/>
                  <a:pt x="484" y="139"/>
                  <a:pt x="484" y="139"/>
                </a:cubicBezTo>
                <a:cubicBezTo>
                  <a:pt x="482" y="138"/>
                  <a:pt x="480" y="137"/>
                  <a:pt x="478" y="136"/>
                </a:cubicBezTo>
                <a:cubicBezTo>
                  <a:pt x="478" y="106"/>
                  <a:pt x="478" y="106"/>
                  <a:pt x="478" y="106"/>
                </a:cubicBezTo>
                <a:cubicBezTo>
                  <a:pt x="481" y="105"/>
                  <a:pt x="481" y="105"/>
                  <a:pt x="481" y="105"/>
                </a:cubicBezTo>
                <a:cubicBezTo>
                  <a:pt x="481" y="104"/>
                  <a:pt x="481" y="103"/>
                  <a:pt x="481" y="102"/>
                </a:cubicBezTo>
                <a:cubicBezTo>
                  <a:pt x="480" y="102"/>
                  <a:pt x="479" y="102"/>
                  <a:pt x="478" y="101"/>
                </a:cubicBezTo>
                <a:cubicBezTo>
                  <a:pt x="478" y="80"/>
                  <a:pt x="478" y="80"/>
                  <a:pt x="478" y="80"/>
                </a:cubicBezTo>
                <a:cubicBezTo>
                  <a:pt x="479" y="80"/>
                  <a:pt x="480" y="80"/>
                  <a:pt x="481" y="80"/>
                </a:cubicBezTo>
                <a:cubicBezTo>
                  <a:pt x="482" y="78"/>
                  <a:pt x="483" y="77"/>
                  <a:pt x="484" y="76"/>
                </a:cubicBezTo>
                <a:close/>
                <a:moveTo>
                  <a:pt x="484" y="140"/>
                </a:moveTo>
                <a:cubicBezTo>
                  <a:pt x="482" y="139"/>
                  <a:pt x="480" y="139"/>
                  <a:pt x="478" y="138"/>
                </a:cubicBezTo>
                <a:cubicBezTo>
                  <a:pt x="478" y="148"/>
                  <a:pt x="478" y="148"/>
                  <a:pt x="478" y="148"/>
                </a:cubicBezTo>
                <a:cubicBezTo>
                  <a:pt x="480" y="148"/>
                  <a:pt x="482" y="148"/>
                  <a:pt x="484" y="148"/>
                </a:cubicBezTo>
                <a:cubicBezTo>
                  <a:pt x="484" y="140"/>
                  <a:pt x="484" y="140"/>
                  <a:pt x="484" y="140"/>
                </a:cubicBezTo>
                <a:close/>
                <a:moveTo>
                  <a:pt x="484" y="181"/>
                </a:moveTo>
                <a:cubicBezTo>
                  <a:pt x="484" y="191"/>
                  <a:pt x="484" y="191"/>
                  <a:pt x="484" y="191"/>
                </a:cubicBezTo>
                <a:cubicBezTo>
                  <a:pt x="483" y="189"/>
                  <a:pt x="481" y="186"/>
                  <a:pt x="478" y="185"/>
                </a:cubicBezTo>
                <a:cubicBezTo>
                  <a:pt x="478" y="179"/>
                  <a:pt x="478" y="179"/>
                  <a:pt x="478" y="179"/>
                </a:cubicBezTo>
                <a:cubicBezTo>
                  <a:pt x="480" y="180"/>
                  <a:pt x="482" y="180"/>
                  <a:pt x="484" y="181"/>
                </a:cubicBezTo>
                <a:close/>
                <a:moveTo>
                  <a:pt x="484" y="206"/>
                </a:moveTo>
                <a:cubicBezTo>
                  <a:pt x="484" y="211"/>
                  <a:pt x="484" y="211"/>
                  <a:pt x="484" y="211"/>
                </a:cubicBezTo>
                <a:cubicBezTo>
                  <a:pt x="482" y="210"/>
                  <a:pt x="480" y="210"/>
                  <a:pt x="478" y="209"/>
                </a:cubicBezTo>
                <a:cubicBezTo>
                  <a:pt x="478" y="209"/>
                  <a:pt x="478" y="209"/>
                  <a:pt x="478" y="209"/>
                </a:cubicBezTo>
                <a:cubicBezTo>
                  <a:pt x="478" y="202"/>
                  <a:pt x="478" y="202"/>
                  <a:pt x="478" y="202"/>
                </a:cubicBezTo>
                <a:cubicBezTo>
                  <a:pt x="480" y="203"/>
                  <a:pt x="481" y="205"/>
                  <a:pt x="484" y="206"/>
                </a:cubicBezTo>
                <a:close/>
                <a:moveTo>
                  <a:pt x="484" y="235"/>
                </a:moveTo>
                <a:cubicBezTo>
                  <a:pt x="484" y="268"/>
                  <a:pt x="484" y="268"/>
                  <a:pt x="484" y="268"/>
                </a:cubicBezTo>
                <a:cubicBezTo>
                  <a:pt x="481" y="271"/>
                  <a:pt x="479" y="275"/>
                  <a:pt x="478" y="279"/>
                </a:cubicBezTo>
                <a:cubicBezTo>
                  <a:pt x="478" y="251"/>
                  <a:pt x="478" y="251"/>
                  <a:pt x="478" y="251"/>
                </a:cubicBezTo>
                <a:cubicBezTo>
                  <a:pt x="480" y="251"/>
                  <a:pt x="480" y="251"/>
                  <a:pt x="480" y="251"/>
                </a:cubicBezTo>
                <a:cubicBezTo>
                  <a:pt x="481" y="251"/>
                  <a:pt x="482" y="250"/>
                  <a:pt x="483" y="250"/>
                </a:cubicBezTo>
                <a:cubicBezTo>
                  <a:pt x="482" y="246"/>
                  <a:pt x="481" y="244"/>
                  <a:pt x="478" y="243"/>
                </a:cubicBezTo>
                <a:cubicBezTo>
                  <a:pt x="478" y="232"/>
                  <a:pt x="478" y="232"/>
                  <a:pt x="478" y="232"/>
                </a:cubicBezTo>
                <a:cubicBezTo>
                  <a:pt x="480" y="233"/>
                  <a:pt x="482" y="234"/>
                  <a:pt x="484" y="235"/>
                </a:cubicBezTo>
                <a:close/>
                <a:moveTo>
                  <a:pt x="484" y="297"/>
                </a:moveTo>
                <a:cubicBezTo>
                  <a:pt x="484" y="302"/>
                  <a:pt x="484" y="302"/>
                  <a:pt x="484" y="302"/>
                </a:cubicBezTo>
                <a:cubicBezTo>
                  <a:pt x="484" y="302"/>
                  <a:pt x="483" y="302"/>
                  <a:pt x="483" y="302"/>
                </a:cubicBezTo>
                <a:cubicBezTo>
                  <a:pt x="483" y="304"/>
                  <a:pt x="483" y="305"/>
                  <a:pt x="483" y="307"/>
                </a:cubicBezTo>
                <a:cubicBezTo>
                  <a:pt x="484" y="307"/>
                  <a:pt x="484" y="307"/>
                  <a:pt x="484" y="307"/>
                </a:cubicBezTo>
                <a:cubicBezTo>
                  <a:pt x="484" y="312"/>
                  <a:pt x="484" y="312"/>
                  <a:pt x="484" y="312"/>
                </a:cubicBezTo>
                <a:cubicBezTo>
                  <a:pt x="482" y="311"/>
                  <a:pt x="480" y="310"/>
                  <a:pt x="478" y="309"/>
                </a:cubicBezTo>
                <a:cubicBezTo>
                  <a:pt x="478" y="302"/>
                  <a:pt x="478" y="302"/>
                  <a:pt x="478" y="302"/>
                </a:cubicBezTo>
                <a:cubicBezTo>
                  <a:pt x="480" y="301"/>
                  <a:pt x="482" y="299"/>
                  <a:pt x="484" y="297"/>
                </a:cubicBezTo>
                <a:close/>
                <a:moveTo>
                  <a:pt x="484" y="322"/>
                </a:moveTo>
                <a:cubicBezTo>
                  <a:pt x="484" y="327"/>
                  <a:pt x="484" y="327"/>
                  <a:pt x="484" y="327"/>
                </a:cubicBezTo>
                <a:cubicBezTo>
                  <a:pt x="482" y="325"/>
                  <a:pt x="480" y="324"/>
                  <a:pt x="478" y="322"/>
                </a:cubicBezTo>
                <a:cubicBezTo>
                  <a:pt x="478" y="318"/>
                  <a:pt x="478" y="318"/>
                  <a:pt x="478" y="318"/>
                </a:cubicBezTo>
                <a:cubicBezTo>
                  <a:pt x="480" y="319"/>
                  <a:pt x="482" y="320"/>
                  <a:pt x="484" y="322"/>
                </a:cubicBezTo>
                <a:close/>
                <a:moveTo>
                  <a:pt x="484" y="327"/>
                </a:moveTo>
                <a:cubicBezTo>
                  <a:pt x="484" y="332"/>
                  <a:pt x="484" y="332"/>
                  <a:pt x="484" y="332"/>
                </a:cubicBezTo>
                <a:cubicBezTo>
                  <a:pt x="483" y="334"/>
                  <a:pt x="483" y="335"/>
                  <a:pt x="483" y="336"/>
                </a:cubicBezTo>
                <a:cubicBezTo>
                  <a:pt x="483" y="336"/>
                  <a:pt x="484" y="337"/>
                  <a:pt x="484" y="337"/>
                </a:cubicBezTo>
                <a:cubicBezTo>
                  <a:pt x="484" y="344"/>
                  <a:pt x="484" y="344"/>
                  <a:pt x="484" y="344"/>
                </a:cubicBezTo>
                <a:cubicBezTo>
                  <a:pt x="483" y="343"/>
                  <a:pt x="482" y="342"/>
                  <a:pt x="481" y="341"/>
                </a:cubicBezTo>
                <a:cubicBezTo>
                  <a:pt x="480" y="344"/>
                  <a:pt x="479" y="347"/>
                  <a:pt x="478" y="349"/>
                </a:cubicBezTo>
                <a:cubicBezTo>
                  <a:pt x="478" y="331"/>
                  <a:pt x="478" y="331"/>
                  <a:pt x="478" y="331"/>
                </a:cubicBezTo>
                <a:cubicBezTo>
                  <a:pt x="478" y="331"/>
                  <a:pt x="478" y="331"/>
                  <a:pt x="478" y="331"/>
                </a:cubicBezTo>
                <a:cubicBezTo>
                  <a:pt x="480" y="330"/>
                  <a:pt x="482" y="328"/>
                  <a:pt x="484" y="327"/>
                </a:cubicBezTo>
                <a:close/>
                <a:moveTo>
                  <a:pt x="484" y="351"/>
                </a:moveTo>
                <a:cubicBezTo>
                  <a:pt x="484" y="379"/>
                  <a:pt x="484" y="379"/>
                  <a:pt x="484" y="379"/>
                </a:cubicBezTo>
                <a:cubicBezTo>
                  <a:pt x="483" y="373"/>
                  <a:pt x="481" y="367"/>
                  <a:pt x="478" y="362"/>
                </a:cubicBezTo>
                <a:cubicBezTo>
                  <a:pt x="478" y="354"/>
                  <a:pt x="478" y="354"/>
                  <a:pt x="478" y="354"/>
                </a:cubicBezTo>
                <a:cubicBezTo>
                  <a:pt x="478" y="355"/>
                  <a:pt x="479" y="357"/>
                  <a:pt x="480" y="358"/>
                </a:cubicBezTo>
                <a:cubicBezTo>
                  <a:pt x="482" y="355"/>
                  <a:pt x="483" y="353"/>
                  <a:pt x="484" y="351"/>
                </a:cubicBezTo>
                <a:close/>
                <a:moveTo>
                  <a:pt x="484" y="425"/>
                </a:moveTo>
                <a:cubicBezTo>
                  <a:pt x="484" y="437"/>
                  <a:pt x="484" y="437"/>
                  <a:pt x="484" y="437"/>
                </a:cubicBezTo>
                <a:cubicBezTo>
                  <a:pt x="484" y="437"/>
                  <a:pt x="483" y="438"/>
                  <a:pt x="483" y="438"/>
                </a:cubicBezTo>
                <a:cubicBezTo>
                  <a:pt x="484" y="438"/>
                  <a:pt x="484" y="438"/>
                  <a:pt x="484" y="438"/>
                </a:cubicBezTo>
                <a:cubicBezTo>
                  <a:pt x="484" y="442"/>
                  <a:pt x="484" y="442"/>
                  <a:pt x="484" y="442"/>
                </a:cubicBezTo>
                <a:cubicBezTo>
                  <a:pt x="481" y="443"/>
                  <a:pt x="481" y="443"/>
                  <a:pt x="481" y="443"/>
                </a:cubicBezTo>
                <a:cubicBezTo>
                  <a:pt x="480" y="445"/>
                  <a:pt x="479" y="447"/>
                  <a:pt x="478" y="449"/>
                </a:cubicBezTo>
                <a:cubicBezTo>
                  <a:pt x="481" y="449"/>
                  <a:pt x="482" y="449"/>
                  <a:pt x="484" y="449"/>
                </a:cubicBezTo>
                <a:cubicBezTo>
                  <a:pt x="484" y="453"/>
                  <a:pt x="484" y="453"/>
                  <a:pt x="484" y="453"/>
                </a:cubicBezTo>
                <a:cubicBezTo>
                  <a:pt x="482" y="453"/>
                  <a:pt x="480" y="453"/>
                  <a:pt x="478" y="453"/>
                </a:cubicBezTo>
                <a:cubicBezTo>
                  <a:pt x="478" y="441"/>
                  <a:pt x="478" y="441"/>
                  <a:pt x="478" y="441"/>
                </a:cubicBezTo>
                <a:cubicBezTo>
                  <a:pt x="481" y="434"/>
                  <a:pt x="483" y="429"/>
                  <a:pt x="484" y="425"/>
                </a:cubicBezTo>
                <a:close/>
                <a:moveTo>
                  <a:pt x="484" y="458"/>
                </a:moveTo>
                <a:cubicBezTo>
                  <a:pt x="484" y="468"/>
                  <a:pt x="484" y="468"/>
                  <a:pt x="484" y="468"/>
                </a:cubicBezTo>
                <a:cubicBezTo>
                  <a:pt x="484" y="468"/>
                  <a:pt x="483" y="469"/>
                  <a:pt x="483" y="469"/>
                </a:cubicBezTo>
                <a:cubicBezTo>
                  <a:pt x="484" y="471"/>
                  <a:pt x="484" y="471"/>
                  <a:pt x="484" y="471"/>
                </a:cubicBezTo>
                <a:cubicBezTo>
                  <a:pt x="484" y="478"/>
                  <a:pt x="484" y="478"/>
                  <a:pt x="484" y="478"/>
                </a:cubicBezTo>
                <a:cubicBezTo>
                  <a:pt x="482" y="482"/>
                  <a:pt x="480" y="484"/>
                  <a:pt x="478" y="487"/>
                </a:cubicBezTo>
                <a:cubicBezTo>
                  <a:pt x="478" y="481"/>
                  <a:pt x="478" y="481"/>
                  <a:pt x="478" y="481"/>
                </a:cubicBezTo>
                <a:cubicBezTo>
                  <a:pt x="479" y="478"/>
                  <a:pt x="480" y="476"/>
                  <a:pt x="479" y="472"/>
                </a:cubicBezTo>
                <a:cubicBezTo>
                  <a:pt x="479" y="473"/>
                  <a:pt x="478" y="473"/>
                  <a:pt x="478" y="473"/>
                </a:cubicBezTo>
                <a:cubicBezTo>
                  <a:pt x="478" y="468"/>
                  <a:pt x="478" y="468"/>
                  <a:pt x="478" y="468"/>
                </a:cubicBezTo>
                <a:cubicBezTo>
                  <a:pt x="479" y="467"/>
                  <a:pt x="480" y="466"/>
                  <a:pt x="482" y="465"/>
                </a:cubicBezTo>
                <a:cubicBezTo>
                  <a:pt x="481" y="464"/>
                  <a:pt x="480" y="463"/>
                  <a:pt x="478" y="463"/>
                </a:cubicBezTo>
                <a:cubicBezTo>
                  <a:pt x="478" y="459"/>
                  <a:pt x="478" y="459"/>
                  <a:pt x="478" y="459"/>
                </a:cubicBezTo>
                <a:cubicBezTo>
                  <a:pt x="480" y="459"/>
                  <a:pt x="482" y="459"/>
                  <a:pt x="484" y="458"/>
                </a:cubicBezTo>
                <a:close/>
                <a:moveTo>
                  <a:pt x="484" y="494"/>
                </a:moveTo>
                <a:cubicBezTo>
                  <a:pt x="484" y="506"/>
                  <a:pt x="484" y="506"/>
                  <a:pt x="484" y="506"/>
                </a:cubicBezTo>
                <a:cubicBezTo>
                  <a:pt x="478" y="501"/>
                  <a:pt x="478" y="501"/>
                  <a:pt x="478" y="501"/>
                </a:cubicBezTo>
                <a:cubicBezTo>
                  <a:pt x="478" y="496"/>
                  <a:pt x="478" y="496"/>
                  <a:pt x="478" y="496"/>
                </a:cubicBezTo>
                <a:cubicBezTo>
                  <a:pt x="478" y="497"/>
                  <a:pt x="479" y="497"/>
                  <a:pt x="480" y="498"/>
                </a:cubicBezTo>
                <a:cubicBezTo>
                  <a:pt x="480" y="498"/>
                  <a:pt x="481" y="498"/>
                  <a:pt x="482" y="498"/>
                </a:cubicBezTo>
                <a:cubicBezTo>
                  <a:pt x="483" y="497"/>
                  <a:pt x="483" y="495"/>
                  <a:pt x="484" y="494"/>
                </a:cubicBezTo>
                <a:close/>
                <a:moveTo>
                  <a:pt x="484" y="538"/>
                </a:moveTo>
                <a:cubicBezTo>
                  <a:pt x="484" y="559"/>
                  <a:pt x="484" y="559"/>
                  <a:pt x="484" y="559"/>
                </a:cubicBezTo>
                <a:cubicBezTo>
                  <a:pt x="482" y="560"/>
                  <a:pt x="480" y="561"/>
                  <a:pt x="478" y="561"/>
                </a:cubicBezTo>
                <a:cubicBezTo>
                  <a:pt x="478" y="551"/>
                  <a:pt x="478" y="551"/>
                  <a:pt x="478" y="551"/>
                </a:cubicBezTo>
                <a:cubicBezTo>
                  <a:pt x="479" y="551"/>
                  <a:pt x="479" y="550"/>
                  <a:pt x="480" y="550"/>
                </a:cubicBezTo>
                <a:cubicBezTo>
                  <a:pt x="480" y="548"/>
                  <a:pt x="480" y="547"/>
                  <a:pt x="480" y="545"/>
                </a:cubicBezTo>
                <a:cubicBezTo>
                  <a:pt x="479" y="545"/>
                  <a:pt x="479" y="545"/>
                  <a:pt x="478" y="545"/>
                </a:cubicBezTo>
                <a:cubicBezTo>
                  <a:pt x="478" y="528"/>
                  <a:pt x="478" y="528"/>
                  <a:pt x="478" y="528"/>
                </a:cubicBezTo>
                <a:cubicBezTo>
                  <a:pt x="480" y="531"/>
                  <a:pt x="482" y="535"/>
                  <a:pt x="484" y="538"/>
                </a:cubicBezTo>
                <a:close/>
                <a:moveTo>
                  <a:pt x="484" y="564"/>
                </a:moveTo>
                <a:cubicBezTo>
                  <a:pt x="484" y="576"/>
                  <a:pt x="484" y="576"/>
                  <a:pt x="484" y="576"/>
                </a:cubicBezTo>
                <a:cubicBezTo>
                  <a:pt x="483" y="576"/>
                  <a:pt x="482" y="577"/>
                  <a:pt x="482" y="578"/>
                </a:cubicBezTo>
                <a:cubicBezTo>
                  <a:pt x="482" y="581"/>
                  <a:pt x="482" y="584"/>
                  <a:pt x="482" y="586"/>
                </a:cubicBezTo>
                <a:cubicBezTo>
                  <a:pt x="478" y="585"/>
                  <a:pt x="478" y="585"/>
                  <a:pt x="478" y="585"/>
                </a:cubicBezTo>
                <a:cubicBezTo>
                  <a:pt x="478" y="567"/>
                  <a:pt x="478" y="567"/>
                  <a:pt x="478" y="567"/>
                </a:cubicBezTo>
                <a:cubicBezTo>
                  <a:pt x="480" y="566"/>
                  <a:pt x="482" y="565"/>
                  <a:pt x="484" y="564"/>
                </a:cubicBezTo>
                <a:close/>
                <a:moveTo>
                  <a:pt x="484" y="594"/>
                </a:moveTo>
                <a:cubicBezTo>
                  <a:pt x="484" y="601"/>
                  <a:pt x="484" y="601"/>
                  <a:pt x="484" y="601"/>
                </a:cubicBezTo>
                <a:cubicBezTo>
                  <a:pt x="482" y="601"/>
                  <a:pt x="480" y="601"/>
                  <a:pt x="478" y="601"/>
                </a:cubicBezTo>
                <a:cubicBezTo>
                  <a:pt x="478" y="595"/>
                  <a:pt x="478" y="595"/>
                  <a:pt x="478" y="595"/>
                </a:cubicBezTo>
                <a:cubicBezTo>
                  <a:pt x="480" y="595"/>
                  <a:pt x="482" y="595"/>
                  <a:pt x="484" y="594"/>
                </a:cubicBezTo>
                <a:close/>
                <a:moveTo>
                  <a:pt x="484" y="613"/>
                </a:moveTo>
                <a:cubicBezTo>
                  <a:pt x="484" y="624"/>
                  <a:pt x="484" y="624"/>
                  <a:pt x="484" y="624"/>
                </a:cubicBezTo>
                <a:cubicBezTo>
                  <a:pt x="482" y="624"/>
                  <a:pt x="480" y="625"/>
                  <a:pt x="478" y="626"/>
                </a:cubicBezTo>
                <a:cubicBezTo>
                  <a:pt x="478" y="620"/>
                  <a:pt x="478" y="620"/>
                  <a:pt x="478" y="620"/>
                </a:cubicBezTo>
                <a:cubicBezTo>
                  <a:pt x="480" y="619"/>
                  <a:pt x="480" y="619"/>
                  <a:pt x="480" y="619"/>
                </a:cubicBezTo>
                <a:cubicBezTo>
                  <a:pt x="479" y="618"/>
                  <a:pt x="479" y="617"/>
                  <a:pt x="478" y="616"/>
                </a:cubicBezTo>
                <a:cubicBezTo>
                  <a:pt x="478" y="609"/>
                  <a:pt x="478" y="609"/>
                  <a:pt x="478" y="609"/>
                </a:cubicBezTo>
                <a:cubicBezTo>
                  <a:pt x="480" y="611"/>
                  <a:pt x="482" y="612"/>
                  <a:pt x="484" y="613"/>
                </a:cubicBezTo>
                <a:close/>
                <a:moveTo>
                  <a:pt x="484" y="673"/>
                </a:moveTo>
                <a:cubicBezTo>
                  <a:pt x="484" y="684"/>
                  <a:pt x="484" y="684"/>
                  <a:pt x="484" y="684"/>
                </a:cubicBezTo>
                <a:cubicBezTo>
                  <a:pt x="483" y="681"/>
                  <a:pt x="482" y="678"/>
                  <a:pt x="481" y="675"/>
                </a:cubicBezTo>
                <a:cubicBezTo>
                  <a:pt x="484" y="673"/>
                  <a:pt x="484" y="673"/>
                  <a:pt x="484" y="673"/>
                </a:cubicBezTo>
                <a:close/>
                <a:moveTo>
                  <a:pt x="484" y="739"/>
                </a:moveTo>
                <a:cubicBezTo>
                  <a:pt x="484" y="751"/>
                  <a:pt x="484" y="751"/>
                  <a:pt x="484" y="751"/>
                </a:cubicBezTo>
                <a:cubicBezTo>
                  <a:pt x="482" y="750"/>
                  <a:pt x="480" y="749"/>
                  <a:pt x="478" y="749"/>
                </a:cubicBezTo>
                <a:cubicBezTo>
                  <a:pt x="478" y="740"/>
                  <a:pt x="478" y="740"/>
                  <a:pt x="478" y="740"/>
                </a:cubicBezTo>
                <a:cubicBezTo>
                  <a:pt x="480" y="739"/>
                  <a:pt x="482" y="739"/>
                  <a:pt x="484" y="739"/>
                </a:cubicBezTo>
                <a:close/>
                <a:moveTo>
                  <a:pt x="476" y="9"/>
                </a:moveTo>
                <a:cubicBezTo>
                  <a:pt x="476" y="9"/>
                  <a:pt x="477" y="9"/>
                  <a:pt x="478" y="10"/>
                </a:cubicBezTo>
                <a:cubicBezTo>
                  <a:pt x="478" y="22"/>
                  <a:pt x="478" y="22"/>
                  <a:pt x="478" y="22"/>
                </a:cubicBezTo>
                <a:cubicBezTo>
                  <a:pt x="477" y="21"/>
                  <a:pt x="476" y="20"/>
                  <a:pt x="476" y="19"/>
                </a:cubicBezTo>
                <a:cubicBezTo>
                  <a:pt x="476" y="9"/>
                  <a:pt x="476" y="9"/>
                  <a:pt x="476" y="9"/>
                </a:cubicBezTo>
                <a:close/>
                <a:moveTo>
                  <a:pt x="478" y="785"/>
                </a:moveTo>
                <a:cubicBezTo>
                  <a:pt x="476" y="786"/>
                  <a:pt x="476" y="786"/>
                  <a:pt x="476" y="786"/>
                </a:cubicBezTo>
                <a:cubicBezTo>
                  <a:pt x="476" y="768"/>
                  <a:pt x="476" y="768"/>
                  <a:pt x="476" y="768"/>
                </a:cubicBezTo>
                <a:cubicBezTo>
                  <a:pt x="476" y="769"/>
                  <a:pt x="477" y="770"/>
                  <a:pt x="478" y="770"/>
                </a:cubicBezTo>
                <a:cubicBezTo>
                  <a:pt x="478" y="785"/>
                  <a:pt x="478" y="785"/>
                  <a:pt x="478" y="785"/>
                </a:cubicBezTo>
                <a:close/>
                <a:moveTo>
                  <a:pt x="478" y="48"/>
                </a:moveTo>
                <a:cubicBezTo>
                  <a:pt x="478" y="56"/>
                  <a:pt x="478" y="56"/>
                  <a:pt x="478" y="56"/>
                </a:cubicBezTo>
                <a:cubicBezTo>
                  <a:pt x="477" y="56"/>
                  <a:pt x="476" y="55"/>
                  <a:pt x="476" y="55"/>
                </a:cubicBezTo>
                <a:cubicBezTo>
                  <a:pt x="476" y="47"/>
                  <a:pt x="476" y="47"/>
                  <a:pt x="476" y="47"/>
                </a:cubicBezTo>
                <a:cubicBezTo>
                  <a:pt x="478" y="48"/>
                  <a:pt x="478" y="48"/>
                  <a:pt x="478" y="48"/>
                </a:cubicBezTo>
                <a:close/>
                <a:moveTo>
                  <a:pt x="478" y="80"/>
                </a:moveTo>
                <a:cubicBezTo>
                  <a:pt x="478" y="101"/>
                  <a:pt x="478" y="101"/>
                  <a:pt x="478" y="101"/>
                </a:cubicBezTo>
                <a:cubicBezTo>
                  <a:pt x="477" y="101"/>
                  <a:pt x="477" y="101"/>
                  <a:pt x="476" y="101"/>
                </a:cubicBezTo>
                <a:cubicBezTo>
                  <a:pt x="476" y="79"/>
                  <a:pt x="476" y="79"/>
                  <a:pt x="476" y="79"/>
                </a:cubicBezTo>
                <a:cubicBezTo>
                  <a:pt x="476" y="80"/>
                  <a:pt x="477" y="80"/>
                  <a:pt x="478" y="80"/>
                </a:cubicBezTo>
                <a:close/>
                <a:moveTo>
                  <a:pt x="478" y="106"/>
                </a:moveTo>
                <a:cubicBezTo>
                  <a:pt x="478" y="136"/>
                  <a:pt x="478" y="136"/>
                  <a:pt x="478" y="136"/>
                </a:cubicBezTo>
                <a:cubicBezTo>
                  <a:pt x="476" y="135"/>
                  <a:pt x="476" y="135"/>
                  <a:pt x="476" y="135"/>
                </a:cubicBezTo>
                <a:cubicBezTo>
                  <a:pt x="476" y="117"/>
                  <a:pt x="476" y="117"/>
                  <a:pt x="476" y="117"/>
                </a:cubicBezTo>
                <a:cubicBezTo>
                  <a:pt x="476" y="117"/>
                  <a:pt x="476" y="117"/>
                  <a:pt x="476" y="117"/>
                </a:cubicBezTo>
                <a:cubicBezTo>
                  <a:pt x="477" y="115"/>
                  <a:pt x="476" y="114"/>
                  <a:pt x="476" y="111"/>
                </a:cubicBezTo>
                <a:cubicBezTo>
                  <a:pt x="476" y="107"/>
                  <a:pt x="476" y="107"/>
                  <a:pt x="476" y="107"/>
                </a:cubicBezTo>
                <a:cubicBezTo>
                  <a:pt x="478" y="106"/>
                  <a:pt x="478" y="106"/>
                  <a:pt x="478" y="106"/>
                </a:cubicBezTo>
                <a:close/>
                <a:moveTo>
                  <a:pt x="478" y="138"/>
                </a:moveTo>
                <a:cubicBezTo>
                  <a:pt x="478" y="148"/>
                  <a:pt x="478" y="148"/>
                  <a:pt x="478" y="148"/>
                </a:cubicBezTo>
                <a:cubicBezTo>
                  <a:pt x="477" y="148"/>
                  <a:pt x="476" y="147"/>
                  <a:pt x="476" y="147"/>
                </a:cubicBezTo>
                <a:cubicBezTo>
                  <a:pt x="476" y="137"/>
                  <a:pt x="476" y="137"/>
                  <a:pt x="476" y="137"/>
                </a:cubicBezTo>
                <a:cubicBezTo>
                  <a:pt x="476" y="137"/>
                  <a:pt x="477" y="138"/>
                  <a:pt x="478" y="138"/>
                </a:cubicBezTo>
                <a:close/>
                <a:moveTo>
                  <a:pt x="478" y="179"/>
                </a:moveTo>
                <a:cubicBezTo>
                  <a:pt x="478" y="185"/>
                  <a:pt x="478" y="185"/>
                  <a:pt x="478" y="185"/>
                </a:cubicBezTo>
                <a:cubicBezTo>
                  <a:pt x="477" y="184"/>
                  <a:pt x="476" y="184"/>
                  <a:pt x="476" y="183"/>
                </a:cubicBezTo>
                <a:cubicBezTo>
                  <a:pt x="476" y="178"/>
                  <a:pt x="476" y="178"/>
                  <a:pt x="476" y="178"/>
                </a:cubicBezTo>
                <a:cubicBezTo>
                  <a:pt x="476" y="179"/>
                  <a:pt x="477" y="179"/>
                  <a:pt x="478" y="179"/>
                </a:cubicBezTo>
                <a:close/>
                <a:moveTo>
                  <a:pt x="478" y="202"/>
                </a:moveTo>
                <a:cubicBezTo>
                  <a:pt x="478" y="209"/>
                  <a:pt x="478" y="209"/>
                  <a:pt x="478" y="209"/>
                </a:cubicBezTo>
                <a:cubicBezTo>
                  <a:pt x="477" y="209"/>
                  <a:pt x="476" y="208"/>
                  <a:pt x="476" y="207"/>
                </a:cubicBezTo>
                <a:cubicBezTo>
                  <a:pt x="476" y="198"/>
                  <a:pt x="476" y="198"/>
                  <a:pt x="476" y="198"/>
                </a:cubicBezTo>
                <a:cubicBezTo>
                  <a:pt x="476" y="199"/>
                  <a:pt x="477" y="201"/>
                  <a:pt x="478" y="202"/>
                </a:cubicBezTo>
                <a:close/>
                <a:moveTo>
                  <a:pt x="478" y="232"/>
                </a:moveTo>
                <a:cubicBezTo>
                  <a:pt x="478" y="243"/>
                  <a:pt x="478" y="243"/>
                  <a:pt x="478" y="243"/>
                </a:cubicBezTo>
                <a:cubicBezTo>
                  <a:pt x="478" y="243"/>
                  <a:pt x="476" y="243"/>
                  <a:pt x="476" y="243"/>
                </a:cubicBezTo>
                <a:cubicBezTo>
                  <a:pt x="476" y="231"/>
                  <a:pt x="476" y="231"/>
                  <a:pt x="476" y="231"/>
                </a:cubicBezTo>
                <a:cubicBezTo>
                  <a:pt x="476" y="231"/>
                  <a:pt x="477" y="232"/>
                  <a:pt x="478" y="232"/>
                </a:cubicBezTo>
                <a:close/>
                <a:moveTo>
                  <a:pt x="478" y="251"/>
                </a:moveTo>
                <a:cubicBezTo>
                  <a:pt x="478" y="279"/>
                  <a:pt x="478" y="279"/>
                  <a:pt x="478" y="279"/>
                </a:cubicBezTo>
                <a:cubicBezTo>
                  <a:pt x="478" y="281"/>
                  <a:pt x="477" y="284"/>
                  <a:pt x="477" y="286"/>
                </a:cubicBezTo>
                <a:cubicBezTo>
                  <a:pt x="476" y="287"/>
                  <a:pt x="476" y="287"/>
                  <a:pt x="476" y="287"/>
                </a:cubicBezTo>
                <a:cubicBezTo>
                  <a:pt x="476" y="267"/>
                  <a:pt x="476" y="267"/>
                  <a:pt x="476" y="267"/>
                </a:cubicBezTo>
                <a:cubicBezTo>
                  <a:pt x="476" y="266"/>
                  <a:pt x="477" y="266"/>
                  <a:pt x="477" y="266"/>
                </a:cubicBezTo>
                <a:cubicBezTo>
                  <a:pt x="477" y="264"/>
                  <a:pt x="478" y="262"/>
                  <a:pt x="478" y="260"/>
                </a:cubicBezTo>
                <a:cubicBezTo>
                  <a:pt x="477" y="260"/>
                  <a:pt x="476" y="260"/>
                  <a:pt x="476" y="260"/>
                </a:cubicBezTo>
                <a:cubicBezTo>
                  <a:pt x="476" y="250"/>
                  <a:pt x="476" y="250"/>
                  <a:pt x="476" y="250"/>
                </a:cubicBezTo>
                <a:cubicBezTo>
                  <a:pt x="478" y="251"/>
                  <a:pt x="478" y="251"/>
                  <a:pt x="478" y="251"/>
                </a:cubicBezTo>
                <a:close/>
                <a:moveTo>
                  <a:pt x="478" y="302"/>
                </a:moveTo>
                <a:cubicBezTo>
                  <a:pt x="478" y="309"/>
                  <a:pt x="478" y="309"/>
                  <a:pt x="478" y="309"/>
                </a:cubicBezTo>
                <a:cubicBezTo>
                  <a:pt x="478" y="309"/>
                  <a:pt x="478" y="309"/>
                  <a:pt x="477" y="309"/>
                </a:cubicBezTo>
                <a:cubicBezTo>
                  <a:pt x="477" y="310"/>
                  <a:pt x="476" y="310"/>
                  <a:pt x="476" y="311"/>
                </a:cubicBezTo>
                <a:cubicBezTo>
                  <a:pt x="476" y="307"/>
                  <a:pt x="476" y="307"/>
                  <a:pt x="476" y="307"/>
                </a:cubicBezTo>
                <a:cubicBezTo>
                  <a:pt x="476" y="307"/>
                  <a:pt x="476" y="307"/>
                  <a:pt x="476" y="306"/>
                </a:cubicBezTo>
                <a:cubicBezTo>
                  <a:pt x="476" y="305"/>
                  <a:pt x="477" y="304"/>
                  <a:pt x="478" y="302"/>
                </a:cubicBezTo>
                <a:close/>
                <a:moveTo>
                  <a:pt x="478" y="318"/>
                </a:moveTo>
                <a:cubicBezTo>
                  <a:pt x="478" y="322"/>
                  <a:pt x="478" y="322"/>
                  <a:pt x="478" y="322"/>
                </a:cubicBezTo>
                <a:cubicBezTo>
                  <a:pt x="477" y="322"/>
                  <a:pt x="476" y="321"/>
                  <a:pt x="476" y="321"/>
                </a:cubicBezTo>
                <a:cubicBezTo>
                  <a:pt x="476" y="316"/>
                  <a:pt x="476" y="316"/>
                  <a:pt x="476" y="316"/>
                </a:cubicBezTo>
                <a:cubicBezTo>
                  <a:pt x="478" y="318"/>
                  <a:pt x="478" y="318"/>
                  <a:pt x="478" y="318"/>
                </a:cubicBezTo>
                <a:close/>
                <a:moveTo>
                  <a:pt x="478" y="331"/>
                </a:moveTo>
                <a:cubicBezTo>
                  <a:pt x="478" y="349"/>
                  <a:pt x="478" y="349"/>
                  <a:pt x="478" y="349"/>
                </a:cubicBezTo>
                <a:cubicBezTo>
                  <a:pt x="478" y="351"/>
                  <a:pt x="478" y="352"/>
                  <a:pt x="478" y="354"/>
                </a:cubicBezTo>
                <a:cubicBezTo>
                  <a:pt x="478" y="362"/>
                  <a:pt x="478" y="362"/>
                  <a:pt x="478" y="362"/>
                </a:cubicBezTo>
                <a:cubicBezTo>
                  <a:pt x="477" y="360"/>
                  <a:pt x="476" y="358"/>
                  <a:pt x="476" y="357"/>
                </a:cubicBezTo>
                <a:cubicBezTo>
                  <a:pt x="476" y="345"/>
                  <a:pt x="476" y="345"/>
                  <a:pt x="476" y="345"/>
                </a:cubicBezTo>
                <a:cubicBezTo>
                  <a:pt x="478" y="341"/>
                  <a:pt x="477" y="337"/>
                  <a:pt x="476" y="333"/>
                </a:cubicBezTo>
                <a:cubicBezTo>
                  <a:pt x="476" y="328"/>
                  <a:pt x="476" y="328"/>
                  <a:pt x="476" y="328"/>
                </a:cubicBezTo>
                <a:cubicBezTo>
                  <a:pt x="478" y="331"/>
                  <a:pt x="478" y="331"/>
                  <a:pt x="478" y="331"/>
                </a:cubicBezTo>
                <a:close/>
                <a:moveTo>
                  <a:pt x="478" y="441"/>
                </a:moveTo>
                <a:cubicBezTo>
                  <a:pt x="478" y="453"/>
                  <a:pt x="478" y="453"/>
                  <a:pt x="478" y="453"/>
                </a:cubicBezTo>
                <a:cubicBezTo>
                  <a:pt x="477" y="453"/>
                  <a:pt x="476" y="454"/>
                  <a:pt x="476" y="455"/>
                </a:cubicBezTo>
                <a:cubicBezTo>
                  <a:pt x="476" y="447"/>
                  <a:pt x="476" y="447"/>
                  <a:pt x="476" y="447"/>
                </a:cubicBezTo>
                <a:cubicBezTo>
                  <a:pt x="476" y="445"/>
                  <a:pt x="477" y="443"/>
                  <a:pt x="478" y="441"/>
                </a:cubicBezTo>
                <a:close/>
                <a:moveTo>
                  <a:pt x="478" y="459"/>
                </a:moveTo>
                <a:cubicBezTo>
                  <a:pt x="478" y="463"/>
                  <a:pt x="478" y="463"/>
                  <a:pt x="478" y="463"/>
                </a:cubicBezTo>
                <a:cubicBezTo>
                  <a:pt x="477" y="463"/>
                  <a:pt x="476" y="463"/>
                  <a:pt x="476" y="463"/>
                </a:cubicBezTo>
                <a:cubicBezTo>
                  <a:pt x="476" y="459"/>
                  <a:pt x="476" y="459"/>
                  <a:pt x="476" y="459"/>
                </a:cubicBezTo>
                <a:cubicBezTo>
                  <a:pt x="478" y="459"/>
                  <a:pt x="478" y="459"/>
                  <a:pt x="478" y="459"/>
                </a:cubicBezTo>
                <a:close/>
                <a:moveTo>
                  <a:pt x="478" y="468"/>
                </a:moveTo>
                <a:cubicBezTo>
                  <a:pt x="478" y="473"/>
                  <a:pt x="478" y="473"/>
                  <a:pt x="478" y="473"/>
                </a:cubicBezTo>
                <a:cubicBezTo>
                  <a:pt x="477" y="474"/>
                  <a:pt x="476" y="475"/>
                  <a:pt x="476" y="476"/>
                </a:cubicBezTo>
                <a:cubicBezTo>
                  <a:pt x="476" y="469"/>
                  <a:pt x="476" y="469"/>
                  <a:pt x="476" y="469"/>
                </a:cubicBezTo>
                <a:cubicBezTo>
                  <a:pt x="476" y="469"/>
                  <a:pt x="477" y="468"/>
                  <a:pt x="478" y="468"/>
                </a:cubicBezTo>
                <a:close/>
                <a:moveTo>
                  <a:pt x="478" y="481"/>
                </a:moveTo>
                <a:cubicBezTo>
                  <a:pt x="478" y="487"/>
                  <a:pt x="478" y="487"/>
                  <a:pt x="478" y="487"/>
                </a:cubicBezTo>
                <a:cubicBezTo>
                  <a:pt x="477" y="490"/>
                  <a:pt x="476" y="493"/>
                  <a:pt x="478" y="496"/>
                </a:cubicBezTo>
                <a:cubicBezTo>
                  <a:pt x="478" y="501"/>
                  <a:pt x="478" y="501"/>
                  <a:pt x="478" y="501"/>
                </a:cubicBezTo>
                <a:cubicBezTo>
                  <a:pt x="476" y="498"/>
                  <a:pt x="476" y="498"/>
                  <a:pt x="476" y="498"/>
                </a:cubicBezTo>
                <a:cubicBezTo>
                  <a:pt x="476" y="485"/>
                  <a:pt x="476" y="485"/>
                  <a:pt x="476" y="485"/>
                </a:cubicBezTo>
                <a:cubicBezTo>
                  <a:pt x="477" y="483"/>
                  <a:pt x="478" y="482"/>
                  <a:pt x="478" y="481"/>
                </a:cubicBezTo>
                <a:close/>
                <a:moveTo>
                  <a:pt x="478" y="528"/>
                </a:moveTo>
                <a:cubicBezTo>
                  <a:pt x="478" y="545"/>
                  <a:pt x="478" y="545"/>
                  <a:pt x="478" y="545"/>
                </a:cubicBezTo>
                <a:cubicBezTo>
                  <a:pt x="477" y="545"/>
                  <a:pt x="476" y="545"/>
                  <a:pt x="476" y="545"/>
                </a:cubicBezTo>
                <a:cubicBezTo>
                  <a:pt x="476" y="527"/>
                  <a:pt x="476" y="527"/>
                  <a:pt x="476" y="527"/>
                </a:cubicBezTo>
                <a:cubicBezTo>
                  <a:pt x="476" y="527"/>
                  <a:pt x="477" y="527"/>
                  <a:pt x="478" y="527"/>
                </a:cubicBezTo>
                <a:cubicBezTo>
                  <a:pt x="478" y="528"/>
                  <a:pt x="478" y="528"/>
                  <a:pt x="478" y="528"/>
                </a:cubicBezTo>
                <a:close/>
                <a:moveTo>
                  <a:pt x="478" y="551"/>
                </a:moveTo>
                <a:cubicBezTo>
                  <a:pt x="478" y="561"/>
                  <a:pt x="478" y="561"/>
                  <a:pt x="478" y="561"/>
                </a:cubicBezTo>
                <a:cubicBezTo>
                  <a:pt x="477" y="562"/>
                  <a:pt x="476" y="562"/>
                  <a:pt x="476" y="563"/>
                </a:cubicBezTo>
                <a:cubicBezTo>
                  <a:pt x="476" y="552"/>
                  <a:pt x="476" y="552"/>
                  <a:pt x="476" y="552"/>
                </a:cubicBezTo>
                <a:cubicBezTo>
                  <a:pt x="476" y="552"/>
                  <a:pt x="477" y="552"/>
                  <a:pt x="478" y="551"/>
                </a:cubicBezTo>
                <a:close/>
                <a:moveTo>
                  <a:pt x="478" y="567"/>
                </a:moveTo>
                <a:cubicBezTo>
                  <a:pt x="478" y="585"/>
                  <a:pt x="478" y="585"/>
                  <a:pt x="478" y="585"/>
                </a:cubicBezTo>
                <a:cubicBezTo>
                  <a:pt x="476" y="584"/>
                  <a:pt x="476" y="584"/>
                  <a:pt x="476" y="584"/>
                </a:cubicBezTo>
                <a:cubicBezTo>
                  <a:pt x="476" y="569"/>
                  <a:pt x="476" y="569"/>
                  <a:pt x="476" y="569"/>
                </a:cubicBezTo>
                <a:cubicBezTo>
                  <a:pt x="478" y="567"/>
                  <a:pt x="478" y="567"/>
                  <a:pt x="478" y="567"/>
                </a:cubicBezTo>
                <a:close/>
                <a:moveTo>
                  <a:pt x="478" y="595"/>
                </a:moveTo>
                <a:cubicBezTo>
                  <a:pt x="478" y="601"/>
                  <a:pt x="478" y="601"/>
                  <a:pt x="478" y="601"/>
                </a:cubicBezTo>
                <a:cubicBezTo>
                  <a:pt x="477" y="601"/>
                  <a:pt x="476" y="601"/>
                  <a:pt x="476" y="602"/>
                </a:cubicBezTo>
                <a:cubicBezTo>
                  <a:pt x="476" y="596"/>
                  <a:pt x="476" y="596"/>
                  <a:pt x="476" y="596"/>
                </a:cubicBezTo>
                <a:cubicBezTo>
                  <a:pt x="476" y="596"/>
                  <a:pt x="477" y="596"/>
                  <a:pt x="478" y="595"/>
                </a:cubicBezTo>
                <a:close/>
                <a:moveTo>
                  <a:pt x="478" y="609"/>
                </a:moveTo>
                <a:cubicBezTo>
                  <a:pt x="478" y="616"/>
                  <a:pt x="478" y="616"/>
                  <a:pt x="478" y="616"/>
                </a:cubicBezTo>
                <a:cubicBezTo>
                  <a:pt x="477" y="615"/>
                  <a:pt x="476" y="614"/>
                  <a:pt x="476" y="613"/>
                </a:cubicBezTo>
                <a:cubicBezTo>
                  <a:pt x="476" y="607"/>
                  <a:pt x="476" y="607"/>
                  <a:pt x="476" y="607"/>
                </a:cubicBezTo>
                <a:cubicBezTo>
                  <a:pt x="477" y="608"/>
                  <a:pt x="477" y="609"/>
                  <a:pt x="478" y="609"/>
                </a:cubicBezTo>
                <a:close/>
                <a:moveTo>
                  <a:pt x="478" y="620"/>
                </a:moveTo>
                <a:cubicBezTo>
                  <a:pt x="478" y="626"/>
                  <a:pt x="478" y="626"/>
                  <a:pt x="478" y="626"/>
                </a:cubicBezTo>
                <a:cubicBezTo>
                  <a:pt x="477" y="626"/>
                  <a:pt x="476" y="626"/>
                  <a:pt x="476" y="626"/>
                </a:cubicBezTo>
                <a:cubicBezTo>
                  <a:pt x="476" y="620"/>
                  <a:pt x="476" y="620"/>
                  <a:pt x="476" y="620"/>
                </a:cubicBezTo>
                <a:cubicBezTo>
                  <a:pt x="478" y="620"/>
                  <a:pt x="478" y="620"/>
                  <a:pt x="478" y="620"/>
                </a:cubicBezTo>
                <a:close/>
                <a:moveTo>
                  <a:pt x="478" y="740"/>
                </a:moveTo>
                <a:cubicBezTo>
                  <a:pt x="478" y="749"/>
                  <a:pt x="478" y="749"/>
                  <a:pt x="478" y="749"/>
                </a:cubicBezTo>
                <a:cubicBezTo>
                  <a:pt x="477" y="749"/>
                  <a:pt x="476" y="749"/>
                  <a:pt x="476" y="749"/>
                </a:cubicBezTo>
                <a:cubicBezTo>
                  <a:pt x="476" y="741"/>
                  <a:pt x="476" y="741"/>
                  <a:pt x="476" y="741"/>
                </a:cubicBezTo>
                <a:cubicBezTo>
                  <a:pt x="476" y="740"/>
                  <a:pt x="477" y="740"/>
                  <a:pt x="478" y="740"/>
                </a:cubicBezTo>
                <a:close/>
                <a:moveTo>
                  <a:pt x="476" y="522"/>
                </a:moveTo>
                <a:cubicBezTo>
                  <a:pt x="476" y="514"/>
                  <a:pt x="476" y="514"/>
                  <a:pt x="476" y="514"/>
                </a:cubicBezTo>
                <a:cubicBezTo>
                  <a:pt x="476" y="516"/>
                  <a:pt x="477" y="519"/>
                  <a:pt x="477" y="522"/>
                </a:cubicBezTo>
                <a:cubicBezTo>
                  <a:pt x="477" y="522"/>
                  <a:pt x="476" y="522"/>
                  <a:pt x="476" y="522"/>
                </a:cubicBezTo>
                <a:close/>
                <a:moveTo>
                  <a:pt x="471" y="7"/>
                </a:moveTo>
                <a:cubicBezTo>
                  <a:pt x="473" y="8"/>
                  <a:pt x="474" y="8"/>
                  <a:pt x="476" y="9"/>
                </a:cubicBezTo>
                <a:cubicBezTo>
                  <a:pt x="476" y="19"/>
                  <a:pt x="476" y="19"/>
                  <a:pt x="476" y="19"/>
                </a:cubicBezTo>
                <a:cubicBezTo>
                  <a:pt x="474" y="18"/>
                  <a:pt x="473" y="17"/>
                  <a:pt x="471" y="17"/>
                </a:cubicBezTo>
                <a:cubicBezTo>
                  <a:pt x="471" y="7"/>
                  <a:pt x="471" y="7"/>
                  <a:pt x="471" y="7"/>
                </a:cubicBezTo>
                <a:close/>
                <a:moveTo>
                  <a:pt x="476" y="786"/>
                </a:moveTo>
                <a:cubicBezTo>
                  <a:pt x="474" y="786"/>
                  <a:pt x="473" y="786"/>
                  <a:pt x="471" y="787"/>
                </a:cubicBezTo>
                <a:cubicBezTo>
                  <a:pt x="471" y="779"/>
                  <a:pt x="471" y="779"/>
                  <a:pt x="471" y="779"/>
                </a:cubicBezTo>
                <a:cubicBezTo>
                  <a:pt x="472" y="779"/>
                  <a:pt x="473" y="778"/>
                  <a:pt x="474" y="778"/>
                </a:cubicBezTo>
                <a:cubicBezTo>
                  <a:pt x="471" y="776"/>
                  <a:pt x="471" y="776"/>
                  <a:pt x="471" y="776"/>
                </a:cubicBezTo>
                <a:cubicBezTo>
                  <a:pt x="471" y="764"/>
                  <a:pt x="471" y="764"/>
                  <a:pt x="471" y="764"/>
                </a:cubicBezTo>
                <a:cubicBezTo>
                  <a:pt x="473" y="765"/>
                  <a:pt x="474" y="767"/>
                  <a:pt x="476" y="768"/>
                </a:cubicBezTo>
                <a:cubicBezTo>
                  <a:pt x="476" y="786"/>
                  <a:pt x="476" y="786"/>
                  <a:pt x="476" y="786"/>
                </a:cubicBezTo>
                <a:close/>
                <a:moveTo>
                  <a:pt x="476" y="47"/>
                </a:moveTo>
                <a:cubicBezTo>
                  <a:pt x="476" y="55"/>
                  <a:pt x="476" y="55"/>
                  <a:pt x="476" y="55"/>
                </a:cubicBezTo>
                <a:cubicBezTo>
                  <a:pt x="474" y="55"/>
                  <a:pt x="473" y="54"/>
                  <a:pt x="471" y="54"/>
                </a:cubicBezTo>
                <a:cubicBezTo>
                  <a:pt x="471" y="46"/>
                  <a:pt x="471" y="46"/>
                  <a:pt x="471" y="46"/>
                </a:cubicBezTo>
                <a:cubicBezTo>
                  <a:pt x="476" y="47"/>
                  <a:pt x="476" y="47"/>
                  <a:pt x="476" y="47"/>
                </a:cubicBezTo>
                <a:close/>
                <a:moveTo>
                  <a:pt x="476" y="79"/>
                </a:moveTo>
                <a:cubicBezTo>
                  <a:pt x="476" y="101"/>
                  <a:pt x="476" y="101"/>
                  <a:pt x="476" y="101"/>
                </a:cubicBezTo>
                <a:cubicBezTo>
                  <a:pt x="475" y="101"/>
                  <a:pt x="474" y="101"/>
                  <a:pt x="473" y="101"/>
                </a:cubicBezTo>
                <a:cubicBezTo>
                  <a:pt x="472" y="103"/>
                  <a:pt x="472" y="104"/>
                  <a:pt x="471" y="105"/>
                </a:cubicBezTo>
                <a:cubicBezTo>
                  <a:pt x="471" y="78"/>
                  <a:pt x="471" y="78"/>
                  <a:pt x="471" y="78"/>
                </a:cubicBezTo>
                <a:cubicBezTo>
                  <a:pt x="473" y="79"/>
                  <a:pt x="474" y="79"/>
                  <a:pt x="476" y="79"/>
                </a:cubicBezTo>
                <a:close/>
                <a:moveTo>
                  <a:pt x="476" y="107"/>
                </a:moveTo>
                <a:cubicBezTo>
                  <a:pt x="476" y="111"/>
                  <a:pt x="476" y="111"/>
                  <a:pt x="476" y="111"/>
                </a:cubicBezTo>
                <a:cubicBezTo>
                  <a:pt x="475" y="110"/>
                  <a:pt x="475" y="109"/>
                  <a:pt x="475" y="108"/>
                </a:cubicBezTo>
                <a:cubicBezTo>
                  <a:pt x="476" y="107"/>
                  <a:pt x="476" y="107"/>
                  <a:pt x="476" y="107"/>
                </a:cubicBezTo>
                <a:close/>
                <a:moveTo>
                  <a:pt x="476" y="117"/>
                </a:moveTo>
                <a:cubicBezTo>
                  <a:pt x="476" y="135"/>
                  <a:pt x="476" y="135"/>
                  <a:pt x="476" y="135"/>
                </a:cubicBezTo>
                <a:cubicBezTo>
                  <a:pt x="474" y="134"/>
                  <a:pt x="473" y="133"/>
                  <a:pt x="471" y="133"/>
                </a:cubicBezTo>
                <a:cubicBezTo>
                  <a:pt x="471" y="118"/>
                  <a:pt x="471" y="118"/>
                  <a:pt x="471" y="118"/>
                </a:cubicBezTo>
                <a:cubicBezTo>
                  <a:pt x="473" y="118"/>
                  <a:pt x="474" y="117"/>
                  <a:pt x="476" y="117"/>
                </a:cubicBezTo>
                <a:close/>
                <a:moveTo>
                  <a:pt x="476" y="137"/>
                </a:moveTo>
                <a:cubicBezTo>
                  <a:pt x="476" y="147"/>
                  <a:pt x="476" y="147"/>
                  <a:pt x="476" y="147"/>
                </a:cubicBezTo>
                <a:cubicBezTo>
                  <a:pt x="474" y="147"/>
                  <a:pt x="473" y="147"/>
                  <a:pt x="471" y="147"/>
                </a:cubicBezTo>
                <a:cubicBezTo>
                  <a:pt x="471" y="136"/>
                  <a:pt x="471" y="136"/>
                  <a:pt x="471" y="136"/>
                </a:cubicBezTo>
                <a:cubicBezTo>
                  <a:pt x="473" y="136"/>
                  <a:pt x="474" y="137"/>
                  <a:pt x="476" y="137"/>
                </a:cubicBezTo>
                <a:close/>
                <a:moveTo>
                  <a:pt x="476" y="178"/>
                </a:moveTo>
                <a:cubicBezTo>
                  <a:pt x="476" y="183"/>
                  <a:pt x="476" y="183"/>
                  <a:pt x="476" y="183"/>
                </a:cubicBezTo>
                <a:cubicBezTo>
                  <a:pt x="475" y="183"/>
                  <a:pt x="474" y="182"/>
                  <a:pt x="472" y="182"/>
                </a:cubicBezTo>
                <a:cubicBezTo>
                  <a:pt x="474" y="189"/>
                  <a:pt x="474" y="194"/>
                  <a:pt x="476" y="198"/>
                </a:cubicBezTo>
                <a:cubicBezTo>
                  <a:pt x="476" y="207"/>
                  <a:pt x="476" y="207"/>
                  <a:pt x="476" y="207"/>
                </a:cubicBezTo>
                <a:cubicBezTo>
                  <a:pt x="474" y="207"/>
                  <a:pt x="473" y="206"/>
                  <a:pt x="471" y="205"/>
                </a:cubicBezTo>
                <a:cubicBezTo>
                  <a:pt x="471" y="177"/>
                  <a:pt x="471" y="177"/>
                  <a:pt x="471" y="177"/>
                </a:cubicBezTo>
                <a:cubicBezTo>
                  <a:pt x="473" y="177"/>
                  <a:pt x="474" y="178"/>
                  <a:pt x="476" y="178"/>
                </a:cubicBezTo>
                <a:close/>
                <a:moveTo>
                  <a:pt x="476" y="231"/>
                </a:moveTo>
                <a:cubicBezTo>
                  <a:pt x="476" y="243"/>
                  <a:pt x="476" y="243"/>
                  <a:pt x="476" y="243"/>
                </a:cubicBezTo>
                <a:cubicBezTo>
                  <a:pt x="475" y="243"/>
                  <a:pt x="475" y="243"/>
                  <a:pt x="475" y="243"/>
                </a:cubicBezTo>
                <a:cubicBezTo>
                  <a:pt x="475" y="242"/>
                  <a:pt x="475" y="241"/>
                  <a:pt x="475" y="241"/>
                </a:cubicBezTo>
                <a:cubicBezTo>
                  <a:pt x="474" y="240"/>
                  <a:pt x="473" y="239"/>
                  <a:pt x="471" y="239"/>
                </a:cubicBezTo>
                <a:cubicBezTo>
                  <a:pt x="471" y="229"/>
                  <a:pt x="471" y="229"/>
                  <a:pt x="471" y="229"/>
                </a:cubicBezTo>
                <a:cubicBezTo>
                  <a:pt x="471" y="229"/>
                  <a:pt x="472" y="230"/>
                  <a:pt x="472" y="230"/>
                </a:cubicBezTo>
                <a:cubicBezTo>
                  <a:pt x="474" y="230"/>
                  <a:pt x="474" y="231"/>
                  <a:pt x="476" y="231"/>
                </a:cubicBezTo>
                <a:close/>
                <a:moveTo>
                  <a:pt x="476" y="250"/>
                </a:moveTo>
                <a:cubicBezTo>
                  <a:pt x="476" y="260"/>
                  <a:pt x="476" y="260"/>
                  <a:pt x="476" y="260"/>
                </a:cubicBezTo>
                <a:cubicBezTo>
                  <a:pt x="474" y="260"/>
                  <a:pt x="473" y="259"/>
                  <a:pt x="471" y="259"/>
                </a:cubicBezTo>
                <a:cubicBezTo>
                  <a:pt x="471" y="249"/>
                  <a:pt x="471" y="249"/>
                  <a:pt x="471" y="249"/>
                </a:cubicBezTo>
                <a:cubicBezTo>
                  <a:pt x="476" y="250"/>
                  <a:pt x="476" y="250"/>
                  <a:pt x="476" y="250"/>
                </a:cubicBezTo>
                <a:close/>
                <a:moveTo>
                  <a:pt x="476" y="267"/>
                </a:moveTo>
                <a:cubicBezTo>
                  <a:pt x="476" y="287"/>
                  <a:pt x="476" y="287"/>
                  <a:pt x="476" y="287"/>
                </a:cubicBezTo>
                <a:cubicBezTo>
                  <a:pt x="474" y="289"/>
                  <a:pt x="472" y="290"/>
                  <a:pt x="471" y="291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71" y="267"/>
                  <a:pt x="471" y="267"/>
                  <a:pt x="471" y="267"/>
                </a:cubicBezTo>
                <a:cubicBezTo>
                  <a:pt x="472" y="267"/>
                  <a:pt x="472" y="267"/>
                  <a:pt x="473" y="267"/>
                </a:cubicBezTo>
                <a:cubicBezTo>
                  <a:pt x="474" y="267"/>
                  <a:pt x="475" y="267"/>
                  <a:pt x="476" y="267"/>
                </a:cubicBezTo>
                <a:close/>
                <a:moveTo>
                  <a:pt x="476" y="307"/>
                </a:moveTo>
                <a:cubicBezTo>
                  <a:pt x="476" y="311"/>
                  <a:pt x="476" y="311"/>
                  <a:pt x="476" y="311"/>
                </a:cubicBezTo>
                <a:cubicBezTo>
                  <a:pt x="475" y="311"/>
                  <a:pt x="474" y="312"/>
                  <a:pt x="473" y="312"/>
                </a:cubicBezTo>
                <a:cubicBezTo>
                  <a:pt x="473" y="313"/>
                  <a:pt x="473" y="314"/>
                  <a:pt x="474" y="315"/>
                </a:cubicBezTo>
                <a:cubicBezTo>
                  <a:pt x="476" y="316"/>
                  <a:pt x="476" y="316"/>
                  <a:pt x="476" y="316"/>
                </a:cubicBezTo>
                <a:cubicBezTo>
                  <a:pt x="476" y="321"/>
                  <a:pt x="476" y="321"/>
                  <a:pt x="476" y="321"/>
                </a:cubicBezTo>
                <a:cubicBezTo>
                  <a:pt x="474" y="320"/>
                  <a:pt x="473" y="319"/>
                  <a:pt x="471" y="319"/>
                </a:cubicBezTo>
                <a:cubicBezTo>
                  <a:pt x="471" y="310"/>
                  <a:pt x="471" y="310"/>
                  <a:pt x="471" y="310"/>
                </a:cubicBezTo>
                <a:cubicBezTo>
                  <a:pt x="472" y="309"/>
                  <a:pt x="474" y="308"/>
                  <a:pt x="476" y="307"/>
                </a:cubicBezTo>
                <a:close/>
                <a:moveTo>
                  <a:pt x="476" y="328"/>
                </a:moveTo>
                <a:cubicBezTo>
                  <a:pt x="476" y="333"/>
                  <a:pt x="476" y="333"/>
                  <a:pt x="476" y="333"/>
                </a:cubicBezTo>
                <a:cubicBezTo>
                  <a:pt x="475" y="332"/>
                  <a:pt x="474" y="331"/>
                  <a:pt x="473" y="330"/>
                </a:cubicBezTo>
                <a:cubicBezTo>
                  <a:pt x="472" y="332"/>
                  <a:pt x="472" y="335"/>
                  <a:pt x="471" y="337"/>
                </a:cubicBezTo>
                <a:cubicBezTo>
                  <a:pt x="471" y="324"/>
                  <a:pt x="471" y="324"/>
                  <a:pt x="471" y="324"/>
                </a:cubicBezTo>
                <a:cubicBezTo>
                  <a:pt x="472" y="325"/>
                  <a:pt x="474" y="326"/>
                  <a:pt x="476" y="328"/>
                </a:cubicBezTo>
                <a:close/>
                <a:moveTo>
                  <a:pt x="476" y="345"/>
                </a:moveTo>
                <a:cubicBezTo>
                  <a:pt x="476" y="357"/>
                  <a:pt x="476" y="357"/>
                  <a:pt x="476" y="357"/>
                </a:cubicBezTo>
                <a:cubicBezTo>
                  <a:pt x="474" y="355"/>
                  <a:pt x="473" y="353"/>
                  <a:pt x="471" y="351"/>
                </a:cubicBezTo>
                <a:cubicBezTo>
                  <a:pt x="471" y="344"/>
                  <a:pt x="471" y="344"/>
                  <a:pt x="471" y="344"/>
                </a:cubicBezTo>
                <a:cubicBezTo>
                  <a:pt x="471" y="345"/>
                  <a:pt x="472" y="346"/>
                  <a:pt x="473" y="347"/>
                </a:cubicBezTo>
                <a:cubicBezTo>
                  <a:pt x="474" y="347"/>
                  <a:pt x="475" y="346"/>
                  <a:pt x="476" y="345"/>
                </a:cubicBezTo>
                <a:close/>
                <a:moveTo>
                  <a:pt x="476" y="447"/>
                </a:moveTo>
                <a:cubicBezTo>
                  <a:pt x="476" y="455"/>
                  <a:pt x="476" y="455"/>
                  <a:pt x="476" y="455"/>
                </a:cubicBezTo>
                <a:cubicBezTo>
                  <a:pt x="474" y="455"/>
                  <a:pt x="474" y="456"/>
                  <a:pt x="473" y="458"/>
                </a:cubicBezTo>
                <a:cubicBezTo>
                  <a:pt x="473" y="459"/>
                  <a:pt x="474" y="459"/>
                  <a:pt x="475" y="459"/>
                </a:cubicBezTo>
                <a:cubicBezTo>
                  <a:pt x="476" y="459"/>
                  <a:pt x="476" y="459"/>
                  <a:pt x="476" y="459"/>
                </a:cubicBezTo>
                <a:cubicBezTo>
                  <a:pt x="476" y="463"/>
                  <a:pt x="476" y="463"/>
                  <a:pt x="476" y="463"/>
                </a:cubicBezTo>
                <a:cubicBezTo>
                  <a:pt x="474" y="463"/>
                  <a:pt x="473" y="463"/>
                  <a:pt x="471" y="463"/>
                </a:cubicBezTo>
                <a:cubicBezTo>
                  <a:pt x="471" y="453"/>
                  <a:pt x="471" y="453"/>
                  <a:pt x="471" y="453"/>
                </a:cubicBezTo>
                <a:cubicBezTo>
                  <a:pt x="472" y="452"/>
                  <a:pt x="473" y="451"/>
                  <a:pt x="474" y="450"/>
                </a:cubicBezTo>
                <a:cubicBezTo>
                  <a:pt x="475" y="449"/>
                  <a:pt x="475" y="448"/>
                  <a:pt x="476" y="447"/>
                </a:cubicBezTo>
                <a:close/>
                <a:moveTo>
                  <a:pt x="476" y="469"/>
                </a:moveTo>
                <a:cubicBezTo>
                  <a:pt x="476" y="476"/>
                  <a:pt x="476" y="476"/>
                  <a:pt x="476" y="476"/>
                </a:cubicBezTo>
                <a:cubicBezTo>
                  <a:pt x="474" y="477"/>
                  <a:pt x="472" y="478"/>
                  <a:pt x="471" y="480"/>
                </a:cubicBezTo>
                <a:cubicBezTo>
                  <a:pt x="471" y="476"/>
                  <a:pt x="471" y="476"/>
                  <a:pt x="471" y="476"/>
                </a:cubicBezTo>
                <a:cubicBezTo>
                  <a:pt x="472" y="476"/>
                  <a:pt x="473" y="475"/>
                  <a:pt x="474" y="474"/>
                </a:cubicBezTo>
                <a:cubicBezTo>
                  <a:pt x="473" y="474"/>
                  <a:pt x="472" y="474"/>
                  <a:pt x="471" y="474"/>
                </a:cubicBezTo>
                <a:cubicBezTo>
                  <a:pt x="471" y="470"/>
                  <a:pt x="471" y="470"/>
                  <a:pt x="471" y="470"/>
                </a:cubicBezTo>
                <a:cubicBezTo>
                  <a:pt x="471" y="470"/>
                  <a:pt x="471" y="470"/>
                  <a:pt x="471" y="470"/>
                </a:cubicBezTo>
                <a:cubicBezTo>
                  <a:pt x="473" y="470"/>
                  <a:pt x="474" y="469"/>
                  <a:pt x="476" y="469"/>
                </a:cubicBezTo>
                <a:close/>
                <a:moveTo>
                  <a:pt x="476" y="485"/>
                </a:moveTo>
                <a:cubicBezTo>
                  <a:pt x="476" y="498"/>
                  <a:pt x="476" y="498"/>
                  <a:pt x="476" y="498"/>
                </a:cubicBezTo>
                <a:cubicBezTo>
                  <a:pt x="471" y="494"/>
                  <a:pt x="471" y="494"/>
                  <a:pt x="471" y="494"/>
                </a:cubicBezTo>
                <a:cubicBezTo>
                  <a:pt x="471" y="490"/>
                  <a:pt x="471" y="490"/>
                  <a:pt x="471" y="490"/>
                </a:cubicBezTo>
                <a:cubicBezTo>
                  <a:pt x="471" y="490"/>
                  <a:pt x="471" y="490"/>
                  <a:pt x="471" y="490"/>
                </a:cubicBezTo>
                <a:cubicBezTo>
                  <a:pt x="473" y="488"/>
                  <a:pt x="474" y="487"/>
                  <a:pt x="476" y="485"/>
                </a:cubicBezTo>
                <a:close/>
                <a:moveTo>
                  <a:pt x="476" y="514"/>
                </a:moveTo>
                <a:cubicBezTo>
                  <a:pt x="476" y="522"/>
                  <a:pt x="476" y="522"/>
                  <a:pt x="476" y="522"/>
                </a:cubicBezTo>
                <a:cubicBezTo>
                  <a:pt x="475" y="523"/>
                  <a:pt x="474" y="523"/>
                  <a:pt x="474" y="523"/>
                </a:cubicBezTo>
                <a:cubicBezTo>
                  <a:pt x="473" y="522"/>
                  <a:pt x="472" y="521"/>
                  <a:pt x="471" y="520"/>
                </a:cubicBezTo>
                <a:cubicBezTo>
                  <a:pt x="471" y="507"/>
                  <a:pt x="471" y="507"/>
                  <a:pt x="471" y="507"/>
                </a:cubicBezTo>
                <a:cubicBezTo>
                  <a:pt x="474" y="507"/>
                  <a:pt x="474" y="507"/>
                  <a:pt x="474" y="507"/>
                </a:cubicBezTo>
                <a:cubicBezTo>
                  <a:pt x="474" y="510"/>
                  <a:pt x="475" y="512"/>
                  <a:pt x="476" y="514"/>
                </a:cubicBezTo>
                <a:close/>
                <a:moveTo>
                  <a:pt x="476" y="527"/>
                </a:moveTo>
                <a:cubicBezTo>
                  <a:pt x="476" y="545"/>
                  <a:pt x="476" y="545"/>
                  <a:pt x="476" y="545"/>
                </a:cubicBezTo>
                <a:cubicBezTo>
                  <a:pt x="474" y="546"/>
                  <a:pt x="473" y="546"/>
                  <a:pt x="471" y="547"/>
                </a:cubicBezTo>
                <a:cubicBezTo>
                  <a:pt x="471" y="540"/>
                  <a:pt x="471" y="540"/>
                  <a:pt x="471" y="540"/>
                </a:cubicBezTo>
                <a:cubicBezTo>
                  <a:pt x="475" y="538"/>
                  <a:pt x="475" y="538"/>
                  <a:pt x="475" y="538"/>
                </a:cubicBezTo>
                <a:cubicBezTo>
                  <a:pt x="475" y="537"/>
                  <a:pt x="474" y="536"/>
                  <a:pt x="474" y="535"/>
                </a:cubicBezTo>
                <a:cubicBezTo>
                  <a:pt x="473" y="535"/>
                  <a:pt x="472" y="535"/>
                  <a:pt x="471" y="535"/>
                </a:cubicBezTo>
                <a:cubicBezTo>
                  <a:pt x="471" y="527"/>
                  <a:pt x="471" y="527"/>
                  <a:pt x="471" y="527"/>
                </a:cubicBezTo>
                <a:cubicBezTo>
                  <a:pt x="473" y="526"/>
                  <a:pt x="474" y="526"/>
                  <a:pt x="476" y="527"/>
                </a:cubicBezTo>
                <a:close/>
                <a:moveTo>
                  <a:pt x="476" y="552"/>
                </a:moveTo>
                <a:cubicBezTo>
                  <a:pt x="476" y="563"/>
                  <a:pt x="476" y="563"/>
                  <a:pt x="476" y="563"/>
                </a:cubicBezTo>
                <a:cubicBezTo>
                  <a:pt x="474" y="563"/>
                  <a:pt x="473" y="564"/>
                  <a:pt x="471" y="565"/>
                </a:cubicBezTo>
                <a:cubicBezTo>
                  <a:pt x="471" y="554"/>
                  <a:pt x="471" y="554"/>
                  <a:pt x="471" y="554"/>
                </a:cubicBezTo>
                <a:cubicBezTo>
                  <a:pt x="473" y="554"/>
                  <a:pt x="474" y="553"/>
                  <a:pt x="476" y="552"/>
                </a:cubicBezTo>
                <a:close/>
                <a:moveTo>
                  <a:pt x="476" y="569"/>
                </a:moveTo>
                <a:cubicBezTo>
                  <a:pt x="476" y="584"/>
                  <a:pt x="476" y="584"/>
                  <a:pt x="476" y="584"/>
                </a:cubicBezTo>
                <a:cubicBezTo>
                  <a:pt x="474" y="584"/>
                  <a:pt x="473" y="584"/>
                  <a:pt x="472" y="583"/>
                </a:cubicBezTo>
                <a:cubicBezTo>
                  <a:pt x="471" y="584"/>
                  <a:pt x="471" y="584"/>
                  <a:pt x="471" y="584"/>
                </a:cubicBezTo>
                <a:cubicBezTo>
                  <a:pt x="471" y="571"/>
                  <a:pt x="471" y="571"/>
                  <a:pt x="471" y="571"/>
                </a:cubicBezTo>
                <a:cubicBezTo>
                  <a:pt x="473" y="570"/>
                  <a:pt x="474" y="570"/>
                  <a:pt x="476" y="569"/>
                </a:cubicBezTo>
                <a:close/>
                <a:moveTo>
                  <a:pt x="476" y="596"/>
                </a:moveTo>
                <a:cubicBezTo>
                  <a:pt x="476" y="602"/>
                  <a:pt x="476" y="602"/>
                  <a:pt x="476" y="602"/>
                </a:cubicBezTo>
                <a:cubicBezTo>
                  <a:pt x="474" y="602"/>
                  <a:pt x="473" y="603"/>
                  <a:pt x="471" y="603"/>
                </a:cubicBezTo>
                <a:cubicBezTo>
                  <a:pt x="473" y="605"/>
                  <a:pt x="474" y="606"/>
                  <a:pt x="476" y="607"/>
                </a:cubicBezTo>
                <a:cubicBezTo>
                  <a:pt x="476" y="613"/>
                  <a:pt x="476" y="613"/>
                  <a:pt x="476" y="613"/>
                </a:cubicBezTo>
                <a:cubicBezTo>
                  <a:pt x="474" y="611"/>
                  <a:pt x="473" y="610"/>
                  <a:pt x="471" y="609"/>
                </a:cubicBezTo>
                <a:cubicBezTo>
                  <a:pt x="471" y="598"/>
                  <a:pt x="471" y="598"/>
                  <a:pt x="471" y="598"/>
                </a:cubicBezTo>
                <a:cubicBezTo>
                  <a:pt x="472" y="597"/>
                  <a:pt x="473" y="597"/>
                  <a:pt x="474" y="596"/>
                </a:cubicBezTo>
                <a:cubicBezTo>
                  <a:pt x="474" y="596"/>
                  <a:pt x="475" y="596"/>
                  <a:pt x="476" y="596"/>
                </a:cubicBezTo>
                <a:close/>
                <a:moveTo>
                  <a:pt x="476" y="620"/>
                </a:moveTo>
                <a:cubicBezTo>
                  <a:pt x="476" y="626"/>
                  <a:pt x="476" y="626"/>
                  <a:pt x="476" y="626"/>
                </a:cubicBezTo>
                <a:cubicBezTo>
                  <a:pt x="474" y="627"/>
                  <a:pt x="473" y="627"/>
                  <a:pt x="471" y="628"/>
                </a:cubicBezTo>
                <a:cubicBezTo>
                  <a:pt x="471" y="621"/>
                  <a:pt x="471" y="621"/>
                  <a:pt x="471" y="621"/>
                </a:cubicBezTo>
                <a:cubicBezTo>
                  <a:pt x="473" y="621"/>
                  <a:pt x="474" y="620"/>
                  <a:pt x="476" y="620"/>
                </a:cubicBezTo>
                <a:close/>
                <a:moveTo>
                  <a:pt x="476" y="741"/>
                </a:moveTo>
                <a:cubicBezTo>
                  <a:pt x="476" y="749"/>
                  <a:pt x="476" y="749"/>
                  <a:pt x="476" y="749"/>
                </a:cubicBezTo>
                <a:cubicBezTo>
                  <a:pt x="474" y="749"/>
                  <a:pt x="473" y="749"/>
                  <a:pt x="471" y="749"/>
                </a:cubicBezTo>
                <a:cubicBezTo>
                  <a:pt x="471" y="741"/>
                  <a:pt x="471" y="741"/>
                  <a:pt x="471" y="741"/>
                </a:cubicBezTo>
                <a:cubicBezTo>
                  <a:pt x="473" y="741"/>
                  <a:pt x="474" y="741"/>
                  <a:pt x="476" y="741"/>
                </a:cubicBezTo>
                <a:close/>
                <a:moveTo>
                  <a:pt x="468" y="7"/>
                </a:moveTo>
                <a:cubicBezTo>
                  <a:pt x="469" y="7"/>
                  <a:pt x="470" y="7"/>
                  <a:pt x="471" y="7"/>
                </a:cubicBezTo>
                <a:cubicBezTo>
                  <a:pt x="471" y="17"/>
                  <a:pt x="471" y="17"/>
                  <a:pt x="471" y="17"/>
                </a:cubicBezTo>
                <a:cubicBezTo>
                  <a:pt x="470" y="16"/>
                  <a:pt x="469" y="16"/>
                  <a:pt x="468" y="15"/>
                </a:cubicBezTo>
                <a:cubicBezTo>
                  <a:pt x="468" y="7"/>
                  <a:pt x="468" y="7"/>
                  <a:pt x="468" y="7"/>
                </a:cubicBezTo>
                <a:close/>
                <a:moveTo>
                  <a:pt x="471" y="787"/>
                </a:moveTo>
                <a:cubicBezTo>
                  <a:pt x="470" y="787"/>
                  <a:pt x="469" y="787"/>
                  <a:pt x="468" y="787"/>
                </a:cubicBezTo>
                <a:cubicBezTo>
                  <a:pt x="468" y="780"/>
                  <a:pt x="468" y="780"/>
                  <a:pt x="468" y="780"/>
                </a:cubicBezTo>
                <a:cubicBezTo>
                  <a:pt x="469" y="779"/>
                  <a:pt x="470" y="779"/>
                  <a:pt x="471" y="779"/>
                </a:cubicBezTo>
                <a:cubicBezTo>
                  <a:pt x="471" y="787"/>
                  <a:pt x="471" y="787"/>
                  <a:pt x="471" y="787"/>
                </a:cubicBezTo>
                <a:close/>
                <a:moveTo>
                  <a:pt x="471" y="46"/>
                </a:moveTo>
                <a:cubicBezTo>
                  <a:pt x="471" y="54"/>
                  <a:pt x="471" y="54"/>
                  <a:pt x="471" y="54"/>
                </a:cubicBezTo>
                <a:cubicBezTo>
                  <a:pt x="470" y="53"/>
                  <a:pt x="469" y="53"/>
                  <a:pt x="468" y="53"/>
                </a:cubicBezTo>
                <a:cubicBezTo>
                  <a:pt x="468" y="43"/>
                  <a:pt x="468" y="43"/>
                  <a:pt x="468" y="43"/>
                </a:cubicBezTo>
                <a:cubicBezTo>
                  <a:pt x="469" y="45"/>
                  <a:pt x="469" y="45"/>
                  <a:pt x="469" y="45"/>
                </a:cubicBezTo>
                <a:cubicBezTo>
                  <a:pt x="471" y="46"/>
                  <a:pt x="471" y="46"/>
                  <a:pt x="471" y="46"/>
                </a:cubicBezTo>
                <a:close/>
                <a:moveTo>
                  <a:pt x="471" y="78"/>
                </a:moveTo>
                <a:cubicBezTo>
                  <a:pt x="471" y="105"/>
                  <a:pt x="471" y="105"/>
                  <a:pt x="471" y="105"/>
                </a:cubicBezTo>
                <a:cubicBezTo>
                  <a:pt x="470" y="110"/>
                  <a:pt x="469" y="113"/>
                  <a:pt x="469" y="118"/>
                </a:cubicBezTo>
                <a:cubicBezTo>
                  <a:pt x="471" y="118"/>
                  <a:pt x="471" y="118"/>
                  <a:pt x="471" y="118"/>
                </a:cubicBezTo>
                <a:cubicBezTo>
                  <a:pt x="471" y="133"/>
                  <a:pt x="471" y="133"/>
                  <a:pt x="471" y="133"/>
                </a:cubicBezTo>
                <a:cubicBezTo>
                  <a:pt x="470" y="132"/>
                  <a:pt x="469" y="132"/>
                  <a:pt x="468" y="131"/>
                </a:cubicBezTo>
                <a:cubicBezTo>
                  <a:pt x="468" y="77"/>
                  <a:pt x="468" y="77"/>
                  <a:pt x="468" y="77"/>
                </a:cubicBezTo>
                <a:cubicBezTo>
                  <a:pt x="469" y="78"/>
                  <a:pt x="470" y="78"/>
                  <a:pt x="471" y="78"/>
                </a:cubicBezTo>
                <a:close/>
                <a:moveTo>
                  <a:pt x="471" y="136"/>
                </a:moveTo>
                <a:cubicBezTo>
                  <a:pt x="471" y="147"/>
                  <a:pt x="471" y="147"/>
                  <a:pt x="471" y="147"/>
                </a:cubicBezTo>
                <a:cubicBezTo>
                  <a:pt x="470" y="146"/>
                  <a:pt x="469" y="146"/>
                  <a:pt x="468" y="146"/>
                </a:cubicBezTo>
                <a:cubicBezTo>
                  <a:pt x="468" y="134"/>
                  <a:pt x="468" y="134"/>
                  <a:pt x="468" y="134"/>
                </a:cubicBezTo>
                <a:cubicBezTo>
                  <a:pt x="469" y="135"/>
                  <a:pt x="470" y="135"/>
                  <a:pt x="471" y="136"/>
                </a:cubicBezTo>
                <a:close/>
                <a:moveTo>
                  <a:pt x="471" y="177"/>
                </a:moveTo>
                <a:cubicBezTo>
                  <a:pt x="471" y="205"/>
                  <a:pt x="471" y="205"/>
                  <a:pt x="471" y="205"/>
                </a:cubicBezTo>
                <a:cubicBezTo>
                  <a:pt x="470" y="205"/>
                  <a:pt x="469" y="204"/>
                  <a:pt x="468" y="204"/>
                </a:cubicBezTo>
                <a:cubicBezTo>
                  <a:pt x="468" y="199"/>
                  <a:pt x="468" y="199"/>
                  <a:pt x="468" y="199"/>
                </a:cubicBezTo>
                <a:cubicBezTo>
                  <a:pt x="469" y="199"/>
                  <a:pt x="469" y="199"/>
                  <a:pt x="469" y="199"/>
                </a:cubicBezTo>
                <a:cubicBezTo>
                  <a:pt x="469" y="198"/>
                  <a:pt x="468" y="196"/>
                  <a:pt x="468" y="195"/>
                </a:cubicBezTo>
                <a:cubicBezTo>
                  <a:pt x="468" y="176"/>
                  <a:pt x="468" y="176"/>
                  <a:pt x="468" y="176"/>
                </a:cubicBezTo>
                <a:cubicBezTo>
                  <a:pt x="469" y="176"/>
                  <a:pt x="470" y="177"/>
                  <a:pt x="471" y="177"/>
                </a:cubicBezTo>
                <a:close/>
                <a:moveTo>
                  <a:pt x="471" y="229"/>
                </a:moveTo>
                <a:cubicBezTo>
                  <a:pt x="471" y="239"/>
                  <a:pt x="471" y="239"/>
                  <a:pt x="471" y="239"/>
                </a:cubicBezTo>
                <a:cubicBezTo>
                  <a:pt x="470" y="238"/>
                  <a:pt x="469" y="238"/>
                  <a:pt x="468" y="237"/>
                </a:cubicBezTo>
                <a:cubicBezTo>
                  <a:pt x="468" y="218"/>
                  <a:pt x="468" y="218"/>
                  <a:pt x="468" y="218"/>
                </a:cubicBezTo>
                <a:cubicBezTo>
                  <a:pt x="469" y="218"/>
                  <a:pt x="469" y="217"/>
                  <a:pt x="470" y="217"/>
                </a:cubicBezTo>
                <a:cubicBezTo>
                  <a:pt x="471" y="222"/>
                  <a:pt x="469" y="225"/>
                  <a:pt x="471" y="229"/>
                </a:cubicBezTo>
                <a:close/>
                <a:moveTo>
                  <a:pt x="471" y="249"/>
                </a:moveTo>
                <a:cubicBezTo>
                  <a:pt x="471" y="259"/>
                  <a:pt x="471" y="259"/>
                  <a:pt x="471" y="259"/>
                </a:cubicBezTo>
                <a:cubicBezTo>
                  <a:pt x="470" y="259"/>
                  <a:pt x="469" y="258"/>
                  <a:pt x="468" y="258"/>
                </a:cubicBezTo>
                <a:cubicBezTo>
                  <a:pt x="468" y="248"/>
                  <a:pt x="468" y="248"/>
                  <a:pt x="468" y="248"/>
                </a:cubicBezTo>
                <a:cubicBezTo>
                  <a:pt x="469" y="248"/>
                  <a:pt x="469" y="249"/>
                  <a:pt x="470" y="249"/>
                </a:cubicBezTo>
                <a:cubicBezTo>
                  <a:pt x="471" y="249"/>
                  <a:pt x="471" y="249"/>
                  <a:pt x="471" y="249"/>
                </a:cubicBezTo>
                <a:close/>
                <a:moveTo>
                  <a:pt x="471" y="267"/>
                </a:moveTo>
                <a:cubicBezTo>
                  <a:pt x="471" y="280"/>
                  <a:pt x="471" y="280"/>
                  <a:pt x="471" y="280"/>
                </a:cubicBezTo>
                <a:cubicBezTo>
                  <a:pt x="471" y="278"/>
                  <a:pt x="471" y="275"/>
                  <a:pt x="470" y="273"/>
                </a:cubicBezTo>
                <a:cubicBezTo>
                  <a:pt x="469" y="273"/>
                  <a:pt x="469" y="273"/>
                  <a:pt x="468" y="273"/>
                </a:cubicBezTo>
                <a:cubicBezTo>
                  <a:pt x="468" y="266"/>
                  <a:pt x="468" y="266"/>
                  <a:pt x="468" y="266"/>
                </a:cubicBezTo>
                <a:cubicBezTo>
                  <a:pt x="469" y="266"/>
                  <a:pt x="470" y="266"/>
                  <a:pt x="471" y="267"/>
                </a:cubicBezTo>
                <a:close/>
                <a:moveTo>
                  <a:pt x="471" y="280"/>
                </a:moveTo>
                <a:cubicBezTo>
                  <a:pt x="471" y="291"/>
                  <a:pt x="471" y="291"/>
                  <a:pt x="471" y="291"/>
                </a:cubicBezTo>
                <a:cubicBezTo>
                  <a:pt x="470" y="291"/>
                  <a:pt x="469" y="292"/>
                  <a:pt x="468" y="293"/>
                </a:cubicBezTo>
                <a:cubicBezTo>
                  <a:pt x="468" y="283"/>
                  <a:pt x="468" y="283"/>
                  <a:pt x="468" y="283"/>
                </a:cubicBezTo>
                <a:cubicBezTo>
                  <a:pt x="469" y="282"/>
                  <a:pt x="469" y="281"/>
                  <a:pt x="469" y="280"/>
                </a:cubicBezTo>
                <a:cubicBezTo>
                  <a:pt x="471" y="280"/>
                  <a:pt x="471" y="280"/>
                  <a:pt x="471" y="280"/>
                </a:cubicBezTo>
                <a:close/>
                <a:moveTo>
                  <a:pt x="471" y="310"/>
                </a:moveTo>
                <a:cubicBezTo>
                  <a:pt x="471" y="319"/>
                  <a:pt x="471" y="319"/>
                  <a:pt x="471" y="319"/>
                </a:cubicBezTo>
                <a:cubicBezTo>
                  <a:pt x="470" y="319"/>
                  <a:pt x="469" y="318"/>
                  <a:pt x="468" y="318"/>
                </a:cubicBezTo>
                <a:cubicBezTo>
                  <a:pt x="468" y="313"/>
                  <a:pt x="468" y="313"/>
                  <a:pt x="468" y="313"/>
                </a:cubicBezTo>
                <a:cubicBezTo>
                  <a:pt x="469" y="312"/>
                  <a:pt x="470" y="311"/>
                  <a:pt x="471" y="310"/>
                </a:cubicBezTo>
                <a:close/>
                <a:moveTo>
                  <a:pt x="471" y="324"/>
                </a:moveTo>
                <a:cubicBezTo>
                  <a:pt x="471" y="337"/>
                  <a:pt x="471" y="337"/>
                  <a:pt x="471" y="337"/>
                </a:cubicBezTo>
                <a:cubicBezTo>
                  <a:pt x="471" y="339"/>
                  <a:pt x="471" y="342"/>
                  <a:pt x="471" y="344"/>
                </a:cubicBezTo>
                <a:cubicBezTo>
                  <a:pt x="471" y="351"/>
                  <a:pt x="471" y="351"/>
                  <a:pt x="471" y="351"/>
                </a:cubicBezTo>
                <a:cubicBezTo>
                  <a:pt x="470" y="350"/>
                  <a:pt x="469" y="349"/>
                  <a:pt x="468" y="347"/>
                </a:cubicBezTo>
                <a:cubicBezTo>
                  <a:pt x="468" y="332"/>
                  <a:pt x="468" y="332"/>
                  <a:pt x="468" y="332"/>
                </a:cubicBezTo>
                <a:cubicBezTo>
                  <a:pt x="469" y="330"/>
                  <a:pt x="469" y="329"/>
                  <a:pt x="468" y="327"/>
                </a:cubicBezTo>
                <a:cubicBezTo>
                  <a:pt x="468" y="319"/>
                  <a:pt x="468" y="319"/>
                  <a:pt x="468" y="319"/>
                </a:cubicBezTo>
                <a:cubicBezTo>
                  <a:pt x="469" y="320"/>
                  <a:pt x="469" y="321"/>
                  <a:pt x="471" y="324"/>
                </a:cubicBezTo>
                <a:close/>
                <a:moveTo>
                  <a:pt x="471" y="453"/>
                </a:moveTo>
                <a:cubicBezTo>
                  <a:pt x="471" y="463"/>
                  <a:pt x="471" y="463"/>
                  <a:pt x="471" y="463"/>
                </a:cubicBezTo>
                <a:cubicBezTo>
                  <a:pt x="470" y="463"/>
                  <a:pt x="469" y="464"/>
                  <a:pt x="468" y="464"/>
                </a:cubicBezTo>
                <a:cubicBezTo>
                  <a:pt x="468" y="457"/>
                  <a:pt x="468" y="457"/>
                  <a:pt x="468" y="457"/>
                </a:cubicBezTo>
                <a:cubicBezTo>
                  <a:pt x="469" y="456"/>
                  <a:pt x="470" y="455"/>
                  <a:pt x="471" y="453"/>
                </a:cubicBezTo>
                <a:close/>
                <a:moveTo>
                  <a:pt x="471" y="470"/>
                </a:moveTo>
                <a:cubicBezTo>
                  <a:pt x="471" y="474"/>
                  <a:pt x="471" y="474"/>
                  <a:pt x="471" y="474"/>
                </a:cubicBezTo>
                <a:cubicBezTo>
                  <a:pt x="470" y="473"/>
                  <a:pt x="469" y="473"/>
                  <a:pt x="468" y="473"/>
                </a:cubicBezTo>
                <a:cubicBezTo>
                  <a:pt x="468" y="468"/>
                  <a:pt x="468" y="468"/>
                  <a:pt x="468" y="468"/>
                </a:cubicBezTo>
                <a:cubicBezTo>
                  <a:pt x="471" y="470"/>
                  <a:pt x="471" y="470"/>
                  <a:pt x="471" y="470"/>
                </a:cubicBezTo>
                <a:close/>
                <a:moveTo>
                  <a:pt x="471" y="476"/>
                </a:moveTo>
                <a:cubicBezTo>
                  <a:pt x="471" y="480"/>
                  <a:pt x="471" y="480"/>
                  <a:pt x="471" y="480"/>
                </a:cubicBezTo>
                <a:cubicBezTo>
                  <a:pt x="469" y="482"/>
                  <a:pt x="467" y="485"/>
                  <a:pt x="471" y="490"/>
                </a:cubicBezTo>
                <a:cubicBezTo>
                  <a:pt x="471" y="494"/>
                  <a:pt x="471" y="494"/>
                  <a:pt x="471" y="494"/>
                </a:cubicBezTo>
                <a:cubicBezTo>
                  <a:pt x="468" y="491"/>
                  <a:pt x="468" y="491"/>
                  <a:pt x="468" y="491"/>
                </a:cubicBezTo>
                <a:cubicBezTo>
                  <a:pt x="468" y="478"/>
                  <a:pt x="468" y="478"/>
                  <a:pt x="468" y="478"/>
                </a:cubicBezTo>
                <a:cubicBezTo>
                  <a:pt x="470" y="477"/>
                  <a:pt x="471" y="477"/>
                  <a:pt x="471" y="476"/>
                </a:cubicBezTo>
                <a:close/>
                <a:moveTo>
                  <a:pt x="471" y="507"/>
                </a:moveTo>
                <a:cubicBezTo>
                  <a:pt x="471" y="520"/>
                  <a:pt x="471" y="520"/>
                  <a:pt x="471" y="520"/>
                </a:cubicBezTo>
                <a:cubicBezTo>
                  <a:pt x="469" y="517"/>
                  <a:pt x="469" y="512"/>
                  <a:pt x="469" y="507"/>
                </a:cubicBezTo>
                <a:cubicBezTo>
                  <a:pt x="471" y="507"/>
                  <a:pt x="471" y="507"/>
                  <a:pt x="471" y="507"/>
                </a:cubicBezTo>
                <a:close/>
                <a:moveTo>
                  <a:pt x="471" y="527"/>
                </a:moveTo>
                <a:cubicBezTo>
                  <a:pt x="471" y="535"/>
                  <a:pt x="471" y="535"/>
                  <a:pt x="471" y="535"/>
                </a:cubicBezTo>
                <a:cubicBezTo>
                  <a:pt x="470" y="536"/>
                  <a:pt x="469" y="536"/>
                  <a:pt x="468" y="536"/>
                </a:cubicBezTo>
                <a:cubicBezTo>
                  <a:pt x="468" y="527"/>
                  <a:pt x="468" y="527"/>
                  <a:pt x="468" y="527"/>
                </a:cubicBezTo>
                <a:cubicBezTo>
                  <a:pt x="469" y="527"/>
                  <a:pt x="470" y="527"/>
                  <a:pt x="471" y="527"/>
                </a:cubicBezTo>
                <a:close/>
                <a:moveTo>
                  <a:pt x="471" y="540"/>
                </a:moveTo>
                <a:cubicBezTo>
                  <a:pt x="471" y="547"/>
                  <a:pt x="471" y="547"/>
                  <a:pt x="471" y="547"/>
                </a:cubicBezTo>
                <a:cubicBezTo>
                  <a:pt x="470" y="548"/>
                  <a:pt x="470" y="548"/>
                  <a:pt x="470" y="548"/>
                </a:cubicBezTo>
                <a:cubicBezTo>
                  <a:pt x="470" y="548"/>
                  <a:pt x="470" y="549"/>
                  <a:pt x="470" y="550"/>
                </a:cubicBezTo>
                <a:cubicBezTo>
                  <a:pt x="469" y="550"/>
                  <a:pt x="469" y="550"/>
                  <a:pt x="468" y="551"/>
                </a:cubicBezTo>
                <a:cubicBezTo>
                  <a:pt x="468" y="542"/>
                  <a:pt x="468" y="542"/>
                  <a:pt x="468" y="542"/>
                </a:cubicBezTo>
                <a:cubicBezTo>
                  <a:pt x="471" y="540"/>
                  <a:pt x="471" y="540"/>
                  <a:pt x="471" y="540"/>
                </a:cubicBezTo>
                <a:close/>
                <a:moveTo>
                  <a:pt x="471" y="554"/>
                </a:moveTo>
                <a:cubicBezTo>
                  <a:pt x="471" y="565"/>
                  <a:pt x="471" y="565"/>
                  <a:pt x="471" y="565"/>
                </a:cubicBezTo>
                <a:cubicBezTo>
                  <a:pt x="470" y="565"/>
                  <a:pt x="469" y="565"/>
                  <a:pt x="468" y="566"/>
                </a:cubicBezTo>
                <a:cubicBezTo>
                  <a:pt x="468" y="556"/>
                  <a:pt x="468" y="556"/>
                  <a:pt x="468" y="556"/>
                </a:cubicBezTo>
                <a:cubicBezTo>
                  <a:pt x="469" y="555"/>
                  <a:pt x="470" y="555"/>
                  <a:pt x="471" y="554"/>
                </a:cubicBezTo>
                <a:close/>
                <a:moveTo>
                  <a:pt x="471" y="571"/>
                </a:moveTo>
                <a:cubicBezTo>
                  <a:pt x="471" y="584"/>
                  <a:pt x="471" y="584"/>
                  <a:pt x="471" y="584"/>
                </a:cubicBezTo>
                <a:cubicBezTo>
                  <a:pt x="468" y="585"/>
                  <a:pt x="468" y="585"/>
                  <a:pt x="468" y="585"/>
                </a:cubicBezTo>
                <a:cubicBezTo>
                  <a:pt x="468" y="573"/>
                  <a:pt x="468" y="573"/>
                  <a:pt x="468" y="573"/>
                </a:cubicBezTo>
                <a:cubicBezTo>
                  <a:pt x="469" y="572"/>
                  <a:pt x="470" y="572"/>
                  <a:pt x="471" y="571"/>
                </a:cubicBezTo>
                <a:close/>
                <a:moveTo>
                  <a:pt x="471" y="598"/>
                </a:moveTo>
                <a:cubicBezTo>
                  <a:pt x="471" y="609"/>
                  <a:pt x="471" y="609"/>
                  <a:pt x="471" y="609"/>
                </a:cubicBezTo>
                <a:cubicBezTo>
                  <a:pt x="470" y="609"/>
                  <a:pt x="469" y="609"/>
                  <a:pt x="468" y="608"/>
                </a:cubicBezTo>
                <a:cubicBezTo>
                  <a:pt x="468" y="599"/>
                  <a:pt x="468" y="599"/>
                  <a:pt x="468" y="599"/>
                </a:cubicBezTo>
                <a:cubicBezTo>
                  <a:pt x="469" y="599"/>
                  <a:pt x="470" y="599"/>
                  <a:pt x="471" y="598"/>
                </a:cubicBezTo>
                <a:close/>
                <a:moveTo>
                  <a:pt x="471" y="621"/>
                </a:moveTo>
                <a:cubicBezTo>
                  <a:pt x="471" y="628"/>
                  <a:pt x="471" y="628"/>
                  <a:pt x="471" y="628"/>
                </a:cubicBezTo>
                <a:cubicBezTo>
                  <a:pt x="470" y="628"/>
                  <a:pt x="469" y="628"/>
                  <a:pt x="468" y="629"/>
                </a:cubicBezTo>
                <a:cubicBezTo>
                  <a:pt x="468" y="622"/>
                  <a:pt x="468" y="622"/>
                  <a:pt x="468" y="622"/>
                </a:cubicBezTo>
                <a:cubicBezTo>
                  <a:pt x="469" y="621"/>
                  <a:pt x="470" y="621"/>
                  <a:pt x="471" y="621"/>
                </a:cubicBezTo>
                <a:close/>
                <a:moveTo>
                  <a:pt x="471" y="741"/>
                </a:moveTo>
                <a:cubicBezTo>
                  <a:pt x="471" y="749"/>
                  <a:pt x="471" y="749"/>
                  <a:pt x="471" y="749"/>
                </a:cubicBezTo>
                <a:cubicBezTo>
                  <a:pt x="470" y="749"/>
                  <a:pt x="469" y="749"/>
                  <a:pt x="468" y="750"/>
                </a:cubicBezTo>
                <a:cubicBezTo>
                  <a:pt x="468" y="742"/>
                  <a:pt x="468" y="742"/>
                  <a:pt x="468" y="742"/>
                </a:cubicBezTo>
                <a:cubicBezTo>
                  <a:pt x="469" y="742"/>
                  <a:pt x="470" y="742"/>
                  <a:pt x="471" y="741"/>
                </a:cubicBezTo>
                <a:close/>
                <a:moveTo>
                  <a:pt x="471" y="764"/>
                </a:moveTo>
                <a:cubicBezTo>
                  <a:pt x="471" y="776"/>
                  <a:pt x="471" y="776"/>
                  <a:pt x="471" y="776"/>
                </a:cubicBezTo>
                <a:cubicBezTo>
                  <a:pt x="468" y="773"/>
                  <a:pt x="468" y="773"/>
                  <a:pt x="468" y="773"/>
                </a:cubicBezTo>
                <a:cubicBezTo>
                  <a:pt x="468" y="760"/>
                  <a:pt x="468" y="760"/>
                  <a:pt x="468" y="760"/>
                </a:cubicBezTo>
                <a:cubicBezTo>
                  <a:pt x="469" y="762"/>
                  <a:pt x="470" y="763"/>
                  <a:pt x="471" y="764"/>
                </a:cubicBezTo>
                <a:close/>
                <a:moveTo>
                  <a:pt x="467" y="6"/>
                </a:moveTo>
                <a:cubicBezTo>
                  <a:pt x="468" y="7"/>
                  <a:pt x="468" y="7"/>
                  <a:pt x="468" y="7"/>
                </a:cubicBezTo>
                <a:cubicBezTo>
                  <a:pt x="468" y="15"/>
                  <a:pt x="468" y="15"/>
                  <a:pt x="468" y="15"/>
                </a:cubicBezTo>
                <a:cubicBezTo>
                  <a:pt x="468" y="15"/>
                  <a:pt x="467" y="15"/>
                  <a:pt x="467" y="15"/>
                </a:cubicBezTo>
                <a:cubicBezTo>
                  <a:pt x="467" y="6"/>
                  <a:pt x="467" y="6"/>
                  <a:pt x="467" y="6"/>
                </a:cubicBezTo>
                <a:close/>
                <a:moveTo>
                  <a:pt x="468" y="787"/>
                </a:moveTo>
                <a:cubicBezTo>
                  <a:pt x="467" y="787"/>
                  <a:pt x="467" y="787"/>
                  <a:pt x="467" y="787"/>
                </a:cubicBezTo>
                <a:cubicBezTo>
                  <a:pt x="467" y="780"/>
                  <a:pt x="467" y="780"/>
                  <a:pt x="467" y="780"/>
                </a:cubicBezTo>
                <a:cubicBezTo>
                  <a:pt x="468" y="780"/>
                  <a:pt x="468" y="780"/>
                  <a:pt x="468" y="780"/>
                </a:cubicBezTo>
                <a:cubicBezTo>
                  <a:pt x="468" y="787"/>
                  <a:pt x="468" y="787"/>
                  <a:pt x="468" y="787"/>
                </a:cubicBezTo>
                <a:close/>
                <a:moveTo>
                  <a:pt x="468" y="43"/>
                </a:moveTo>
                <a:cubicBezTo>
                  <a:pt x="468" y="53"/>
                  <a:pt x="468" y="53"/>
                  <a:pt x="468" y="53"/>
                </a:cubicBezTo>
                <a:cubicBezTo>
                  <a:pt x="468" y="52"/>
                  <a:pt x="467" y="52"/>
                  <a:pt x="467" y="52"/>
                </a:cubicBezTo>
                <a:cubicBezTo>
                  <a:pt x="467" y="41"/>
                  <a:pt x="467" y="41"/>
                  <a:pt x="467" y="41"/>
                </a:cubicBezTo>
                <a:cubicBezTo>
                  <a:pt x="468" y="43"/>
                  <a:pt x="468" y="43"/>
                  <a:pt x="468" y="43"/>
                </a:cubicBezTo>
                <a:close/>
                <a:moveTo>
                  <a:pt x="468" y="77"/>
                </a:moveTo>
                <a:cubicBezTo>
                  <a:pt x="468" y="131"/>
                  <a:pt x="468" y="131"/>
                  <a:pt x="468" y="131"/>
                </a:cubicBezTo>
                <a:cubicBezTo>
                  <a:pt x="467" y="131"/>
                  <a:pt x="467" y="131"/>
                  <a:pt x="467" y="131"/>
                </a:cubicBezTo>
                <a:cubicBezTo>
                  <a:pt x="467" y="77"/>
                  <a:pt x="467" y="77"/>
                  <a:pt x="467" y="77"/>
                </a:cubicBezTo>
                <a:cubicBezTo>
                  <a:pt x="468" y="77"/>
                  <a:pt x="468" y="77"/>
                  <a:pt x="468" y="77"/>
                </a:cubicBezTo>
                <a:close/>
                <a:moveTo>
                  <a:pt x="468" y="134"/>
                </a:moveTo>
                <a:cubicBezTo>
                  <a:pt x="468" y="146"/>
                  <a:pt x="468" y="146"/>
                  <a:pt x="468" y="146"/>
                </a:cubicBezTo>
                <a:cubicBezTo>
                  <a:pt x="468" y="146"/>
                  <a:pt x="467" y="146"/>
                  <a:pt x="467" y="146"/>
                </a:cubicBezTo>
                <a:cubicBezTo>
                  <a:pt x="467" y="133"/>
                  <a:pt x="467" y="133"/>
                  <a:pt x="467" y="133"/>
                </a:cubicBezTo>
                <a:cubicBezTo>
                  <a:pt x="467" y="134"/>
                  <a:pt x="468" y="134"/>
                  <a:pt x="468" y="134"/>
                </a:cubicBezTo>
                <a:close/>
                <a:moveTo>
                  <a:pt x="468" y="176"/>
                </a:moveTo>
                <a:cubicBezTo>
                  <a:pt x="468" y="195"/>
                  <a:pt x="468" y="195"/>
                  <a:pt x="468" y="195"/>
                </a:cubicBezTo>
                <a:cubicBezTo>
                  <a:pt x="468" y="193"/>
                  <a:pt x="467" y="191"/>
                  <a:pt x="467" y="190"/>
                </a:cubicBezTo>
                <a:cubicBezTo>
                  <a:pt x="467" y="176"/>
                  <a:pt x="467" y="176"/>
                  <a:pt x="467" y="176"/>
                </a:cubicBezTo>
                <a:cubicBezTo>
                  <a:pt x="468" y="176"/>
                  <a:pt x="468" y="176"/>
                  <a:pt x="468" y="176"/>
                </a:cubicBezTo>
                <a:close/>
                <a:moveTo>
                  <a:pt x="468" y="199"/>
                </a:moveTo>
                <a:cubicBezTo>
                  <a:pt x="468" y="204"/>
                  <a:pt x="468" y="204"/>
                  <a:pt x="468" y="204"/>
                </a:cubicBezTo>
                <a:cubicBezTo>
                  <a:pt x="467" y="203"/>
                  <a:pt x="467" y="203"/>
                  <a:pt x="467" y="203"/>
                </a:cubicBezTo>
                <a:cubicBezTo>
                  <a:pt x="467" y="199"/>
                  <a:pt x="467" y="199"/>
                  <a:pt x="467" y="199"/>
                </a:cubicBezTo>
                <a:cubicBezTo>
                  <a:pt x="468" y="199"/>
                  <a:pt x="468" y="199"/>
                  <a:pt x="468" y="199"/>
                </a:cubicBezTo>
                <a:close/>
                <a:moveTo>
                  <a:pt x="468" y="218"/>
                </a:moveTo>
                <a:cubicBezTo>
                  <a:pt x="468" y="237"/>
                  <a:pt x="468" y="237"/>
                  <a:pt x="468" y="237"/>
                </a:cubicBezTo>
                <a:cubicBezTo>
                  <a:pt x="467" y="237"/>
                  <a:pt x="467" y="237"/>
                  <a:pt x="467" y="237"/>
                </a:cubicBezTo>
                <a:cubicBezTo>
                  <a:pt x="467" y="218"/>
                  <a:pt x="467" y="218"/>
                  <a:pt x="467" y="218"/>
                </a:cubicBezTo>
                <a:cubicBezTo>
                  <a:pt x="468" y="218"/>
                  <a:pt x="468" y="218"/>
                  <a:pt x="468" y="218"/>
                </a:cubicBezTo>
                <a:close/>
                <a:moveTo>
                  <a:pt x="468" y="248"/>
                </a:moveTo>
                <a:cubicBezTo>
                  <a:pt x="468" y="258"/>
                  <a:pt x="468" y="258"/>
                  <a:pt x="468" y="258"/>
                </a:cubicBezTo>
                <a:cubicBezTo>
                  <a:pt x="467" y="258"/>
                  <a:pt x="467" y="258"/>
                  <a:pt x="467" y="258"/>
                </a:cubicBezTo>
                <a:cubicBezTo>
                  <a:pt x="467" y="247"/>
                  <a:pt x="467" y="247"/>
                  <a:pt x="467" y="247"/>
                </a:cubicBezTo>
                <a:cubicBezTo>
                  <a:pt x="467" y="248"/>
                  <a:pt x="468" y="248"/>
                  <a:pt x="468" y="248"/>
                </a:cubicBezTo>
                <a:close/>
                <a:moveTo>
                  <a:pt x="468" y="266"/>
                </a:moveTo>
                <a:cubicBezTo>
                  <a:pt x="468" y="273"/>
                  <a:pt x="468" y="273"/>
                  <a:pt x="468" y="273"/>
                </a:cubicBezTo>
                <a:cubicBezTo>
                  <a:pt x="467" y="273"/>
                  <a:pt x="467" y="273"/>
                  <a:pt x="467" y="273"/>
                </a:cubicBezTo>
                <a:cubicBezTo>
                  <a:pt x="467" y="265"/>
                  <a:pt x="467" y="265"/>
                  <a:pt x="467" y="265"/>
                </a:cubicBezTo>
                <a:cubicBezTo>
                  <a:pt x="468" y="266"/>
                  <a:pt x="468" y="266"/>
                  <a:pt x="468" y="266"/>
                </a:cubicBezTo>
                <a:close/>
                <a:moveTo>
                  <a:pt x="468" y="283"/>
                </a:moveTo>
                <a:cubicBezTo>
                  <a:pt x="468" y="293"/>
                  <a:pt x="468" y="293"/>
                  <a:pt x="468" y="293"/>
                </a:cubicBezTo>
                <a:cubicBezTo>
                  <a:pt x="467" y="293"/>
                  <a:pt x="467" y="293"/>
                  <a:pt x="467" y="293"/>
                </a:cubicBezTo>
                <a:cubicBezTo>
                  <a:pt x="467" y="283"/>
                  <a:pt x="467" y="283"/>
                  <a:pt x="467" y="283"/>
                </a:cubicBezTo>
                <a:cubicBezTo>
                  <a:pt x="467" y="283"/>
                  <a:pt x="468" y="283"/>
                  <a:pt x="468" y="283"/>
                </a:cubicBezTo>
                <a:close/>
                <a:moveTo>
                  <a:pt x="468" y="313"/>
                </a:moveTo>
                <a:cubicBezTo>
                  <a:pt x="468" y="318"/>
                  <a:pt x="468" y="318"/>
                  <a:pt x="468" y="318"/>
                </a:cubicBezTo>
                <a:cubicBezTo>
                  <a:pt x="468" y="318"/>
                  <a:pt x="468" y="318"/>
                  <a:pt x="468" y="318"/>
                </a:cubicBezTo>
                <a:cubicBezTo>
                  <a:pt x="468" y="318"/>
                  <a:pt x="468" y="319"/>
                  <a:pt x="468" y="319"/>
                </a:cubicBezTo>
                <a:cubicBezTo>
                  <a:pt x="468" y="327"/>
                  <a:pt x="468" y="327"/>
                  <a:pt x="468" y="327"/>
                </a:cubicBezTo>
                <a:cubicBezTo>
                  <a:pt x="468" y="326"/>
                  <a:pt x="468" y="326"/>
                  <a:pt x="467" y="325"/>
                </a:cubicBezTo>
                <a:cubicBezTo>
                  <a:pt x="467" y="314"/>
                  <a:pt x="467" y="314"/>
                  <a:pt x="467" y="314"/>
                </a:cubicBezTo>
                <a:cubicBezTo>
                  <a:pt x="467" y="314"/>
                  <a:pt x="468" y="313"/>
                  <a:pt x="468" y="313"/>
                </a:cubicBezTo>
                <a:close/>
                <a:moveTo>
                  <a:pt x="468" y="332"/>
                </a:moveTo>
                <a:cubicBezTo>
                  <a:pt x="468" y="347"/>
                  <a:pt x="468" y="347"/>
                  <a:pt x="468" y="347"/>
                </a:cubicBezTo>
                <a:cubicBezTo>
                  <a:pt x="468" y="347"/>
                  <a:pt x="467" y="347"/>
                  <a:pt x="467" y="346"/>
                </a:cubicBezTo>
                <a:cubicBezTo>
                  <a:pt x="467" y="346"/>
                  <a:pt x="467" y="346"/>
                  <a:pt x="467" y="346"/>
                </a:cubicBezTo>
                <a:cubicBezTo>
                  <a:pt x="467" y="335"/>
                  <a:pt x="467" y="335"/>
                  <a:pt x="467" y="335"/>
                </a:cubicBezTo>
                <a:cubicBezTo>
                  <a:pt x="468" y="334"/>
                  <a:pt x="468" y="333"/>
                  <a:pt x="468" y="332"/>
                </a:cubicBezTo>
                <a:close/>
                <a:moveTo>
                  <a:pt x="468" y="457"/>
                </a:moveTo>
                <a:cubicBezTo>
                  <a:pt x="468" y="464"/>
                  <a:pt x="468" y="464"/>
                  <a:pt x="468" y="464"/>
                </a:cubicBezTo>
                <a:cubicBezTo>
                  <a:pt x="468" y="464"/>
                  <a:pt x="467" y="465"/>
                  <a:pt x="467" y="465"/>
                </a:cubicBezTo>
                <a:cubicBezTo>
                  <a:pt x="467" y="458"/>
                  <a:pt x="467" y="458"/>
                  <a:pt x="467" y="458"/>
                </a:cubicBezTo>
                <a:cubicBezTo>
                  <a:pt x="468" y="457"/>
                  <a:pt x="468" y="457"/>
                  <a:pt x="468" y="457"/>
                </a:cubicBezTo>
                <a:close/>
                <a:moveTo>
                  <a:pt x="468" y="468"/>
                </a:moveTo>
                <a:cubicBezTo>
                  <a:pt x="468" y="473"/>
                  <a:pt x="468" y="473"/>
                  <a:pt x="468" y="473"/>
                </a:cubicBezTo>
                <a:cubicBezTo>
                  <a:pt x="467" y="473"/>
                  <a:pt x="467" y="473"/>
                  <a:pt x="467" y="473"/>
                </a:cubicBezTo>
                <a:cubicBezTo>
                  <a:pt x="467" y="468"/>
                  <a:pt x="467" y="468"/>
                  <a:pt x="467" y="468"/>
                </a:cubicBezTo>
                <a:cubicBezTo>
                  <a:pt x="468" y="468"/>
                  <a:pt x="468" y="468"/>
                  <a:pt x="468" y="468"/>
                </a:cubicBezTo>
                <a:close/>
                <a:moveTo>
                  <a:pt x="468" y="478"/>
                </a:moveTo>
                <a:cubicBezTo>
                  <a:pt x="468" y="491"/>
                  <a:pt x="468" y="491"/>
                  <a:pt x="468" y="491"/>
                </a:cubicBezTo>
                <a:cubicBezTo>
                  <a:pt x="467" y="490"/>
                  <a:pt x="467" y="490"/>
                  <a:pt x="467" y="490"/>
                </a:cubicBezTo>
                <a:cubicBezTo>
                  <a:pt x="467" y="478"/>
                  <a:pt x="467" y="478"/>
                  <a:pt x="467" y="478"/>
                </a:cubicBezTo>
                <a:cubicBezTo>
                  <a:pt x="468" y="478"/>
                  <a:pt x="468" y="478"/>
                  <a:pt x="468" y="478"/>
                </a:cubicBezTo>
                <a:close/>
                <a:moveTo>
                  <a:pt x="468" y="527"/>
                </a:moveTo>
                <a:cubicBezTo>
                  <a:pt x="468" y="536"/>
                  <a:pt x="468" y="536"/>
                  <a:pt x="468" y="536"/>
                </a:cubicBezTo>
                <a:cubicBezTo>
                  <a:pt x="468" y="536"/>
                  <a:pt x="467" y="536"/>
                  <a:pt x="467" y="537"/>
                </a:cubicBezTo>
                <a:cubicBezTo>
                  <a:pt x="467" y="528"/>
                  <a:pt x="467" y="528"/>
                  <a:pt x="467" y="528"/>
                </a:cubicBezTo>
                <a:cubicBezTo>
                  <a:pt x="467" y="528"/>
                  <a:pt x="468" y="527"/>
                  <a:pt x="468" y="527"/>
                </a:cubicBezTo>
                <a:close/>
                <a:moveTo>
                  <a:pt x="468" y="542"/>
                </a:moveTo>
                <a:cubicBezTo>
                  <a:pt x="468" y="551"/>
                  <a:pt x="468" y="551"/>
                  <a:pt x="468" y="551"/>
                </a:cubicBezTo>
                <a:cubicBezTo>
                  <a:pt x="467" y="551"/>
                  <a:pt x="467" y="551"/>
                  <a:pt x="467" y="551"/>
                </a:cubicBezTo>
                <a:cubicBezTo>
                  <a:pt x="467" y="542"/>
                  <a:pt x="467" y="542"/>
                  <a:pt x="467" y="542"/>
                </a:cubicBezTo>
                <a:cubicBezTo>
                  <a:pt x="468" y="542"/>
                  <a:pt x="468" y="542"/>
                  <a:pt x="468" y="542"/>
                </a:cubicBezTo>
                <a:close/>
                <a:moveTo>
                  <a:pt x="468" y="556"/>
                </a:moveTo>
                <a:cubicBezTo>
                  <a:pt x="468" y="566"/>
                  <a:pt x="468" y="566"/>
                  <a:pt x="468" y="566"/>
                </a:cubicBezTo>
                <a:cubicBezTo>
                  <a:pt x="467" y="567"/>
                  <a:pt x="467" y="567"/>
                  <a:pt x="467" y="567"/>
                </a:cubicBezTo>
                <a:cubicBezTo>
                  <a:pt x="467" y="556"/>
                  <a:pt x="467" y="556"/>
                  <a:pt x="467" y="556"/>
                </a:cubicBezTo>
                <a:cubicBezTo>
                  <a:pt x="468" y="556"/>
                  <a:pt x="468" y="556"/>
                  <a:pt x="468" y="556"/>
                </a:cubicBezTo>
                <a:close/>
                <a:moveTo>
                  <a:pt x="468" y="573"/>
                </a:moveTo>
                <a:cubicBezTo>
                  <a:pt x="468" y="585"/>
                  <a:pt x="468" y="585"/>
                  <a:pt x="468" y="585"/>
                </a:cubicBezTo>
                <a:cubicBezTo>
                  <a:pt x="467" y="585"/>
                  <a:pt x="467" y="585"/>
                  <a:pt x="467" y="585"/>
                </a:cubicBezTo>
                <a:cubicBezTo>
                  <a:pt x="467" y="573"/>
                  <a:pt x="467" y="573"/>
                  <a:pt x="467" y="573"/>
                </a:cubicBezTo>
                <a:cubicBezTo>
                  <a:pt x="468" y="573"/>
                  <a:pt x="468" y="573"/>
                  <a:pt x="468" y="573"/>
                </a:cubicBezTo>
                <a:close/>
                <a:moveTo>
                  <a:pt x="468" y="599"/>
                </a:moveTo>
                <a:cubicBezTo>
                  <a:pt x="468" y="608"/>
                  <a:pt x="468" y="608"/>
                  <a:pt x="468" y="608"/>
                </a:cubicBezTo>
                <a:cubicBezTo>
                  <a:pt x="468" y="608"/>
                  <a:pt x="467" y="608"/>
                  <a:pt x="467" y="608"/>
                </a:cubicBezTo>
                <a:cubicBezTo>
                  <a:pt x="467" y="600"/>
                  <a:pt x="467" y="600"/>
                  <a:pt x="467" y="600"/>
                </a:cubicBezTo>
                <a:cubicBezTo>
                  <a:pt x="468" y="599"/>
                  <a:pt x="468" y="599"/>
                  <a:pt x="468" y="599"/>
                </a:cubicBezTo>
                <a:close/>
                <a:moveTo>
                  <a:pt x="468" y="622"/>
                </a:moveTo>
                <a:cubicBezTo>
                  <a:pt x="468" y="629"/>
                  <a:pt x="468" y="629"/>
                  <a:pt x="468" y="629"/>
                </a:cubicBezTo>
                <a:cubicBezTo>
                  <a:pt x="467" y="629"/>
                  <a:pt x="467" y="629"/>
                  <a:pt x="467" y="629"/>
                </a:cubicBezTo>
                <a:cubicBezTo>
                  <a:pt x="467" y="621"/>
                  <a:pt x="467" y="621"/>
                  <a:pt x="467" y="621"/>
                </a:cubicBezTo>
                <a:cubicBezTo>
                  <a:pt x="468" y="622"/>
                  <a:pt x="468" y="622"/>
                  <a:pt x="468" y="622"/>
                </a:cubicBezTo>
                <a:cubicBezTo>
                  <a:pt x="468" y="622"/>
                  <a:pt x="468" y="622"/>
                  <a:pt x="468" y="622"/>
                </a:cubicBezTo>
                <a:close/>
                <a:moveTo>
                  <a:pt x="468" y="742"/>
                </a:moveTo>
                <a:cubicBezTo>
                  <a:pt x="468" y="750"/>
                  <a:pt x="468" y="750"/>
                  <a:pt x="468" y="750"/>
                </a:cubicBezTo>
                <a:cubicBezTo>
                  <a:pt x="467" y="750"/>
                  <a:pt x="467" y="750"/>
                  <a:pt x="467" y="750"/>
                </a:cubicBezTo>
                <a:cubicBezTo>
                  <a:pt x="467" y="743"/>
                  <a:pt x="467" y="743"/>
                  <a:pt x="467" y="743"/>
                </a:cubicBezTo>
                <a:cubicBezTo>
                  <a:pt x="468" y="742"/>
                  <a:pt x="468" y="742"/>
                  <a:pt x="468" y="742"/>
                </a:cubicBezTo>
                <a:close/>
                <a:moveTo>
                  <a:pt x="468" y="760"/>
                </a:moveTo>
                <a:cubicBezTo>
                  <a:pt x="468" y="773"/>
                  <a:pt x="468" y="773"/>
                  <a:pt x="468" y="773"/>
                </a:cubicBezTo>
                <a:cubicBezTo>
                  <a:pt x="467" y="771"/>
                  <a:pt x="467" y="771"/>
                  <a:pt x="467" y="771"/>
                </a:cubicBezTo>
                <a:cubicBezTo>
                  <a:pt x="467" y="759"/>
                  <a:pt x="467" y="759"/>
                  <a:pt x="467" y="759"/>
                </a:cubicBezTo>
                <a:cubicBezTo>
                  <a:pt x="468" y="760"/>
                  <a:pt x="468" y="760"/>
                  <a:pt x="468" y="760"/>
                </a:cubicBezTo>
                <a:close/>
                <a:moveTo>
                  <a:pt x="467" y="379"/>
                </a:moveTo>
                <a:cubicBezTo>
                  <a:pt x="467" y="379"/>
                  <a:pt x="467" y="379"/>
                  <a:pt x="467" y="379"/>
                </a:cubicBezTo>
                <a:cubicBezTo>
                  <a:pt x="468" y="379"/>
                  <a:pt x="468" y="379"/>
                  <a:pt x="468" y="379"/>
                </a:cubicBezTo>
                <a:lnTo>
                  <a:pt x="467" y="379"/>
                </a:lnTo>
                <a:close/>
                <a:moveTo>
                  <a:pt x="458" y="5"/>
                </a:moveTo>
                <a:cubicBezTo>
                  <a:pt x="461" y="6"/>
                  <a:pt x="464" y="6"/>
                  <a:pt x="467" y="6"/>
                </a:cubicBezTo>
                <a:cubicBezTo>
                  <a:pt x="467" y="15"/>
                  <a:pt x="467" y="15"/>
                  <a:pt x="467" y="15"/>
                </a:cubicBezTo>
                <a:cubicBezTo>
                  <a:pt x="465" y="14"/>
                  <a:pt x="461" y="14"/>
                  <a:pt x="458" y="14"/>
                </a:cubicBezTo>
                <a:cubicBezTo>
                  <a:pt x="458" y="5"/>
                  <a:pt x="458" y="5"/>
                  <a:pt x="458" y="5"/>
                </a:cubicBezTo>
                <a:close/>
                <a:moveTo>
                  <a:pt x="467" y="787"/>
                </a:moveTo>
                <a:cubicBezTo>
                  <a:pt x="464" y="788"/>
                  <a:pt x="461" y="788"/>
                  <a:pt x="458" y="789"/>
                </a:cubicBezTo>
                <a:cubicBezTo>
                  <a:pt x="458" y="781"/>
                  <a:pt x="458" y="781"/>
                  <a:pt x="458" y="781"/>
                </a:cubicBezTo>
                <a:cubicBezTo>
                  <a:pt x="461" y="781"/>
                  <a:pt x="464" y="781"/>
                  <a:pt x="467" y="780"/>
                </a:cubicBezTo>
                <a:cubicBezTo>
                  <a:pt x="467" y="787"/>
                  <a:pt x="467" y="787"/>
                  <a:pt x="467" y="787"/>
                </a:cubicBezTo>
                <a:close/>
                <a:moveTo>
                  <a:pt x="467" y="41"/>
                </a:moveTo>
                <a:cubicBezTo>
                  <a:pt x="467" y="52"/>
                  <a:pt x="467" y="52"/>
                  <a:pt x="467" y="52"/>
                </a:cubicBezTo>
                <a:cubicBezTo>
                  <a:pt x="466" y="51"/>
                  <a:pt x="465" y="51"/>
                  <a:pt x="464" y="50"/>
                </a:cubicBezTo>
                <a:cubicBezTo>
                  <a:pt x="462" y="50"/>
                  <a:pt x="460" y="50"/>
                  <a:pt x="458" y="50"/>
                </a:cubicBezTo>
                <a:cubicBezTo>
                  <a:pt x="458" y="20"/>
                  <a:pt x="458" y="20"/>
                  <a:pt x="458" y="20"/>
                </a:cubicBezTo>
                <a:cubicBezTo>
                  <a:pt x="461" y="27"/>
                  <a:pt x="464" y="34"/>
                  <a:pt x="467" y="41"/>
                </a:cubicBezTo>
                <a:close/>
                <a:moveTo>
                  <a:pt x="467" y="77"/>
                </a:moveTo>
                <a:cubicBezTo>
                  <a:pt x="467" y="131"/>
                  <a:pt x="467" y="131"/>
                  <a:pt x="467" y="131"/>
                </a:cubicBezTo>
                <a:cubicBezTo>
                  <a:pt x="466" y="131"/>
                  <a:pt x="465" y="130"/>
                  <a:pt x="464" y="130"/>
                </a:cubicBezTo>
                <a:cubicBezTo>
                  <a:pt x="465" y="131"/>
                  <a:pt x="466" y="133"/>
                  <a:pt x="467" y="133"/>
                </a:cubicBezTo>
                <a:cubicBezTo>
                  <a:pt x="467" y="146"/>
                  <a:pt x="467" y="146"/>
                  <a:pt x="467" y="146"/>
                </a:cubicBezTo>
                <a:cubicBezTo>
                  <a:pt x="465" y="145"/>
                  <a:pt x="463" y="144"/>
                  <a:pt x="461" y="143"/>
                </a:cubicBezTo>
                <a:cubicBezTo>
                  <a:pt x="460" y="146"/>
                  <a:pt x="459" y="148"/>
                  <a:pt x="458" y="149"/>
                </a:cubicBezTo>
                <a:cubicBezTo>
                  <a:pt x="458" y="113"/>
                  <a:pt x="458" y="113"/>
                  <a:pt x="458" y="113"/>
                </a:cubicBezTo>
                <a:cubicBezTo>
                  <a:pt x="459" y="111"/>
                  <a:pt x="459" y="110"/>
                  <a:pt x="462" y="99"/>
                </a:cubicBezTo>
                <a:cubicBezTo>
                  <a:pt x="460" y="99"/>
                  <a:pt x="459" y="99"/>
                  <a:pt x="458" y="99"/>
                </a:cubicBezTo>
                <a:cubicBezTo>
                  <a:pt x="458" y="70"/>
                  <a:pt x="458" y="70"/>
                  <a:pt x="458" y="70"/>
                </a:cubicBezTo>
                <a:cubicBezTo>
                  <a:pt x="459" y="70"/>
                  <a:pt x="460" y="71"/>
                  <a:pt x="462" y="72"/>
                </a:cubicBezTo>
                <a:cubicBezTo>
                  <a:pt x="462" y="73"/>
                  <a:pt x="462" y="74"/>
                  <a:pt x="462" y="75"/>
                </a:cubicBezTo>
                <a:cubicBezTo>
                  <a:pt x="464" y="76"/>
                  <a:pt x="465" y="76"/>
                  <a:pt x="467" y="77"/>
                </a:cubicBezTo>
                <a:close/>
                <a:moveTo>
                  <a:pt x="467" y="176"/>
                </a:moveTo>
                <a:cubicBezTo>
                  <a:pt x="467" y="190"/>
                  <a:pt x="467" y="190"/>
                  <a:pt x="467" y="190"/>
                </a:cubicBezTo>
                <a:cubicBezTo>
                  <a:pt x="466" y="184"/>
                  <a:pt x="464" y="180"/>
                  <a:pt x="458" y="178"/>
                </a:cubicBezTo>
                <a:cubicBezTo>
                  <a:pt x="458" y="172"/>
                  <a:pt x="458" y="172"/>
                  <a:pt x="458" y="172"/>
                </a:cubicBezTo>
                <a:cubicBezTo>
                  <a:pt x="461" y="173"/>
                  <a:pt x="463" y="174"/>
                  <a:pt x="465" y="175"/>
                </a:cubicBezTo>
                <a:cubicBezTo>
                  <a:pt x="466" y="175"/>
                  <a:pt x="467" y="175"/>
                  <a:pt x="467" y="176"/>
                </a:cubicBezTo>
                <a:close/>
                <a:moveTo>
                  <a:pt x="467" y="199"/>
                </a:moveTo>
                <a:cubicBezTo>
                  <a:pt x="467" y="203"/>
                  <a:pt x="467" y="203"/>
                  <a:pt x="467" y="203"/>
                </a:cubicBezTo>
                <a:cubicBezTo>
                  <a:pt x="464" y="202"/>
                  <a:pt x="461" y="201"/>
                  <a:pt x="458" y="200"/>
                </a:cubicBezTo>
                <a:cubicBezTo>
                  <a:pt x="458" y="193"/>
                  <a:pt x="458" y="193"/>
                  <a:pt x="458" y="193"/>
                </a:cubicBezTo>
                <a:cubicBezTo>
                  <a:pt x="459" y="195"/>
                  <a:pt x="462" y="197"/>
                  <a:pt x="465" y="199"/>
                </a:cubicBezTo>
                <a:cubicBezTo>
                  <a:pt x="467" y="199"/>
                  <a:pt x="467" y="199"/>
                  <a:pt x="467" y="199"/>
                </a:cubicBezTo>
                <a:close/>
                <a:moveTo>
                  <a:pt x="467" y="218"/>
                </a:moveTo>
                <a:cubicBezTo>
                  <a:pt x="467" y="237"/>
                  <a:pt x="467" y="237"/>
                  <a:pt x="467" y="237"/>
                </a:cubicBezTo>
                <a:cubicBezTo>
                  <a:pt x="464" y="236"/>
                  <a:pt x="461" y="235"/>
                  <a:pt x="458" y="234"/>
                </a:cubicBezTo>
                <a:cubicBezTo>
                  <a:pt x="458" y="224"/>
                  <a:pt x="458" y="224"/>
                  <a:pt x="458" y="224"/>
                </a:cubicBezTo>
                <a:cubicBezTo>
                  <a:pt x="459" y="224"/>
                  <a:pt x="459" y="224"/>
                  <a:pt x="460" y="224"/>
                </a:cubicBezTo>
                <a:cubicBezTo>
                  <a:pt x="463" y="221"/>
                  <a:pt x="464" y="220"/>
                  <a:pt x="467" y="218"/>
                </a:cubicBezTo>
                <a:close/>
                <a:moveTo>
                  <a:pt x="467" y="247"/>
                </a:moveTo>
                <a:cubicBezTo>
                  <a:pt x="467" y="258"/>
                  <a:pt x="467" y="258"/>
                  <a:pt x="467" y="258"/>
                </a:cubicBezTo>
                <a:cubicBezTo>
                  <a:pt x="464" y="257"/>
                  <a:pt x="461" y="256"/>
                  <a:pt x="458" y="256"/>
                </a:cubicBezTo>
                <a:cubicBezTo>
                  <a:pt x="458" y="245"/>
                  <a:pt x="458" y="245"/>
                  <a:pt x="458" y="245"/>
                </a:cubicBezTo>
                <a:cubicBezTo>
                  <a:pt x="461" y="246"/>
                  <a:pt x="465" y="246"/>
                  <a:pt x="467" y="247"/>
                </a:cubicBezTo>
                <a:close/>
                <a:moveTo>
                  <a:pt x="467" y="265"/>
                </a:moveTo>
                <a:cubicBezTo>
                  <a:pt x="467" y="273"/>
                  <a:pt x="467" y="273"/>
                  <a:pt x="467" y="273"/>
                </a:cubicBezTo>
                <a:cubicBezTo>
                  <a:pt x="464" y="273"/>
                  <a:pt x="461" y="272"/>
                  <a:pt x="458" y="271"/>
                </a:cubicBezTo>
                <a:cubicBezTo>
                  <a:pt x="458" y="263"/>
                  <a:pt x="458" y="263"/>
                  <a:pt x="458" y="263"/>
                </a:cubicBezTo>
                <a:cubicBezTo>
                  <a:pt x="461" y="264"/>
                  <a:pt x="464" y="264"/>
                  <a:pt x="467" y="265"/>
                </a:cubicBezTo>
                <a:close/>
                <a:moveTo>
                  <a:pt x="467" y="283"/>
                </a:moveTo>
                <a:cubicBezTo>
                  <a:pt x="467" y="293"/>
                  <a:pt x="467" y="293"/>
                  <a:pt x="467" y="293"/>
                </a:cubicBezTo>
                <a:cubicBezTo>
                  <a:pt x="466" y="294"/>
                  <a:pt x="464" y="295"/>
                  <a:pt x="462" y="296"/>
                </a:cubicBezTo>
                <a:cubicBezTo>
                  <a:pt x="461" y="295"/>
                  <a:pt x="459" y="295"/>
                  <a:pt x="458" y="294"/>
                </a:cubicBezTo>
                <a:cubicBezTo>
                  <a:pt x="458" y="285"/>
                  <a:pt x="458" y="285"/>
                  <a:pt x="458" y="285"/>
                </a:cubicBezTo>
                <a:cubicBezTo>
                  <a:pt x="461" y="285"/>
                  <a:pt x="465" y="285"/>
                  <a:pt x="467" y="283"/>
                </a:cubicBezTo>
                <a:close/>
                <a:moveTo>
                  <a:pt x="467" y="314"/>
                </a:moveTo>
                <a:cubicBezTo>
                  <a:pt x="467" y="325"/>
                  <a:pt x="467" y="325"/>
                  <a:pt x="467" y="325"/>
                </a:cubicBezTo>
                <a:cubicBezTo>
                  <a:pt x="467" y="324"/>
                  <a:pt x="465" y="322"/>
                  <a:pt x="464" y="320"/>
                </a:cubicBezTo>
                <a:cubicBezTo>
                  <a:pt x="463" y="328"/>
                  <a:pt x="461" y="333"/>
                  <a:pt x="465" y="339"/>
                </a:cubicBezTo>
                <a:cubicBezTo>
                  <a:pt x="466" y="338"/>
                  <a:pt x="467" y="336"/>
                  <a:pt x="467" y="335"/>
                </a:cubicBezTo>
                <a:cubicBezTo>
                  <a:pt x="467" y="346"/>
                  <a:pt x="467" y="346"/>
                  <a:pt x="467" y="346"/>
                </a:cubicBezTo>
                <a:cubicBezTo>
                  <a:pt x="466" y="341"/>
                  <a:pt x="461" y="340"/>
                  <a:pt x="459" y="334"/>
                </a:cubicBezTo>
                <a:cubicBezTo>
                  <a:pt x="458" y="334"/>
                  <a:pt x="458" y="334"/>
                  <a:pt x="458" y="334"/>
                </a:cubicBezTo>
                <a:cubicBezTo>
                  <a:pt x="458" y="329"/>
                  <a:pt x="458" y="329"/>
                  <a:pt x="458" y="329"/>
                </a:cubicBezTo>
                <a:cubicBezTo>
                  <a:pt x="459" y="324"/>
                  <a:pt x="460" y="321"/>
                  <a:pt x="458" y="318"/>
                </a:cubicBezTo>
                <a:cubicBezTo>
                  <a:pt x="458" y="312"/>
                  <a:pt x="458" y="312"/>
                  <a:pt x="458" y="312"/>
                </a:cubicBezTo>
                <a:cubicBezTo>
                  <a:pt x="460" y="313"/>
                  <a:pt x="462" y="315"/>
                  <a:pt x="463" y="317"/>
                </a:cubicBezTo>
                <a:cubicBezTo>
                  <a:pt x="465" y="316"/>
                  <a:pt x="466" y="315"/>
                  <a:pt x="467" y="314"/>
                </a:cubicBezTo>
                <a:close/>
                <a:moveTo>
                  <a:pt x="467" y="379"/>
                </a:moveTo>
                <a:cubicBezTo>
                  <a:pt x="467" y="379"/>
                  <a:pt x="467" y="379"/>
                  <a:pt x="467" y="379"/>
                </a:cubicBezTo>
                <a:cubicBezTo>
                  <a:pt x="458" y="386"/>
                  <a:pt x="458" y="386"/>
                  <a:pt x="458" y="386"/>
                </a:cubicBezTo>
                <a:cubicBezTo>
                  <a:pt x="458" y="379"/>
                  <a:pt x="458" y="379"/>
                  <a:pt x="458" y="379"/>
                </a:cubicBezTo>
                <a:cubicBezTo>
                  <a:pt x="467" y="379"/>
                  <a:pt x="467" y="379"/>
                  <a:pt x="467" y="379"/>
                </a:cubicBezTo>
                <a:close/>
                <a:moveTo>
                  <a:pt x="467" y="458"/>
                </a:moveTo>
                <a:cubicBezTo>
                  <a:pt x="467" y="465"/>
                  <a:pt x="467" y="465"/>
                  <a:pt x="467" y="465"/>
                </a:cubicBezTo>
                <a:cubicBezTo>
                  <a:pt x="466" y="465"/>
                  <a:pt x="465" y="466"/>
                  <a:pt x="464" y="467"/>
                </a:cubicBezTo>
                <a:cubicBezTo>
                  <a:pt x="465" y="467"/>
                  <a:pt x="466" y="468"/>
                  <a:pt x="467" y="468"/>
                </a:cubicBezTo>
                <a:cubicBezTo>
                  <a:pt x="467" y="473"/>
                  <a:pt x="467" y="473"/>
                  <a:pt x="467" y="473"/>
                </a:cubicBezTo>
                <a:cubicBezTo>
                  <a:pt x="464" y="472"/>
                  <a:pt x="461" y="472"/>
                  <a:pt x="458" y="473"/>
                </a:cubicBezTo>
                <a:cubicBezTo>
                  <a:pt x="458" y="469"/>
                  <a:pt x="458" y="469"/>
                  <a:pt x="458" y="469"/>
                </a:cubicBezTo>
                <a:cubicBezTo>
                  <a:pt x="462" y="465"/>
                  <a:pt x="464" y="462"/>
                  <a:pt x="467" y="458"/>
                </a:cubicBezTo>
                <a:close/>
                <a:moveTo>
                  <a:pt x="467" y="478"/>
                </a:moveTo>
                <a:cubicBezTo>
                  <a:pt x="467" y="490"/>
                  <a:pt x="467" y="490"/>
                  <a:pt x="467" y="490"/>
                </a:cubicBezTo>
                <a:cubicBezTo>
                  <a:pt x="465" y="488"/>
                  <a:pt x="465" y="488"/>
                  <a:pt x="465" y="488"/>
                </a:cubicBezTo>
                <a:cubicBezTo>
                  <a:pt x="465" y="488"/>
                  <a:pt x="464" y="488"/>
                  <a:pt x="463" y="488"/>
                </a:cubicBezTo>
                <a:cubicBezTo>
                  <a:pt x="461" y="489"/>
                  <a:pt x="460" y="491"/>
                  <a:pt x="458" y="492"/>
                </a:cubicBezTo>
                <a:cubicBezTo>
                  <a:pt x="458" y="486"/>
                  <a:pt x="458" y="486"/>
                  <a:pt x="458" y="486"/>
                </a:cubicBezTo>
                <a:cubicBezTo>
                  <a:pt x="460" y="486"/>
                  <a:pt x="461" y="485"/>
                  <a:pt x="463" y="483"/>
                </a:cubicBezTo>
                <a:cubicBezTo>
                  <a:pt x="461" y="482"/>
                  <a:pt x="459" y="482"/>
                  <a:pt x="458" y="481"/>
                </a:cubicBezTo>
                <a:cubicBezTo>
                  <a:pt x="458" y="476"/>
                  <a:pt x="458" y="476"/>
                  <a:pt x="458" y="476"/>
                </a:cubicBezTo>
                <a:cubicBezTo>
                  <a:pt x="461" y="477"/>
                  <a:pt x="463" y="478"/>
                  <a:pt x="465" y="479"/>
                </a:cubicBezTo>
                <a:cubicBezTo>
                  <a:pt x="467" y="478"/>
                  <a:pt x="467" y="478"/>
                  <a:pt x="467" y="478"/>
                </a:cubicBezTo>
                <a:close/>
                <a:moveTo>
                  <a:pt x="467" y="528"/>
                </a:moveTo>
                <a:cubicBezTo>
                  <a:pt x="467" y="537"/>
                  <a:pt x="467" y="537"/>
                  <a:pt x="467" y="537"/>
                </a:cubicBezTo>
                <a:cubicBezTo>
                  <a:pt x="464" y="537"/>
                  <a:pt x="461" y="539"/>
                  <a:pt x="458" y="541"/>
                </a:cubicBezTo>
                <a:cubicBezTo>
                  <a:pt x="458" y="533"/>
                  <a:pt x="458" y="533"/>
                  <a:pt x="458" y="533"/>
                </a:cubicBezTo>
                <a:cubicBezTo>
                  <a:pt x="461" y="531"/>
                  <a:pt x="464" y="529"/>
                  <a:pt x="467" y="528"/>
                </a:cubicBezTo>
                <a:close/>
                <a:moveTo>
                  <a:pt x="467" y="542"/>
                </a:moveTo>
                <a:cubicBezTo>
                  <a:pt x="467" y="551"/>
                  <a:pt x="467" y="551"/>
                  <a:pt x="467" y="551"/>
                </a:cubicBezTo>
                <a:cubicBezTo>
                  <a:pt x="464" y="553"/>
                  <a:pt x="461" y="555"/>
                  <a:pt x="458" y="557"/>
                </a:cubicBezTo>
                <a:cubicBezTo>
                  <a:pt x="458" y="547"/>
                  <a:pt x="458" y="547"/>
                  <a:pt x="458" y="547"/>
                </a:cubicBezTo>
                <a:cubicBezTo>
                  <a:pt x="460" y="546"/>
                  <a:pt x="463" y="544"/>
                  <a:pt x="467" y="542"/>
                </a:cubicBezTo>
                <a:close/>
                <a:moveTo>
                  <a:pt x="467" y="556"/>
                </a:moveTo>
                <a:cubicBezTo>
                  <a:pt x="464" y="558"/>
                  <a:pt x="461" y="559"/>
                  <a:pt x="458" y="561"/>
                </a:cubicBezTo>
                <a:cubicBezTo>
                  <a:pt x="458" y="571"/>
                  <a:pt x="458" y="571"/>
                  <a:pt x="458" y="571"/>
                </a:cubicBezTo>
                <a:cubicBezTo>
                  <a:pt x="461" y="570"/>
                  <a:pt x="464" y="568"/>
                  <a:pt x="467" y="567"/>
                </a:cubicBezTo>
                <a:cubicBezTo>
                  <a:pt x="467" y="556"/>
                  <a:pt x="467" y="556"/>
                  <a:pt x="467" y="556"/>
                </a:cubicBezTo>
                <a:close/>
                <a:moveTo>
                  <a:pt x="467" y="573"/>
                </a:moveTo>
                <a:cubicBezTo>
                  <a:pt x="467" y="585"/>
                  <a:pt x="467" y="585"/>
                  <a:pt x="467" y="585"/>
                </a:cubicBezTo>
                <a:cubicBezTo>
                  <a:pt x="463" y="586"/>
                  <a:pt x="460" y="587"/>
                  <a:pt x="458" y="588"/>
                </a:cubicBezTo>
                <a:cubicBezTo>
                  <a:pt x="458" y="578"/>
                  <a:pt x="458" y="578"/>
                  <a:pt x="458" y="578"/>
                </a:cubicBezTo>
                <a:cubicBezTo>
                  <a:pt x="461" y="576"/>
                  <a:pt x="464" y="575"/>
                  <a:pt x="467" y="573"/>
                </a:cubicBezTo>
                <a:close/>
                <a:moveTo>
                  <a:pt x="467" y="600"/>
                </a:moveTo>
                <a:cubicBezTo>
                  <a:pt x="467" y="608"/>
                  <a:pt x="467" y="608"/>
                  <a:pt x="467" y="608"/>
                </a:cubicBezTo>
                <a:cubicBezTo>
                  <a:pt x="464" y="607"/>
                  <a:pt x="461" y="607"/>
                  <a:pt x="458" y="608"/>
                </a:cubicBezTo>
                <a:cubicBezTo>
                  <a:pt x="458" y="603"/>
                  <a:pt x="458" y="603"/>
                  <a:pt x="458" y="603"/>
                </a:cubicBezTo>
                <a:cubicBezTo>
                  <a:pt x="461" y="602"/>
                  <a:pt x="464" y="601"/>
                  <a:pt x="467" y="600"/>
                </a:cubicBezTo>
                <a:close/>
                <a:moveTo>
                  <a:pt x="467" y="621"/>
                </a:moveTo>
                <a:cubicBezTo>
                  <a:pt x="467" y="629"/>
                  <a:pt x="467" y="629"/>
                  <a:pt x="467" y="629"/>
                </a:cubicBezTo>
                <a:cubicBezTo>
                  <a:pt x="464" y="630"/>
                  <a:pt x="461" y="630"/>
                  <a:pt x="458" y="631"/>
                </a:cubicBezTo>
                <a:cubicBezTo>
                  <a:pt x="458" y="626"/>
                  <a:pt x="458" y="626"/>
                  <a:pt x="458" y="626"/>
                </a:cubicBezTo>
                <a:cubicBezTo>
                  <a:pt x="459" y="625"/>
                  <a:pt x="461" y="625"/>
                  <a:pt x="462" y="624"/>
                </a:cubicBezTo>
                <a:cubicBezTo>
                  <a:pt x="461" y="623"/>
                  <a:pt x="459" y="622"/>
                  <a:pt x="458" y="621"/>
                </a:cubicBezTo>
                <a:cubicBezTo>
                  <a:pt x="458" y="613"/>
                  <a:pt x="458" y="613"/>
                  <a:pt x="458" y="613"/>
                </a:cubicBezTo>
                <a:cubicBezTo>
                  <a:pt x="461" y="616"/>
                  <a:pt x="464" y="618"/>
                  <a:pt x="467" y="621"/>
                </a:cubicBezTo>
                <a:close/>
                <a:moveTo>
                  <a:pt x="467" y="743"/>
                </a:moveTo>
                <a:cubicBezTo>
                  <a:pt x="467" y="750"/>
                  <a:pt x="467" y="750"/>
                  <a:pt x="467" y="750"/>
                </a:cubicBezTo>
                <a:cubicBezTo>
                  <a:pt x="465" y="750"/>
                  <a:pt x="463" y="751"/>
                  <a:pt x="461" y="752"/>
                </a:cubicBezTo>
                <a:cubicBezTo>
                  <a:pt x="463" y="754"/>
                  <a:pt x="465" y="757"/>
                  <a:pt x="467" y="759"/>
                </a:cubicBezTo>
                <a:cubicBezTo>
                  <a:pt x="467" y="771"/>
                  <a:pt x="467" y="771"/>
                  <a:pt x="467" y="771"/>
                </a:cubicBezTo>
                <a:cubicBezTo>
                  <a:pt x="463" y="767"/>
                  <a:pt x="461" y="764"/>
                  <a:pt x="458" y="762"/>
                </a:cubicBezTo>
                <a:cubicBezTo>
                  <a:pt x="458" y="745"/>
                  <a:pt x="458" y="745"/>
                  <a:pt x="458" y="745"/>
                </a:cubicBezTo>
                <a:cubicBezTo>
                  <a:pt x="461" y="744"/>
                  <a:pt x="464" y="743"/>
                  <a:pt x="467" y="743"/>
                </a:cubicBezTo>
                <a:close/>
                <a:moveTo>
                  <a:pt x="458" y="706"/>
                </a:moveTo>
                <a:cubicBezTo>
                  <a:pt x="458" y="666"/>
                  <a:pt x="458" y="666"/>
                  <a:pt x="458" y="666"/>
                </a:cubicBezTo>
                <a:cubicBezTo>
                  <a:pt x="459" y="666"/>
                  <a:pt x="459" y="666"/>
                  <a:pt x="459" y="666"/>
                </a:cubicBezTo>
                <a:cubicBezTo>
                  <a:pt x="461" y="679"/>
                  <a:pt x="464" y="692"/>
                  <a:pt x="467" y="705"/>
                </a:cubicBezTo>
                <a:cubicBezTo>
                  <a:pt x="464" y="705"/>
                  <a:pt x="461" y="706"/>
                  <a:pt x="458" y="706"/>
                </a:cubicBezTo>
                <a:close/>
                <a:moveTo>
                  <a:pt x="458" y="526"/>
                </a:moveTo>
                <a:cubicBezTo>
                  <a:pt x="458" y="511"/>
                  <a:pt x="458" y="511"/>
                  <a:pt x="458" y="511"/>
                </a:cubicBezTo>
                <a:cubicBezTo>
                  <a:pt x="459" y="510"/>
                  <a:pt x="459" y="510"/>
                  <a:pt x="460" y="509"/>
                </a:cubicBezTo>
                <a:cubicBezTo>
                  <a:pt x="461" y="509"/>
                  <a:pt x="461" y="510"/>
                  <a:pt x="462" y="510"/>
                </a:cubicBezTo>
                <a:cubicBezTo>
                  <a:pt x="463" y="515"/>
                  <a:pt x="464" y="524"/>
                  <a:pt x="458" y="526"/>
                </a:cubicBezTo>
                <a:close/>
                <a:moveTo>
                  <a:pt x="456" y="5"/>
                </a:moveTo>
                <a:cubicBezTo>
                  <a:pt x="458" y="5"/>
                  <a:pt x="458" y="5"/>
                  <a:pt x="458" y="5"/>
                </a:cubicBezTo>
                <a:cubicBezTo>
                  <a:pt x="458" y="14"/>
                  <a:pt x="458" y="14"/>
                  <a:pt x="458" y="14"/>
                </a:cubicBezTo>
                <a:cubicBezTo>
                  <a:pt x="457" y="14"/>
                  <a:pt x="457" y="14"/>
                  <a:pt x="456" y="14"/>
                </a:cubicBezTo>
                <a:cubicBezTo>
                  <a:pt x="456" y="5"/>
                  <a:pt x="456" y="5"/>
                  <a:pt x="456" y="5"/>
                </a:cubicBezTo>
                <a:close/>
                <a:moveTo>
                  <a:pt x="458" y="789"/>
                </a:moveTo>
                <a:cubicBezTo>
                  <a:pt x="457" y="789"/>
                  <a:pt x="457" y="789"/>
                  <a:pt x="456" y="789"/>
                </a:cubicBezTo>
                <a:cubicBezTo>
                  <a:pt x="456" y="781"/>
                  <a:pt x="456" y="781"/>
                  <a:pt x="456" y="781"/>
                </a:cubicBezTo>
                <a:cubicBezTo>
                  <a:pt x="457" y="781"/>
                  <a:pt x="457" y="781"/>
                  <a:pt x="458" y="781"/>
                </a:cubicBezTo>
                <a:cubicBezTo>
                  <a:pt x="458" y="789"/>
                  <a:pt x="458" y="789"/>
                  <a:pt x="458" y="789"/>
                </a:cubicBezTo>
                <a:close/>
                <a:moveTo>
                  <a:pt x="458" y="20"/>
                </a:moveTo>
                <a:cubicBezTo>
                  <a:pt x="458" y="50"/>
                  <a:pt x="458" y="50"/>
                  <a:pt x="458" y="50"/>
                </a:cubicBezTo>
                <a:cubicBezTo>
                  <a:pt x="456" y="50"/>
                  <a:pt x="456" y="50"/>
                  <a:pt x="456" y="50"/>
                </a:cubicBezTo>
                <a:cubicBezTo>
                  <a:pt x="456" y="42"/>
                  <a:pt x="456" y="42"/>
                  <a:pt x="456" y="42"/>
                </a:cubicBezTo>
                <a:cubicBezTo>
                  <a:pt x="457" y="42"/>
                  <a:pt x="457" y="42"/>
                  <a:pt x="457" y="42"/>
                </a:cubicBezTo>
                <a:cubicBezTo>
                  <a:pt x="457" y="41"/>
                  <a:pt x="456" y="40"/>
                  <a:pt x="456" y="40"/>
                </a:cubicBezTo>
                <a:cubicBezTo>
                  <a:pt x="456" y="16"/>
                  <a:pt x="456" y="16"/>
                  <a:pt x="456" y="16"/>
                </a:cubicBezTo>
                <a:cubicBezTo>
                  <a:pt x="458" y="20"/>
                  <a:pt x="458" y="20"/>
                  <a:pt x="458" y="20"/>
                </a:cubicBezTo>
                <a:close/>
                <a:moveTo>
                  <a:pt x="458" y="70"/>
                </a:moveTo>
                <a:cubicBezTo>
                  <a:pt x="458" y="99"/>
                  <a:pt x="458" y="99"/>
                  <a:pt x="458" y="99"/>
                </a:cubicBezTo>
                <a:cubicBezTo>
                  <a:pt x="456" y="98"/>
                  <a:pt x="456" y="98"/>
                  <a:pt x="456" y="98"/>
                </a:cubicBezTo>
                <a:cubicBezTo>
                  <a:pt x="456" y="70"/>
                  <a:pt x="456" y="70"/>
                  <a:pt x="456" y="70"/>
                </a:cubicBezTo>
                <a:cubicBezTo>
                  <a:pt x="457" y="70"/>
                  <a:pt x="457" y="70"/>
                  <a:pt x="458" y="70"/>
                </a:cubicBezTo>
                <a:close/>
                <a:moveTo>
                  <a:pt x="458" y="113"/>
                </a:moveTo>
                <a:cubicBezTo>
                  <a:pt x="458" y="149"/>
                  <a:pt x="458" y="149"/>
                  <a:pt x="458" y="149"/>
                </a:cubicBezTo>
                <a:cubicBezTo>
                  <a:pt x="457" y="150"/>
                  <a:pt x="457" y="151"/>
                  <a:pt x="456" y="152"/>
                </a:cubicBezTo>
                <a:cubicBezTo>
                  <a:pt x="456" y="129"/>
                  <a:pt x="456" y="129"/>
                  <a:pt x="456" y="129"/>
                </a:cubicBezTo>
                <a:cubicBezTo>
                  <a:pt x="456" y="129"/>
                  <a:pt x="456" y="129"/>
                  <a:pt x="456" y="129"/>
                </a:cubicBezTo>
                <a:cubicBezTo>
                  <a:pt x="456" y="128"/>
                  <a:pt x="456" y="127"/>
                  <a:pt x="456" y="126"/>
                </a:cubicBezTo>
                <a:cubicBezTo>
                  <a:pt x="456" y="126"/>
                  <a:pt x="456" y="126"/>
                  <a:pt x="456" y="126"/>
                </a:cubicBezTo>
                <a:cubicBezTo>
                  <a:pt x="456" y="114"/>
                  <a:pt x="456" y="114"/>
                  <a:pt x="456" y="114"/>
                </a:cubicBezTo>
                <a:cubicBezTo>
                  <a:pt x="457" y="114"/>
                  <a:pt x="457" y="114"/>
                  <a:pt x="457" y="114"/>
                </a:cubicBezTo>
                <a:cubicBezTo>
                  <a:pt x="458" y="113"/>
                  <a:pt x="458" y="113"/>
                  <a:pt x="458" y="113"/>
                </a:cubicBezTo>
                <a:close/>
                <a:moveTo>
                  <a:pt x="458" y="172"/>
                </a:moveTo>
                <a:cubicBezTo>
                  <a:pt x="458" y="178"/>
                  <a:pt x="458" y="178"/>
                  <a:pt x="458" y="178"/>
                </a:cubicBezTo>
                <a:cubicBezTo>
                  <a:pt x="457" y="178"/>
                  <a:pt x="457" y="177"/>
                  <a:pt x="456" y="177"/>
                </a:cubicBezTo>
                <a:cubicBezTo>
                  <a:pt x="456" y="171"/>
                  <a:pt x="456" y="171"/>
                  <a:pt x="456" y="171"/>
                </a:cubicBezTo>
                <a:cubicBezTo>
                  <a:pt x="457" y="171"/>
                  <a:pt x="457" y="172"/>
                  <a:pt x="458" y="172"/>
                </a:cubicBezTo>
                <a:close/>
                <a:moveTo>
                  <a:pt x="458" y="193"/>
                </a:moveTo>
                <a:cubicBezTo>
                  <a:pt x="458" y="200"/>
                  <a:pt x="458" y="200"/>
                  <a:pt x="458" y="200"/>
                </a:cubicBezTo>
                <a:cubicBezTo>
                  <a:pt x="457" y="200"/>
                  <a:pt x="457" y="200"/>
                  <a:pt x="456" y="200"/>
                </a:cubicBezTo>
                <a:cubicBezTo>
                  <a:pt x="456" y="190"/>
                  <a:pt x="456" y="190"/>
                  <a:pt x="456" y="190"/>
                </a:cubicBezTo>
                <a:cubicBezTo>
                  <a:pt x="457" y="191"/>
                  <a:pt x="457" y="192"/>
                  <a:pt x="458" y="193"/>
                </a:cubicBezTo>
                <a:close/>
                <a:moveTo>
                  <a:pt x="458" y="224"/>
                </a:moveTo>
                <a:cubicBezTo>
                  <a:pt x="458" y="234"/>
                  <a:pt x="458" y="234"/>
                  <a:pt x="458" y="234"/>
                </a:cubicBezTo>
                <a:cubicBezTo>
                  <a:pt x="457" y="234"/>
                  <a:pt x="457" y="234"/>
                  <a:pt x="456" y="234"/>
                </a:cubicBezTo>
                <a:cubicBezTo>
                  <a:pt x="456" y="224"/>
                  <a:pt x="456" y="224"/>
                  <a:pt x="456" y="224"/>
                </a:cubicBezTo>
                <a:cubicBezTo>
                  <a:pt x="457" y="224"/>
                  <a:pt x="457" y="224"/>
                  <a:pt x="458" y="224"/>
                </a:cubicBezTo>
                <a:close/>
                <a:moveTo>
                  <a:pt x="458" y="245"/>
                </a:moveTo>
                <a:cubicBezTo>
                  <a:pt x="458" y="256"/>
                  <a:pt x="458" y="256"/>
                  <a:pt x="458" y="256"/>
                </a:cubicBezTo>
                <a:cubicBezTo>
                  <a:pt x="457" y="256"/>
                  <a:pt x="457" y="255"/>
                  <a:pt x="456" y="255"/>
                </a:cubicBezTo>
                <a:cubicBezTo>
                  <a:pt x="456" y="245"/>
                  <a:pt x="456" y="245"/>
                  <a:pt x="456" y="245"/>
                </a:cubicBezTo>
                <a:cubicBezTo>
                  <a:pt x="458" y="245"/>
                  <a:pt x="458" y="245"/>
                  <a:pt x="458" y="245"/>
                </a:cubicBezTo>
                <a:close/>
                <a:moveTo>
                  <a:pt x="458" y="263"/>
                </a:moveTo>
                <a:cubicBezTo>
                  <a:pt x="458" y="271"/>
                  <a:pt x="458" y="271"/>
                  <a:pt x="458" y="271"/>
                </a:cubicBezTo>
                <a:cubicBezTo>
                  <a:pt x="456" y="271"/>
                  <a:pt x="456" y="271"/>
                  <a:pt x="456" y="271"/>
                </a:cubicBezTo>
                <a:cubicBezTo>
                  <a:pt x="456" y="262"/>
                  <a:pt x="456" y="262"/>
                  <a:pt x="456" y="262"/>
                </a:cubicBezTo>
                <a:cubicBezTo>
                  <a:pt x="458" y="263"/>
                  <a:pt x="458" y="263"/>
                  <a:pt x="458" y="263"/>
                </a:cubicBezTo>
                <a:close/>
                <a:moveTo>
                  <a:pt x="458" y="285"/>
                </a:moveTo>
                <a:cubicBezTo>
                  <a:pt x="458" y="294"/>
                  <a:pt x="458" y="294"/>
                  <a:pt x="458" y="294"/>
                </a:cubicBezTo>
                <a:cubicBezTo>
                  <a:pt x="456" y="294"/>
                  <a:pt x="456" y="294"/>
                  <a:pt x="456" y="294"/>
                </a:cubicBezTo>
                <a:cubicBezTo>
                  <a:pt x="456" y="285"/>
                  <a:pt x="456" y="285"/>
                  <a:pt x="456" y="285"/>
                </a:cubicBezTo>
                <a:cubicBezTo>
                  <a:pt x="456" y="285"/>
                  <a:pt x="456" y="285"/>
                  <a:pt x="456" y="285"/>
                </a:cubicBezTo>
                <a:cubicBezTo>
                  <a:pt x="457" y="285"/>
                  <a:pt x="457" y="285"/>
                  <a:pt x="458" y="285"/>
                </a:cubicBezTo>
                <a:close/>
                <a:moveTo>
                  <a:pt x="458" y="312"/>
                </a:moveTo>
                <a:cubicBezTo>
                  <a:pt x="458" y="318"/>
                  <a:pt x="458" y="318"/>
                  <a:pt x="458" y="318"/>
                </a:cubicBezTo>
                <a:cubicBezTo>
                  <a:pt x="457" y="317"/>
                  <a:pt x="457" y="317"/>
                  <a:pt x="456" y="316"/>
                </a:cubicBezTo>
                <a:cubicBezTo>
                  <a:pt x="456" y="310"/>
                  <a:pt x="456" y="310"/>
                  <a:pt x="456" y="310"/>
                </a:cubicBezTo>
                <a:cubicBezTo>
                  <a:pt x="457" y="311"/>
                  <a:pt x="457" y="311"/>
                  <a:pt x="458" y="312"/>
                </a:cubicBezTo>
                <a:close/>
                <a:moveTo>
                  <a:pt x="458" y="329"/>
                </a:moveTo>
                <a:cubicBezTo>
                  <a:pt x="458" y="334"/>
                  <a:pt x="458" y="334"/>
                  <a:pt x="458" y="334"/>
                </a:cubicBezTo>
                <a:cubicBezTo>
                  <a:pt x="457" y="334"/>
                  <a:pt x="457" y="334"/>
                  <a:pt x="456" y="334"/>
                </a:cubicBezTo>
                <a:cubicBezTo>
                  <a:pt x="456" y="330"/>
                  <a:pt x="456" y="330"/>
                  <a:pt x="456" y="330"/>
                </a:cubicBezTo>
                <a:cubicBezTo>
                  <a:pt x="457" y="330"/>
                  <a:pt x="457" y="330"/>
                  <a:pt x="457" y="331"/>
                </a:cubicBezTo>
                <a:cubicBezTo>
                  <a:pt x="457" y="330"/>
                  <a:pt x="458" y="330"/>
                  <a:pt x="458" y="329"/>
                </a:cubicBezTo>
                <a:close/>
                <a:moveTo>
                  <a:pt x="458" y="379"/>
                </a:moveTo>
                <a:cubicBezTo>
                  <a:pt x="458" y="386"/>
                  <a:pt x="458" y="386"/>
                  <a:pt x="458" y="386"/>
                </a:cubicBezTo>
                <a:cubicBezTo>
                  <a:pt x="456" y="387"/>
                  <a:pt x="456" y="387"/>
                  <a:pt x="456" y="387"/>
                </a:cubicBezTo>
                <a:cubicBezTo>
                  <a:pt x="456" y="379"/>
                  <a:pt x="456" y="379"/>
                  <a:pt x="456" y="379"/>
                </a:cubicBezTo>
                <a:cubicBezTo>
                  <a:pt x="458" y="379"/>
                  <a:pt x="458" y="379"/>
                  <a:pt x="458" y="379"/>
                </a:cubicBezTo>
                <a:close/>
                <a:moveTo>
                  <a:pt x="458" y="469"/>
                </a:moveTo>
                <a:cubicBezTo>
                  <a:pt x="458" y="473"/>
                  <a:pt x="458" y="473"/>
                  <a:pt x="458" y="473"/>
                </a:cubicBezTo>
                <a:cubicBezTo>
                  <a:pt x="457" y="473"/>
                  <a:pt x="457" y="473"/>
                  <a:pt x="456" y="474"/>
                </a:cubicBezTo>
                <a:cubicBezTo>
                  <a:pt x="456" y="474"/>
                  <a:pt x="456" y="475"/>
                  <a:pt x="456" y="476"/>
                </a:cubicBezTo>
                <a:cubicBezTo>
                  <a:pt x="457" y="476"/>
                  <a:pt x="457" y="476"/>
                  <a:pt x="458" y="476"/>
                </a:cubicBezTo>
                <a:cubicBezTo>
                  <a:pt x="458" y="481"/>
                  <a:pt x="458" y="481"/>
                  <a:pt x="458" y="481"/>
                </a:cubicBezTo>
                <a:cubicBezTo>
                  <a:pt x="457" y="481"/>
                  <a:pt x="457" y="481"/>
                  <a:pt x="456" y="481"/>
                </a:cubicBezTo>
                <a:cubicBezTo>
                  <a:pt x="456" y="470"/>
                  <a:pt x="456" y="470"/>
                  <a:pt x="456" y="470"/>
                </a:cubicBezTo>
                <a:cubicBezTo>
                  <a:pt x="457" y="470"/>
                  <a:pt x="457" y="469"/>
                  <a:pt x="458" y="469"/>
                </a:cubicBezTo>
                <a:close/>
                <a:moveTo>
                  <a:pt x="458" y="486"/>
                </a:moveTo>
                <a:cubicBezTo>
                  <a:pt x="458" y="492"/>
                  <a:pt x="458" y="492"/>
                  <a:pt x="458" y="492"/>
                </a:cubicBezTo>
                <a:cubicBezTo>
                  <a:pt x="457" y="492"/>
                  <a:pt x="457" y="492"/>
                  <a:pt x="456" y="493"/>
                </a:cubicBezTo>
                <a:cubicBezTo>
                  <a:pt x="456" y="486"/>
                  <a:pt x="456" y="486"/>
                  <a:pt x="456" y="486"/>
                </a:cubicBezTo>
                <a:cubicBezTo>
                  <a:pt x="457" y="486"/>
                  <a:pt x="457" y="486"/>
                  <a:pt x="458" y="486"/>
                </a:cubicBezTo>
                <a:close/>
                <a:moveTo>
                  <a:pt x="458" y="511"/>
                </a:moveTo>
                <a:cubicBezTo>
                  <a:pt x="458" y="526"/>
                  <a:pt x="458" y="526"/>
                  <a:pt x="458" y="526"/>
                </a:cubicBezTo>
                <a:cubicBezTo>
                  <a:pt x="458" y="526"/>
                  <a:pt x="457" y="526"/>
                  <a:pt x="457" y="526"/>
                </a:cubicBezTo>
                <a:cubicBezTo>
                  <a:pt x="457" y="525"/>
                  <a:pt x="457" y="525"/>
                  <a:pt x="456" y="525"/>
                </a:cubicBezTo>
                <a:cubicBezTo>
                  <a:pt x="456" y="512"/>
                  <a:pt x="456" y="512"/>
                  <a:pt x="456" y="512"/>
                </a:cubicBezTo>
                <a:cubicBezTo>
                  <a:pt x="457" y="512"/>
                  <a:pt x="457" y="512"/>
                  <a:pt x="457" y="512"/>
                </a:cubicBezTo>
                <a:cubicBezTo>
                  <a:pt x="457" y="511"/>
                  <a:pt x="458" y="511"/>
                  <a:pt x="458" y="511"/>
                </a:cubicBezTo>
                <a:close/>
                <a:moveTo>
                  <a:pt x="458" y="533"/>
                </a:moveTo>
                <a:cubicBezTo>
                  <a:pt x="458" y="541"/>
                  <a:pt x="458" y="541"/>
                  <a:pt x="458" y="541"/>
                </a:cubicBezTo>
                <a:cubicBezTo>
                  <a:pt x="457" y="541"/>
                  <a:pt x="457" y="542"/>
                  <a:pt x="456" y="542"/>
                </a:cubicBezTo>
                <a:cubicBezTo>
                  <a:pt x="456" y="534"/>
                  <a:pt x="456" y="534"/>
                  <a:pt x="456" y="534"/>
                </a:cubicBezTo>
                <a:cubicBezTo>
                  <a:pt x="457" y="533"/>
                  <a:pt x="457" y="533"/>
                  <a:pt x="458" y="533"/>
                </a:cubicBezTo>
                <a:close/>
                <a:moveTo>
                  <a:pt x="458" y="547"/>
                </a:moveTo>
                <a:cubicBezTo>
                  <a:pt x="458" y="557"/>
                  <a:pt x="458" y="557"/>
                  <a:pt x="458" y="557"/>
                </a:cubicBezTo>
                <a:cubicBezTo>
                  <a:pt x="457" y="557"/>
                  <a:pt x="457" y="557"/>
                  <a:pt x="456" y="557"/>
                </a:cubicBezTo>
                <a:cubicBezTo>
                  <a:pt x="456" y="548"/>
                  <a:pt x="456" y="548"/>
                  <a:pt x="456" y="548"/>
                </a:cubicBezTo>
                <a:cubicBezTo>
                  <a:pt x="458" y="547"/>
                  <a:pt x="458" y="547"/>
                  <a:pt x="458" y="547"/>
                </a:cubicBezTo>
                <a:close/>
                <a:moveTo>
                  <a:pt x="458" y="561"/>
                </a:moveTo>
                <a:cubicBezTo>
                  <a:pt x="458" y="571"/>
                  <a:pt x="458" y="571"/>
                  <a:pt x="458" y="571"/>
                </a:cubicBezTo>
                <a:cubicBezTo>
                  <a:pt x="457" y="571"/>
                  <a:pt x="457" y="572"/>
                  <a:pt x="456" y="572"/>
                </a:cubicBezTo>
                <a:cubicBezTo>
                  <a:pt x="456" y="561"/>
                  <a:pt x="456" y="561"/>
                  <a:pt x="456" y="561"/>
                </a:cubicBezTo>
                <a:cubicBezTo>
                  <a:pt x="457" y="561"/>
                  <a:pt x="457" y="561"/>
                  <a:pt x="458" y="561"/>
                </a:cubicBezTo>
                <a:close/>
                <a:moveTo>
                  <a:pt x="458" y="578"/>
                </a:moveTo>
                <a:cubicBezTo>
                  <a:pt x="458" y="588"/>
                  <a:pt x="458" y="588"/>
                  <a:pt x="458" y="588"/>
                </a:cubicBezTo>
                <a:cubicBezTo>
                  <a:pt x="457" y="588"/>
                  <a:pt x="457" y="588"/>
                  <a:pt x="456" y="588"/>
                </a:cubicBezTo>
                <a:cubicBezTo>
                  <a:pt x="456" y="578"/>
                  <a:pt x="456" y="578"/>
                  <a:pt x="456" y="578"/>
                </a:cubicBezTo>
                <a:cubicBezTo>
                  <a:pt x="457" y="578"/>
                  <a:pt x="457" y="578"/>
                  <a:pt x="458" y="578"/>
                </a:cubicBezTo>
                <a:close/>
                <a:moveTo>
                  <a:pt x="458" y="603"/>
                </a:moveTo>
                <a:cubicBezTo>
                  <a:pt x="458" y="608"/>
                  <a:pt x="458" y="608"/>
                  <a:pt x="458" y="608"/>
                </a:cubicBezTo>
                <a:cubicBezTo>
                  <a:pt x="457" y="608"/>
                  <a:pt x="457" y="608"/>
                  <a:pt x="456" y="609"/>
                </a:cubicBezTo>
                <a:cubicBezTo>
                  <a:pt x="456" y="604"/>
                  <a:pt x="456" y="604"/>
                  <a:pt x="456" y="604"/>
                </a:cubicBezTo>
                <a:cubicBezTo>
                  <a:pt x="457" y="604"/>
                  <a:pt x="457" y="603"/>
                  <a:pt x="458" y="603"/>
                </a:cubicBezTo>
                <a:close/>
                <a:moveTo>
                  <a:pt x="458" y="613"/>
                </a:moveTo>
                <a:cubicBezTo>
                  <a:pt x="458" y="621"/>
                  <a:pt x="458" y="621"/>
                  <a:pt x="458" y="621"/>
                </a:cubicBezTo>
                <a:cubicBezTo>
                  <a:pt x="456" y="619"/>
                  <a:pt x="456" y="619"/>
                  <a:pt x="456" y="619"/>
                </a:cubicBezTo>
                <a:cubicBezTo>
                  <a:pt x="456" y="611"/>
                  <a:pt x="456" y="611"/>
                  <a:pt x="456" y="611"/>
                </a:cubicBezTo>
                <a:cubicBezTo>
                  <a:pt x="458" y="613"/>
                  <a:pt x="458" y="613"/>
                  <a:pt x="458" y="613"/>
                </a:cubicBezTo>
                <a:close/>
                <a:moveTo>
                  <a:pt x="458" y="626"/>
                </a:moveTo>
                <a:cubicBezTo>
                  <a:pt x="458" y="631"/>
                  <a:pt x="458" y="631"/>
                  <a:pt x="458" y="631"/>
                </a:cubicBezTo>
                <a:cubicBezTo>
                  <a:pt x="456" y="631"/>
                  <a:pt x="456" y="631"/>
                  <a:pt x="456" y="631"/>
                </a:cubicBezTo>
                <a:cubicBezTo>
                  <a:pt x="456" y="626"/>
                  <a:pt x="456" y="626"/>
                  <a:pt x="456" y="626"/>
                </a:cubicBezTo>
                <a:cubicBezTo>
                  <a:pt x="458" y="626"/>
                  <a:pt x="458" y="626"/>
                  <a:pt x="458" y="626"/>
                </a:cubicBezTo>
                <a:close/>
                <a:moveTo>
                  <a:pt x="458" y="666"/>
                </a:moveTo>
                <a:cubicBezTo>
                  <a:pt x="458" y="706"/>
                  <a:pt x="458" y="706"/>
                  <a:pt x="458" y="706"/>
                </a:cubicBezTo>
                <a:cubicBezTo>
                  <a:pt x="456" y="707"/>
                  <a:pt x="456" y="707"/>
                  <a:pt x="456" y="707"/>
                </a:cubicBezTo>
                <a:cubicBezTo>
                  <a:pt x="456" y="707"/>
                  <a:pt x="456" y="707"/>
                  <a:pt x="456" y="707"/>
                </a:cubicBezTo>
                <a:cubicBezTo>
                  <a:pt x="456" y="666"/>
                  <a:pt x="456" y="666"/>
                  <a:pt x="456" y="666"/>
                </a:cubicBezTo>
                <a:cubicBezTo>
                  <a:pt x="458" y="666"/>
                  <a:pt x="458" y="666"/>
                  <a:pt x="458" y="666"/>
                </a:cubicBezTo>
                <a:close/>
                <a:moveTo>
                  <a:pt x="458" y="745"/>
                </a:moveTo>
                <a:cubicBezTo>
                  <a:pt x="458" y="762"/>
                  <a:pt x="458" y="762"/>
                  <a:pt x="458" y="762"/>
                </a:cubicBezTo>
                <a:cubicBezTo>
                  <a:pt x="457" y="761"/>
                  <a:pt x="457" y="761"/>
                  <a:pt x="456" y="760"/>
                </a:cubicBezTo>
                <a:cubicBezTo>
                  <a:pt x="456" y="745"/>
                  <a:pt x="456" y="745"/>
                  <a:pt x="456" y="745"/>
                </a:cubicBezTo>
                <a:cubicBezTo>
                  <a:pt x="457" y="745"/>
                  <a:pt x="457" y="745"/>
                  <a:pt x="458" y="745"/>
                </a:cubicBezTo>
                <a:close/>
                <a:moveTo>
                  <a:pt x="452" y="5"/>
                </a:moveTo>
                <a:cubicBezTo>
                  <a:pt x="454" y="5"/>
                  <a:pt x="455" y="5"/>
                  <a:pt x="456" y="5"/>
                </a:cubicBezTo>
                <a:cubicBezTo>
                  <a:pt x="456" y="14"/>
                  <a:pt x="456" y="14"/>
                  <a:pt x="456" y="14"/>
                </a:cubicBezTo>
                <a:cubicBezTo>
                  <a:pt x="455" y="14"/>
                  <a:pt x="455" y="14"/>
                  <a:pt x="455" y="14"/>
                </a:cubicBezTo>
                <a:cubicBezTo>
                  <a:pt x="456" y="16"/>
                  <a:pt x="456" y="16"/>
                  <a:pt x="456" y="16"/>
                </a:cubicBezTo>
                <a:cubicBezTo>
                  <a:pt x="456" y="40"/>
                  <a:pt x="456" y="40"/>
                  <a:pt x="456" y="40"/>
                </a:cubicBezTo>
                <a:cubicBezTo>
                  <a:pt x="455" y="36"/>
                  <a:pt x="453" y="32"/>
                  <a:pt x="452" y="29"/>
                </a:cubicBezTo>
                <a:cubicBezTo>
                  <a:pt x="452" y="5"/>
                  <a:pt x="452" y="5"/>
                  <a:pt x="452" y="5"/>
                </a:cubicBezTo>
                <a:close/>
                <a:moveTo>
                  <a:pt x="456" y="789"/>
                </a:moveTo>
                <a:cubicBezTo>
                  <a:pt x="455" y="789"/>
                  <a:pt x="454" y="789"/>
                  <a:pt x="452" y="789"/>
                </a:cubicBezTo>
                <a:cubicBezTo>
                  <a:pt x="452" y="781"/>
                  <a:pt x="452" y="781"/>
                  <a:pt x="452" y="781"/>
                </a:cubicBezTo>
                <a:cubicBezTo>
                  <a:pt x="453" y="781"/>
                  <a:pt x="453" y="781"/>
                  <a:pt x="454" y="781"/>
                </a:cubicBezTo>
                <a:cubicBezTo>
                  <a:pt x="454" y="781"/>
                  <a:pt x="455" y="781"/>
                  <a:pt x="456" y="781"/>
                </a:cubicBezTo>
                <a:cubicBezTo>
                  <a:pt x="456" y="789"/>
                  <a:pt x="456" y="789"/>
                  <a:pt x="456" y="789"/>
                </a:cubicBezTo>
                <a:close/>
                <a:moveTo>
                  <a:pt x="456" y="42"/>
                </a:moveTo>
                <a:cubicBezTo>
                  <a:pt x="456" y="50"/>
                  <a:pt x="456" y="50"/>
                  <a:pt x="456" y="50"/>
                </a:cubicBezTo>
                <a:cubicBezTo>
                  <a:pt x="455" y="50"/>
                  <a:pt x="454" y="50"/>
                  <a:pt x="452" y="50"/>
                </a:cubicBezTo>
                <a:cubicBezTo>
                  <a:pt x="452" y="42"/>
                  <a:pt x="452" y="42"/>
                  <a:pt x="452" y="42"/>
                </a:cubicBezTo>
                <a:cubicBezTo>
                  <a:pt x="456" y="42"/>
                  <a:pt x="456" y="42"/>
                  <a:pt x="456" y="42"/>
                </a:cubicBezTo>
                <a:close/>
                <a:moveTo>
                  <a:pt x="456" y="70"/>
                </a:moveTo>
                <a:cubicBezTo>
                  <a:pt x="456" y="98"/>
                  <a:pt x="456" y="98"/>
                  <a:pt x="456" y="98"/>
                </a:cubicBezTo>
                <a:cubicBezTo>
                  <a:pt x="452" y="98"/>
                  <a:pt x="452" y="98"/>
                  <a:pt x="452" y="98"/>
                </a:cubicBezTo>
                <a:cubicBezTo>
                  <a:pt x="454" y="105"/>
                  <a:pt x="457" y="108"/>
                  <a:pt x="452" y="110"/>
                </a:cubicBezTo>
                <a:cubicBezTo>
                  <a:pt x="452" y="72"/>
                  <a:pt x="452" y="72"/>
                  <a:pt x="452" y="72"/>
                </a:cubicBezTo>
                <a:cubicBezTo>
                  <a:pt x="453" y="71"/>
                  <a:pt x="455" y="70"/>
                  <a:pt x="456" y="70"/>
                </a:cubicBezTo>
                <a:close/>
                <a:moveTo>
                  <a:pt x="456" y="114"/>
                </a:moveTo>
                <a:cubicBezTo>
                  <a:pt x="456" y="126"/>
                  <a:pt x="456" y="126"/>
                  <a:pt x="456" y="126"/>
                </a:cubicBezTo>
                <a:cubicBezTo>
                  <a:pt x="455" y="126"/>
                  <a:pt x="454" y="126"/>
                  <a:pt x="452" y="125"/>
                </a:cubicBezTo>
                <a:cubicBezTo>
                  <a:pt x="452" y="114"/>
                  <a:pt x="452" y="114"/>
                  <a:pt x="452" y="114"/>
                </a:cubicBezTo>
                <a:cubicBezTo>
                  <a:pt x="454" y="114"/>
                  <a:pt x="455" y="114"/>
                  <a:pt x="456" y="114"/>
                </a:cubicBezTo>
                <a:close/>
                <a:moveTo>
                  <a:pt x="456" y="129"/>
                </a:moveTo>
                <a:cubicBezTo>
                  <a:pt x="456" y="152"/>
                  <a:pt x="456" y="152"/>
                  <a:pt x="456" y="152"/>
                </a:cubicBezTo>
                <a:cubicBezTo>
                  <a:pt x="455" y="153"/>
                  <a:pt x="454" y="154"/>
                  <a:pt x="452" y="155"/>
                </a:cubicBezTo>
                <a:cubicBezTo>
                  <a:pt x="452" y="128"/>
                  <a:pt x="452" y="128"/>
                  <a:pt x="452" y="128"/>
                </a:cubicBezTo>
                <a:cubicBezTo>
                  <a:pt x="454" y="129"/>
                  <a:pt x="455" y="129"/>
                  <a:pt x="456" y="129"/>
                </a:cubicBezTo>
                <a:close/>
                <a:moveTo>
                  <a:pt x="456" y="171"/>
                </a:moveTo>
                <a:cubicBezTo>
                  <a:pt x="456" y="177"/>
                  <a:pt x="456" y="177"/>
                  <a:pt x="456" y="177"/>
                </a:cubicBezTo>
                <a:cubicBezTo>
                  <a:pt x="455" y="177"/>
                  <a:pt x="454" y="177"/>
                  <a:pt x="452" y="177"/>
                </a:cubicBezTo>
                <a:cubicBezTo>
                  <a:pt x="454" y="182"/>
                  <a:pt x="454" y="186"/>
                  <a:pt x="456" y="190"/>
                </a:cubicBezTo>
                <a:cubicBezTo>
                  <a:pt x="456" y="200"/>
                  <a:pt x="456" y="200"/>
                  <a:pt x="456" y="200"/>
                </a:cubicBezTo>
                <a:cubicBezTo>
                  <a:pt x="455" y="199"/>
                  <a:pt x="454" y="199"/>
                  <a:pt x="452" y="199"/>
                </a:cubicBezTo>
                <a:cubicBezTo>
                  <a:pt x="452" y="170"/>
                  <a:pt x="452" y="170"/>
                  <a:pt x="452" y="170"/>
                </a:cubicBezTo>
                <a:cubicBezTo>
                  <a:pt x="454" y="170"/>
                  <a:pt x="455" y="171"/>
                  <a:pt x="456" y="171"/>
                </a:cubicBezTo>
                <a:close/>
                <a:moveTo>
                  <a:pt x="456" y="224"/>
                </a:moveTo>
                <a:cubicBezTo>
                  <a:pt x="456" y="234"/>
                  <a:pt x="456" y="234"/>
                  <a:pt x="456" y="234"/>
                </a:cubicBezTo>
                <a:cubicBezTo>
                  <a:pt x="455" y="234"/>
                  <a:pt x="453" y="234"/>
                  <a:pt x="452" y="234"/>
                </a:cubicBezTo>
                <a:cubicBezTo>
                  <a:pt x="452" y="224"/>
                  <a:pt x="452" y="224"/>
                  <a:pt x="452" y="224"/>
                </a:cubicBezTo>
                <a:cubicBezTo>
                  <a:pt x="454" y="224"/>
                  <a:pt x="455" y="224"/>
                  <a:pt x="456" y="224"/>
                </a:cubicBezTo>
                <a:close/>
                <a:moveTo>
                  <a:pt x="456" y="245"/>
                </a:moveTo>
                <a:cubicBezTo>
                  <a:pt x="456" y="255"/>
                  <a:pt x="456" y="255"/>
                  <a:pt x="456" y="255"/>
                </a:cubicBezTo>
                <a:cubicBezTo>
                  <a:pt x="455" y="255"/>
                  <a:pt x="454" y="255"/>
                  <a:pt x="452" y="254"/>
                </a:cubicBezTo>
                <a:cubicBezTo>
                  <a:pt x="452" y="244"/>
                  <a:pt x="452" y="244"/>
                  <a:pt x="452" y="244"/>
                </a:cubicBezTo>
                <a:cubicBezTo>
                  <a:pt x="453" y="244"/>
                  <a:pt x="455" y="244"/>
                  <a:pt x="456" y="245"/>
                </a:cubicBezTo>
                <a:close/>
                <a:moveTo>
                  <a:pt x="456" y="262"/>
                </a:moveTo>
                <a:cubicBezTo>
                  <a:pt x="456" y="271"/>
                  <a:pt x="456" y="271"/>
                  <a:pt x="456" y="271"/>
                </a:cubicBezTo>
                <a:cubicBezTo>
                  <a:pt x="455" y="271"/>
                  <a:pt x="454" y="271"/>
                  <a:pt x="452" y="270"/>
                </a:cubicBezTo>
                <a:cubicBezTo>
                  <a:pt x="452" y="262"/>
                  <a:pt x="452" y="262"/>
                  <a:pt x="452" y="262"/>
                </a:cubicBezTo>
                <a:cubicBezTo>
                  <a:pt x="454" y="262"/>
                  <a:pt x="455" y="262"/>
                  <a:pt x="456" y="262"/>
                </a:cubicBezTo>
                <a:close/>
                <a:moveTo>
                  <a:pt x="456" y="285"/>
                </a:moveTo>
                <a:cubicBezTo>
                  <a:pt x="456" y="294"/>
                  <a:pt x="456" y="294"/>
                  <a:pt x="456" y="294"/>
                </a:cubicBezTo>
                <a:cubicBezTo>
                  <a:pt x="454" y="294"/>
                  <a:pt x="453" y="293"/>
                  <a:pt x="452" y="293"/>
                </a:cubicBezTo>
                <a:cubicBezTo>
                  <a:pt x="452" y="283"/>
                  <a:pt x="452" y="283"/>
                  <a:pt x="452" y="283"/>
                </a:cubicBezTo>
                <a:cubicBezTo>
                  <a:pt x="454" y="284"/>
                  <a:pt x="455" y="285"/>
                  <a:pt x="456" y="285"/>
                </a:cubicBezTo>
                <a:close/>
                <a:moveTo>
                  <a:pt x="456" y="310"/>
                </a:moveTo>
                <a:cubicBezTo>
                  <a:pt x="456" y="316"/>
                  <a:pt x="456" y="316"/>
                  <a:pt x="456" y="316"/>
                </a:cubicBezTo>
                <a:cubicBezTo>
                  <a:pt x="455" y="315"/>
                  <a:pt x="454" y="314"/>
                  <a:pt x="453" y="314"/>
                </a:cubicBezTo>
                <a:cubicBezTo>
                  <a:pt x="454" y="319"/>
                  <a:pt x="454" y="324"/>
                  <a:pt x="454" y="329"/>
                </a:cubicBezTo>
                <a:cubicBezTo>
                  <a:pt x="455" y="329"/>
                  <a:pt x="456" y="329"/>
                  <a:pt x="456" y="330"/>
                </a:cubicBezTo>
                <a:cubicBezTo>
                  <a:pt x="456" y="334"/>
                  <a:pt x="456" y="334"/>
                  <a:pt x="456" y="334"/>
                </a:cubicBezTo>
                <a:cubicBezTo>
                  <a:pt x="454" y="333"/>
                  <a:pt x="453" y="332"/>
                  <a:pt x="452" y="331"/>
                </a:cubicBezTo>
                <a:cubicBezTo>
                  <a:pt x="452" y="308"/>
                  <a:pt x="452" y="308"/>
                  <a:pt x="452" y="308"/>
                </a:cubicBezTo>
                <a:cubicBezTo>
                  <a:pt x="454" y="309"/>
                  <a:pt x="455" y="309"/>
                  <a:pt x="456" y="310"/>
                </a:cubicBezTo>
                <a:close/>
                <a:moveTo>
                  <a:pt x="456" y="379"/>
                </a:moveTo>
                <a:cubicBezTo>
                  <a:pt x="456" y="387"/>
                  <a:pt x="456" y="387"/>
                  <a:pt x="456" y="387"/>
                </a:cubicBezTo>
                <a:cubicBezTo>
                  <a:pt x="452" y="390"/>
                  <a:pt x="452" y="390"/>
                  <a:pt x="452" y="390"/>
                </a:cubicBezTo>
                <a:cubicBezTo>
                  <a:pt x="452" y="379"/>
                  <a:pt x="452" y="379"/>
                  <a:pt x="452" y="379"/>
                </a:cubicBezTo>
                <a:cubicBezTo>
                  <a:pt x="456" y="379"/>
                  <a:pt x="456" y="379"/>
                  <a:pt x="456" y="379"/>
                </a:cubicBezTo>
                <a:close/>
                <a:moveTo>
                  <a:pt x="456" y="470"/>
                </a:moveTo>
                <a:cubicBezTo>
                  <a:pt x="456" y="481"/>
                  <a:pt x="456" y="481"/>
                  <a:pt x="456" y="481"/>
                </a:cubicBezTo>
                <a:cubicBezTo>
                  <a:pt x="455" y="480"/>
                  <a:pt x="454" y="480"/>
                  <a:pt x="452" y="480"/>
                </a:cubicBezTo>
                <a:cubicBezTo>
                  <a:pt x="452" y="474"/>
                  <a:pt x="452" y="474"/>
                  <a:pt x="452" y="474"/>
                </a:cubicBezTo>
                <a:cubicBezTo>
                  <a:pt x="453" y="473"/>
                  <a:pt x="453" y="473"/>
                  <a:pt x="453" y="472"/>
                </a:cubicBezTo>
                <a:cubicBezTo>
                  <a:pt x="454" y="471"/>
                  <a:pt x="455" y="471"/>
                  <a:pt x="456" y="470"/>
                </a:cubicBezTo>
                <a:close/>
                <a:moveTo>
                  <a:pt x="456" y="486"/>
                </a:moveTo>
                <a:cubicBezTo>
                  <a:pt x="456" y="493"/>
                  <a:pt x="456" y="493"/>
                  <a:pt x="456" y="493"/>
                </a:cubicBezTo>
                <a:cubicBezTo>
                  <a:pt x="455" y="493"/>
                  <a:pt x="454" y="494"/>
                  <a:pt x="452" y="495"/>
                </a:cubicBezTo>
                <a:cubicBezTo>
                  <a:pt x="452" y="491"/>
                  <a:pt x="452" y="491"/>
                  <a:pt x="452" y="491"/>
                </a:cubicBezTo>
                <a:cubicBezTo>
                  <a:pt x="453" y="491"/>
                  <a:pt x="453" y="491"/>
                  <a:pt x="454" y="491"/>
                </a:cubicBezTo>
                <a:cubicBezTo>
                  <a:pt x="453" y="490"/>
                  <a:pt x="453" y="490"/>
                  <a:pt x="452" y="490"/>
                </a:cubicBezTo>
                <a:cubicBezTo>
                  <a:pt x="452" y="486"/>
                  <a:pt x="452" y="486"/>
                  <a:pt x="452" y="486"/>
                </a:cubicBezTo>
                <a:cubicBezTo>
                  <a:pt x="452" y="487"/>
                  <a:pt x="452" y="487"/>
                  <a:pt x="452" y="487"/>
                </a:cubicBezTo>
                <a:cubicBezTo>
                  <a:pt x="454" y="486"/>
                  <a:pt x="455" y="486"/>
                  <a:pt x="456" y="486"/>
                </a:cubicBezTo>
                <a:close/>
                <a:moveTo>
                  <a:pt x="456" y="512"/>
                </a:moveTo>
                <a:cubicBezTo>
                  <a:pt x="456" y="525"/>
                  <a:pt x="456" y="525"/>
                  <a:pt x="456" y="525"/>
                </a:cubicBezTo>
                <a:cubicBezTo>
                  <a:pt x="455" y="524"/>
                  <a:pt x="453" y="523"/>
                  <a:pt x="452" y="523"/>
                </a:cubicBezTo>
                <a:cubicBezTo>
                  <a:pt x="452" y="511"/>
                  <a:pt x="452" y="511"/>
                  <a:pt x="452" y="511"/>
                </a:cubicBezTo>
                <a:cubicBezTo>
                  <a:pt x="454" y="511"/>
                  <a:pt x="455" y="512"/>
                  <a:pt x="456" y="512"/>
                </a:cubicBezTo>
                <a:close/>
                <a:moveTo>
                  <a:pt x="456" y="534"/>
                </a:moveTo>
                <a:cubicBezTo>
                  <a:pt x="456" y="542"/>
                  <a:pt x="456" y="542"/>
                  <a:pt x="456" y="542"/>
                </a:cubicBezTo>
                <a:cubicBezTo>
                  <a:pt x="455" y="542"/>
                  <a:pt x="453" y="543"/>
                  <a:pt x="452" y="544"/>
                </a:cubicBezTo>
                <a:cubicBezTo>
                  <a:pt x="452" y="535"/>
                  <a:pt x="452" y="535"/>
                  <a:pt x="452" y="535"/>
                </a:cubicBezTo>
                <a:cubicBezTo>
                  <a:pt x="454" y="535"/>
                  <a:pt x="455" y="534"/>
                  <a:pt x="456" y="534"/>
                </a:cubicBezTo>
                <a:close/>
                <a:moveTo>
                  <a:pt x="456" y="548"/>
                </a:moveTo>
                <a:cubicBezTo>
                  <a:pt x="456" y="557"/>
                  <a:pt x="456" y="557"/>
                  <a:pt x="456" y="557"/>
                </a:cubicBezTo>
                <a:cubicBezTo>
                  <a:pt x="455" y="558"/>
                  <a:pt x="454" y="559"/>
                  <a:pt x="452" y="559"/>
                </a:cubicBezTo>
                <a:cubicBezTo>
                  <a:pt x="452" y="550"/>
                  <a:pt x="452" y="550"/>
                  <a:pt x="452" y="550"/>
                </a:cubicBezTo>
                <a:cubicBezTo>
                  <a:pt x="453" y="550"/>
                  <a:pt x="454" y="549"/>
                  <a:pt x="456" y="548"/>
                </a:cubicBezTo>
                <a:close/>
                <a:moveTo>
                  <a:pt x="456" y="561"/>
                </a:moveTo>
                <a:cubicBezTo>
                  <a:pt x="456" y="572"/>
                  <a:pt x="456" y="572"/>
                  <a:pt x="456" y="572"/>
                </a:cubicBezTo>
                <a:cubicBezTo>
                  <a:pt x="455" y="572"/>
                  <a:pt x="454" y="573"/>
                  <a:pt x="452" y="573"/>
                </a:cubicBezTo>
                <a:cubicBezTo>
                  <a:pt x="452" y="563"/>
                  <a:pt x="452" y="563"/>
                  <a:pt x="452" y="563"/>
                </a:cubicBezTo>
                <a:cubicBezTo>
                  <a:pt x="453" y="563"/>
                  <a:pt x="455" y="562"/>
                  <a:pt x="456" y="561"/>
                </a:cubicBezTo>
                <a:close/>
                <a:moveTo>
                  <a:pt x="456" y="578"/>
                </a:moveTo>
                <a:cubicBezTo>
                  <a:pt x="456" y="588"/>
                  <a:pt x="456" y="588"/>
                  <a:pt x="456" y="588"/>
                </a:cubicBezTo>
                <a:cubicBezTo>
                  <a:pt x="455" y="588"/>
                  <a:pt x="454" y="589"/>
                  <a:pt x="452" y="589"/>
                </a:cubicBezTo>
                <a:cubicBezTo>
                  <a:pt x="452" y="579"/>
                  <a:pt x="452" y="579"/>
                  <a:pt x="452" y="579"/>
                </a:cubicBezTo>
                <a:cubicBezTo>
                  <a:pt x="454" y="579"/>
                  <a:pt x="455" y="578"/>
                  <a:pt x="456" y="578"/>
                </a:cubicBezTo>
                <a:close/>
                <a:moveTo>
                  <a:pt x="456" y="604"/>
                </a:moveTo>
                <a:cubicBezTo>
                  <a:pt x="456" y="609"/>
                  <a:pt x="456" y="609"/>
                  <a:pt x="456" y="609"/>
                </a:cubicBezTo>
                <a:cubicBezTo>
                  <a:pt x="455" y="609"/>
                  <a:pt x="454" y="609"/>
                  <a:pt x="454" y="609"/>
                </a:cubicBezTo>
                <a:cubicBezTo>
                  <a:pt x="454" y="610"/>
                  <a:pt x="455" y="611"/>
                  <a:pt x="456" y="611"/>
                </a:cubicBezTo>
                <a:cubicBezTo>
                  <a:pt x="456" y="619"/>
                  <a:pt x="456" y="619"/>
                  <a:pt x="456" y="619"/>
                </a:cubicBezTo>
                <a:cubicBezTo>
                  <a:pt x="455" y="618"/>
                  <a:pt x="453" y="617"/>
                  <a:pt x="452" y="616"/>
                </a:cubicBezTo>
                <a:cubicBezTo>
                  <a:pt x="452" y="605"/>
                  <a:pt x="452" y="605"/>
                  <a:pt x="452" y="605"/>
                </a:cubicBezTo>
                <a:cubicBezTo>
                  <a:pt x="454" y="605"/>
                  <a:pt x="455" y="604"/>
                  <a:pt x="456" y="604"/>
                </a:cubicBezTo>
                <a:close/>
                <a:moveTo>
                  <a:pt x="456" y="626"/>
                </a:moveTo>
                <a:cubicBezTo>
                  <a:pt x="456" y="631"/>
                  <a:pt x="456" y="631"/>
                  <a:pt x="456" y="631"/>
                </a:cubicBezTo>
                <a:cubicBezTo>
                  <a:pt x="455" y="632"/>
                  <a:pt x="453" y="632"/>
                  <a:pt x="452" y="632"/>
                </a:cubicBezTo>
                <a:cubicBezTo>
                  <a:pt x="452" y="627"/>
                  <a:pt x="452" y="627"/>
                  <a:pt x="452" y="627"/>
                </a:cubicBezTo>
                <a:cubicBezTo>
                  <a:pt x="454" y="627"/>
                  <a:pt x="455" y="626"/>
                  <a:pt x="456" y="626"/>
                </a:cubicBezTo>
                <a:close/>
                <a:moveTo>
                  <a:pt x="456" y="666"/>
                </a:moveTo>
                <a:cubicBezTo>
                  <a:pt x="456" y="707"/>
                  <a:pt x="456" y="707"/>
                  <a:pt x="456" y="707"/>
                </a:cubicBezTo>
                <a:cubicBezTo>
                  <a:pt x="454" y="698"/>
                  <a:pt x="453" y="692"/>
                  <a:pt x="452" y="688"/>
                </a:cubicBezTo>
                <a:cubicBezTo>
                  <a:pt x="452" y="666"/>
                  <a:pt x="452" y="666"/>
                  <a:pt x="452" y="666"/>
                </a:cubicBezTo>
                <a:cubicBezTo>
                  <a:pt x="454" y="666"/>
                  <a:pt x="455" y="666"/>
                  <a:pt x="456" y="666"/>
                </a:cubicBezTo>
                <a:close/>
                <a:moveTo>
                  <a:pt x="456" y="745"/>
                </a:moveTo>
                <a:cubicBezTo>
                  <a:pt x="456" y="760"/>
                  <a:pt x="456" y="760"/>
                  <a:pt x="456" y="760"/>
                </a:cubicBezTo>
                <a:cubicBezTo>
                  <a:pt x="455" y="759"/>
                  <a:pt x="454" y="758"/>
                  <a:pt x="452" y="757"/>
                </a:cubicBezTo>
                <a:cubicBezTo>
                  <a:pt x="452" y="745"/>
                  <a:pt x="452" y="745"/>
                  <a:pt x="452" y="745"/>
                </a:cubicBezTo>
                <a:cubicBezTo>
                  <a:pt x="455" y="745"/>
                  <a:pt x="455" y="745"/>
                  <a:pt x="455" y="745"/>
                </a:cubicBezTo>
                <a:lnTo>
                  <a:pt x="456" y="745"/>
                </a:lnTo>
                <a:close/>
                <a:moveTo>
                  <a:pt x="446" y="4"/>
                </a:moveTo>
                <a:cubicBezTo>
                  <a:pt x="448" y="4"/>
                  <a:pt x="450" y="4"/>
                  <a:pt x="452" y="5"/>
                </a:cubicBezTo>
                <a:cubicBezTo>
                  <a:pt x="452" y="29"/>
                  <a:pt x="452" y="29"/>
                  <a:pt x="452" y="29"/>
                </a:cubicBezTo>
                <a:cubicBezTo>
                  <a:pt x="450" y="24"/>
                  <a:pt x="448" y="20"/>
                  <a:pt x="446" y="17"/>
                </a:cubicBezTo>
                <a:cubicBezTo>
                  <a:pt x="446" y="4"/>
                  <a:pt x="446" y="4"/>
                  <a:pt x="446" y="4"/>
                </a:cubicBezTo>
                <a:close/>
                <a:moveTo>
                  <a:pt x="452" y="789"/>
                </a:moveTo>
                <a:cubicBezTo>
                  <a:pt x="451" y="789"/>
                  <a:pt x="450" y="789"/>
                  <a:pt x="450" y="789"/>
                </a:cubicBezTo>
                <a:cubicBezTo>
                  <a:pt x="448" y="789"/>
                  <a:pt x="447" y="790"/>
                  <a:pt x="446" y="790"/>
                </a:cubicBezTo>
                <a:cubicBezTo>
                  <a:pt x="446" y="776"/>
                  <a:pt x="446" y="776"/>
                  <a:pt x="446" y="776"/>
                </a:cubicBezTo>
                <a:cubicBezTo>
                  <a:pt x="448" y="777"/>
                  <a:pt x="450" y="779"/>
                  <a:pt x="452" y="781"/>
                </a:cubicBezTo>
                <a:cubicBezTo>
                  <a:pt x="452" y="789"/>
                  <a:pt x="452" y="789"/>
                  <a:pt x="452" y="789"/>
                </a:cubicBezTo>
                <a:close/>
                <a:moveTo>
                  <a:pt x="452" y="42"/>
                </a:moveTo>
                <a:cubicBezTo>
                  <a:pt x="452" y="50"/>
                  <a:pt x="452" y="50"/>
                  <a:pt x="452" y="50"/>
                </a:cubicBezTo>
                <a:cubicBezTo>
                  <a:pt x="450" y="50"/>
                  <a:pt x="448" y="50"/>
                  <a:pt x="446" y="50"/>
                </a:cubicBezTo>
                <a:cubicBezTo>
                  <a:pt x="446" y="43"/>
                  <a:pt x="446" y="43"/>
                  <a:pt x="446" y="43"/>
                </a:cubicBezTo>
                <a:cubicBezTo>
                  <a:pt x="448" y="42"/>
                  <a:pt x="450" y="42"/>
                  <a:pt x="452" y="42"/>
                </a:cubicBezTo>
                <a:close/>
                <a:moveTo>
                  <a:pt x="452" y="72"/>
                </a:moveTo>
                <a:cubicBezTo>
                  <a:pt x="452" y="110"/>
                  <a:pt x="452" y="110"/>
                  <a:pt x="452" y="110"/>
                </a:cubicBezTo>
                <a:cubicBezTo>
                  <a:pt x="451" y="111"/>
                  <a:pt x="449" y="112"/>
                  <a:pt x="447" y="113"/>
                </a:cubicBezTo>
                <a:cubicBezTo>
                  <a:pt x="447" y="114"/>
                  <a:pt x="448" y="114"/>
                  <a:pt x="448" y="114"/>
                </a:cubicBezTo>
                <a:cubicBezTo>
                  <a:pt x="449" y="114"/>
                  <a:pt x="451" y="114"/>
                  <a:pt x="452" y="114"/>
                </a:cubicBezTo>
                <a:cubicBezTo>
                  <a:pt x="452" y="125"/>
                  <a:pt x="452" y="125"/>
                  <a:pt x="452" y="125"/>
                </a:cubicBezTo>
                <a:cubicBezTo>
                  <a:pt x="450" y="125"/>
                  <a:pt x="448" y="125"/>
                  <a:pt x="446" y="125"/>
                </a:cubicBezTo>
                <a:cubicBezTo>
                  <a:pt x="446" y="73"/>
                  <a:pt x="446" y="73"/>
                  <a:pt x="446" y="73"/>
                </a:cubicBezTo>
                <a:cubicBezTo>
                  <a:pt x="448" y="73"/>
                  <a:pt x="450" y="73"/>
                  <a:pt x="451" y="73"/>
                </a:cubicBezTo>
                <a:cubicBezTo>
                  <a:pt x="452" y="72"/>
                  <a:pt x="452" y="72"/>
                  <a:pt x="452" y="72"/>
                </a:cubicBezTo>
                <a:close/>
                <a:moveTo>
                  <a:pt x="452" y="128"/>
                </a:moveTo>
                <a:cubicBezTo>
                  <a:pt x="452" y="155"/>
                  <a:pt x="452" y="155"/>
                  <a:pt x="452" y="155"/>
                </a:cubicBezTo>
                <a:cubicBezTo>
                  <a:pt x="452" y="156"/>
                  <a:pt x="452" y="156"/>
                  <a:pt x="451" y="156"/>
                </a:cubicBezTo>
                <a:cubicBezTo>
                  <a:pt x="450" y="155"/>
                  <a:pt x="450" y="155"/>
                  <a:pt x="449" y="154"/>
                </a:cubicBezTo>
                <a:cubicBezTo>
                  <a:pt x="449" y="150"/>
                  <a:pt x="449" y="145"/>
                  <a:pt x="449" y="140"/>
                </a:cubicBezTo>
                <a:cubicBezTo>
                  <a:pt x="448" y="139"/>
                  <a:pt x="447" y="139"/>
                  <a:pt x="446" y="139"/>
                </a:cubicBezTo>
                <a:cubicBezTo>
                  <a:pt x="446" y="127"/>
                  <a:pt x="446" y="127"/>
                  <a:pt x="446" y="127"/>
                </a:cubicBezTo>
                <a:cubicBezTo>
                  <a:pt x="448" y="127"/>
                  <a:pt x="450" y="128"/>
                  <a:pt x="452" y="128"/>
                </a:cubicBezTo>
                <a:close/>
                <a:moveTo>
                  <a:pt x="452" y="170"/>
                </a:moveTo>
                <a:cubicBezTo>
                  <a:pt x="452" y="199"/>
                  <a:pt x="452" y="199"/>
                  <a:pt x="452" y="199"/>
                </a:cubicBezTo>
                <a:cubicBezTo>
                  <a:pt x="450" y="198"/>
                  <a:pt x="448" y="198"/>
                  <a:pt x="446" y="197"/>
                </a:cubicBezTo>
                <a:cubicBezTo>
                  <a:pt x="446" y="193"/>
                  <a:pt x="446" y="193"/>
                  <a:pt x="446" y="193"/>
                </a:cubicBezTo>
                <a:cubicBezTo>
                  <a:pt x="450" y="193"/>
                  <a:pt x="450" y="193"/>
                  <a:pt x="450" y="193"/>
                </a:cubicBezTo>
                <a:cubicBezTo>
                  <a:pt x="448" y="186"/>
                  <a:pt x="448" y="182"/>
                  <a:pt x="446" y="178"/>
                </a:cubicBezTo>
                <a:cubicBezTo>
                  <a:pt x="446" y="168"/>
                  <a:pt x="446" y="168"/>
                  <a:pt x="446" y="168"/>
                </a:cubicBezTo>
                <a:cubicBezTo>
                  <a:pt x="448" y="169"/>
                  <a:pt x="450" y="169"/>
                  <a:pt x="452" y="170"/>
                </a:cubicBezTo>
                <a:close/>
                <a:moveTo>
                  <a:pt x="452" y="224"/>
                </a:moveTo>
                <a:cubicBezTo>
                  <a:pt x="452" y="234"/>
                  <a:pt x="452" y="234"/>
                  <a:pt x="452" y="234"/>
                </a:cubicBezTo>
                <a:cubicBezTo>
                  <a:pt x="450" y="234"/>
                  <a:pt x="448" y="234"/>
                  <a:pt x="446" y="235"/>
                </a:cubicBezTo>
                <a:cubicBezTo>
                  <a:pt x="446" y="224"/>
                  <a:pt x="446" y="224"/>
                  <a:pt x="446" y="224"/>
                </a:cubicBezTo>
                <a:cubicBezTo>
                  <a:pt x="448" y="224"/>
                  <a:pt x="450" y="224"/>
                  <a:pt x="452" y="224"/>
                </a:cubicBezTo>
                <a:close/>
                <a:moveTo>
                  <a:pt x="452" y="244"/>
                </a:moveTo>
                <a:cubicBezTo>
                  <a:pt x="452" y="254"/>
                  <a:pt x="452" y="254"/>
                  <a:pt x="452" y="254"/>
                </a:cubicBezTo>
                <a:cubicBezTo>
                  <a:pt x="450" y="254"/>
                  <a:pt x="448" y="254"/>
                  <a:pt x="446" y="254"/>
                </a:cubicBezTo>
                <a:cubicBezTo>
                  <a:pt x="446" y="241"/>
                  <a:pt x="446" y="241"/>
                  <a:pt x="446" y="241"/>
                </a:cubicBezTo>
                <a:cubicBezTo>
                  <a:pt x="447" y="243"/>
                  <a:pt x="450" y="243"/>
                  <a:pt x="452" y="244"/>
                </a:cubicBezTo>
                <a:close/>
                <a:moveTo>
                  <a:pt x="452" y="262"/>
                </a:moveTo>
                <a:cubicBezTo>
                  <a:pt x="452" y="270"/>
                  <a:pt x="452" y="270"/>
                  <a:pt x="452" y="270"/>
                </a:cubicBezTo>
                <a:cubicBezTo>
                  <a:pt x="450" y="270"/>
                  <a:pt x="448" y="269"/>
                  <a:pt x="446" y="269"/>
                </a:cubicBezTo>
                <a:cubicBezTo>
                  <a:pt x="446" y="259"/>
                  <a:pt x="446" y="259"/>
                  <a:pt x="446" y="259"/>
                </a:cubicBezTo>
                <a:cubicBezTo>
                  <a:pt x="448" y="260"/>
                  <a:pt x="450" y="261"/>
                  <a:pt x="452" y="262"/>
                </a:cubicBezTo>
                <a:close/>
                <a:moveTo>
                  <a:pt x="452" y="283"/>
                </a:moveTo>
                <a:cubicBezTo>
                  <a:pt x="452" y="293"/>
                  <a:pt x="452" y="293"/>
                  <a:pt x="452" y="293"/>
                </a:cubicBezTo>
                <a:cubicBezTo>
                  <a:pt x="450" y="292"/>
                  <a:pt x="448" y="291"/>
                  <a:pt x="446" y="291"/>
                </a:cubicBezTo>
                <a:cubicBezTo>
                  <a:pt x="446" y="281"/>
                  <a:pt x="446" y="281"/>
                  <a:pt x="446" y="281"/>
                </a:cubicBezTo>
                <a:cubicBezTo>
                  <a:pt x="448" y="282"/>
                  <a:pt x="450" y="283"/>
                  <a:pt x="452" y="283"/>
                </a:cubicBezTo>
                <a:close/>
                <a:moveTo>
                  <a:pt x="452" y="308"/>
                </a:moveTo>
                <a:cubicBezTo>
                  <a:pt x="452" y="331"/>
                  <a:pt x="452" y="331"/>
                  <a:pt x="452" y="331"/>
                </a:cubicBezTo>
                <a:cubicBezTo>
                  <a:pt x="452" y="330"/>
                  <a:pt x="451" y="329"/>
                  <a:pt x="450" y="328"/>
                </a:cubicBezTo>
                <a:cubicBezTo>
                  <a:pt x="446" y="326"/>
                  <a:pt x="446" y="326"/>
                  <a:pt x="446" y="326"/>
                </a:cubicBezTo>
                <a:cubicBezTo>
                  <a:pt x="446" y="323"/>
                  <a:pt x="446" y="323"/>
                  <a:pt x="446" y="323"/>
                </a:cubicBezTo>
                <a:cubicBezTo>
                  <a:pt x="446" y="322"/>
                  <a:pt x="447" y="322"/>
                  <a:pt x="448" y="322"/>
                </a:cubicBezTo>
                <a:cubicBezTo>
                  <a:pt x="448" y="318"/>
                  <a:pt x="448" y="314"/>
                  <a:pt x="448" y="310"/>
                </a:cubicBezTo>
                <a:cubicBezTo>
                  <a:pt x="447" y="309"/>
                  <a:pt x="446" y="309"/>
                  <a:pt x="446" y="309"/>
                </a:cubicBezTo>
                <a:cubicBezTo>
                  <a:pt x="446" y="304"/>
                  <a:pt x="446" y="304"/>
                  <a:pt x="446" y="304"/>
                </a:cubicBezTo>
                <a:cubicBezTo>
                  <a:pt x="448" y="305"/>
                  <a:pt x="450" y="307"/>
                  <a:pt x="452" y="308"/>
                </a:cubicBezTo>
                <a:close/>
                <a:moveTo>
                  <a:pt x="452" y="379"/>
                </a:moveTo>
                <a:cubicBezTo>
                  <a:pt x="452" y="390"/>
                  <a:pt x="452" y="390"/>
                  <a:pt x="452" y="390"/>
                </a:cubicBezTo>
                <a:cubicBezTo>
                  <a:pt x="446" y="396"/>
                  <a:pt x="446" y="396"/>
                  <a:pt x="446" y="396"/>
                </a:cubicBezTo>
                <a:cubicBezTo>
                  <a:pt x="446" y="379"/>
                  <a:pt x="446" y="379"/>
                  <a:pt x="446" y="379"/>
                </a:cubicBezTo>
                <a:cubicBezTo>
                  <a:pt x="452" y="379"/>
                  <a:pt x="452" y="379"/>
                  <a:pt x="452" y="379"/>
                </a:cubicBezTo>
                <a:close/>
                <a:moveTo>
                  <a:pt x="452" y="474"/>
                </a:moveTo>
                <a:cubicBezTo>
                  <a:pt x="452" y="480"/>
                  <a:pt x="452" y="480"/>
                  <a:pt x="452" y="480"/>
                </a:cubicBezTo>
                <a:cubicBezTo>
                  <a:pt x="451" y="480"/>
                  <a:pt x="449" y="480"/>
                  <a:pt x="447" y="480"/>
                </a:cubicBezTo>
                <a:cubicBezTo>
                  <a:pt x="447" y="481"/>
                  <a:pt x="447" y="482"/>
                  <a:pt x="447" y="483"/>
                </a:cubicBezTo>
                <a:cubicBezTo>
                  <a:pt x="448" y="484"/>
                  <a:pt x="450" y="485"/>
                  <a:pt x="452" y="486"/>
                </a:cubicBezTo>
                <a:cubicBezTo>
                  <a:pt x="452" y="490"/>
                  <a:pt x="452" y="490"/>
                  <a:pt x="452" y="490"/>
                </a:cubicBezTo>
                <a:cubicBezTo>
                  <a:pt x="450" y="488"/>
                  <a:pt x="448" y="487"/>
                  <a:pt x="446" y="487"/>
                </a:cubicBezTo>
                <a:cubicBezTo>
                  <a:pt x="446" y="479"/>
                  <a:pt x="446" y="479"/>
                  <a:pt x="446" y="479"/>
                </a:cubicBezTo>
                <a:cubicBezTo>
                  <a:pt x="448" y="478"/>
                  <a:pt x="451" y="476"/>
                  <a:pt x="452" y="474"/>
                </a:cubicBezTo>
                <a:close/>
                <a:moveTo>
                  <a:pt x="452" y="491"/>
                </a:moveTo>
                <a:cubicBezTo>
                  <a:pt x="452" y="495"/>
                  <a:pt x="452" y="495"/>
                  <a:pt x="452" y="495"/>
                </a:cubicBezTo>
                <a:cubicBezTo>
                  <a:pt x="450" y="496"/>
                  <a:pt x="448" y="497"/>
                  <a:pt x="446" y="499"/>
                </a:cubicBezTo>
                <a:cubicBezTo>
                  <a:pt x="446" y="493"/>
                  <a:pt x="446" y="493"/>
                  <a:pt x="446" y="493"/>
                </a:cubicBezTo>
                <a:cubicBezTo>
                  <a:pt x="448" y="493"/>
                  <a:pt x="450" y="493"/>
                  <a:pt x="452" y="491"/>
                </a:cubicBezTo>
                <a:close/>
                <a:moveTo>
                  <a:pt x="452" y="511"/>
                </a:moveTo>
                <a:cubicBezTo>
                  <a:pt x="452" y="523"/>
                  <a:pt x="452" y="523"/>
                  <a:pt x="452" y="523"/>
                </a:cubicBezTo>
                <a:cubicBezTo>
                  <a:pt x="450" y="522"/>
                  <a:pt x="448" y="521"/>
                  <a:pt x="446" y="521"/>
                </a:cubicBezTo>
                <a:cubicBezTo>
                  <a:pt x="446" y="511"/>
                  <a:pt x="446" y="511"/>
                  <a:pt x="446" y="511"/>
                </a:cubicBezTo>
                <a:cubicBezTo>
                  <a:pt x="448" y="511"/>
                  <a:pt x="450" y="511"/>
                  <a:pt x="452" y="511"/>
                </a:cubicBezTo>
                <a:close/>
                <a:moveTo>
                  <a:pt x="452" y="535"/>
                </a:moveTo>
                <a:cubicBezTo>
                  <a:pt x="452" y="544"/>
                  <a:pt x="452" y="544"/>
                  <a:pt x="452" y="544"/>
                </a:cubicBezTo>
                <a:cubicBezTo>
                  <a:pt x="450" y="546"/>
                  <a:pt x="448" y="547"/>
                  <a:pt x="446" y="548"/>
                </a:cubicBezTo>
                <a:cubicBezTo>
                  <a:pt x="446" y="539"/>
                  <a:pt x="446" y="539"/>
                  <a:pt x="446" y="539"/>
                </a:cubicBezTo>
                <a:cubicBezTo>
                  <a:pt x="446" y="539"/>
                  <a:pt x="446" y="538"/>
                  <a:pt x="447" y="537"/>
                </a:cubicBezTo>
                <a:cubicBezTo>
                  <a:pt x="448" y="537"/>
                  <a:pt x="450" y="536"/>
                  <a:pt x="452" y="535"/>
                </a:cubicBezTo>
                <a:close/>
                <a:moveTo>
                  <a:pt x="452" y="550"/>
                </a:moveTo>
                <a:cubicBezTo>
                  <a:pt x="452" y="559"/>
                  <a:pt x="452" y="559"/>
                  <a:pt x="452" y="559"/>
                </a:cubicBezTo>
                <a:cubicBezTo>
                  <a:pt x="450" y="560"/>
                  <a:pt x="448" y="560"/>
                  <a:pt x="447" y="561"/>
                </a:cubicBezTo>
                <a:cubicBezTo>
                  <a:pt x="446" y="563"/>
                  <a:pt x="446" y="565"/>
                  <a:pt x="446" y="567"/>
                </a:cubicBezTo>
                <a:cubicBezTo>
                  <a:pt x="446" y="553"/>
                  <a:pt x="446" y="553"/>
                  <a:pt x="446" y="553"/>
                </a:cubicBezTo>
                <a:cubicBezTo>
                  <a:pt x="448" y="552"/>
                  <a:pt x="450" y="552"/>
                  <a:pt x="452" y="550"/>
                </a:cubicBezTo>
                <a:close/>
                <a:moveTo>
                  <a:pt x="452" y="563"/>
                </a:moveTo>
                <a:cubicBezTo>
                  <a:pt x="450" y="565"/>
                  <a:pt x="448" y="566"/>
                  <a:pt x="446" y="567"/>
                </a:cubicBezTo>
                <a:cubicBezTo>
                  <a:pt x="446" y="588"/>
                  <a:pt x="446" y="588"/>
                  <a:pt x="446" y="588"/>
                </a:cubicBezTo>
                <a:cubicBezTo>
                  <a:pt x="446" y="589"/>
                  <a:pt x="447" y="590"/>
                  <a:pt x="448" y="590"/>
                </a:cubicBezTo>
                <a:cubicBezTo>
                  <a:pt x="450" y="590"/>
                  <a:pt x="451" y="589"/>
                  <a:pt x="452" y="589"/>
                </a:cubicBezTo>
                <a:cubicBezTo>
                  <a:pt x="452" y="579"/>
                  <a:pt x="452" y="579"/>
                  <a:pt x="452" y="579"/>
                </a:cubicBezTo>
                <a:cubicBezTo>
                  <a:pt x="452" y="579"/>
                  <a:pt x="451" y="579"/>
                  <a:pt x="450" y="579"/>
                </a:cubicBezTo>
                <a:cubicBezTo>
                  <a:pt x="450" y="578"/>
                  <a:pt x="450" y="576"/>
                  <a:pt x="450" y="574"/>
                </a:cubicBezTo>
                <a:cubicBezTo>
                  <a:pt x="451" y="574"/>
                  <a:pt x="451" y="574"/>
                  <a:pt x="452" y="573"/>
                </a:cubicBezTo>
                <a:cubicBezTo>
                  <a:pt x="452" y="563"/>
                  <a:pt x="452" y="563"/>
                  <a:pt x="452" y="563"/>
                </a:cubicBezTo>
                <a:close/>
                <a:moveTo>
                  <a:pt x="452" y="605"/>
                </a:moveTo>
                <a:cubicBezTo>
                  <a:pt x="452" y="616"/>
                  <a:pt x="452" y="616"/>
                  <a:pt x="452" y="616"/>
                </a:cubicBezTo>
                <a:cubicBezTo>
                  <a:pt x="450" y="614"/>
                  <a:pt x="448" y="613"/>
                  <a:pt x="446" y="613"/>
                </a:cubicBezTo>
                <a:cubicBezTo>
                  <a:pt x="446" y="606"/>
                  <a:pt x="446" y="606"/>
                  <a:pt x="446" y="606"/>
                </a:cubicBezTo>
                <a:cubicBezTo>
                  <a:pt x="448" y="606"/>
                  <a:pt x="450" y="605"/>
                  <a:pt x="452" y="605"/>
                </a:cubicBezTo>
                <a:close/>
                <a:moveTo>
                  <a:pt x="452" y="627"/>
                </a:moveTo>
                <a:cubicBezTo>
                  <a:pt x="452" y="632"/>
                  <a:pt x="452" y="632"/>
                  <a:pt x="452" y="632"/>
                </a:cubicBezTo>
                <a:cubicBezTo>
                  <a:pt x="451" y="633"/>
                  <a:pt x="449" y="633"/>
                  <a:pt x="448" y="633"/>
                </a:cubicBezTo>
                <a:cubicBezTo>
                  <a:pt x="447" y="633"/>
                  <a:pt x="446" y="633"/>
                  <a:pt x="446" y="634"/>
                </a:cubicBezTo>
                <a:cubicBezTo>
                  <a:pt x="446" y="624"/>
                  <a:pt x="446" y="624"/>
                  <a:pt x="446" y="624"/>
                </a:cubicBezTo>
                <a:cubicBezTo>
                  <a:pt x="447" y="626"/>
                  <a:pt x="448" y="627"/>
                  <a:pt x="450" y="628"/>
                </a:cubicBezTo>
                <a:cubicBezTo>
                  <a:pt x="452" y="627"/>
                  <a:pt x="452" y="627"/>
                  <a:pt x="452" y="627"/>
                </a:cubicBezTo>
                <a:close/>
                <a:moveTo>
                  <a:pt x="452" y="666"/>
                </a:moveTo>
                <a:cubicBezTo>
                  <a:pt x="452" y="688"/>
                  <a:pt x="452" y="688"/>
                  <a:pt x="452" y="688"/>
                </a:cubicBezTo>
                <a:cubicBezTo>
                  <a:pt x="451" y="680"/>
                  <a:pt x="450" y="680"/>
                  <a:pt x="450" y="679"/>
                </a:cubicBezTo>
                <a:cubicBezTo>
                  <a:pt x="448" y="681"/>
                  <a:pt x="447" y="683"/>
                  <a:pt x="446" y="684"/>
                </a:cubicBezTo>
                <a:cubicBezTo>
                  <a:pt x="446" y="672"/>
                  <a:pt x="446" y="672"/>
                  <a:pt x="446" y="672"/>
                </a:cubicBezTo>
                <a:cubicBezTo>
                  <a:pt x="448" y="669"/>
                  <a:pt x="449" y="668"/>
                  <a:pt x="449" y="667"/>
                </a:cubicBezTo>
                <a:cubicBezTo>
                  <a:pt x="450" y="667"/>
                  <a:pt x="451" y="666"/>
                  <a:pt x="452" y="666"/>
                </a:cubicBezTo>
                <a:close/>
                <a:moveTo>
                  <a:pt x="452" y="745"/>
                </a:moveTo>
                <a:cubicBezTo>
                  <a:pt x="452" y="757"/>
                  <a:pt x="452" y="757"/>
                  <a:pt x="452" y="757"/>
                </a:cubicBezTo>
                <a:cubicBezTo>
                  <a:pt x="449" y="754"/>
                  <a:pt x="449" y="754"/>
                  <a:pt x="449" y="754"/>
                </a:cubicBezTo>
                <a:cubicBezTo>
                  <a:pt x="446" y="754"/>
                  <a:pt x="446" y="754"/>
                  <a:pt x="446" y="754"/>
                </a:cubicBezTo>
                <a:cubicBezTo>
                  <a:pt x="446" y="745"/>
                  <a:pt x="446" y="745"/>
                  <a:pt x="446" y="745"/>
                </a:cubicBezTo>
                <a:cubicBezTo>
                  <a:pt x="452" y="745"/>
                  <a:pt x="452" y="745"/>
                  <a:pt x="452" y="745"/>
                </a:cubicBezTo>
                <a:close/>
                <a:moveTo>
                  <a:pt x="446" y="535"/>
                </a:moveTo>
                <a:cubicBezTo>
                  <a:pt x="446" y="526"/>
                  <a:pt x="446" y="526"/>
                  <a:pt x="446" y="526"/>
                </a:cubicBezTo>
                <a:cubicBezTo>
                  <a:pt x="447" y="526"/>
                  <a:pt x="447" y="526"/>
                  <a:pt x="447" y="526"/>
                </a:cubicBezTo>
                <a:cubicBezTo>
                  <a:pt x="450" y="529"/>
                  <a:pt x="449" y="529"/>
                  <a:pt x="450" y="533"/>
                </a:cubicBezTo>
                <a:cubicBezTo>
                  <a:pt x="448" y="535"/>
                  <a:pt x="448" y="535"/>
                  <a:pt x="446" y="535"/>
                </a:cubicBezTo>
                <a:close/>
                <a:moveTo>
                  <a:pt x="439" y="3"/>
                </a:moveTo>
                <a:cubicBezTo>
                  <a:pt x="441" y="3"/>
                  <a:pt x="443" y="4"/>
                  <a:pt x="446" y="4"/>
                </a:cubicBezTo>
                <a:cubicBezTo>
                  <a:pt x="446" y="17"/>
                  <a:pt x="446" y="17"/>
                  <a:pt x="446" y="17"/>
                </a:cubicBezTo>
                <a:cubicBezTo>
                  <a:pt x="444" y="14"/>
                  <a:pt x="442" y="13"/>
                  <a:pt x="439" y="12"/>
                </a:cubicBezTo>
                <a:cubicBezTo>
                  <a:pt x="439" y="3"/>
                  <a:pt x="439" y="3"/>
                  <a:pt x="439" y="3"/>
                </a:cubicBezTo>
                <a:close/>
                <a:moveTo>
                  <a:pt x="446" y="790"/>
                </a:moveTo>
                <a:cubicBezTo>
                  <a:pt x="443" y="790"/>
                  <a:pt x="441" y="791"/>
                  <a:pt x="439" y="791"/>
                </a:cubicBezTo>
                <a:cubicBezTo>
                  <a:pt x="439" y="783"/>
                  <a:pt x="439" y="783"/>
                  <a:pt x="439" y="783"/>
                </a:cubicBezTo>
                <a:cubicBezTo>
                  <a:pt x="439" y="769"/>
                  <a:pt x="439" y="769"/>
                  <a:pt x="439" y="769"/>
                </a:cubicBezTo>
                <a:cubicBezTo>
                  <a:pt x="441" y="772"/>
                  <a:pt x="443" y="774"/>
                  <a:pt x="446" y="776"/>
                </a:cubicBezTo>
                <a:cubicBezTo>
                  <a:pt x="446" y="790"/>
                  <a:pt x="446" y="790"/>
                  <a:pt x="446" y="790"/>
                </a:cubicBezTo>
                <a:close/>
                <a:moveTo>
                  <a:pt x="446" y="43"/>
                </a:moveTo>
                <a:cubicBezTo>
                  <a:pt x="446" y="50"/>
                  <a:pt x="446" y="50"/>
                  <a:pt x="446" y="50"/>
                </a:cubicBezTo>
                <a:cubicBezTo>
                  <a:pt x="443" y="50"/>
                  <a:pt x="441" y="49"/>
                  <a:pt x="439" y="48"/>
                </a:cubicBezTo>
                <a:cubicBezTo>
                  <a:pt x="439" y="39"/>
                  <a:pt x="439" y="39"/>
                  <a:pt x="439" y="39"/>
                </a:cubicBezTo>
                <a:cubicBezTo>
                  <a:pt x="441" y="40"/>
                  <a:pt x="443" y="42"/>
                  <a:pt x="446" y="43"/>
                </a:cubicBezTo>
                <a:cubicBezTo>
                  <a:pt x="446" y="43"/>
                  <a:pt x="446" y="43"/>
                  <a:pt x="446" y="43"/>
                </a:cubicBezTo>
                <a:close/>
                <a:moveTo>
                  <a:pt x="446" y="73"/>
                </a:moveTo>
                <a:cubicBezTo>
                  <a:pt x="446" y="125"/>
                  <a:pt x="446" y="125"/>
                  <a:pt x="446" y="125"/>
                </a:cubicBezTo>
                <a:cubicBezTo>
                  <a:pt x="444" y="125"/>
                  <a:pt x="441" y="124"/>
                  <a:pt x="439" y="124"/>
                </a:cubicBezTo>
                <a:cubicBezTo>
                  <a:pt x="439" y="99"/>
                  <a:pt x="439" y="99"/>
                  <a:pt x="439" y="99"/>
                </a:cubicBezTo>
                <a:cubicBezTo>
                  <a:pt x="440" y="98"/>
                  <a:pt x="441" y="98"/>
                  <a:pt x="442" y="98"/>
                </a:cubicBezTo>
                <a:cubicBezTo>
                  <a:pt x="442" y="97"/>
                  <a:pt x="443" y="97"/>
                  <a:pt x="443" y="96"/>
                </a:cubicBezTo>
                <a:cubicBezTo>
                  <a:pt x="439" y="96"/>
                  <a:pt x="439" y="96"/>
                  <a:pt x="439" y="96"/>
                </a:cubicBezTo>
                <a:cubicBezTo>
                  <a:pt x="439" y="87"/>
                  <a:pt x="439" y="87"/>
                  <a:pt x="439" y="87"/>
                </a:cubicBezTo>
                <a:cubicBezTo>
                  <a:pt x="440" y="86"/>
                  <a:pt x="441" y="86"/>
                  <a:pt x="442" y="86"/>
                </a:cubicBezTo>
                <a:cubicBezTo>
                  <a:pt x="439" y="85"/>
                  <a:pt x="439" y="85"/>
                  <a:pt x="439" y="85"/>
                </a:cubicBezTo>
                <a:cubicBezTo>
                  <a:pt x="439" y="73"/>
                  <a:pt x="439" y="73"/>
                  <a:pt x="439" y="73"/>
                </a:cubicBezTo>
                <a:cubicBezTo>
                  <a:pt x="441" y="73"/>
                  <a:pt x="443" y="73"/>
                  <a:pt x="446" y="73"/>
                </a:cubicBezTo>
                <a:close/>
                <a:moveTo>
                  <a:pt x="446" y="127"/>
                </a:moveTo>
                <a:cubicBezTo>
                  <a:pt x="446" y="139"/>
                  <a:pt x="446" y="139"/>
                  <a:pt x="446" y="139"/>
                </a:cubicBezTo>
                <a:cubicBezTo>
                  <a:pt x="444" y="139"/>
                  <a:pt x="441" y="138"/>
                  <a:pt x="439" y="138"/>
                </a:cubicBezTo>
                <a:cubicBezTo>
                  <a:pt x="439" y="126"/>
                  <a:pt x="439" y="126"/>
                  <a:pt x="439" y="126"/>
                </a:cubicBezTo>
                <a:cubicBezTo>
                  <a:pt x="441" y="126"/>
                  <a:pt x="444" y="127"/>
                  <a:pt x="446" y="127"/>
                </a:cubicBezTo>
                <a:close/>
                <a:moveTo>
                  <a:pt x="446" y="168"/>
                </a:moveTo>
                <a:cubicBezTo>
                  <a:pt x="446" y="178"/>
                  <a:pt x="446" y="178"/>
                  <a:pt x="446" y="178"/>
                </a:cubicBezTo>
                <a:cubicBezTo>
                  <a:pt x="444" y="177"/>
                  <a:pt x="442" y="175"/>
                  <a:pt x="439" y="174"/>
                </a:cubicBezTo>
                <a:cubicBezTo>
                  <a:pt x="439" y="167"/>
                  <a:pt x="439" y="167"/>
                  <a:pt x="439" y="167"/>
                </a:cubicBezTo>
                <a:cubicBezTo>
                  <a:pt x="441" y="167"/>
                  <a:pt x="444" y="168"/>
                  <a:pt x="446" y="168"/>
                </a:cubicBezTo>
                <a:close/>
                <a:moveTo>
                  <a:pt x="446" y="193"/>
                </a:moveTo>
                <a:cubicBezTo>
                  <a:pt x="446" y="197"/>
                  <a:pt x="446" y="197"/>
                  <a:pt x="446" y="197"/>
                </a:cubicBezTo>
                <a:cubicBezTo>
                  <a:pt x="443" y="197"/>
                  <a:pt x="441" y="196"/>
                  <a:pt x="439" y="196"/>
                </a:cubicBezTo>
                <a:cubicBezTo>
                  <a:pt x="439" y="189"/>
                  <a:pt x="439" y="189"/>
                  <a:pt x="439" y="189"/>
                </a:cubicBezTo>
                <a:cubicBezTo>
                  <a:pt x="441" y="191"/>
                  <a:pt x="442" y="192"/>
                  <a:pt x="444" y="193"/>
                </a:cubicBezTo>
                <a:cubicBezTo>
                  <a:pt x="446" y="193"/>
                  <a:pt x="446" y="193"/>
                  <a:pt x="446" y="193"/>
                </a:cubicBezTo>
                <a:close/>
                <a:moveTo>
                  <a:pt x="446" y="224"/>
                </a:moveTo>
                <a:cubicBezTo>
                  <a:pt x="446" y="235"/>
                  <a:pt x="446" y="235"/>
                  <a:pt x="446" y="235"/>
                </a:cubicBezTo>
                <a:cubicBezTo>
                  <a:pt x="444" y="235"/>
                  <a:pt x="443" y="236"/>
                  <a:pt x="442" y="237"/>
                </a:cubicBezTo>
                <a:cubicBezTo>
                  <a:pt x="442" y="239"/>
                  <a:pt x="443" y="240"/>
                  <a:pt x="446" y="241"/>
                </a:cubicBezTo>
                <a:cubicBezTo>
                  <a:pt x="446" y="254"/>
                  <a:pt x="446" y="254"/>
                  <a:pt x="446" y="254"/>
                </a:cubicBezTo>
                <a:cubicBezTo>
                  <a:pt x="444" y="253"/>
                  <a:pt x="442" y="253"/>
                  <a:pt x="439" y="253"/>
                </a:cubicBezTo>
                <a:cubicBezTo>
                  <a:pt x="439" y="224"/>
                  <a:pt x="439" y="224"/>
                  <a:pt x="439" y="224"/>
                </a:cubicBezTo>
                <a:cubicBezTo>
                  <a:pt x="441" y="224"/>
                  <a:pt x="443" y="224"/>
                  <a:pt x="446" y="224"/>
                </a:cubicBezTo>
                <a:close/>
                <a:moveTo>
                  <a:pt x="446" y="259"/>
                </a:moveTo>
                <a:cubicBezTo>
                  <a:pt x="446" y="269"/>
                  <a:pt x="446" y="269"/>
                  <a:pt x="446" y="269"/>
                </a:cubicBezTo>
                <a:cubicBezTo>
                  <a:pt x="444" y="269"/>
                  <a:pt x="441" y="269"/>
                  <a:pt x="439" y="268"/>
                </a:cubicBezTo>
                <a:cubicBezTo>
                  <a:pt x="439" y="257"/>
                  <a:pt x="439" y="257"/>
                  <a:pt x="439" y="257"/>
                </a:cubicBezTo>
                <a:cubicBezTo>
                  <a:pt x="441" y="258"/>
                  <a:pt x="443" y="259"/>
                  <a:pt x="446" y="259"/>
                </a:cubicBezTo>
                <a:close/>
                <a:moveTo>
                  <a:pt x="446" y="281"/>
                </a:moveTo>
                <a:cubicBezTo>
                  <a:pt x="446" y="291"/>
                  <a:pt x="446" y="291"/>
                  <a:pt x="446" y="291"/>
                </a:cubicBezTo>
                <a:cubicBezTo>
                  <a:pt x="444" y="290"/>
                  <a:pt x="442" y="290"/>
                  <a:pt x="439" y="289"/>
                </a:cubicBezTo>
                <a:cubicBezTo>
                  <a:pt x="439" y="277"/>
                  <a:pt x="439" y="277"/>
                  <a:pt x="439" y="277"/>
                </a:cubicBezTo>
                <a:cubicBezTo>
                  <a:pt x="441" y="279"/>
                  <a:pt x="443" y="280"/>
                  <a:pt x="446" y="281"/>
                </a:cubicBezTo>
                <a:close/>
                <a:moveTo>
                  <a:pt x="446" y="304"/>
                </a:moveTo>
                <a:cubicBezTo>
                  <a:pt x="446" y="309"/>
                  <a:pt x="446" y="309"/>
                  <a:pt x="446" y="309"/>
                </a:cubicBezTo>
                <a:cubicBezTo>
                  <a:pt x="444" y="308"/>
                  <a:pt x="443" y="308"/>
                  <a:pt x="442" y="307"/>
                </a:cubicBezTo>
                <a:cubicBezTo>
                  <a:pt x="442" y="314"/>
                  <a:pt x="442" y="317"/>
                  <a:pt x="446" y="323"/>
                </a:cubicBezTo>
                <a:cubicBezTo>
                  <a:pt x="446" y="323"/>
                  <a:pt x="446" y="323"/>
                  <a:pt x="446" y="323"/>
                </a:cubicBezTo>
                <a:cubicBezTo>
                  <a:pt x="446" y="326"/>
                  <a:pt x="446" y="326"/>
                  <a:pt x="446" y="326"/>
                </a:cubicBezTo>
                <a:cubicBezTo>
                  <a:pt x="441" y="324"/>
                  <a:pt x="441" y="324"/>
                  <a:pt x="441" y="324"/>
                </a:cubicBezTo>
                <a:cubicBezTo>
                  <a:pt x="441" y="323"/>
                  <a:pt x="441" y="322"/>
                  <a:pt x="441" y="321"/>
                </a:cubicBezTo>
                <a:cubicBezTo>
                  <a:pt x="440" y="321"/>
                  <a:pt x="440" y="321"/>
                  <a:pt x="439" y="321"/>
                </a:cubicBezTo>
                <a:cubicBezTo>
                  <a:pt x="439" y="302"/>
                  <a:pt x="439" y="302"/>
                  <a:pt x="439" y="302"/>
                </a:cubicBezTo>
                <a:cubicBezTo>
                  <a:pt x="441" y="302"/>
                  <a:pt x="444" y="303"/>
                  <a:pt x="446" y="304"/>
                </a:cubicBezTo>
                <a:close/>
                <a:moveTo>
                  <a:pt x="446" y="379"/>
                </a:moveTo>
                <a:cubicBezTo>
                  <a:pt x="446" y="396"/>
                  <a:pt x="446" y="396"/>
                  <a:pt x="446" y="396"/>
                </a:cubicBezTo>
                <a:cubicBezTo>
                  <a:pt x="439" y="400"/>
                  <a:pt x="439" y="400"/>
                  <a:pt x="439" y="400"/>
                </a:cubicBezTo>
                <a:cubicBezTo>
                  <a:pt x="439" y="379"/>
                  <a:pt x="439" y="379"/>
                  <a:pt x="439" y="379"/>
                </a:cubicBezTo>
                <a:cubicBezTo>
                  <a:pt x="446" y="379"/>
                  <a:pt x="446" y="379"/>
                  <a:pt x="446" y="379"/>
                </a:cubicBezTo>
                <a:close/>
                <a:moveTo>
                  <a:pt x="446" y="479"/>
                </a:moveTo>
                <a:cubicBezTo>
                  <a:pt x="446" y="487"/>
                  <a:pt x="446" y="487"/>
                  <a:pt x="446" y="487"/>
                </a:cubicBezTo>
                <a:cubicBezTo>
                  <a:pt x="444" y="487"/>
                  <a:pt x="442" y="486"/>
                  <a:pt x="439" y="486"/>
                </a:cubicBezTo>
                <a:cubicBezTo>
                  <a:pt x="439" y="482"/>
                  <a:pt x="439" y="482"/>
                  <a:pt x="439" y="482"/>
                </a:cubicBezTo>
                <a:cubicBezTo>
                  <a:pt x="442" y="482"/>
                  <a:pt x="444" y="480"/>
                  <a:pt x="446" y="479"/>
                </a:cubicBezTo>
                <a:close/>
                <a:moveTo>
                  <a:pt x="446" y="493"/>
                </a:moveTo>
                <a:cubicBezTo>
                  <a:pt x="446" y="499"/>
                  <a:pt x="446" y="499"/>
                  <a:pt x="446" y="499"/>
                </a:cubicBezTo>
                <a:cubicBezTo>
                  <a:pt x="444" y="499"/>
                  <a:pt x="441" y="501"/>
                  <a:pt x="439" y="501"/>
                </a:cubicBezTo>
                <a:cubicBezTo>
                  <a:pt x="439" y="498"/>
                  <a:pt x="439" y="498"/>
                  <a:pt x="439" y="498"/>
                </a:cubicBezTo>
                <a:cubicBezTo>
                  <a:pt x="441" y="498"/>
                  <a:pt x="441" y="498"/>
                  <a:pt x="441" y="498"/>
                </a:cubicBezTo>
                <a:cubicBezTo>
                  <a:pt x="440" y="497"/>
                  <a:pt x="440" y="496"/>
                  <a:pt x="439" y="495"/>
                </a:cubicBezTo>
                <a:cubicBezTo>
                  <a:pt x="439" y="490"/>
                  <a:pt x="439" y="490"/>
                  <a:pt x="439" y="490"/>
                </a:cubicBezTo>
                <a:cubicBezTo>
                  <a:pt x="440" y="491"/>
                  <a:pt x="441" y="492"/>
                  <a:pt x="443" y="493"/>
                </a:cubicBezTo>
                <a:cubicBezTo>
                  <a:pt x="444" y="493"/>
                  <a:pt x="445" y="493"/>
                  <a:pt x="446" y="493"/>
                </a:cubicBezTo>
                <a:close/>
                <a:moveTo>
                  <a:pt x="446" y="511"/>
                </a:moveTo>
                <a:cubicBezTo>
                  <a:pt x="446" y="521"/>
                  <a:pt x="446" y="521"/>
                  <a:pt x="446" y="521"/>
                </a:cubicBezTo>
                <a:cubicBezTo>
                  <a:pt x="443" y="521"/>
                  <a:pt x="441" y="521"/>
                  <a:pt x="439" y="522"/>
                </a:cubicBezTo>
                <a:cubicBezTo>
                  <a:pt x="439" y="511"/>
                  <a:pt x="439" y="511"/>
                  <a:pt x="439" y="511"/>
                </a:cubicBezTo>
                <a:cubicBezTo>
                  <a:pt x="441" y="511"/>
                  <a:pt x="443" y="511"/>
                  <a:pt x="446" y="511"/>
                </a:cubicBezTo>
                <a:close/>
                <a:moveTo>
                  <a:pt x="446" y="526"/>
                </a:moveTo>
                <a:cubicBezTo>
                  <a:pt x="446" y="535"/>
                  <a:pt x="446" y="535"/>
                  <a:pt x="446" y="535"/>
                </a:cubicBezTo>
                <a:cubicBezTo>
                  <a:pt x="445" y="535"/>
                  <a:pt x="444" y="536"/>
                  <a:pt x="443" y="536"/>
                </a:cubicBezTo>
                <a:cubicBezTo>
                  <a:pt x="441" y="533"/>
                  <a:pt x="441" y="531"/>
                  <a:pt x="441" y="528"/>
                </a:cubicBezTo>
                <a:cubicBezTo>
                  <a:pt x="443" y="526"/>
                  <a:pt x="443" y="526"/>
                  <a:pt x="446" y="526"/>
                </a:cubicBezTo>
                <a:close/>
                <a:moveTo>
                  <a:pt x="446" y="539"/>
                </a:moveTo>
                <a:cubicBezTo>
                  <a:pt x="446" y="548"/>
                  <a:pt x="446" y="548"/>
                  <a:pt x="446" y="548"/>
                </a:cubicBezTo>
                <a:cubicBezTo>
                  <a:pt x="444" y="549"/>
                  <a:pt x="444" y="549"/>
                  <a:pt x="443" y="550"/>
                </a:cubicBezTo>
                <a:cubicBezTo>
                  <a:pt x="442" y="551"/>
                  <a:pt x="442" y="553"/>
                  <a:pt x="442" y="554"/>
                </a:cubicBezTo>
                <a:cubicBezTo>
                  <a:pt x="443" y="554"/>
                  <a:pt x="444" y="554"/>
                  <a:pt x="446" y="553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67"/>
                  <a:pt x="446" y="567"/>
                  <a:pt x="446" y="567"/>
                </a:cubicBezTo>
                <a:cubicBezTo>
                  <a:pt x="446" y="588"/>
                  <a:pt x="446" y="588"/>
                  <a:pt x="446" y="588"/>
                </a:cubicBezTo>
                <a:cubicBezTo>
                  <a:pt x="443" y="586"/>
                  <a:pt x="441" y="582"/>
                  <a:pt x="439" y="577"/>
                </a:cubicBezTo>
                <a:cubicBezTo>
                  <a:pt x="439" y="546"/>
                  <a:pt x="439" y="546"/>
                  <a:pt x="439" y="546"/>
                </a:cubicBezTo>
                <a:cubicBezTo>
                  <a:pt x="442" y="544"/>
                  <a:pt x="444" y="542"/>
                  <a:pt x="446" y="539"/>
                </a:cubicBezTo>
                <a:close/>
                <a:moveTo>
                  <a:pt x="446" y="606"/>
                </a:moveTo>
                <a:cubicBezTo>
                  <a:pt x="446" y="613"/>
                  <a:pt x="446" y="613"/>
                  <a:pt x="446" y="613"/>
                </a:cubicBezTo>
                <a:cubicBezTo>
                  <a:pt x="444" y="613"/>
                  <a:pt x="442" y="613"/>
                  <a:pt x="439" y="613"/>
                </a:cubicBezTo>
                <a:cubicBezTo>
                  <a:pt x="439" y="607"/>
                  <a:pt x="439" y="607"/>
                  <a:pt x="439" y="607"/>
                </a:cubicBezTo>
                <a:cubicBezTo>
                  <a:pt x="441" y="607"/>
                  <a:pt x="443" y="606"/>
                  <a:pt x="446" y="606"/>
                </a:cubicBezTo>
                <a:close/>
                <a:moveTo>
                  <a:pt x="446" y="624"/>
                </a:moveTo>
                <a:cubicBezTo>
                  <a:pt x="446" y="634"/>
                  <a:pt x="446" y="634"/>
                  <a:pt x="446" y="634"/>
                </a:cubicBezTo>
                <a:cubicBezTo>
                  <a:pt x="444" y="634"/>
                  <a:pt x="441" y="635"/>
                  <a:pt x="439" y="635"/>
                </a:cubicBezTo>
                <a:cubicBezTo>
                  <a:pt x="439" y="630"/>
                  <a:pt x="439" y="630"/>
                  <a:pt x="439" y="630"/>
                </a:cubicBezTo>
                <a:cubicBezTo>
                  <a:pt x="440" y="630"/>
                  <a:pt x="441" y="629"/>
                  <a:pt x="442" y="629"/>
                </a:cubicBezTo>
                <a:cubicBezTo>
                  <a:pt x="441" y="628"/>
                  <a:pt x="440" y="627"/>
                  <a:pt x="439" y="626"/>
                </a:cubicBezTo>
                <a:cubicBezTo>
                  <a:pt x="439" y="617"/>
                  <a:pt x="439" y="617"/>
                  <a:pt x="439" y="617"/>
                </a:cubicBezTo>
                <a:cubicBezTo>
                  <a:pt x="441" y="620"/>
                  <a:pt x="443" y="622"/>
                  <a:pt x="446" y="624"/>
                </a:cubicBezTo>
                <a:close/>
                <a:moveTo>
                  <a:pt x="446" y="672"/>
                </a:moveTo>
                <a:cubicBezTo>
                  <a:pt x="446" y="684"/>
                  <a:pt x="446" y="684"/>
                  <a:pt x="446" y="684"/>
                </a:cubicBezTo>
                <a:cubicBezTo>
                  <a:pt x="445" y="685"/>
                  <a:pt x="445" y="685"/>
                  <a:pt x="445" y="685"/>
                </a:cubicBezTo>
                <a:cubicBezTo>
                  <a:pt x="443" y="683"/>
                  <a:pt x="441" y="681"/>
                  <a:pt x="439" y="679"/>
                </a:cubicBezTo>
                <a:cubicBezTo>
                  <a:pt x="439" y="678"/>
                  <a:pt x="439" y="678"/>
                  <a:pt x="439" y="678"/>
                </a:cubicBezTo>
                <a:cubicBezTo>
                  <a:pt x="442" y="675"/>
                  <a:pt x="444" y="673"/>
                  <a:pt x="446" y="672"/>
                </a:cubicBezTo>
                <a:close/>
                <a:moveTo>
                  <a:pt x="446" y="745"/>
                </a:moveTo>
                <a:cubicBezTo>
                  <a:pt x="446" y="754"/>
                  <a:pt x="446" y="754"/>
                  <a:pt x="446" y="754"/>
                </a:cubicBezTo>
                <a:cubicBezTo>
                  <a:pt x="443" y="754"/>
                  <a:pt x="441" y="754"/>
                  <a:pt x="439" y="754"/>
                </a:cubicBezTo>
                <a:cubicBezTo>
                  <a:pt x="439" y="745"/>
                  <a:pt x="439" y="745"/>
                  <a:pt x="439" y="745"/>
                </a:cubicBezTo>
                <a:cubicBezTo>
                  <a:pt x="446" y="745"/>
                  <a:pt x="446" y="745"/>
                  <a:pt x="446" y="745"/>
                </a:cubicBezTo>
                <a:close/>
                <a:moveTo>
                  <a:pt x="439" y="462"/>
                </a:moveTo>
                <a:cubicBezTo>
                  <a:pt x="439" y="459"/>
                  <a:pt x="439" y="459"/>
                  <a:pt x="439" y="459"/>
                </a:cubicBezTo>
                <a:cubicBezTo>
                  <a:pt x="440" y="461"/>
                  <a:pt x="440" y="462"/>
                  <a:pt x="440" y="463"/>
                </a:cubicBezTo>
                <a:lnTo>
                  <a:pt x="439" y="462"/>
                </a:lnTo>
                <a:close/>
                <a:moveTo>
                  <a:pt x="435" y="2"/>
                </a:moveTo>
                <a:cubicBezTo>
                  <a:pt x="436" y="2"/>
                  <a:pt x="437" y="2"/>
                  <a:pt x="437" y="2"/>
                </a:cubicBezTo>
                <a:cubicBezTo>
                  <a:pt x="438" y="2"/>
                  <a:pt x="439" y="2"/>
                  <a:pt x="439" y="3"/>
                </a:cubicBezTo>
                <a:cubicBezTo>
                  <a:pt x="439" y="12"/>
                  <a:pt x="439" y="12"/>
                  <a:pt x="439" y="12"/>
                </a:cubicBezTo>
                <a:cubicBezTo>
                  <a:pt x="438" y="11"/>
                  <a:pt x="437" y="11"/>
                  <a:pt x="435" y="10"/>
                </a:cubicBezTo>
                <a:cubicBezTo>
                  <a:pt x="435" y="2"/>
                  <a:pt x="435" y="2"/>
                  <a:pt x="435" y="2"/>
                </a:cubicBezTo>
                <a:close/>
                <a:moveTo>
                  <a:pt x="439" y="791"/>
                </a:moveTo>
                <a:cubicBezTo>
                  <a:pt x="438" y="791"/>
                  <a:pt x="437" y="792"/>
                  <a:pt x="435" y="792"/>
                </a:cubicBezTo>
                <a:cubicBezTo>
                  <a:pt x="435" y="785"/>
                  <a:pt x="435" y="785"/>
                  <a:pt x="435" y="785"/>
                </a:cubicBezTo>
                <a:cubicBezTo>
                  <a:pt x="438" y="784"/>
                  <a:pt x="438" y="784"/>
                  <a:pt x="439" y="783"/>
                </a:cubicBezTo>
                <a:cubicBezTo>
                  <a:pt x="439" y="791"/>
                  <a:pt x="439" y="791"/>
                  <a:pt x="439" y="791"/>
                </a:cubicBezTo>
                <a:close/>
                <a:moveTo>
                  <a:pt x="439" y="39"/>
                </a:moveTo>
                <a:cubicBezTo>
                  <a:pt x="439" y="48"/>
                  <a:pt x="439" y="48"/>
                  <a:pt x="439" y="48"/>
                </a:cubicBezTo>
                <a:cubicBezTo>
                  <a:pt x="438" y="48"/>
                  <a:pt x="437" y="47"/>
                  <a:pt x="435" y="47"/>
                </a:cubicBezTo>
                <a:cubicBezTo>
                  <a:pt x="435" y="35"/>
                  <a:pt x="435" y="35"/>
                  <a:pt x="435" y="35"/>
                </a:cubicBezTo>
                <a:cubicBezTo>
                  <a:pt x="436" y="36"/>
                  <a:pt x="438" y="38"/>
                  <a:pt x="439" y="39"/>
                </a:cubicBezTo>
                <a:close/>
                <a:moveTo>
                  <a:pt x="439" y="73"/>
                </a:moveTo>
                <a:cubicBezTo>
                  <a:pt x="439" y="85"/>
                  <a:pt x="439" y="85"/>
                  <a:pt x="439" y="85"/>
                </a:cubicBezTo>
                <a:cubicBezTo>
                  <a:pt x="438" y="85"/>
                  <a:pt x="437" y="84"/>
                  <a:pt x="435" y="84"/>
                </a:cubicBezTo>
                <a:cubicBezTo>
                  <a:pt x="435" y="75"/>
                  <a:pt x="435" y="75"/>
                  <a:pt x="435" y="75"/>
                </a:cubicBezTo>
                <a:cubicBezTo>
                  <a:pt x="436" y="74"/>
                  <a:pt x="438" y="73"/>
                  <a:pt x="439" y="73"/>
                </a:cubicBezTo>
                <a:close/>
                <a:moveTo>
                  <a:pt x="439" y="87"/>
                </a:moveTo>
                <a:cubicBezTo>
                  <a:pt x="439" y="96"/>
                  <a:pt x="439" y="96"/>
                  <a:pt x="439" y="96"/>
                </a:cubicBezTo>
                <a:cubicBezTo>
                  <a:pt x="438" y="96"/>
                  <a:pt x="438" y="96"/>
                  <a:pt x="438" y="96"/>
                </a:cubicBezTo>
                <a:cubicBezTo>
                  <a:pt x="438" y="93"/>
                  <a:pt x="438" y="90"/>
                  <a:pt x="438" y="87"/>
                </a:cubicBezTo>
                <a:cubicBezTo>
                  <a:pt x="439" y="87"/>
                  <a:pt x="439" y="87"/>
                  <a:pt x="439" y="87"/>
                </a:cubicBezTo>
                <a:close/>
                <a:moveTo>
                  <a:pt x="439" y="99"/>
                </a:moveTo>
                <a:cubicBezTo>
                  <a:pt x="439" y="124"/>
                  <a:pt x="439" y="124"/>
                  <a:pt x="439" y="124"/>
                </a:cubicBezTo>
                <a:cubicBezTo>
                  <a:pt x="438" y="124"/>
                  <a:pt x="437" y="124"/>
                  <a:pt x="435" y="124"/>
                </a:cubicBezTo>
                <a:cubicBezTo>
                  <a:pt x="435" y="99"/>
                  <a:pt x="435" y="99"/>
                  <a:pt x="435" y="99"/>
                </a:cubicBezTo>
                <a:cubicBezTo>
                  <a:pt x="437" y="99"/>
                  <a:pt x="438" y="99"/>
                  <a:pt x="439" y="99"/>
                </a:cubicBezTo>
                <a:close/>
                <a:moveTo>
                  <a:pt x="439" y="126"/>
                </a:moveTo>
                <a:cubicBezTo>
                  <a:pt x="439" y="138"/>
                  <a:pt x="439" y="138"/>
                  <a:pt x="439" y="138"/>
                </a:cubicBezTo>
                <a:cubicBezTo>
                  <a:pt x="438" y="138"/>
                  <a:pt x="437" y="138"/>
                  <a:pt x="435" y="137"/>
                </a:cubicBezTo>
                <a:cubicBezTo>
                  <a:pt x="435" y="126"/>
                  <a:pt x="435" y="126"/>
                  <a:pt x="435" y="126"/>
                </a:cubicBezTo>
                <a:cubicBezTo>
                  <a:pt x="437" y="126"/>
                  <a:pt x="438" y="126"/>
                  <a:pt x="439" y="126"/>
                </a:cubicBezTo>
                <a:close/>
                <a:moveTo>
                  <a:pt x="439" y="167"/>
                </a:moveTo>
                <a:cubicBezTo>
                  <a:pt x="439" y="174"/>
                  <a:pt x="439" y="174"/>
                  <a:pt x="439" y="174"/>
                </a:cubicBezTo>
                <a:cubicBezTo>
                  <a:pt x="438" y="173"/>
                  <a:pt x="437" y="173"/>
                  <a:pt x="435" y="173"/>
                </a:cubicBezTo>
                <a:cubicBezTo>
                  <a:pt x="435" y="167"/>
                  <a:pt x="435" y="167"/>
                  <a:pt x="435" y="167"/>
                </a:cubicBezTo>
                <a:cubicBezTo>
                  <a:pt x="437" y="167"/>
                  <a:pt x="438" y="167"/>
                  <a:pt x="439" y="167"/>
                </a:cubicBezTo>
                <a:close/>
                <a:moveTo>
                  <a:pt x="439" y="189"/>
                </a:moveTo>
                <a:cubicBezTo>
                  <a:pt x="439" y="196"/>
                  <a:pt x="439" y="196"/>
                  <a:pt x="439" y="196"/>
                </a:cubicBezTo>
                <a:cubicBezTo>
                  <a:pt x="438" y="196"/>
                  <a:pt x="437" y="195"/>
                  <a:pt x="435" y="195"/>
                </a:cubicBezTo>
                <a:cubicBezTo>
                  <a:pt x="435" y="180"/>
                  <a:pt x="435" y="180"/>
                  <a:pt x="435" y="180"/>
                </a:cubicBezTo>
                <a:cubicBezTo>
                  <a:pt x="436" y="184"/>
                  <a:pt x="437" y="187"/>
                  <a:pt x="439" y="189"/>
                </a:cubicBezTo>
                <a:close/>
                <a:moveTo>
                  <a:pt x="439" y="224"/>
                </a:moveTo>
                <a:cubicBezTo>
                  <a:pt x="439" y="253"/>
                  <a:pt x="439" y="253"/>
                  <a:pt x="439" y="253"/>
                </a:cubicBezTo>
                <a:cubicBezTo>
                  <a:pt x="439" y="253"/>
                  <a:pt x="438" y="253"/>
                  <a:pt x="438" y="253"/>
                </a:cubicBezTo>
                <a:cubicBezTo>
                  <a:pt x="438" y="254"/>
                  <a:pt x="438" y="255"/>
                  <a:pt x="438" y="256"/>
                </a:cubicBezTo>
                <a:cubicBezTo>
                  <a:pt x="438" y="256"/>
                  <a:pt x="439" y="256"/>
                  <a:pt x="439" y="257"/>
                </a:cubicBezTo>
                <a:cubicBezTo>
                  <a:pt x="439" y="268"/>
                  <a:pt x="439" y="268"/>
                  <a:pt x="439" y="268"/>
                </a:cubicBezTo>
                <a:cubicBezTo>
                  <a:pt x="438" y="268"/>
                  <a:pt x="437" y="268"/>
                  <a:pt x="436" y="268"/>
                </a:cubicBezTo>
                <a:cubicBezTo>
                  <a:pt x="435" y="273"/>
                  <a:pt x="437" y="275"/>
                  <a:pt x="439" y="277"/>
                </a:cubicBezTo>
                <a:cubicBezTo>
                  <a:pt x="439" y="289"/>
                  <a:pt x="439" y="289"/>
                  <a:pt x="439" y="289"/>
                </a:cubicBezTo>
                <a:cubicBezTo>
                  <a:pt x="438" y="289"/>
                  <a:pt x="437" y="288"/>
                  <a:pt x="435" y="288"/>
                </a:cubicBezTo>
                <a:cubicBezTo>
                  <a:pt x="435" y="226"/>
                  <a:pt x="435" y="226"/>
                  <a:pt x="435" y="226"/>
                </a:cubicBezTo>
                <a:cubicBezTo>
                  <a:pt x="436" y="225"/>
                  <a:pt x="438" y="225"/>
                  <a:pt x="439" y="224"/>
                </a:cubicBezTo>
                <a:close/>
                <a:moveTo>
                  <a:pt x="439" y="302"/>
                </a:moveTo>
                <a:cubicBezTo>
                  <a:pt x="439" y="321"/>
                  <a:pt x="439" y="321"/>
                  <a:pt x="439" y="321"/>
                </a:cubicBezTo>
                <a:cubicBezTo>
                  <a:pt x="438" y="321"/>
                  <a:pt x="436" y="320"/>
                  <a:pt x="435" y="320"/>
                </a:cubicBezTo>
                <a:cubicBezTo>
                  <a:pt x="435" y="317"/>
                  <a:pt x="435" y="317"/>
                  <a:pt x="435" y="317"/>
                </a:cubicBezTo>
                <a:cubicBezTo>
                  <a:pt x="436" y="317"/>
                  <a:pt x="437" y="318"/>
                  <a:pt x="437" y="318"/>
                </a:cubicBezTo>
                <a:cubicBezTo>
                  <a:pt x="438" y="313"/>
                  <a:pt x="438" y="308"/>
                  <a:pt x="435" y="305"/>
                </a:cubicBezTo>
                <a:cubicBezTo>
                  <a:pt x="435" y="300"/>
                  <a:pt x="435" y="300"/>
                  <a:pt x="435" y="300"/>
                </a:cubicBezTo>
                <a:cubicBezTo>
                  <a:pt x="437" y="301"/>
                  <a:pt x="438" y="301"/>
                  <a:pt x="439" y="302"/>
                </a:cubicBezTo>
                <a:close/>
                <a:moveTo>
                  <a:pt x="439" y="379"/>
                </a:moveTo>
                <a:cubicBezTo>
                  <a:pt x="439" y="400"/>
                  <a:pt x="439" y="400"/>
                  <a:pt x="439" y="400"/>
                </a:cubicBezTo>
                <a:cubicBezTo>
                  <a:pt x="435" y="403"/>
                  <a:pt x="435" y="403"/>
                  <a:pt x="435" y="403"/>
                </a:cubicBezTo>
                <a:cubicBezTo>
                  <a:pt x="435" y="378"/>
                  <a:pt x="435" y="378"/>
                  <a:pt x="435" y="378"/>
                </a:cubicBezTo>
                <a:cubicBezTo>
                  <a:pt x="439" y="379"/>
                  <a:pt x="439" y="379"/>
                  <a:pt x="439" y="379"/>
                </a:cubicBezTo>
                <a:close/>
                <a:moveTo>
                  <a:pt x="439" y="459"/>
                </a:moveTo>
                <a:cubicBezTo>
                  <a:pt x="439" y="462"/>
                  <a:pt x="439" y="462"/>
                  <a:pt x="439" y="462"/>
                </a:cubicBezTo>
                <a:cubicBezTo>
                  <a:pt x="435" y="459"/>
                  <a:pt x="435" y="459"/>
                  <a:pt x="435" y="459"/>
                </a:cubicBezTo>
                <a:cubicBezTo>
                  <a:pt x="435" y="445"/>
                  <a:pt x="435" y="445"/>
                  <a:pt x="435" y="445"/>
                </a:cubicBezTo>
                <a:cubicBezTo>
                  <a:pt x="437" y="451"/>
                  <a:pt x="438" y="455"/>
                  <a:pt x="439" y="459"/>
                </a:cubicBezTo>
                <a:close/>
                <a:moveTo>
                  <a:pt x="439" y="482"/>
                </a:moveTo>
                <a:cubicBezTo>
                  <a:pt x="439" y="486"/>
                  <a:pt x="439" y="486"/>
                  <a:pt x="439" y="486"/>
                </a:cubicBezTo>
                <a:cubicBezTo>
                  <a:pt x="438" y="486"/>
                  <a:pt x="437" y="486"/>
                  <a:pt x="436" y="487"/>
                </a:cubicBezTo>
                <a:cubicBezTo>
                  <a:pt x="436" y="487"/>
                  <a:pt x="436" y="488"/>
                  <a:pt x="436" y="489"/>
                </a:cubicBezTo>
                <a:cubicBezTo>
                  <a:pt x="438" y="489"/>
                  <a:pt x="438" y="489"/>
                  <a:pt x="439" y="490"/>
                </a:cubicBezTo>
                <a:cubicBezTo>
                  <a:pt x="439" y="495"/>
                  <a:pt x="439" y="495"/>
                  <a:pt x="439" y="495"/>
                </a:cubicBezTo>
                <a:cubicBezTo>
                  <a:pt x="438" y="494"/>
                  <a:pt x="437" y="493"/>
                  <a:pt x="435" y="492"/>
                </a:cubicBezTo>
                <a:cubicBezTo>
                  <a:pt x="435" y="484"/>
                  <a:pt x="435" y="484"/>
                  <a:pt x="435" y="484"/>
                </a:cubicBezTo>
                <a:cubicBezTo>
                  <a:pt x="437" y="484"/>
                  <a:pt x="438" y="483"/>
                  <a:pt x="439" y="482"/>
                </a:cubicBezTo>
                <a:close/>
                <a:moveTo>
                  <a:pt x="439" y="498"/>
                </a:moveTo>
                <a:cubicBezTo>
                  <a:pt x="439" y="501"/>
                  <a:pt x="439" y="501"/>
                  <a:pt x="439" y="501"/>
                </a:cubicBezTo>
                <a:cubicBezTo>
                  <a:pt x="438" y="502"/>
                  <a:pt x="437" y="503"/>
                  <a:pt x="435" y="503"/>
                </a:cubicBezTo>
                <a:cubicBezTo>
                  <a:pt x="435" y="499"/>
                  <a:pt x="435" y="499"/>
                  <a:pt x="435" y="499"/>
                </a:cubicBezTo>
                <a:cubicBezTo>
                  <a:pt x="437" y="499"/>
                  <a:pt x="438" y="499"/>
                  <a:pt x="439" y="498"/>
                </a:cubicBezTo>
                <a:close/>
                <a:moveTo>
                  <a:pt x="439" y="511"/>
                </a:moveTo>
                <a:cubicBezTo>
                  <a:pt x="439" y="522"/>
                  <a:pt x="439" y="522"/>
                  <a:pt x="439" y="522"/>
                </a:cubicBezTo>
                <a:cubicBezTo>
                  <a:pt x="438" y="523"/>
                  <a:pt x="437" y="523"/>
                  <a:pt x="435" y="524"/>
                </a:cubicBezTo>
                <a:cubicBezTo>
                  <a:pt x="435" y="512"/>
                  <a:pt x="435" y="512"/>
                  <a:pt x="435" y="512"/>
                </a:cubicBezTo>
                <a:cubicBezTo>
                  <a:pt x="436" y="511"/>
                  <a:pt x="438" y="511"/>
                  <a:pt x="439" y="511"/>
                </a:cubicBezTo>
                <a:close/>
                <a:moveTo>
                  <a:pt x="439" y="546"/>
                </a:moveTo>
                <a:cubicBezTo>
                  <a:pt x="439" y="577"/>
                  <a:pt x="439" y="577"/>
                  <a:pt x="439" y="577"/>
                </a:cubicBezTo>
                <a:cubicBezTo>
                  <a:pt x="437" y="571"/>
                  <a:pt x="436" y="565"/>
                  <a:pt x="435" y="559"/>
                </a:cubicBezTo>
                <a:cubicBezTo>
                  <a:pt x="435" y="549"/>
                  <a:pt x="435" y="549"/>
                  <a:pt x="435" y="549"/>
                </a:cubicBezTo>
                <a:cubicBezTo>
                  <a:pt x="436" y="548"/>
                  <a:pt x="438" y="547"/>
                  <a:pt x="439" y="546"/>
                </a:cubicBezTo>
                <a:close/>
                <a:moveTo>
                  <a:pt x="439" y="607"/>
                </a:moveTo>
                <a:cubicBezTo>
                  <a:pt x="439" y="613"/>
                  <a:pt x="439" y="613"/>
                  <a:pt x="439" y="613"/>
                </a:cubicBezTo>
                <a:cubicBezTo>
                  <a:pt x="439" y="613"/>
                  <a:pt x="438" y="613"/>
                  <a:pt x="437" y="613"/>
                </a:cubicBezTo>
                <a:cubicBezTo>
                  <a:pt x="438" y="615"/>
                  <a:pt x="438" y="616"/>
                  <a:pt x="439" y="617"/>
                </a:cubicBezTo>
                <a:cubicBezTo>
                  <a:pt x="439" y="626"/>
                  <a:pt x="439" y="626"/>
                  <a:pt x="439" y="626"/>
                </a:cubicBezTo>
                <a:cubicBezTo>
                  <a:pt x="438" y="625"/>
                  <a:pt x="437" y="623"/>
                  <a:pt x="435" y="622"/>
                </a:cubicBezTo>
                <a:cubicBezTo>
                  <a:pt x="435" y="608"/>
                  <a:pt x="435" y="608"/>
                  <a:pt x="435" y="608"/>
                </a:cubicBezTo>
                <a:cubicBezTo>
                  <a:pt x="436" y="608"/>
                  <a:pt x="437" y="607"/>
                  <a:pt x="438" y="607"/>
                </a:cubicBezTo>
                <a:cubicBezTo>
                  <a:pt x="439" y="607"/>
                  <a:pt x="439" y="607"/>
                  <a:pt x="439" y="607"/>
                </a:cubicBezTo>
                <a:close/>
                <a:moveTo>
                  <a:pt x="439" y="630"/>
                </a:moveTo>
                <a:cubicBezTo>
                  <a:pt x="439" y="635"/>
                  <a:pt x="439" y="635"/>
                  <a:pt x="439" y="635"/>
                </a:cubicBezTo>
                <a:cubicBezTo>
                  <a:pt x="438" y="635"/>
                  <a:pt x="437" y="636"/>
                  <a:pt x="435" y="636"/>
                </a:cubicBezTo>
                <a:cubicBezTo>
                  <a:pt x="435" y="631"/>
                  <a:pt x="435" y="631"/>
                  <a:pt x="435" y="631"/>
                </a:cubicBezTo>
                <a:cubicBezTo>
                  <a:pt x="437" y="631"/>
                  <a:pt x="438" y="631"/>
                  <a:pt x="439" y="630"/>
                </a:cubicBezTo>
                <a:close/>
                <a:moveTo>
                  <a:pt x="439" y="678"/>
                </a:moveTo>
                <a:cubicBezTo>
                  <a:pt x="439" y="679"/>
                  <a:pt x="439" y="679"/>
                  <a:pt x="439" y="679"/>
                </a:cubicBezTo>
                <a:cubicBezTo>
                  <a:pt x="439" y="679"/>
                  <a:pt x="439" y="679"/>
                  <a:pt x="439" y="679"/>
                </a:cubicBezTo>
                <a:cubicBezTo>
                  <a:pt x="439" y="678"/>
                  <a:pt x="439" y="678"/>
                  <a:pt x="439" y="678"/>
                </a:cubicBezTo>
                <a:close/>
                <a:moveTo>
                  <a:pt x="439" y="745"/>
                </a:moveTo>
                <a:cubicBezTo>
                  <a:pt x="439" y="754"/>
                  <a:pt x="439" y="754"/>
                  <a:pt x="439" y="754"/>
                </a:cubicBezTo>
                <a:cubicBezTo>
                  <a:pt x="438" y="754"/>
                  <a:pt x="436" y="754"/>
                  <a:pt x="435" y="754"/>
                </a:cubicBezTo>
                <a:cubicBezTo>
                  <a:pt x="435" y="746"/>
                  <a:pt x="435" y="746"/>
                  <a:pt x="435" y="746"/>
                </a:cubicBezTo>
                <a:cubicBezTo>
                  <a:pt x="436" y="746"/>
                  <a:pt x="437" y="746"/>
                  <a:pt x="437" y="745"/>
                </a:cubicBezTo>
                <a:cubicBezTo>
                  <a:pt x="439" y="745"/>
                  <a:pt x="439" y="745"/>
                  <a:pt x="439" y="745"/>
                </a:cubicBezTo>
                <a:close/>
                <a:moveTo>
                  <a:pt x="439" y="769"/>
                </a:moveTo>
                <a:cubicBezTo>
                  <a:pt x="438" y="768"/>
                  <a:pt x="436" y="766"/>
                  <a:pt x="435" y="764"/>
                </a:cubicBezTo>
                <a:cubicBezTo>
                  <a:pt x="435" y="777"/>
                  <a:pt x="435" y="777"/>
                  <a:pt x="435" y="777"/>
                </a:cubicBezTo>
                <a:cubicBezTo>
                  <a:pt x="436" y="779"/>
                  <a:pt x="438" y="781"/>
                  <a:pt x="439" y="783"/>
                </a:cubicBezTo>
                <a:lnTo>
                  <a:pt x="439" y="769"/>
                </a:lnTo>
                <a:close/>
                <a:moveTo>
                  <a:pt x="427" y="2"/>
                </a:moveTo>
                <a:cubicBezTo>
                  <a:pt x="430" y="2"/>
                  <a:pt x="433" y="2"/>
                  <a:pt x="435" y="2"/>
                </a:cubicBezTo>
                <a:cubicBezTo>
                  <a:pt x="435" y="10"/>
                  <a:pt x="435" y="10"/>
                  <a:pt x="435" y="10"/>
                </a:cubicBezTo>
                <a:cubicBezTo>
                  <a:pt x="433" y="10"/>
                  <a:pt x="430" y="10"/>
                  <a:pt x="427" y="10"/>
                </a:cubicBezTo>
                <a:cubicBezTo>
                  <a:pt x="427" y="2"/>
                  <a:pt x="427" y="2"/>
                  <a:pt x="427" y="2"/>
                </a:cubicBezTo>
                <a:close/>
                <a:moveTo>
                  <a:pt x="435" y="792"/>
                </a:moveTo>
                <a:cubicBezTo>
                  <a:pt x="433" y="792"/>
                  <a:pt x="430" y="792"/>
                  <a:pt x="427" y="792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31" y="785"/>
                  <a:pt x="433" y="785"/>
                  <a:pt x="435" y="785"/>
                </a:cubicBezTo>
                <a:cubicBezTo>
                  <a:pt x="435" y="792"/>
                  <a:pt x="435" y="792"/>
                  <a:pt x="435" y="792"/>
                </a:cubicBezTo>
                <a:close/>
                <a:moveTo>
                  <a:pt x="435" y="35"/>
                </a:moveTo>
                <a:cubicBezTo>
                  <a:pt x="435" y="47"/>
                  <a:pt x="435" y="47"/>
                  <a:pt x="435" y="47"/>
                </a:cubicBezTo>
                <a:cubicBezTo>
                  <a:pt x="435" y="46"/>
                  <a:pt x="434" y="46"/>
                  <a:pt x="433" y="46"/>
                </a:cubicBezTo>
                <a:cubicBezTo>
                  <a:pt x="431" y="46"/>
                  <a:pt x="429" y="46"/>
                  <a:pt x="427" y="46"/>
                </a:cubicBezTo>
                <a:cubicBezTo>
                  <a:pt x="427" y="22"/>
                  <a:pt x="427" y="22"/>
                  <a:pt x="427" y="22"/>
                </a:cubicBezTo>
                <a:cubicBezTo>
                  <a:pt x="430" y="27"/>
                  <a:pt x="432" y="31"/>
                  <a:pt x="435" y="35"/>
                </a:cubicBezTo>
                <a:close/>
                <a:moveTo>
                  <a:pt x="435" y="75"/>
                </a:moveTo>
                <a:cubicBezTo>
                  <a:pt x="435" y="84"/>
                  <a:pt x="435" y="84"/>
                  <a:pt x="435" y="84"/>
                </a:cubicBezTo>
                <a:cubicBezTo>
                  <a:pt x="435" y="84"/>
                  <a:pt x="435" y="84"/>
                  <a:pt x="435" y="84"/>
                </a:cubicBezTo>
                <a:cubicBezTo>
                  <a:pt x="434" y="81"/>
                  <a:pt x="434" y="78"/>
                  <a:pt x="434" y="76"/>
                </a:cubicBezTo>
                <a:cubicBezTo>
                  <a:pt x="435" y="75"/>
                  <a:pt x="435" y="75"/>
                  <a:pt x="435" y="75"/>
                </a:cubicBezTo>
                <a:close/>
                <a:moveTo>
                  <a:pt x="435" y="99"/>
                </a:moveTo>
                <a:cubicBezTo>
                  <a:pt x="435" y="124"/>
                  <a:pt x="435" y="124"/>
                  <a:pt x="435" y="124"/>
                </a:cubicBezTo>
                <a:cubicBezTo>
                  <a:pt x="433" y="124"/>
                  <a:pt x="430" y="123"/>
                  <a:pt x="427" y="123"/>
                </a:cubicBezTo>
                <a:cubicBezTo>
                  <a:pt x="427" y="110"/>
                  <a:pt x="427" y="110"/>
                  <a:pt x="427" y="110"/>
                </a:cubicBezTo>
                <a:cubicBezTo>
                  <a:pt x="429" y="110"/>
                  <a:pt x="430" y="110"/>
                  <a:pt x="431" y="110"/>
                </a:cubicBezTo>
                <a:cubicBezTo>
                  <a:pt x="428" y="106"/>
                  <a:pt x="426" y="105"/>
                  <a:pt x="429" y="99"/>
                </a:cubicBezTo>
                <a:cubicBezTo>
                  <a:pt x="431" y="99"/>
                  <a:pt x="433" y="99"/>
                  <a:pt x="435" y="99"/>
                </a:cubicBezTo>
                <a:close/>
                <a:moveTo>
                  <a:pt x="435" y="126"/>
                </a:moveTo>
                <a:cubicBezTo>
                  <a:pt x="435" y="137"/>
                  <a:pt x="435" y="137"/>
                  <a:pt x="435" y="137"/>
                </a:cubicBezTo>
                <a:cubicBezTo>
                  <a:pt x="433" y="137"/>
                  <a:pt x="430" y="137"/>
                  <a:pt x="427" y="136"/>
                </a:cubicBezTo>
                <a:cubicBezTo>
                  <a:pt x="427" y="126"/>
                  <a:pt x="427" y="126"/>
                  <a:pt x="427" y="126"/>
                </a:cubicBezTo>
                <a:cubicBezTo>
                  <a:pt x="430" y="125"/>
                  <a:pt x="432" y="125"/>
                  <a:pt x="435" y="126"/>
                </a:cubicBezTo>
                <a:close/>
                <a:moveTo>
                  <a:pt x="435" y="167"/>
                </a:moveTo>
                <a:cubicBezTo>
                  <a:pt x="435" y="173"/>
                  <a:pt x="435" y="173"/>
                  <a:pt x="435" y="173"/>
                </a:cubicBezTo>
                <a:cubicBezTo>
                  <a:pt x="434" y="173"/>
                  <a:pt x="433" y="172"/>
                  <a:pt x="433" y="172"/>
                </a:cubicBezTo>
                <a:cubicBezTo>
                  <a:pt x="433" y="175"/>
                  <a:pt x="434" y="177"/>
                  <a:pt x="435" y="180"/>
                </a:cubicBezTo>
                <a:cubicBezTo>
                  <a:pt x="435" y="195"/>
                  <a:pt x="435" y="195"/>
                  <a:pt x="435" y="195"/>
                </a:cubicBezTo>
                <a:cubicBezTo>
                  <a:pt x="433" y="195"/>
                  <a:pt x="430" y="194"/>
                  <a:pt x="427" y="194"/>
                </a:cubicBezTo>
                <a:cubicBezTo>
                  <a:pt x="427" y="190"/>
                  <a:pt x="427" y="190"/>
                  <a:pt x="427" y="190"/>
                </a:cubicBezTo>
                <a:cubicBezTo>
                  <a:pt x="429" y="189"/>
                  <a:pt x="431" y="189"/>
                  <a:pt x="432" y="189"/>
                </a:cubicBezTo>
                <a:cubicBezTo>
                  <a:pt x="430" y="184"/>
                  <a:pt x="429" y="180"/>
                  <a:pt x="427" y="177"/>
                </a:cubicBezTo>
                <a:cubicBezTo>
                  <a:pt x="427" y="166"/>
                  <a:pt x="427" y="166"/>
                  <a:pt x="427" y="166"/>
                </a:cubicBezTo>
                <a:cubicBezTo>
                  <a:pt x="430" y="166"/>
                  <a:pt x="433" y="166"/>
                  <a:pt x="435" y="167"/>
                </a:cubicBezTo>
                <a:close/>
                <a:moveTo>
                  <a:pt x="435" y="226"/>
                </a:moveTo>
                <a:cubicBezTo>
                  <a:pt x="435" y="288"/>
                  <a:pt x="435" y="288"/>
                  <a:pt x="435" y="288"/>
                </a:cubicBezTo>
                <a:cubicBezTo>
                  <a:pt x="433" y="288"/>
                  <a:pt x="433" y="288"/>
                  <a:pt x="433" y="288"/>
                </a:cubicBezTo>
                <a:cubicBezTo>
                  <a:pt x="429" y="283"/>
                  <a:pt x="429" y="282"/>
                  <a:pt x="427" y="279"/>
                </a:cubicBezTo>
                <a:cubicBezTo>
                  <a:pt x="427" y="263"/>
                  <a:pt x="427" y="263"/>
                  <a:pt x="427" y="263"/>
                </a:cubicBezTo>
                <a:cubicBezTo>
                  <a:pt x="428" y="257"/>
                  <a:pt x="430" y="247"/>
                  <a:pt x="432" y="230"/>
                </a:cubicBezTo>
                <a:cubicBezTo>
                  <a:pt x="433" y="228"/>
                  <a:pt x="434" y="227"/>
                  <a:pt x="435" y="226"/>
                </a:cubicBezTo>
                <a:close/>
                <a:moveTo>
                  <a:pt x="435" y="300"/>
                </a:moveTo>
                <a:cubicBezTo>
                  <a:pt x="435" y="305"/>
                  <a:pt x="435" y="305"/>
                  <a:pt x="435" y="305"/>
                </a:cubicBezTo>
                <a:cubicBezTo>
                  <a:pt x="434" y="304"/>
                  <a:pt x="432" y="303"/>
                  <a:pt x="429" y="304"/>
                </a:cubicBezTo>
                <a:cubicBezTo>
                  <a:pt x="430" y="308"/>
                  <a:pt x="431" y="312"/>
                  <a:pt x="433" y="316"/>
                </a:cubicBezTo>
                <a:cubicBezTo>
                  <a:pt x="433" y="316"/>
                  <a:pt x="434" y="317"/>
                  <a:pt x="435" y="317"/>
                </a:cubicBezTo>
                <a:cubicBezTo>
                  <a:pt x="435" y="320"/>
                  <a:pt x="435" y="320"/>
                  <a:pt x="435" y="320"/>
                </a:cubicBezTo>
                <a:cubicBezTo>
                  <a:pt x="433" y="319"/>
                  <a:pt x="430" y="318"/>
                  <a:pt x="427" y="317"/>
                </a:cubicBezTo>
                <a:cubicBezTo>
                  <a:pt x="427" y="298"/>
                  <a:pt x="427" y="298"/>
                  <a:pt x="427" y="298"/>
                </a:cubicBezTo>
                <a:cubicBezTo>
                  <a:pt x="430" y="298"/>
                  <a:pt x="433" y="299"/>
                  <a:pt x="435" y="300"/>
                </a:cubicBezTo>
                <a:close/>
                <a:moveTo>
                  <a:pt x="435" y="378"/>
                </a:moveTo>
                <a:cubicBezTo>
                  <a:pt x="435" y="403"/>
                  <a:pt x="435" y="403"/>
                  <a:pt x="435" y="403"/>
                </a:cubicBezTo>
                <a:cubicBezTo>
                  <a:pt x="427" y="409"/>
                  <a:pt x="427" y="409"/>
                  <a:pt x="427" y="409"/>
                </a:cubicBezTo>
                <a:cubicBezTo>
                  <a:pt x="427" y="378"/>
                  <a:pt x="427" y="378"/>
                  <a:pt x="427" y="378"/>
                </a:cubicBezTo>
                <a:cubicBezTo>
                  <a:pt x="435" y="378"/>
                  <a:pt x="435" y="378"/>
                  <a:pt x="435" y="378"/>
                </a:cubicBezTo>
                <a:close/>
                <a:moveTo>
                  <a:pt x="435" y="445"/>
                </a:moveTo>
                <a:cubicBezTo>
                  <a:pt x="435" y="459"/>
                  <a:pt x="435" y="459"/>
                  <a:pt x="435" y="459"/>
                </a:cubicBezTo>
                <a:cubicBezTo>
                  <a:pt x="427" y="454"/>
                  <a:pt x="427" y="454"/>
                  <a:pt x="427" y="454"/>
                </a:cubicBezTo>
                <a:cubicBezTo>
                  <a:pt x="427" y="420"/>
                  <a:pt x="427" y="420"/>
                  <a:pt x="427" y="420"/>
                </a:cubicBezTo>
                <a:cubicBezTo>
                  <a:pt x="429" y="427"/>
                  <a:pt x="433" y="436"/>
                  <a:pt x="435" y="445"/>
                </a:cubicBezTo>
                <a:close/>
                <a:moveTo>
                  <a:pt x="435" y="484"/>
                </a:moveTo>
                <a:cubicBezTo>
                  <a:pt x="435" y="492"/>
                  <a:pt x="435" y="492"/>
                  <a:pt x="435" y="492"/>
                </a:cubicBezTo>
                <a:cubicBezTo>
                  <a:pt x="433" y="491"/>
                  <a:pt x="430" y="491"/>
                  <a:pt x="427" y="491"/>
                </a:cubicBezTo>
                <a:cubicBezTo>
                  <a:pt x="427" y="487"/>
                  <a:pt x="427" y="487"/>
                  <a:pt x="427" y="487"/>
                </a:cubicBezTo>
                <a:cubicBezTo>
                  <a:pt x="430" y="486"/>
                  <a:pt x="433" y="485"/>
                  <a:pt x="435" y="484"/>
                </a:cubicBezTo>
                <a:close/>
                <a:moveTo>
                  <a:pt x="435" y="499"/>
                </a:moveTo>
                <a:cubicBezTo>
                  <a:pt x="435" y="503"/>
                  <a:pt x="435" y="503"/>
                  <a:pt x="435" y="503"/>
                </a:cubicBezTo>
                <a:cubicBezTo>
                  <a:pt x="433" y="504"/>
                  <a:pt x="430" y="505"/>
                  <a:pt x="427" y="506"/>
                </a:cubicBezTo>
                <a:cubicBezTo>
                  <a:pt x="427" y="503"/>
                  <a:pt x="427" y="503"/>
                  <a:pt x="427" y="503"/>
                </a:cubicBezTo>
                <a:cubicBezTo>
                  <a:pt x="429" y="503"/>
                  <a:pt x="429" y="503"/>
                  <a:pt x="429" y="503"/>
                </a:cubicBezTo>
                <a:cubicBezTo>
                  <a:pt x="429" y="502"/>
                  <a:pt x="428" y="501"/>
                  <a:pt x="427" y="500"/>
                </a:cubicBezTo>
                <a:cubicBezTo>
                  <a:pt x="427" y="495"/>
                  <a:pt x="427" y="495"/>
                  <a:pt x="427" y="495"/>
                </a:cubicBezTo>
                <a:cubicBezTo>
                  <a:pt x="429" y="496"/>
                  <a:pt x="431" y="498"/>
                  <a:pt x="433" y="499"/>
                </a:cubicBezTo>
                <a:cubicBezTo>
                  <a:pt x="435" y="499"/>
                  <a:pt x="435" y="499"/>
                  <a:pt x="435" y="499"/>
                </a:cubicBezTo>
                <a:close/>
                <a:moveTo>
                  <a:pt x="435" y="512"/>
                </a:moveTo>
                <a:cubicBezTo>
                  <a:pt x="435" y="524"/>
                  <a:pt x="435" y="524"/>
                  <a:pt x="435" y="524"/>
                </a:cubicBezTo>
                <a:cubicBezTo>
                  <a:pt x="433" y="526"/>
                  <a:pt x="430" y="528"/>
                  <a:pt x="427" y="530"/>
                </a:cubicBezTo>
                <a:cubicBezTo>
                  <a:pt x="427" y="518"/>
                  <a:pt x="427" y="518"/>
                  <a:pt x="427" y="518"/>
                </a:cubicBezTo>
                <a:cubicBezTo>
                  <a:pt x="428" y="518"/>
                  <a:pt x="428" y="518"/>
                  <a:pt x="428" y="518"/>
                </a:cubicBezTo>
                <a:cubicBezTo>
                  <a:pt x="429" y="515"/>
                  <a:pt x="432" y="513"/>
                  <a:pt x="435" y="512"/>
                </a:cubicBezTo>
                <a:close/>
                <a:moveTo>
                  <a:pt x="435" y="549"/>
                </a:moveTo>
                <a:cubicBezTo>
                  <a:pt x="435" y="559"/>
                  <a:pt x="435" y="559"/>
                  <a:pt x="435" y="559"/>
                </a:cubicBezTo>
                <a:cubicBezTo>
                  <a:pt x="435" y="555"/>
                  <a:pt x="434" y="552"/>
                  <a:pt x="435" y="550"/>
                </a:cubicBezTo>
                <a:cubicBezTo>
                  <a:pt x="435" y="549"/>
                  <a:pt x="435" y="549"/>
                  <a:pt x="435" y="549"/>
                </a:cubicBezTo>
                <a:close/>
                <a:moveTo>
                  <a:pt x="435" y="608"/>
                </a:moveTo>
                <a:cubicBezTo>
                  <a:pt x="435" y="622"/>
                  <a:pt x="435" y="622"/>
                  <a:pt x="435" y="622"/>
                </a:cubicBezTo>
                <a:cubicBezTo>
                  <a:pt x="433" y="619"/>
                  <a:pt x="430" y="617"/>
                  <a:pt x="427" y="616"/>
                </a:cubicBezTo>
                <a:cubicBezTo>
                  <a:pt x="427" y="610"/>
                  <a:pt x="427" y="610"/>
                  <a:pt x="427" y="610"/>
                </a:cubicBezTo>
                <a:cubicBezTo>
                  <a:pt x="430" y="609"/>
                  <a:pt x="433" y="609"/>
                  <a:pt x="435" y="608"/>
                </a:cubicBezTo>
                <a:close/>
                <a:moveTo>
                  <a:pt x="435" y="631"/>
                </a:moveTo>
                <a:cubicBezTo>
                  <a:pt x="435" y="636"/>
                  <a:pt x="435" y="636"/>
                  <a:pt x="435" y="636"/>
                </a:cubicBezTo>
                <a:cubicBezTo>
                  <a:pt x="433" y="637"/>
                  <a:pt x="430" y="637"/>
                  <a:pt x="427" y="637"/>
                </a:cubicBezTo>
                <a:cubicBezTo>
                  <a:pt x="427" y="629"/>
                  <a:pt x="427" y="629"/>
                  <a:pt x="427" y="629"/>
                </a:cubicBezTo>
                <a:cubicBezTo>
                  <a:pt x="428" y="630"/>
                  <a:pt x="429" y="631"/>
                  <a:pt x="430" y="631"/>
                </a:cubicBezTo>
                <a:cubicBezTo>
                  <a:pt x="432" y="631"/>
                  <a:pt x="434" y="631"/>
                  <a:pt x="435" y="631"/>
                </a:cubicBezTo>
                <a:close/>
                <a:moveTo>
                  <a:pt x="435" y="746"/>
                </a:moveTo>
                <a:cubicBezTo>
                  <a:pt x="435" y="754"/>
                  <a:pt x="435" y="754"/>
                  <a:pt x="435" y="754"/>
                </a:cubicBezTo>
                <a:cubicBezTo>
                  <a:pt x="434" y="754"/>
                  <a:pt x="433" y="755"/>
                  <a:pt x="431" y="755"/>
                </a:cubicBezTo>
                <a:cubicBezTo>
                  <a:pt x="432" y="758"/>
                  <a:pt x="433" y="761"/>
                  <a:pt x="435" y="764"/>
                </a:cubicBezTo>
                <a:cubicBezTo>
                  <a:pt x="435" y="777"/>
                  <a:pt x="435" y="777"/>
                  <a:pt x="435" y="777"/>
                </a:cubicBezTo>
                <a:cubicBezTo>
                  <a:pt x="433" y="773"/>
                  <a:pt x="430" y="770"/>
                  <a:pt x="427" y="766"/>
                </a:cubicBezTo>
                <a:cubicBezTo>
                  <a:pt x="427" y="747"/>
                  <a:pt x="427" y="747"/>
                  <a:pt x="427" y="747"/>
                </a:cubicBezTo>
                <a:cubicBezTo>
                  <a:pt x="430" y="747"/>
                  <a:pt x="433" y="747"/>
                  <a:pt x="435" y="746"/>
                </a:cubicBezTo>
                <a:close/>
                <a:moveTo>
                  <a:pt x="427" y="711"/>
                </a:moveTo>
                <a:cubicBezTo>
                  <a:pt x="427" y="704"/>
                  <a:pt x="427" y="704"/>
                  <a:pt x="427" y="704"/>
                </a:cubicBezTo>
                <a:cubicBezTo>
                  <a:pt x="428" y="711"/>
                  <a:pt x="428" y="711"/>
                  <a:pt x="428" y="711"/>
                </a:cubicBezTo>
                <a:cubicBezTo>
                  <a:pt x="427" y="711"/>
                  <a:pt x="427" y="711"/>
                  <a:pt x="427" y="711"/>
                </a:cubicBezTo>
                <a:close/>
                <a:moveTo>
                  <a:pt x="427" y="548"/>
                </a:moveTo>
                <a:cubicBezTo>
                  <a:pt x="427" y="535"/>
                  <a:pt x="427" y="535"/>
                  <a:pt x="427" y="535"/>
                </a:cubicBezTo>
                <a:cubicBezTo>
                  <a:pt x="429" y="533"/>
                  <a:pt x="431" y="533"/>
                  <a:pt x="434" y="533"/>
                </a:cubicBezTo>
                <a:cubicBezTo>
                  <a:pt x="434" y="539"/>
                  <a:pt x="432" y="545"/>
                  <a:pt x="427" y="548"/>
                </a:cubicBezTo>
                <a:close/>
                <a:moveTo>
                  <a:pt x="424" y="3"/>
                </a:moveTo>
                <a:cubicBezTo>
                  <a:pt x="425" y="3"/>
                  <a:pt x="426" y="3"/>
                  <a:pt x="427" y="2"/>
                </a:cubicBezTo>
                <a:cubicBezTo>
                  <a:pt x="427" y="10"/>
                  <a:pt x="427" y="10"/>
                  <a:pt x="427" y="10"/>
                </a:cubicBezTo>
                <a:cubicBezTo>
                  <a:pt x="426" y="10"/>
                  <a:pt x="425" y="10"/>
                  <a:pt x="424" y="10"/>
                </a:cubicBezTo>
                <a:cubicBezTo>
                  <a:pt x="424" y="3"/>
                  <a:pt x="424" y="3"/>
                  <a:pt x="424" y="3"/>
                </a:cubicBezTo>
                <a:close/>
                <a:moveTo>
                  <a:pt x="427" y="792"/>
                </a:moveTo>
                <a:cubicBezTo>
                  <a:pt x="426" y="792"/>
                  <a:pt x="425" y="792"/>
                  <a:pt x="424" y="792"/>
                </a:cubicBezTo>
                <a:cubicBezTo>
                  <a:pt x="424" y="785"/>
                  <a:pt x="424" y="785"/>
                  <a:pt x="424" y="785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27" y="786"/>
                  <a:pt x="427" y="786"/>
                  <a:pt x="427" y="786"/>
                </a:cubicBezTo>
                <a:cubicBezTo>
                  <a:pt x="427" y="792"/>
                  <a:pt x="427" y="792"/>
                  <a:pt x="427" y="792"/>
                </a:cubicBezTo>
                <a:close/>
                <a:moveTo>
                  <a:pt x="427" y="22"/>
                </a:moveTo>
                <a:cubicBezTo>
                  <a:pt x="427" y="46"/>
                  <a:pt x="427" y="46"/>
                  <a:pt x="427" y="46"/>
                </a:cubicBezTo>
                <a:cubicBezTo>
                  <a:pt x="426" y="46"/>
                  <a:pt x="425" y="46"/>
                  <a:pt x="424" y="46"/>
                </a:cubicBezTo>
                <a:cubicBezTo>
                  <a:pt x="424" y="38"/>
                  <a:pt x="424" y="38"/>
                  <a:pt x="424" y="38"/>
                </a:cubicBezTo>
                <a:cubicBezTo>
                  <a:pt x="426" y="38"/>
                  <a:pt x="426" y="38"/>
                  <a:pt x="426" y="38"/>
                </a:cubicBezTo>
                <a:cubicBezTo>
                  <a:pt x="425" y="37"/>
                  <a:pt x="425" y="36"/>
                  <a:pt x="424" y="34"/>
                </a:cubicBezTo>
                <a:cubicBezTo>
                  <a:pt x="424" y="14"/>
                  <a:pt x="424" y="14"/>
                  <a:pt x="424" y="14"/>
                </a:cubicBezTo>
                <a:cubicBezTo>
                  <a:pt x="425" y="17"/>
                  <a:pt x="426" y="20"/>
                  <a:pt x="427" y="22"/>
                </a:cubicBezTo>
                <a:close/>
                <a:moveTo>
                  <a:pt x="427" y="110"/>
                </a:moveTo>
                <a:cubicBezTo>
                  <a:pt x="427" y="123"/>
                  <a:pt x="427" y="123"/>
                  <a:pt x="427" y="123"/>
                </a:cubicBezTo>
                <a:cubicBezTo>
                  <a:pt x="426" y="123"/>
                  <a:pt x="425" y="123"/>
                  <a:pt x="424" y="122"/>
                </a:cubicBezTo>
                <a:cubicBezTo>
                  <a:pt x="424" y="109"/>
                  <a:pt x="424" y="109"/>
                  <a:pt x="424" y="109"/>
                </a:cubicBezTo>
                <a:cubicBezTo>
                  <a:pt x="425" y="109"/>
                  <a:pt x="426" y="110"/>
                  <a:pt x="427" y="110"/>
                </a:cubicBezTo>
                <a:close/>
                <a:moveTo>
                  <a:pt x="427" y="126"/>
                </a:moveTo>
                <a:cubicBezTo>
                  <a:pt x="427" y="136"/>
                  <a:pt x="427" y="136"/>
                  <a:pt x="427" y="136"/>
                </a:cubicBezTo>
                <a:cubicBezTo>
                  <a:pt x="426" y="136"/>
                  <a:pt x="425" y="135"/>
                  <a:pt x="424" y="135"/>
                </a:cubicBezTo>
                <a:cubicBezTo>
                  <a:pt x="424" y="126"/>
                  <a:pt x="424" y="126"/>
                  <a:pt x="424" y="126"/>
                </a:cubicBezTo>
                <a:cubicBezTo>
                  <a:pt x="425" y="126"/>
                  <a:pt x="426" y="126"/>
                  <a:pt x="427" y="126"/>
                </a:cubicBezTo>
                <a:close/>
                <a:moveTo>
                  <a:pt x="427" y="166"/>
                </a:moveTo>
                <a:cubicBezTo>
                  <a:pt x="427" y="177"/>
                  <a:pt x="427" y="177"/>
                  <a:pt x="427" y="177"/>
                </a:cubicBezTo>
                <a:cubicBezTo>
                  <a:pt x="427" y="176"/>
                  <a:pt x="425" y="174"/>
                  <a:pt x="424" y="173"/>
                </a:cubicBezTo>
                <a:cubicBezTo>
                  <a:pt x="424" y="165"/>
                  <a:pt x="424" y="165"/>
                  <a:pt x="424" y="165"/>
                </a:cubicBezTo>
                <a:cubicBezTo>
                  <a:pt x="425" y="165"/>
                  <a:pt x="426" y="166"/>
                  <a:pt x="427" y="166"/>
                </a:cubicBezTo>
                <a:close/>
                <a:moveTo>
                  <a:pt x="427" y="190"/>
                </a:moveTo>
                <a:cubicBezTo>
                  <a:pt x="427" y="194"/>
                  <a:pt x="427" y="194"/>
                  <a:pt x="427" y="194"/>
                </a:cubicBezTo>
                <a:cubicBezTo>
                  <a:pt x="426" y="194"/>
                  <a:pt x="425" y="194"/>
                  <a:pt x="424" y="194"/>
                </a:cubicBezTo>
                <a:cubicBezTo>
                  <a:pt x="424" y="189"/>
                  <a:pt x="424" y="189"/>
                  <a:pt x="424" y="189"/>
                </a:cubicBezTo>
                <a:cubicBezTo>
                  <a:pt x="425" y="189"/>
                  <a:pt x="425" y="190"/>
                  <a:pt x="425" y="190"/>
                </a:cubicBezTo>
                <a:cubicBezTo>
                  <a:pt x="427" y="190"/>
                  <a:pt x="427" y="190"/>
                  <a:pt x="427" y="190"/>
                </a:cubicBezTo>
                <a:close/>
                <a:moveTo>
                  <a:pt x="427" y="263"/>
                </a:moveTo>
                <a:cubicBezTo>
                  <a:pt x="427" y="279"/>
                  <a:pt x="427" y="279"/>
                  <a:pt x="427" y="279"/>
                </a:cubicBezTo>
                <a:cubicBezTo>
                  <a:pt x="427" y="279"/>
                  <a:pt x="427" y="278"/>
                  <a:pt x="426" y="277"/>
                </a:cubicBezTo>
                <a:cubicBezTo>
                  <a:pt x="426" y="273"/>
                  <a:pt x="426" y="270"/>
                  <a:pt x="427" y="263"/>
                </a:cubicBezTo>
                <a:close/>
                <a:moveTo>
                  <a:pt x="427" y="298"/>
                </a:moveTo>
                <a:cubicBezTo>
                  <a:pt x="427" y="317"/>
                  <a:pt x="427" y="317"/>
                  <a:pt x="427" y="317"/>
                </a:cubicBezTo>
                <a:cubicBezTo>
                  <a:pt x="426" y="317"/>
                  <a:pt x="425" y="317"/>
                  <a:pt x="424" y="317"/>
                </a:cubicBezTo>
                <a:cubicBezTo>
                  <a:pt x="424" y="313"/>
                  <a:pt x="424" y="313"/>
                  <a:pt x="424" y="313"/>
                </a:cubicBezTo>
                <a:cubicBezTo>
                  <a:pt x="424" y="313"/>
                  <a:pt x="424" y="313"/>
                  <a:pt x="424" y="313"/>
                </a:cubicBezTo>
                <a:cubicBezTo>
                  <a:pt x="425" y="313"/>
                  <a:pt x="426" y="313"/>
                  <a:pt x="427" y="313"/>
                </a:cubicBezTo>
                <a:cubicBezTo>
                  <a:pt x="426" y="309"/>
                  <a:pt x="426" y="305"/>
                  <a:pt x="424" y="303"/>
                </a:cubicBezTo>
                <a:cubicBezTo>
                  <a:pt x="424" y="297"/>
                  <a:pt x="424" y="297"/>
                  <a:pt x="424" y="297"/>
                </a:cubicBezTo>
                <a:cubicBezTo>
                  <a:pt x="425" y="297"/>
                  <a:pt x="426" y="298"/>
                  <a:pt x="427" y="298"/>
                </a:cubicBezTo>
                <a:close/>
                <a:moveTo>
                  <a:pt x="427" y="378"/>
                </a:moveTo>
                <a:cubicBezTo>
                  <a:pt x="427" y="409"/>
                  <a:pt x="427" y="409"/>
                  <a:pt x="427" y="409"/>
                </a:cubicBezTo>
                <a:cubicBezTo>
                  <a:pt x="425" y="411"/>
                  <a:pt x="425" y="411"/>
                  <a:pt x="425" y="411"/>
                </a:cubicBezTo>
                <a:cubicBezTo>
                  <a:pt x="425" y="411"/>
                  <a:pt x="426" y="415"/>
                  <a:pt x="427" y="420"/>
                </a:cubicBezTo>
                <a:cubicBezTo>
                  <a:pt x="427" y="454"/>
                  <a:pt x="427" y="454"/>
                  <a:pt x="427" y="454"/>
                </a:cubicBezTo>
                <a:cubicBezTo>
                  <a:pt x="424" y="451"/>
                  <a:pt x="424" y="451"/>
                  <a:pt x="424" y="451"/>
                </a:cubicBezTo>
                <a:cubicBezTo>
                  <a:pt x="424" y="378"/>
                  <a:pt x="424" y="378"/>
                  <a:pt x="424" y="378"/>
                </a:cubicBezTo>
                <a:cubicBezTo>
                  <a:pt x="427" y="378"/>
                  <a:pt x="427" y="378"/>
                  <a:pt x="427" y="378"/>
                </a:cubicBezTo>
                <a:close/>
                <a:moveTo>
                  <a:pt x="427" y="487"/>
                </a:moveTo>
                <a:cubicBezTo>
                  <a:pt x="427" y="491"/>
                  <a:pt x="427" y="491"/>
                  <a:pt x="427" y="491"/>
                </a:cubicBezTo>
                <a:cubicBezTo>
                  <a:pt x="426" y="491"/>
                  <a:pt x="425" y="491"/>
                  <a:pt x="424" y="492"/>
                </a:cubicBezTo>
                <a:cubicBezTo>
                  <a:pt x="425" y="493"/>
                  <a:pt x="426" y="494"/>
                  <a:pt x="427" y="495"/>
                </a:cubicBezTo>
                <a:cubicBezTo>
                  <a:pt x="427" y="500"/>
                  <a:pt x="427" y="500"/>
                  <a:pt x="427" y="500"/>
                </a:cubicBezTo>
                <a:cubicBezTo>
                  <a:pt x="426" y="499"/>
                  <a:pt x="425" y="497"/>
                  <a:pt x="424" y="497"/>
                </a:cubicBezTo>
                <a:cubicBezTo>
                  <a:pt x="424" y="488"/>
                  <a:pt x="424" y="488"/>
                  <a:pt x="424" y="488"/>
                </a:cubicBezTo>
                <a:cubicBezTo>
                  <a:pt x="425" y="488"/>
                  <a:pt x="426" y="487"/>
                  <a:pt x="427" y="487"/>
                </a:cubicBezTo>
                <a:close/>
                <a:moveTo>
                  <a:pt x="427" y="503"/>
                </a:moveTo>
                <a:cubicBezTo>
                  <a:pt x="427" y="506"/>
                  <a:pt x="427" y="506"/>
                  <a:pt x="427" y="506"/>
                </a:cubicBezTo>
                <a:cubicBezTo>
                  <a:pt x="426" y="506"/>
                  <a:pt x="425" y="507"/>
                  <a:pt x="424" y="507"/>
                </a:cubicBezTo>
                <a:cubicBezTo>
                  <a:pt x="424" y="503"/>
                  <a:pt x="424" y="503"/>
                  <a:pt x="424" y="503"/>
                </a:cubicBezTo>
                <a:cubicBezTo>
                  <a:pt x="427" y="503"/>
                  <a:pt x="427" y="503"/>
                  <a:pt x="427" y="503"/>
                </a:cubicBezTo>
                <a:close/>
                <a:moveTo>
                  <a:pt x="427" y="518"/>
                </a:moveTo>
                <a:cubicBezTo>
                  <a:pt x="427" y="530"/>
                  <a:pt x="427" y="530"/>
                  <a:pt x="427" y="530"/>
                </a:cubicBezTo>
                <a:cubicBezTo>
                  <a:pt x="427" y="531"/>
                  <a:pt x="427" y="531"/>
                  <a:pt x="427" y="531"/>
                </a:cubicBezTo>
                <a:cubicBezTo>
                  <a:pt x="426" y="531"/>
                  <a:pt x="425" y="531"/>
                  <a:pt x="424" y="531"/>
                </a:cubicBezTo>
                <a:cubicBezTo>
                  <a:pt x="424" y="520"/>
                  <a:pt x="424" y="520"/>
                  <a:pt x="424" y="520"/>
                </a:cubicBezTo>
                <a:cubicBezTo>
                  <a:pt x="425" y="519"/>
                  <a:pt x="426" y="519"/>
                  <a:pt x="427" y="518"/>
                </a:cubicBezTo>
                <a:close/>
                <a:moveTo>
                  <a:pt x="427" y="535"/>
                </a:moveTo>
                <a:cubicBezTo>
                  <a:pt x="427" y="548"/>
                  <a:pt x="427" y="548"/>
                  <a:pt x="427" y="548"/>
                </a:cubicBezTo>
                <a:cubicBezTo>
                  <a:pt x="426" y="549"/>
                  <a:pt x="425" y="550"/>
                  <a:pt x="424" y="550"/>
                </a:cubicBezTo>
                <a:cubicBezTo>
                  <a:pt x="424" y="538"/>
                  <a:pt x="424" y="538"/>
                  <a:pt x="424" y="538"/>
                </a:cubicBezTo>
                <a:cubicBezTo>
                  <a:pt x="425" y="537"/>
                  <a:pt x="426" y="535"/>
                  <a:pt x="427" y="535"/>
                </a:cubicBezTo>
                <a:close/>
                <a:moveTo>
                  <a:pt x="427" y="610"/>
                </a:moveTo>
                <a:cubicBezTo>
                  <a:pt x="427" y="616"/>
                  <a:pt x="427" y="616"/>
                  <a:pt x="427" y="616"/>
                </a:cubicBezTo>
                <a:cubicBezTo>
                  <a:pt x="426" y="615"/>
                  <a:pt x="425" y="615"/>
                  <a:pt x="424" y="615"/>
                </a:cubicBezTo>
                <a:cubicBezTo>
                  <a:pt x="424" y="610"/>
                  <a:pt x="424" y="610"/>
                  <a:pt x="424" y="610"/>
                </a:cubicBezTo>
                <a:cubicBezTo>
                  <a:pt x="425" y="610"/>
                  <a:pt x="426" y="610"/>
                  <a:pt x="427" y="610"/>
                </a:cubicBezTo>
                <a:close/>
                <a:moveTo>
                  <a:pt x="427" y="629"/>
                </a:moveTo>
                <a:cubicBezTo>
                  <a:pt x="427" y="637"/>
                  <a:pt x="427" y="637"/>
                  <a:pt x="427" y="637"/>
                </a:cubicBezTo>
                <a:cubicBezTo>
                  <a:pt x="426" y="637"/>
                  <a:pt x="425" y="638"/>
                  <a:pt x="424" y="638"/>
                </a:cubicBezTo>
                <a:cubicBezTo>
                  <a:pt x="424" y="626"/>
                  <a:pt x="424" y="626"/>
                  <a:pt x="424" y="626"/>
                </a:cubicBezTo>
                <a:cubicBezTo>
                  <a:pt x="425" y="627"/>
                  <a:pt x="426" y="628"/>
                  <a:pt x="427" y="629"/>
                </a:cubicBezTo>
                <a:close/>
                <a:moveTo>
                  <a:pt x="427" y="704"/>
                </a:moveTo>
                <a:cubicBezTo>
                  <a:pt x="427" y="711"/>
                  <a:pt x="427" y="711"/>
                  <a:pt x="427" y="711"/>
                </a:cubicBezTo>
                <a:cubicBezTo>
                  <a:pt x="426" y="711"/>
                  <a:pt x="425" y="711"/>
                  <a:pt x="424" y="711"/>
                </a:cubicBezTo>
                <a:cubicBezTo>
                  <a:pt x="424" y="670"/>
                  <a:pt x="424" y="670"/>
                  <a:pt x="424" y="670"/>
                </a:cubicBezTo>
                <a:cubicBezTo>
                  <a:pt x="425" y="670"/>
                  <a:pt x="425" y="670"/>
                  <a:pt x="425" y="670"/>
                </a:cubicBezTo>
                <a:cubicBezTo>
                  <a:pt x="426" y="681"/>
                  <a:pt x="427" y="693"/>
                  <a:pt x="427" y="704"/>
                </a:cubicBezTo>
                <a:close/>
                <a:moveTo>
                  <a:pt x="427" y="747"/>
                </a:moveTo>
                <a:cubicBezTo>
                  <a:pt x="427" y="766"/>
                  <a:pt x="427" y="766"/>
                  <a:pt x="427" y="766"/>
                </a:cubicBezTo>
                <a:cubicBezTo>
                  <a:pt x="426" y="765"/>
                  <a:pt x="425" y="764"/>
                  <a:pt x="424" y="763"/>
                </a:cubicBezTo>
                <a:cubicBezTo>
                  <a:pt x="424" y="748"/>
                  <a:pt x="424" y="748"/>
                  <a:pt x="424" y="748"/>
                </a:cubicBezTo>
                <a:cubicBezTo>
                  <a:pt x="425" y="748"/>
                  <a:pt x="426" y="748"/>
                  <a:pt x="427" y="747"/>
                </a:cubicBezTo>
                <a:close/>
                <a:moveTo>
                  <a:pt x="419" y="3"/>
                </a:moveTo>
                <a:cubicBezTo>
                  <a:pt x="421" y="3"/>
                  <a:pt x="423" y="3"/>
                  <a:pt x="424" y="3"/>
                </a:cubicBezTo>
                <a:cubicBezTo>
                  <a:pt x="424" y="10"/>
                  <a:pt x="424" y="10"/>
                  <a:pt x="424" y="10"/>
                </a:cubicBezTo>
                <a:cubicBezTo>
                  <a:pt x="423" y="10"/>
                  <a:pt x="423" y="10"/>
                  <a:pt x="422" y="10"/>
                </a:cubicBezTo>
                <a:cubicBezTo>
                  <a:pt x="423" y="12"/>
                  <a:pt x="423" y="13"/>
                  <a:pt x="424" y="14"/>
                </a:cubicBezTo>
                <a:cubicBezTo>
                  <a:pt x="424" y="34"/>
                  <a:pt x="424" y="34"/>
                  <a:pt x="424" y="34"/>
                </a:cubicBezTo>
                <a:cubicBezTo>
                  <a:pt x="422" y="30"/>
                  <a:pt x="421" y="27"/>
                  <a:pt x="419" y="24"/>
                </a:cubicBezTo>
                <a:cubicBezTo>
                  <a:pt x="419" y="3"/>
                  <a:pt x="419" y="3"/>
                  <a:pt x="419" y="3"/>
                </a:cubicBezTo>
                <a:close/>
                <a:moveTo>
                  <a:pt x="424" y="792"/>
                </a:moveTo>
                <a:cubicBezTo>
                  <a:pt x="423" y="793"/>
                  <a:pt x="421" y="793"/>
                  <a:pt x="419" y="793"/>
                </a:cubicBezTo>
                <a:cubicBezTo>
                  <a:pt x="419" y="783"/>
                  <a:pt x="419" y="783"/>
                  <a:pt x="419" y="783"/>
                </a:cubicBezTo>
                <a:cubicBezTo>
                  <a:pt x="421" y="784"/>
                  <a:pt x="423" y="785"/>
                  <a:pt x="424" y="785"/>
                </a:cubicBezTo>
                <a:cubicBezTo>
                  <a:pt x="424" y="792"/>
                  <a:pt x="424" y="792"/>
                  <a:pt x="424" y="792"/>
                </a:cubicBezTo>
                <a:close/>
                <a:moveTo>
                  <a:pt x="424" y="38"/>
                </a:moveTo>
                <a:cubicBezTo>
                  <a:pt x="424" y="46"/>
                  <a:pt x="424" y="46"/>
                  <a:pt x="424" y="46"/>
                </a:cubicBezTo>
                <a:cubicBezTo>
                  <a:pt x="423" y="47"/>
                  <a:pt x="421" y="46"/>
                  <a:pt x="419" y="46"/>
                </a:cubicBezTo>
                <a:cubicBezTo>
                  <a:pt x="419" y="39"/>
                  <a:pt x="419" y="39"/>
                  <a:pt x="419" y="39"/>
                </a:cubicBezTo>
                <a:cubicBezTo>
                  <a:pt x="421" y="39"/>
                  <a:pt x="423" y="38"/>
                  <a:pt x="424" y="38"/>
                </a:cubicBezTo>
                <a:close/>
                <a:moveTo>
                  <a:pt x="424" y="109"/>
                </a:moveTo>
                <a:cubicBezTo>
                  <a:pt x="424" y="122"/>
                  <a:pt x="424" y="122"/>
                  <a:pt x="424" y="122"/>
                </a:cubicBezTo>
                <a:cubicBezTo>
                  <a:pt x="422" y="122"/>
                  <a:pt x="421" y="122"/>
                  <a:pt x="419" y="121"/>
                </a:cubicBezTo>
                <a:cubicBezTo>
                  <a:pt x="419" y="109"/>
                  <a:pt x="419" y="109"/>
                  <a:pt x="419" y="109"/>
                </a:cubicBezTo>
                <a:cubicBezTo>
                  <a:pt x="421" y="109"/>
                  <a:pt x="422" y="109"/>
                  <a:pt x="424" y="109"/>
                </a:cubicBezTo>
                <a:close/>
                <a:moveTo>
                  <a:pt x="424" y="126"/>
                </a:moveTo>
                <a:cubicBezTo>
                  <a:pt x="424" y="135"/>
                  <a:pt x="424" y="135"/>
                  <a:pt x="424" y="135"/>
                </a:cubicBezTo>
                <a:cubicBezTo>
                  <a:pt x="423" y="134"/>
                  <a:pt x="422" y="133"/>
                  <a:pt x="421" y="133"/>
                </a:cubicBezTo>
                <a:cubicBezTo>
                  <a:pt x="420" y="131"/>
                  <a:pt x="420" y="130"/>
                  <a:pt x="420" y="129"/>
                </a:cubicBezTo>
                <a:cubicBezTo>
                  <a:pt x="421" y="128"/>
                  <a:pt x="423" y="127"/>
                  <a:pt x="424" y="126"/>
                </a:cubicBezTo>
                <a:close/>
                <a:moveTo>
                  <a:pt x="424" y="165"/>
                </a:moveTo>
                <a:cubicBezTo>
                  <a:pt x="424" y="173"/>
                  <a:pt x="424" y="173"/>
                  <a:pt x="424" y="173"/>
                </a:cubicBezTo>
                <a:cubicBezTo>
                  <a:pt x="423" y="172"/>
                  <a:pt x="421" y="171"/>
                  <a:pt x="419" y="171"/>
                </a:cubicBezTo>
                <a:cubicBezTo>
                  <a:pt x="419" y="165"/>
                  <a:pt x="419" y="165"/>
                  <a:pt x="419" y="165"/>
                </a:cubicBezTo>
                <a:cubicBezTo>
                  <a:pt x="421" y="165"/>
                  <a:pt x="423" y="165"/>
                  <a:pt x="424" y="165"/>
                </a:cubicBezTo>
                <a:close/>
                <a:moveTo>
                  <a:pt x="424" y="189"/>
                </a:moveTo>
                <a:cubicBezTo>
                  <a:pt x="424" y="194"/>
                  <a:pt x="424" y="194"/>
                  <a:pt x="424" y="194"/>
                </a:cubicBezTo>
                <a:cubicBezTo>
                  <a:pt x="423" y="194"/>
                  <a:pt x="423" y="194"/>
                  <a:pt x="423" y="194"/>
                </a:cubicBezTo>
                <a:cubicBezTo>
                  <a:pt x="421" y="193"/>
                  <a:pt x="421" y="193"/>
                  <a:pt x="419" y="193"/>
                </a:cubicBezTo>
                <a:cubicBezTo>
                  <a:pt x="419" y="184"/>
                  <a:pt x="419" y="184"/>
                  <a:pt x="419" y="184"/>
                </a:cubicBezTo>
                <a:cubicBezTo>
                  <a:pt x="421" y="186"/>
                  <a:pt x="422" y="188"/>
                  <a:pt x="424" y="189"/>
                </a:cubicBezTo>
                <a:close/>
                <a:moveTo>
                  <a:pt x="424" y="297"/>
                </a:moveTo>
                <a:cubicBezTo>
                  <a:pt x="424" y="303"/>
                  <a:pt x="424" y="303"/>
                  <a:pt x="424" y="303"/>
                </a:cubicBezTo>
                <a:cubicBezTo>
                  <a:pt x="423" y="301"/>
                  <a:pt x="421" y="300"/>
                  <a:pt x="419" y="300"/>
                </a:cubicBezTo>
                <a:cubicBezTo>
                  <a:pt x="419" y="296"/>
                  <a:pt x="419" y="296"/>
                  <a:pt x="419" y="296"/>
                </a:cubicBezTo>
                <a:cubicBezTo>
                  <a:pt x="421" y="296"/>
                  <a:pt x="422" y="297"/>
                  <a:pt x="424" y="297"/>
                </a:cubicBezTo>
                <a:close/>
                <a:moveTo>
                  <a:pt x="424" y="313"/>
                </a:moveTo>
                <a:cubicBezTo>
                  <a:pt x="424" y="317"/>
                  <a:pt x="424" y="317"/>
                  <a:pt x="424" y="317"/>
                </a:cubicBezTo>
                <a:cubicBezTo>
                  <a:pt x="424" y="317"/>
                  <a:pt x="423" y="316"/>
                  <a:pt x="423" y="316"/>
                </a:cubicBezTo>
                <a:cubicBezTo>
                  <a:pt x="422" y="315"/>
                  <a:pt x="421" y="315"/>
                  <a:pt x="419" y="314"/>
                </a:cubicBezTo>
                <a:cubicBezTo>
                  <a:pt x="419" y="305"/>
                  <a:pt x="419" y="305"/>
                  <a:pt x="419" y="305"/>
                </a:cubicBezTo>
                <a:cubicBezTo>
                  <a:pt x="422" y="311"/>
                  <a:pt x="423" y="312"/>
                  <a:pt x="424" y="313"/>
                </a:cubicBezTo>
                <a:close/>
                <a:moveTo>
                  <a:pt x="424" y="378"/>
                </a:moveTo>
                <a:cubicBezTo>
                  <a:pt x="424" y="451"/>
                  <a:pt x="424" y="451"/>
                  <a:pt x="424" y="451"/>
                </a:cubicBezTo>
                <a:cubicBezTo>
                  <a:pt x="419" y="448"/>
                  <a:pt x="419" y="448"/>
                  <a:pt x="419" y="448"/>
                </a:cubicBezTo>
                <a:cubicBezTo>
                  <a:pt x="419" y="378"/>
                  <a:pt x="419" y="378"/>
                  <a:pt x="419" y="378"/>
                </a:cubicBezTo>
                <a:cubicBezTo>
                  <a:pt x="424" y="378"/>
                  <a:pt x="424" y="378"/>
                  <a:pt x="424" y="378"/>
                </a:cubicBezTo>
                <a:close/>
                <a:moveTo>
                  <a:pt x="424" y="488"/>
                </a:moveTo>
                <a:cubicBezTo>
                  <a:pt x="424" y="497"/>
                  <a:pt x="424" y="497"/>
                  <a:pt x="424" y="497"/>
                </a:cubicBezTo>
                <a:cubicBezTo>
                  <a:pt x="423" y="495"/>
                  <a:pt x="421" y="495"/>
                  <a:pt x="419" y="495"/>
                </a:cubicBezTo>
                <a:cubicBezTo>
                  <a:pt x="419" y="489"/>
                  <a:pt x="419" y="489"/>
                  <a:pt x="419" y="489"/>
                </a:cubicBezTo>
                <a:cubicBezTo>
                  <a:pt x="421" y="489"/>
                  <a:pt x="422" y="489"/>
                  <a:pt x="424" y="488"/>
                </a:cubicBezTo>
                <a:close/>
                <a:moveTo>
                  <a:pt x="424" y="503"/>
                </a:moveTo>
                <a:cubicBezTo>
                  <a:pt x="424" y="507"/>
                  <a:pt x="424" y="507"/>
                  <a:pt x="424" y="507"/>
                </a:cubicBezTo>
                <a:cubicBezTo>
                  <a:pt x="423" y="508"/>
                  <a:pt x="421" y="508"/>
                  <a:pt x="419" y="508"/>
                </a:cubicBezTo>
                <a:cubicBezTo>
                  <a:pt x="419" y="502"/>
                  <a:pt x="419" y="502"/>
                  <a:pt x="419" y="502"/>
                </a:cubicBezTo>
                <a:cubicBezTo>
                  <a:pt x="420" y="503"/>
                  <a:pt x="420" y="503"/>
                  <a:pt x="420" y="503"/>
                </a:cubicBezTo>
                <a:cubicBezTo>
                  <a:pt x="424" y="503"/>
                  <a:pt x="424" y="503"/>
                  <a:pt x="424" y="503"/>
                </a:cubicBezTo>
                <a:close/>
                <a:moveTo>
                  <a:pt x="424" y="520"/>
                </a:moveTo>
                <a:cubicBezTo>
                  <a:pt x="424" y="531"/>
                  <a:pt x="424" y="531"/>
                  <a:pt x="424" y="531"/>
                </a:cubicBezTo>
                <a:cubicBezTo>
                  <a:pt x="423" y="531"/>
                  <a:pt x="423" y="531"/>
                  <a:pt x="422" y="531"/>
                </a:cubicBezTo>
                <a:cubicBezTo>
                  <a:pt x="422" y="527"/>
                  <a:pt x="422" y="523"/>
                  <a:pt x="424" y="520"/>
                </a:cubicBezTo>
                <a:close/>
                <a:moveTo>
                  <a:pt x="424" y="538"/>
                </a:moveTo>
                <a:cubicBezTo>
                  <a:pt x="424" y="550"/>
                  <a:pt x="424" y="550"/>
                  <a:pt x="424" y="550"/>
                </a:cubicBezTo>
                <a:cubicBezTo>
                  <a:pt x="423" y="550"/>
                  <a:pt x="422" y="551"/>
                  <a:pt x="421" y="551"/>
                </a:cubicBezTo>
                <a:cubicBezTo>
                  <a:pt x="421" y="547"/>
                  <a:pt x="421" y="542"/>
                  <a:pt x="424" y="538"/>
                </a:cubicBezTo>
                <a:close/>
                <a:moveTo>
                  <a:pt x="424" y="610"/>
                </a:moveTo>
                <a:cubicBezTo>
                  <a:pt x="424" y="615"/>
                  <a:pt x="424" y="615"/>
                  <a:pt x="424" y="615"/>
                </a:cubicBezTo>
                <a:cubicBezTo>
                  <a:pt x="423" y="615"/>
                  <a:pt x="421" y="615"/>
                  <a:pt x="419" y="616"/>
                </a:cubicBezTo>
                <a:cubicBezTo>
                  <a:pt x="419" y="611"/>
                  <a:pt x="419" y="611"/>
                  <a:pt x="419" y="611"/>
                </a:cubicBezTo>
                <a:cubicBezTo>
                  <a:pt x="421" y="611"/>
                  <a:pt x="423" y="610"/>
                  <a:pt x="424" y="610"/>
                </a:cubicBezTo>
                <a:close/>
                <a:moveTo>
                  <a:pt x="424" y="626"/>
                </a:moveTo>
                <a:cubicBezTo>
                  <a:pt x="424" y="638"/>
                  <a:pt x="424" y="638"/>
                  <a:pt x="424" y="638"/>
                </a:cubicBezTo>
                <a:cubicBezTo>
                  <a:pt x="423" y="638"/>
                  <a:pt x="421" y="638"/>
                  <a:pt x="419" y="638"/>
                </a:cubicBezTo>
                <a:cubicBezTo>
                  <a:pt x="419" y="633"/>
                  <a:pt x="419" y="633"/>
                  <a:pt x="419" y="633"/>
                </a:cubicBezTo>
                <a:cubicBezTo>
                  <a:pt x="420" y="633"/>
                  <a:pt x="420" y="633"/>
                  <a:pt x="421" y="633"/>
                </a:cubicBezTo>
                <a:cubicBezTo>
                  <a:pt x="421" y="631"/>
                  <a:pt x="420" y="629"/>
                  <a:pt x="419" y="628"/>
                </a:cubicBezTo>
                <a:cubicBezTo>
                  <a:pt x="419" y="619"/>
                  <a:pt x="419" y="619"/>
                  <a:pt x="419" y="619"/>
                </a:cubicBezTo>
                <a:cubicBezTo>
                  <a:pt x="421" y="622"/>
                  <a:pt x="422" y="624"/>
                  <a:pt x="424" y="626"/>
                </a:cubicBezTo>
                <a:close/>
                <a:moveTo>
                  <a:pt x="424" y="670"/>
                </a:moveTo>
                <a:cubicBezTo>
                  <a:pt x="424" y="711"/>
                  <a:pt x="424" y="711"/>
                  <a:pt x="424" y="711"/>
                </a:cubicBezTo>
                <a:cubicBezTo>
                  <a:pt x="423" y="712"/>
                  <a:pt x="421" y="712"/>
                  <a:pt x="419" y="712"/>
                </a:cubicBezTo>
                <a:cubicBezTo>
                  <a:pt x="419" y="671"/>
                  <a:pt x="419" y="671"/>
                  <a:pt x="419" y="671"/>
                </a:cubicBezTo>
                <a:cubicBezTo>
                  <a:pt x="421" y="671"/>
                  <a:pt x="422" y="671"/>
                  <a:pt x="424" y="670"/>
                </a:cubicBezTo>
                <a:close/>
                <a:moveTo>
                  <a:pt x="424" y="748"/>
                </a:moveTo>
                <a:cubicBezTo>
                  <a:pt x="424" y="763"/>
                  <a:pt x="424" y="763"/>
                  <a:pt x="424" y="763"/>
                </a:cubicBezTo>
                <a:cubicBezTo>
                  <a:pt x="423" y="761"/>
                  <a:pt x="421" y="760"/>
                  <a:pt x="419" y="759"/>
                </a:cubicBezTo>
                <a:cubicBezTo>
                  <a:pt x="419" y="748"/>
                  <a:pt x="419" y="748"/>
                  <a:pt x="419" y="748"/>
                </a:cubicBezTo>
                <a:cubicBezTo>
                  <a:pt x="421" y="748"/>
                  <a:pt x="423" y="748"/>
                  <a:pt x="424" y="748"/>
                </a:cubicBezTo>
                <a:close/>
                <a:moveTo>
                  <a:pt x="415" y="2"/>
                </a:moveTo>
                <a:cubicBezTo>
                  <a:pt x="416" y="2"/>
                  <a:pt x="418" y="3"/>
                  <a:pt x="419" y="3"/>
                </a:cubicBezTo>
                <a:cubicBezTo>
                  <a:pt x="419" y="24"/>
                  <a:pt x="419" y="24"/>
                  <a:pt x="419" y="24"/>
                </a:cubicBezTo>
                <a:cubicBezTo>
                  <a:pt x="418" y="21"/>
                  <a:pt x="416" y="19"/>
                  <a:pt x="415" y="17"/>
                </a:cubicBezTo>
                <a:cubicBezTo>
                  <a:pt x="415" y="2"/>
                  <a:pt x="415" y="2"/>
                  <a:pt x="415" y="2"/>
                </a:cubicBezTo>
                <a:close/>
                <a:moveTo>
                  <a:pt x="419" y="793"/>
                </a:moveTo>
                <a:cubicBezTo>
                  <a:pt x="418" y="793"/>
                  <a:pt x="416" y="793"/>
                  <a:pt x="415" y="793"/>
                </a:cubicBezTo>
                <a:cubicBezTo>
                  <a:pt x="415" y="782"/>
                  <a:pt x="415" y="782"/>
                  <a:pt x="415" y="782"/>
                </a:cubicBezTo>
                <a:cubicBezTo>
                  <a:pt x="419" y="783"/>
                  <a:pt x="419" y="783"/>
                  <a:pt x="419" y="783"/>
                </a:cubicBezTo>
                <a:cubicBezTo>
                  <a:pt x="419" y="793"/>
                  <a:pt x="419" y="793"/>
                  <a:pt x="419" y="793"/>
                </a:cubicBezTo>
                <a:close/>
                <a:moveTo>
                  <a:pt x="419" y="39"/>
                </a:moveTo>
                <a:cubicBezTo>
                  <a:pt x="419" y="46"/>
                  <a:pt x="419" y="46"/>
                  <a:pt x="419" y="46"/>
                </a:cubicBezTo>
                <a:cubicBezTo>
                  <a:pt x="418" y="46"/>
                  <a:pt x="416" y="46"/>
                  <a:pt x="415" y="46"/>
                </a:cubicBezTo>
                <a:cubicBezTo>
                  <a:pt x="415" y="39"/>
                  <a:pt x="415" y="39"/>
                  <a:pt x="415" y="39"/>
                </a:cubicBezTo>
                <a:cubicBezTo>
                  <a:pt x="419" y="39"/>
                  <a:pt x="419" y="39"/>
                  <a:pt x="419" y="39"/>
                </a:cubicBezTo>
                <a:close/>
                <a:moveTo>
                  <a:pt x="419" y="109"/>
                </a:moveTo>
                <a:cubicBezTo>
                  <a:pt x="419" y="121"/>
                  <a:pt x="419" y="121"/>
                  <a:pt x="419" y="121"/>
                </a:cubicBezTo>
                <a:cubicBezTo>
                  <a:pt x="418" y="120"/>
                  <a:pt x="416" y="120"/>
                  <a:pt x="415" y="119"/>
                </a:cubicBezTo>
                <a:cubicBezTo>
                  <a:pt x="415" y="110"/>
                  <a:pt x="415" y="110"/>
                  <a:pt x="415" y="110"/>
                </a:cubicBezTo>
                <a:cubicBezTo>
                  <a:pt x="416" y="109"/>
                  <a:pt x="418" y="109"/>
                  <a:pt x="419" y="109"/>
                </a:cubicBezTo>
                <a:close/>
                <a:moveTo>
                  <a:pt x="419" y="165"/>
                </a:moveTo>
                <a:cubicBezTo>
                  <a:pt x="419" y="171"/>
                  <a:pt x="419" y="171"/>
                  <a:pt x="419" y="171"/>
                </a:cubicBezTo>
                <a:cubicBezTo>
                  <a:pt x="418" y="171"/>
                  <a:pt x="416" y="171"/>
                  <a:pt x="415" y="171"/>
                </a:cubicBezTo>
                <a:cubicBezTo>
                  <a:pt x="415" y="165"/>
                  <a:pt x="415" y="165"/>
                  <a:pt x="415" y="165"/>
                </a:cubicBezTo>
                <a:cubicBezTo>
                  <a:pt x="416" y="165"/>
                  <a:pt x="418" y="165"/>
                  <a:pt x="419" y="165"/>
                </a:cubicBezTo>
                <a:close/>
                <a:moveTo>
                  <a:pt x="419" y="184"/>
                </a:moveTo>
                <a:cubicBezTo>
                  <a:pt x="419" y="193"/>
                  <a:pt x="419" y="193"/>
                  <a:pt x="419" y="193"/>
                </a:cubicBezTo>
                <a:cubicBezTo>
                  <a:pt x="418" y="193"/>
                  <a:pt x="417" y="193"/>
                  <a:pt x="415" y="193"/>
                </a:cubicBezTo>
                <a:cubicBezTo>
                  <a:pt x="415" y="177"/>
                  <a:pt x="415" y="177"/>
                  <a:pt x="415" y="177"/>
                </a:cubicBezTo>
                <a:cubicBezTo>
                  <a:pt x="416" y="179"/>
                  <a:pt x="418" y="182"/>
                  <a:pt x="419" y="184"/>
                </a:cubicBezTo>
                <a:close/>
                <a:moveTo>
                  <a:pt x="419" y="296"/>
                </a:moveTo>
                <a:cubicBezTo>
                  <a:pt x="419" y="300"/>
                  <a:pt x="419" y="300"/>
                  <a:pt x="419" y="300"/>
                </a:cubicBezTo>
                <a:cubicBezTo>
                  <a:pt x="418" y="300"/>
                  <a:pt x="417" y="300"/>
                  <a:pt x="416" y="300"/>
                </a:cubicBezTo>
                <a:cubicBezTo>
                  <a:pt x="417" y="302"/>
                  <a:pt x="418" y="304"/>
                  <a:pt x="419" y="305"/>
                </a:cubicBezTo>
                <a:cubicBezTo>
                  <a:pt x="419" y="314"/>
                  <a:pt x="419" y="314"/>
                  <a:pt x="419" y="314"/>
                </a:cubicBezTo>
                <a:cubicBezTo>
                  <a:pt x="418" y="314"/>
                  <a:pt x="416" y="313"/>
                  <a:pt x="415" y="313"/>
                </a:cubicBezTo>
                <a:cubicBezTo>
                  <a:pt x="415" y="309"/>
                  <a:pt x="415" y="309"/>
                  <a:pt x="415" y="309"/>
                </a:cubicBezTo>
                <a:cubicBezTo>
                  <a:pt x="416" y="309"/>
                  <a:pt x="416" y="309"/>
                  <a:pt x="416" y="309"/>
                </a:cubicBezTo>
                <a:cubicBezTo>
                  <a:pt x="415" y="307"/>
                  <a:pt x="415" y="307"/>
                  <a:pt x="415" y="307"/>
                </a:cubicBezTo>
                <a:cubicBezTo>
                  <a:pt x="415" y="295"/>
                  <a:pt x="415" y="295"/>
                  <a:pt x="415" y="295"/>
                </a:cubicBezTo>
                <a:cubicBezTo>
                  <a:pt x="416" y="296"/>
                  <a:pt x="418" y="296"/>
                  <a:pt x="419" y="296"/>
                </a:cubicBezTo>
                <a:close/>
                <a:moveTo>
                  <a:pt x="419" y="378"/>
                </a:moveTo>
                <a:cubicBezTo>
                  <a:pt x="419" y="448"/>
                  <a:pt x="419" y="448"/>
                  <a:pt x="419" y="448"/>
                </a:cubicBezTo>
                <a:cubicBezTo>
                  <a:pt x="415" y="445"/>
                  <a:pt x="415" y="445"/>
                  <a:pt x="415" y="445"/>
                </a:cubicBezTo>
                <a:cubicBezTo>
                  <a:pt x="415" y="378"/>
                  <a:pt x="415" y="378"/>
                  <a:pt x="415" y="378"/>
                </a:cubicBezTo>
                <a:cubicBezTo>
                  <a:pt x="419" y="378"/>
                  <a:pt x="419" y="378"/>
                  <a:pt x="419" y="378"/>
                </a:cubicBezTo>
                <a:close/>
                <a:moveTo>
                  <a:pt x="419" y="489"/>
                </a:moveTo>
                <a:cubicBezTo>
                  <a:pt x="419" y="495"/>
                  <a:pt x="419" y="495"/>
                  <a:pt x="419" y="495"/>
                </a:cubicBezTo>
                <a:cubicBezTo>
                  <a:pt x="418" y="494"/>
                  <a:pt x="416" y="494"/>
                  <a:pt x="415" y="494"/>
                </a:cubicBezTo>
                <a:cubicBezTo>
                  <a:pt x="415" y="491"/>
                  <a:pt x="415" y="491"/>
                  <a:pt x="415" y="491"/>
                </a:cubicBezTo>
                <a:cubicBezTo>
                  <a:pt x="416" y="490"/>
                  <a:pt x="418" y="490"/>
                  <a:pt x="419" y="489"/>
                </a:cubicBezTo>
                <a:close/>
                <a:moveTo>
                  <a:pt x="419" y="502"/>
                </a:moveTo>
                <a:cubicBezTo>
                  <a:pt x="419" y="508"/>
                  <a:pt x="419" y="508"/>
                  <a:pt x="419" y="508"/>
                </a:cubicBezTo>
                <a:cubicBezTo>
                  <a:pt x="418" y="509"/>
                  <a:pt x="416" y="509"/>
                  <a:pt x="415" y="510"/>
                </a:cubicBezTo>
                <a:cubicBezTo>
                  <a:pt x="415" y="505"/>
                  <a:pt x="415" y="505"/>
                  <a:pt x="415" y="505"/>
                </a:cubicBezTo>
                <a:cubicBezTo>
                  <a:pt x="416" y="504"/>
                  <a:pt x="416" y="504"/>
                  <a:pt x="416" y="504"/>
                </a:cubicBezTo>
                <a:cubicBezTo>
                  <a:pt x="415" y="504"/>
                  <a:pt x="415" y="504"/>
                  <a:pt x="415" y="504"/>
                </a:cubicBezTo>
                <a:cubicBezTo>
                  <a:pt x="415" y="495"/>
                  <a:pt x="415" y="495"/>
                  <a:pt x="415" y="495"/>
                </a:cubicBezTo>
                <a:cubicBezTo>
                  <a:pt x="416" y="497"/>
                  <a:pt x="418" y="499"/>
                  <a:pt x="419" y="502"/>
                </a:cubicBezTo>
                <a:close/>
                <a:moveTo>
                  <a:pt x="419" y="611"/>
                </a:moveTo>
                <a:cubicBezTo>
                  <a:pt x="419" y="616"/>
                  <a:pt x="419" y="616"/>
                  <a:pt x="419" y="616"/>
                </a:cubicBezTo>
                <a:cubicBezTo>
                  <a:pt x="418" y="616"/>
                  <a:pt x="418" y="616"/>
                  <a:pt x="417" y="617"/>
                </a:cubicBezTo>
                <a:cubicBezTo>
                  <a:pt x="418" y="617"/>
                  <a:pt x="418" y="618"/>
                  <a:pt x="419" y="619"/>
                </a:cubicBezTo>
                <a:cubicBezTo>
                  <a:pt x="419" y="628"/>
                  <a:pt x="419" y="628"/>
                  <a:pt x="419" y="628"/>
                </a:cubicBezTo>
                <a:cubicBezTo>
                  <a:pt x="418" y="626"/>
                  <a:pt x="416" y="624"/>
                  <a:pt x="415" y="622"/>
                </a:cubicBezTo>
                <a:cubicBezTo>
                  <a:pt x="415" y="611"/>
                  <a:pt x="415" y="611"/>
                  <a:pt x="415" y="611"/>
                </a:cubicBezTo>
                <a:cubicBezTo>
                  <a:pt x="416" y="611"/>
                  <a:pt x="418" y="611"/>
                  <a:pt x="419" y="611"/>
                </a:cubicBezTo>
                <a:close/>
                <a:moveTo>
                  <a:pt x="419" y="633"/>
                </a:moveTo>
                <a:cubicBezTo>
                  <a:pt x="419" y="638"/>
                  <a:pt x="419" y="638"/>
                  <a:pt x="419" y="638"/>
                </a:cubicBezTo>
                <a:cubicBezTo>
                  <a:pt x="418" y="638"/>
                  <a:pt x="416" y="638"/>
                  <a:pt x="415" y="639"/>
                </a:cubicBezTo>
                <a:cubicBezTo>
                  <a:pt x="415" y="633"/>
                  <a:pt x="415" y="633"/>
                  <a:pt x="415" y="633"/>
                </a:cubicBezTo>
                <a:cubicBezTo>
                  <a:pt x="416" y="633"/>
                  <a:pt x="418" y="633"/>
                  <a:pt x="419" y="633"/>
                </a:cubicBezTo>
                <a:close/>
                <a:moveTo>
                  <a:pt x="419" y="671"/>
                </a:moveTo>
                <a:cubicBezTo>
                  <a:pt x="419" y="712"/>
                  <a:pt x="419" y="712"/>
                  <a:pt x="419" y="712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16" y="704"/>
                  <a:pt x="416" y="696"/>
                  <a:pt x="415" y="687"/>
                </a:cubicBezTo>
                <a:cubicBezTo>
                  <a:pt x="415" y="673"/>
                  <a:pt x="415" y="673"/>
                  <a:pt x="415" y="673"/>
                </a:cubicBezTo>
                <a:cubicBezTo>
                  <a:pt x="416" y="672"/>
                  <a:pt x="418" y="672"/>
                  <a:pt x="419" y="671"/>
                </a:cubicBezTo>
                <a:close/>
                <a:moveTo>
                  <a:pt x="419" y="748"/>
                </a:moveTo>
                <a:cubicBezTo>
                  <a:pt x="419" y="759"/>
                  <a:pt x="419" y="759"/>
                  <a:pt x="419" y="759"/>
                </a:cubicBezTo>
                <a:cubicBezTo>
                  <a:pt x="418" y="758"/>
                  <a:pt x="416" y="757"/>
                  <a:pt x="415" y="757"/>
                </a:cubicBezTo>
                <a:cubicBezTo>
                  <a:pt x="415" y="749"/>
                  <a:pt x="415" y="749"/>
                  <a:pt x="415" y="749"/>
                </a:cubicBezTo>
                <a:cubicBezTo>
                  <a:pt x="416" y="748"/>
                  <a:pt x="418" y="748"/>
                  <a:pt x="419" y="748"/>
                </a:cubicBezTo>
                <a:close/>
                <a:moveTo>
                  <a:pt x="413" y="2"/>
                </a:moveTo>
                <a:cubicBezTo>
                  <a:pt x="414" y="2"/>
                  <a:pt x="414" y="2"/>
                  <a:pt x="415" y="2"/>
                </a:cubicBezTo>
                <a:cubicBezTo>
                  <a:pt x="415" y="17"/>
                  <a:pt x="415" y="17"/>
                  <a:pt x="415" y="17"/>
                </a:cubicBezTo>
                <a:cubicBezTo>
                  <a:pt x="414" y="16"/>
                  <a:pt x="414" y="15"/>
                  <a:pt x="413" y="14"/>
                </a:cubicBezTo>
                <a:cubicBezTo>
                  <a:pt x="413" y="2"/>
                  <a:pt x="413" y="2"/>
                  <a:pt x="413" y="2"/>
                </a:cubicBezTo>
                <a:close/>
                <a:moveTo>
                  <a:pt x="415" y="793"/>
                </a:moveTo>
                <a:cubicBezTo>
                  <a:pt x="414" y="793"/>
                  <a:pt x="414" y="793"/>
                  <a:pt x="413" y="793"/>
                </a:cubicBezTo>
                <a:cubicBezTo>
                  <a:pt x="413" y="779"/>
                  <a:pt x="413" y="779"/>
                  <a:pt x="413" y="779"/>
                </a:cubicBezTo>
                <a:cubicBezTo>
                  <a:pt x="413" y="780"/>
                  <a:pt x="414" y="781"/>
                  <a:pt x="415" y="782"/>
                </a:cubicBezTo>
                <a:cubicBezTo>
                  <a:pt x="415" y="782"/>
                  <a:pt x="415" y="782"/>
                  <a:pt x="415" y="782"/>
                </a:cubicBezTo>
                <a:cubicBezTo>
                  <a:pt x="415" y="793"/>
                  <a:pt x="415" y="793"/>
                  <a:pt x="415" y="793"/>
                </a:cubicBezTo>
                <a:close/>
                <a:moveTo>
                  <a:pt x="415" y="39"/>
                </a:moveTo>
                <a:cubicBezTo>
                  <a:pt x="415" y="46"/>
                  <a:pt x="415" y="46"/>
                  <a:pt x="415" y="46"/>
                </a:cubicBezTo>
                <a:cubicBezTo>
                  <a:pt x="413" y="46"/>
                  <a:pt x="413" y="46"/>
                  <a:pt x="413" y="46"/>
                </a:cubicBezTo>
                <a:cubicBezTo>
                  <a:pt x="413" y="39"/>
                  <a:pt x="413" y="39"/>
                  <a:pt x="413" y="39"/>
                </a:cubicBezTo>
                <a:cubicBezTo>
                  <a:pt x="415" y="39"/>
                  <a:pt x="415" y="39"/>
                  <a:pt x="415" y="39"/>
                </a:cubicBezTo>
                <a:close/>
                <a:moveTo>
                  <a:pt x="415" y="110"/>
                </a:moveTo>
                <a:cubicBezTo>
                  <a:pt x="415" y="119"/>
                  <a:pt x="415" y="119"/>
                  <a:pt x="415" y="119"/>
                </a:cubicBezTo>
                <a:cubicBezTo>
                  <a:pt x="414" y="118"/>
                  <a:pt x="414" y="118"/>
                  <a:pt x="413" y="117"/>
                </a:cubicBezTo>
                <a:cubicBezTo>
                  <a:pt x="413" y="113"/>
                  <a:pt x="413" y="113"/>
                  <a:pt x="413" y="113"/>
                </a:cubicBezTo>
                <a:cubicBezTo>
                  <a:pt x="413" y="112"/>
                  <a:pt x="414" y="111"/>
                  <a:pt x="415" y="110"/>
                </a:cubicBezTo>
                <a:close/>
                <a:moveTo>
                  <a:pt x="415" y="165"/>
                </a:moveTo>
                <a:cubicBezTo>
                  <a:pt x="415" y="171"/>
                  <a:pt x="415" y="171"/>
                  <a:pt x="415" y="171"/>
                </a:cubicBezTo>
                <a:cubicBezTo>
                  <a:pt x="414" y="171"/>
                  <a:pt x="414" y="171"/>
                  <a:pt x="413" y="171"/>
                </a:cubicBezTo>
                <a:cubicBezTo>
                  <a:pt x="413" y="165"/>
                  <a:pt x="413" y="165"/>
                  <a:pt x="413" y="165"/>
                </a:cubicBezTo>
                <a:cubicBezTo>
                  <a:pt x="414" y="165"/>
                  <a:pt x="414" y="165"/>
                  <a:pt x="415" y="165"/>
                </a:cubicBezTo>
                <a:close/>
                <a:moveTo>
                  <a:pt x="415" y="177"/>
                </a:moveTo>
                <a:cubicBezTo>
                  <a:pt x="415" y="193"/>
                  <a:pt x="415" y="193"/>
                  <a:pt x="415" y="193"/>
                </a:cubicBezTo>
                <a:cubicBezTo>
                  <a:pt x="414" y="193"/>
                  <a:pt x="414" y="193"/>
                  <a:pt x="413" y="193"/>
                </a:cubicBezTo>
                <a:cubicBezTo>
                  <a:pt x="413" y="187"/>
                  <a:pt x="413" y="187"/>
                  <a:pt x="413" y="187"/>
                </a:cubicBezTo>
                <a:cubicBezTo>
                  <a:pt x="413" y="187"/>
                  <a:pt x="413" y="187"/>
                  <a:pt x="413" y="187"/>
                </a:cubicBezTo>
                <a:cubicBezTo>
                  <a:pt x="413" y="185"/>
                  <a:pt x="413" y="185"/>
                  <a:pt x="413" y="185"/>
                </a:cubicBezTo>
                <a:cubicBezTo>
                  <a:pt x="413" y="173"/>
                  <a:pt x="413" y="173"/>
                  <a:pt x="413" y="173"/>
                </a:cubicBezTo>
                <a:cubicBezTo>
                  <a:pt x="414" y="174"/>
                  <a:pt x="414" y="175"/>
                  <a:pt x="415" y="177"/>
                </a:cubicBezTo>
                <a:close/>
                <a:moveTo>
                  <a:pt x="415" y="295"/>
                </a:moveTo>
                <a:cubicBezTo>
                  <a:pt x="415" y="307"/>
                  <a:pt x="415" y="307"/>
                  <a:pt x="415" y="307"/>
                </a:cubicBezTo>
                <a:cubicBezTo>
                  <a:pt x="414" y="305"/>
                  <a:pt x="414" y="302"/>
                  <a:pt x="413" y="300"/>
                </a:cubicBezTo>
                <a:cubicBezTo>
                  <a:pt x="413" y="295"/>
                  <a:pt x="413" y="295"/>
                  <a:pt x="413" y="295"/>
                </a:cubicBezTo>
                <a:cubicBezTo>
                  <a:pt x="414" y="295"/>
                  <a:pt x="414" y="295"/>
                  <a:pt x="415" y="295"/>
                </a:cubicBezTo>
                <a:close/>
                <a:moveTo>
                  <a:pt x="415" y="309"/>
                </a:moveTo>
                <a:cubicBezTo>
                  <a:pt x="415" y="313"/>
                  <a:pt x="415" y="313"/>
                  <a:pt x="415" y="313"/>
                </a:cubicBezTo>
                <a:cubicBezTo>
                  <a:pt x="414" y="313"/>
                  <a:pt x="414" y="313"/>
                  <a:pt x="413" y="312"/>
                </a:cubicBezTo>
                <a:cubicBezTo>
                  <a:pt x="413" y="309"/>
                  <a:pt x="413" y="309"/>
                  <a:pt x="413" y="309"/>
                </a:cubicBezTo>
                <a:cubicBezTo>
                  <a:pt x="414" y="309"/>
                  <a:pt x="414" y="309"/>
                  <a:pt x="415" y="309"/>
                </a:cubicBezTo>
                <a:close/>
                <a:moveTo>
                  <a:pt x="415" y="378"/>
                </a:moveTo>
                <a:cubicBezTo>
                  <a:pt x="415" y="445"/>
                  <a:pt x="415" y="445"/>
                  <a:pt x="415" y="445"/>
                </a:cubicBezTo>
                <a:cubicBezTo>
                  <a:pt x="413" y="443"/>
                  <a:pt x="413" y="443"/>
                  <a:pt x="413" y="443"/>
                </a:cubicBezTo>
                <a:cubicBezTo>
                  <a:pt x="413" y="375"/>
                  <a:pt x="413" y="375"/>
                  <a:pt x="413" y="375"/>
                </a:cubicBezTo>
                <a:cubicBezTo>
                  <a:pt x="414" y="378"/>
                  <a:pt x="414" y="378"/>
                  <a:pt x="414" y="378"/>
                </a:cubicBezTo>
                <a:cubicBezTo>
                  <a:pt x="415" y="378"/>
                  <a:pt x="415" y="378"/>
                  <a:pt x="415" y="378"/>
                </a:cubicBezTo>
                <a:close/>
                <a:moveTo>
                  <a:pt x="415" y="491"/>
                </a:moveTo>
                <a:cubicBezTo>
                  <a:pt x="415" y="494"/>
                  <a:pt x="415" y="494"/>
                  <a:pt x="415" y="494"/>
                </a:cubicBezTo>
                <a:cubicBezTo>
                  <a:pt x="414" y="494"/>
                  <a:pt x="414" y="494"/>
                  <a:pt x="414" y="494"/>
                </a:cubicBezTo>
                <a:cubicBezTo>
                  <a:pt x="415" y="495"/>
                  <a:pt x="415" y="495"/>
                  <a:pt x="415" y="495"/>
                </a:cubicBezTo>
                <a:cubicBezTo>
                  <a:pt x="415" y="504"/>
                  <a:pt x="415" y="504"/>
                  <a:pt x="415" y="504"/>
                </a:cubicBezTo>
                <a:cubicBezTo>
                  <a:pt x="414" y="503"/>
                  <a:pt x="413" y="502"/>
                  <a:pt x="413" y="501"/>
                </a:cubicBezTo>
                <a:cubicBezTo>
                  <a:pt x="413" y="491"/>
                  <a:pt x="413" y="491"/>
                  <a:pt x="413" y="491"/>
                </a:cubicBezTo>
                <a:cubicBezTo>
                  <a:pt x="414" y="491"/>
                  <a:pt x="414" y="491"/>
                  <a:pt x="415" y="491"/>
                </a:cubicBezTo>
                <a:close/>
                <a:moveTo>
                  <a:pt x="415" y="505"/>
                </a:moveTo>
                <a:cubicBezTo>
                  <a:pt x="415" y="510"/>
                  <a:pt x="415" y="510"/>
                  <a:pt x="415" y="510"/>
                </a:cubicBezTo>
                <a:cubicBezTo>
                  <a:pt x="414" y="510"/>
                  <a:pt x="414" y="510"/>
                  <a:pt x="413" y="510"/>
                </a:cubicBezTo>
                <a:cubicBezTo>
                  <a:pt x="413" y="506"/>
                  <a:pt x="413" y="506"/>
                  <a:pt x="413" y="506"/>
                </a:cubicBezTo>
                <a:cubicBezTo>
                  <a:pt x="414" y="506"/>
                  <a:pt x="414" y="506"/>
                  <a:pt x="415" y="505"/>
                </a:cubicBezTo>
                <a:close/>
                <a:moveTo>
                  <a:pt x="415" y="611"/>
                </a:moveTo>
                <a:cubicBezTo>
                  <a:pt x="415" y="622"/>
                  <a:pt x="415" y="622"/>
                  <a:pt x="415" y="622"/>
                </a:cubicBezTo>
                <a:cubicBezTo>
                  <a:pt x="414" y="621"/>
                  <a:pt x="414" y="620"/>
                  <a:pt x="413" y="620"/>
                </a:cubicBezTo>
                <a:cubicBezTo>
                  <a:pt x="413" y="612"/>
                  <a:pt x="413" y="612"/>
                  <a:pt x="413" y="612"/>
                </a:cubicBezTo>
                <a:cubicBezTo>
                  <a:pt x="414" y="612"/>
                  <a:pt x="414" y="612"/>
                  <a:pt x="415" y="611"/>
                </a:cubicBezTo>
                <a:close/>
                <a:moveTo>
                  <a:pt x="415" y="633"/>
                </a:moveTo>
                <a:cubicBezTo>
                  <a:pt x="415" y="639"/>
                  <a:pt x="415" y="639"/>
                  <a:pt x="415" y="639"/>
                </a:cubicBezTo>
                <a:cubicBezTo>
                  <a:pt x="414" y="639"/>
                  <a:pt x="414" y="639"/>
                  <a:pt x="413" y="639"/>
                </a:cubicBezTo>
                <a:cubicBezTo>
                  <a:pt x="413" y="633"/>
                  <a:pt x="413" y="633"/>
                  <a:pt x="413" y="633"/>
                </a:cubicBezTo>
                <a:cubicBezTo>
                  <a:pt x="415" y="633"/>
                  <a:pt x="415" y="633"/>
                  <a:pt x="415" y="633"/>
                </a:cubicBezTo>
                <a:close/>
                <a:moveTo>
                  <a:pt x="415" y="673"/>
                </a:moveTo>
                <a:cubicBezTo>
                  <a:pt x="415" y="687"/>
                  <a:pt x="415" y="687"/>
                  <a:pt x="415" y="687"/>
                </a:cubicBezTo>
                <a:cubicBezTo>
                  <a:pt x="415" y="684"/>
                  <a:pt x="415" y="684"/>
                  <a:pt x="415" y="684"/>
                </a:cubicBezTo>
                <a:cubicBezTo>
                  <a:pt x="414" y="685"/>
                  <a:pt x="414" y="685"/>
                  <a:pt x="413" y="686"/>
                </a:cubicBezTo>
                <a:cubicBezTo>
                  <a:pt x="413" y="674"/>
                  <a:pt x="413" y="674"/>
                  <a:pt x="413" y="674"/>
                </a:cubicBezTo>
                <a:cubicBezTo>
                  <a:pt x="414" y="673"/>
                  <a:pt x="414" y="673"/>
                  <a:pt x="415" y="673"/>
                </a:cubicBezTo>
                <a:close/>
                <a:moveTo>
                  <a:pt x="415" y="749"/>
                </a:moveTo>
                <a:cubicBezTo>
                  <a:pt x="415" y="757"/>
                  <a:pt x="415" y="757"/>
                  <a:pt x="415" y="757"/>
                </a:cubicBezTo>
                <a:cubicBezTo>
                  <a:pt x="414" y="757"/>
                  <a:pt x="414" y="756"/>
                  <a:pt x="413" y="756"/>
                </a:cubicBezTo>
                <a:cubicBezTo>
                  <a:pt x="413" y="749"/>
                  <a:pt x="413" y="749"/>
                  <a:pt x="413" y="749"/>
                </a:cubicBezTo>
                <a:lnTo>
                  <a:pt x="415" y="749"/>
                </a:lnTo>
                <a:close/>
                <a:moveTo>
                  <a:pt x="404" y="0"/>
                </a:moveTo>
                <a:cubicBezTo>
                  <a:pt x="408" y="0"/>
                  <a:pt x="408" y="0"/>
                  <a:pt x="408" y="0"/>
                </a:cubicBezTo>
                <a:cubicBezTo>
                  <a:pt x="409" y="1"/>
                  <a:pt x="411" y="2"/>
                  <a:pt x="413" y="2"/>
                </a:cubicBezTo>
                <a:cubicBezTo>
                  <a:pt x="413" y="14"/>
                  <a:pt x="413" y="14"/>
                  <a:pt x="413" y="14"/>
                </a:cubicBezTo>
                <a:cubicBezTo>
                  <a:pt x="410" y="12"/>
                  <a:pt x="408" y="10"/>
                  <a:pt x="404" y="9"/>
                </a:cubicBezTo>
                <a:cubicBezTo>
                  <a:pt x="404" y="0"/>
                  <a:pt x="404" y="0"/>
                  <a:pt x="404" y="0"/>
                </a:cubicBezTo>
                <a:close/>
                <a:moveTo>
                  <a:pt x="413" y="793"/>
                </a:moveTo>
                <a:cubicBezTo>
                  <a:pt x="411" y="794"/>
                  <a:pt x="410" y="794"/>
                  <a:pt x="408" y="794"/>
                </a:cubicBezTo>
                <a:cubicBezTo>
                  <a:pt x="406" y="794"/>
                  <a:pt x="405" y="794"/>
                  <a:pt x="404" y="794"/>
                </a:cubicBezTo>
                <a:cubicBezTo>
                  <a:pt x="404" y="786"/>
                  <a:pt x="404" y="786"/>
                  <a:pt x="404" y="786"/>
                </a:cubicBezTo>
                <a:cubicBezTo>
                  <a:pt x="406" y="785"/>
                  <a:pt x="406" y="785"/>
                  <a:pt x="406" y="785"/>
                </a:cubicBezTo>
                <a:cubicBezTo>
                  <a:pt x="405" y="784"/>
                  <a:pt x="404" y="782"/>
                  <a:pt x="404" y="781"/>
                </a:cubicBezTo>
                <a:cubicBezTo>
                  <a:pt x="404" y="766"/>
                  <a:pt x="404" y="766"/>
                  <a:pt x="404" y="766"/>
                </a:cubicBezTo>
                <a:cubicBezTo>
                  <a:pt x="409" y="774"/>
                  <a:pt x="410" y="776"/>
                  <a:pt x="413" y="779"/>
                </a:cubicBezTo>
                <a:cubicBezTo>
                  <a:pt x="413" y="793"/>
                  <a:pt x="413" y="793"/>
                  <a:pt x="413" y="793"/>
                </a:cubicBezTo>
                <a:close/>
                <a:moveTo>
                  <a:pt x="413" y="39"/>
                </a:moveTo>
                <a:cubicBezTo>
                  <a:pt x="413" y="46"/>
                  <a:pt x="413" y="46"/>
                  <a:pt x="413" y="46"/>
                </a:cubicBezTo>
                <a:cubicBezTo>
                  <a:pt x="410" y="46"/>
                  <a:pt x="407" y="46"/>
                  <a:pt x="404" y="46"/>
                </a:cubicBezTo>
                <a:cubicBezTo>
                  <a:pt x="404" y="34"/>
                  <a:pt x="404" y="34"/>
                  <a:pt x="404" y="34"/>
                </a:cubicBezTo>
                <a:cubicBezTo>
                  <a:pt x="404" y="35"/>
                  <a:pt x="404" y="35"/>
                  <a:pt x="404" y="35"/>
                </a:cubicBezTo>
                <a:cubicBezTo>
                  <a:pt x="406" y="36"/>
                  <a:pt x="409" y="38"/>
                  <a:pt x="411" y="39"/>
                </a:cubicBezTo>
                <a:cubicBezTo>
                  <a:pt x="413" y="39"/>
                  <a:pt x="413" y="39"/>
                  <a:pt x="413" y="39"/>
                </a:cubicBezTo>
                <a:close/>
                <a:moveTo>
                  <a:pt x="413" y="113"/>
                </a:moveTo>
                <a:cubicBezTo>
                  <a:pt x="413" y="117"/>
                  <a:pt x="413" y="117"/>
                  <a:pt x="413" y="117"/>
                </a:cubicBezTo>
                <a:cubicBezTo>
                  <a:pt x="412" y="116"/>
                  <a:pt x="412" y="116"/>
                  <a:pt x="412" y="116"/>
                </a:cubicBezTo>
                <a:cubicBezTo>
                  <a:pt x="412" y="115"/>
                  <a:pt x="412" y="114"/>
                  <a:pt x="413" y="113"/>
                </a:cubicBezTo>
                <a:close/>
                <a:moveTo>
                  <a:pt x="413" y="165"/>
                </a:moveTo>
                <a:cubicBezTo>
                  <a:pt x="413" y="171"/>
                  <a:pt x="413" y="171"/>
                  <a:pt x="413" y="171"/>
                </a:cubicBezTo>
                <a:cubicBezTo>
                  <a:pt x="412" y="171"/>
                  <a:pt x="412" y="171"/>
                  <a:pt x="412" y="171"/>
                </a:cubicBezTo>
                <a:cubicBezTo>
                  <a:pt x="412" y="171"/>
                  <a:pt x="412" y="172"/>
                  <a:pt x="413" y="173"/>
                </a:cubicBezTo>
                <a:cubicBezTo>
                  <a:pt x="413" y="185"/>
                  <a:pt x="413" y="185"/>
                  <a:pt x="413" y="185"/>
                </a:cubicBezTo>
                <a:cubicBezTo>
                  <a:pt x="410" y="178"/>
                  <a:pt x="408" y="173"/>
                  <a:pt x="404" y="171"/>
                </a:cubicBezTo>
                <a:cubicBezTo>
                  <a:pt x="404" y="165"/>
                  <a:pt x="404" y="165"/>
                  <a:pt x="404" y="165"/>
                </a:cubicBezTo>
                <a:cubicBezTo>
                  <a:pt x="407" y="165"/>
                  <a:pt x="410" y="165"/>
                  <a:pt x="413" y="165"/>
                </a:cubicBezTo>
                <a:close/>
                <a:moveTo>
                  <a:pt x="413" y="187"/>
                </a:moveTo>
                <a:cubicBezTo>
                  <a:pt x="413" y="193"/>
                  <a:pt x="413" y="193"/>
                  <a:pt x="413" y="193"/>
                </a:cubicBezTo>
                <a:cubicBezTo>
                  <a:pt x="409" y="193"/>
                  <a:pt x="409" y="193"/>
                  <a:pt x="409" y="193"/>
                </a:cubicBezTo>
                <a:cubicBezTo>
                  <a:pt x="409" y="227"/>
                  <a:pt x="409" y="261"/>
                  <a:pt x="409" y="295"/>
                </a:cubicBezTo>
                <a:cubicBezTo>
                  <a:pt x="410" y="295"/>
                  <a:pt x="412" y="295"/>
                  <a:pt x="413" y="295"/>
                </a:cubicBezTo>
                <a:cubicBezTo>
                  <a:pt x="413" y="300"/>
                  <a:pt x="413" y="300"/>
                  <a:pt x="413" y="300"/>
                </a:cubicBezTo>
                <a:cubicBezTo>
                  <a:pt x="412" y="299"/>
                  <a:pt x="412" y="299"/>
                  <a:pt x="412" y="299"/>
                </a:cubicBezTo>
                <a:cubicBezTo>
                  <a:pt x="407" y="298"/>
                  <a:pt x="407" y="298"/>
                  <a:pt x="404" y="298"/>
                </a:cubicBezTo>
                <a:cubicBezTo>
                  <a:pt x="404" y="293"/>
                  <a:pt x="404" y="293"/>
                  <a:pt x="404" y="293"/>
                </a:cubicBezTo>
                <a:cubicBezTo>
                  <a:pt x="406" y="293"/>
                  <a:pt x="406" y="293"/>
                  <a:pt x="406" y="293"/>
                </a:cubicBezTo>
                <a:cubicBezTo>
                  <a:pt x="405" y="291"/>
                  <a:pt x="405" y="289"/>
                  <a:pt x="404" y="287"/>
                </a:cubicBezTo>
                <a:cubicBezTo>
                  <a:pt x="404" y="287"/>
                  <a:pt x="404" y="287"/>
                  <a:pt x="404" y="287"/>
                </a:cubicBezTo>
                <a:cubicBezTo>
                  <a:pt x="404" y="282"/>
                  <a:pt x="404" y="282"/>
                  <a:pt x="404" y="282"/>
                </a:cubicBezTo>
                <a:cubicBezTo>
                  <a:pt x="404" y="282"/>
                  <a:pt x="404" y="282"/>
                  <a:pt x="404" y="282"/>
                </a:cubicBezTo>
                <a:cubicBezTo>
                  <a:pt x="405" y="279"/>
                  <a:pt x="405" y="277"/>
                  <a:pt x="406" y="275"/>
                </a:cubicBezTo>
                <a:cubicBezTo>
                  <a:pt x="405" y="275"/>
                  <a:pt x="404" y="275"/>
                  <a:pt x="404" y="275"/>
                </a:cubicBezTo>
                <a:cubicBezTo>
                  <a:pt x="404" y="269"/>
                  <a:pt x="404" y="269"/>
                  <a:pt x="404" y="269"/>
                </a:cubicBezTo>
                <a:cubicBezTo>
                  <a:pt x="405" y="267"/>
                  <a:pt x="405" y="265"/>
                  <a:pt x="406" y="262"/>
                </a:cubicBezTo>
                <a:cubicBezTo>
                  <a:pt x="405" y="262"/>
                  <a:pt x="404" y="262"/>
                  <a:pt x="404" y="262"/>
                </a:cubicBezTo>
                <a:cubicBezTo>
                  <a:pt x="404" y="257"/>
                  <a:pt x="404" y="257"/>
                  <a:pt x="404" y="257"/>
                </a:cubicBezTo>
                <a:cubicBezTo>
                  <a:pt x="404" y="257"/>
                  <a:pt x="404" y="257"/>
                  <a:pt x="404" y="257"/>
                </a:cubicBezTo>
                <a:cubicBezTo>
                  <a:pt x="404" y="254"/>
                  <a:pt x="404" y="252"/>
                  <a:pt x="404" y="249"/>
                </a:cubicBezTo>
                <a:cubicBezTo>
                  <a:pt x="404" y="249"/>
                  <a:pt x="404" y="249"/>
                  <a:pt x="404" y="249"/>
                </a:cubicBezTo>
                <a:cubicBezTo>
                  <a:pt x="404" y="244"/>
                  <a:pt x="404" y="244"/>
                  <a:pt x="404" y="244"/>
                </a:cubicBezTo>
                <a:cubicBezTo>
                  <a:pt x="405" y="243"/>
                  <a:pt x="405" y="240"/>
                  <a:pt x="406" y="237"/>
                </a:cubicBezTo>
                <a:cubicBezTo>
                  <a:pt x="404" y="237"/>
                  <a:pt x="404" y="237"/>
                  <a:pt x="404" y="237"/>
                </a:cubicBezTo>
                <a:cubicBezTo>
                  <a:pt x="404" y="233"/>
                  <a:pt x="404" y="233"/>
                  <a:pt x="404" y="233"/>
                </a:cubicBezTo>
                <a:cubicBezTo>
                  <a:pt x="404" y="233"/>
                  <a:pt x="404" y="233"/>
                  <a:pt x="404" y="233"/>
                </a:cubicBezTo>
                <a:cubicBezTo>
                  <a:pt x="404" y="230"/>
                  <a:pt x="404" y="227"/>
                  <a:pt x="404" y="224"/>
                </a:cubicBezTo>
                <a:cubicBezTo>
                  <a:pt x="404" y="224"/>
                  <a:pt x="404" y="224"/>
                  <a:pt x="404" y="224"/>
                </a:cubicBezTo>
                <a:cubicBezTo>
                  <a:pt x="404" y="220"/>
                  <a:pt x="404" y="220"/>
                  <a:pt x="404" y="220"/>
                </a:cubicBezTo>
                <a:cubicBezTo>
                  <a:pt x="404" y="220"/>
                  <a:pt x="404" y="220"/>
                  <a:pt x="404" y="220"/>
                </a:cubicBezTo>
                <a:cubicBezTo>
                  <a:pt x="405" y="217"/>
                  <a:pt x="405" y="215"/>
                  <a:pt x="406" y="212"/>
                </a:cubicBezTo>
                <a:cubicBezTo>
                  <a:pt x="404" y="213"/>
                  <a:pt x="404" y="213"/>
                  <a:pt x="404" y="213"/>
                </a:cubicBezTo>
                <a:cubicBezTo>
                  <a:pt x="404" y="208"/>
                  <a:pt x="404" y="208"/>
                  <a:pt x="404" y="208"/>
                </a:cubicBezTo>
                <a:cubicBezTo>
                  <a:pt x="406" y="207"/>
                  <a:pt x="406" y="207"/>
                  <a:pt x="406" y="207"/>
                </a:cubicBezTo>
                <a:cubicBezTo>
                  <a:pt x="405" y="205"/>
                  <a:pt x="405" y="202"/>
                  <a:pt x="404" y="200"/>
                </a:cubicBezTo>
                <a:cubicBezTo>
                  <a:pt x="404" y="200"/>
                  <a:pt x="404" y="200"/>
                  <a:pt x="404" y="200"/>
                </a:cubicBezTo>
                <a:cubicBezTo>
                  <a:pt x="404" y="195"/>
                  <a:pt x="404" y="195"/>
                  <a:pt x="404" y="195"/>
                </a:cubicBezTo>
                <a:cubicBezTo>
                  <a:pt x="404" y="194"/>
                  <a:pt x="405" y="193"/>
                  <a:pt x="406" y="192"/>
                </a:cubicBezTo>
                <a:cubicBezTo>
                  <a:pt x="405" y="192"/>
                  <a:pt x="404" y="192"/>
                  <a:pt x="404" y="192"/>
                </a:cubicBezTo>
                <a:cubicBezTo>
                  <a:pt x="404" y="187"/>
                  <a:pt x="404" y="187"/>
                  <a:pt x="404" y="187"/>
                </a:cubicBezTo>
                <a:cubicBezTo>
                  <a:pt x="404" y="188"/>
                  <a:pt x="404" y="188"/>
                  <a:pt x="404" y="188"/>
                </a:cubicBezTo>
                <a:cubicBezTo>
                  <a:pt x="407" y="187"/>
                  <a:pt x="410" y="187"/>
                  <a:pt x="413" y="187"/>
                </a:cubicBezTo>
                <a:close/>
                <a:moveTo>
                  <a:pt x="413" y="309"/>
                </a:moveTo>
                <a:cubicBezTo>
                  <a:pt x="412" y="309"/>
                  <a:pt x="411" y="310"/>
                  <a:pt x="410" y="310"/>
                </a:cubicBezTo>
                <a:cubicBezTo>
                  <a:pt x="408" y="306"/>
                  <a:pt x="406" y="302"/>
                  <a:pt x="404" y="298"/>
                </a:cubicBezTo>
                <a:cubicBezTo>
                  <a:pt x="404" y="307"/>
                  <a:pt x="404" y="307"/>
                  <a:pt x="404" y="307"/>
                </a:cubicBezTo>
                <a:cubicBezTo>
                  <a:pt x="404" y="308"/>
                  <a:pt x="404" y="308"/>
                  <a:pt x="404" y="308"/>
                </a:cubicBezTo>
                <a:cubicBezTo>
                  <a:pt x="404" y="308"/>
                  <a:pt x="404" y="308"/>
                  <a:pt x="404" y="308"/>
                </a:cubicBezTo>
                <a:cubicBezTo>
                  <a:pt x="404" y="311"/>
                  <a:pt x="404" y="311"/>
                  <a:pt x="404" y="311"/>
                </a:cubicBezTo>
                <a:cubicBezTo>
                  <a:pt x="407" y="311"/>
                  <a:pt x="410" y="312"/>
                  <a:pt x="413" y="312"/>
                </a:cubicBezTo>
                <a:cubicBezTo>
                  <a:pt x="413" y="309"/>
                  <a:pt x="413" y="309"/>
                  <a:pt x="413" y="309"/>
                </a:cubicBezTo>
                <a:close/>
                <a:moveTo>
                  <a:pt x="413" y="375"/>
                </a:moveTo>
                <a:cubicBezTo>
                  <a:pt x="413" y="443"/>
                  <a:pt x="413" y="443"/>
                  <a:pt x="413" y="443"/>
                </a:cubicBezTo>
                <a:cubicBezTo>
                  <a:pt x="404" y="437"/>
                  <a:pt x="404" y="437"/>
                  <a:pt x="404" y="437"/>
                </a:cubicBezTo>
                <a:cubicBezTo>
                  <a:pt x="404" y="347"/>
                  <a:pt x="404" y="347"/>
                  <a:pt x="404" y="347"/>
                </a:cubicBezTo>
                <a:cubicBezTo>
                  <a:pt x="406" y="353"/>
                  <a:pt x="409" y="362"/>
                  <a:pt x="413" y="375"/>
                </a:cubicBezTo>
                <a:close/>
                <a:moveTo>
                  <a:pt x="413" y="491"/>
                </a:moveTo>
                <a:cubicBezTo>
                  <a:pt x="413" y="501"/>
                  <a:pt x="413" y="501"/>
                  <a:pt x="413" y="501"/>
                </a:cubicBezTo>
                <a:cubicBezTo>
                  <a:pt x="410" y="498"/>
                  <a:pt x="409" y="497"/>
                  <a:pt x="404" y="496"/>
                </a:cubicBezTo>
                <a:cubicBezTo>
                  <a:pt x="404" y="492"/>
                  <a:pt x="404" y="492"/>
                  <a:pt x="404" y="492"/>
                </a:cubicBezTo>
                <a:cubicBezTo>
                  <a:pt x="405" y="492"/>
                  <a:pt x="407" y="492"/>
                  <a:pt x="410" y="492"/>
                </a:cubicBezTo>
                <a:cubicBezTo>
                  <a:pt x="411" y="491"/>
                  <a:pt x="412" y="491"/>
                  <a:pt x="413" y="491"/>
                </a:cubicBezTo>
                <a:close/>
                <a:moveTo>
                  <a:pt x="413" y="506"/>
                </a:moveTo>
                <a:cubicBezTo>
                  <a:pt x="412" y="506"/>
                  <a:pt x="411" y="506"/>
                  <a:pt x="410" y="506"/>
                </a:cubicBezTo>
                <a:cubicBezTo>
                  <a:pt x="408" y="504"/>
                  <a:pt x="405" y="502"/>
                  <a:pt x="404" y="500"/>
                </a:cubicBezTo>
                <a:cubicBezTo>
                  <a:pt x="404" y="510"/>
                  <a:pt x="404" y="510"/>
                  <a:pt x="404" y="510"/>
                </a:cubicBezTo>
                <a:cubicBezTo>
                  <a:pt x="404" y="510"/>
                  <a:pt x="404" y="510"/>
                  <a:pt x="404" y="510"/>
                </a:cubicBezTo>
                <a:cubicBezTo>
                  <a:pt x="405" y="511"/>
                  <a:pt x="404" y="512"/>
                  <a:pt x="404" y="513"/>
                </a:cubicBezTo>
                <a:cubicBezTo>
                  <a:pt x="404" y="518"/>
                  <a:pt x="404" y="518"/>
                  <a:pt x="404" y="518"/>
                </a:cubicBezTo>
                <a:cubicBezTo>
                  <a:pt x="404" y="517"/>
                  <a:pt x="404" y="517"/>
                  <a:pt x="404" y="517"/>
                </a:cubicBezTo>
                <a:cubicBezTo>
                  <a:pt x="404" y="520"/>
                  <a:pt x="404" y="523"/>
                  <a:pt x="404" y="525"/>
                </a:cubicBezTo>
                <a:cubicBezTo>
                  <a:pt x="404" y="526"/>
                  <a:pt x="404" y="526"/>
                  <a:pt x="404" y="526"/>
                </a:cubicBezTo>
                <a:cubicBezTo>
                  <a:pt x="404" y="530"/>
                  <a:pt x="404" y="530"/>
                  <a:pt x="404" y="530"/>
                </a:cubicBezTo>
                <a:cubicBezTo>
                  <a:pt x="406" y="530"/>
                  <a:pt x="406" y="530"/>
                  <a:pt x="406" y="530"/>
                </a:cubicBezTo>
                <a:cubicBezTo>
                  <a:pt x="405" y="533"/>
                  <a:pt x="405" y="535"/>
                  <a:pt x="404" y="537"/>
                </a:cubicBezTo>
                <a:cubicBezTo>
                  <a:pt x="404" y="543"/>
                  <a:pt x="404" y="543"/>
                  <a:pt x="404" y="543"/>
                </a:cubicBezTo>
                <a:cubicBezTo>
                  <a:pt x="406" y="543"/>
                  <a:pt x="406" y="543"/>
                  <a:pt x="406" y="543"/>
                </a:cubicBezTo>
                <a:cubicBezTo>
                  <a:pt x="405" y="545"/>
                  <a:pt x="405" y="548"/>
                  <a:pt x="404" y="550"/>
                </a:cubicBezTo>
                <a:cubicBezTo>
                  <a:pt x="404" y="550"/>
                  <a:pt x="404" y="550"/>
                  <a:pt x="404" y="550"/>
                </a:cubicBezTo>
                <a:cubicBezTo>
                  <a:pt x="404" y="555"/>
                  <a:pt x="404" y="555"/>
                  <a:pt x="404" y="555"/>
                </a:cubicBezTo>
                <a:cubicBezTo>
                  <a:pt x="404" y="555"/>
                  <a:pt x="405" y="555"/>
                  <a:pt x="406" y="554"/>
                </a:cubicBezTo>
                <a:cubicBezTo>
                  <a:pt x="406" y="557"/>
                  <a:pt x="406" y="560"/>
                  <a:pt x="406" y="563"/>
                </a:cubicBezTo>
                <a:cubicBezTo>
                  <a:pt x="404" y="563"/>
                  <a:pt x="404" y="563"/>
                  <a:pt x="404" y="563"/>
                </a:cubicBezTo>
                <a:cubicBezTo>
                  <a:pt x="404" y="568"/>
                  <a:pt x="404" y="568"/>
                  <a:pt x="404" y="568"/>
                </a:cubicBezTo>
                <a:cubicBezTo>
                  <a:pt x="404" y="568"/>
                  <a:pt x="405" y="568"/>
                  <a:pt x="406" y="567"/>
                </a:cubicBezTo>
                <a:cubicBezTo>
                  <a:pt x="405" y="570"/>
                  <a:pt x="405" y="572"/>
                  <a:pt x="404" y="575"/>
                </a:cubicBezTo>
                <a:cubicBezTo>
                  <a:pt x="404" y="575"/>
                  <a:pt x="404" y="575"/>
                  <a:pt x="404" y="576"/>
                </a:cubicBezTo>
                <a:cubicBezTo>
                  <a:pt x="404" y="580"/>
                  <a:pt x="404" y="580"/>
                  <a:pt x="404" y="580"/>
                </a:cubicBezTo>
                <a:cubicBezTo>
                  <a:pt x="404" y="580"/>
                  <a:pt x="404" y="580"/>
                  <a:pt x="404" y="580"/>
                </a:cubicBezTo>
                <a:cubicBezTo>
                  <a:pt x="404" y="582"/>
                  <a:pt x="404" y="585"/>
                  <a:pt x="404" y="588"/>
                </a:cubicBezTo>
                <a:cubicBezTo>
                  <a:pt x="404" y="588"/>
                  <a:pt x="404" y="588"/>
                  <a:pt x="404" y="588"/>
                </a:cubicBezTo>
                <a:cubicBezTo>
                  <a:pt x="404" y="593"/>
                  <a:pt x="404" y="593"/>
                  <a:pt x="404" y="593"/>
                </a:cubicBezTo>
                <a:cubicBezTo>
                  <a:pt x="406" y="592"/>
                  <a:pt x="406" y="592"/>
                  <a:pt x="406" y="592"/>
                </a:cubicBezTo>
                <a:cubicBezTo>
                  <a:pt x="405" y="596"/>
                  <a:pt x="405" y="598"/>
                  <a:pt x="404" y="599"/>
                </a:cubicBezTo>
                <a:cubicBezTo>
                  <a:pt x="404" y="605"/>
                  <a:pt x="404" y="605"/>
                  <a:pt x="404" y="605"/>
                </a:cubicBezTo>
                <a:cubicBezTo>
                  <a:pt x="404" y="605"/>
                  <a:pt x="404" y="604"/>
                  <a:pt x="404" y="604"/>
                </a:cubicBezTo>
                <a:cubicBezTo>
                  <a:pt x="405" y="607"/>
                  <a:pt x="405" y="609"/>
                  <a:pt x="406" y="611"/>
                </a:cubicBezTo>
                <a:cubicBezTo>
                  <a:pt x="404" y="611"/>
                  <a:pt x="404" y="611"/>
                  <a:pt x="404" y="611"/>
                </a:cubicBezTo>
                <a:cubicBezTo>
                  <a:pt x="404" y="617"/>
                  <a:pt x="404" y="617"/>
                  <a:pt x="404" y="617"/>
                </a:cubicBezTo>
                <a:cubicBezTo>
                  <a:pt x="407" y="617"/>
                  <a:pt x="410" y="618"/>
                  <a:pt x="413" y="620"/>
                </a:cubicBezTo>
                <a:cubicBezTo>
                  <a:pt x="413" y="612"/>
                  <a:pt x="413" y="612"/>
                  <a:pt x="413" y="612"/>
                </a:cubicBezTo>
                <a:cubicBezTo>
                  <a:pt x="412" y="612"/>
                  <a:pt x="411" y="612"/>
                  <a:pt x="410" y="612"/>
                </a:cubicBezTo>
                <a:cubicBezTo>
                  <a:pt x="410" y="578"/>
                  <a:pt x="410" y="544"/>
                  <a:pt x="410" y="511"/>
                </a:cubicBezTo>
                <a:cubicBezTo>
                  <a:pt x="411" y="510"/>
                  <a:pt x="412" y="510"/>
                  <a:pt x="413" y="510"/>
                </a:cubicBezTo>
                <a:cubicBezTo>
                  <a:pt x="413" y="506"/>
                  <a:pt x="413" y="506"/>
                  <a:pt x="413" y="506"/>
                </a:cubicBezTo>
                <a:close/>
                <a:moveTo>
                  <a:pt x="413" y="633"/>
                </a:moveTo>
                <a:cubicBezTo>
                  <a:pt x="413" y="639"/>
                  <a:pt x="413" y="639"/>
                  <a:pt x="413" y="639"/>
                </a:cubicBezTo>
                <a:cubicBezTo>
                  <a:pt x="410" y="639"/>
                  <a:pt x="407" y="639"/>
                  <a:pt x="404" y="639"/>
                </a:cubicBezTo>
                <a:cubicBezTo>
                  <a:pt x="404" y="626"/>
                  <a:pt x="404" y="626"/>
                  <a:pt x="404" y="626"/>
                </a:cubicBezTo>
                <a:cubicBezTo>
                  <a:pt x="406" y="629"/>
                  <a:pt x="407" y="631"/>
                  <a:pt x="410" y="633"/>
                </a:cubicBezTo>
                <a:cubicBezTo>
                  <a:pt x="413" y="633"/>
                  <a:pt x="413" y="633"/>
                  <a:pt x="413" y="633"/>
                </a:cubicBezTo>
                <a:close/>
                <a:moveTo>
                  <a:pt x="413" y="674"/>
                </a:moveTo>
                <a:cubicBezTo>
                  <a:pt x="413" y="686"/>
                  <a:pt x="413" y="686"/>
                  <a:pt x="413" y="686"/>
                </a:cubicBezTo>
                <a:cubicBezTo>
                  <a:pt x="411" y="686"/>
                  <a:pt x="410" y="688"/>
                  <a:pt x="409" y="688"/>
                </a:cubicBezTo>
                <a:cubicBezTo>
                  <a:pt x="406" y="686"/>
                  <a:pt x="404" y="684"/>
                  <a:pt x="404" y="681"/>
                </a:cubicBezTo>
                <a:cubicBezTo>
                  <a:pt x="407" y="678"/>
                  <a:pt x="410" y="675"/>
                  <a:pt x="413" y="674"/>
                </a:cubicBezTo>
                <a:close/>
                <a:moveTo>
                  <a:pt x="413" y="749"/>
                </a:moveTo>
                <a:cubicBezTo>
                  <a:pt x="413" y="756"/>
                  <a:pt x="413" y="756"/>
                  <a:pt x="413" y="756"/>
                </a:cubicBezTo>
                <a:cubicBezTo>
                  <a:pt x="410" y="756"/>
                  <a:pt x="407" y="756"/>
                  <a:pt x="404" y="756"/>
                </a:cubicBezTo>
                <a:cubicBezTo>
                  <a:pt x="404" y="749"/>
                  <a:pt x="404" y="749"/>
                  <a:pt x="404" y="749"/>
                </a:cubicBezTo>
                <a:cubicBezTo>
                  <a:pt x="407" y="749"/>
                  <a:pt x="410" y="749"/>
                  <a:pt x="413" y="749"/>
                </a:cubicBezTo>
                <a:close/>
                <a:moveTo>
                  <a:pt x="402" y="0"/>
                </a:moveTo>
                <a:cubicBezTo>
                  <a:pt x="404" y="0"/>
                  <a:pt x="404" y="0"/>
                  <a:pt x="404" y="0"/>
                </a:cubicBezTo>
                <a:cubicBezTo>
                  <a:pt x="404" y="9"/>
                  <a:pt x="404" y="9"/>
                  <a:pt x="404" y="9"/>
                </a:cubicBezTo>
                <a:cubicBezTo>
                  <a:pt x="403" y="9"/>
                  <a:pt x="403" y="9"/>
                  <a:pt x="402" y="9"/>
                </a:cubicBezTo>
                <a:cubicBezTo>
                  <a:pt x="402" y="0"/>
                  <a:pt x="402" y="0"/>
                  <a:pt x="402" y="0"/>
                </a:cubicBezTo>
                <a:close/>
                <a:moveTo>
                  <a:pt x="404" y="794"/>
                </a:moveTo>
                <a:cubicBezTo>
                  <a:pt x="402" y="794"/>
                  <a:pt x="402" y="794"/>
                  <a:pt x="402" y="794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4" y="786"/>
                  <a:pt x="404" y="786"/>
                  <a:pt x="404" y="786"/>
                </a:cubicBezTo>
                <a:cubicBezTo>
                  <a:pt x="404" y="794"/>
                  <a:pt x="404" y="794"/>
                  <a:pt x="404" y="794"/>
                </a:cubicBezTo>
                <a:close/>
                <a:moveTo>
                  <a:pt x="404" y="34"/>
                </a:moveTo>
                <a:cubicBezTo>
                  <a:pt x="404" y="46"/>
                  <a:pt x="404" y="46"/>
                  <a:pt x="404" y="46"/>
                </a:cubicBezTo>
                <a:cubicBezTo>
                  <a:pt x="402" y="46"/>
                  <a:pt x="402" y="46"/>
                  <a:pt x="402" y="46"/>
                </a:cubicBezTo>
                <a:cubicBezTo>
                  <a:pt x="402" y="32"/>
                  <a:pt x="402" y="32"/>
                  <a:pt x="402" y="32"/>
                </a:cubicBezTo>
                <a:cubicBezTo>
                  <a:pt x="404" y="34"/>
                  <a:pt x="404" y="34"/>
                  <a:pt x="404" y="34"/>
                </a:cubicBezTo>
                <a:close/>
                <a:moveTo>
                  <a:pt x="404" y="165"/>
                </a:moveTo>
                <a:cubicBezTo>
                  <a:pt x="404" y="171"/>
                  <a:pt x="404" y="171"/>
                  <a:pt x="404" y="171"/>
                </a:cubicBezTo>
                <a:cubicBezTo>
                  <a:pt x="403" y="171"/>
                  <a:pt x="403" y="171"/>
                  <a:pt x="402" y="171"/>
                </a:cubicBezTo>
                <a:cubicBezTo>
                  <a:pt x="402" y="165"/>
                  <a:pt x="402" y="165"/>
                  <a:pt x="402" y="165"/>
                </a:cubicBezTo>
                <a:cubicBezTo>
                  <a:pt x="404" y="165"/>
                  <a:pt x="404" y="165"/>
                  <a:pt x="404" y="165"/>
                </a:cubicBezTo>
                <a:close/>
                <a:moveTo>
                  <a:pt x="404" y="187"/>
                </a:moveTo>
                <a:cubicBezTo>
                  <a:pt x="404" y="192"/>
                  <a:pt x="404" y="192"/>
                  <a:pt x="404" y="192"/>
                </a:cubicBezTo>
                <a:cubicBezTo>
                  <a:pt x="403" y="192"/>
                  <a:pt x="403" y="192"/>
                  <a:pt x="402" y="192"/>
                </a:cubicBezTo>
                <a:cubicBezTo>
                  <a:pt x="402" y="185"/>
                  <a:pt x="402" y="185"/>
                  <a:pt x="402" y="185"/>
                </a:cubicBezTo>
                <a:cubicBezTo>
                  <a:pt x="403" y="186"/>
                  <a:pt x="403" y="186"/>
                  <a:pt x="404" y="187"/>
                </a:cubicBezTo>
                <a:close/>
                <a:moveTo>
                  <a:pt x="404" y="195"/>
                </a:moveTo>
                <a:cubicBezTo>
                  <a:pt x="404" y="200"/>
                  <a:pt x="404" y="200"/>
                  <a:pt x="404" y="200"/>
                </a:cubicBezTo>
                <a:cubicBezTo>
                  <a:pt x="402" y="200"/>
                  <a:pt x="402" y="200"/>
                  <a:pt x="402" y="200"/>
                </a:cubicBezTo>
                <a:cubicBezTo>
                  <a:pt x="402" y="196"/>
                  <a:pt x="402" y="196"/>
                  <a:pt x="402" y="196"/>
                </a:cubicBezTo>
                <a:cubicBezTo>
                  <a:pt x="403" y="195"/>
                  <a:pt x="403" y="195"/>
                  <a:pt x="404" y="195"/>
                </a:cubicBezTo>
                <a:close/>
                <a:moveTo>
                  <a:pt x="404" y="208"/>
                </a:moveTo>
                <a:cubicBezTo>
                  <a:pt x="404" y="213"/>
                  <a:pt x="404" y="213"/>
                  <a:pt x="404" y="213"/>
                </a:cubicBezTo>
                <a:cubicBezTo>
                  <a:pt x="402" y="213"/>
                  <a:pt x="402" y="213"/>
                  <a:pt x="402" y="213"/>
                </a:cubicBezTo>
                <a:cubicBezTo>
                  <a:pt x="402" y="208"/>
                  <a:pt x="402" y="208"/>
                  <a:pt x="402" y="208"/>
                </a:cubicBezTo>
                <a:cubicBezTo>
                  <a:pt x="404" y="208"/>
                  <a:pt x="404" y="208"/>
                  <a:pt x="404" y="208"/>
                </a:cubicBezTo>
                <a:close/>
                <a:moveTo>
                  <a:pt x="404" y="220"/>
                </a:moveTo>
                <a:cubicBezTo>
                  <a:pt x="404" y="224"/>
                  <a:pt x="404" y="224"/>
                  <a:pt x="404" y="224"/>
                </a:cubicBezTo>
                <a:cubicBezTo>
                  <a:pt x="402" y="225"/>
                  <a:pt x="402" y="225"/>
                  <a:pt x="402" y="225"/>
                </a:cubicBezTo>
                <a:cubicBezTo>
                  <a:pt x="402" y="221"/>
                  <a:pt x="402" y="221"/>
                  <a:pt x="402" y="221"/>
                </a:cubicBezTo>
                <a:cubicBezTo>
                  <a:pt x="403" y="220"/>
                  <a:pt x="403" y="220"/>
                  <a:pt x="404" y="220"/>
                </a:cubicBezTo>
                <a:close/>
                <a:moveTo>
                  <a:pt x="404" y="233"/>
                </a:moveTo>
                <a:cubicBezTo>
                  <a:pt x="404" y="237"/>
                  <a:pt x="404" y="237"/>
                  <a:pt x="404" y="237"/>
                </a:cubicBezTo>
                <a:cubicBezTo>
                  <a:pt x="402" y="237"/>
                  <a:pt x="402" y="237"/>
                  <a:pt x="402" y="237"/>
                </a:cubicBezTo>
                <a:cubicBezTo>
                  <a:pt x="402" y="233"/>
                  <a:pt x="402" y="233"/>
                  <a:pt x="402" y="233"/>
                </a:cubicBezTo>
                <a:cubicBezTo>
                  <a:pt x="404" y="233"/>
                  <a:pt x="404" y="233"/>
                  <a:pt x="404" y="233"/>
                </a:cubicBezTo>
                <a:close/>
                <a:moveTo>
                  <a:pt x="404" y="244"/>
                </a:moveTo>
                <a:cubicBezTo>
                  <a:pt x="404" y="249"/>
                  <a:pt x="404" y="249"/>
                  <a:pt x="404" y="249"/>
                </a:cubicBezTo>
                <a:cubicBezTo>
                  <a:pt x="403" y="249"/>
                  <a:pt x="403" y="249"/>
                  <a:pt x="402" y="250"/>
                </a:cubicBezTo>
                <a:cubicBezTo>
                  <a:pt x="402" y="245"/>
                  <a:pt x="402" y="245"/>
                  <a:pt x="402" y="245"/>
                </a:cubicBezTo>
                <a:cubicBezTo>
                  <a:pt x="403" y="245"/>
                  <a:pt x="403" y="244"/>
                  <a:pt x="404" y="244"/>
                </a:cubicBezTo>
                <a:close/>
                <a:moveTo>
                  <a:pt x="404" y="257"/>
                </a:moveTo>
                <a:cubicBezTo>
                  <a:pt x="404" y="262"/>
                  <a:pt x="404" y="262"/>
                  <a:pt x="404" y="262"/>
                </a:cubicBezTo>
                <a:cubicBezTo>
                  <a:pt x="402" y="262"/>
                  <a:pt x="402" y="262"/>
                  <a:pt x="402" y="262"/>
                </a:cubicBezTo>
                <a:cubicBezTo>
                  <a:pt x="402" y="258"/>
                  <a:pt x="402" y="258"/>
                  <a:pt x="402" y="258"/>
                </a:cubicBezTo>
                <a:cubicBezTo>
                  <a:pt x="404" y="257"/>
                  <a:pt x="404" y="257"/>
                  <a:pt x="404" y="257"/>
                </a:cubicBezTo>
                <a:close/>
                <a:moveTo>
                  <a:pt x="404" y="269"/>
                </a:moveTo>
                <a:cubicBezTo>
                  <a:pt x="404" y="275"/>
                  <a:pt x="404" y="275"/>
                  <a:pt x="404" y="275"/>
                </a:cubicBezTo>
                <a:cubicBezTo>
                  <a:pt x="402" y="275"/>
                  <a:pt x="402" y="275"/>
                  <a:pt x="402" y="275"/>
                </a:cubicBezTo>
                <a:cubicBezTo>
                  <a:pt x="402" y="270"/>
                  <a:pt x="402" y="270"/>
                  <a:pt x="402" y="270"/>
                </a:cubicBezTo>
                <a:cubicBezTo>
                  <a:pt x="403" y="270"/>
                  <a:pt x="403" y="269"/>
                  <a:pt x="404" y="269"/>
                </a:cubicBezTo>
                <a:close/>
                <a:moveTo>
                  <a:pt x="404" y="282"/>
                </a:moveTo>
                <a:cubicBezTo>
                  <a:pt x="404" y="287"/>
                  <a:pt x="404" y="287"/>
                  <a:pt x="404" y="287"/>
                </a:cubicBezTo>
                <a:cubicBezTo>
                  <a:pt x="403" y="287"/>
                  <a:pt x="403" y="287"/>
                  <a:pt x="402" y="287"/>
                </a:cubicBezTo>
                <a:cubicBezTo>
                  <a:pt x="402" y="283"/>
                  <a:pt x="402" y="283"/>
                  <a:pt x="402" y="283"/>
                </a:cubicBezTo>
                <a:cubicBezTo>
                  <a:pt x="403" y="283"/>
                  <a:pt x="403" y="283"/>
                  <a:pt x="404" y="282"/>
                </a:cubicBezTo>
                <a:close/>
                <a:moveTo>
                  <a:pt x="404" y="293"/>
                </a:moveTo>
                <a:cubicBezTo>
                  <a:pt x="404" y="298"/>
                  <a:pt x="404" y="298"/>
                  <a:pt x="404" y="298"/>
                </a:cubicBezTo>
                <a:cubicBezTo>
                  <a:pt x="403" y="298"/>
                  <a:pt x="403" y="298"/>
                  <a:pt x="403" y="298"/>
                </a:cubicBezTo>
                <a:cubicBezTo>
                  <a:pt x="404" y="298"/>
                  <a:pt x="404" y="298"/>
                  <a:pt x="404" y="298"/>
                </a:cubicBezTo>
                <a:cubicBezTo>
                  <a:pt x="404" y="307"/>
                  <a:pt x="404" y="307"/>
                  <a:pt x="404" y="307"/>
                </a:cubicBezTo>
                <a:cubicBezTo>
                  <a:pt x="403" y="307"/>
                  <a:pt x="403" y="306"/>
                  <a:pt x="402" y="305"/>
                </a:cubicBezTo>
                <a:cubicBezTo>
                  <a:pt x="402" y="293"/>
                  <a:pt x="402" y="293"/>
                  <a:pt x="402" y="293"/>
                </a:cubicBezTo>
                <a:cubicBezTo>
                  <a:pt x="404" y="293"/>
                  <a:pt x="404" y="293"/>
                  <a:pt x="404" y="293"/>
                </a:cubicBezTo>
                <a:close/>
                <a:moveTo>
                  <a:pt x="404" y="308"/>
                </a:moveTo>
                <a:cubicBezTo>
                  <a:pt x="404" y="311"/>
                  <a:pt x="404" y="311"/>
                  <a:pt x="404" y="311"/>
                </a:cubicBezTo>
                <a:cubicBezTo>
                  <a:pt x="402" y="311"/>
                  <a:pt x="402" y="311"/>
                  <a:pt x="402" y="311"/>
                </a:cubicBezTo>
                <a:cubicBezTo>
                  <a:pt x="402" y="308"/>
                  <a:pt x="402" y="308"/>
                  <a:pt x="402" y="308"/>
                </a:cubicBezTo>
                <a:cubicBezTo>
                  <a:pt x="404" y="308"/>
                  <a:pt x="404" y="308"/>
                  <a:pt x="404" y="308"/>
                </a:cubicBezTo>
                <a:close/>
                <a:moveTo>
                  <a:pt x="404" y="347"/>
                </a:moveTo>
                <a:cubicBezTo>
                  <a:pt x="404" y="437"/>
                  <a:pt x="404" y="437"/>
                  <a:pt x="404" y="437"/>
                </a:cubicBezTo>
                <a:cubicBezTo>
                  <a:pt x="402" y="436"/>
                  <a:pt x="402" y="436"/>
                  <a:pt x="402" y="436"/>
                </a:cubicBezTo>
                <a:cubicBezTo>
                  <a:pt x="402" y="343"/>
                  <a:pt x="402" y="343"/>
                  <a:pt x="402" y="343"/>
                </a:cubicBezTo>
                <a:cubicBezTo>
                  <a:pt x="404" y="347"/>
                  <a:pt x="404" y="347"/>
                  <a:pt x="404" y="347"/>
                </a:cubicBezTo>
                <a:close/>
                <a:moveTo>
                  <a:pt x="404" y="492"/>
                </a:moveTo>
                <a:cubicBezTo>
                  <a:pt x="404" y="496"/>
                  <a:pt x="404" y="496"/>
                  <a:pt x="404" y="496"/>
                </a:cubicBezTo>
                <a:cubicBezTo>
                  <a:pt x="403" y="496"/>
                  <a:pt x="403" y="496"/>
                  <a:pt x="402" y="496"/>
                </a:cubicBezTo>
                <a:cubicBezTo>
                  <a:pt x="402" y="492"/>
                  <a:pt x="402" y="492"/>
                  <a:pt x="402" y="492"/>
                </a:cubicBezTo>
                <a:cubicBezTo>
                  <a:pt x="403" y="492"/>
                  <a:pt x="403" y="492"/>
                  <a:pt x="404" y="492"/>
                </a:cubicBezTo>
                <a:close/>
                <a:moveTo>
                  <a:pt x="404" y="500"/>
                </a:moveTo>
                <a:cubicBezTo>
                  <a:pt x="404" y="510"/>
                  <a:pt x="404" y="510"/>
                  <a:pt x="404" y="510"/>
                </a:cubicBezTo>
                <a:cubicBezTo>
                  <a:pt x="402" y="510"/>
                  <a:pt x="402" y="510"/>
                  <a:pt x="402" y="510"/>
                </a:cubicBezTo>
                <a:cubicBezTo>
                  <a:pt x="402" y="497"/>
                  <a:pt x="402" y="497"/>
                  <a:pt x="402" y="497"/>
                </a:cubicBezTo>
                <a:cubicBezTo>
                  <a:pt x="403" y="498"/>
                  <a:pt x="403" y="499"/>
                  <a:pt x="404" y="500"/>
                </a:cubicBezTo>
                <a:close/>
                <a:moveTo>
                  <a:pt x="404" y="513"/>
                </a:moveTo>
                <a:cubicBezTo>
                  <a:pt x="404" y="518"/>
                  <a:pt x="404" y="518"/>
                  <a:pt x="404" y="518"/>
                </a:cubicBezTo>
                <a:cubicBezTo>
                  <a:pt x="403" y="518"/>
                  <a:pt x="403" y="518"/>
                  <a:pt x="402" y="518"/>
                </a:cubicBezTo>
                <a:cubicBezTo>
                  <a:pt x="402" y="514"/>
                  <a:pt x="402" y="514"/>
                  <a:pt x="402" y="514"/>
                </a:cubicBezTo>
                <a:cubicBezTo>
                  <a:pt x="403" y="514"/>
                  <a:pt x="403" y="513"/>
                  <a:pt x="404" y="513"/>
                </a:cubicBezTo>
                <a:close/>
                <a:moveTo>
                  <a:pt x="404" y="526"/>
                </a:moveTo>
                <a:cubicBezTo>
                  <a:pt x="404" y="530"/>
                  <a:pt x="404" y="530"/>
                  <a:pt x="404" y="530"/>
                </a:cubicBezTo>
                <a:cubicBezTo>
                  <a:pt x="402" y="531"/>
                  <a:pt x="402" y="531"/>
                  <a:pt x="402" y="531"/>
                </a:cubicBezTo>
                <a:cubicBezTo>
                  <a:pt x="402" y="526"/>
                  <a:pt x="402" y="526"/>
                  <a:pt x="402" y="526"/>
                </a:cubicBezTo>
                <a:cubicBezTo>
                  <a:pt x="404" y="526"/>
                  <a:pt x="404" y="526"/>
                  <a:pt x="404" y="526"/>
                </a:cubicBezTo>
                <a:close/>
                <a:moveTo>
                  <a:pt x="404" y="537"/>
                </a:moveTo>
                <a:cubicBezTo>
                  <a:pt x="404" y="543"/>
                  <a:pt x="404" y="543"/>
                  <a:pt x="404" y="543"/>
                </a:cubicBezTo>
                <a:cubicBezTo>
                  <a:pt x="402" y="544"/>
                  <a:pt x="402" y="544"/>
                  <a:pt x="402" y="544"/>
                </a:cubicBezTo>
                <a:cubicBezTo>
                  <a:pt x="402" y="538"/>
                  <a:pt x="402" y="538"/>
                  <a:pt x="402" y="538"/>
                </a:cubicBezTo>
                <a:cubicBezTo>
                  <a:pt x="403" y="538"/>
                  <a:pt x="403" y="537"/>
                  <a:pt x="404" y="537"/>
                </a:cubicBezTo>
                <a:close/>
                <a:moveTo>
                  <a:pt x="404" y="550"/>
                </a:moveTo>
                <a:cubicBezTo>
                  <a:pt x="404" y="555"/>
                  <a:pt x="404" y="555"/>
                  <a:pt x="404" y="555"/>
                </a:cubicBezTo>
                <a:cubicBezTo>
                  <a:pt x="403" y="555"/>
                  <a:pt x="403" y="555"/>
                  <a:pt x="402" y="555"/>
                </a:cubicBezTo>
                <a:cubicBezTo>
                  <a:pt x="402" y="551"/>
                  <a:pt x="402" y="551"/>
                  <a:pt x="402" y="551"/>
                </a:cubicBezTo>
                <a:cubicBezTo>
                  <a:pt x="404" y="550"/>
                  <a:pt x="404" y="550"/>
                  <a:pt x="404" y="550"/>
                </a:cubicBezTo>
                <a:close/>
                <a:moveTo>
                  <a:pt x="404" y="563"/>
                </a:moveTo>
                <a:cubicBezTo>
                  <a:pt x="404" y="568"/>
                  <a:pt x="404" y="568"/>
                  <a:pt x="404" y="568"/>
                </a:cubicBezTo>
                <a:cubicBezTo>
                  <a:pt x="402" y="568"/>
                  <a:pt x="402" y="568"/>
                  <a:pt x="402" y="568"/>
                </a:cubicBezTo>
                <a:cubicBezTo>
                  <a:pt x="402" y="563"/>
                  <a:pt x="402" y="563"/>
                  <a:pt x="402" y="563"/>
                </a:cubicBezTo>
                <a:cubicBezTo>
                  <a:pt x="404" y="563"/>
                  <a:pt x="404" y="563"/>
                  <a:pt x="404" y="563"/>
                </a:cubicBezTo>
                <a:close/>
                <a:moveTo>
                  <a:pt x="404" y="576"/>
                </a:moveTo>
                <a:cubicBezTo>
                  <a:pt x="404" y="580"/>
                  <a:pt x="404" y="580"/>
                  <a:pt x="404" y="580"/>
                </a:cubicBezTo>
                <a:cubicBezTo>
                  <a:pt x="402" y="580"/>
                  <a:pt x="402" y="580"/>
                  <a:pt x="402" y="580"/>
                </a:cubicBezTo>
                <a:cubicBezTo>
                  <a:pt x="402" y="576"/>
                  <a:pt x="402" y="576"/>
                  <a:pt x="402" y="576"/>
                </a:cubicBezTo>
                <a:cubicBezTo>
                  <a:pt x="403" y="576"/>
                  <a:pt x="403" y="576"/>
                  <a:pt x="404" y="576"/>
                </a:cubicBezTo>
                <a:close/>
                <a:moveTo>
                  <a:pt x="404" y="588"/>
                </a:moveTo>
                <a:cubicBezTo>
                  <a:pt x="404" y="593"/>
                  <a:pt x="404" y="593"/>
                  <a:pt x="404" y="593"/>
                </a:cubicBezTo>
                <a:cubicBezTo>
                  <a:pt x="402" y="593"/>
                  <a:pt x="402" y="593"/>
                  <a:pt x="402" y="593"/>
                </a:cubicBezTo>
                <a:cubicBezTo>
                  <a:pt x="402" y="588"/>
                  <a:pt x="402" y="588"/>
                  <a:pt x="402" y="588"/>
                </a:cubicBezTo>
                <a:cubicBezTo>
                  <a:pt x="404" y="588"/>
                  <a:pt x="404" y="588"/>
                  <a:pt x="404" y="588"/>
                </a:cubicBezTo>
                <a:close/>
                <a:moveTo>
                  <a:pt x="404" y="599"/>
                </a:moveTo>
                <a:cubicBezTo>
                  <a:pt x="404" y="605"/>
                  <a:pt x="404" y="605"/>
                  <a:pt x="404" y="605"/>
                </a:cubicBezTo>
                <a:cubicBezTo>
                  <a:pt x="403" y="605"/>
                  <a:pt x="403" y="605"/>
                  <a:pt x="402" y="605"/>
                </a:cubicBezTo>
                <a:cubicBezTo>
                  <a:pt x="402" y="601"/>
                  <a:pt x="402" y="601"/>
                  <a:pt x="402" y="601"/>
                </a:cubicBezTo>
                <a:cubicBezTo>
                  <a:pt x="403" y="600"/>
                  <a:pt x="403" y="600"/>
                  <a:pt x="404" y="599"/>
                </a:cubicBezTo>
                <a:close/>
                <a:moveTo>
                  <a:pt x="404" y="611"/>
                </a:moveTo>
                <a:cubicBezTo>
                  <a:pt x="404" y="617"/>
                  <a:pt x="404" y="617"/>
                  <a:pt x="404" y="617"/>
                </a:cubicBezTo>
                <a:cubicBezTo>
                  <a:pt x="403" y="617"/>
                  <a:pt x="403" y="617"/>
                  <a:pt x="402" y="617"/>
                </a:cubicBezTo>
                <a:cubicBezTo>
                  <a:pt x="402" y="611"/>
                  <a:pt x="402" y="611"/>
                  <a:pt x="402" y="611"/>
                </a:cubicBezTo>
                <a:cubicBezTo>
                  <a:pt x="404" y="611"/>
                  <a:pt x="404" y="611"/>
                  <a:pt x="404" y="611"/>
                </a:cubicBezTo>
                <a:close/>
                <a:moveTo>
                  <a:pt x="404" y="626"/>
                </a:moveTo>
                <a:cubicBezTo>
                  <a:pt x="404" y="639"/>
                  <a:pt x="404" y="639"/>
                  <a:pt x="404" y="639"/>
                </a:cubicBezTo>
                <a:cubicBezTo>
                  <a:pt x="402" y="639"/>
                  <a:pt x="402" y="639"/>
                  <a:pt x="402" y="639"/>
                </a:cubicBezTo>
                <a:cubicBezTo>
                  <a:pt x="402" y="624"/>
                  <a:pt x="402" y="624"/>
                  <a:pt x="402" y="624"/>
                </a:cubicBezTo>
                <a:cubicBezTo>
                  <a:pt x="403" y="625"/>
                  <a:pt x="403" y="625"/>
                  <a:pt x="404" y="626"/>
                </a:cubicBezTo>
                <a:close/>
                <a:moveTo>
                  <a:pt x="404" y="749"/>
                </a:moveTo>
                <a:cubicBezTo>
                  <a:pt x="404" y="756"/>
                  <a:pt x="404" y="756"/>
                  <a:pt x="404" y="756"/>
                </a:cubicBezTo>
                <a:cubicBezTo>
                  <a:pt x="403" y="756"/>
                  <a:pt x="403" y="756"/>
                  <a:pt x="402" y="757"/>
                </a:cubicBezTo>
                <a:cubicBezTo>
                  <a:pt x="402" y="749"/>
                  <a:pt x="402" y="749"/>
                  <a:pt x="402" y="749"/>
                </a:cubicBezTo>
                <a:cubicBezTo>
                  <a:pt x="404" y="749"/>
                  <a:pt x="404" y="749"/>
                  <a:pt x="404" y="749"/>
                </a:cubicBezTo>
                <a:close/>
                <a:moveTo>
                  <a:pt x="404" y="766"/>
                </a:moveTo>
                <a:cubicBezTo>
                  <a:pt x="404" y="781"/>
                  <a:pt x="404" y="781"/>
                  <a:pt x="404" y="781"/>
                </a:cubicBezTo>
                <a:cubicBezTo>
                  <a:pt x="402" y="779"/>
                  <a:pt x="402" y="779"/>
                  <a:pt x="402" y="779"/>
                </a:cubicBezTo>
                <a:cubicBezTo>
                  <a:pt x="402" y="764"/>
                  <a:pt x="402" y="764"/>
                  <a:pt x="402" y="764"/>
                </a:cubicBezTo>
                <a:lnTo>
                  <a:pt x="404" y="766"/>
                </a:lnTo>
                <a:close/>
                <a:moveTo>
                  <a:pt x="402" y="0"/>
                </a:moveTo>
                <a:cubicBezTo>
                  <a:pt x="402" y="0"/>
                  <a:pt x="402" y="0"/>
                  <a:pt x="402" y="0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0"/>
                  <a:pt x="402" y="0"/>
                  <a:pt x="402" y="0"/>
                </a:cubicBezTo>
                <a:close/>
                <a:moveTo>
                  <a:pt x="402" y="794"/>
                </a:moveTo>
                <a:cubicBezTo>
                  <a:pt x="402" y="794"/>
                  <a:pt x="402" y="794"/>
                  <a:pt x="402" y="794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94"/>
                  <a:pt x="402" y="794"/>
                  <a:pt x="402" y="794"/>
                </a:cubicBezTo>
                <a:close/>
                <a:moveTo>
                  <a:pt x="402" y="32"/>
                </a:moveTo>
                <a:cubicBezTo>
                  <a:pt x="402" y="46"/>
                  <a:pt x="402" y="46"/>
                  <a:pt x="402" y="46"/>
                </a:cubicBezTo>
                <a:cubicBezTo>
                  <a:pt x="402" y="46"/>
                  <a:pt x="402" y="46"/>
                  <a:pt x="402" y="46"/>
                </a:cubicBezTo>
                <a:cubicBezTo>
                  <a:pt x="402" y="32"/>
                  <a:pt x="402" y="32"/>
                  <a:pt x="402" y="32"/>
                </a:cubicBezTo>
                <a:cubicBezTo>
                  <a:pt x="402" y="32"/>
                  <a:pt x="402" y="32"/>
                  <a:pt x="402" y="32"/>
                </a:cubicBezTo>
                <a:close/>
                <a:moveTo>
                  <a:pt x="402" y="165"/>
                </a:moveTo>
                <a:cubicBezTo>
                  <a:pt x="402" y="171"/>
                  <a:pt x="402" y="171"/>
                  <a:pt x="402" y="171"/>
                </a:cubicBezTo>
                <a:cubicBezTo>
                  <a:pt x="402" y="171"/>
                  <a:pt x="402" y="171"/>
                  <a:pt x="402" y="171"/>
                </a:cubicBezTo>
                <a:cubicBezTo>
                  <a:pt x="402" y="165"/>
                  <a:pt x="402" y="165"/>
                  <a:pt x="402" y="165"/>
                </a:cubicBezTo>
                <a:cubicBezTo>
                  <a:pt x="402" y="165"/>
                  <a:pt x="402" y="165"/>
                  <a:pt x="402" y="165"/>
                </a:cubicBezTo>
                <a:close/>
                <a:moveTo>
                  <a:pt x="402" y="185"/>
                </a:moveTo>
                <a:cubicBezTo>
                  <a:pt x="402" y="192"/>
                  <a:pt x="402" y="192"/>
                  <a:pt x="402" y="192"/>
                </a:cubicBezTo>
                <a:cubicBezTo>
                  <a:pt x="402" y="192"/>
                  <a:pt x="402" y="192"/>
                  <a:pt x="402" y="192"/>
                </a:cubicBezTo>
                <a:cubicBezTo>
                  <a:pt x="402" y="185"/>
                  <a:pt x="402" y="185"/>
                  <a:pt x="402" y="185"/>
                </a:cubicBezTo>
                <a:cubicBezTo>
                  <a:pt x="402" y="185"/>
                  <a:pt x="402" y="185"/>
                  <a:pt x="402" y="185"/>
                </a:cubicBezTo>
                <a:close/>
                <a:moveTo>
                  <a:pt x="402" y="196"/>
                </a:moveTo>
                <a:cubicBezTo>
                  <a:pt x="402" y="200"/>
                  <a:pt x="402" y="200"/>
                  <a:pt x="402" y="200"/>
                </a:cubicBezTo>
                <a:cubicBezTo>
                  <a:pt x="402" y="200"/>
                  <a:pt x="402" y="200"/>
                  <a:pt x="402" y="200"/>
                </a:cubicBezTo>
                <a:cubicBezTo>
                  <a:pt x="402" y="196"/>
                  <a:pt x="402" y="196"/>
                  <a:pt x="402" y="196"/>
                </a:cubicBezTo>
                <a:cubicBezTo>
                  <a:pt x="402" y="196"/>
                  <a:pt x="402" y="196"/>
                  <a:pt x="402" y="196"/>
                </a:cubicBezTo>
                <a:close/>
                <a:moveTo>
                  <a:pt x="402" y="208"/>
                </a:moveTo>
                <a:cubicBezTo>
                  <a:pt x="402" y="213"/>
                  <a:pt x="402" y="213"/>
                  <a:pt x="402" y="213"/>
                </a:cubicBezTo>
                <a:cubicBezTo>
                  <a:pt x="402" y="213"/>
                  <a:pt x="402" y="213"/>
                  <a:pt x="402" y="213"/>
                </a:cubicBezTo>
                <a:cubicBezTo>
                  <a:pt x="402" y="208"/>
                  <a:pt x="402" y="208"/>
                  <a:pt x="402" y="208"/>
                </a:cubicBezTo>
                <a:cubicBezTo>
                  <a:pt x="402" y="208"/>
                  <a:pt x="402" y="208"/>
                  <a:pt x="402" y="208"/>
                </a:cubicBezTo>
                <a:close/>
                <a:moveTo>
                  <a:pt x="402" y="221"/>
                </a:moveTo>
                <a:cubicBezTo>
                  <a:pt x="402" y="225"/>
                  <a:pt x="402" y="225"/>
                  <a:pt x="402" y="225"/>
                </a:cubicBezTo>
                <a:cubicBezTo>
                  <a:pt x="402" y="225"/>
                  <a:pt x="402" y="225"/>
                  <a:pt x="402" y="225"/>
                </a:cubicBezTo>
                <a:cubicBezTo>
                  <a:pt x="402" y="221"/>
                  <a:pt x="402" y="221"/>
                  <a:pt x="402" y="221"/>
                </a:cubicBezTo>
                <a:cubicBezTo>
                  <a:pt x="402" y="221"/>
                  <a:pt x="402" y="221"/>
                  <a:pt x="402" y="221"/>
                </a:cubicBezTo>
                <a:close/>
                <a:moveTo>
                  <a:pt x="402" y="233"/>
                </a:moveTo>
                <a:cubicBezTo>
                  <a:pt x="402" y="237"/>
                  <a:pt x="402" y="237"/>
                  <a:pt x="402" y="237"/>
                </a:cubicBezTo>
                <a:cubicBezTo>
                  <a:pt x="402" y="238"/>
                  <a:pt x="402" y="238"/>
                  <a:pt x="402" y="238"/>
                </a:cubicBezTo>
                <a:cubicBezTo>
                  <a:pt x="402" y="233"/>
                  <a:pt x="402" y="233"/>
                  <a:pt x="402" y="233"/>
                </a:cubicBezTo>
                <a:cubicBezTo>
                  <a:pt x="402" y="233"/>
                  <a:pt x="402" y="233"/>
                  <a:pt x="402" y="233"/>
                </a:cubicBezTo>
                <a:close/>
                <a:moveTo>
                  <a:pt x="402" y="245"/>
                </a:moveTo>
                <a:cubicBezTo>
                  <a:pt x="402" y="250"/>
                  <a:pt x="402" y="250"/>
                  <a:pt x="402" y="250"/>
                </a:cubicBezTo>
                <a:cubicBezTo>
                  <a:pt x="402" y="250"/>
                  <a:pt x="402" y="250"/>
                  <a:pt x="402" y="250"/>
                </a:cubicBezTo>
                <a:cubicBezTo>
                  <a:pt x="402" y="245"/>
                  <a:pt x="402" y="245"/>
                  <a:pt x="402" y="245"/>
                </a:cubicBezTo>
                <a:cubicBezTo>
                  <a:pt x="402" y="245"/>
                  <a:pt x="402" y="245"/>
                  <a:pt x="402" y="245"/>
                </a:cubicBezTo>
                <a:close/>
                <a:moveTo>
                  <a:pt x="402" y="258"/>
                </a:moveTo>
                <a:cubicBezTo>
                  <a:pt x="402" y="262"/>
                  <a:pt x="402" y="262"/>
                  <a:pt x="402" y="262"/>
                </a:cubicBezTo>
                <a:cubicBezTo>
                  <a:pt x="402" y="262"/>
                  <a:pt x="402" y="262"/>
                  <a:pt x="402" y="262"/>
                </a:cubicBezTo>
                <a:cubicBezTo>
                  <a:pt x="402" y="258"/>
                  <a:pt x="402" y="258"/>
                  <a:pt x="402" y="258"/>
                </a:cubicBezTo>
                <a:cubicBezTo>
                  <a:pt x="402" y="258"/>
                  <a:pt x="402" y="258"/>
                  <a:pt x="402" y="258"/>
                </a:cubicBezTo>
                <a:close/>
                <a:moveTo>
                  <a:pt x="402" y="270"/>
                </a:moveTo>
                <a:cubicBezTo>
                  <a:pt x="402" y="275"/>
                  <a:pt x="402" y="275"/>
                  <a:pt x="402" y="275"/>
                </a:cubicBezTo>
                <a:cubicBezTo>
                  <a:pt x="402" y="275"/>
                  <a:pt x="402" y="275"/>
                  <a:pt x="402" y="275"/>
                </a:cubicBezTo>
                <a:cubicBezTo>
                  <a:pt x="402" y="270"/>
                  <a:pt x="402" y="270"/>
                  <a:pt x="402" y="270"/>
                </a:cubicBezTo>
                <a:cubicBezTo>
                  <a:pt x="402" y="270"/>
                  <a:pt x="402" y="270"/>
                  <a:pt x="402" y="270"/>
                </a:cubicBezTo>
                <a:close/>
                <a:moveTo>
                  <a:pt x="402" y="283"/>
                </a:moveTo>
                <a:cubicBezTo>
                  <a:pt x="402" y="287"/>
                  <a:pt x="402" y="287"/>
                  <a:pt x="402" y="287"/>
                </a:cubicBezTo>
                <a:cubicBezTo>
                  <a:pt x="402" y="287"/>
                  <a:pt x="402" y="287"/>
                  <a:pt x="402" y="287"/>
                </a:cubicBezTo>
                <a:cubicBezTo>
                  <a:pt x="402" y="283"/>
                  <a:pt x="402" y="283"/>
                  <a:pt x="402" y="283"/>
                </a:cubicBezTo>
                <a:cubicBezTo>
                  <a:pt x="402" y="283"/>
                  <a:pt x="402" y="283"/>
                  <a:pt x="402" y="283"/>
                </a:cubicBezTo>
                <a:close/>
                <a:moveTo>
                  <a:pt x="402" y="293"/>
                </a:moveTo>
                <a:cubicBezTo>
                  <a:pt x="402" y="305"/>
                  <a:pt x="402" y="305"/>
                  <a:pt x="402" y="305"/>
                </a:cubicBezTo>
                <a:cubicBezTo>
                  <a:pt x="402" y="304"/>
                  <a:pt x="402" y="304"/>
                  <a:pt x="402" y="304"/>
                </a:cubicBezTo>
                <a:cubicBezTo>
                  <a:pt x="402" y="293"/>
                  <a:pt x="402" y="293"/>
                  <a:pt x="402" y="293"/>
                </a:cubicBezTo>
                <a:cubicBezTo>
                  <a:pt x="402" y="293"/>
                  <a:pt x="402" y="293"/>
                  <a:pt x="402" y="293"/>
                </a:cubicBezTo>
                <a:close/>
                <a:moveTo>
                  <a:pt x="402" y="308"/>
                </a:moveTo>
                <a:cubicBezTo>
                  <a:pt x="402" y="311"/>
                  <a:pt x="402" y="311"/>
                  <a:pt x="402" y="311"/>
                </a:cubicBezTo>
                <a:cubicBezTo>
                  <a:pt x="402" y="311"/>
                  <a:pt x="402" y="311"/>
                  <a:pt x="402" y="311"/>
                </a:cubicBezTo>
                <a:cubicBezTo>
                  <a:pt x="402" y="308"/>
                  <a:pt x="402" y="308"/>
                  <a:pt x="402" y="308"/>
                </a:cubicBezTo>
                <a:cubicBezTo>
                  <a:pt x="402" y="308"/>
                  <a:pt x="402" y="308"/>
                  <a:pt x="402" y="308"/>
                </a:cubicBezTo>
                <a:close/>
                <a:moveTo>
                  <a:pt x="402" y="343"/>
                </a:moveTo>
                <a:cubicBezTo>
                  <a:pt x="402" y="436"/>
                  <a:pt x="402" y="436"/>
                  <a:pt x="402" y="436"/>
                </a:cubicBezTo>
                <a:cubicBezTo>
                  <a:pt x="402" y="436"/>
                  <a:pt x="402" y="436"/>
                  <a:pt x="402" y="436"/>
                </a:cubicBezTo>
                <a:cubicBezTo>
                  <a:pt x="402" y="342"/>
                  <a:pt x="402" y="342"/>
                  <a:pt x="402" y="342"/>
                </a:cubicBezTo>
                <a:cubicBezTo>
                  <a:pt x="402" y="343"/>
                  <a:pt x="402" y="343"/>
                  <a:pt x="402" y="343"/>
                </a:cubicBezTo>
                <a:close/>
                <a:moveTo>
                  <a:pt x="402" y="492"/>
                </a:move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2"/>
                  <a:pt x="402" y="492"/>
                  <a:pt x="402" y="492"/>
                </a:cubicBezTo>
                <a:cubicBezTo>
                  <a:pt x="402" y="492"/>
                  <a:pt x="402" y="492"/>
                  <a:pt x="402" y="492"/>
                </a:cubicBezTo>
                <a:close/>
                <a:moveTo>
                  <a:pt x="402" y="497"/>
                </a:moveTo>
                <a:cubicBezTo>
                  <a:pt x="402" y="510"/>
                  <a:pt x="402" y="510"/>
                  <a:pt x="402" y="510"/>
                </a:cubicBezTo>
                <a:cubicBezTo>
                  <a:pt x="402" y="510"/>
                  <a:pt x="402" y="510"/>
                  <a:pt x="402" y="510"/>
                </a:cubicBezTo>
                <a:cubicBezTo>
                  <a:pt x="402" y="507"/>
                  <a:pt x="402" y="507"/>
                  <a:pt x="402" y="507"/>
                </a:cubicBezTo>
                <a:cubicBezTo>
                  <a:pt x="402" y="507"/>
                  <a:pt x="402" y="507"/>
                  <a:pt x="402" y="507"/>
                </a:cubicBezTo>
                <a:cubicBezTo>
                  <a:pt x="402" y="506"/>
                  <a:pt x="402" y="506"/>
                  <a:pt x="402" y="50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7"/>
                  <a:pt x="402" y="497"/>
                  <a:pt x="402" y="497"/>
                </a:cubicBezTo>
                <a:close/>
                <a:moveTo>
                  <a:pt x="402" y="514"/>
                </a:moveTo>
                <a:cubicBezTo>
                  <a:pt x="402" y="518"/>
                  <a:pt x="402" y="518"/>
                  <a:pt x="402" y="518"/>
                </a:cubicBezTo>
                <a:cubicBezTo>
                  <a:pt x="402" y="518"/>
                  <a:pt x="402" y="518"/>
                  <a:pt x="402" y="518"/>
                </a:cubicBezTo>
                <a:cubicBezTo>
                  <a:pt x="402" y="514"/>
                  <a:pt x="402" y="514"/>
                  <a:pt x="402" y="514"/>
                </a:cubicBezTo>
                <a:cubicBezTo>
                  <a:pt x="402" y="514"/>
                  <a:pt x="402" y="514"/>
                  <a:pt x="402" y="514"/>
                </a:cubicBezTo>
                <a:close/>
                <a:moveTo>
                  <a:pt x="402" y="526"/>
                </a:moveTo>
                <a:cubicBezTo>
                  <a:pt x="402" y="531"/>
                  <a:pt x="402" y="531"/>
                  <a:pt x="402" y="531"/>
                </a:cubicBezTo>
                <a:cubicBezTo>
                  <a:pt x="402" y="531"/>
                  <a:pt x="402" y="531"/>
                  <a:pt x="402" y="531"/>
                </a:cubicBezTo>
                <a:cubicBezTo>
                  <a:pt x="402" y="526"/>
                  <a:pt x="402" y="526"/>
                  <a:pt x="402" y="526"/>
                </a:cubicBezTo>
                <a:cubicBezTo>
                  <a:pt x="402" y="526"/>
                  <a:pt x="402" y="526"/>
                  <a:pt x="402" y="526"/>
                </a:cubicBezTo>
                <a:close/>
                <a:moveTo>
                  <a:pt x="402" y="538"/>
                </a:moveTo>
                <a:cubicBezTo>
                  <a:pt x="402" y="544"/>
                  <a:pt x="402" y="544"/>
                  <a:pt x="402" y="544"/>
                </a:cubicBezTo>
                <a:cubicBezTo>
                  <a:pt x="402" y="544"/>
                  <a:pt x="402" y="544"/>
                  <a:pt x="402" y="544"/>
                </a:cubicBezTo>
                <a:cubicBezTo>
                  <a:pt x="402" y="539"/>
                  <a:pt x="402" y="539"/>
                  <a:pt x="402" y="539"/>
                </a:cubicBezTo>
                <a:cubicBezTo>
                  <a:pt x="402" y="538"/>
                  <a:pt x="402" y="538"/>
                  <a:pt x="402" y="538"/>
                </a:cubicBezTo>
                <a:close/>
                <a:moveTo>
                  <a:pt x="402" y="551"/>
                </a:moveTo>
                <a:cubicBezTo>
                  <a:pt x="402" y="555"/>
                  <a:pt x="402" y="555"/>
                  <a:pt x="402" y="555"/>
                </a:cubicBezTo>
                <a:cubicBezTo>
                  <a:pt x="402" y="555"/>
                  <a:pt x="402" y="555"/>
                  <a:pt x="402" y="555"/>
                </a:cubicBezTo>
                <a:cubicBezTo>
                  <a:pt x="402" y="551"/>
                  <a:pt x="402" y="551"/>
                  <a:pt x="402" y="551"/>
                </a:cubicBezTo>
                <a:cubicBezTo>
                  <a:pt x="402" y="551"/>
                  <a:pt x="402" y="551"/>
                  <a:pt x="402" y="551"/>
                </a:cubicBezTo>
                <a:close/>
                <a:moveTo>
                  <a:pt x="402" y="563"/>
                </a:moveTo>
                <a:cubicBezTo>
                  <a:pt x="402" y="568"/>
                  <a:pt x="402" y="568"/>
                  <a:pt x="402" y="568"/>
                </a:cubicBezTo>
                <a:cubicBezTo>
                  <a:pt x="402" y="568"/>
                  <a:pt x="402" y="568"/>
                  <a:pt x="402" y="568"/>
                </a:cubicBezTo>
                <a:cubicBezTo>
                  <a:pt x="402" y="563"/>
                  <a:pt x="402" y="563"/>
                  <a:pt x="402" y="563"/>
                </a:cubicBezTo>
                <a:cubicBezTo>
                  <a:pt x="402" y="563"/>
                  <a:pt x="402" y="563"/>
                  <a:pt x="402" y="563"/>
                </a:cubicBezTo>
                <a:close/>
                <a:moveTo>
                  <a:pt x="402" y="576"/>
                </a:moveTo>
                <a:cubicBezTo>
                  <a:pt x="402" y="580"/>
                  <a:pt x="402" y="580"/>
                  <a:pt x="402" y="580"/>
                </a:cubicBezTo>
                <a:cubicBezTo>
                  <a:pt x="402" y="580"/>
                  <a:pt x="402" y="580"/>
                  <a:pt x="402" y="580"/>
                </a:cubicBezTo>
                <a:cubicBezTo>
                  <a:pt x="402" y="576"/>
                  <a:pt x="402" y="576"/>
                  <a:pt x="402" y="576"/>
                </a:cubicBezTo>
                <a:cubicBezTo>
                  <a:pt x="402" y="576"/>
                  <a:pt x="402" y="576"/>
                  <a:pt x="402" y="576"/>
                </a:cubicBezTo>
                <a:close/>
                <a:moveTo>
                  <a:pt x="402" y="588"/>
                </a:moveTo>
                <a:cubicBezTo>
                  <a:pt x="402" y="593"/>
                  <a:pt x="402" y="593"/>
                  <a:pt x="402" y="593"/>
                </a:cubicBezTo>
                <a:cubicBezTo>
                  <a:pt x="402" y="593"/>
                  <a:pt x="402" y="593"/>
                  <a:pt x="402" y="593"/>
                </a:cubicBezTo>
                <a:cubicBezTo>
                  <a:pt x="402" y="588"/>
                  <a:pt x="402" y="588"/>
                  <a:pt x="402" y="588"/>
                </a:cubicBezTo>
                <a:cubicBezTo>
                  <a:pt x="402" y="588"/>
                  <a:pt x="402" y="588"/>
                  <a:pt x="402" y="588"/>
                </a:cubicBezTo>
                <a:close/>
                <a:moveTo>
                  <a:pt x="402" y="601"/>
                </a:moveTo>
                <a:cubicBezTo>
                  <a:pt x="402" y="605"/>
                  <a:pt x="402" y="605"/>
                  <a:pt x="402" y="605"/>
                </a:cubicBezTo>
                <a:cubicBezTo>
                  <a:pt x="402" y="605"/>
                  <a:pt x="402" y="605"/>
                  <a:pt x="402" y="605"/>
                </a:cubicBezTo>
                <a:cubicBezTo>
                  <a:pt x="402" y="601"/>
                  <a:pt x="402" y="601"/>
                  <a:pt x="402" y="601"/>
                </a:cubicBezTo>
                <a:cubicBezTo>
                  <a:pt x="402" y="601"/>
                  <a:pt x="402" y="601"/>
                  <a:pt x="402" y="601"/>
                </a:cubicBezTo>
                <a:close/>
                <a:moveTo>
                  <a:pt x="402" y="611"/>
                </a:moveTo>
                <a:cubicBezTo>
                  <a:pt x="402" y="617"/>
                  <a:pt x="402" y="617"/>
                  <a:pt x="402" y="617"/>
                </a:cubicBezTo>
                <a:cubicBezTo>
                  <a:pt x="402" y="617"/>
                  <a:pt x="402" y="617"/>
                  <a:pt x="402" y="617"/>
                </a:cubicBezTo>
                <a:cubicBezTo>
                  <a:pt x="402" y="611"/>
                  <a:pt x="402" y="611"/>
                  <a:pt x="402" y="611"/>
                </a:cubicBezTo>
                <a:cubicBezTo>
                  <a:pt x="402" y="611"/>
                  <a:pt x="402" y="611"/>
                  <a:pt x="402" y="611"/>
                </a:cubicBezTo>
                <a:close/>
                <a:moveTo>
                  <a:pt x="402" y="624"/>
                </a:moveTo>
                <a:cubicBezTo>
                  <a:pt x="402" y="639"/>
                  <a:pt x="402" y="639"/>
                  <a:pt x="402" y="639"/>
                </a:cubicBezTo>
                <a:cubicBezTo>
                  <a:pt x="402" y="639"/>
                  <a:pt x="402" y="639"/>
                  <a:pt x="402" y="639"/>
                </a:cubicBezTo>
                <a:cubicBezTo>
                  <a:pt x="402" y="624"/>
                  <a:pt x="402" y="624"/>
                  <a:pt x="402" y="624"/>
                </a:cubicBezTo>
                <a:cubicBezTo>
                  <a:pt x="402" y="624"/>
                  <a:pt x="402" y="624"/>
                  <a:pt x="402" y="624"/>
                </a:cubicBezTo>
                <a:close/>
                <a:moveTo>
                  <a:pt x="402" y="749"/>
                </a:moveTo>
                <a:cubicBezTo>
                  <a:pt x="402" y="757"/>
                  <a:pt x="402" y="757"/>
                  <a:pt x="402" y="757"/>
                </a:cubicBezTo>
                <a:cubicBezTo>
                  <a:pt x="402" y="757"/>
                  <a:pt x="402" y="757"/>
                  <a:pt x="402" y="757"/>
                </a:cubicBezTo>
                <a:cubicBezTo>
                  <a:pt x="402" y="749"/>
                  <a:pt x="402" y="749"/>
                  <a:pt x="402" y="749"/>
                </a:cubicBezTo>
                <a:cubicBezTo>
                  <a:pt x="402" y="749"/>
                  <a:pt x="402" y="749"/>
                  <a:pt x="402" y="749"/>
                </a:cubicBezTo>
                <a:close/>
                <a:moveTo>
                  <a:pt x="402" y="764"/>
                </a:moveTo>
                <a:cubicBezTo>
                  <a:pt x="402" y="779"/>
                  <a:pt x="402" y="779"/>
                  <a:pt x="402" y="779"/>
                </a:cubicBezTo>
                <a:cubicBezTo>
                  <a:pt x="402" y="779"/>
                  <a:pt x="402" y="779"/>
                  <a:pt x="402" y="779"/>
                </a:cubicBezTo>
                <a:cubicBezTo>
                  <a:pt x="402" y="763"/>
                  <a:pt x="402" y="763"/>
                  <a:pt x="402" y="763"/>
                </a:cubicBezTo>
                <a:lnTo>
                  <a:pt x="402" y="764"/>
                </a:lnTo>
                <a:close/>
                <a:moveTo>
                  <a:pt x="400" y="0"/>
                </a:moveTo>
                <a:cubicBezTo>
                  <a:pt x="402" y="0"/>
                  <a:pt x="402" y="0"/>
                  <a:pt x="402" y="0"/>
                </a:cubicBezTo>
                <a:cubicBezTo>
                  <a:pt x="402" y="9"/>
                  <a:pt x="402" y="9"/>
                  <a:pt x="402" y="9"/>
                </a:cubicBezTo>
                <a:cubicBezTo>
                  <a:pt x="402" y="9"/>
                  <a:pt x="401" y="9"/>
                  <a:pt x="400" y="9"/>
                </a:cubicBezTo>
                <a:cubicBezTo>
                  <a:pt x="400" y="0"/>
                  <a:pt x="400" y="0"/>
                  <a:pt x="400" y="0"/>
                </a:cubicBezTo>
                <a:close/>
                <a:moveTo>
                  <a:pt x="402" y="794"/>
                </a:moveTo>
                <a:cubicBezTo>
                  <a:pt x="400" y="794"/>
                  <a:pt x="400" y="794"/>
                  <a:pt x="400" y="794"/>
                </a:cubicBezTo>
                <a:cubicBezTo>
                  <a:pt x="400" y="786"/>
                  <a:pt x="400" y="786"/>
                  <a:pt x="400" y="786"/>
                </a:cubicBezTo>
                <a:cubicBezTo>
                  <a:pt x="402" y="786"/>
                  <a:pt x="402" y="786"/>
                  <a:pt x="402" y="786"/>
                </a:cubicBezTo>
                <a:cubicBezTo>
                  <a:pt x="402" y="794"/>
                  <a:pt x="402" y="794"/>
                  <a:pt x="402" y="794"/>
                </a:cubicBezTo>
                <a:close/>
                <a:moveTo>
                  <a:pt x="402" y="32"/>
                </a:moveTo>
                <a:cubicBezTo>
                  <a:pt x="402" y="46"/>
                  <a:pt x="402" y="46"/>
                  <a:pt x="402" y="46"/>
                </a:cubicBezTo>
                <a:cubicBezTo>
                  <a:pt x="402" y="46"/>
                  <a:pt x="401" y="46"/>
                  <a:pt x="400" y="46"/>
                </a:cubicBezTo>
                <a:cubicBezTo>
                  <a:pt x="400" y="29"/>
                  <a:pt x="400" y="29"/>
                  <a:pt x="400" y="29"/>
                </a:cubicBezTo>
                <a:cubicBezTo>
                  <a:pt x="401" y="30"/>
                  <a:pt x="402" y="31"/>
                  <a:pt x="402" y="32"/>
                </a:cubicBezTo>
                <a:close/>
                <a:moveTo>
                  <a:pt x="402" y="165"/>
                </a:moveTo>
                <a:cubicBezTo>
                  <a:pt x="402" y="171"/>
                  <a:pt x="402" y="171"/>
                  <a:pt x="402" y="171"/>
                </a:cubicBezTo>
                <a:cubicBezTo>
                  <a:pt x="402" y="171"/>
                  <a:pt x="401" y="170"/>
                  <a:pt x="400" y="170"/>
                </a:cubicBezTo>
                <a:cubicBezTo>
                  <a:pt x="400" y="165"/>
                  <a:pt x="400" y="165"/>
                  <a:pt x="400" y="165"/>
                </a:cubicBezTo>
                <a:cubicBezTo>
                  <a:pt x="402" y="165"/>
                  <a:pt x="402" y="165"/>
                  <a:pt x="402" y="165"/>
                </a:cubicBezTo>
                <a:close/>
                <a:moveTo>
                  <a:pt x="402" y="185"/>
                </a:moveTo>
                <a:cubicBezTo>
                  <a:pt x="402" y="192"/>
                  <a:pt x="402" y="192"/>
                  <a:pt x="402" y="192"/>
                </a:cubicBezTo>
                <a:cubicBezTo>
                  <a:pt x="402" y="192"/>
                  <a:pt x="401" y="192"/>
                  <a:pt x="400" y="192"/>
                </a:cubicBezTo>
                <a:cubicBezTo>
                  <a:pt x="400" y="182"/>
                  <a:pt x="400" y="182"/>
                  <a:pt x="400" y="182"/>
                </a:cubicBezTo>
                <a:cubicBezTo>
                  <a:pt x="401" y="183"/>
                  <a:pt x="402" y="184"/>
                  <a:pt x="402" y="185"/>
                </a:cubicBezTo>
                <a:close/>
                <a:moveTo>
                  <a:pt x="402" y="196"/>
                </a:moveTo>
                <a:cubicBezTo>
                  <a:pt x="402" y="200"/>
                  <a:pt x="402" y="200"/>
                  <a:pt x="402" y="200"/>
                </a:cubicBezTo>
                <a:cubicBezTo>
                  <a:pt x="402" y="200"/>
                  <a:pt x="401" y="200"/>
                  <a:pt x="400" y="201"/>
                </a:cubicBezTo>
                <a:cubicBezTo>
                  <a:pt x="400" y="197"/>
                  <a:pt x="400" y="197"/>
                  <a:pt x="400" y="197"/>
                </a:cubicBezTo>
                <a:cubicBezTo>
                  <a:pt x="401" y="197"/>
                  <a:pt x="402" y="196"/>
                  <a:pt x="402" y="196"/>
                </a:cubicBezTo>
                <a:close/>
                <a:moveTo>
                  <a:pt x="402" y="208"/>
                </a:moveTo>
                <a:cubicBezTo>
                  <a:pt x="402" y="213"/>
                  <a:pt x="402" y="213"/>
                  <a:pt x="402" y="213"/>
                </a:cubicBezTo>
                <a:cubicBezTo>
                  <a:pt x="400" y="213"/>
                  <a:pt x="400" y="213"/>
                  <a:pt x="400" y="213"/>
                </a:cubicBezTo>
                <a:cubicBezTo>
                  <a:pt x="400" y="209"/>
                  <a:pt x="400" y="209"/>
                  <a:pt x="400" y="209"/>
                </a:cubicBezTo>
                <a:cubicBezTo>
                  <a:pt x="402" y="208"/>
                  <a:pt x="402" y="208"/>
                  <a:pt x="402" y="208"/>
                </a:cubicBezTo>
                <a:close/>
                <a:moveTo>
                  <a:pt x="402" y="221"/>
                </a:moveTo>
                <a:cubicBezTo>
                  <a:pt x="402" y="225"/>
                  <a:pt x="402" y="225"/>
                  <a:pt x="402" y="225"/>
                </a:cubicBezTo>
                <a:cubicBezTo>
                  <a:pt x="402" y="225"/>
                  <a:pt x="401" y="225"/>
                  <a:pt x="400" y="225"/>
                </a:cubicBezTo>
                <a:cubicBezTo>
                  <a:pt x="400" y="221"/>
                  <a:pt x="400" y="221"/>
                  <a:pt x="400" y="221"/>
                </a:cubicBezTo>
                <a:cubicBezTo>
                  <a:pt x="401" y="221"/>
                  <a:pt x="402" y="221"/>
                  <a:pt x="402" y="221"/>
                </a:cubicBezTo>
                <a:close/>
                <a:moveTo>
                  <a:pt x="402" y="233"/>
                </a:moveTo>
                <a:cubicBezTo>
                  <a:pt x="402" y="238"/>
                  <a:pt x="402" y="238"/>
                  <a:pt x="402" y="238"/>
                </a:cubicBezTo>
                <a:cubicBezTo>
                  <a:pt x="400" y="238"/>
                  <a:pt x="400" y="238"/>
                  <a:pt x="400" y="238"/>
                </a:cubicBezTo>
                <a:cubicBezTo>
                  <a:pt x="400" y="234"/>
                  <a:pt x="400" y="234"/>
                  <a:pt x="400" y="234"/>
                </a:cubicBezTo>
                <a:cubicBezTo>
                  <a:pt x="402" y="233"/>
                  <a:pt x="402" y="233"/>
                  <a:pt x="402" y="233"/>
                </a:cubicBezTo>
                <a:close/>
                <a:moveTo>
                  <a:pt x="402" y="245"/>
                </a:moveTo>
                <a:cubicBezTo>
                  <a:pt x="402" y="250"/>
                  <a:pt x="402" y="250"/>
                  <a:pt x="402" y="250"/>
                </a:cubicBezTo>
                <a:cubicBezTo>
                  <a:pt x="402" y="250"/>
                  <a:pt x="401" y="250"/>
                  <a:pt x="400" y="250"/>
                </a:cubicBezTo>
                <a:cubicBezTo>
                  <a:pt x="400" y="246"/>
                  <a:pt x="400" y="246"/>
                  <a:pt x="400" y="246"/>
                </a:cubicBezTo>
                <a:cubicBezTo>
                  <a:pt x="401" y="246"/>
                  <a:pt x="402" y="246"/>
                  <a:pt x="402" y="245"/>
                </a:cubicBezTo>
                <a:close/>
                <a:moveTo>
                  <a:pt x="402" y="258"/>
                </a:moveTo>
                <a:cubicBezTo>
                  <a:pt x="402" y="262"/>
                  <a:pt x="402" y="262"/>
                  <a:pt x="402" y="262"/>
                </a:cubicBezTo>
                <a:cubicBezTo>
                  <a:pt x="402" y="262"/>
                  <a:pt x="401" y="262"/>
                  <a:pt x="400" y="262"/>
                </a:cubicBezTo>
                <a:cubicBezTo>
                  <a:pt x="400" y="258"/>
                  <a:pt x="400" y="258"/>
                  <a:pt x="400" y="258"/>
                </a:cubicBezTo>
                <a:cubicBezTo>
                  <a:pt x="402" y="258"/>
                  <a:pt x="402" y="258"/>
                  <a:pt x="402" y="258"/>
                </a:cubicBezTo>
                <a:close/>
                <a:moveTo>
                  <a:pt x="402" y="270"/>
                </a:moveTo>
                <a:cubicBezTo>
                  <a:pt x="402" y="275"/>
                  <a:pt x="402" y="275"/>
                  <a:pt x="402" y="275"/>
                </a:cubicBezTo>
                <a:cubicBezTo>
                  <a:pt x="400" y="275"/>
                  <a:pt x="400" y="275"/>
                  <a:pt x="400" y="275"/>
                </a:cubicBezTo>
                <a:cubicBezTo>
                  <a:pt x="400" y="271"/>
                  <a:pt x="400" y="271"/>
                  <a:pt x="400" y="271"/>
                </a:cubicBezTo>
                <a:cubicBezTo>
                  <a:pt x="401" y="271"/>
                  <a:pt x="402" y="271"/>
                  <a:pt x="402" y="270"/>
                </a:cubicBezTo>
                <a:close/>
                <a:moveTo>
                  <a:pt x="402" y="283"/>
                </a:moveTo>
                <a:cubicBezTo>
                  <a:pt x="402" y="287"/>
                  <a:pt x="402" y="287"/>
                  <a:pt x="402" y="287"/>
                </a:cubicBezTo>
                <a:cubicBezTo>
                  <a:pt x="402" y="287"/>
                  <a:pt x="401" y="287"/>
                  <a:pt x="400" y="287"/>
                </a:cubicBezTo>
                <a:cubicBezTo>
                  <a:pt x="400" y="284"/>
                  <a:pt x="400" y="284"/>
                  <a:pt x="400" y="284"/>
                </a:cubicBezTo>
                <a:cubicBezTo>
                  <a:pt x="401" y="283"/>
                  <a:pt x="402" y="283"/>
                  <a:pt x="402" y="283"/>
                </a:cubicBezTo>
                <a:close/>
                <a:moveTo>
                  <a:pt x="402" y="293"/>
                </a:moveTo>
                <a:cubicBezTo>
                  <a:pt x="402" y="304"/>
                  <a:pt x="402" y="304"/>
                  <a:pt x="402" y="304"/>
                </a:cubicBezTo>
                <a:cubicBezTo>
                  <a:pt x="402" y="303"/>
                  <a:pt x="401" y="302"/>
                  <a:pt x="400" y="301"/>
                </a:cubicBezTo>
                <a:cubicBezTo>
                  <a:pt x="400" y="293"/>
                  <a:pt x="400" y="293"/>
                  <a:pt x="400" y="293"/>
                </a:cubicBezTo>
                <a:cubicBezTo>
                  <a:pt x="402" y="293"/>
                  <a:pt x="402" y="293"/>
                  <a:pt x="402" y="293"/>
                </a:cubicBezTo>
                <a:close/>
                <a:moveTo>
                  <a:pt x="402" y="308"/>
                </a:moveTo>
                <a:cubicBezTo>
                  <a:pt x="402" y="311"/>
                  <a:pt x="402" y="311"/>
                  <a:pt x="402" y="311"/>
                </a:cubicBezTo>
                <a:cubicBezTo>
                  <a:pt x="402" y="311"/>
                  <a:pt x="401" y="311"/>
                  <a:pt x="400" y="311"/>
                </a:cubicBezTo>
                <a:cubicBezTo>
                  <a:pt x="400" y="308"/>
                  <a:pt x="400" y="308"/>
                  <a:pt x="400" y="308"/>
                </a:cubicBezTo>
                <a:cubicBezTo>
                  <a:pt x="401" y="308"/>
                  <a:pt x="402" y="308"/>
                  <a:pt x="402" y="308"/>
                </a:cubicBezTo>
                <a:close/>
                <a:moveTo>
                  <a:pt x="402" y="342"/>
                </a:moveTo>
                <a:cubicBezTo>
                  <a:pt x="402" y="436"/>
                  <a:pt x="402" y="436"/>
                  <a:pt x="402" y="436"/>
                </a:cubicBezTo>
                <a:cubicBezTo>
                  <a:pt x="400" y="434"/>
                  <a:pt x="400" y="434"/>
                  <a:pt x="400" y="434"/>
                </a:cubicBezTo>
                <a:cubicBezTo>
                  <a:pt x="400" y="336"/>
                  <a:pt x="400" y="336"/>
                  <a:pt x="400" y="336"/>
                </a:cubicBezTo>
                <a:cubicBezTo>
                  <a:pt x="401" y="338"/>
                  <a:pt x="401" y="340"/>
                  <a:pt x="402" y="342"/>
                </a:cubicBezTo>
                <a:close/>
                <a:moveTo>
                  <a:pt x="402" y="492"/>
                </a:move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496"/>
                  <a:pt x="402" y="496"/>
                  <a:pt x="402" y="496"/>
                </a:cubicBezTo>
                <a:cubicBezTo>
                  <a:pt x="402" y="506"/>
                  <a:pt x="402" y="506"/>
                  <a:pt x="402" y="506"/>
                </a:cubicBezTo>
                <a:cubicBezTo>
                  <a:pt x="402" y="504"/>
                  <a:pt x="401" y="503"/>
                  <a:pt x="400" y="501"/>
                </a:cubicBezTo>
                <a:cubicBezTo>
                  <a:pt x="400" y="493"/>
                  <a:pt x="400" y="493"/>
                  <a:pt x="400" y="493"/>
                </a:cubicBezTo>
                <a:cubicBezTo>
                  <a:pt x="401" y="492"/>
                  <a:pt x="402" y="492"/>
                  <a:pt x="402" y="492"/>
                </a:cubicBezTo>
                <a:close/>
                <a:moveTo>
                  <a:pt x="402" y="507"/>
                </a:moveTo>
                <a:cubicBezTo>
                  <a:pt x="402" y="510"/>
                  <a:pt x="402" y="510"/>
                  <a:pt x="402" y="510"/>
                </a:cubicBezTo>
                <a:cubicBezTo>
                  <a:pt x="400" y="510"/>
                  <a:pt x="400" y="510"/>
                  <a:pt x="400" y="510"/>
                </a:cubicBezTo>
                <a:cubicBezTo>
                  <a:pt x="400" y="507"/>
                  <a:pt x="400" y="507"/>
                  <a:pt x="400" y="507"/>
                </a:cubicBezTo>
                <a:cubicBezTo>
                  <a:pt x="401" y="507"/>
                  <a:pt x="402" y="507"/>
                  <a:pt x="402" y="507"/>
                </a:cubicBezTo>
                <a:close/>
                <a:moveTo>
                  <a:pt x="402" y="514"/>
                </a:moveTo>
                <a:cubicBezTo>
                  <a:pt x="402" y="518"/>
                  <a:pt x="402" y="518"/>
                  <a:pt x="402" y="518"/>
                </a:cubicBezTo>
                <a:cubicBezTo>
                  <a:pt x="402" y="518"/>
                  <a:pt x="401" y="518"/>
                  <a:pt x="400" y="518"/>
                </a:cubicBezTo>
                <a:cubicBezTo>
                  <a:pt x="400" y="515"/>
                  <a:pt x="400" y="515"/>
                  <a:pt x="400" y="515"/>
                </a:cubicBezTo>
                <a:cubicBezTo>
                  <a:pt x="401" y="515"/>
                  <a:pt x="402" y="514"/>
                  <a:pt x="402" y="514"/>
                </a:cubicBezTo>
                <a:close/>
                <a:moveTo>
                  <a:pt x="402" y="526"/>
                </a:moveTo>
                <a:cubicBezTo>
                  <a:pt x="402" y="531"/>
                  <a:pt x="402" y="531"/>
                  <a:pt x="402" y="531"/>
                </a:cubicBezTo>
                <a:cubicBezTo>
                  <a:pt x="400" y="531"/>
                  <a:pt x="400" y="531"/>
                  <a:pt x="400" y="531"/>
                </a:cubicBezTo>
                <a:cubicBezTo>
                  <a:pt x="400" y="527"/>
                  <a:pt x="400" y="527"/>
                  <a:pt x="400" y="527"/>
                </a:cubicBezTo>
                <a:cubicBezTo>
                  <a:pt x="402" y="526"/>
                  <a:pt x="402" y="526"/>
                  <a:pt x="402" y="526"/>
                </a:cubicBezTo>
                <a:close/>
                <a:moveTo>
                  <a:pt x="402" y="539"/>
                </a:moveTo>
                <a:cubicBezTo>
                  <a:pt x="402" y="544"/>
                  <a:pt x="402" y="544"/>
                  <a:pt x="402" y="544"/>
                </a:cubicBezTo>
                <a:cubicBezTo>
                  <a:pt x="400" y="544"/>
                  <a:pt x="400" y="544"/>
                  <a:pt x="400" y="544"/>
                </a:cubicBezTo>
                <a:cubicBezTo>
                  <a:pt x="400" y="540"/>
                  <a:pt x="400" y="540"/>
                  <a:pt x="400" y="540"/>
                </a:cubicBezTo>
                <a:cubicBezTo>
                  <a:pt x="401" y="539"/>
                  <a:pt x="402" y="539"/>
                  <a:pt x="402" y="539"/>
                </a:cubicBezTo>
                <a:close/>
                <a:moveTo>
                  <a:pt x="402" y="551"/>
                </a:moveTo>
                <a:cubicBezTo>
                  <a:pt x="402" y="555"/>
                  <a:pt x="402" y="555"/>
                  <a:pt x="402" y="555"/>
                </a:cubicBezTo>
                <a:cubicBezTo>
                  <a:pt x="402" y="555"/>
                  <a:pt x="401" y="555"/>
                  <a:pt x="400" y="556"/>
                </a:cubicBezTo>
                <a:cubicBezTo>
                  <a:pt x="400" y="551"/>
                  <a:pt x="400" y="551"/>
                  <a:pt x="400" y="551"/>
                </a:cubicBezTo>
                <a:cubicBezTo>
                  <a:pt x="402" y="551"/>
                  <a:pt x="402" y="551"/>
                  <a:pt x="402" y="551"/>
                </a:cubicBezTo>
                <a:close/>
                <a:moveTo>
                  <a:pt x="402" y="563"/>
                </a:moveTo>
                <a:cubicBezTo>
                  <a:pt x="402" y="568"/>
                  <a:pt x="402" y="568"/>
                  <a:pt x="402" y="568"/>
                </a:cubicBezTo>
                <a:cubicBezTo>
                  <a:pt x="400" y="568"/>
                  <a:pt x="400" y="568"/>
                  <a:pt x="400" y="568"/>
                </a:cubicBezTo>
                <a:cubicBezTo>
                  <a:pt x="400" y="564"/>
                  <a:pt x="400" y="564"/>
                  <a:pt x="400" y="564"/>
                </a:cubicBezTo>
                <a:cubicBezTo>
                  <a:pt x="402" y="563"/>
                  <a:pt x="402" y="563"/>
                  <a:pt x="402" y="563"/>
                </a:cubicBezTo>
                <a:close/>
                <a:moveTo>
                  <a:pt x="402" y="576"/>
                </a:moveTo>
                <a:cubicBezTo>
                  <a:pt x="402" y="580"/>
                  <a:pt x="402" y="580"/>
                  <a:pt x="402" y="580"/>
                </a:cubicBezTo>
                <a:cubicBezTo>
                  <a:pt x="402" y="580"/>
                  <a:pt x="401" y="580"/>
                  <a:pt x="400" y="580"/>
                </a:cubicBezTo>
                <a:cubicBezTo>
                  <a:pt x="400" y="577"/>
                  <a:pt x="400" y="577"/>
                  <a:pt x="400" y="577"/>
                </a:cubicBezTo>
                <a:cubicBezTo>
                  <a:pt x="401" y="576"/>
                  <a:pt x="402" y="576"/>
                  <a:pt x="402" y="576"/>
                </a:cubicBezTo>
                <a:close/>
                <a:moveTo>
                  <a:pt x="402" y="588"/>
                </a:moveTo>
                <a:cubicBezTo>
                  <a:pt x="402" y="593"/>
                  <a:pt x="402" y="593"/>
                  <a:pt x="402" y="593"/>
                </a:cubicBezTo>
                <a:cubicBezTo>
                  <a:pt x="400" y="593"/>
                  <a:pt x="400" y="593"/>
                  <a:pt x="400" y="593"/>
                </a:cubicBezTo>
                <a:cubicBezTo>
                  <a:pt x="400" y="589"/>
                  <a:pt x="400" y="589"/>
                  <a:pt x="400" y="589"/>
                </a:cubicBezTo>
                <a:cubicBezTo>
                  <a:pt x="402" y="588"/>
                  <a:pt x="402" y="588"/>
                  <a:pt x="402" y="588"/>
                </a:cubicBezTo>
                <a:close/>
                <a:moveTo>
                  <a:pt x="402" y="601"/>
                </a:moveTo>
                <a:cubicBezTo>
                  <a:pt x="402" y="605"/>
                  <a:pt x="402" y="605"/>
                  <a:pt x="402" y="605"/>
                </a:cubicBezTo>
                <a:cubicBezTo>
                  <a:pt x="402" y="605"/>
                  <a:pt x="401" y="605"/>
                  <a:pt x="400" y="605"/>
                </a:cubicBezTo>
                <a:cubicBezTo>
                  <a:pt x="400" y="602"/>
                  <a:pt x="400" y="602"/>
                  <a:pt x="400" y="602"/>
                </a:cubicBezTo>
                <a:cubicBezTo>
                  <a:pt x="401" y="601"/>
                  <a:pt x="402" y="601"/>
                  <a:pt x="402" y="601"/>
                </a:cubicBezTo>
                <a:close/>
                <a:moveTo>
                  <a:pt x="402" y="611"/>
                </a:moveTo>
                <a:cubicBezTo>
                  <a:pt x="402" y="617"/>
                  <a:pt x="402" y="617"/>
                  <a:pt x="402" y="617"/>
                </a:cubicBezTo>
                <a:cubicBezTo>
                  <a:pt x="402" y="617"/>
                  <a:pt x="401" y="617"/>
                  <a:pt x="400" y="617"/>
                </a:cubicBezTo>
                <a:cubicBezTo>
                  <a:pt x="400" y="612"/>
                  <a:pt x="400" y="612"/>
                  <a:pt x="400" y="612"/>
                </a:cubicBezTo>
                <a:cubicBezTo>
                  <a:pt x="402" y="611"/>
                  <a:pt x="402" y="611"/>
                  <a:pt x="402" y="611"/>
                </a:cubicBezTo>
                <a:close/>
                <a:moveTo>
                  <a:pt x="402" y="624"/>
                </a:moveTo>
                <a:cubicBezTo>
                  <a:pt x="402" y="639"/>
                  <a:pt x="402" y="639"/>
                  <a:pt x="402" y="639"/>
                </a:cubicBezTo>
                <a:cubicBezTo>
                  <a:pt x="400" y="639"/>
                  <a:pt x="400" y="639"/>
                  <a:pt x="400" y="639"/>
                </a:cubicBezTo>
                <a:cubicBezTo>
                  <a:pt x="400" y="634"/>
                  <a:pt x="400" y="634"/>
                  <a:pt x="400" y="634"/>
                </a:cubicBezTo>
                <a:cubicBezTo>
                  <a:pt x="401" y="634"/>
                  <a:pt x="401" y="634"/>
                  <a:pt x="402" y="634"/>
                </a:cubicBezTo>
                <a:cubicBezTo>
                  <a:pt x="401" y="633"/>
                  <a:pt x="401" y="632"/>
                  <a:pt x="400" y="631"/>
                </a:cubicBezTo>
                <a:cubicBezTo>
                  <a:pt x="400" y="620"/>
                  <a:pt x="400" y="620"/>
                  <a:pt x="400" y="620"/>
                </a:cubicBezTo>
                <a:cubicBezTo>
                  <a:pt x="401" y="622"/>
                  <a:pt x="402" y="622"/>
                  <a:pt x="402" y="624"/>
                </a:cubicBezTo>
                <a:close/>
                <a:moveTo>
                  <a:pt x="402" y="749"/>
                </a:moveTo>
                <a:cubicBezTo>
                  <a:pt x="402" y="757"/>
                  <a:pt x="402" y="757"/>
                  <a:pt x="402" y="757"/>
                </a:cubicBezTo>
                <a:cubicBezTo>
                  <a:pt x="402" y="757"/>
                  <a:pt x="401" y="757"/>
                  <a:pt x="400" y="757"/>
                </a:cubicBezTo>
                <a:cubicBezTo>
                  <a:pt x="400" y="749"/>
                  <a:pt x="400" y="749"/>
                  <a:pt x="400" y="749"/>
                </a:cubicBezTo>
                <a:cubicBezTo>
                  <a:pt x="401" y="749"/>
                  <a:pt x="402" y="749"/>
                  <a:pt x="402" y="749"/>
                </a:cubicBezTo>
                <a:close/>
                <a:moveTo>
                  <a:pt x="402" y="763"/>
                </a:moveTo>
                <a:cubicBezTo>
                  <a:pt x="402" y="779"/>
                  <a:pt x="402" y="779"/>
                  <a:pt x="402" y="779"/>
                </a:cubicBezTo>
                <a:cubicBezTo>
                  <a:pt x="402" y="777"/>
                  <a:pt x="401" y="777"/>
                  <a:pt x="400" y="775"/>
                </a:cubicBezTo>
                <a:cubicBezTo>
                  <a:pt x="400" y="760"/>
                  <a:pt x="400" y="760"/>
                  <a:pt x="400" y="760"/>
                </a:cubicBezTo>
                <a:lnTo>
                  <a:pt x="402" y="763"/>
                </a:lnTo>
                <a:close/>
                <a:moveTo>
                  <a:pt x="393" y="0"/>
                </a:moveTo>
                <a:cubicBezTo>
                  <a:pt x="400" y="0"/>
                  <a:pt x="400" y="0"/>
                  <a:pt x="400" y="0"/>
                </a:cubicBezTo>
                <a:cubicBezTo>
                  <a:pt x="400" y="9"/>
                  <a:pt x="400" y="9"/>
                  <a:pt x="400" y="9"/>
                </a:cubicBezTo>
                <a:cubicBezTo>
                  <a:pt x="398" y="9"/>
                  <a:pt x="396" y="8"/>
                  <a:pt x="393" y="8"/>
                </a:cubicBezTo>
                <a:cubicBezTo>
                  <a:pt x="393" y="0"/>
                  <a:pt x="393" y="0"/>
                  <a:pt x="393" y="0"/>
                </a:cubicBezTo>
                <a:close/>
                <a:moveTo>
                  <a:pt x="400" y="794"/>
                </a:moveTo>
                <a:cubicBezTo>
                  <a:pt x="398" y="794"/>
                  <a:pt x="395" y="794"/>
                  <a:pt x="393" y="794"/>
                </a:cubicBezTo>
                <a:cubicBezTo>
                  <a:pt x="393" y="787"/>
                  <a:pt x="393" y="787"/>
                  <a:pt x="393" y="787"/>
                </a:cubicBezTo>
                <a:cubicBezTo>
                  <a:pt x="394" y="787"/>
                  <a:pt x="394" y="787"/>
                  <a:pt x="394" y="787"/>
                </a:cubicBezTo>
                <a:cubicBezTo>
                  <a:pt x="396" y="787"/>
                  <a:pt x="398" y="787"/>
                  <a:pt x="400" y="786"/>
                </a:cubicBezTo>
                <a:cubicBezTo>
                  <a:pt x="400" y="794"/>
                  <a:pt x="400" y="794"/>
                  <a:pt x="400" y="794"/>
                </a:cubicBezTo>
                <a:close/>
                <a:moveTo>
                  <a:pt x="400" y="29"/>
                </a:moveTo>
                <a:cubicBezTo>
                  <a:pt x="400" y="46"/>
                  <a:pt x="400" y="46"/>
                  <a:pt x="400" y="46"/>
                </a:cubicBezTo>
                <a:cubicBezTo>
                  <a:pt x="398" y="46"/>
                  <a:pt x="395" y="46"/>
                  <a:pt x="393" y="46"/>
                </a:cubicBezTo>
                <a:cubicBezTo>
                  <a:pt x="393" y="38"/>
                  <a:pt x="393" y="38"/>
                  <a:pt x="393" y="38"/>
                </a:cubicBezTo>
                <a:cubicBezTo>
                  <a:pt x="394" y="38"/>
                  <a:pt x="394" y="37"/>
                  <a:pt x="395" y="37"/>
                </a:cubicBezTo>
                <a:cubicBezTo>
                  <a:pt x="394" y="36"/>
                  <a:pt x="394" y="36"/>
                  <a:pt x="393" y="35"/>
                </a:cubicBezTo>
                <a:cubicBezTo>
                  <a:pt x="393" y="18"/>
                  <a:pt x="393" y="18"/>
                  <a:pt x="393" y="18"/>
                </a:cubicBezTo>
                <a:cubicBezTo>
                  <a:pt x="395" y="21"/>
                  <a:pt x="397" y="24"/>
                  <a:pt x="400" y="29"/>
                </a:cubicBezTo>
                <a:close/>
                <a:moveTo>
                  <a:pt x="400" y="165"/>
                </a:moveTo>
                <a:cubicBezTo>
                  <a:pt x="400" y="170"/>
                  <a:pt x="400" y="170"/>
                  <a:pt x="400" y="170"/>
                </a:cubicBezTo>
                <a:cubicBezTo>
                  <a:pt x="398" y="170"/>
                  <a:pt x="396" y="170"/>
                  <a:pt x="393" y="170"/>
                </a:cubicBezTo>
                <a:cubicBezTo>
                  <a:pt x="393" y="165"/>
                  <a:pt x="393" y="165"/>
                  <a:pt x="393" y="165"/>
                </a:cubicBezTo>
                <a:cubicBezTo>
                  <a:pt x="395" y="165"/>
                  <a:pt x="398" y="165"/>
                  <a:pt x="400" y="165"/>
                </a:cubicBezTo>
                <a:close/>
                <a:moveTo>
                  <a:pt x="400" y="182"/>
                </a:moveTo>
                <a:cubicBezTo>
                  <a:pt x="400" y="192"/>
                  <a:pt x="400" y="192"/>
                  <a:pt x="400" y="192"/>
                </a:cubicBezTo>
                <a:cubicBezTo>
                  <a:pt x="399" y="192"/>
                  <a:pt x="397" y="192"/>
                  <a:pt x="393" y="192"/>
                </a:cubicBezTo>
                <a:cubicBezTo>
                  <a:pt x="393" y="188"/>
                  <a:pt x="393" y="188"/>
                  <a:pt x="393" y="188"/>
                </a:cubicBezTo>
                <a:cubicBezTo>
                  <a:pt x="395" y="188"/>
                  <a:pt x="395" y="188"/>
                  <a:pt x="395" y="188"/>
                </a:cubicBezTo>
                <a:cubicBezTo>
                  <a:pt x="394" y="186"/>
                  <a:pt x="394" y="186"/>
                  <a:pt x="393" y="184"/>
                </a:cubicBezTo>
                <a:cubicBezTo>
                  <a:pt x="393" y="173"/>
                  <a:pt x="393" y="173"/>
                  <a:pt x="393" y="173"/>
                </a:cubicBezTo>
                <a:cubicBezTo>
                  <a:pt x="395" y="175"/>
                  <a:pt x="397" y="179"/>
                  <a:pt x="400" y="182"/>
                </a:cubicBezTo>
                <a:close/>
                <a:moveTo>
                  <a:pt x="400" y="197"/>
                </a:moveTo>
                <a:cubicBezTo>
                  <a:pt x="400" y="201"/>
                  <a:pt x="400" y="201"/>
                  <a:pt x="400" y="201"/>
                </a:cubicBezTo>
                <a:cubicBezTo>
                  <a:pt x="397" y="201"/>
                  <a:pt x="395" y="201"/>
                  <a:pt x="393" y="202"/>
                </a:cubicBezTo>
                <a:cubicBezTo>
                  <a:pt x="393" y="199"/>
                  <a:pt x="393" y="199"/>
                  <a:pt x="393" y="199"/>
                </a:cubicBezTo>
                <a:cubicBezTo>
                  <a:pt x="395" y="198"/>
                  <a:pt x="398" y="198"/>
                  <a:pt x="400" y="197"/>
                </a:cubicBezTo>
                <a:close/>
                <a:moveTo>
                  <a:pt x="400" y="209"/>
                </a:moveTo>
                <a:cubicBezTo>
                  <a:pt x="400" y="213"/>
                  <a:pt x="400" y="213"/>
                  <a:pt x="400" y="213"/>
                </a:cubicBezTo>
                <a:cubicBezTo>
                  <a:pt x="393" y="215"/>
                  <a:pt x="393" y="215"/>
                  <a:pt x="393" y="215"/>
                </a:cubicBezTo>
                <a:cubicBezTo>
                  <a:pt x="393" y="211"/>
                  <a:pt x="393" y="211"/>
                  <a:pt x="393" y="211"/>
                </a:cubicBezTo>
                <a:cubicBezTo>
                  <a:pt x="395" y="210"/>
                  <a:pt x="398" y="209"/>
                  <a:pt x="400" y="209"/>
                </a:cubicBezTo>
                <a:close/>
                <a:moveTo>
                  <a:pt x="400" y="221"/>
                </a:moveTo>
                <a:cubicBezTo>
                  <a:pt x="400" y="225"/>
                  <a:pt x="400" y="225"/>
                  <a:pt x="400" y="225"/>
                </a:cubicBezTo>
                <a:cubicBezTo>
                  <a:pt x="397" y="226"/>
                  <a:pt x="395" y="226"/>
                  <a:pt x="393" y="227"/>
                </a:cubicBezTo>
                <a:cubicBezTo>
                  <a:pt x="393" y="223"/>
                  <a:pt x="393" y="223"/>
                  <a:pt x="393" y="223"/>
                </a:cubicBezTo>
                <a:cubicBezTo>
                  <a:pt x="397" y="222"/>
                  <a:pt x="399" y="222"/>
                  <a:pt x="400" y="221"/>
                </a:cubicBezTo>
                <a:close/>
                <a:moveTo>
                  <a:pt x="400" y="234"/>
                </a:moveTo>
                <a:cubicBezTo>
                  <a:pt x="400" y="238"/>
                  <a:pt x="400" y="238"/>
                  <a:pt x="400" y="238"/>
                </a:cubicBezTo>
                <a:cubicBezTo>
                  <a:pt x="393" y="239"/>
                  <a:pt x="393" y="239"/>
                  <a:pt x="393" y="239"/>
                </a:cubicBezTo>
                <a:cubicBezTo>
                  <a:pt x="393" y="235"/>
                  <a:pt x="393" y="235"/>
                  <a:pt x="393" y="235"/>
                </a:cubicBezTo>
                <a:cubicBezTo>
                  <a:pt x="395" y="235"/>
                  <a:pt x="398" y="234"/>
                  <a:pt x="400" y="234"/>
                </a:cubicBezTo>
                <a:close/>
                <a:moveTo>
                  <a:pt x="400" y="246"/>
                </a:moveTo>
                <a:cubicBezTo>
                  <a:pt x="400" y="250"/>
                  <a:pt x="400" y="250"/>
                  <a:pt x="400" y="250"/>
                </a:cubicBezTo>
                <a:cubicBezTo>
                  <a:pt x="397" y="251"/>
                  <a:pt x="395" y="252"/>
                  <a:pt x="393" y="252"/>
                </a:cubicBezTo>
                <a:cubicBezTo>
                  <a:pt x="393" y="248"/>
                  <a:pt x="393" y="248"/>
                  <a:pt x="393" y="248"/>
                </a:cubicBezTo>
                <a:cubicBezTo>
                  <a:pt x="396" y="247"/>
                  <a:pt x="398" y="247"/>
                  <a:pt x="400" y="246"/>
                </a:cubicBezTo>
                <a:close/>
                <a:moveTo>
                  <a:pt x="400" y="258"/>
                </a:moveTo>
                <a:cubicBezTo>
                  <a:pt x="400" y="262"/>
                  <a:pt x="400" y="262"/>
                  <a:pt x="400" y="262"/>
                </a:cubicBezTo>
                <a:cubicBezTo>
                  <a:pt x="397" y="263"/>
                  <a:pt x="395" y="263"/>
                  <a:pt x="393" y="264"/>
                </a:cubicBezTo>
                <a:cubicBezTo>
                  <a:pt x="393" y="260"/>
                  <a:pt x="393" y="260"/>
                  <a:pt x="393" y="260"/>
                </a:cubicBezTo>
                <a:cubicBezTo>
                  <a:pt x="395" y="260"/>
                  <a:pt x="398" y="259"/>
                  <a:pt x="400" y="258"/>
                </a:cubicBezTo>
                <a:close/>
                <a:moveTo>
                  <a:pt x="400" y="271"/>
                </a:moveTo>
                <a:cubicBezTo>
                  <a:pt x="400" y="275"/>
                  <a:pt x="400" y="275"/>
                  <a:pt x="400" y="275"/>
                </a:cubicBezTo>
                <a:cubicBezTo>
                  <a:pt x="397" y="275"/>
                  <a:pt x="395" y="276"/>
                  <a:pt x="393" y="277"/>
                </a:cubicBezTo>
                <a:cubicBezTo>
                  <a:pt x="393" y="273"/>
                  <a:pt x="393" y="273"/>
                  <a:pt x="393" y="273"/>
                </a:cubicBezTo>
                <a:cubicBezTo>
                  <a:pt x="396" y="272"/>
                  <a:pt x="398" y="272"/>
                  <a:pt x="400" y="271"/>
                </a:cubicBezTo>
                <a:close/>
                <a:moveTo>
                  <a:pt x="400" y="284"/>
                </a:moveTo>
                <a:cubicBezTo>
                  <a:pt x="400" y="287"/>
                  <a:pt x="400" y="287"/>
                  <a:pt x="400" y="287"/>
                </a:cubicBezTo>
                <a:cubicBezTo>
                  <a:pt x="398" y="288"/>
                  <a:pt x="395" y="288"/>
                  <a:pt x="393" y="289"/>
                </a:cubicBezTo>
                <a:cubicBezTo>
                  <a:pt x="393" y="285"/>
                  <a:pt x="393" y="285"/>
                  <a:pt x="393" y="285"/>
                </a:cubicBezTo>
                <a:cubicBezTo>
                  <a:pt x="397" y="285"/>
                  <a:pt x="399" y="284"/>
                  <a:pt x="400" y="284"/>
                </a:cubicBezTo>
                <a:close/>
                <a:moveTo>
                  <a:pt x="400" y="293"/>
                </a:moveTo>
                <a:cubicBezTo>
                  <a:pt x="400" y="301"/>
                  <a:pt x="400" y="301"/>
                  <a:pt x="400" y="301"/>
                </a:cubicBezTo>
                <a:cubicBezTo>
                  <a:pt x="399" y="299"/>
                  <a:pt x="397" y="298"/>
                  <a:pt x="393" y="298"/>
                </a:cubicBezTo>
                <a:cubicBezTo>
                  <a:pt x="393" y="293"/>
                  <a:pt x="393" y="293"/>
                  <a:pt x="393" y="293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400" y="308"/>
                </a:moveTo>
                <a:cubicBezTo>
                  <a:pt x="400" y="311"/>
                  <a:pt x="400" y="311"/>
                  <a:pt x="400" y="311"/>
                </a:cubicBezTo>
                <a:cubicBezTo>
                  <a:pt x="398" y="311"/>
                  <a:pt x="395" y="311"/>
                  <a:pt x="393" y="311"/>
                </a:cubicBezTo>
                <a:cubicBezTo>
                  <a:pt x="393" y="303"/>
                  <a:pt x="393" y="303"/>
                  <a:pt x="393" y="303"/>
                </a:cubicBezTo>
                <a:cubicBezTo>
                  <a:pt x="395" y="305"/>
                  <a:pt x="396" y="308"/>
                  <a:pt x="398" y="309"/>
                </a:cubicBezTo>
                <a:cubicBezTo>
                  <a:pt x="400" y="308"/>
                  <a:pt x="400" y="308"/>
                  <a:pt x="400" y="308"/>
                </a:cubicBezTo>
                <a:close/>
                <a:moveTo>
                  <a:pt x="400" y="336"/>
                </a:moveTo>
                <a:cubicBezTo>
                  <a:pt x="400" y="434"/>
                  <a:pt x="400" y="434"/>
                  <a:pt x="400" y="434"/>
                </a:cubicBezTo>
                <a:cubicBezTo>
                  <a:pt x="397" y="432"/>
                  <a:pt x="397" y="432"/>
                  <a:pt x="397" y="432"/>
                </a:cubicBezTo>
                <a:cubicBezTo>
                  <a:pt x="393" y="434"/>
                  <a:pt x="393" y="434"/>
                  <a:pt x="393" y="434"/>
                </a:cubicBezTo>
                <a:cubicBezTo>
                  <a:pt x="393" y="338"/>
                  <a:pt x="393" y="338"/>
                  <a:pt x="393" y="338"/>
                </a:cubicBezTo>
                <a:cubicBezTo>
                  <a:pt x="397" y="328"/>
                  <a:pt x="397" y="328"/>
                  <a:pt x="397" y="328"/>
                </a:cubicBezTo>
                <a:cubicBezTo>
                  <a:pt x="398" y="330"/>
                  <a:pt x="398" y="331"/>
                  <a:pt x="400" y="336"/>
                </a:cubicBezTo>
                <a:close/>
                <a:moveTo>
                  <a:pt x="400" y="493"/>
                </a:moveTo>
                <a:cubicBezTo>
                  <a:pt x="400" y="501"/>
                  <a:pt x="400" y="501"/>
                  <a:pt x="400" y="501"/>
                </a:cubicBezTo>
                <a:cubicBezTo>
                  <a:pt x="399" y="499"/>
                  <a:pt x="397" y="497"/>
                  <a:pt x="393" y="496"/>
                </a:cubicBezTo>
                <a:cubicBezTo>
                  <a:pt x="393" y="493"/>
                  <a:pt x="393" y="493"/>
                  <a:pt x="393" y="493"/>
                </a:cubicBezTo>
                <a:cubicBezTo>
                  <a:pt x="397" y="493"/>
                  <a:pt x="397" y="493"/>
                  <a:pt x="397" y="493"/>
                </a:cubicBezTo>
                <a:cubicBezTo>
                  <a:pt x="398" y="493"/>
                  <a:pt x="399" y="493"/>
                  <a:pt x="400" y="493"/>
                </a:cubicBezTo>
                <a:close/>
                <a:moveTo>
                  <a:pt x="400" y="507"/>
                </a:moveTo>
                <a:cubicBezTo>
                  <a:pt x="400" y="510"/>
                  <a:pt x="400" y="510"/>
                  <a:pt x="400" y="510"/>
                </a:cubicBezTo>
                <a:cubicBezTo>
                  <a:pt x="398" y="510"/>
                  <a:pt x="395" y="511"/>
                  <a:pt x="393" y="511"/>
                </a:cubicBezTo>
                <a:cubicBezTo>
                  <a:pt x="393" y="503"/>
                  <a:pt x="393" y="503"/>
                  <a:pt x="393" y="503"/>
                </a:cubicBezTo>
                <a:cubicBezTo>
                  <a:pt x="394" y="505"/>
                  <a:pt x="396" y="506"/>
                  <a:pt x="398" y="508"/>
                </a:cubicBezTo>
                <a:cubicBezTo>
                  <a:pt x="399" y="508"/>
                  <a:pt x="399" y="507"/>
                  <a:pt x="400" y="507"/>
                </a:cubicBezTo>
                <a:close/>
                <a:moveTo>
                  <a:pt x="400" y="515"/>
                </a:moveTo>
                <a:cubicBezTo>
                  <a:pt x="400" y="518"/>
                  <a:pt x="400" y="518"/>
                  <a:pt x="400" y="518"/>
                </a:cubicBezTo>
                <a:cubicBezTo>
                  <a:pt x="397" y="519"/>
                  <a:pt x="395" y="520"/>
                  <a:pt x="393" y="520"/>
                </a:cubicBezTo>
                <a:cubicBezTo>
                  <a:pt x="393" y="516"/>
                  <a:pt x="393" y="516"/>
                  <a:pt x="393" y="516"/>
                </a:cubicBezTo>
                <a:cubicBezTo>
                  <a:pt x="395" y="516"/>
                  <a:pt x="398" y="516"/>
                  <a:pt x="400" y="515"/>
                </a:cubicBezTo>
                <a:close/>
                <a:moveTo>
                  <a:pt x="400" y="527"/>
                </a:moveTo>
                <a:cubicBezTo>
                  <a:pt x="400" y="531"/>
                  <a:pt x="400" y="531"/>
                  <a:pt x="400" y="531"/>
                </a:cubicBezTo>
                <a:cubicBezTo>
                  <a:pt x="393" y="533"/>
                  <a:pt x="393" y="533"/>
                  <a:pt x="393" y="533"/>
                </a:cubicBezTo>
                <a:cubicBezTo>
                  <a:pt x="393" y="528"/>
                  <a:pt x="393" y="528"/>
                  <a:pt x="393" y="528"/>
                </a:cubicBezTo>
                <a:cubicBezTo>
                  <a:pt x="395" y="528"/>
                  <a:pt x="398" y="527"/>
                  <a:pt x="400" y="527"/>
                </a:cubicBezTo>
                <a:close/>
                <a:moveTo>
                  <a:pt x="400" y="540"/>
                </a:moveTo>
                <a:cubicBezTo>
                  <a:pt x="400" y="544"/>
                  <a:pt x="400" y="544"/>
                  <a:pt x="400" y="544"/>
                </a:cubicBezTo>
                <a:cubicBezTo>
                  <a:pt x="398" y="544"/>
                  <a:pt x="395" y="545"/>
                  <a:pt x="393" y="545"/>
                </a:cubicBezTo>
                <a:cubicBezTo>
                  <a:pt x="393" y="541"/>
                  <a:pt x="393" y="541"/>
                  <a:pt x="393" y="541"/>
                </a:cubicBezTo>
                <a:cubicBezTo>
                  <a:pt x="396" y="540"/>
                  <a:pt x="398" y="540"/>
                  <a:pt x="400" y="540"/>
                </a:cubicBezTo>
                <a:close/>
                <a:moveTo>
                  <a:pt x="400" y="551"/>
                </a:moveTo>
                <a:cubicBezTo>
                  <a:pt x="400" y="556"/>
                  <a:pt x="400" y="556"/>
                  <a:pt x="400" y="556"/>
                </a:cubicBezTo>
                <a:cubicBezTo>
                  <a:pt x="397" y="556"/>
                  <a:pt x="395" y="556"/>
                  <a:pt x="393" y="557"/>
                </a:cubicBezTo>
                <a:cubicBezTo>
                  <a:pt x="393" y="553"/>
                  <a:pt x="393" y="553"/>
                  <a:pt x="393" y="553"/>
                </a:cubicBezTo>
                <a:cubicBezTo>
                  <a:pt x="395" y="552"/>
                  <a:pt x="398" y="552"/>
                  <a:pt x="400" y="551"/>
                </a:cubicBezTo>
                <a:close/>
                <a:moveTo>
                  <a:pt x="400" y="564"/>
                </a:moveTo>
                <a:cubicBezTo>
                  <a:pt x="400" y="568"/>
                  <a:pt x="400" y="568"/>
                  <a:pt x="400" y="568"/>
                </a:cubicBezTo>
                <a:cubicBezTo>
                  <a:pt x="397" y="569"/>
                  <a:pt x="395" y="569"/>
                  <a:pt x="393" y="569"/>
                </a:cubicBezTo>
                <a:cubicBezTo>
                  <a:pt x="393" y="565"/>
                  <a:pt x="393" y="565"/>
                  <a:pt x="393" y="565"/>
                </a:cubicBezTo>
                <a:cubicBezTo>
                  <a:pt x="400" y="564"/>
                  <a:pt x="400" y="564"/>
                  <a:pt x="400" y="564"/>
                </a:cubicBezTo>
                <a:close/>
                <a:moveTo>
                  <a:pt x="400" y="577"/>
                </a:moveTo>
                <a:cubicBezTo>
                  <a:pt x="400" y="580"/>
                  <a:pt x="400" y="580"/>
                  <a:pt x="400" y="580"/>
                </a:cubicBezTo>
                <a:cubicBezTo>
                  <a:pt x="397" y="581"/>
                  <a:pt x="395" y="581"/>
                  <a:pt x="393" y="582"/>
                </a:cubicBezTo>
                <a:cubicBezTo>
                  <a:pt x="393" y="578"/>
                  <a:pt x="393" y="578"/>
                  <a:pt x="393" y="578"/>
                </a:cubicBezTo>
                <a:cubicBezTo>
                  <a:pt x="397" y="578"/>
                  <a:pt x="399" y="577"/>
                  <a:pt x="400" y="577"/>
                </a:cubicBezTo>
                <a:close/>
                <a:moveTo>
                  <a:pt x="400" y="589"/>
                </a:moveTo>
                <a:cubicBezTo>
                  <a:pt x="400" y="593"/>
                  <a:pt x="400" y="593"/>
                  <a:pt x="400" y="593"/>
                </a:cubicBezTo>
                <a:cubicBezTo>
                  <a:pt x="398" y="594"/>
                  <a:pt x="395" y="594"/>
                  <a:pt x="393" y="595"/>
                </a:cubicBezTo>
                <a:cubicBezTo>
                  <a:pt x="393" y="591"/>
                  <a:pt x="393" y="591"/>
                  <a:pt x="393" y="591"/>
                </a:cubicBezTo>
                <a:cubicBezTo>
                  <a:pt x="395" y="590"/>
                  <a:pt x="398" y="590"/>
                  <a:pt x="400" y="589"/>
                </a:cubicBezTo>
                <a:close/>
                <a:moveTo>
                  <a:pt x="400" y="602"/>
                </a:moveTo>
                <a:cubicBezTo>
                  <a:pt x="400" y="605"/>
                  <a:pt x="400" y="605"/>
                  <a:pt x="400" y="605"/>
                </a:cubicBezTo>
                <a:cubicBezTo>
                  <a:pt x="398" y="606"/>
                  <a:pt x="395" y="607"/>
                  <a:pt x="393" y="607"/>
                </a:cubicBezTo>
                <a:cubicBezTo>
                  <a:pt x="393" y="603"/>
                  <a:pt x="393" y="603"/>
                  <a:pt x="393" y="603"/>
                </a:cubicBezTo>
                <a:cubicBezTo>
                  <a:pt x="396" y="603"/>
                  <a:pt x="398" y="602"/>
                  <a:pt x="400" y="602"/>
                </a:cubicBezTo>
                <a:close/>
                <a:moveTo>
                  <a:pt x="400" y="612"/>
                </a:moveTo>
                <a:cubicBezTo>
                  <a:pt x="400" y="617"/>
                  <a:pt x="400" y="617"/>
                  <a:pt x="400" y="617"/>
                </a:cubicBezTo>
                <a:cubicBezTo>
                  <a:pt x="400" y="618"/>
                  <a:pt x="399" y="618"/>
                  <a:pt x="399" y="618"/>
                </a:cubicBezTo>
                <a:cubicBezTo>
                  <a:pt x="399" y="619"/>
                  <a:pt x="400" y="620"/>
                  <a:pt x="400" y="620"/>
                </a:cubicBezTo>
                <a:cubicBezTo>
                  <a:pt x="400" y="631"/>
                  <a:pt x="400" y="631"/>
                  <a:pt x="400" y="631"/>
                </a:cubicBezTo>
                <a:cubicBezTo>
                  <a:pt x="397" y="626"/>
                  <a:pt x="396" y="623"/>
                  <a:pt x="393" y="620"/>
                </a:cubicBezTo>
                <a:cubicBezTo>
                  <a:pt x="393" y="612"/>
                  <a:pt x="393" y="612"/>
                  <a:pt x="393" y="612"/>
                </a:cubicBezTo>
                <a:cubicBezTo>
                  <a:pt x="395" y="612"/>
                  <a:pt x="398" y="612"/>
                  <a:pt x="400" y="612"/>
                </a:cubicBezTo>
                <a:close/>
                <a:moveTo>
                  <a:pt x="400" y="634"/>
                </a:moveTo>
                <a:cubicBezTo>
                  <a:pt x="400" y="639"/>
                  <a:pt x="400" y="639"/>
                  <a:pt x="400" y="639"/>
                </a:cubicBezTo>
                <a:cubicBezTo>
                  <a:pt x="398" y="639"/>
                  <a:pt x="395" y="639"/>
                  <a:pt x="393" y="639"/>
                </a:cubicBezTo>
                <a:cubicBezTo>
                  <a:pt x="393" y="635"/>
                  <a:pt x="393" y="635"/>
                  <a:pt x="393" y="635"/>
                </a:cubicBezTo>
                <a:cubicBezTo>
                  <a:pt x="395" y="634"/>
                  <a:pt x="398" y="634"/>
                  <a:pt x="400" y="634"/>
                </a:cubicBezTo>
                <a:close/>
                <a:moveTo>
                  <a:pt x="400" y="749"/>
                </a:moveTo>
                <a:cubicBezTo>
                  <a:pt x="400" y="757"/>
                  <a:pt x="400" y="757"/>
                  <a:pt x="400" y="757"/>
                </a:cubicBezTo>
                <a:cubicBezTo>
                  <a:pt x="400" y="757"/>
                  <a:pt x="399" y="758"/>
                  <a:pt x="399" y="758"/>
                </a:cubicBezTo>
                <a:cubicBezTo>
                  <a:pt x="400" y="760"/>
                  <a:pt x="400" y="760"/>
                  <a:pt x="400" y="760"/>
                </a:cubicBezTo>
                <a:cubicBezTo>
                  <a:pt x="400" y="775"/>
                  <a:pt x="400" y="775"/>
                  <a:pt x="400" y="775"/>
                </a:cubicBezTo>
                <a:cubicBezTo>
                  <a:pt x="397" y="771"/>
                  <a:pt x="395" y="768"/>
                  <a:pt x="393" y="765"/>
                </a:cubicBezTo>
                <a:cubicBezTo>
                  <a:pt x="393" y="750"/>
                  <a:pt x="393" y="750"/>
                  <a:pt x="393" y="750"/>
                </a:cubicBezTo>
                <a:cubicBezTo>
                  <a:pt x="395" y="750"/>
                  <a:pt x="398" y="749"/>
                  <a:pt x="400" y="749"/>
                </a:cubicBezTo>
                <a:close/>
                <a:moveTo>
                  <a:pt x="391" y="0"/>
                </a:moveTo>
                <a:cubicBezTo>
                  <a:pt x="393" y="0"/>
                  <a:pt x="393" y="0"/>
                  <a:pt x="393" y="0"/>
                </a:cubicBezTo>
                <a:cubicBezTo>
                  <a:pt x="393" y="8"/>
                  <a:pt x="393" y="8"/>
                  <a:pt x="393" y="8"/>
                </a:cubicBezTo>
                <a:cubicBezTo>
                  <a:pt x="393" y="8"/>
                  <a:pt x="392" y="8"/>
                  <a:pt x="391" y="8"/>
                </a:cubicBezTo>
                <a:cubicBezTo>
                  <a:pt x="391" y="0"/>
                  <a:pt x="391" y="0"/>
                  <a:pt x="391" y="0"/>
                </a:cubicBezTo>
                <a:close/>
                <a:moveTo>
                  <a:pt x="393" y="794"/>
                </a:moveTo>
                <a:cubicBezTo>
                  <a:pt x="391" y="794"/>
                  <a:pt x="391" y="794"/>
                  <a:pt x="391" y="794"/>
                </a:cubicBezTo>
                <a:cubicBezTo>
                  <a:pt x="391" y="786"/>
                  <a:pt x="391" y="786"/>
                  <a:pt x="391" y="786"/>
                </a:cubicBezTo>
                <a:cubicBezTo>
                  <a:pt x="392" y="787"/>
                  <a:pt x="393" y="787"/>
                  <a:pt x="393" y="787"/>
                </a:cubicBezTo>
                <a:cubicBezTo>
                  <a:pt x="393" y="794"/>
                  <a:pt x="393" y="794"/>
                  <a:pt x="393" y="794"/>
                </a:cubicBezTo>
                <a:close/>
                <a:moveTo>
                  <a:pt x="393" y="18"/>
                </a:moveTo>
                <a:cubicBezTo>
                  <a:pt x="393" y="35"/>
                  <a:pt x="393" y="35"/>
                  <a:pt x="393" y="35"/>
                </a:cubicBezTo>
                <a:cubicBezTo>
                  <a:pt x="393" y="34"/>
                  <a:pt x="392" y="33"/>
                  <a:pt x="391" y="32"/>
                </a:cubicBezTo>
                <a:cubicBezTo>
                  <a:pt x="391" y="15"/>
                  <a:pt x="391" y="15"/>
                  <a:pt x="391" y="15"/>
                </a:cubicBezTo>
                <a:cubicBezTo>
                  <a:pt x="393" y="18"/>
                  <a:pt x="393" y="18"/>
                  <a:pt x="393" y="18"/>
                </a:cubicBezTo>
                <a:close/>
                <a:moveTo>
                  <a:pt x="393" y="38"/>
                </a:moveTo>
                <a:cubicBezTo>
                  <a:pt x="393" y="46"/>
                  <a:pt x="393" y="46"/>
                  <a:pt x="393" y="46"/>
                </a:cubicBezTo>
                <a:cubicBezTo>
                  <a:pt x="393" y="46"/>
                  <a:pt x="392" y="46"/>
                  <a:pt x="391" y="46"/>
                </a:cubicBezTo>
                <a:cubicBezTo>
                  <a:pt x="391" y="38"/>
                  <a:pt x="391" y="38"/>
                  <a:pt x="391" y="38"/>
                </a:cubicBezTo>
                <a:cubicBezTo>
                  <a:pt x="392" y="38"/>
                  <a:pt x="393" y="38"/>
                  <a:pt x="393" y="38"/>
                </a:cubicBezTo>
                <a:close/>
                <a:moveTo>
                  <a:pt x="393" y="165"/>
                </a:moveTo>
                <a:cubicBezTo>
                  <a:pt x="393" y="170"/>
                  <a:pt x="393" y="170"/>
                  <a:pt x="393" y="170"/>
                </a:cubicBezTo>
                <a:cubicBezTo>
                  <a:pt x="393" y="171"/>
                  <a:pt x="392" y="171"/>
                  <a:pt x="392" y="171"/>
                </a:cubicBezTo>
                <a:cubicBezTo>
                  <a:pt x="392" y="171"/>
                  <a:pt x="393" y="172"/>
                  <a:pt x="393" y="173"/>
                </a:cubicBezTo>
                <a:cubicBezTo>
                  <a:pt x="393" y="184"/>
                  <a:pt x="393" y="184"/>
                  <a:pt x="393" y="184"/>
                </a:cubicBezTo>
                <a:cubicBezTo>
                  <a:pt x="393" y="183"/>
                  <a:pt x="392" y="182"/>
                  <a:pt x="391" y="181"/>
                </a:cubicBezTo>
                <a:cubicBezTo>
                  <a:pt x="391" y="165"/>
                  <a:pt x="391" y="165"/>
                  <a:pt x="391" y="165"/>
                </a:cubicBezTo>
                <a:cubicBezTo>
                  <a:pt x="393" y="165"/>
                  <a:pt x="393" y="165"/>
                  <a:pt x="393" y="165"/>
                </a:cubicBezTo>
                <a:close/>
                <a:moveTo>
                  <a:pt x="393" y="188"/>
                </a:moveTo>
                <a:cubicBezTo>
                  <a:pt x="393" y="192"/>
                  <a:pt x="393" y="192"/>
                  <a:pt x="393" y="192"/>
                </a:cubicBezTo>
                <a:cubicBezTo>
                  <a:pt x="391" y="193"/>
                  <a:pt x="391" y="193"/>
                  <a:pt x="391" y="193"/>
                </a:cubicBezTo>
                <a:cubicBezTo>
                  <a:pt x="391" y="188"/>
                  <a:pt x="391" y="188"/>
                  <a:pt x="391" y="188"/>
                </a:cubicBezTo>
                <a:cubicBezTo>
                  <a:pt x="393" y="188"/>
                  <a:pt x="393" y="188"/>
                  <a:pt x="393" y="188"/>
                </a:cubicBezTo>
                <a:close/>
                <a:moveTo>
                  <a:pt x="393" y="199"/>
                </a:moveTo>
                <a:cubicBezTo>
                  <a:pt x="393" y="202"/>
                  <a:pt x="393" y="202"/>
                  <a:pt x="393" y="202"/>
                </a:cubicBezTo>
                <a:cubicBezTo>
                  <a:pt x="393" y="202"/>
                  <a:pt x="392" y="203"/>
                  <a:pt x="391" y="203"/>
                </a:cubicBezTo>
                <a:cubicBezTo>
                  <a:pt x="391" y="199"/>
                  <a:pt x="391" y="199"/>
                  <a:pt x="391" y="199"/>
                </a:cubicBezTo>
                <a:cubicBezTo>
                  <a:pt x="393" y="199"/>
                  <a:pt x="393" y="199"/>
                  <a:pt x="393" y="199"/>
                </a:cubicBezTo>
                <a:close/>
                <a:moveTo>
                  <a:pt x="393" y="211"/>
                </a:moveTo>
                <a:cubicBezTo>
                  <a:pt x="393" y="215"/>
                  <a:pt x="393" y="215"/>
                  <a:pt x="393" y="215"/>
                </a:cubicBezTo>
                <a:cubicBezTo>
                  <a:pt x="391" y="215"/>
                  <a:pt x="391" y="215"/>
                  <a:pt x="391" y="215"/>
                </a:cubicBezTo>
                <a:cubicBezTo>
                  <a:pt x="391" y="211"/>
                  <a:pt x="391" y="211"/>
                  <a:pt x="391" y="211"/>
                </a:cubicBezTo>
                <a:cubicBezTo>
                  <a:pt x="393" y="211"/>
                  <a:pt x="393" y="211"/>
                  <a:pt x="393" y="211"/>
                </a:cubicBezTo>
                <a:close/>
                <a:moveTo>
                  <a:pt x="393" y="223"/>
                </a:moveTo>
                <a:cubicBezTo>
                  <a:pt x="393" y="227"/>
                  <a:pt x="393" y="227"/>
                  <a:pt x="393" y="227"/>
                </a:cubicBezTo>
                <a:cubicBezTo>
                  <a:pt x="393" y="227"/>
                  <a:pt x="392" y="227"/>
                  <a:pt x="391" y="228"/>
                </a:cubicBezTo>
                <a:cubicBezTo>
                  <a:pt x="391" y="223"/>
                  <a:pt x="391" y="223"/>
                  <a:pt x="391" y="223"/>
                </a:cubicBezTo>
                <a:cubicBezTo>
                  <a:pt x="393" y="223"/>
                  <a:pt x="393" y="223"/>
                  <a:pt x="393" y="223"/>
                </a:cubicBezTo>
                <a:close/>
                <a:moveTo>
                  <a:pt x="393" y="235"/>
                </a:moveTo>
                <a:cubicBezTo>
                  <a:pt x="393" y="239"/>
                  <a:pt x="393" y="239"/>
                  <a:pt x="393" y="239"/>
                </a:cubicBezTo>
                <a:cubicBezTo>
                  <a:pt x="391" y="240"/>
                  <a:pt x="391" y="240"/>
                  <a:pt x="391" y="240"/>
                </a:cubicBezTo>
                <a:cubicBezTo>
                  <a:pt x="391" y="236"/>
                  <a:pt x="391" y="236"/>
                  <a:pt x="391" y="236"/>
                </a:cubicBezTo>
                <a:cubicBezTo>
                  <a:pt x="393" y="235"/>
                  <a:pt x="393" y="235"/>
                  <a:pt x="393" y="235"/>
                </a:cubicBezTo>
                <a:close/>
                <a:moveTo>
                  <a:pt x="393" y="248"/>
                </a:moveTo>
                <a:cubicBezTo>
                  <a:pt x="393" y="252"/>
                  <a:pt x="393" y="252"/>
                  <a:pt x="393" y="252"/>
                </a:cubicBezTo>
                <a:cubicBezTo>
                  <a:pt x="393" y="252"/>
                  <a:pt x="392" y="253"/>
                  <a:pt x="391" y="253"/>
                </a:cubicBezTo>
                <a:cubicBezTo>
                  <a:pt x="391" y="248"/>
                  <a:pt x="391" y="248"/>
                  <a:pt x="391" y="248"/>
                </a:cubicBezTo>
                <a:cubicBezTo>
                  <a:pt x="392" y="248"/>
                  <a:pt x="393" y="248"/>
                  <a:pt x="393" y="248"/>
                </a:cubicBezTo>
                <a:close/>
                <a:moveTo>
                  <a:pt x="393" y="260"/>
                </a:moveTo>
                <a:cubicBezTo>
                  <a:pt x="393" y="264"/>
                  <a:pt x="393" y="264"/>
                  <a:pt x="393" y="264"/>
                </a:cubicBezTo>
                <a:cubicBezTo>
                  <a:pt x="393" y="264"/>
                  <a:pt x="392" y="265"/>
                  <a:pt x="391" y="265"/>
                </a:cubicBezTo>
                <a:cubicBezTo>
                  <a:pt x="391" y="261"/>
                  <a:pt x="391" y="261"/>
                  <a:pt x="391" y="261"/>
                </a:cubicBezTo>
                <a:cubicBezTo>
                  <a:pt x="393" y="260"/>
                  <a:pt x="393" y="260"/>
                  <a:pt x="393" y="260"/>
                </a:cubicBezTo>
                <a:close/>
                <a:moveTo>
                  <a:pt x="393" y="273"/>
                </a:moveTo>
                <a:cubicBezTo>
                  <a:pt x="393" y="277"/>
                  <a:pt x="393" y="277"/>
                  <a:pt x="393" y="277"/>
                </a:cubicBezTo>
                <a:cubicBezTo>
                  <a:pt x="393" y="277"/>
                  <a:pt x="392" y="277"/>
                  <a:pt x="391" y="277"/>
                </a:cubicBezTo>
                <a:cubicBezTo>
                  <a:pt x="391" y="273"/>
                  <a:pt x="391" y="273"/>
                  <a:pt x="391" y="273"/>
                </a:cubicBezTo>
                <a:cubicBezTo>
                  <a:pt x="392" y="273"/>
                  <a:pt x="393" y="273"/>
                  <a:pt x="393" y="273"/>
                </a:cubicBezTo>
                <a:close/>
                <a:moveTo>
                  <a:pt x="393" y="285"/>
                </a:moveTo>
                <a:cubicBezTo>
                  <a:pt x="393" y="289"/>
                  <a:pt x="393" y="289"/>
                  <a:pt x="393" y="289"/>
                </a:cubicBezTo>
                <a:cubicBezTo>
                  <a:pt x="393" y="289"/>
                  <a:pt x="392" y="290"/>
                  <a:pt x="391" y="290"/>
                </a:cubicBezTo>
                <a:cubicBezTo>
                  <a:pt x="391" y="285"/>
                  <a:pt x="391" y="285"/>
                  <a:pt x="391" y="285"/>
                </a:cubicBezTo>
                <a:cubicBezTo>
                  <a:pt x="393" y="285"/>
                  <a:pt x="393" y="285"/>
                  <a:pt x="393" y="285"/>
                </a:cubicBezTo>
                <a:close/>
                <a:moveTo>
                  <a:pt x="393" y="293"/>
                </a:moveTo>
                <a:cubicBezTo>
                  <a:pt x="393" y="298"/>
                  <a:pt x="393" y="298"/>
                  <a:pt x="393" y="298"/>
                </a:cubicBezTo>
                <a:cubicBezTo>
                  <a:pt x="393" y="298"/>
                  <a:pt x="392" y="298"/>
                  <a:pt x="391" y="298"/>
                </a:cubicBezTo>
                <a:cubicBezTo>
                  <a:pt x="391" y="293"/>
                  <a:pt x="391" y="293"/>
                  <a:pt x="391" y="293"/>
                </a:cubicBezTo>
                <a:cubicBezTo>
                  <a:pt x="393" y="293"/>
                  <a:pt x="393" y="293"/>
                  <a:pt x="393" y="293"/>
                </a:cubicBezTo>
                <a:close/>
                <a:moveTo>
                  <a:pt x="393" y="303"/>
                </a:moveTo>
                <a:cubicBezTo>
                  <a:pt x="393" y="311"/>
                  <a:pt x="393" y="311"/>
                  <a:pt x="393" y="311"/>
                </a:cubicBezTo>
                <a:cubicBezTo>
                  <a:pt x="393" y="312"/>
                  <a:pt x="392" y="312"/>
                  <a:pt x="391" y="312"/>
                </a:cubicBezTo>
                <a:cubicBezTo>
                  <a:pt x="391" y="308"/>
                  <a:pt x="391" y="308"/>
                  <a:pt x="391" y="308"/>
                </a:cubicBezTo>
                <a:cubicBezTo>
                  <a:pt x="392" y="308"/>
                  <a:pt x="392" y="308"/>
                  <a:pt x="392" y="308"/>
                </a:cubicBezTo>
                <a:cubicBezTo>
                  <a:pt x="391" y="306"/>
                  <a:pt x="391" y="306"/>
                  <a:pt x="391" y="306"/>
                </a:cubicBezTo>
                <a:cubicBezTo>
                  <a:pt x="391" y="299"/>
                  <a:pt x="391" y="299"/>
                  <a:pt x="391" y="299"/>
                </a:cubicBezTo>
                <a:cubicBezTo>
                  <a:pt x="392" y="300"/>
                  <a:pt x="393" y="302"/>
                  <a:pt x="393" y="303"/>
                </a:cubicBezTo>
                <a:close/>
                <a:moveTo>
                  <a:pt x="393" y="338"/>
                </a:moveTo>
                <a:cubicBezTo>
                  <a:pt x="393" y="434"/>
                  <a:pt x="393" y="434"/>
                  <a:pt x="393" y="434"/>
                </a:cubicBezTo>
                <a:cubicBezTo>
                  <a:pt x="391" y="436"/>
                  <a:pt x="391" y="436"/>
                  <a:pt x="391" y="436"/>
                </a:cubicBezTo>
                <a:cubicBezTo>
                  <a:pt x="391" y="343"/>
                  <a:pt x="391" y="343"/>
                  <a:pt x="391" y="343"/>
                </a:cubicBezTo>
                <a:cubicBezTo>
                  <a:pt x="393" y="338"/>
                  <a:pt x="393" y="338"/>
                  <a:pt x="393" y="338"/>
                </a:cubicBezTo>
                <a:close/>
                <a:moveTo>
                  <a:pt x="393" y="493"/>
                </a:moveTo>
                <a:cubicBezTo>
                  <a:pt x="393" y="496"/>
                  <a:pt x="393" y="496"/>
                  <a:pt x="393" y="496"/>
                </a:cubicBezTo>
                <a:cubicBezTo>
                  <a:pt x="393" y="496"/>
                  <a:pt x="392" y="496"/>
                  <a:pt x="391" y="496"/>
                </a:cubicBezTo>
                <a:cubicBezTo>
                  <a:pt x="391" y="492"/>
                  <a:pt x="391" y="492"/>
                  <a:pt x="391" y="492"/>
                </a:cubicBezTo>
                <a:cubicBezTo>
                  <a:pt x="393" y="493"/>
                  <a:pt x="393" y="493"/>
                  <a:pt x="393" y="493"/>
                </a:cubicBezTo>
                <a:close/>
                <a:moveTo>
                  <a:pt x="393" y="503"/>
                </a:moveTo>
                <a:cubicBezTo>
                  <a:pt x="393" y="511"/>
                  <a:pt x="393" y="511"/>
                  <a:pt x="393" y="511"/>
                </a:cubicBezTo>
                <a:cubicBezTo>
                  <a:pt x="391" y="511"/>
                  <a:pt x="391" y="511"/>
                  <a:pt x="391" y="511"/>
                </a:cubicBezTo>
                <a:cubicBezTo>
                  <a:pt x="391" y="498"/>
                  <a:pt x="391" y="498"/>
                  <a:pt x="391" y="498"/>
                </a:cubicBezTo>
                <a:cubicBezTo>
                  <a:pt x="392" y="500"/>
                  <a:pt x="393" y="501"/>
                  <a:pt x="393" y="503"/>
                </a:cubicBezTo>
                <a:close/>
                <a:moveTo>
                  <a:pt x="393" y="516"/>
                </a:moveTo>
                <a:cubicBezTo>
                  <a:pt x="393" y="520"/>
                  <a:pt x="393" y="520"/>
                  <a:pt x="393" y="520"/>
                </a:cubicBezTo>
                <a:cubicBezTo>
                  <a:pt x="393" y="521"/>
                  <a:pt x="392" y="521"/>
                  <a:pt x="391" y="521"/>
                </a:cubicBezTo>
                <a:cubicBezTo>
                  <a:pt x="391" y="516"/>
                  <a:pt x="391" y="516"/>
                  <a:pt x="391" y="516"/>
                </a:cubicBezTo>
                <a:cubicBezTo>
                  <a:pt x="392" y="516"/>
                  <a:pt x="393" y="516"/>
                  <a:pt x="393" y="516"/>
                </a:cubicBezTo>
                <a:close/>
                <a:moveTo>
                  <a:pt x="393" y="528"/>
                </a:moveTo>
                <a:cubicBezTo>
                  <a:pt x="393" y="533"/>
                  <a:pt x="393" y="533"/>
                  <a:pt x="393" y="533"/>
                </a:cubicBezTo>
                <a:cubicBezTo>
                  <a:pt x="391" y="533"/>
                  <a:pt x="391" y="533"/>
                  <a:pt x="391" y="533"/>
                </a:cubicBezTo>
                <a:cubicBezTo>
                  <a:pt x="391" y="529"/>
                  <a:pt x="391" y="529"/>
                  <a:pt x="391" y="529"/>
                </a:cubicBezTo>
                <a:cubicBezTo>
                  <a:pt x="393" y="528"/>
                  <a:pt x="393" y="528"/>
                  <a:pt x="393" y="528"/>
                </a:cubicBezTo>
                <a:close/>
                <a:moveTo>
                  <a:pt x="393" y="541"/>
                </a:moveTo>
                <a:cubicBezTo>
                  <a:pt x="393" y="545"/>
                  <a:pt x="393" y="545"/>
                  <a:pt x="393" y="545"/>
                </a:cubicBezTo>
                <a:cubicBezTo>
                  <a:pt x="391" y="546"/>
                  <a:pt x="391" y="546"/>
                  <a:pt x="391" y="546"/>
                </a:cubicBezTo>
                <a:cubicBezTo>
                  <a:pt x="391" y="541"/>
                  <a:pt x="391" y="541"/>
                  <a:pt x="391" y="541"/>
                </a:cubicBezTo>
                <a:cubicBezTo>
                  <a:pt x="392" y="541"/>
                  <a:pt x="393" y="541"/>
                  <a:pt x="393" y="541"/>
                </a:cubicBezTo>
                <a:close/>
                <a:moveTo>
                  <a:pt x="393" y="553"/>
                </a:moveTo>
                <a:cubicBezTo>
                  <a:pt x="393" y="557"/>
                  <a:pt x="393" y="557"/>
                  <a:pt x="393" y="557"/>
                </a:cubicBezTo>
                <a:cubicBezTo>
                  <a:pt x="393" y="557"/>
                  <a:pt x="392" y="558"/>
                  <a:pt x="391" y="558"/>
                </a:cubicBezTo>
                <a:cubicBezTo>
                  <a:pt x="391" y="554"/>
                  <a:pt x="391" y="554"/>
                  <a:pt x="391" y="554"/>
                </a:cubicBezTo>
                <a:cubicBezTo>
                  <a:pt x="393" y="553"/>
                  <a:pt x="393" y="553"/>
                  <a:pt x="393" y="553"/>
                </a:cubicBezTo>
                <a:close/>
                <a:moveTo>
                  <a:pt x="393" y="565"/>
                </a:moveTo>
                <a:cubicBezTo>
                  <a:pt x="393" y="569"/>
                  <a:pt x="393" y="569"/>
                  <a:pt x="393" y="569"/>
                </a:cubicBezTo>
                <a:cubicBezTo>
                  <a:pt x="393" y="570"/>
                  <a:pt x="392" y="570"/>
                  <a:pt x="391" y="571"/>
                </a:cubicBezTo>
                <a:cubicBezTo>
                  <a:pt x="391" y="566"/>
                  <a:pt x="391" y="566"/>
                  <a:pt x="391" y="566"/>
                </a:cubicBezTo>
                <a:cubicBezTo>
                  <a:pt x="393" y="565"/>
                  <a:pt x="393" y="565"/>
                  <a:pt x="393" y="565"/>
                </a:cubicBezTo>
                <a:close/>
                <a:moveTo>
                  <a:pt x="393" y="578"/>
                </a:moveTo>
                <a:cubicBezTo>
                  <a:pt x="393" y="582"/>
                  <a:pt x="393" y="582"/>
                  <a:pt x="393" y="582"/>
                </a:cubicBezTo>
                <a:cubicBezTo>
                  <a:pt x="393" y="582"/>
                  <a:pt x="392" y="583"/>
                  <a:pt x="391" y="583"/>
                </a:cubicBezTo>
                <a:cubicBezTo>
                  <a:pt x="391" y="579"/>
                  <a:pt x="391" y="579"/>
                  <a:pt x="391" y="579"/>
                </a:cubicBezTo>
                <a:cubicBezTo>
                  <a:pt x="393" y="578"/>
                  <a:pt x="393" y="578"/>
                  <a:pt x="393" y="578"/>
                </a:cubicBezTo>
                <a:close/>
                <a:moveTo>
                  <a:pt x="393" y="591"/>
                </a:moveTo>
                <a:cubicBezTo>
                  <a:pt x="393" y="595"/>
                  <a:pt x="393" y="595"/>
                  <a:pt x="393" y="595"/>
                </a:cubicBezTo>
                <a:cubicBezTo>
                  <a:pt x="391" y="595"/>
                  <a:pt x="391" y="595"/>
                  <a:pt x="391" y="595"/>
                </a:cubicBezTo>
                <a:cubicBezTo>
                  <a:pt x="391" y="591"/>
                  <a:pt x="391" y="591"/>
                  <a:pt x="391" y="591"/>
                </a:cubicBezTo>
                <a:cubicBezTo>
                  <a:pt x="393" y="591"/>
                  <a:pt x="393" y="591"/>
                  <a:pt x="393" y="591"/>
                </a:cubicBezTo>
                <a:close/>
                <a:moveTo>
                  <a:pt x="393" y="603"/>
                </a:moveTo>
                <a:cubicBezTo>
                  <a:pt x="393" y="607"/>
                  <a:pt x="393" y="607"/>
                  <a:pt x="393" y="607"/>
                </a:cubicBezTo>
                <a:cubicBezTo>
                  <a:pt x="393" y="607"/>
                  <a:pt x="392" y="607"/>
                  <a:pt x="391" y="608"/>
                </a:cubicBezTo>
                <a:cubicBezTo>
                  <a:pt x="391" y="603"/>
                  <a:pt x="391" y="603"/>
                  <a:pt x="391" y="603"/>
                </a:cubicBezTo>
                <a:cubicBezTo>
                  <a:pt x="392" y="603"/>
                  <a:pt x="393" y="603"/>
                  <a:pt x="393" y="603"/>
                </a:cubicBezTo>
                <a:close/>
                <a:moveTo>
                  <a:pt x="393" y="612"/>
                </a:moveTo>
                <a:cubicBezTo>
                  <a:pt x="393" y="620"/>
                  <a:pt x="393" y="620"/>
                  <a:pt x="393" y="620"/>
                </a:cubicBezTo>
                <a:cubicBezTo>
                  <a:pt x="393" y="620"/>
                  <a:pt x="392" y="619"/>
                  <a:pt x="391" y="619"/>
                </a:cubicBezTo>
                <a:cubicBezTo>
                  <a:pt x="391" y="612"/>
                  <a:pt x="391" y="612"/>
                  <a:pt x="391" y="612"/>
                </a:cubicBezTo>
                <a:cubicBezTo>
                  <a:pt x="393" y="612"/>
                  <a:pt x="393" y="612"/>
                  <a:pt x="393" y="612"/>
                </a:cubicBezTo>
                <a:close/>
                <a:moveTo>
                  <a:pt x="393" y="635"/>
                </a:moveTo>
                <a:cubicBezTo>
                  <a:pt x="393" y="639"/>
                  <a:pt x="393" y="639"/>
                  <a:pt x="393" y="639"/>
                </a:cubicBezTo>
                <a:cubicBezTo>
                  <a:pt x="391" y="639"/>
                  <a:pt x="391" y="639"/>
                  <a:pt x="391" y="639"/>
                </a:cubicBezTo>
                <a:cubicBezTo>
                  <a:pt x="391" y="634"/>
                  <a:pt x="391" y="634"/>
                  <a:pt x="391" y="634"/>
                </a:cubicBezTo>
                <a:cubicBezTo>
                  <a:pt x="392" y="634"/>
                  <a:pt x="392" y="634"/>
                  <a:pt x="393" y="635"/>
                </a:cubicBezTo>
                <a:cubicBezTo>
                  <a:pt x="393" y="635"/>
                  <a:pt x="393" y="635"/>
                  <a:pt x="393" y="635"/>
                </a:cubicBezTo>
                <a:close/>
                <a:moveTo>
                  <a:pt x="393" y="750"/>
                </a:moveTo>
                <a:cubicBezTo>
                  <a:pt x="393" y="765"/>
                  <a:pt x="393" y="765"/>
                  <a:pt x="393" y="765"/>
                </a:cubicBezTo>
                <a:cubicBezTo>
                  <a:pt x="393" y="764"/>
                  <a:pt x="392" y="763"/>
                  <a:pt x="391" y="763"/>
                </a:cubicBezTo>
                <a:cubicBezTo>
                  <a:pt x="391" y="751"/>
                  <a:pt x="391" y="751"/>
                  <a:pt x="391" y="751"/>
                </a:cubicBezTo>
                <a:cubicBezTo>
                  <a:pt x="392" y="751"/>
                  <a:pt x="393" y="750"/>
                  <a:pt x="393" y="750"/>
                </a:cubicBezTo>
                <a:close/>
                <a:moveTo>
                  <a:pt x="391" y="694"/>
                </a:moveTo>
                <a:cubicBezTo>
                  <a:pt x="391" y="685"/>
                  <a:pt x="391" y="685"/>
                  <a:pt x="391" y="685"/>
                </a:cubicBezTo>
                <a:cubicBezTo>
                  <a:pt x="392" y="688"/>
                  <a:pt x="392" y="691"/>
                  <a:pt x="391" y="694"/>
                </a:cubicBezTo>
                <a:close/>
                <a:moveTo>
                  <a:pt x="387" y="0"/>
                </a:moveTo>
                <a:cubicBezTo>
                  <a:pt x="391" y="0"/>
                  <a:pt x="391" y="0"/>
                  <a:pt x="391" y="0"/>
                </a:cubicBezTo>
                <a:cubicBezTo>
                  <a:pt x="391" y="8"/>
                  <a:pt x="391" y="8"/>
                  <a:pt x="391" y="8"/>
                </a:cubicBezTo>
                <a:cubicBezTo>
                  <a:pt x="390" y="8"/>
                  <a:pt x="389" y="9"/>
                  <a:pt x="388" y="9"/>
                </a:cubicBezTo>
                <a:cubicBezTo>
                  <a:pt x="388" y="10"/>
                  <a:pt x="389" y="11"/>
                  <a:pt x="391" y="15"/>
                </a:cubicBezTo>
                <a:cubicBezTo>
                  <a:pt x="391" y="32"/>
                  <a:pt x="391" y="32"/>
                  <a:pt x="391" y="32"/>
                </a:cubicBezTo>
                <a:cubicBezTo>
                  <a:pt x="390" y="29"/>
                  <a:pt x="389" y="27"/>
                  <a:pt x="387" y="25"/>
                </a:cubicBezTo>
                <a:cubicBezTo>
                  <a:pt x="387" y="0"/>
                  <a:pt x="387" y="0"/>
                  <a:pt x="387" y="0"/>
                </a:cubicBezTo>
                <a:close/>
                <a:moveTo>
                  <a:pt x="391" y="794"/>
                </a:moveTo>
                <a:cubicBezTo>
                  <a:pt x="390" y="794"/>
                  <a:pt x="389" y="794"/>
                  <a:pt x="387" y="794"/>
                </a:cubicBezTo>
                <a:cubicBezTo>
                  <a:pt x="387" y="784"/>
                  <a:pt x="387" y="784"/>
                  <a:pt x="387" y="784"/>
                </a:cubicBezTo>
                <a:cubicBezTo>
                  <a:pt x="388" y="785"/>
                  <a:pt x="390" y="786"/>
                  <a:pt x="391" y="786"/>
                </a:cubicBezTo>
                <a:cubicBezTo>
                  <a:pt x="391" y="794"/>
                  <a:pt x="391" y="794"/>
                  <a:pt x="391" y="794"/>
                </a:cubicBezTo>
                <a:close/>
                <a:moveTo>
                  <a:pt x="391" y="38"/>
                </a:moveTo>
                <a:cubicBezTo>
                  <a:pt x="391" y="46"/>
                  <a:pt x="391" y="46"/>
                  <a:pt x="391" y="46"/>
                </a:cubicBezTo>
                <a:cubicBezTo>
                  <a:pt x="391" y="46"/>
                  <a:pt x="390" y="47"/>
                  <a:pt x="389" y="47"/>
                </a:cubicBezTo>
                <a:cubicBezTo>
                  <a:pt x="387" y="47"/>
                  <a:pt x="387" y="47"/>
                  <a:pt x="387" y="47"/>
                </a:cubicBezTo>
                <a:cubicBezTo>
                  <a:pt x="387" y="39"/>
                  <a:pt x="387" y="39"/>
                  <a:pt x="387" y="39"/>
                </a:cubicBezTo>
                <a:cubicBezTo>
                  <a:pt x="389" y="39"/>
                  <a:pt x="390" y="39"/>
                  <a:pt x="391" y="38"/>
                </a:cubicBezTo>
                <a:close/>
                <a:moveTo>
                  <a:pt x="391" y="165"/>
                </a:moveTo>
                <a:cubicBezTo>
                  <a:pt x="391" y="181"/>
                  <a:pt x="391" y="181"/>
                  <a:pt x="391" y="181"/>
                </a:cubicBezTo>
                <a:cubicBezTo>
                  <a:pt x="390" y="178"/>
                  <a:pt x="389" y="176"/>
                  <a:pt x="387" y="174"/>
                </a:cubicBezTo>
                <a:cubicBezTo>
                  <a:pt x="387" y="165"/>
                  <a:pt x="387" y="165"/>
                  <a:pt x="387" y="165"/>
                </a:cubicBezTo>
                <a:cubicBezTo>
                  <a:pt x="389" y="165"/>
                  <a:pt x="390" y="165"/>
                  <a:pt x="391" y="165"/>
                </a:cubicBezTo>
                <a:close/>
                <a:moveTo>
                  <a:pt x="391" y="188"/>
                </a:moveTo>
                <a:cubicBezTo>
                  <a:pt x="391" y="193"/>
                  <a:pt x="391" y="193"/>
                  <a:pt x="391" y="193"/>
                </a:cubicBezTo>
                <a:cubicBezTo>
                  <a:pt x="389" y="193"/>
                  <a:pt x="389" y="193"/>
                  <a:pt x="389" y="193"/>
                </a:cubicBezTo>
                <a:cubicBezTo>
                  <a:pt x="388" y="195"/>
                  <a:pt x="388" y="197"/>
                  <a:pt x="388" y="199"/>
                </a:cubicBezTo>
                <a:cubicBezTo>
                  <a:pt x="389" y="199"/>
                  <a:pt x="390" y="199"/>
                  <a:pt x="391" y="199"/>
                </a:cubicBezTo>
                <a:cubicBezTo>
                  <a:pt x="391" y="203"/>
                  <a:pt x="391" y="203"/>
                  <a:pt x="391" y="203"/>
                </a:cubicBezTo>
                <a:cubicBezTo>
                  <a:pt x="389" y="205"/>
                  <a:pt x="388" y="207"/>
                  <a:pt x="388" y="212"/>
                </a:cubicBezTo>
                <a:cubicBezTo>
                  <a:pt x="389" y="212"/>
                  <a:pt x="390" y="211"/>
                  <a:pt x="391" y="211"/>
                </a:cubicBezTo>
                <a:cubicBezTo>
                  <a:pt x="391" y="215"/>
                  <a:pt x="391" y="215"/>
                  <a:pt x="391" y="215"/>
                </a:cubicBezTo>
                <a:cubicBezTo>
                  <a:pt x="389" y="216"/>
                  <a:pt x="389" y="216"/>
                  <a:pt x="389" y="216"/>
                </a:cubicBezTo>
                <a:cubicBezTo>
                  <a:pt x="389" y="218"/>
                  <a:pt x="388" y="221"/>
                  <a:pt x="388" y="224"/>
                </a:cubicBezTo>
                <a:cubicBezTo>
                  <a:pt x="391" y="223"/>
                  <a:pt x="391" y="223"/>
                  <a:pt x="391" y="223"/>
                </a:cubicBezTo>
                <a:cubicBezTo>
                  <a:pt x="391" y="228"/>
                  <a:pt x="391" y="228"/>
                  <a:pt x="391" y="228"/>
                </a:cubicBezTo>
                <a:cubicBezTo>
                  <a:pt x="389" y="229"/>
                  <a:pt x="388" y="232"/>
                  <a:pt x="388" y="237"/>
                </a:cubicBezTo>
                <a:cubicBezTo>
                  <a:pt x="389" y="237"/>
                  <a:pt x="390" y="236"/>
                  <a:pt x="391" y="236"/>
                </a:cubicBezTo>
                <a:cubicBezTo>
                  <a:pt x="391" y="240"/>
                  <a:pt x="391" y="240"/>
                  <a:pt x="391" y="240"/>
                </a:cubicBezTo>
                <a:cubicBezTo>
                  <a:pt x="389" y="241"/>
                  <a:pt x="389" y="241"/>
                  <a:pt x="389" y="241"/>
                </a:cubicBezTo>
                <a:cubicBezTo>
                  <a:pt x="389" y="243"/>
                  <a:pt x="388" y="246"/>
                  <a:pt x="388" y="249"/>
                </a:cubicBezTo>
                <a:cubicBezTo>
                  <a:pt x="389" y="248"/>
                  <a:pt x="390" y="248"/>
                  <a:pt x="391" y="248"/>
                </a:cubicBezTo>
                <a:cubicBezTo>
                  <a:pt x="391" y="253"/>
                  <a:pt x="391" y="253"/>
                  <a:pt x="391" y="253"/>
                </a:cubicBezTo>
                <a:cubicBezTo>
                  <a:pt x="389" y="254"/>
                  <a:pt x="388" y="257"/>
                  <a:pt x="388" y="262"/>
                </a:cubicBezTo>
                <a:cubicBezTo>
                  <a:pt x="391" y="261"/>
                  <a:pt x="391" y="261"/>
                  <a:pt x="391" y="261"/>
                </a:cubicBezTo>
                <a:cubicBezTo>
                  <a:pt x="391" y="265"/>
                  <a:pt x="391" y="265"/>
                  <a:pt x="391" y="265"/>
                </a:cubicBezTo>
                <a:cubicBezTo>
                  <a:pt x="389" y="266"/>
                  <a:pt x="388" y="269"/>
                  <a:pt x="388" y="273"/>
                </a:cubicBezTo>
                <a:cubicBezTo>
                  <a:pt x="389" y="273"/>
                  <a:pt x="390" y="273"/>
                  <a:pt x="391" y="273"/>
                </a:cubicBezTo>
                <a:cubicBezTo>
                  <a:pt x="391" y="277"/>
                  <a:pt x="391" y="277"/>
                  <a:pt x="391" y="277"/>
                </a:cubicBezTo>
                <a:cubicBezTo>
                  <a:pt x="389" y="279"/>
                  <a:pt x="388" y="281"/>
                  <a:pt x="388" y="286"/>
                </a:cubicBezTo>
                <a:cubicBezTo>
                  <a:pt x="391" y="285"/>
                  <a:pt x="391" y="285"/>
                  <a:pt x="391" y="285"/>
                </a:cubicBezTo>
                <a:cubicBezTo>
                  <a:pt x="391" y="290"/>
                  <a:pt x="391" y="290"/>
                  <a:pt x="391" y="290"/>
                </a:cubicBezTo>
                <a:cubicBezTo>
                  <a:pt x="390" y="291"/>
                  <a:pt x="389" y="292"/>
                  <a:pt x="389" y="293"/>
                </a:cubicBezTo>
                <a:cubicBezTo>
                  <a:pt x="391" y="293"/>
                  <a:pt x="391" y="293"/>
                  <a:pt x="391" y="293"/>
                </a:cubicBezTo>
                <a:cubicBezTo>
                  <a:pt x="391" y="298"/>
                  <a:pt x="391" y="298"/>
                  <a:pt x="391" y="298"/>
                </a:cubicBezTo>
                <a:cubicBezTo>
                  <a:pt x="391" y="298"/>
                  <a:pt x="391" y="298"/>
                  <a:pt x="391" y="298"/>
                </a:cubicBezTo>
                <a:cubicBezTo>
                  <a:pt x="391" y="298"/>
                  <a:pt x="391" y="299"/>
                  <a:pt x="391" y="299"/>
                </a:cubicBezTo>
                <a:cubicBezTo>
                  <a:pt x="391" y="306"/>
                  <a:pt x="391" y="306"/>
                  <a:pt x="391" y="306"/>
                </a:cubicBezTo>
                <a:cubicBezTo>
                  <a:pt x="390" y="304"/>
                  <a:pt x="389" y="302"/>
                  <a:pt x="387" y="301"/>
                </a:cubicBezTo>
                <a:cubicBezTo>
                  <a:pt x="387" y="188"/>
                  <a:pt x="387" y="188"/>
                  <a:pt x="387" y="188"/>
                </a:cubicBezTo>
                <a:cubicBezTo>
                  <a:pt x="391" y="188"/>
                  <a:pt x="391" y="188"/>
                  <a:pt x="391" y="188"/>
                </a:cubicBezTo>
                <a:close/>
                <a:moveTo>
                  <a:pt x="391" y="308"/>
                </a:moveTo>
                <a:cubicBezTo>
                  <a:pt x="391" y="312"/>
                  <a:pt x="391" y="312"/>
                  <a:pt x="391" y="312"/>
                </a:cubicBezTo>
                <a:cubicBezTo>
                  <a:pt x="390" y="312"/>
                  <a:pt x="389" y="312"/>
                  <a:pt x="387" y="312"/>
                </a:cubicBezTo>
                <a:cubicBezTo>
                  <a:pt x="387" y="309"/>
                  <a:pt x="387" y="309"/>
                  <a:pt x="387" y="309"/>
                </a:cubicBezTo>
                <a:cubicBezTo>
                  <a:pt x="389" y="308"/>
                  <a:pt x="390" y="308"/>
                  <a:pt x="391" y="308"/>
                </a:cubicBezTo>
                <a:close/>
                <a:moveTo>
                  <a:pt x="391" y="343"/>
                </a:moveTo>
                <a:cubicBezTo>
                  <a:pt x="391" y="436"/>
                  <a:pt x="391" y="436"/>
                  <a:pt x="391" y="436"/>
                </a:cubicBezTo>
                <a:cubicBezTo>
                  <a:pt x="387" y="438"/>
                  <a:pt x="387" y="438"/>
                  <a:pt x="387" y="438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91" y="343"/>
                  <a:pt x="391" y="343"/>
                  <a:pt x="391" y="343"/>
                </a:cubicBezTo>
                <a:close/>
                <a:moveTo>
                  <a:pt x="391" y="492"/>
                </a:moveTo>
                <a:cubicBezTo>
                  <a:pt x="391" y="496"/>
                  <a:pt x="391" y="496"/>
                  <a:pt x="391" y="496"/>
                </a:cubicBezTo>
                <a:cubicBezTo>
                  <a:pt x="391" y="496"/>
                  <a:pt x="391" y="496"/>
                  <a:pt x="390" y="496"/>
                </a:cubicBezTo>
                <a:cubicBezTo>
                  <a:pt x="391" y="497"/>
                  <a:pt x="391" y="498"/>
                  <a:pt x="391" y="498"/>
                </a:cubicBezTo>
                <a:cubicBezTo>
                  <a:pt x="391" y="511"/>
                  <a:pt x="391" y="511"/>
                  <a:pt x="391" y="511"/>
                </a:cubicBezTo>
                <a:cubicBezTo>
                  <a:pt x="388" y="511"/>
                  <a:pt x="388" y="511"/>
                  <a:pt x="388" y="511"/>
                </a:cubicBezTo>
                <a:cubicBezTo>
                  <a:pt x="388" y="513"/>
                  <a:pt x="388" y="515"/>
                  <a:pt x="388" y="517"/>
                </a:cubicBezTo>
                <a:cubicBezTo>
                  <a:pt x="389" y="517"/>
                  <a:pt x="390" y="517"/>
                  <a:pt x="391" y="516"/>
                </a:cubicBezTo>
                <a:cubicBezTo>
                  <a:pt x="391" y="521"/>
                  <a:pt x="391" y="521"/>
                  <a:pt x="391" y="521"/>
                </a:cubicBezTo>
                <a:cubicBezTo>
                  <a:pt x="389" y="523"/>
                  <a:pt x="388" y="525"/>
                  <a:pt x="388" y="530"/>
                </a:cubicBezTo>
                <a:cubicBezTo>
                  <a:pt x="389" y="529"/>
                  <a:pt x="390" y="529"/>
                  <a:pt x="391" y="529"/>
                </a:cubicBezTo>
                <a:cubicBezTo>
                  <a:pt x="391" y="533"/>
                  <a:pt x="391" y="533"/>
                  <a:pt x="391" y="533"/>
                </a:cubicBezTo>
                <a:cubicBezTo>
                  <a:pt x="389" y="533"/>
                  <a:pt x="389" y="533"/>
                  <a:pt x="389" y="533"/>
                </a:cubicBezTo>
                <a:cubicBezTo>
                  <a:pt x="389" y="536"/>
                  <a:pt x="388" y="539"/>
                  <a:pt x="388" y="542"/>
                </a:cubicBezTo>
                <a:cubicBezTo>
                  <a:pt x="389" y="542"/>
                  <a:pt x="390" y="541"/>
                  <a:pt x="391" y="541"/>
                </a:cubicBezTo>
                <a:cubicBezTo>
                  <a:pt x="391" y="546"/>
                  <a:pt x="391" y="546"/>
                  <a:pt x="391" y="546"/>
                </a:cubicBezTo>
                <a:cubicBezTo>
                  <a:pt x="390" y="546"/>
                  <a:pt x="390" y="546"/>
                  <a:pt x="390" y="546"/>
                </a:cubicBezTo>
                <a:cubicBezTo>
                  <a:pt x="389" y="549"/>
                  <a:pt x="389" y="549"/>
                  <a:pt x="388" y="554"/>
                </a:cubicBezTo>
                <a:cubicBezTo>
                  <a:pt x="389" y="554"/>
                  <a:pt x="390" y="554"/>
                  <a:pt x="391" y="554"/>
                </a:cubicBezTo>
                <a:cubicBezTo>
                  <a:pt x="391" y="558"/>
                  <a:pt x="391" y="558"/>
                  <a:pt x="391" y="558"/>
                </a:cubicBezTo>
                <a:cubicBezTo>
                  <a:pt x="389" y="560"/>
                  <a:pt x="388" y="562"/>
                  <a:pt x="388" y="566"/>
                </a:cubicBezTo>
                <a:cubicBezTo>
                  <a:pt x="391" y="566"/>
                  <a:pt x="391" y="566"/>
                  <a:pt x="391" y="566"/>
                </a:cubicBezTo>
                <a:cubicBezTo>
                  <a:pt x="391" y="571"/>
                  <a:pt x="391" y="571"/>
                  <a:pt x="391" y="571"/>
                </a:cubicBezTo>
                <a:cubicBezTo>
                  <a:pt x="389" y="572"/>
                  <a:pt x="388" y="575"/>
                  <a:pt x="388" y="579"/>
                </a:cubicBezTo>
                <a:cubicBezTo>
                  <a:pt x="391" y="579"/>
                  <a:pt x="391" y="579"/>
                  <a:pt x="391" y="579"/>
                </a:cubicBezTo>
                <a:cubicBezTo>
                  <a:pt x="391" y="583"/>
                  <a:pt x="391" y="583"/>
                  <a:pt x="391" y="583"/>
                </a:cubicBezTo>
                <a:cubicBezTo>
                  <a:pt x="389" y="585"/>
                  <a:pt x="388" y="587"/>
                  <a:pt x="388" y="592"/>
                </a:cubicBezTo>
                <a:cubicBezTo>
                  <a:pt x="391" y="591"/>
                  <a:pt x="391" y="591"/>
                  <a:pt x="391" y="591"/>
                </a:cubicBezTo>
                <a:cubicBezTo>
                  <a:pt x="391" y="595"/>
                  <a:pt x="391" y="595"/>
                  <a:pt x="391" y="595"/>
                </a:cubicBezTo>
                <a:cubicBezTo>
                  <a:pt x="389" y="596"/>
                  <a:pt x="389" y="596"/>
                  <a:pt x="389" y="596"/>
                </a:cubicBezTo>
                <a:cubicBezTo>
                  <a:pt x="389" y="599"/>
                  <a:pt x="388" y="601"/>
                  <a:pt x="388" y="604"/>
                </a:cubicBezTo>
                <a:cubicBezTo>
                  <a:pt x="389" y="604"/>
                  <a:pt x="390" y="603"/>
                  <a:pt x="391" y="603"/>
                </a:cubicBezTo>
                <a:cubicBezTo>
                  <a:pt x="391" y="608"/>
                  <a:pt x="391" y="608"/>
                  <a:pt x="391" y="608"/>
                </a:cubicBezTo>
                <a:cubicBezTo>
                  <a:pt x="391" y="608"/>
                  <a:pt x="390" y="608"/>
                  <a:pt x="390" y="608"/>
                </a:cubicBezTo>
                <a:cubicBezTo>
                  <a:pt x="390" y="610"/>
                  <a:pt x="390" y="611"/>
                  <a:pt x="390" y="612"/>
                </a:cubicBezTo>
                <a:cubicBezTo>
                  <a:pt x="391" y="612"/>
                  <a:pt x="391" y="612"/>
                  <a:pt x="391" y="612"/>
                </a:cubicBezTo>
                <a:cubicBezTo>
                  <a:pt x="391" y="619"/>
                  <a:pt x="391" y="619"/>
                  <a:pt x="391" y="619"/>
                </a:cubicBezTo>
                <a:cubicBezTo>
                  <a:pt x="390" y="618"/>
                  <a:pt x="389" y="617"/>
                  <a:pt x="387" y="617"/>
                </a:cubicBezTo>
                <a:cubicBezTo>
                  <a:pt x="387" y="506"/>
                  <a:pt x="387" y="506"/>
                  <a:pt x="387" y="506"/>
                </a:cubicBezTo>
                <a:cubicBezTo>
                  <a:pt x="388" y="506"/>
                  <a:pt x="389" y="506"/>
                  <a:pt x="390" y="506"/>
                </a:cubicBezTo>
                <a:cubicBezTo>
                  <a:pt x="389" y="504"/>
                  <a:pt x="388" y="502"/>
                  <a:pt x="387" y="500"/>
                </a:cubicBezTo>
                <a:cubicBezTo>
                  <a:pt x="387" y="491"/>
                  <a:pt x="387" y="491"/>
                  <a:pt x="387" y="491"/>
                </a:cubicBezTo>
                <a:cubicBezTo>
                  <a:pt x="391" y="492"/>
                  <a:pt x="391" y="492"/>
                  <a:pt x="391" y="492"/>
                </a:cubicBezTo>
                <a:close/>
                <a:moveTo>
                  <a:pt x="391" y="634"/>
                </a:moveTo>
                <a:cubicBezTo>
                  <a:pt x="391" y="639"/>
                  <a:pt x="391" y="639"/>
                  <a:pt x="391" y="639"/>
                </a:cubicBezTo>
                <a:cubicBezTo>
                  <a:pt x="387" y="639"/>
                  <a:pt x="387" y="639"/>
                  <a:pt x="387" y="639"/>
                </a:cubicBezTo>
                <a:cubicBezTo>
                  <a:pt x="387" y="630"/>
                  <a:pt x="387" y="630"/>
                  <a:pt x="387" y="630"/>
                </a:cubicBezTo>
                <a:cubicBezTo>
                  <a:pt x="388" y="631"/>
                  <a:pt x="390" y="633"/>
                  <a:pt x="391" y="634"/>
                </a:cubicBezTo>
                <a:close/>
                <a:moveTo>
                  <a:pt x="391" y="685"/>
                </a:moveTo>
                <a:cubicBezTo>
                  <a:pt x="391" y="694"/>
                  <a:pt x="391" y="694"/>
                  <a:pt x="391" y="694"/>
                </a:cubicBezTo>
                <a:cubicBezTo>
                  <a:pt x="391" y="698"/>
                  <a:pt x="389" y="701"/>
                  <a:pt x="387" y="705"/>
                </a:cubicBezTo>
                <a:cubicBezTo>
                  <a:pt x="387" y="675"/>
                  <a:pt x="387" y="675"/>
                  <a:pt x="387" y="675"/>
                </a:cubicBezTo>
                <a:cubicBezTo>
                  <a:pt x="389" y="678"/>
                  <a:pt x="391" y="681"/>
                  <a:pt x="391" y="685"/>
                </a:cubicBezTo>
                <a:close/>
                <a:moveTo>
                  <a:pt x="391" y="751"/>
                </a:moveTo>
                <a:cubicBezTo>
                  <a:pt x="391" y="763"/>
                  <a:pt x="391" y="763"/>
                  <a:pt x="391" y="763"/>
                </a:cubicBezTo>
                <a:cubicBezTo>
                  <a:pt x="390" y="761"/>
                  <a:pt x="389" y="760"/>
                  <a:pt x="387" y="759"/>
                </a:cubicBezTo>
                <a:cubicBezTo>
                  <a:pt x="387" y="749"/>
                  <a:pt x="387" y="749"/>
                  <a:pt x="387" y="749"/>
                </a:cubicBezTo>
                <a:cubicBezTo>
                  <a:pt x="388" y="749"/>
                  <a:pt x="389" y="750"/>
                  <a:pt x="390" y="751"/>
                </a:cubicBezTo>
                <a:lnTo>
                  <a:pt x="391" y="751"/>
                </a:lnTo>
                <a:close/>
                <a:moveTo>
                  <a:pt x="380" y="2"/>
                </a:moveTo>
                <a:cubicBezTo>
                  <a:pt x="382" y="1"/>
                  <a:pt x="385" y="1"/>
                  <a:pt x="387" y="0"/>
                </a:cubicBezTo>
                <a:cubicBezTo>
                  <a:pt x="387" y="0"/>
                  <a:pt x="387" y="0"/>
                  <a:pt x="387" y="0"/>
                </a:cubicBezTo>
                <a:cubicBezTo>
                  <a:pt x="387" y="25"/>
                  <a:pt x="387" y="25"/>
                  <a:pt x="387" y="25"/>
                </a:cubicBezTo>
                <a:cubicBezTo>
                  <a:pt x="385" y="22"/>
                  <a:pt x="383" y="19"/>
                  <a:pt x="380" y="16"/>
                </a:cubicBezTo>
                <a:cubicBezTo>
                  <a:pt x="380" y="2"/>
                  <a:pt x="380" y="2"/>
                  <a:pt x="380" y="2"/>
                </a:cubicBezTo>
                <a:close/>
                <a:moveTo>
                  <a:pt x="387" y="794"/>
                </a:moveTo>
                <a:cubicBezTo>
                  <a:pt x="385" y="793"/>
                  <a:pt x="383" y="793"/>
                  <a:pt x="380" y="793"/>
                </a:cubicBezTo>
                <a:cubicBezTo>
                  <a:pt x="380" y="780"/>
                  <a:pt x="380" y="780"/>
                  <a:pt x="380" y="780"/>
                </a:cubicBezTo>
                <a:cubicBezTo>
                  <a:pt x="382" y="781"/>
                  <a:pt x="385" y="783"/>
                  <a:pt x="387" y="784"/>
                </a:cubicBezTo>
                <a:cubicBezTo>
                  <a:pt x="387" y="794"/>
                  <a:pt x="387" y="794"/>
                  <a:pt x="387" y="794"/>
                </a:cubicBezTo>
                <a:close/>
                <a:moveTo>
                  <a:pt x="387" y="39"/>
                </a:moveTo>
                <a:cubicBezTo>
                  <a:pt x="387" y="47"/>
                  <a:pt x="387" y="47"/>
                  <a:pt x="387" y="47"/>
                </a:cubicBezTo>
                <a:cubicBezTo>
                  <a:pt x="380" y="46"/>
                  <a:pt x="380" y="46"/>
                  <a:pt x="380" y="46"/>
                </a:cubicBezTo>
                <a:cubicBezTo>
                  <a:pt x="380" y="39"/>
                  <a:pt x="380" y="39"/>
                  <a:pt x="380" y="39"/>
                </a:cubicBezTo>
                <a:cubicBezTo>
                  <a:pt x="383" y="39"/>
                  <a:pt x="385" y="39"/>
                  <a:pt x="387" y="39"/>
                </a:cubicBezTo>
                <a:close/>
                <a:moveTo>
                  <a:pt x="387" y="165"/>
                </a:moveTo>
                <a:cubicBezTo>
                  <a:pt x="387" y="174"/>
                  <a:pt x="387" y="174"/>
                  <a:pt x="387" y="174"/>
                </a:cubicBezTo>
                <a:cubicBezTo>
                  <a:pt x="385" y="172"/>
                  <a:pt x="383" y="171"/>
                  <a:pt x="380" y="170"/>
                </a:cubicBezTo>
                <a:cubicBezTo>
                  <a:pt x="380" y="165"/>
                  <a:pt x="380" y="165"/>
                  <a:pt x="380" y="165"/>
                </a:cubicBezTo>
                <a:cubicBezTo>
                  <a:pt x="383" y="165"/>
                  <a:pt x="385" y="165"/>
                  <a:pt x="387" y="165"/>
                </a:cubicBezTo>
                <a:close/>
                <a:moveTo>
                  <a:pt x="387" y="188"/>
                </a:moveTo>
                <a:cubicBezTo>
                  <a:pt x="387" y="301"/>
                  <a:pt x="387" y="301"/>
                  <a:pt x="387" y="301"/>
                </a:cubicBezTo>
                <a:cubicBezTo>
                  <a:pt x="385" y="300"/>
                  <a:pt x="384" y="299"/>
                  <a:pt x="380" y="299"/>
                </a:cubicBezTo>
                <a:cubicBezTo>
                  <a:pt x="380" y="295"/>
                  <a:pt x="380" y="295"/>
                  <a:pt x="380" y="295"/>
                </a:cubicBezTo>
                <a:cubicBezTo>
                  <a:pt x="382" y="295"/>
                  <a:pt x="383" y="295"/>
                  <a:pt x="384" y="295"/>
                </a:cubicBezTo>
                <a:cubicBezTo>
                  <a:pt x="384" y="260"/>
                  <a:pt x="384" y="226"/>
                  <a:pt x="384" y="192"/>
                </a:cubicBezTo>
                <a:cubicBezTo>
                  <a:pt x="383" y="192"/>
                  <a:pt x="382" y="192"/>
                  <a:pt x="380" y="192"/>
                </a:cubicBezTo>
                <a:cubicBezTo>
                  <a:pt x="380" y="182"/>
                  <a:pt x="380" y="182"/>
                  <a:pt x="380" y="182"/>
                </a:cubicBezTo>
                <a:cubicBezTo>
                  <a:pt x="385" y="188"/>
                  <a:pt x="385" y="188"/>
                  <a:pt x="385" y="188"/>
                </a:cubicBezTo>
                <a:cubicBezTo>
                  <a:pt x="387" y="188"/>
                  <a:pt x="387" y="188"/>
                  <a:pt x="387" y="188"/>
                </a:cubicBezTo>
                <a:close/>
                <a:moveTo>
                  <a:pt x="387" y="309"/>
                </a:moveTo>
                <a:cubicBezTo>
                  <a:pt x="387" y="312"/>
                  <a:pt x="387" y="312"/>
                  <a:pt x="387" y="312"/>
                </a:cubicBezTo>
                <a:cubicBezTo>
                  <a:pt x="385" y="312"/>
                  <a:pt x="383" y="313"/>
                  <a:pt x="380" y="313"/>
                </a:cubicBezTo>
                <a:cubicBezTo>
                  <a:pt x="380" y="303"/>
                  <a:pt x="380" y="303"/>
                  <a:pt x="380" y="303"/>
                </a:cubicBezTo>
                <a:cubicBezTo>
                  <a:pt x="382" y="305"/>
                  <a:pt x="383" y="306"/>
                  <a:pt x="385" y="309"/>
                </a:cubicBezTo>
                <a:cubicBezTo>
                  <a:pt x="387" y="309"/>
                  <a:pt x="387" y="309"/>
                  <a:pt x="387" y="309"/>
                </a:cubicBezTo>
                <a:close/>
                <a:moveTo>
                  <a:pt x="387" y="356"/>
                </a:moveTo>
                <a:cubicBezTo>
                  <a:pt x="387" y="438"/>
                  <a:pt x="387" y="438"/>
                  <a:pt x="387" y="438"/>
                </a:cubicBezTo>
                <a:cubicBezTo>
                  <a:pt x="380" y="443"/>
                  <a:pt x="380" y="443"/>
                  <a:pt x="380" y="443"/>
                </a:cubicBezTo>
                <a:cubicBezTo>
                  <a:pt x="380" y="375"/>
                  <a:pt x="380" y="375"/>
                  <a:pt x="380" y="375"/>
                </a:cubicBezTo>
                <a:cubicBezTo>
                  <a:pt x="387" y="356"/>
                  <a:pt x="387" y="356"/>
                  <a:pt x="387" y="356"/>
                </a:cubicBezTo>
                <a:close/>
                <a:moveTo>
                  <a:pt x="387" y="491"/>
                </a:moveTo>
                <a:cubicBezTo>
                  <a:pt x="387" y="500"/>
                  <a:pt x="387" y="500"/>
                  <a:pt x="387" y="500"/>
                </a:cubicBezTo>
                <a:cubicBezTo>
                  <a:pt x="385" y="495"/>
                  <a:pt x="385" y="495"/>
                  <a:pt x="385" y="495"/>
                </a:cubicBezTo>
                <a:cubicBezTo>
                  <a:pt x="383" y="495"/>
                  <a:pt x="382" y="495"/>
                  <a:pt x="380" y="495"/>
                </a:cubicBezTo>
                <a:cubicBezTo>
                  <a:pt x="380" y="490"/>
                  <a:pt x="380" y="490"/>
                  <a:pt x="380" y="490"/>
                </a:cubicBezTo>
                <a:cubicBezTo>
                  <a:pt x="387" y="491"/>
                  <a:pt x="387" y="491"/>
                  <a:pt x="387" y="491"/>
                </a:cubicBezTo>
                <a:close/>
                <a:moveTo>
                  <a:pt x="387" y="506"/>
                </a:moveTo>
                <a:cubicBezTo>
                  <a:pt x="387" y="617"/>
                  <a:pt x="387" y="617"/>
                  <a:pt x="387" y="617"/>
                </a:cubicBezTo>
                <a:cubicBezTo>
                  <a:pt x="385" y="616"/>
                  <a:pt x="383" y="616"/>
                  <a:pt x="380" y="616"/>
                </a:cubicBezTo>
                <a:cubicBezTo>
                  <a:pt x="380" y="612"/>
                  <a:pt x="380" y="612"/>
                  <a:pt x="380" y="612"/>
                </a:cubicBezTo>
                <a:cubicBezTo>
                  <a:pt x="382" y="612"/>
                  <a:pt x="383" y="611"/>
                  <a:pt x="384" y="611"/>
                </a:cubicBezTo>
                <a:cubicBezTo>
                  <a:pt x="384" y="577"/>
                  <a:pt x="384" y="544"/>
                  <a:pt x="384" y="510"/>
                </a:cubicBezTo>
                <a:cubicBezTo>
                  <a:pt x="380" y="509"/>
                  <a:pt x="380" y="509"/>
                  <a:pt x="380" y="509"/>
                </a:cubicBezTo>
                <a:cubicBezTo>
                  <a:pt x="380" y="501"/>
                  <a:pt x="380" y="501"/>
                  <a:pt x="380" y="501"/>
                </a:cubicBezTo>
                <a:cubicBezTo>
                  <a:pt x="381" y="503"/>
                  <a:pt x="382" y="505"/>
                  <a:pt x="384" y="506"/>
                </a:cubicBezTo>
                <a:cubicBezTo>
                  <a:pt x="385" y="506"/>
                  <a:pt x="386" y="506"/>
                  <a:pt x="387" y="506"/>
                </a:cubicBezTo>
                <a:close/>
                <a:moveTo>
                  <a:pt x="387" y="630"/>
                </a:moveTo>
                <a:cubicBezTo>
                  <a:pt x="387" y="639"/>
                  <a:pt x="387" y="639"/>
                  <a:pt x="387" y="639"/>
                </a:cubicBezTo>
                <a:cubicBezTo>
                  <a:pt x="380" y="639"/>
                  <a:pt x="380" y="639"/>
                  <a:pt x="380" y="639"/>
                </a:cubicBezTo>
                <a:cubicBezTo>
                  <a:pt x="380" y="633"/>
                  <a:pt x="380" y="633"/>
                  <a:pt x="380" y="633"/>
                </a:cubicBezTo>
                <a:cubicBezTo>
                  <a:pt x="382" y="633"/>
                  <a:pt x="382" y="633"/>
                  <a:pt x="382" y="633"/>
                </a:cubicBezTo>
                <a:cubicBezTo>
                  <a:pt x="381" y="632"/>
                  <a:pt x="381" y="631"/>
                  <a:pt x="380" y="631"/>
                </a:cubicBezTo>
                <a:cubicBezTo>
                  <a:pt x="380" y="618"/>
                  <a:pt x="380" y="618"/>
                  <a:pt x="380" y="618"/>
                </a:cubicBezTo>
                <a:cubicBezTo>
                  <a:pt x="383" y="623"/>
                  <a:pt x="384" y="626"/>
                  <a:pt x="387" y="630"/>
                </a:cubicBezTo>
                <a:close/>
                <a:moveTo>
                  <a:pt x="387" y="675"/>
                </a:moveTo>
                <a:cubicBezTo>
                  <a:pt x="387" y="705"/>
                  <a:pt x="387" y="705"/>
                  <a:pt x="387" y="705"/>
                </a:cubicBezTo>
                <a:cubicBezTo>
                  <a:pt x="385" y="707"/>
                  <a:pt x="383" y="709"/>
                  <a:pt x="380" y="711"/>
                </a:cubicBezTo>
                <a:cubicBezTo>
                  <a:pt x="380" y="672"/>
                  <a:pt x="380" y="672"/>
                  <a:pt x="380" y="672"/>
                </a:cubicBezTo>
                <a:cubicBezTo>
                  <a:pt x="382" y="673"/>
                  <a:pt x="385" y="673"/>
                  <a:pt x="387" y="674"/>
                </a:cubicBezTo>
                <a:cubicBezTo>
                  <a:pt x="387" y="675"/>
                  <a:pt x="387" y="675"/>
                  <a:pt x="387" y="675"/>
                </a:cubicBezTo>
                <a:close/>
                <a:moveTo>
                  <a:pt x="387" y="749"/>
                </a:moveTo>
                <a:cubicBezTo>
                  <a:pt x="387" y="759"/>
                  <a:pt x="387" y="759"/>
                  <a:pt x="387" y="759"/>
                </a:cubicBezTo>
                <a:cubicBezTo>
                  <a:pt x="385" y="758"/>
                  <a:pt x="383" y="758"/>
                  <a:pt x="380" y="757"/>
                </a:cubicBezTo>
                <a:cubicBezTo>
                  <a:pt x="380" y="747"/>
                  <a:pt x="380" y="747"/>
                  <a:pt x="380" y="747"/>
                </a:cubicBezTo>
                <a:cubicBezTo>
                  <a:pt x="383" y="748"/>
                  <a:pt x="385" y="748"/>
                  <a:pt x="387" y="749"/>
                </a:cubicBezTo>
                <a:close/>
                <a:moveTo>
                  <a:pt x="379" y="2"/>
                </a:moveTo>
                <a:cubicBezTo>
                  <a:pt x="380" y="2"/>
                  <a:pt x="380" y="2"/>
                  <a:pt x="380" y="2"/>
                </a:cubicBezTo>
                <a:cubicBezTo>
                  <a:pt x="380" y="16"/>
                  <a:pt x="380" y="16"/>
                  <a:pt x="380" y="16"/>
                </a:cubicBezTo>
                <a:cubicBezTo>
                  <a:pt x="380" y="16"/>
                  <a:pt x="380" y="15"/>
                  <a:pt x="379" y="15"/>
                </a:cubicBezTo>
                <a:cubicBezTo>
                  <a:pt x="379" y="2"/>
                  <a:pt x="379" y="2"/>
                  <a:pt x="379" y="2"/>
                </a:cubicBezTo>
                <a:close/>
                <a:moveTo>
                  <a:pt x="380" y="793"/>
                </a:moveTo>
                <a:cubicBezTo>
                  <a:pt x="379" y="793"/>
                  <a:pt x="379" y="793"/>
                  <a:pt x="379" y="793"/>
                </a:cubicBezTo>
                <a:cubicBezTo>
                  <a:pt x="379" y="778"/>
                  <a:pt x="379" y="778"/>
                  <a:pt x="379" y="778"/>
                </a:cubicBezTo>
                <a:cubicBezTo>
                  <a:pt x="380" y="779"/>
                  <a:pt x="380" y="779"/>
                  <a:pt x="380" y="780"/>
                </a:cubicBezTo>
                <a:cubicBezTo>
                  <a:pt x="380" y="793"/>
                  <a:pt x="380" y="793"/>
                  <a:pt x="380" y="793"/>
                </a:cubicBezTo>
                <a:close/>
                <a:moveTo>
                  <a:pt x="380" y="39"/>
                </a:moveTo>
                <a:cubicBezTo>
                  <a:pt x="380" y="46"/>
                  <a:pt x="380" y="46"/>
                  <a:pt x="380" y="46"/>
                </a:cubicBezTo>
                <a:cubicBezTo>
                  <a:pt x="379" y="46"/>
                  <a:pt x="379" y="46"/>
                  <a:pt x="379" y="46"/>
                </a:cubicBezTo>
                <a:cubicBezTo>
                  <a:pt x="379" y="39"/>
                  <a:pt x="379" y="39"/>
                  <a:pt x="379" y="39"/>
                </a:cubicBezTo>
                <a:cubicBezTo>
                  <a:pt x="380" y="39"/>
                  <a:pt x="380" y="39"/>
                  <a:pt x="380" y="39"/>
                </a:cubicBezTo>
                <a:cubicBezTo>
                  <a:pt x="380" y="39"/>
                  <a:pt x="380" y="39"/>
                  <a:pt x="380" y="39"/>
                </a:cubicBezTo>
                <a:close/>
                <a:moveTo>
                  <a:pt x="380" y="165"/>
                </a:moveTo>
                <a:cubicBezTo>
                  <a:pt x="380" y="170"/>
                  <a:pt x="380" y="170"/>
                  <a:pt x="380" y="170"/>
                </a:cubicBezTo>
                <a:cubicBezTo>
                  <a:pt x="380" y="170"/>
                  <a:pt x="380" y="170"/>
                  <a:pt x="379" y="170"/>
                </a:cubicBezTo>
                <a:cubicBezTo>
                  <a:pt x="379" y="165"/>
                  <a:pt x="379" y="165"/>
                  <a:pt x="379" y="165"/>
                </a:cubicBezTo>
                <a:cubicBezTo>
                  <a:pt x="380" y="165"/>
                  <a:pt x="380" y="165"/>
                  <a:pt x="380" y="165"/>
                </a:cubicBezTo>
                <a:close/>
                <a:moveTo>
                  <a:pt x="380" y="182"/>
                </a:moveTo>
                <a:cubicBezTo>
                  <a:pt x="380" y="192"/>
                  <a:pt x="380" y="192"/>
                  <a:pt x="380" y="192"/>
                </a:cubicBezTo>
                <a:cubicBezTo>
                  <a:pt x="380" y="192"/>
                  <a:pt x="380" y="192"/>
                  <a:pt x="379" y="192"/>
                </a:cubicBezTo>
                <a:cubicBezTo>
                  <a:pt x="379" y="181"/>
                  <a:pt x="379" y="181"/>
                  <a:pt x="379" y="181"/>
                </a:cubicBezTo>
                <a:cubicBezTo>
                  <a:pt x="380" y="182"/>
                  <a:pt x="380" y="182"/>
                  <a:pt x="380" y="182"/>
                </a:cubicBezTo>
                <a:close/>
                <a:moveTo>
                  <a:pt x="380" y="295"/>
                </a:moveTo>
                <a:cubicBezTo>
                  <a:pt x="380" y="299"/>
                  <a:pt x="380" y="299"/>
                  <a:pt x="380" y="299"/>
                </a:cubicBezTo>
                <a:cubicBezTo>
                  <a:pt x="380" y="299"/>
                  <a:pt x="380" y="299"/>
                  <a:pt x="379" y="299"/>
                </a:cubicBezTo>
                <a:cubicBezTo>
                  <a:pt x="379" y="296"/>
                  <a:pt x="379" y="296"/>
                  <a:pt x="379" y="296"/>
                </a:cubicBezTo>
                <a:cubicBezTo>
                  <a:pt x="380" y="295"/>
                  <a:pt x="380" y="295"/>
                  <a:pt x="380" y="295"/>
                </a:cubicBezTo>
                <a:close/>
                <a:moveTo>
                  <a:pt x="380" y="303"/>
                </a:moveTo>
                <a:cubicBezTo>
                  <a:pt x="380" y="313"/>
                  <a:pt x="380" y="313"/>
                  <a:pt x="380" y="313"/>
                </a:cubicBezTo>
                <a:cubicBezTo>
                  <a:pt x="379" y="313"/>
                  <a:pt x="379" y="313"/>
                  <a:pt x="379" y="313"/>
                </a:cubicBezTo>
                <a:cubicBezTo>
                  <a:pt x="379" y="310"/>
                  <a:pt x="379" y="310"/>
                  <a:pt x="379" y="310"/>
                </a:cubicBezTo>
                <a:cubicBezTo>
                  <a:pt x="380" y="310"/>
                  <a:pt x="380" y="309"/>
                  <a:pt x="380" y="309"/>
                </a:cubicBezTo>
                <a:cubicBezTo>
                  <a:pt x="379" y="307"/>
                  <a:pt x="379" y="307"/>
                  <a:pt x="379" y="307"/>
                </a:cubicBezTo>
                <a:cubicBezTo>
                  <a:pt x="379" y="302"/>
                  <a:pt x="379" y="302"/>
                  <a:pt x="379" y="302"/>
                </a:cubicBezTo>
                <a:cubicBezTo>
                  <a:pt x="380" y="302"/>
                  <a:pt x="380" y="302"/>
                  <a:pt x="380" y="303"/>
                </a:cubicBezTo>
                <a:close/>
                <a:moveTo>
                  <a:pt x="380" y="375"/>
                </a:moveTo>
                <a:cubicBezTo>
                  <a:pt x="380" y="443"/>
                  <a:pt x="380" y="443"/>
                  <a:pt x="380" y="443"/>
                </a:cubicBezTo>
                <a:cubicBezTo>
                  <a:pt x="379" y="444"/>
                  <a:pt x="379" y="444"/>
                  <a:pt x="379" y="444"/>
                </a:cubicBezTo>
                <a:cubicBezTo>
                  <a:pt x="379" y="377"/>
                  <a:pt x="379" y="377"/>
                  <a:pt x="379" y="377"/>
                </a:cubicBezTo>
                <a:cubicBezTo>
                  <a:pt x="380" y="377"/>
                  <a:pt x="380" y="377"/>
                  <a:pt x="380" y="377"/>
                </a:cubicBezTo>
                <a:cubicBezTo>
                  <a:pt x="380" y="375"/>
                  <a:pt x="380" y="375"/>
                  <a:pt x="380" y="375"/>
                </a:cubicBezTo>
                <a:close/>
                <a:moveTo>
                  <a:pt x="380" y="490"/>
                </a:moveTo>
                <a:cubicBezTo>
                  <a:pt x="380" y="495"/>
                  <a:pt x="380" y="495"/>
                  <a:pt x="380" y="495"/>
                </a:cubicBezTo>
                <a:cubicBezTo>
                  <a:pt x="379" y="495"/>
                  <a:pt x="379" y="495"/>
                  <a:pt x="379" y="495"/>
                </a:cubicBezTo>
                <a:cubicBezTo>
                  <a:pt x="379" y="490"/>
                  <a:pt x="379" y="490"/>
                  <a:pt x="379" y="490"/>
                </a:cubicBezTo>
                <a:cubicBezTo>
                  <a:pt x="380" y="490"/>
                  <a:pt x="380" y="490"/>
                  <a:pt x="380" y="490"/>
                </a:cubicBezTo>
                <a:close/>
                <a:moveTo>
                  <a:pt x="380" y="501"/>
                </a:moveTo>
                <a:cubicBezTo>
                  <a:pt x="380" y="509"/>
                  <a:pt x="380" y="509"/>
                  <a:pt x="380" y="509"/>
                </a:cubicBezTo>
                <a:cubicBezTo>
                  <a:pt x="379" y="509"/>
                  <a:pt x="379" y="509"/>
                  <a:pt x="379" y="509"/>
                </a:cubicBezTo>
                <a:cubicBezTo>
                  <a:pt x="379" y="497"/>
                  <a:pt x="379" y="497"/>
                  <a:pt x="379" y="497"/>
                </a:cubicBezTo>
                <a:cubicBezTo>
                  <a:pt x="380" y="499"/>
                  <a:pt x="380" y="500"/>
                  <a:pt x="380" y="501"/>
                </a:cubicBezTo>
                <a:close/>
                <a:moveTo>
                  <a:pt x="380" y="612"/>
                </a:moveTo>
                <a:cubicBezTo>
                  <a:pt x="380" y="616"/>
                  <a:pt x="380" y="616"/>
                  <a:pt x="380" y="616"/>
                </a:cubicBezTo>
                <a:cubicBezTo>
                  <a:pt x="380" y="616"/>
                  <a:pt x="380" y="616"/>
                  <a:pt x="380" y="616"/>
                </a:cubicBezTo>
                <a:cubicBezTo>
                  <a:pt x="380" y="616"/>
                  <a:pt x="380" y="617"/>
                  <a:pt x="380" y="618"/>
                </a:cubicBezTo>
                <a:cubicBezTo>
                  <a:pt x="380" y="631"/>
                  <a:pt x="380" y="631"/>
                  <a:pt x="380" y="631"/>
                </a:cubicBezTo>
                <a:cubicBezTo>
                  <a:pt x="380" y="630"/>
                  <a:pt x="380" y="629"/>
                  <a:pt x="379" y="628"/>
                </a:cubicBezTo>
                <a:cubicBezTo>
                  <a:pt x="379" y="612"/>
                  <a:pt x="379" y="612"/>
                  <a:pt x="379" y="612"/>
                </a:cubicBezTo>
                <a:cubicBezTo>
                  <a:pt x="380" y="612"/>
                  <a:pt x="380" y="612"/>
                  <a:pt x="380" y="612"/>
                </a:cubicBezTo>
                <a:close/>
                <a:moveTo>
                  <a:pt x="380" y="633"/>
                </a:moveTo>
                <a:cubicBezTo>
                  <a:pt x="380" y="639"/>
                  <a:pt x="380" y="639"/>
                  <a:pt x="380" y="639"/>
                </a:cubicBezTo>
                <a:cubicBezTo>
                  <a:pt x="379" y="639"/>
                  <a:pt x="379" y="639"/>
                  <a:pt x="379" y="639"/>
                </a:cubicBezTo>
                <a:cubicBezTo>
                  <a:pt x="379" y="633"/>
                  <a:pt x="379" y="633"/>
                  <a:pt x="379" y="633"/>
                </a:cubicBezTo>
                <a:cubicBezTo>
                  <a:pt x="380" y="633"/>
                  <a:pt x="380" y="633"/>
                  <a:pt x="380" y="633"/>
                </a:cubicBezTo>
                <a:close/>
                <a:moveTo>
                  <a:pt x="380" y="672"/>
                </a:moveTo>
                <a:cubicBezTo>
                  <a:pt x="380" y="711"/>
                  <a:pt x="380" y="711"/>
                  <a:pt x="380" y="711"/>
                </a:cubicBezTo>
                <a:cubicBezTo>
                  <a:pt x="380" y="711"/>
                  <a:pt x="380" y="711"/>
                  <a:pt x="380" y="712"/>
                </a:cubicBezTo>
                <a:cubicBezTo>
                  <a:pt x="379" y="712"/>
                  <a:pt x="379" y="712"/>
                  <a:pt x="379" y="712"/>
                </a:cubicBezTo>
                <a:cubicBezTo>
                  <a:pt x="379" y="699"/>
                  <a:pt x="379" y="699"/>
                  <a:pt x="379" y="699"/>
                </a:cubicBezTo>
                <a:cubicBezTo>
                  <a:pt x="380" y="699"/>
                  <a:pt x="380" y="698"/>
                  <a:pt x="380" y="698"/>
                </a:cubicBezTo>
                <a:cubicBezTo>
                  <a:pt x="380" y="697"/>
                  <a:pt x="380" y="697"/>
                  <a:pt x="380" y="696"/>
                </a:cubicBezTo>
                <a:cubicBezTo>
                  <a:pt x="380" y="696"/>
                  <a:pt x="379" y="696"/>
                  <a:pt x="379" y="696"/>
                </a:cubicBezTo>
                <a:cubicBezTo>
                  <a:pt x="379" y="688"/>
                  <a:pt x="379" y="688"/>
                  <a:pt x="379" y="688"/>
                </a:cubicBezTo>
                <a:cubicBezTo>
                  <a:pt x="380" y="688"/>
                  <a:pt x="380" y="688"/>
                  <a:pt x="380" y="688"/>
                </a:cubicBezTo>
                <a:cubicBezTo>
                  <a:pt x="380" y="685"/>
                  <a:pt x="380" y="682"/>
                  <a:pt x="379" y="680"/>
                </a:cubicBezTo>
                <a:cubicBezTo>
                  <a:pt x="379" y="672"/>
                  <a:pt x="379" y="672"/>
                  <a:pt x="379" y="672"/>
                </a:cubicBezTo>
                <a:cubicBezTo>
                  <a:pt x="380" y="672"/>
                  <a:pt x="380" y="672"/>
                  <a:pt x="380" y="672"/>
                </a:cubicBezTo>
                <a:close/>
                <a:moveTo>
                  <a:pt x="380" y="747"/>
                </a:moveTo>
                <a:cubicBezTo>
                  <a:pt x="380" y="757"/>
                  <a:pt x="380" y="757"/>
                  <a:pt x="380" y="757"/>
                </a:cubicBezTo>
                <a:cubicBezTo>
                  <a:pt x="380" y="757"/>
                  <a:pt x="380" y="757"/>
                  <a:pt x="379" y="757"/>
                </a:cubicBezTo>
                <a:cubicBezTo>
                  <a:pt x="379" y="747"/>
                  <a:pt x="379" y="747"/>
                  <a:pt x="379" y="747"/>
                </a:cubicBezTo>
                <a:cubicBezTo>
                  <a:pt x="380" y="747"/>
                  <a:pt x="380" y="747"/>
                  <a:pt x="380" y="747"/>
                </a:cubicBezTo>
                <a:close/>
                <a:moveTo>
                  <a:pt x="377" y="2"/>
                </a:moveTo>
                <a:cubicBezTo>
                  <a:pt x="378" y="2"/>
                  <a:pt x="378" y="2"/>
                  <a:pt x="379" y="2"/>
                </a:cubicBezTo>
                <a:cubicBezTo>
                  <a:pt x="379" y="15"/>
                  <a:pt x="379" y="15"/>
                  <a:pt x="379" y="15"/>
                </a:cubicBezTo>
                <a:cubicBezTo>
                  <a:pt x="378" y="14"/>
                  <a:pt x="378" y="13"/>
                  <a:pt x="377" y="13"/>
                </a:cubicBezTo>
                <a:cubicBezTo>
                  <a:pt x="377" y="2"/>
                  <a:pt x="377" y="2"/>
                  <a:pt x="377" y="2"/>
                </a:cubicBezTo>
                <a:close/>
                <a:moveTo>
                  <a:pt x="379" y="793"/>
                </a:moveTo>
                <a:cubicBezTo>
                  <a:pt x="377" y="793"/>
                  <a:pt x="377" y="793"/>
                  <a:pt x="377" y="793"/>
                </a:cubicBezTo>
                <a:cubicBezTo>
                  <a:pt x="377" y="775"/>
                  <a:pt x="377" y="775"/>
                  <a:pt x="377" y="775"/>
                </a:cubicBezTo>
                <a:cubicBezTo>
                  <a:pt x="377" y="776"/>
                  <a:pt x="378" y="777"/>
                  <a:pt x="379" y="778"/>
                </a:cubicBezTo>
                <a:cubicBezTo>
                  <a:pt x="379" y="793"/>
                  <a:pt x="379" y="793"/>
                  <a:pt x="379" y="793"/>
                </a:cubicBezTo>
                <a:close/>
                <a:moveTo>
                  <a:pt x="379" y="39"/>
                </a:moveTo>
                <a:cubicBezTo>
                  <a:pt x="379" y="46"/>
                  <a:pt x="379" y="46"/>
                  <a:pt x="379" y="46"/>
                </a:cubicBezTo>
                <a:cubicBezTo>
                  <a:pt x="377" y="46"/>
                  <a:pt x="377" y="46"/>
                  <a:pt x="377" y="46"/>
                </a:cubicBezTo>
                <a:cubicBezTo>
                  <a:pt x="377" y="38"/>
                  <a:pt x="377" y="38"/>
                  <a:pt x="377" y="38"/>
                </a:cubicBezTo>
                <a:cubicBezTo>
                  <a:pt x="378" y="38"/>
                  <a:pt x="378" y="38"/>
                  <a:pt x="379" y="39"/>
                </a:cubicBezTo>
                <a:close/>
                <a:moveTo>
                  <a:pt x="379" y="165"/>
                </a:moveTo>
                <a:cubicBezTo>
                  <a:pt x="379" y="170"/>
                  <a:pt x="379" y="170"/>
                  <a:pt x="379" y="170"/>
                </a:cubicBezTo>
                <a:cubicBezTo>
                  <a:pt x="378" y="170"/>
                  <a:pt x="378" y="170"/>
                  <a:pt x="377" y="170"/>
                </a:cubicBezTo>
                <a:cubicBezTo>
                  <a:pt x="377" y="166"/>
                  <a:pt x="377" y="166"/>
                  <a:pt x="377" y="166"/>
                </a:cubicBezTo>
                <a:cubicBezTo>
                  <a:pt x="379" y="165"/>
                  <a:pt x="379" y="165"/>
                  <a:pt x="379" y="165"/>
                </a:cubicBezTo>
                <a:close/>
                <a:moveTo>
                  <a:pt x="379" y="181"/>
                </a:moveTo>
                <a:cubicBezTo>
                  <a:pt x="379" y="192"/>
                  <a:pt x="379" y="192"/>
                  <a:pt x="379" y="192"/>
                </a:cubicBezTo>
                <a:cubicBezTo>
                  <a:pt x="378" y="192"/>
                  <a:pt x="378" y="192"/>
                  <a:pt x="377" y="193"/>
                </a:cubicBezTo>
                <a:cubicBezTo>
                  <a:pt x="377" y="177"/>
                  <a:pt x="377" y="177"/>
                  <a:pt x="377" y="177"/>
                </a:cubicBezTo>
                <a:cubicBezTo>
                  <a:pt x="379" y="181"/>
                  <a:pt x="379" y="181"/>
                  <a:pt x="379" y="181"/>
                </a:cubicBezTo>
                <a:close/>
                <a:moveTo>
                  <a:pt x="379" y="296"/>
                </a:moveTo>
                <a:cubicBezTo>
                  <a:pt x="379" y="299"/>
                  <a:pt x="379" y="299"/>
                  <a:pt x="379" y="299"/>
                </a:cubicBezTo>
                <a:cubicBezTo>
                  <a:pt x="379" y="299"/>
                  <a:pt x="378" y="299"/>
                  <a:pt x="378" y="299"/>
                </a:cubicBezTo>
                <a:cubicBezTo>
                  <a:pt x="378" y="300"/>
                  <a:pt x="379" y="301"/>
                  <a:pt x="379" y="302"/>
                </a:cubicBezTo>
                <a:cubicBezTo>
                  <a:pt x="379" y="307"/>
                  <a:pt x="379" y="307"/>
                  <a:pt x="379" y="307"/>
                </a:cubicBezTo>
                <a:cubicBezTo>
                  <a:pt x="378" y="306"/>
                  <a:pt x="377" y="305"/>
                  <a:pt x="377" y="305"/>
                </a:cubicBezTo>
                <a:cubicBezTo>
                  <a:pt x="377" y="296"/>
                  <a:pt x="377" y="296"/>
                  <a:pt x="377" y="296"/>
                </a:cubicBezTo>
                <a:cubicBezTo>
                  <a:pt x="378" y="296"/>
                  <a:pt x="378" y="296"/>
                  <a:pt x="379" y="296"/>
                </a:cubicBezTo>
                <a:close/>
                <a:moveTo>
                  <a:pt x="379" y="310"/>
                </a:moveTo>
                <a:cubicBezTo>
                  <a:pt x="379" y="313"/>
                  <a:pt x="379" y="313"/>
                  <a:pt x="379" y="313"/>
                </a:cubicBezTo>
                <a:cubicBezTo>
                  <a:pt x="378" y="313"/>
                  <a:pt x="378" y="314"/>
                  <a:pt x="377" y="314"/>
                </a:cubicBezTo>
                <a:cubicBezTo>
                  <a:pt x="377" y="311"/>
                  <a:pt x="377" y="311"/>
                  <a:pt x="377" y="311"/>
                </a:cubicBezTo>
                <a:cubicBezTo>
                  <a:pt x="378" y="311"/>
                  <a:pt x="378" y="310"/>
                  <a:pt x="379" y="310"/>
                </a:cubicBezTo>
                <a:close/>
                <a:moveTo>
                  <a:pt x="379" y="377"/>
                </a:moveTo>
                <a:cubicBezTo>
                  <a:pt x="379" y="444"/>
                  <a:pt x="379" y="444"/>
                  <a:pt x="379" y="444"/>
                </a:cubicBezTo>
                <a:cubicBezTo>
                  <a:pt x="377" y="446"/>
                  <a:pt x="377" y="446"/>
                  <a:pt x="377" y="446"/>
                </a:cubicBezTo>
                <a:cubicBezTo>
                  <a:pt x="377" y="377"/>
                  <a:pt x="377" y="377"/>
                  <a:pt x="377" y="377"/>
                </a:cubicBezTo>
                <a:cubicBezTo>
                  <a:pt x="379" y="377"/>
                  <a:pt x="379" y="377"/>
                  <a:pt x="379" y="377"/>
                </a:cubicBezTo>
                <a:close/>
                <a:moveTo>
                  <a:pt x="379" y="490"/>
                </a:moveTo>
                <a:cubicBezTo>
                  <a:pt x="379" y="495"/>
                  <a:pt x="379" y="495"/>
                  <a:pt x="379" y="495"/>
                </a:cubicBezTo>
                <a:cubicBezTo>
                  <a:pt x="378" y="495"/>
                  <a:pt x="378" y="495"/>
                  <a:pt x="378" y="495"/>
                </a:cubicBezTo>
                <a:cubicBezTo>
                  <a:pt x="379" y="496"/>
                  <a:pt x="379" y="497"/>
                  <a:pt x="379" y="497"/>
                </a:cubicBezTo>
                <a:cubicBezTo>
                  <a:pt x="379" y="509"/>
                  <a:pt x="379" y="509"/>
                  <a:pt x="379" y="509"/>
                </a:cubicBezTo>
                <a:cubicBezTo>
                  <a:pt x="377" y="508"/>
                  <a:pt x="377" y="508"/>
                  <a:pt x="377" y="508"/>
                </a:cubicBezTo>
                <a:cubicBezTo>
                  <a:pt x="377" y="505"/>
                  <a:pt x="377" y="505"/>
                  <a:pt x="377" y="505"/>
                </a:cubicBezTo>
                <a:cubicBezTo>
                  <a:pt x="377" y="505"/>
                  <a:pt x="377" y="505"/>
                  <a:pt x="377" y="505"/>
                </a:cubicBezTo>
                <a:cubicBezTo>
                  <a:pt x="377" y="504"/>
                  <a:pt x="377" y="504"/>
                  <a:pt x="377" y="504"/>
                </a:cubicBezTo>
                <a:cubicBezTo>
                  <a:pt x="377" y="489"/>
                  <a:pt x="377" y="489"/>
                  <a:pt x="377" y="489"/>
                </a:cubicBezTo>
                <a:cubicBezTo>
                  <a:pt x="379" y="490"/>
                  <a:pt x="379" y="490"/>
                  <a:pt x="379" y="490"/>
                </a:cubicBezTo>
                <a:close/>
                <a:moveTo>
                  <a:pt x="379" y="612"/>
                </a:moveTo>
                <a:cubicBezTo>
                  <a:pt x="379" y="628"/>
                  <a:pt x="379" y="628"/>
                  <a:pt x="379" y="628"/>
                </a:cubicBezTo>
                <a:cubicBezTo>
                  <a:pt x="378" y="626"/>
                  <a:pt x="377" y="624"/>
                  <a:pt x="377" y="623"/>
                </a:cubicBezTo>
                <a:cubicBezTo>
                  <a:pt x="377" y="612"/>
                  <a:pt x="377" y="612"/>
                  <a:pt x="377" y="612"/>
                </a:cubicBezTo>
                <a:cubicBezTo>
                  <a:pt x="379" y="612"/>
                  <a:pt x="379" y="612"/>
                  <a:pt x="379" y="612"/>
                </a:cubicBezTo>
                <a:close/>
                <a:moveTo>
                  <a:pt x="379" y="633"/>
                </a:moveTo>
                <a:cubicBezTo>
                  <a:pt x="379" y="639"/>
                  <a:pt x="379" y="639"/>
                  <a:pt x="379" y="639"/>
                </a:cubicBezTo>
                <a:cubicBezTo>
                  <a:pt x="377" y="639"/>
                  <a:pt x="377" y="639"/>
                  <a:pt x="377" y="639"/>
                </a:cubicBezTo>
                <a:cubicBezTo>
                  <a:pt x="377" y="633"/>
                  <a:pt x="377" y="633"/>
                  <a:pt x="377" y="633"/>
                </a:cubicBezTo>
                <a:cubicBezTo>
                  <a:pt x="378" y="633"/>
                  <a:pt x="378" y="633"/>
                  <a:pt x="379" y="633"/>
                </a:cubicBezTo>
                <a:close/>
                <a:moveTo>
                  <a:pt x="379" y="672"/>
                </a:moveTo>
                <a:cubicBezTo>
                  <a:pt x="379" y="680"/>
                  <a:pt x="379" y="680"/>
                  <a:pt x="379" y="680"/>
                </a:cubicBezTo>
                <a:cubicBezTo>
                  <a:pt x="379" y="679"/>
                  <a:pt x="379" y="679"/>
                  <a:pt x="378" y="679"/>
                </a:cubicBezTo>
                <a:cubicBezTo>
                  <a:pt x="378" y="679"/>
                  <a:pt x="377" y="679"/>
                  <a:pt x="377" y="679"/>
                </a:cubicBezTo>
                <a:cubicBezTo>
                  <a:pt x="377" y="672"/>
                  <a:pt x="377" y="672"/>
                  <a:pt x="377" y="672"/>
                </a:cubicBezTo>
                <a:cubicBezTo>
                  <a:pt x="378" y="672"/>
                  <a:pt x="378" y="672"/>
                  <a:pt x="379" y="672"/>
                </a:cubicBezTo>
                <a:close/>
                <a:moveTo>
                  <a:pt x="379" y="688"/>
                </a:moveTo>
                <a:cubicBezTo>
                  <a:pt x="379" y="696"/>
                  <a:pt x="379" y="696"/>
                  <a:pt x="379" y="696"/>
                </a:cubicBezTo>
                <a:cubicBezTo>
                  <a:pt x="378" y="697"/>
                  <a:pt x="378" y="697"/>
                  <a:pt x="377" y="697"/>
                </a:cubicBezTo>
                <a:cubicBezTo>
                  <a:pt x="377" y="690"/>
                  <a:pt x="377" y="690"/>
                  <a:pt x="377" y="690"/>
                </a:cubicBezTo>
                <a:cubicBezTo>
                  <a:pt x="378" y="689"/>
                  <a:pt x="379" y="689"/>
                  <a:pt x="379" y="688"/>
                </a:cubicBezTo>
                <a:close/>
                <a:moveTo>
                  <a:pt x="379" y="699"/>
                </a:moveTo>
                <a:cubicBezTo>
                  <a:pt x="379" y="712"/>
                  <a:pt x="379" y="712"/>
                  <a:pt x="379" y="712"/>
                </a:cubicBezTo>
                <a:cubicBezTo>
                  <a:pt x="377" y="712"/>
                  <a:pt x="377" y="712"/>
                  <a:pt x="377" y="712"/>
                </a:cubicBezTo>
                <a:cubicBezTo>
                  <a:pt x="377" y="703"/>
                  <a:pt x="377" y="703"/>
                  <a:pt x="377" y="703"/>
                </a:cubicBezTo>
                <a:cubicBezTo>
                  <a:pt x="378" y="702"/>
                  <a:pt x="378" y="701"/>
                  <a:pt x="379" y="699"/>
                </a:cubicBezTo>
                <a:close/>
                <a:moveTo>
                  <a:pt x="379" y="747"/>
                </a:moveTo>
                <a:cubicBezTo>
                  <a:pt x="379" y="757"/>
                  <a:pt x="379" y="757"/>
                  <a:pt x="379" y="757"/>
                </a:cubicBezTo>
                <a:cubicBezTo>
                  <a:pt x="378" y="756"/>
                  <a:pt x="378" y="756"/>
                  <a:pt x="377" y="756"/>
                </a:cubicBezTo>
                <a:cubicBezTo>
                  <a:pt x="377" y="747"/>
                  <a:pt x="377" y="747"/>
                  <a:pt x="377" y="747"/>
                </a:cubicBezTo>
                <a:cubicBezTo>
                  <a:pt x="378" y="747"/>
                  <a:pt x="378" y="747"/>
                  <a:pt x="379" y="747"/>
                </a:cubicBezTo>
                <a:close/>
                <a:moveTo>
                  <a:pt x="373" y="2"/>
                </a:moveTo>
                <a:cubicBezTo>
                  <a:pt x="374" y="2"/>
                  <a:pt x="376" y="2"/>
                  <a:pt x="377" y="2"/>
                </a:cubicBezTo>
                <a:cubicBezTo>
                  <a:pt x="377" y="13"/>
                  <a:pt x="377" y="13"/>
                  <a:pt x="377" y="13"/>
                </a:cubicBezTo>
                <a:cubicBezTo>
                  <a:pt x="376" y="12"/>
                  <a:pt x="374" y="11"/>
                  <a:pt x="373" y="10"/>
                </a:cubicBezTo>
                <a:cubicBezTo>
                  <a:pt x="373" y="2"/>
                  <a:pt x="373" y="2"/>
                  <a:pt x="373" y="2"/>
                </a:cubicBezTo>
                <a:close/>
                <a:moveTo>
                  <a:pt x="377" y="793"/>
                </a:moveTo>
                <a:cubicBezTo>
                  <a:pt x="376" y="793"/>
                  <a:pt x="374" y="793"/>
                  <a:pt x="373" y="793"/>
                </a:cubicBezTo>
                <a:cubicBezTo>
                  <a:pt x="373" y="768"/>
                  <a:pt x="373" y="768"/>
                  <a:pt x="373" y="768"/>
                </a:cubicBezTo>
                <a:cubicBezTo>
                  <a:pt x="374" y="771"/>
                  <a:pt x="376" y="773"/>
                  <a:pt x="377" y="775"/>
                </a:cubicBezTo>
                <a:cubicBezTo>
                  <a:pt x="377" y="793"/>
                  <a:pt x="377" y="793"/>
                  <a:pt x="377" y="793"/>
                </a:cubicBezTo>
                <a:close/>
                <a:moveTo>
                  <a:pt x="377" y="38"/>
                </a:moveTo>
                <a:cubicBezTo>
                  <a:pt x="377" y="46"/>
                  <a:pt x="377" y="46"/>
                  <a:pt x="377" y="46"/>
                </a:cubicBezTo>
                <a:cubicBezTo>
                  <a:pt x="373" y="46"/>
                  <a:pt x="373" y="46"/>
                  <a:pt x="373" y="46"/>
                </a:cubicBezTo>
                <a:cubicBezTo>
                  <a:pt x="373" y="35"/>
                  <a:pt x="373" y="35"/>
                  <a:pt x="373" y="35"/>
                </a:cubicBezTo>
                <a:cubicBezTo>
                  <a:pt x="374" y="36"/>
                  <a:pt x="376" y="37"/>
                  <a:pt x="377" y="38"/>
                </a:cubicBezTo>
                <a:close/>
                <a:moveTo>
                  <a:pt x="377" y="166"/>
                </a:moveTo>
                <a:cubicBezTo>
                  <a:pt x="377" y="170"/>
                  <a:pt x="377" y="170"/>
                  <a:pt x="377" y="170"/>
                </a:cubicBezTo>
                <a:cubicBezTo>
                  <a:pt x="376" y="170"/>
                  <a:pt x="374" y="171"/>
                  <a:pt x="373" y="171"/>
                </a:cubicBezTo>
                <a:cubicBezTo>
                  <a:pt x="373" y="166"/>
                  <a:pt x="373" y="166"/>
                  <a:pt x="373" y="166"/>
                </a:cubicBezTo>
                <a:cubicBezTo>
                  <a:pt x="377" y="166"/>
                  <a:pt x="377" y="166"/>
                  <a:pt x="377" y="166"/>
                </a:cubicBezTo>
                <a:close/>
                <a:moveTo>
                  <a:pt x="377" y="177"/>
                </a:moveTo>
                <a:cubicBezTo>
                  <a:pt x="377" y="193"/>
                  <a:pt x="377" y="193"/>
                  <a:pt x="377" y="193"/>
                </a:cubicBezTo>
                <a:cubicBezTo>
                  <a:pt x="376" y="193"/>
                  <a:pt x="375" y="193"/>
                  <a:pt x="373" y="194"/>
                </a:cubicBezTo>
                <a:cubicBezTo>
                  <a:pt x="373" y="188"/>
                  <a:pt x="373" y="188"/>
                  <a:pt x="373" y="188"/>
                </a:cubicBezTo>
                <a:cubicBezTo>
                  <a:pt x="375" y="188"/>
                  <a:pt x="375" y="188"/>
                  <a:pt x="375" y="188"/>
                </a:cubicBezTo>
                <a:cubicBezTo>
                  <a:pt x="375" y="187"/>
                  <a:pt x="375" y="187"/>
                  <a:pt x="373" y="183"/>
                </a:cubicBezTo>
                <a:cubicBezTo>
                  <a:pt x="373" y="174"/>
                  <a:pt x="373" y="174"/>
                  <a:pt x="373" y="174"/>
                </a:cubicBezTo>
                <a:cubicBezTo>
                  <a:pt x="377" y="177"/>
                  <a:pt x="377" y="177"/>
                  <a:pt x="377" y="177"/>
                </a:cubicBezTo>
                <a:close/>
                <a:moveTo>
                  <a:pt x="377" y="296"/>
                </a:moveTo>
                <a:cubicBezTo>
                  <a:pt x="377" y="305"/>
                  <a:pt x="377" y="305"/>
                  <a:pt x="377" y="305"/>
                </a:cubicBezTo>
                <a:cubicBezTo>
                  <a:pt x="376" y="303"/>
                  <a:pt x="374" y="302"/>
                  <a:pt x="373" y="302"/>
                </a:cubicBezTo>
                <a:cubicBezTo>
                  <a:pt x="373" y="297"/>
                  <a:pt x="373" y="297"/>
                  <a:pt x="373" y="297"/>
                </a:cubicBezTo>
                <a:cubicBezTo>
                  <a:pt x="374" y="297"/>
                  <a:pt x="376" y="296"/>
                  <a:pt x="377" y="296"/>
                </a:cubicBezTo>
                <a:close/>
                <a:moveTo>
                  <a:pt x="377" y="311"/>
                </a:moveTo>
                <a:cubicBezTo>
                  <a:pt x="377" y="314"/>
                  <a:pt x="377" y="314"/>
                  <a:pt x="377" y="314"/>
                </a:cubicBezTo>
                <a:cubicBezTo>
                  <a:pt x="376" y="314"/>
                  <a:pt x="374" y="315"/>
                  <a:pt x="373" y="315"/>
                </a:cubicBezTo>
                <a:cubicBezTo>
                  <a:pt x="373" y="311"/>
                  <a:pt x="373" y="311"/>
                  <a:pt x="373" y="311"/>
                </a:cubicBezTo>
                <a:cubicBezTo>
                  <a:pt x="374" y="311"/>
                  <a:pt x="374" y="311"/>
                  <a:pt x="374" y="311"/>
                </a:cubicBezTo>
                <a:cubicBezTo>
                  <a:pt x="375" y="311"/>
                  <a:pt x="376" y="311"/>
                  <a:pt x="377" y="311"/>
                </a:cubicBezTo>
                <a:close/>
                <a:moveTo>
                  <a:pt x="377" y="377"/>
                </a:moveTo>
                <a:cubicBezTo>
                  <a:pt x="377" y="446"/>
                  <a:pt x="377" y="446"/>
                  <a:pt x="377" y="446"/>
                </a:cubicBezTo>
                <a:cubicBezTo>
                  <a:pt x="373" y="448"/>
                  <a:pt x="373" y="448"/>
                  <a:pt x="373" y="448"/>
                </a:cubicBezTo>
                <a:cubicBezTo>
                  <a:pt x="373" y="377"/>
                  <a:pt x="373" y="377"/>
                  <a:pt x="373" y="377"/>
                </a:cubicBezTo>
                <a:cubicBezTo>
                  <a:pt x="377" y="377"/>
                  <a:pt x="377" y="377"/>
                  <a:pt x="377" y="377"/>
                </a:cubicBezTo>
                <a:close/>
                <a:moveTo>
                  <a:pt x="377" y="489"/>
                </a:moveTo>
                <a:cubicBezTo>
                  <a:pt x="377" y="504"/>
                  <a:pt x="377" y="504"/>
                  <a:pt x="377" y="504"/>
                </a:cubicBezTo>
                <a:cubicBezTo>
                  <a:pt x="376" y="501"/>
                  <a:pt x="374" y="498"/>
                  <a:pt x="373" y="495"/>
                </a:cubicBezTo>
                <a:cubicBezTo>
                  <a:pt x="373" y="489"/>
                  <a:pt x="373" y="489"/>
                  <a:pt x="373" y="489"/>
                </a:cubicBezTo>
                <a:cubicBezTo>
                  <a:pt x="377" y="489"/>
                  <a:pt x="377" y="489"/>
                  <a:pt x="377" y="489"/>
                </a:cubicBezTo>
                <a:close/>
                <a:moveTo>
                  <a:pt x="377" y="505"/>
                </a:moveTo>
                <a:cubicBezTo>
                  <a:pt x="377" y="508"/>
                  <a:pt x="377" y="508"/>
                  <a:pt x="377" y="508"/>
                </a:cubicBezTo>
                <a:cubicBezTo>
                  <a:pt x="376" y="508"/>
                  <a:pt x="374" y="508"/>
                  <a:pt x="373" y="507"/>
                </a:cubicBezTo>
                <a:cubicBezTo>
                  <a:pt x="373" y="505"/>
                  <a:pt x="373" y="505"/>
                  <a:pt x="373" y="505"/>
                </a:cubicBezTo>
                <a:cubicBezTo>
                  <a:pt x="374" y="505"/>
                  <a:pt x="374" y="505"/>
                  <a:pt x="374" y="505"/>
                </a:cubicBezTo>
                <a:cubicBezTo>
                  <a:pt x="377" y="505"/>
                  <a:pt x="377" y="505"/>
                  <a:pt x="377" y="505"/>
                </a:cubicBezTo>
                <a:close/>
                <a:moveTo>
                  <a:pt x="377" y="612"/>
                </a:moveTo>
                <a:cubicBezTo>
                  <a:pt x="377" y="623"/>
                  <a:pt x="377" y="623"/>
                  <a:pt x="377" y="623"/>
                </a:cubicBezTo>
                <a:cubicBezTo>
                  <a:pt x="376" y="621"/>
                  <a:pt x="375" y="620"/>
                  <a:pt x="373" y="618"/>
                </a:cubicBezTo>
                <a:cubicBezTo>
                  <a:pt x="373" y="612"/>
                  <a:pt x="373" y="612"/>
                  <a:pt x="373" y="612"/>
                </a:cubicBezTo>
                <a:cubicBezTo>
                  <a:pt x="374" y="612"/>
                  <a:pt x="374" y="612"/>
                  <a:pt x="375" y="612"/>
                </a:cubicBezTo>
                <a:cubicBezTo>
                  <a:pt x="377" y="612"/>
                  <a:pt x="377" y="612"/>
                  <a:pt x="377" y="612"/>
                </a:cubicBezTo>
                <a:close/>
                <a:moveTo>
                  <a:pt x="377" y="633"/>
                </a:moveTo>
                <a:cubicBezTo>
                  <a:pt x="377" y="639"/>
                  <a:pt x="377" y="639"/>
                  <a:pt x="377" y="639"/>
                </a:cubicBezTo>
                <a:cubicBezTo>
                  <a:pt x="375" y="639"/>
                  <a:pt x="375" y="639"/>
                  <a:pt x="375" y="639"/>
                </a:cubicBezTo>
                <a:cubicBezTo>
                  <a:pt x="374" y="639"/>
                  <a:pt x="374" y="639"/>
                  <a:pt x="373" y="639"/>
                </a:cubicBezTo>
                <a:cubicBezTo>
                  <a:pt x="373" y="633"/>
                  <a:pt x="373" y="633"/>
                  <a:pt x="373" y="633"/>
                </a:cubicBezTo>
                <a:cubicBezTo>
                  <a:pt x="374" y="633"/>
                  <a:pt x="376" y="633"/>
                  <a:pt x="377" y="633"/>
                </a:cubicBezTo>
                <a:close/>
                <a:moveTo>
                  <a:pt x="377" y="672"/>
                </a:moveTo>
                <a:cubicBezTo>
                  <a:pt x="377" y="679"/>
                  <a:pt x="377" y="679"/>
                  <a:pt x="377" y="679"/>
                </a:cubicBezTo>
                <a:cubicBezTo>
                  <a:pt x="376" y="679"/>
                  <a:pt x="375" y="679"/>
                  <a:pt x="373" y="680"/>
                </a:cubicBezTo>
                <a:cubicBezTo>
                  <a:pt x="373" y="672"/>
                  <a:pt x="373" y="672"/>
                  <a:pt x="373" y="672"/>
                </a:cubicBezTo>
                <a:cubicBezTo>
                  <a:pt x="374" y="672"/>
                  <a:pt x="376" y="672"/>
                  <a:pt x="377" y="672"/>
                </a:cubicBezTo>
                <a:close/>
                <a:moveTo>
                  <a:pt x="377" y="690"/>
                </a:moveTo>
                <a:cubicBezTo>
                  <a:pt x="377" y="697"/>
                  <a:pt x="377" y="697"/>
                  <a:pt x="377" y="697"/>
                </a:cubicBezTo>
                <a:cubicBezTo>
                  <a:pt x="376" y="697"/>
                  <a:pt x="374" y="697"/>
                  <a:pt x="373" y="697"/>
                </a:cubicBezTo>
                <a:cubicBezTo>
                  <a:pt x="373" y="687"/>
                  <a:pt x="373" y="687"/>
                  <a:pt x="373" y="687"/>
                </a:cubicBezTo>
                <a:cubicBezTo>
                  <a:pt x="374" y="688"/>
                  <a:pt x="374" y="689"/>
                  <a:pt x="375" y="690"/>
                </a:cubicBezTo>
                <a:cubicBezTo>
                  <a:pt x="376" y="690"/>
                  <a:pt x="376" y="690"/>
                  <a:pt x="377" y="690"/>
                </a:cubicBezTo>
                <a:close/>
                <a:moveTo>
                  <a:pt x="377" y="703"/>
                </a:moveTo>
                <a:cubicBezTo>
                  <a:pt x="377" y="712"/>
                  <a:pt x="377" y="712"/>
                  <a:pt x="377" y="712"/>
                </a:cubicBezTo>
                <a:cubicBezTo>
                  <a:pt x="373" y="712"/>
                  <a:pt x="373" y="712"/>
                  <a:pt x="373" y="712"/>
                </a:cubicBezTo>
                <a:cubicBezTo>
                  <a:pt x="373" y="703"/>
                  <a:pt x="373" y="703"/>
                  <a:pt x="373" y="703"/>
                </a:cubicBezTo>
                <a:cubicBezTo>
                  <a:pt x="374" y="703"/>
                  <a:pt x="375" y="703"/>
                  <a:pt x="376" y="703"/>
                </a:cubicBezTo>
                <a:cubicBezTo>
                  <a:pt x="377" y="703"/>
                  <a:pt x="377" y="703"/>
                  <a:pt x="377" y="703"/>
                </a:cubicBezTo>
                <a:close/>
                <a:moveTo>
                  <a:pt x="377" y="747"/>
                </a:moveTo>
                <a:cubicBezTo>
                  <a:pt x="377" y="756"/>
                  <a:pt x="377" y="756"/>
                  <a:pt x="377" y="756"/>
                </a:cubicBezTo>
                <a:cubicBezTo>
                  <a:pt x="376" y="756"/>
                  <a:pt x="374" y="756"/>
                  <a:pt x="373" y="756"/>
                </a:cubicBezTo>
                <a:cubicBezTo>
                  <a:pt x="373" y="747"/>
                  <a:pt x="373" y="747"/>
                  <a:pt x="373" y="747"/>
                </a:cubicBezTo>
                <a:cubicBezTo>
                  <a:pt x="374" y="747"/>
                  <a:pt x="376" y="747"/>
                  <a:pt x="377" y="747"/>
                </a:cubicBezTo>
                <a:close/>
                <a:moveTo>
                  <a:pt x="373" y="551"/>
                </a:moveTo>
                <a:cubicBezTo>
                  <a:pt x="373" y="544"/>
                  <a:pt x="373" y="544"/>
                  <a:pt x="373" y="544"/>
                </a:cubicBezTo>
                <a:cubicBezTo>
                  <a:pt x="375" y="545"/>
                  <a:pt x="376" y="546"/>
                  <a:pt x="377" y="548"/>
                </a:cubicBezTo>
                <a:cubicBezTo>
                  <a:pt x="375" y="549"/>
                  <a:pt x="374" y="550"/>
                  <a:pt x="373" y="551"/>
                </a:cubicBezTo>
                <a:close/>
                <a:moveTo>
                  <a:pt x="373" y="264"/>
                </a:moveTo>
                <a:cubicBezTo>
                  <a:pt x="373" y="258"/>
                  <a:pt x="373" y="258"/>
                  <a:pt x="373" y="258"/>
                </a:cubicBezTo>
                <a:cubicBezTo>
                  <a:pt x="375" y="258"/>
                  <a:pt x="375" y="258"/>
                  <a:pt x="375" y="258"/>
                </a:cubicBezTo>
                <a:cubicBezTo>
                  <a:pt x="375" y="260"/>
                  <a:pt x="375" y="261"/>
                  <a:pt x="375" y="263"/>
                </a:cubicBezTo>
                <a:cubicBezTo>
                  <a:pt x="375" y="264"/>
                  <a:pt x="374" y="264"/>
                  <a:pt x="373" y="264"/>
                </a:cubicBezTo>
                <a:close/>
                <a:moveTo>
                  <a:pt x="370" y="2"/>
                </a:moveTo>
                <a:cubicBezTo>
                  <a:pt x="371" y="2"/>
                  <a:pt x="372" y="2"/>
                  <a:pt x="373" y="2"/>
                </a:cubicBezTo>
                <a:cubicBezTo>
                  <a:pt x="373" y="10"/>
                  <a:pt x="373" y="10"/>
                  <a:pt x="373" y="10"/>
                </a:cubicBezTo>
                <a:cubicBezTo>
                  <a:pt x="372" y="10"/>
                  <a:pt x="371" y="9"/>
                  <a:pt x="370" y="9"/>
                </a:cubicBezTo>
                <a:cubicBezTo>
                  <a:pt x="370" y="2"/>
                  <a:pt x="370" y="2"/>
                  <a:pt x="370" y="2"/>
                </a:cubicBezTo>
                <a:close/>
                <a:moveTo>
                  <a:pt x="373" y="793"/>
                </a:moveTo>
                <a:cubicBezTo>
                  <a:pt x="372" y="793"/>
                  <a:pt x="371" y="793"/>
                  <a:pt x="370" y="793"/>
                </a:cubicBezTo>
                <a:cubicBezTo>
                  <a:pt x="370" y="785"/>
                  <a:pt x="370" y="785"/>
                  <a:pt x="370" y="785"/>
                </a:cubicBezTo>
                <a:cubicBezTo>
                  <a:pt x="371" y="785"/>
                  <a:pt x="371" y="785"/>
                  <a:pt x="372" y="784"/>
                </a:cubicBezTo>
                <a:cubicBezTo>
                  <a:pt x="371" y="783"/>
                  <a:pt x="371" y="781"/>
                  <a:pt x="370" y="780"/>
                </a:cubicBezTo>
                <a:cubicBezTo>
                  <a:pt x="370" y="760"/>
                  <a:pt x="370" y="760"/>
                  <a:pt x="370" y="760"/>
                </a:cubicBezTo>
                <a:cubicBezTo>
                  <a:pt x="371" y="763"/>
                  <a:pt x="372" y="766"/>
                  <a:pt x="373" y="768"/>
                </a:cubicBezTo>
                <a:cubicBezTo>
                  <a:pt x="373" y="793"/>
                  <a:pt x="373" y="793"/>
                  <a:pt x="373" y="793"/>
                </a:cubicBezTo>
                <a:close/>
                <a:moveTo>
                  <a:pt x="373" y="35"/>
                </a:moveTo>
                <a:cubicBezTo>
                  <a:pt x="373" y="46"/>
                  <a:pt x="373" y="46"/>
                  <a:pt x="373" y="46"/>
                </a:cubicBezTo>
                <a:cubicBezTo>
                  <a:pt x="370" y="46"/>
                  <a:pt x="370" y="46"/>
                  <a:pt x="370" y="46"/>
                </a:cubicBezTo>
                <a:cubicBezTo>
                  <a:pt x="370" y="32"/>
                  <a:pt x="370" y="32"/>
                  <a:pt x="370" y="32"/>
                </a:cubicBezTo>
                <a:cubicBezTo>
                  <a:pt x="371" y="33"/>
                  <a:pt x="372" y="34"/>
                  <a:pt x="373" y="35"/>
                </a:cubicBezTo>
                <a:close/>
                <a:moveTo>
                  <a:pt x="373" y="166"/>
                </a:moveTo>
                <a:cubicBezTo>
                  <a:pt x="373" y="171"/>
                  <a:pt x="373" y="171"/>
                  <a:pt x="373" y="171"/>
                </a:cubicBezTo>
                <a:cubicBezTo>
                  <a:pt x="373" y="171"/>
                  <a:pt x="372" y="171"/>
                  <a:pt x="372" y="172"/>
                </a:cubicBezTo>
                <a:cubicBezTo>
                  <a:pt x="373" y="174"/>
                  <a:pt x="373" y="174"/>
                  <a:pt x="373" y="174"/>
                </a:cubicBezTo>
                <a:cubicBezTo>
                  <a:pt x="373" y="183"/>
                  <a:pt x="373" y="183"/>
                  <a:pt x="373" y="183"/>
                </a:cubicBezTo>
                <a:cubicBezTo>
                  <a:pt x="373" y="182"/>
                  <a:pt x="372" y="180"/>
                  <a:pt x="370" y="177"/>
                </a:cubicBezTo>
                <a:cubicBezTo>
                  <a:pt x="370" y="166"/>
                  <a:pt x="370" y="166"/>
                  <a:pt x="370" y="166"/>
                </a:cubicBezTo>
                <a:cubicBezTo>
                  <a:pt x="371" y="166"/>
                  <a:pt x="371" y="166"/>
                  <a:pt x="371" y="166"/>
                </a:cubicBezTo>
                <a:cubicBezTo>
                  <a:pt x="373" y="166"/>
                  <a:pt x="373" y="166"/>
                  <a:pt x="373" y="166"/>
                </a:cubicBezTo>
                <a:close/>
                <a:moveTo>
                  <a:pt x="373" y="188"/>
                </a:moveTo>
                <a:cubicBezTo>
                  <a:pt x="373" y="194"/>
                  <a:pt x="373" y="194"/>
                  <a:pt x="373" y="194"/>
                </a:cubicBezTo>
                <a:cubicBezTo>
                  <a:pt x="372" y="194"/>
                  <a:pt x="372" y="194"/>
                  <a:pt x="372" y="194"/>
                </a:cubicBezTo>
                <a:cubicBezTo>
                  <a:pt x="372" y="194"/>
                  <a:pt x="371" y="194"/>
                  <a:pt x="370" y="194"/>
                </a:cubicBezTo>
                <a:cubicBezTo>
                  <a:pt x="370" y="188"/>
                  <a:pt x="370" y="188"/>
                  <a:pt x="370" y="188"/>
                </a:cubicBezTo>
                <a:cubicBezTo>
                  <a:pt x="371" y="188"/>
                  <a:pt x="372" y="188"/>
                  <a:pt x="373" y="188"/>
                </a:cubicBezTo>
                <a:close/>
                <a:moveTo>
                  <a:pt x="373" y="258"/>
                </a:moveTo>
                <a:cubicBezTo>
                  <a:pt x="373" y="264"/>
                  <a:pt x="373" y="264"/>
                  <a:pt x="373" y="264"/>
                </a:cubicBezTo>
                <a:cubicBezTo>
                  <a:pt x="372" y="265"/>
                  <a:pt x="371" y="266"/>
                  <a:pt x="370" y="266"/>
                </a:cubicBezTo>
                <a:cubicBezTo>
                  <a:pt x="370" y="257"/>
                  <a:pt x="370" y="257"/>
                  <a:pt x="370" y="257"/>
                </a:cubicBezTo>
                <a:cubicBezTo>
                  <a:pt x="371" y="258"/>
                  <a:pt x="372" y="258"/>
                  <a:pt x="373" y="258"/>
                </a:cubicBezTo>
                <a:close/>
                <a:moveTo>
                  <a:pt x="373" y="297"/>
                </a:moveTo>
                <a:cubicBezTo>
                  <a:pt x="373" y="302"/>
                  <a:pt x="373" y="302"/>
                  <a:pt x="373" y="302"/>
                </a:cubicBezTo>
                <a:cubicBezTo>
                  <a:pt x="372" y="302"/>
                  <a:pt x="371" y="302"/>
                  <a:pt x="370" y="302"/>
                </a:cubicBezTo>
                <a:cubicBezTo>
                  <a:pt x="370" y="298"/>
                  <a:pt x="370" y="298"/>
                  <a:pt x="370" y="298"/>
                </a:cubicBezTo>
                <a:cubicBezTo>
                  <a:pt x="371" y="298"/>
                  <a:pt x="372" y="297"/>
                  <a:pt x="373" y="297"/>
                </a:cubicBezTo>
                <a:close/>
                <a:moveTo>
                  <a:pt x="373" y="311"/>
                </a:moveTo>
                <a:cubicBezTo>
                  <a:pt x="373" y="315"/>
                  <a:pt x="373" y="315"/>
                  <a:pt x="373" y="315"/>
                </a:cubicBezTo>
                <a:cubicBezTo>
                  <a:pt x="372" y="315"/>
                  <a:pt x="371" y="315"/>
                  <a:pt x="370" y="316"/>
                </a:cubicBezTo>
                <a:cubicBezTo>
                  <a:pt x="370" y="308"/>
                  <a:pt x="370" y="308"/>
                  <a:pt x="370" y="308"/>
                </a:cubicBezTo>
                <a:cubicBezTo>
                  <a:pt x="373" y="311"/>
                  <a:pt x="373" y="311"/>
                  <a:pt x="373" y="311"/>
                </a:cubicBezTo>
                <a:close/>
                <a:moveTo>
                  <a:pt x="373" y="377"/>
                </a:moveTo>
                <a:cubicBezTo>
                  <a:pt x="373" y="448"/>
                  <a:pt x="373" y="448"/>
                  <a:pt x="373" y="448"/>
                </a:cubicBezTo>
                <a:cubicBezTo>
                  <a:pt x="370" y="451"/>
                  <a:pt x="370" y="451"/>
                  <a:pt x="370" y="451"/>
                </a:cubicBezTo>
                <a:cubicBezTo>
                  <a:pt x="370" y="377"/>
                  <a:pt x="370" y="377"/>
                  <a:pt x="370" y="377"/>
                </a:cubicBezTo>
                <a:cubicBezTo>
                  <a:pt x="373" y="377"/>
                  <a:pt x="373" y="377"/>
                  <a:pt x="373" y="377"/>
                </a:cubicBezTo>
                <a:close/>
                <a:moveTo>
                  <a:pt x="373" y="489"/>
                </a:moveTo>
                <a:cubicBezTo>
                  <a:pt x="373" y="495"/>
                  <a:pt x="373" y="495"/>
                  <a:pt x="373" y="495"/>
                </a:cubicBezTo>
                <a:cubicBezTo>
                  <a:pt x="373" y="493"/>
                  <a:pt x="373" y="493"/>
                  <a:pt x="373" y="493"/>
                </a:cubicBezTo>
                <a:cubicBezTo>
                  <a:pt x="370" y="492"/>
                  <a:pt x="370" y="492"/>
                  <a:pt x="370" y="492"/>
                </a:cubicBezTo>
                <a:cubicBezTo>
                  <a:pt x="370" y="488"/>
                  <a:pt x="370" y="488"/>
                  <a:pt x="370" y="488"/>
                </a:cubicBezTo>
                <a:cubicBezTo>
                  <a:pt x="373" y="489"/>
                  <a:pt x="373" y="489"/>
                  <a:pt x="373" y="489"/>
                </a:cubicBezTo>
                <a:close/>
                <a:moveTo>
                  <a:pt x="373" y="505"/>
                </a:moveTo>
                <a:cubicBezTo>
                  <a:pt x="373" y="507"/>
                  <a:pt x="373" y="507"/>
                  <a:pt x="373" y="507"/>
                </a:cubicBezTo>
                <a:cubicBezTo>
                  <a:pt x="372" y="507"/>
                  <a:pt x="371" y="507"/>
                  <a:pt x="370" y="506"/>
                </a:cubicBezTo>
                <a:cubicBezTo>
                  <a:pt x="370" y="501"/>
                  <a:pt x="370" y="501"/>
                  <a:pt x="370" y="501"/>
                </a:cubicBezTo>
                <a:cubicBezTo>
                  <a:pt x="371" y="502"/>
                  <a:pt x="372" y="504"/>
                  <a:pt x="373" y="505"/>
                </a:cubicBezTo>
                <a:close/>
                <a:moveTo>
                  <a:pt x="373" y="544"/>
                </a:moveTo>
                <a:cubicBezTo>
                  <a:pt x="373" y="551"/>
                  <a:pt x="373" y="551"/>
                  <a:pt x="373" y="551"/>
                </a:cubicBezTo>
                <a:cubicBezTo>
                  <a:pt x="372" y="551"/>
                  <a:pt x="371" y="552"/>
                  <a:pt x="370" y="552"/>
                </a:cubicBezTo>
                <a:cubicBezTo>
                  <a:pt x="370" y="543"/>
                  <a:pt x="370" y="543"/>
                  <a:pt x="370" y="543"/>
                </a:cubicBezTo>
                <a:cubicBezTo>
                  <a:pt x="371" y="543"/>
                  <a:pt x="372" y="544"/>
                  <a:pt x="373" y="544"/>
                </a:cubicBezTo>
                <a:close/>
                <a:moveTo>
                  <a:pt x="373" y="612"/>
                </a:moveTo>
                <a:cubicBezTo>
                  <a:pt x="373" y="618"/>
                  <a:pt x="373" y="618"/>
                  <a:pt x="373" y="618"/>
                </a:cubicBezTo>
                <a:cubicBezTo>
                  <a:pt x="372" y="618"/>
                  <a:pt x="371" y="617"/>
                  <a:pt x="370" y="616"/>
                </a:cubicBezTo>
                <a:cubicBezTo>
                  <a:pt x="370" y="610"/>
                  <a:pt x="370" y="610"/>
                  <a:pt x="370" y="610"/>
                </a:cubicBezTo>
                <a:cubicBezTo>
                  <a:pt x="371" y="611"/>
                  <a:pt x="372" y="611"/>
                  <a:pt x="373" y="612"/>
                </a:cubicBezTo>
                <a:close/>
                <a:moveTo>
                  <a:pt x="373" y="633"/>
                </a:moveTo>
                <a:cubicBezTo>
                  <a:pt x="373" y="639"/>
                  <a:pt x="373" y="639"/>
                  <a:pt x="373" y="639"/>
                </a:cubicBezTo>
                <a:cubicBezTo>
                  <a:pt x="372" y="639"/>
                  <a:pt x="371" y="638"/>
                  <a:pt x="370" y="638"/>
                </a:cubicBezTo>
                <a:cubicBezTo>
                  <a:pt x="370" y="632"/>
                  <a:pt x="370" y="632"/>
                  <a:pt x="370" y="632"/>
                </a:cubicBezTo>
                <a:cubicBezTo>
                  <a:pt x="371" y="633"/>
                  <a:pt x="372" y="633"/>
                  <a:pt x="372" y="633"/>
                </a:cubicBezTo>
                <a:cubicBezTo>
                  <a:pt x="373" y="633"/>
                  <a:pt x="373" y="633"/>
                  <a:pt x="373" y="633"/>
                </a:cubicBezTo>
                <a:close/>
                <a:moveTo>
                  <a:pt x="373" y="672"/>
                </a:moveTo>
                <a:cubicBezTo>
                  <a:pt x="373" y="680"/>
                  <a:pt x="373" y="680"/>
                  <a:pt x="373" y="680"/>
                </a:cubicBezTo>
                <a:cubicBezTo>
                  <a:pt x="373" y="680"/>
                  <a:pt x="373" y="680"/>
                  <a:pt x="373" y="680"/>
                </a:cubicBezTo>
                <a:cubicBezTo>
                  <a:pt x="373" y="683"/>
                  <a:pt x="373" y="685"/>
                  <a:pt x="373" y="687"/>
                </a:cubicBezTo>
                <a:cubicBezTo>
                  <a:pt x="373" y="697"/>
                  <a:pt x="373" y="697"/>
                  <a:pt x="373" y="697"/>
                </a:cubicBezTo>
                <a:cubicBezTo>
                  <a:pt x="372" y="697"/>
                  <a:pt x="371" y="697"/>
                  <a:pt x="370" y="696"/>
                </a:cubicBezTo>
                <a:cubicBezTo>
                  <a:pt x="370" y="672"/>
                  <a:pt x="370" y="672"/>
                  <a:pt x="370" y="672"/>
                </a:cubicBezTo>
                <a:cubicBezTo>
                  <a:pt x="371" y="672"/>
                  <a:pt x="372" y="672"/>
                  <a:pt x="373" y="672"/>
                </a:cubicBezTo>
                <a:close/>
                <a:moveTo>
                  <a:pt x="373" y="703"/>
                </a:moveTo>
                <a:cubicBezTo>
                  <a:pt x="373" y="712"/>
                  <a:pt x="373" y="712"/>
                  <a:pt x="373" y="712"/>
                </a:cubicBezTo>
                <a:cubicBezTo>
                  <a:pt x="372" y="712"/>
                  <a:pt x="371" y="712"/>
                  <a:pt x="370" y="712"/>
                </a:cubicBezTo>
                <a:cubicBezTo>
                  <a:pt x="370" y="703"/>
                  <a:pt x="370" y="703"/>
                  <a:pt x="370" y="703"/>
                </a:cubicBezTo>
                <a:cubicBezTo>
                  <a:pt x="371" y="703"/>
                  <a:pt x="372" y="703"/>
                  <a:pt x="373" y="703"/>
                </a:cubicBezTo>
                <a:close/>
                <a:moveTo>
                  <a:pt x="373" y="747"/>
                </a:moveTo>
                <a:cubicBezTo>
                  <a:pt x="373" y="756"/>
                  <a:pt x="373" y="756"/>
                  <a:pt x="373" y="756"/>
                </a:cubicBezTo>
                <a:cubicBezTo>
                  <a:pt x="372" y="756"/>
                  <a:pt x="371" y="756"/>
                  <a:pt x="370" y="756"/>
                </a:cubicBezTo>
                <a:cubicBezTo>
                  <a:pt x="370" y="747"/>
                  <a:pt x="370" y="747"/>
                  <a:pt x="370" y="747"/>
                </a:cubicBezTo>
                <a:cubicBezTo>
                  <a:pt x="371" y="747"/>
                  <a:pt x="372" y="747"/>
                  <a:pt x="373" y="747"/>
                </a:cubicBezTo>
                <a:close/>
                <a:moveTo>
                  <a:pt x="370" y="529"/>
                </a:moveTo>
                <a:cubicBezTo>
                  <a:pt x="370" y="522"/>
                  <a:pt x="370" y="522"/>
                  <a:pt x="370" y="522"/>
                </a:cubicBezTo>
                <a:cubicBezTo>
                  <a:pt x="371" y="524"/>
                  <a:pt x="371" y="527"/>
                  <a:pt x="370" y="529"/>
                </a:cubicBezTo>
                <a:close/>
                <a:moveTo>
                  <a:pt x="370" y="129"/>
                </a:moveTo>
                <a:cubicBezTo>
                  <a:pt x="370" y="121"/>
                  <a:pt x="370" y="121"/>
                  <a:pt x="370" y="121"/>
                </a:cubicBezTo>
                <a:cubicBezTo>
                  <a:pt x="371" y="122"/>
                  <a:pt x="372" y="122"/>
                  <a:pt x="372" y="122"/>
                </a:cubicBezTo>
                <a:cubicBezTo>
                  <a:pt x="372" y="125"/>
                  <a:pt x="371" y="127"/>
                  <a:pt x="370" y="129"/>
                </a:cubicBezTo>
                <a:close/>
                <a:moveTo>
                  <a:pt x="367" y="2"/>
                </a:moveTo>
                <a:cubicBezTo>
                  <a:pt x="368" y="2"/>
                  <a:pt x="369" y="2"/>
                  <a:pt x="370" y="2"/>
                </a:cubicBezTo>
                <a:cubicBezTo>
                  <a:pt x="370" y="9"/>
                  <a:pt x="370" y="9"/>
                  <a:pt x="370" y="9"/>
                </a:cubicBezTo>
                <a:cubicBezTo>
                  <a:pt x="369" y="9"/>
                  <a:pt x="368" y="8"/>
                  <a:pt x="367" y="8"/>
                </a:cubicBezTo>
                <a:cubicBezTo>
                  <a:pt x="367" y="2"/>
                  <a:pt x="367" y="2"/>
                  <a:pt x="367" y="2"/>
                </a:cubicBezTo>
                <a:close/>
                <a:moveTo>
                  <a:pt x="370" y="793"/>
                </a:moveTo>
                <a:cubicBezTo>
                  <a:pt x="369" y="792"/>
                  <a:pt x="368" y="792"/>
                  <a:pt x="367" y="792"/>
                </a:cubicBezTo>
                <a:cubicBezTo>
                  <a:pt x="367" y="786"/>
                  <a:pt x="367" y="786"/>
                  <a:pt x="367" y="786"/>
                </a:cubicBezTo>
                <a:cubicBezTo>
                  <a:pt x="368" y="785"/>
                  <a:pt x="369" y="785"/>
                  <a:pt x="370" y="785"/>
                </a:cubicBezTo>
                <a:cubicBezTo>
                  <a:pt x="370" y="793"/>
                  <a:pt x="370" y="793"/>
                  <a:pt x="370" y="793"/>
                </a:cubicBezTo>
                <a:close/>
                <a:moveTo>
                  <a:pt x="370" y="32"/>
                </a:moveTo>
                <a:cubicBezTo>
                  <a:pt x="370" y="46"/>
                  <a:pt x="370" y="46"/>
                  <a:pt x="370" y="46"/>
                </a:cubicBezTo>
                <a:cubicBezTo>
                  <a:pt x="369" y="46"/>
                  <a:pt x="369" y="46"/>
                  <a:pt x="369" y="46"/>
                </a:cubicBezTo>
                <a:cubicBezTo>
                  <a:pt x="368" y="46"/>
                  <a:pt x="368" y="46"/>
                  <a:pt x="367" y="46"/>
                </a:cubicBezTo>
                <a:cubicBezTo>
                  <a:pt x="367" y="29"/>
                  <a:pt x="367" y="29"/>
                  <a:pt x="367" y="29"/>
                </a:cubicBezTo>
                <a:cubicBezTo>
                  <a:pt x="368" y="30"/>
                  <a:pt x="369" y="31"/>
                  <a:pt x="370" y="32"/>
                </a:cubicBezTo>
                <a:close/>
                <a:moveTo>
                  <a:pt x="370" y="121"/>
                </a:moveTo>
                <a:cubicBezTo>
                  <a:pt x="370" y="129"/>
                  <a:pt x="370" y="129"/>
                  <a:pt x="370" y="129"/>
                </a:cubicBezTo>
                <a:cubicBezTo>
                  <a:pt x="369" y="131"/>
                  <a:pt x="368" y="133"/>
                  <a:pt x="367" y="134"/>
                </a:cubicBezTo>
                <a:cubicBezTo>
                  <a:pt x="367" y="121"/>
                  <a:pt x="367" y="121"/>
                  <a:pt x="367" y="121"/>
                </a:cubicBezTo>
                <a:cubicBezTo>
                  <a:pt x="368" y="121"/>
                  <a:pt x="369" y="121"/>
                  <a:pt x="370" y="121"/>
                </a:cubicBezTo>
                <a:close/>
                <a:moveTo>
                  <a:pt x="370" y="166"/>
                </a:moveTo>
                <a:cubicBezTo>
                  <a:pt x="370" y="177"/>
                  <a:pt x="370" y="177"/>
                  <a:pt x="370" y="177"/>
                </a:cubicBezTo>
                <a:cubicBezTo>
                  <a:pt x="369" y="176"/>
                  <a:pt x="369" y="176"/>
                  <a:pt x="369" y="176"/>
                </a:cubicBezTo>
                <a:cubicBezTo>
                  <a:pt x="368" y="175"/>
                  <a:pt x="367" y="175"/>
                  <a:pt x="367" y="175"/>
                </a:cubicBezTo>
                <a:cubicBezTo>
                  <a:pt x="367" y="166"/>
                  <a:pt x="367" y="166"/>
                  <a:pt x="367" y="166"/>
                </a:cubicBezTo>
                <a:cubicBezTo>
                  <a:pt x="368" y="166"/>
                  <a:pt x="369" y="166"/>
                  <a:pt x="370" y="166"/>
                </a:cubicBezTo>
                <a:close/>
                <a:moveTo>
                  <a:pt x="370" y="188"/>
                </a:moveTo>
                <a:cubicBezTo>
                  <a:pt x="370" y="194"/>
                  <a:pt x="370" y="194"/>
                  <a:pt x="370" y="194"/>
                </a:cubicBezTo>
                <a:cubicBezTo>
                  <a:pt x="369" y="194"/>
                  <a:pt x="368" y="194"/>
                  <a:pt x="367" y="194"/>
                </a:cubicBezTo>
                <a:cubicBezTo>
                  <a:pt x="367" y="188"/>
                  <a:pt x="367" y="188"/>
                  <a:pt x="367" y="188"/>
                </a:cubicBezTo>
                <a:cubicBezTo>
                  <a:pt x="368" y="188"/>
                  <a:pt x="369" y="188"/>
                  <a:pt x="370" y="188"/>
                </a:cubicBezTo>
                <a:close/>
                <a:moveTo>
                  <a:pt x="370" y="257"/>
                </a:moveTo>
                <a:cubicBezTo>
                  <a:pt x="370" y="266"/>
                  <a:pt x="370" y="266"/>
                  <a:pt x="370" y="266"/>
                </a:cubicBezTo>
                <a:cubicBezTo>
                  <a:pt x="369" y="266"/>
                  <a:pt x="368" y="267"/>
                  <a:pt x="367" y="268"/>
                </a:cubicBezTo>
                <a:cubicBezTo>
                  <a:pt x="367" y="257"/>
                  <a:pt x="367" y="257"/>
                  <a:pt x="367" y="257"/>
                </a:cubicBezTo>
                <a:cubicBezTo>
                  <a:pt x="370" y="257"/>
                  <a:pt x="370" y="257"/>
                  <a:pt x="370" y="257"/>
                </a:cubicBezTo>
                <a:close/>
                <a:moveTo>
                  <a:pt x="370" y="298"/>
                </a:moveTo>
                <a:cubicBezTo>
                  <a:pt x="370" y="302"/>
                  <a:pt x="370" y="302"/>
                  <a:pt x="370" y="302"/>
                </a:cubicBezTo>
                <a:cubicBezTo>
                  <a:pt x="369" y="302"/>
                  <a:pt x="368" y="302"/>
                  <a:pt x="367" y="302"/>
                </a:cubicBezTo>
                <a:cubicBezTo>
                  <a:pt x="367" y="299"/>
                  <a:pt x="367" y="299"/>
                  <a:pt x="367" y="299"/>
                </a:cubicBezTo>
                <a:cubicBezTo>
                  <a:pt x="368" y="298"/>
                  <a:pt x="369" y="298"/>
                  <a:pt x="370" y="298"/>
                </a:cubicBezTo>
                <a:close/>
                <a:moveTo>
                  <a:pt x="370" y="308"/>
                </a:moveTo>
                <a:cubicBezTo>
                  <a:pt x="370" y="316"/>
                  <a:pt x="370" y="316"/>
                  <a:pt x="370" y="316"/>
                </a:cubicBezTo>
                <a:cubicBezTo>
                  <a:pt x="369" y="316"/>
                  <a:pt x="368" y="316"/>
                  <a:pt x="367" y="317"/>
                </a:cubicBezTo>
                <a:cubicBezTo>
                  <a:pt x="367" y="314"/>
                  <a:pt x="367" y="314"/>
                  <a:pt x="367" y="314"/>
                </a:cubicBezTo>
                <a:cubicBezTo>
                  <a:pt x="368" y="314"/>
                  <a:pt x="368" y="313"/>
                  <a:pt x="369" y="313"/>
                </a:cubicBezTo>
                <a:cubicBezTo>
                  <a:pt x="368" y="312"/>
                  <a:pt x="368" y="311"/>
                  <a:pt x="367" y="309"/>
                </a:cubicBezTo>
                <a:cubicBezTo>
                  <a:pt x="367" y="305"/>
                  <a:pt x="367" y="305"/>
                  <a:pt x="367" y="305"/>
                </a:cubicBezTo>
                <a:cubicBezTo>
                  <a:pt x="370" y="308"/>
                  <a:pt x="370" y="308"/>
                  <a:pt x="370" y="308"/>
                </a:cubicBezTo>
                <a:close/>
                <a:moveTo>
                  <a:pt x="370" y="377"/>
                </a:moveTo>
                <a:cubicBezTo>
                  <a:pt x="370" y="451"/>
                  <a:pt x="370" y="451"/>
                  <a:pt x="370" y="451"/>
                </a:cubicBezTo>
                <a:cubicBezTo>
                  <a:pt x="367" y="453"/>
                  <a:pt x="367" y="453"/>
                  <a:pt x="367" y="453"/>
                </a:cubicBezTo>
                <a:cubicBezTo>
                  <a:pt x="367" y="417"/>
                  <a:pt x="367" y="417"/>
                  <a:pt x="367" y="417"/>
                </a:cubicBezTo>
                <a:cubicBezTo>
                  <a:pt x="368" y="411"/>
                  <a:pt x="368" y="411"/>
                  <a:pt x="368" y="411"/>
                </a:cubicBezTo>
                <a:cubicBezTo>
                  <a:pt x="367" y="410"/>
                  <a:pt x="367" y="410"/>
                  <a:pt x="367" y="410"/>
                </a:cubicBezTo>
                <a:cubicBezTo>
                  <a:pt x="367" y="378"/>
                  <a:pt x="367" y="378"/>
                  <a:pt x="367" y="378"/>
                </a:cubicBezTo>
                <a:cubicBezTo>
                  <a:pt x="370" y="377"/>
                  <a:pt x="370" y="377"/>
                  <a:pt x="370" y="377"/>
                </a:cubicBezTo>
                <a:close/>
                <a:moveTo>
                  <a:pt x="370" y="488"/>
                </a:moveTo>
                <a:cubicBezTo>
                  <a:pt x="370" y="492"/>
                  <a:pt x="370" y="492"/>
                  <a:pt x="370" y="492"/>
                </a:cubicBezTo>
                <a:cubicBezTo>
                  <a:pt x="367" y="491"/>
                  <a:pt x="367" y="491"/>
                  <a:pt x="367" y="491"/>
                </a:cubicBezTo>
                <a:cubicBezTo>
                  <a:pt x="367" y="487"/>
                  <a:pt x="367" y="487"/>
                  <a:pt x="367" y="487"/>
                </a:cubicBezTo>
                <a:cubicBezTo>
                  <a:pt x="370" y="488"/>
                  <a:pt x="370" y="488"/>
                  <a:pt x="370" y="488"/>
                </a:cubicBezTo>
                <a:close/>
                <a:moveTo>
                  <a:pt x="370" y="501"/>
                </a:moveTo>
                <a:cubicBezTo>
                  <a:pt x="368" y="499"/>
                  <a:pt x="368" y="496"/>
                  <a:pt x="367" y="491"/>
                </a:cubicBezTo>
                <a:cubicBezTo>
                  <a:pt x="367" y="506"/>
                  <a:pt x="367" y="506"/>
                  <a:pt x="367" y="506"/>
                </a:cubicBezTo>
                <a:cubicBezTo>
                  <a:pt x="368" y="506"/>
                  <a:pt x="369" y="506"/>
                  <a:pt x="370" y="506"/>
                </a:cubicBezTo>
                <a:cubicBezTo>
                  <a:pt x="370" y="501"/>
                  <a:pt x="370" y="501"/>
                  <a:pt x="370" y="501"/>
                </a:cubicBezTo>
                <a:close/>
                <a:moveTo>
                  <a:pt x="370" y="522"/>
                </a:moveTo>
                <a:cubicBezTo>
                  <a:pt x="370" y="529"/>
                  <a:pt x="370" y="529"/>
                  <a:pt x="370" y="529"/>
                </a:cubicBezTo>
                <a:cubicBezTo>
                  <a:pt x="369" y="530"/>
                  <a:pt x="368" y="532"/>
                  <a:pt x="367" y="533"/>
                </a:cubicBezTo>
                <a:cubicBezTo>
                  <a:pt x="367" y="521"/>
                  <a:pt x="367" y="521"/>
                  <a:pt x="367" y="521"/>
                </a:cubicBezTo>
                <a:cubicBezTo>
                  <a:pt x="369" y="521"/>
                  <a:pt x="369" y="521"/>
                  <a:pt x="369" y="521"/>
                </a:cubicBezTo>
                <a:cubicBezTo>
                  <a:pt x="369" y="521"/>
                  <a:pt x="370" y="522"/>
                  <a:pt x="370" y="522"/>
                </a:cubicBezTo>
                <a:close/>
                <a:moveTo>
                  <a:pt x="370" y="543"/>
                </a:moveTo>
                <a:cubicBezTo>
                  <a:pt x="370" y="552"/>
                  <a:pt x="370" y="552"/>
                  <a:pt x="370" y="552"/>
                </a:cubicBezTo>
                <a:cubicBezTo>
                  <a:pt x="369" y="553"/>
                  <a:pt x="368" y="553"/>
                  <a:pt x="367" y="553"/>
                </a:cubicBezTo>
                <a:cubicBezTo>
                  <a:pt x="367" y="542"/>
                  <a:pt x="367" y="542"/>
                  <a:pt x="367" y="542"/>
                </a:cubicBezTo>
                <a:cubicBezTo>
                  <a:pt x="368" y="542"/>
                  <a:pt x="369" y="543"/>
                  <a:pt x="370" y="543"/>
                </a:cubicBezTo>
                <a:close/>
                <a:moveTo>
                  <a:pt x="370" y="610"/>
                </a:moveTo>
                <a:cubicBezTo>
                  <a:pt x="370" y="616"/>
                  <a:pt x="370" y="616"/>
                  <a:pt x="370" y="616"/>
                </a:cubicBezTo>
                <a:cubicBezTo>
                  <a:pt x="369" y="616"/>
                  <a:pt x="368" y="616"/>
                  <a:pt x="367" y="615"/>
                </a:cubicBezTo>
                <a:cubicBezTo>
                  <a:pt x="367" y="609"/>
                  <a:pt x="367" y="609"/>
                  <a:pt x="367" y="609"/>
                </a:cubicBezTo>
                <a:cubicBezTo>
                  <a:pt x="368" y="610"/>
                  <a:pt x="369" y="610"/>
                  <a:pt x="370" y="610"/>
                </a:cubicBezTo>
                <a:close/>
                <a:moveTo>
                  <a:pt x="370" y="632"/>
                </a:moveTo>
                <a:cubicBezTo>
                  <a:pt x="370" y="638"/>
                  <a:pt x="370" y="638"/>
                  <a:pt x="370" y="638"/>
                </a:cubicBezTo>
                <a:cubicBezTo>
                  <a:pt x="369" y="638"/>
                  <a:pt x="368" y="638"/>
                  <a:pt x="367" y="637"/>
                </a:cubicBezTo>
                <a:cubicBezTo>
                  <a:pt x="367" y="628"/>
                  <a:pt x="367" y="628"/>
                  <a:pt x="367" y="628"/>
                </a:cubicBezTo>
                <a:cubicBezTo>
                  <a:pt x="368" y="630"/>
                  <a:pt x="369" y="631"/>
                  <a:pt x="370" y="632"/>
                </a:cubicBezTo>
                <a:close/>
                <a:moveTo>
                  <a:pt x="370" y="672"/>
                </a:moveTo>
                <a:cubicBezTo>
                  <a:pt x="370" y="696"/>
                  <a:pt x="370" y="696"/>
                  <a:pt x="370" y="696"/>
                </a:cubicBezTo>
                <a:cubicBezTo>
                  <a:pt x="369" y="696"/>
                  <a:pt x="368" y="695"/>
                  <a:pt x="367" y="694"/>
                </a:cubicBezTo>
                <a:cubicBezTo>
                  <a:pt x="367" y="674"/>
                  <a:pt x="367" y="674"/>
                  <a:pt x="367" y="674"/>
                </a:cubicBezTo>
                <a:cubicBezTo>
                  <a:pt x="368" y="673"/>
                  <a:pt x="369" y="673"/>
                  <a:pt x="370" y="672"/>
                </a:cubicBezTo>
                <a:close/>
                <a:moveTo>
                  <a:pt x="370" y="703"/>
                </a:moveTo>
                <a:cubicBezTo>
                  <a:pt x="370" y="712"/>
                  <a:pt x="370" y="712"/>
                  <a:pt x="370" y="712"/>
                </a:cubicBezTo>
                <a:cubicBezTo>
                  <a:pt x="369" y="712"/>
                  <a:pt x="368" y="712"/>
                  <a:pt x="367" y="712"/>
                </a:cubicBezTo>
                <a:cubicBezTo>
                  <a:pt x="367" y="702"/>
                  <a:pt x="367" y="702"/>
                  <a:pt x="367" y="702"/>
                </a:cubicBezTo>
                <a:cubicBezTo>
                  <a:pt x="368" y="703"/>
                  <a:pt x="369" y="703"/>
                  <a:pt x="370" y="703"/>
                </a:cubicBezTo>
                <a:close/>
                <a:moveTo>
                  <a:pt x="370" y="747"/>
                </a:moveTo>
                <a:cubicBezTo>
                  <a:pt x="370" y="756"/>
                  <a:pt x="370" y="756"/>
                  <a:pt x="370" y="756"/>
                </a:cubicBezTo>
                <a:cubicBezTo>
                  <a:pt x="369" y="756"/>
                  <a:pt x="369" y="756"/>
                  <a:pt x="368" y="756"/>
                </a:cubicBezTo>
                <a:cubicBezTo>
                  <a:pt x="369" y="757"/>
                  <a:pt x="369" y="759"/>
                  <a:pt x="370" y="760"/>
                </a:cubicBezTo>
                <a:cubicBezTo>
                  <a:pt x="370" y="780"/>
                  <a:pt x="370" y="780"/>
                  <a:pt x="370" y="780"/>
                </a:cubicBezTo>
                <a:cubicBezTo>
                  <a:pt x="369" y="777"/>
                  <a:pt x="368" y="775"/>
                  <a:pt x="367" y="773"/>
                </a:cubicBezTo>
                <a:cubicBezTo>
                  <a:pt x="367" y="747"/>
                  <a:pt x="367" y="747"/>
                  <a:pt x="367" y="747"/>
                </a:cubicBezTo>
                <a:cubicBezTo>
                  <a:pt x="368" y="747"/>
                  <a:pt x="369" y="747"/>
                  <a:pt x="370" y="747"/>
                </a:cubicBezTo>
                <a:close/>
                <a:moveTo>
                  <a:pt x="367" y="580"/>
                </a:moveTo>
                <a:cubicBezTo>
                  <a:pt x="367" y="572"/>
                  <a:pt x="367" y="572"/>
                  <a:pt x="367" y="572"/>
                </a:cubicBezTo>
                <a:cubicBezTo>
                  <a:pt x="369" y="574"/>
                  <a:pt x="368" y="576"/>
                  <a:pt x="367" y="580"/>
                </a:cubicBezTo>
                <a:close/>
                <a:moveTo>
                  <a:pt x="361" y="2"/>
                </a:moveTo>
                <a:cubicBezTo>
                  <a:pt x="363" y="2"/>
                  <a:pt x="365" y="2"/>
                  <a:pt x="367" y="2"/>
                </a:cubicBezTo>
                <a:cubicBezTo>
                  <a:pt x="367" y="8"/>
                  <a:pt x="367" y="8"/>
                  <a:pt x="367" y="8"/>
                </a:cubicBezTo>
                <a:cubicBezTo>
                  <a:pt x="365" y="8"/>
                  <a:pt x="363" y="8"/>
                  <a:pt x="361" y="9"/>
                </a:cubicBezTo>
                <a:cubicBezTo>
                  <a:pt x="361" y="2"/>
                  <a:pt x="361" y="2"/>
                  <a:pt x="361" y="2"/>
                </a:cubicBezTo>
                <a:close/>
                <a:moveTo>
                  <a:pt x="367" y="792"/>
                </a:moveTo>
                <a:cubicBezTo>
                  <a:pt x="365" y="792"/>
                  <a:pt x="363" y="792"/>
                  <a:pt x="361" y="792"/>
                </a:cubicBezTo>
                <a:cubicBezTo>
                  <a:pt x="361" y="785"/>
                  <a:pt x="361" y="785"/>
                  <a:pt x="361" y="785"/>
                </a:cubicBezTo>
                <a:cubicBezTo>
                  <a:pt x="362" y="785"/>
                  <a:pt x="363" y="786"/>
                  <a:pt x="364" y="786"/>
                </a:cubicBezTo>
                <a:cubicBezTo>
                  <a:pt x="365" y="786"/>
                  <a:pt x="366" y="786"/>
                  <a:pt x="367" y="786"/>
                </a:cubicBezTo>
                <a:cubicBezTo>
                  <a:pt x="367" y="792"/>
                  <a:pt x="367" y="792"/>
                  <a:pt x="367" y="792"/>
                </a:cubicBezTo>
                <a:close/>
                <a:moveTo>
                  <a:pt x="367" y="29"/>
                </a:moveTo>
                <a:cubicBezTo>
                  <a:pt x="367" y="46"/>
                  <a:pt x="367" y="46"/>
                  <a:pt x="367" y="46"/>
                </a:cubicBezTo>
                <a:cubicBezTo>
                  <a:pt x="365" y="47"/>
                  <a:pt x="363" y="47"/>
                  <a:pt x="361" y="48"/>
                </a:cubicBezTo>
                <a:cubicBezTo>
                  <a:pt x="361" y="40"/>
                  <a:pt x="361" y="40"/>
                  <a:pt x="361" y="40"/>
                </a:cubicBezTo>
                <a:cubicBezTo>
                  <a:pt x="362" y="40"/>
                  <a:pt x="362" y="40"/>
                  <a:pt x="362" y="40"/>
                </a:cubicBezTo>
                <a:cubicBezTo>
                  <a:pt x="362" y="38"/>
                  <a:pt x="361" y="37"/>
                  <a:pt x="361" y="35"/>
                </a:cubicBezTo>
                <a:cubicBezTo>
                  <a:pt x="361" y="21"/>
                  <a:pt x="361" y="21"/>
                  <a:pt x="361" y="21"/>
                </a:cubicBezTo>
                <a:cubicBezTo>
                  <a:pt x="363" y="23"/>
                  <a:pt x="364" y="26"/>
                  <a:pt x="367" y="29"/>
                </a:cubicBezTo>
                <a:close/>
                <a:moveTo>
                  <a:pt x="367" y="121"/>
                </a:moveTo>
                <a:cubicBezTo>
                  <a:pt x="367" y="134"/>
                  <a:pt x="367" y="134"/>
                  <a:pt x="367" y="134"/>
                </a:cubicBezTo>
                <a:cubicBezTo>
                  <a:pt x="365" y="136"/>
                  <a:pt x="363" y="137"/>
                  <a:pt x="361" y="138"/>
                </a:cubicBezTo>
                <a:cubicBezTo>
                  <a:pt x="361" y="120"/>
                  <a:pt x="361" y="120"/>
                  <a:pt x="361" y="120"/>
                </a:cubicBezTo>
                <a:cubicBezTo>
                  <a:pt x="363" y="121"/>
                  <a:pt x="365" y="121"/>
                  <a:pt x="367" y="121"/>
                </a:cubicBezTo>
                <a:close/>
                <a:moveTo>
                  <a:pt x="367" y="166"/>
                </a:moveTo>
                <a:cubicBezTo>
                  <a:pt x="367" y="175"/>
                  <a:pt x="367" y="175"/>
                  <a:pt x="367" y="175"/>
                </a:cubicBezTo>
                <a:cubicBezTo>
                  <a:pt x="364" y="174"/>
                  <a:pt x="363" y="173"/>
                  <a:pt x="361" y="173"/>
                </a:cubicBezTo>
                <a:cubicBezTo>
                  <a:pt x="361" y="167"/>
                  <a:pt x="361" y="167"/>
                  <a:pt x="361" y="167"/>
                </a:cubicBezTo>
                <a:cubicBezTo>
                  <a:pt x="362" y="167"/>
                  <a:pt x="364" y="167"/>
                  <a:pt x="367" y="166"/>
                </a:cubicBezTo>
                <a:close/>
                <a:moveTo>
                  <a:pt x="367" y="188"/>
                </a:moveTo>
                <a:cubicBezTo>
                  <a:pt x="367" y="194"/>
                  <a:pt x="367" y="194"/>
                  <a:pt x="367" y="194"/>
                </a:cubicBezTo>
                <a:cubicBezTo>
                  <a:pt x="365" y="194"/>
                  <a:pt x="363" y="194"/>
                  <a:pt x="361" y="195"/>
                </a:cubicBezTo>
                <a:cubicBezTo>
                  <a:pt x="361" y="184"/>
                  <a:pt x="361" y="184"/>
                  <a:pt x="361" y="184"/>
                </a:cubicBezTo>
                <a:cubicBezTo>
                  <a:pt x="364" y="189"/>
                  <a:pt x="364" y="189"/>
                  <a:pt x="364" y="189"/>
                </a:cubicBezTo>
                <a:cubicBezTo>
                  <a:pt x="367" y="188"/>
                  <a:pt x="367" y="188"/>
                  <a:pt x="367" y="188"/>
                </a:cubicBezTo>
                <a:close/>
                <a:moveTo>
                  <a:pt x="367" y="257"/>
                </a:moveTo>
                <a:cubicBezTo>
                  <a:pt x="367" y="268"/>
                  <a:pt x="367" y="268"/>
                  <a:pt x="367" y="268"/>
                </a:cubicBezTo>
                <a:cubicBezTo>
                  <a:pt x="365" y="268"/>
                  <a:pt x="364" y="269"/>
                  <a:pt x="363" y="270"/>
                </a:cubicBezTo>
                <a:cubicBezTo>
                  <a:pt x="362" y="274"/>
                  <a:pt x="362" y="278"/>
                  <a:pt x="361" y="283"/>
                </a:cubicBezTo>
                <a:cubicBezTo>
                  <a:pt x="361" y="246"/>
                  <a:pt x="361" y="246"/>
                  <a:pt x="361" y="246"/>
                </a:cubicBezTo>
                <a:cubicBezTo>
                  <a:pt x="362" y="246"/>
                  <a:pt x="362" y="246"/>
                  <a:pt x="362" y="246"/>
                </a:cubicBezTo>
                <a:cubicBezTo>
                  <a:pt x="362" y="250"/>
                  <a:pt x="362" y="253"/>
                  <a:pt x="362" y="257"/>
                </a:cubicBezTo>
                <a:cubicBezTo>
                  <a:pt x="363" y="257"/>
                  <a:pt x="365" y="257"/>
                  <a:pt x="367" y="257"/>
                </a:cubicBezTo>
                <a:close/>
                <a:moveTo>
                  <a:pt x="367" y="299"/>
                </a:moveTo>
                <a:cubicBezTo>
                  <a:pt x="367" y="302"/>
                  <a:pt x="367" y="302"/>
                  <a:pt x="367" y="302"/>
                </a:cubicBezTo>
                <a:cubicBezTo>
                  <a:pt x="366" y="302"/>
                  <a:pt x="365" y="302"/>
                  <a:pt x="364" y="302"/>
                </a:cubicBezTo>
                <a:cubicBezTo>
                  <a:pt x="365" y="303"/>
                  <a:pt x="366" y="304"/>
                  <a:pt x="367" y="305"/>
                </a:cubicBezTo>
                <a:cubicBezTo>
                  <a:pt x="367" y="309"/>
                  <a:pt x="367" y="309"/>
                  <a:pt x="367" y="309"/>
                </a:cubicBezTo>
                <a:cubicBezTo>
                  <a:pt x="365" y="308"/>
                  <a:pt x="363" y="307"/>
                  <a:pt x="361" y="306"/>
                </a:cubicBezTo>
                <a:cubicBezTo>
                  <a:pt x="361" y="301"/>
                  <a:pt x="361" y="301"/>
                  <a:pt x="361" y="301"/>
                </a:cubicBezTo>
                <a:cubicBezTo>
                  <a:pt x="363" y="300"/>
                  <a:pt x="365" y="299"/>
                  <a:pt x="367" y="299"/>
                </a:cubicBezTo>
                <a:close/>
                <a:moveTo>
                  <a:pt x="367" y="314"/>
                </a:moveTo>
                <a:cubicBezTo>
                  <a:pt x="367" y="317"/>
                  <a:pt x="367" y="317"/>
                  <a:pt x="367" y="317"/>
                </a:cubicBezTo>
                <a:cubicBezTo>
                  <a:pt x="365" y="317"/>
                  <a:pt x="362" y="318"/>
                  <a:pt x="361" y="319"/>
                </a:cubicBezTo>
                <a:cubicBezTo>
                  <a:pt x="361" y="313"/>
                  <a:pt x="361" y="313"/>
                  <a:pt x="361" y="313"/>
                </a:cubicBezTo>
                <a:cubicBezTo>
                  <a:pt x="363" y="315"/>
                  <a:pt x="363" y="315"/>
                  <a:pt x="363" y="315"/>
                </a:cubicBezTo>
                <a:cubicBezTo>
                  <a:pt x="364" y="314"/>
                  <a:pt x="366" y="314"/>
                  <a:pt x="367" y="314"/>
                </a:cubicBezTo>
                <a:close/>
                <a:moveTo>
                  <a:pt x="367" y="378"/>
                </a:moveTo>
                <a:cubicBezTo>
                  <a:pt x="367" y="410"/>
                  <a:pt x="367" y="410"/>
                  <a:pt x="367" y="410"/>
                </a:cubicBezTo>
                <a:cubicBezTo>
                  <a:pt x="361" y="405"/>
                  <a:pt x="361" y="405"/>
                  <a:pt x="361" y="405"/>
                </a:cubicBezTo>
                <a:cubicBezTo>
                  <a:pt x="361" y="378"/>
                  <a:pt x="361" y="378"/>
                  <a:pt x="361" y="378"/>
                </a:cubicBezTo>
                <a:cubicBezTo>
                  <a:pt x="367" y="378"/>
                  <a:pt x="367" y="378"/>
                  <a:pt x="367" y="378"/>
                </a:cubicBezTo>
                <a:close/>
                <a:moveTo>
                  <a:pt x="367" y="417"/>
                </a:moveTo>
                <a:cubicBezTo>
                  <a:pt x="367" y="453"/>
                  <a:pt x="367" y="453"/>
                  <a:pt x="367" y="453"/>
                </a:cubicBezTo>
                <a:cubicBezTo>
                  <a:pt x="361" y="457"/>
                  <a:pt x="361" y="457"/>
                  <a:pt x="361" y="457"/>
                </a:cubicBezTo>
                <a:cubicBezTo>
                  <a:pt x="361" y="436"/>
                  <a:pt x="361" y="436"/>
                  <a:pt x="361" y="436"/>
                </a:cubicBezTo>
                <a:cubicBezTo>
                  <a:pt x="363" y="430"/>
                  <a:pt x="365" y="423"/>
                  <a:pt x="367" y="417"/>
                </a:cubicBezTo>
                <a:close/>
                <a:moveTo>
                  <a:pt x="367" y="487"/>
                </a:moveTo>
                <a:cubicBezTo>
                  <a:pt x="367" y="491"/>
                  <a:pt x="367" y="491"/>
                  <a:pt x="367" y="491"/>
                </a:cubicBezTo>
                <a:cubicBezTo>
                  <a:pt x="367" y="506"/>
                  <a:pt x="367" y="506"/>
                  <a:pt x="367" y="506"/>
                </a:cubicBezTo>
                <a:cubicBezTo>
                  <a:pt x="365" y="505"/>
                  <a:pt x="363" y="504"/>
                  <a:pt x="361" y="504"/>
                </a:cubicBezTo>
                <a:cubicBezTo>
                  <a:pt x="361" y="501"/>
                  <a:pt x="361" y="501"/>
                  <a:pt x="361" y="501"/>
                </a:cubicBezTo>
                <a:cubicBezTo>
                  <a:pt x="361" y="501"/>
                  <a:pt x="361" y="501"/>
                  <a:pt x="362" y="502"/>
                </a:cubicBezTo>
                <a:cubicBezTo>
                  <a:pt x="363" y="502"/>
                  <a:pt x="363" y="502"/>
                  <a:pt x="364" y="502"/>
                </a:cubicBezTo>
                <a:cubicBezTo>
                  <a:pt x="364" y="497"/>
                  <a:pt x="363" y="493"/>
                  <a:pt x="361" y="490"/>
                </a:cubicBezTo>
                <a:cubicBezTo>
                  <a:pt x="361" y="485"/>
                  <a:pt x="361" y="485"/>
                  <a:pt x="361" y="485"/>
                </a:cubicBezTo>
                <a:cubicBezTo>
                  <a:pt x="362" y="486"/>
                  <a:pt x="363" y="486"/>
                  <a:pt x="364" y="487"/>
                </a:cubicBezTo>
                <a:cubicBezTo>
                  <a:pt x="367" y="487"/>
                  <a:pt x="367" y="487"/>
                  <a:pt x="367" y="487"/>
                </a:cubicBezTo>
                <a:close/>
                <a:moveTo>
                  <a:pt x="367" y="521"/>
                </a:moveTo>
                <a:cubicBezTo>
                  <a:pt x="367" y="533"/>
                  <a:pt x="367" y="533"/>
                  <a:pt x="367" y="533"/>
                </a:cubicBezTo>
                <a:cubicBezTo>
                  <a:pt x="365" y="536"/>
                  <a:pt x="362" y="539"/>
                  <a:pt x="363" y="542"/>
                </a:cubicBezTo>
                <a:cubicBezTo>
                  <a:pt x="364" y="542"/>
                  <a:pt x="366" y="542"/>
                  <a:pt x="367" y="542"/>
                </a:cubicBezTo>
                <a:cubicBezTo>
                  <a:pt x="367" y="553"/>
                  <a:pt x="367" y="553"/>
                  <a:pt x="367" y="553"/>
                </a:cubicBezTo>
                <a:cubicBezTo>
                  <a:pt x="365" y="554"/>
                  <a:pt x="363" y="554"/>
                  <a:pt x="361" y="554"/>
                </a:cubicBezTo>
                <a:cubicBezTo>
                  <a:pt x="361" y="525"/>
                  <a:pt x="361" y="525"/>
                  <a:pt x="361" y="525"/>
                </a:cubicBezTo>
                <a:cubicBezTo>
                  <a:pt x="361" y="524"/>
                  <a:pt x="362" y="523"/>
                  <a:pt x="363" y="521"/>
                </a:cubicBezTo>
                <a:cubicBezTo>
                  <a:pt x="367" y="521"/>
                  <a:pt x="367" y="521"/>
                  <a:pt x="367" y="521"/>
                </a:cubicBezTo>
                <a:close/>
                <a:moveTo>
                  <a:pt x="367" y="572"/>
                </a:moveTo>
                <a:cubicBezTo>
                  <a:pt x="367" y="580"/>
                  <a:pt x="367" y="580"/>
                  <a:pt x="367" y="580"/>
                </a:cubicBezTo>
                <a:cubicBezTo>
                  <a:pt x="365" y="583"/>
                  <a:pt x="363" y="587"/>
                  <a:pt x="361" y="593"/>
                </a:cubicBezTo>
                <a:cubicBezTo>
                  <a:pt x="361" y="593"/>
                  <a:pt x="361" y="593"/>
                  <a:pt x="361" y="593"/>
                </a:cubicBezTo>
                <a:cubicBezTo>
                  <a:pt x="361" y="569"/>
                  <a:pt x="361" y="569"/>
                  <a:pt x="361" y="569"/>
                </a:cubicBezTo>
                <a:cubicBezTo>
                  <a:pt x="363" y="570"/>
                  <a:pt x="366" y="571"/>
                  <a:pt x="367" y="572"/>
                </a:cubicBezTo>
                <a:close/>
                <a:moveTo>
                  <a:pt x="367" y="609"/>
                </a:moveTo>
                <a:cubicBezTo>
                  <a:pt x="367" y="615"/>
                  <a:pt x="367" y="615"/>
                  <a:pt x="367" y="615"/>
                </a:cubicBezTo>
                <a:cubicBezTo>
                  <a:pt x="365" y="615"/>
                  <a:pt x="363" y="614"/>
                  <a:pt x="361" y="614"/>
                </a:cubicBezTo>
                <a:cubicBezTo>
                  <a:pt x="363" y="619"/>
                  <a:pt x="364" y="624"/>
                  <a:pt x="367" y="628"/>
                </a:cubicBezTo>
                <a:cubicBezTo>
                  <a:pt x="367" y="637"/>
                  <a:pt x="367" y="637"/>
                  <a:pt x="367" y="637"/>
                </a:cubicBezTo>
                <a:cubicBezTo>
                  <a:pt x="365" y="637"/>
                  <a:pt x="363" y="637"/>
                  <a:pt x="361" y="637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31"/>
                  <a:pt x="361" y="631"/>
                  <a:pt x="361" y="631"/>
                </a:cubicBezTo>
                <a:cubicBezTo>
                  <a:pt x="361" y="608"/>
                  <a:pt x="361" y="608"/>
                  <a:pt x="361" y="608"/>
                </a:cubicBezTo>
                <a:cubicBezTo>
                  <a:pt x="363" y="608"/>
                  <a:pt x="365" y="609"/>
                  <a:pt x="367" y="609"/>
                </a:cubicBezTo>
                <a:close/>
                <a:moveTo>
                  <a:pt x="367" y="674"/>
                </a:moveTo>
                <a:cubicBezTo>
                  <a:pt x="367" y="694"/>
                  <a:pt x="367" y="694"/>
                  <a:pt x="367" y="694"/>
                </a:cubicBezTo>
                <a:cubicBezTo>
                  <a:pt x="361" y="690"/>
                  <a:pt x="360" y="679"/>
                  <a:pt x="367" y="674"/>
                </a:cubicBezTo>
                <a:close/>
                <a:moveTo>
                  <a:pt x="367" y="702"/>
                </a:moveTo>
                <a:cubicBezTo>
                  <a:pt x="367" y="712"/>
                  <a:pt x="367" y="712"/>
                  <a:pt x="367" y="712"/>
                </a:cubicBezTo>
                <a:cubicBezTo>
                  <a:pt x="365" y="711"/>
                  <a:pt x="363" y="711"/>
                  <a:pt x="361" y="710"/>
                </a:cubicBezTo>
                <a:cubicBezTo>
                  <a:pt x="362" y="702"/>
                  <a:pt x="362" y="702"/>
                  <a:pt x="364" y="701"/>
                </a:cubicBezTo>
                <a:cubicBezTo>
                  <a:pt x="365" y="701"/>
                  <a:pt x="366" y="702"/>
                  <a:pt x="367" y="702"/>
                </a:cubicBezTo>
                <a:close/>
                <a:moveTo>
                  <a:pt x="367" y="747"/>
                </a:moveTo>
                <a:cubicBezTo>
                  <a:pt x="367" y="773"/>
                  <a:pt x="367" y="773"/>
                  <a:pt x="367" y="773"/>
                </a:cubicBezTo>
                <a:cubicBezTo>
                  <a:pt x="364" y="769"/>
                  <a:pt x="363" y="765"/>
                  <a:pt x="361" y="762"/>
                </a:cubicBezTo>
                <a:cubicBezTo>
                  <a:pt x="361" y="748"/>
                  <a:pt x="361" y="748"/>
                  <a:pt x="361" y="748"/>
                </a:cubicBezTo>
                <a:cubicBezTo>
                  <a:pt x="362" y="748"/>
                  <a:pt x="364" y="748"/>
                  <a:pt x="367" y="747"/>
                </a:cubicBezTo>
                <a:close/>
                <a:moveTo>
                  <a:pt x="354" y="3"/>
                </a:moveTo>
                <a:cubicBezTo>
                  <a:pt x="355" y="3"/>
                  <a:pt x="356" y="2"/>
                  <a:pt x="357" y="2"/>
                </a:cubicBezTo>
                <a:cubicBezTo>
                  <a:pt x="358" y="2"/>
                  <a:pt x="359" y="2"/>
                  <a:pt x="361" y="2"/>
                </a:cubicBezTo>
                <a:cubicBezTo>
                  <a:pt x="361" y="9"/>
                  <a:pt x="361" y="9"/>
                  <a:pt x="361" y="9"/>
                </a:cubicBezTo>
                <a:cubicBezTo>
                  <a:pt x="359" y="9"/>
                  <a:pt x="356" y="10"/>
                  <a:pt x="354" y="12"/>
                </a:cubicBezTo>
                <a:cubicBezTo>
                  <a:pt x="354" y="3"/>
                  <a:pt x="354" y="3"/>
                  <a:pt x="354" y="3"/>
                </a:cubicBezTo>
                <a:close/>
                <a:moveTo>
                  <a:pt x="361" y="792"/>
                </a:moveTo>
                <a:cubicBezTo>
                  <a:pt x="358" y="792"/>
                  <a:pt x="356" y="792"/>
                  <a:pt x="354" y="791"/>
                </a:cubicBezTo>
                <a:cubicBezTo>
                  <a:pt x="354" y="782"/>
                  <a:pt x="354" y="782"/>
                  <a:pt x="354" y="782"/>
                </a:cubicBezTo>
                <a:cubicBezTo>
                  <a:pt x="356" y="783"/>
                  <a:pt x="358" y="784"/>
                  <a:pt x="361" y="785"/>
                </a:cubicBezTo>
                <a:cubicBezTo>
                  <a:pt x="361" y="792"/>
                  <a:pt x="361" y="792"/>
                  <a:pt x="361" y="792"/>
                </a:cubicBezTo>
                <a:close/>
                <a:moveTo>
                  <a:pt x="361" y="21"/>
                </a:moveTo>
                <a:cubicBezTo>
                  <a:pt x="361" y="35"/>
                  <a:pt x="361" y="35"/>
                  <a:pt x="361" y="35"/>
                </a:cubicBezTo>
                <a:cubicBezTo>
                  <a:pt x="359" y="31"/>
                  <a:pt x="357" y="27"/>
                  <a:pt x="354" y="24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6" y="15"/>
                  <a:pt x="359" y="18"/>
                  <a:pt x="361" y="21"/>
                </a:cubicBezTo>
                <a:close/>
                <a:moveTo>
                  <a:pt x="361" y="40"/>
                </a:moveTo>
                <a:cubicBezTo>
                  <a:pt x="361" y="48"/>
                  <a:pt x="361" y="48"/>
                  <a:pt x="361" y="48"/>
                </a:cubicBezTo>
                <a:cubicBezTo>
                  <a:pt x="358" y="48"/>
                  <a:pt x="356" y="48"/>
                  <a:pt x="354" y="49"/>
                </a:cubicBezTo>
                <a:cubicBezTo>
                  <a:pt x="354" y="41"/>
                  <a:pt x="354" y="41"/>
                  <a:pt x="354" y="41"/>
                </a:cubicBezTo>
                <a:cubicBezTo>
                  <a:pt x="357" y="41"/>
                  <a:pt x="358" y="41"/>
                  <a:pt x="361" y="40"/>
                </a:cubicBezTo>
                <a:close/>
                <a:moveTo>
                  <a:pt x="361" y="120"/>
                </a:moveTo>
                <a:cubicBezTo>
                  <a:pt x="361" y="138"/>
                  <a:pt x="361" y="138"/>
                  <a:pt x="361" y="138"/>
                </a:cubicBezTo>
                <a:cubicBezTo>
                  <a:pt x="359" y="139"/>
                  <a:pt x="357" y="139"/>
                  <a:pt x="354" y="139"/>
                </a:cubicBezTo>
                <a:cubicBezTo>
                  <a:pt x="354" y="120"/>
                  <a:pt x="354" y="120"/>
                  <a:pt x="354" y="120"/>
                </a:cubicBezTo>
                <a:cubicBezTo>
                  <a:pt x="356" y="120"/>
                  <a:pt x="358" y="120"/>
                  <a:pt x="361" y="120"/>
                </a:cubicBezTo>
                <a:close/>
                <a:moveTo>
                  <a:pt x="361" y="167"/>
                </a:moveTo>
                <a:cubicBezTo>
                  <a:pt x="361" y="173"/>
                  <a:pt x="361" y="173"/>
                  <a:pt x="361" y="173"/>
                </a:cubicBezTo>
                <a:cubicBezTo>
                  <a:pt x="359" y="173"/>
                  <a:pt x="357" y="173"/>
                  <a:pt x="354" y="173"/>
                </a:cubicBezTo>
                <a:cubicBezTo>
                  <a:pt x="354" y="169"/>
                  <a:pt x="354" y="169"/>
                  <a:pt x="354" y="169"/>
                </a:cubicBezTo>
                <a:cubicBezTo>
                  <a:pt x="356" y="168"/>
                  <a:pt x="358" y="168"/>
                  <a:pt x="361" y="167"/>
                </a:cubicBezTo>
                <a:close/>
                <a:moveTo>
                  <a:pt x="361" y="184"/>
                </a:moveTo>
                <a:cubicBezTo>
                  <a:pt x="361" y="195"/>
                  <a:pt x="361" y="195"/>
                  <a:pt x="361" y="195"/>
                </a:cubicBezTo>
                <a:cubicBezTo>
                  <a:pt x="358" y="195"/>
                  <a:pt x="356" y="195"/>
                  <a:pt x="354" y="196"/>
                </a:cubicBezTo>
                <a:cubicBezTo>
                  <a:pt x="354" y="191"/>
                  <a:pt x="354" y="191"/>
                  <a:pt x="354" y="191"/>
                </a:cubicBezTo>
                <a:cubicBezTo>
                  <a:pt x="355" y="191"/>
                  <a:pt x="356" y="191"/>
                  <a:pt x="357" y="191"/>
                </a:cubicBezTo>
                <a:cubicBezTo>
                  <a:pt x="356" y="188"/>
                  <a:pt x="355" y="186"/>
                  <a:pt x="354" y="185"/>
                </a:cubicBezTo>
                <a:cubicBezTo>
                  <a:pt x="354" y="177"/>
                  <a:pt x="354" y="177"/>
                  <a:pt x="354" y="177"/>
                </a:cubicBezTo>
                <a:cubicBezTo>
                  <a:pt x="361" y="184"/>
                  <a:pt x="361" y="184"/>
                  <a:pt x="361" y="184"/>
                </a:cubicBezTo>
                <a:close/>
                <a:moveTo>
                  <a:pt x="361" y="246"/>
                </a:moveTo>
                <a:cubicBezTo>
                  <a:pt x="361" y="283"/>
                  <a:pt x="361" y="283"/>
                  <a:pt x="361" y="283"/>
                </a:cubicBezTo>
                <a:cubicBezTo>
                  <a:pt x="359" y="287"/>
                  <a:pt x="357" y="291"/>
                  <a:pt x="354" y="293"/>
                </a:cubicBezTo>
                <a:cubicBezTo>
                  <a:pt x="354" y="220"/>
                  <a:pt x="354" y="220"/>
                  <a:pt x="354" y="220"/>
                </a:cubicBezTo>
                <a:cubicBezTo>
                  <a:pt x="355" y="220"/>
                  <a:pt x="355" y="220"/>
                  <a:pt x="355" y="220"/>
                </a:cubicBezTo>
                <a:cubicBezTo>
                  <a:pt x="356" y="220"/>
                  <a:pt x="357" y="221"/>
                  <a:pt x="357" y="221"/>
                </a:cubicBezTo>
                <a:cubicBezTo>
                  <a:pt x="358" y="230"/>
                  <a:pt x="358" y="238"/>
                  <a:pt x="358" y="246"/>
                </a:cubicBezTo>
                <a:cubicBezTo>
                  <a:pt x="361" y="246"/>
                  <a:pt x="361" y="246"/>
                  <a:pt x="361" y="246"/>
                </a:cubicBezTo>
                <a:close/>
                <a:moveTo>
                  <a:pt x="361" y="301"/>
                </a:moveTo>
                <a:cubicBezTo>
                  <a:pt x="361" y="306"/>
                  <a:pt x="361" y="306"/>
                  <a:pt x="361" y="306"/>
                </a:cubicBezTo>
                <a:cubicBezTo>
                  <a:pt x="359" y="305"/>
                  <a:pt x="356" y="306"/>
                  <a:pt x="354" y="306"/>
                </a:cubicBezTo>
                <a:cubicBezTo>
                  <a:pt x="354" y="303"/>
                  <a:pt x="354" y="303"/>
                  <a:pt x="354" y="303"/>
                </a:cubicBezTo>
                <a:cubicBezTo>
                  <a:pt x="356" y="302"/>
                  <a:pt x="358" y="301"/>
                  <a:pt x="361" y="301"/>
                </a:cubicBezTo>
                <a:close/>
                <a:moveTo>
                  <a:pt x="361" y="313"/>
                </a:moveTo>
                <a:cubicBezTo>
                  <a:pt x="361" y="319"/>
                  <a:pt x="361" y="319"/>
                  <a:pt x="361" y="319"/>
                </a:cubicBezTo>
                <a:cubicBezTo>
                  <a:pt x="358" y="320"/>
                  <a:pt x="356" y="321"/>
                  <a:pt x="354" y="322"/>
                </a:cubicBezTo>
                <a:cubicBezTo>
                  <a:pt x="354" y="318"/>
                  <a:pt x="354" y="318"/>
                  <a:pt x="354" y="318"/>
                </a:cubicBezTo>
                <a:cubicBezTo>
                  <a:pt x="355" y="318"/>
                  <a:pt x="356" y="317"/>
                  <a:pt x="358" y="316"/>
                </a:cubicBezTo>
                <a:cubicBezTo>
                  <a:pt x="357" y="315"/>
                  <a:pt x="356" y="315"/>
                  <a:pt x="354" y="314"/>
                </a:cubicBezTo>
                <a:cubicBezTo>
                  <a:pt x="354" y="309"/>
                  <a:pt x="354" y="309"/>
                  <a:pt x="354" y="309"/>
                </a:cubicBezTo>
                <a:cubicBezTo>
                  <a:pt x="356" y="310"/>
                  <a:pt x="357" y="311"/>
                  <a:pt x="361" y="313"/>
                </a:cubicBezTo>
                <a:close/>
                <a:moveTo>
                  <a:pt x="361" y="378"/>
                </a:moveTo>
                <a:cubicBezTo>
                  <a:pt x="361" y="405"/>
                  <a:pt x="361" y="405"/>
                  <a:pt x="361" y="405"/>
                </a:cubicBezTo>
                <a:cubicBezTo>
                  <a:pt x="354" y="400"/>
                  <a:pt x="354" y="400"/>
                  <a:pt x="354" y="400"/>
                </a:cubicBezTo>
                <a:cubicBezTo>
                  <a:pt x="354" y="378"/>
                  <a:pt x="354" y="378"/>
                  <a:pt x="354" y="378"/>
                </a:cubicBezTo>
                <a:cubicBezTo>
                  <a:pt x="361" y="378"/>
                  <a:pt x="361" y="378"/>
                  <a:pt x="361" y="378"/>
                </a:cubicBezTo>
                <a:close/>
                <a:moveTo>
                  <a:pt x="361" y="436"/>
                </a:moveTo>
                <a:cubicBezTo>
                  <a:pt x="361" y="457"/>
                  <a:pt x="361" y="457"/>
                  <a:pt x="361" y="457"/>
                </a:cubicBezTo>
                <a:cubicBezTo>
                  <a:pt x="354" y="462"/>
                  <a:pt x="354" y="462"/>
                  <a:pt x="354" y="462"/>
                </a:cubicBezTo>
                <a:cubicBezTo>
                  <a:pt x="354" y="457"/>
                  <a:pt x="354" y="457"/>
                  <a:pt x="354" y="457"/>
                </a:cubicBezTo>
                <a:cubicBezTo>
                  <a:pt x="356" y="450"/>
                  <a:pt x="358" y="443"/>
                  <a:pt x="361" y="436"/>
                </a:cubicBezTo>
                <a:close/>
                <a:moveTo>
                  <a:pt x="361" y="485"/>
                </a:moveTo>
                <a:cubicBezTo>
                  <a:pt x="361" y="490"/>
                  <a:pt x="361" y="490"/>
                  <a:pt x="361" y="490"/>
                </a:cubicBezTo>
                <a:cubicBezTo>
                  <a:pt x="360" y="489"/>
                  <a:pt x="358" y="488"/>
                  <a:pt x="357" y="487"/>
                </a:cubicBezTo>
                <a:cubicBezTo>
                  <a:pt x="357" y="490"/>
                  <a:pt x="357" y="494"/>
                  <a:pt x="357" y="497"/>
                </a:cubicBezTo>
                <a:cubicBezTo>
                  <a:pt x="358" y="498"/>
                  <a:pt x="359" y="499"/>
                  <a:pt x="361" y="501"/>
                </a:cubicBezTo>
                <a:cubicBezTo>
                  <a:pt x="361" y="504"/>
                  <a:pt x="361" y="504"/>
                  <a:pt x="361" y="504"/>
                </a:cubicBezTo>
                <a:cubicBezTo>
                  <a:pt x="358" y="503"/>
                  <a:pt x="356" y="502"/>
                  <a:pt x="354" y="501"/>
                </a:cubicBezTo>
                <a:cubicBezTo>
                  <a:pt x="354" y="482"/>
                  <a:pt x="354" y="482"/>
                  <a:pt x="354" y="482"/>
                </a:cubicBezTo>
                <a:cubicBezTo>
                  <a:pt x="356" y="483"/>
                  <a:pt x="359" y="484"/>
                  <a:pt x="361" y="485"/>
                </a:cubicBezTo>
                <a:close/>
                <a:moveTo>
                  <a:pt x="361" y="525"/>
                </a:moveTo>
                <a:cubicBezTo>
                  <a:pt x="361" y="554"/>
                  <a:pt x="361" y="554"/>
                  <a:pt x="361" y="554"/>
                </a:cubicBezTo>
                <a:cubicBezTo>
                  <a:pt x="359" y="554"/>
                  <a:pt x="359" y="554"/>
                  <a:pt x="359" y="554"/>
                </a:cubicBezTo>
                <a:cubicBezTo>
                  <a:pt x="356" y="559"/>
                  <a:pt x="357" y="561"/>
                  <a:pt x="357" y="568"/>
                </a:cubicBezTo>
                <a:cubicBezTo>
                  <a:pt x="358" y="568"/>
                  <a:pt x="359" y="569"/>
                  <a:pt x="361" y="569"/>
                </a:cubicBezTo>
                <a:cubicBezTo>
                  <a:pt x="361" y="593"/>
                  <a:pt x="361" y="593"/>
                  <a:pt x="361" y="593"/>
                </a:cubicBezTo>
                <a:cubicBezTo>
                  <a:pt x="358" y="593"/>
                  <a:pt x="358" y="593"/>
                  <a:pt x="356" y="591"/>
                </a:cubicBezTo>
                <a:cubicBezTo>
                  <a:pt x="355" y="588"/>
                  <a:pt x="355" y="584"/>
                  <a:pt x="354" y="581"/>
                </a:cubicBezTo>
                <a:cubicBezTo>
                  <a:pt x="354" y="540"/>
                  <a:pt x="354" y="540"/>
                  <a:pt x="354" y="540"/>
                </a:cubicBezTo>
                <a:cubicBezTo>
                  <a:pt x="356" y="535"/>
                  <a:pt x="358" y="530"/>
                  <a:pt x="361" y="525"/>
                </a:cubicBezTo>
                <a:close/>
                <a:moveTo>
                  <a:pt x="361" y="608"/>
                </a:moveTo>
                <a:cubicBezTo>
                  <a:pt x="361" y="631"/>
                  <a:pt x="361" y="631"/>
                  <a:pt x="361" y="631"/>
                </a:cubicBezTo>
                <a:cubicBezTo>
                  <a:pt x="359" y="624"/>
                  <a:pt x="357" y="619"/>
                  <a:pt x="354" y="616"/>
                </a:cubicBezTo>
                <a:cubicBezTo>
                  <a:pt x="354" y="607"/>
                  <a:pt x="354" y="607"/>
                  <a:pt x="354" y="607"/>
                </a:cubicBezTo>
                <a:cubicBezTo>
                  <a:pt x="356" y="607"/>
                  <a:pt x="359" y="607"/>
                  <a:pt x="361" y="608"/>
                </a:cubicBezTo>
                <a:close/>
                <a:moveTo>
                  <a:pt x="361" y="631"/>
                </a:moveTo>
                <a:cubicBezTo>
                  <a:pt x="361" y="637"/>
                  <a:pt x="361" y="637"/>
                  <a:pt x="361" y="637"/>
                </a:cubicBezTo>
                <a:cubicBezTo>
                  <a:pt x="359" y="636"/>
                  <a:pt x="356" y="636"/>
                  <a:pt x="354" y="636"/>
                </a:cubicBezTo>
                <a:cubicBezTo>
                  <a:pt x="354" y="631"/>
                  <a:pt x="354" y="631"/>
                  <a:pt x="354" y="631"/>
                </a:cubicBezTo>
                <a:cubicBezTo>
                  <a:pt x="355" y="631"/>
                  <a:pt x="355" y="631"/>
                  <a:pt x="355" y="631"/>
                </a:cubicBezTo>
                <a:cubicBezTo>
                  <a:pt x="361" y="631"/>
                  <a:pt x="361" y="631"/>
                  <a:pt x="361" y="631"/>
                </a:cubicBezTo>
                <a:close/>
                <a:moveTo>
                  <a:pt x="361" y="748"/>
                </a:moveTo>
                <a:cubicBezTo>
                  <a:pt x="361" y="762"/>
                  <a:pt x="361" y="762"/>
                  <a:pt x="361" y="762"/>
                </a:cubicBezTo>
                <a:cubicBezTo>
                  <a:pt x="359" y="760"/>
                  <a:pt x="357" y="758"/>
                  <a:pt x="354" y="756"/>
                </a:cubicBezTo>
                <a:cubicBezTo>
                  <a:pt x="354" y="747"/>
                  <a:pt x="354" y="747"/>
                  <a:pt x="354" y="747"/>
                </a:cubicBezTo>
                <a:cubicBezTo>
                  <a:pt x="355" y="747"/>
                  <a:pt x="357" y="747"/>
                  <a:pt x="358" y="748"/>
                </a:cubicBezTo>
                <a:cubicBezTo>
                  <a:pt x="359" y="748"/>
                  <a:pt x="360" y="748"/>
                  <a:pt x="361" y="748"/>
                </a:cubicBezTo>
                <a:close/>
                <a:moveTo>
                  <a:pt x="354" y="217"/>
                </a:moveTo>
                <a:cubicBezTo>
                  <a:pt x="354" y="209"/>
                  <a:pt x="354" y="209"/>
                  <a:pt x="354" y="209"/>
                </a:cubicBezTo>
                <a:cubicBezTo>
                  <a:pt x="355" y="209"/>
                  <a:pt x="355" y="209"/>
                  <a:pt x="355" y="209"/>
                </a:cubicBezTo>
                <a:cubicBezTo>
                  <a:pt x="356" y="211"/>
                  <a:pt x="356" y="211"/>
                  <a:pt x="357" y="215"/>
                </a:cubicBezTo>
                <a:cubicBezTo>
                  <a:pt x="356" y="215"/>
                  <a:pt x="355" y="216"/>
                  <a:pt x="354" y="217"/>
                </a:cubicBezTo>
                <a:close/>
                <a:moveTo>
                  <a:pt x="349" y="4"/>
                </a:moveTo>
                <a:cubicBezTo>
                  <a:pt x="351" y="4"/>
                  <a:pt x="352" y="3"/>
                  <a:pt x="354" y="3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12"/>
                  <a:pt x="354" y="12"/>
                  <a:pt x="354" y="12"/>
                </a:cubicBezTo>
                <a:cubicBezTo>
                  <a:pt x="354" y="24"/>
                  <a:pt x="354" y="24"/>
                  <a:pt x="354" y="24"/>
                </a:cubicBezTo>
                <a:cubicBezTo>
                  <a:pt x="353" y="22"/>
                  <a:pt x="351" y="21"/>
                  <a:pt x="349" y="19"/>
                </a:cubicBezTo>
                <a:cubicBezTo>
                  <a:pt x="349" y="4"/>
                  <a:pt x="349" y="4"/>
                  <a:pt x="349" y="4"/>
                </a:cubicBezTo>
                <a:close/>
                <a:moveTo>
                  <a:pt x="354" y="791"/>
                </a:moveTo>
                <a:cubicBezTo>
                  <a:pt x="353" y="791"/>
                  <a:pt x="351" y="791"/>
                  <a:pt x="349" y="791"/>
                </a:cubicBezTo>
                <a:cubicBezTo>
                  <a:pt x="349" y="779"/>
                  <a:pt x="349" y="779"/>
                  <a:pt x="349" y="779"/>
                </a:cubicBezTo>
                <a:cubicBezTo>
                  <a:pt x="350" y="780"/>
                  <a:pt x="352" y="781"/>
                  <a:pt x="354" y="782"/>
                </a:cubicBezTo>
                <a:cubicBezTo>
                  <a:pt x="354" y="791"/>
                  <a:pt x="354" y="791"/>
                  <a:pt x="354" y="791"/>
                </a:cubicBezTo>
                <a:close/>
                <a:moveTo>
                  <a:pt x="354" y="41"/>
                </a:moveTo>
                <a:cubicBezTo>
                  <a:pt x="354" y="49"/>
                  <a:pt x="354" y="49"/>
                  <a:pt x="354" y="49"/>
                </a:cubicBezTo>
                <a:cubicBezTo>
                  <a:pt x="353" y="49"/>
                  <a:pt x="351" y="49"/>
                  <a:pt x="349" y="49"/>
                </a:cubicBezTo>
                <a:cubicBezTo>
                  <a:pt x="349" y="42"/>
                  <a:pt x="349" y="42"/>
                  <a:pt x="349" y="42"/>
                </a:cubicBezTo>
                <a:cubicBezTo>
                  <a:pt x="351" y="41"/>
                  <a:pt x="353" y="41"/>
                  <a:pt x="354" y="41"/>
                </a:cubicBezTo>
                <a:close/>
                <a:moveTo>
                  <a:pt x="354" y="120"/>
                </a:moveTo>
                <a:cubicBezTo>
                  <a:pt x="354" y="139"/>
                  <a:pt x="354" y="139"/>
                  <a:pt x="354" y="139"/>
                </a:cubicBezTo>
                <a:cubicBezTo>
                  <a:pt x="353" y="140"/>
                  <a:pt x="351" y="140"/>
                  <a:pt x="349" y="140"/>
                </a:cubicBezTo>
                <a:cubicBezTo>
                  <a:pt x="349" y="119"/>
                  <a:pt x="349" y="119"/>
                  <a:pt x="349" y="119"/>
                </a:cubicBezTo>
                <a:cubicBezTo>
                  <a:pt x="351" y="119"/>
                  <a:pt x="353" y="119"/>
                  <a:pt x="354" y="120"/>
                </a:cubicBezTo>
                <a:close/>
                <a:moveTo>
                  <a:pt x="354" y="169"/>
                </a:moveTo>
                <a:cubicBezTo>
                  <a:pt x="354" y="173"/>
                  <a:pt x="354" y="173"/>
                  <a:pt x="354" y="173"/>
                </a:cubicBezTo>
                <a:cubicBezTo>
                  <a:pt x="353" y="174"/>
                  <a:pt x="353" y="174"/>
                  <a:pt x="351" y="174"/>
                </a:cubicBezTo>
                <a:cubicBezTo>
                  <a:pt x="354" y="177"/>
                  <a:pt x="354" y="177"/>
                  <a:pt x="354" y="177"/>
                </a:cubicBezTo>
                <a:cubicBezTo>
                  <a:pt x="354" y="185"/>
                  <a:pt x="354" y="185"/>
                  <a:pt x="354" y="185"/>
                </a:cubicBezTo>
                <a:cubicBezTo>
                  <a:pt x="353" y="183"/>
                  <a:pt x="351" y="181"/>
                  <a:pt x="349" y="180"/>
                </a:cubicBezTo>
                <a:cubicBezTo>
                  <a:pt x="349" y="169"/>
                  <a:pt x="349" y="169"/>
                  <a:pt x="349" y="169"/>
                </a:cubicBezTo>
                <a:cubicBezTo>
                  <a:pt x="351" y="169"/>
                  <a:pt x="352" y="169"/>
                  <a:pt x="354" y="169"/>
                </a:cubicBezTo>
                <a:close/>
                <a:moveTo>
                  <a:pt x="354" y="191"/>
                </a:moveTo>
                <a:cubicBezTo>
                  <a:pt x="354" y="196"/>
                  <a:pt x="354" y="196"/>
                  <a:pt x="354" y="196"/>
                </a:cubicBezTo>
                <a:cubicBezTo>
                  <a:pt x="352" y="196"/>
                  <a:pt x="351" y="197"/>
                  <a:pt x="349" y="197"/>
                </a:cubicBezTo>
                <a:cubicBezTo>
                  <a:pt x="349" y="192"/>
                  <a:pt x="349" y="192"/>
                  <a:pt x="349" y="192"/>
                </a:cubicBezTo>
                <a:cubicBezTo>
                  <a:pt x="351" y="192"/>
                  <a:pt x="353" y="192"/>
                  <a:pt x="354" y="191"/>
                </a:cubicBezTo>
                <a:close/>
                <a:moveTo>
                  <a:pt x="354" y="209"/>
                </a:moveTo>
                <a:cubicBezTo>
                  <a:pt x="354" y="217"/>
                  <a:pt x="354" y="217"/>
                  <a:pt x="354" y="217"/>
                </a:cubicBezTo>
                <a:cubicBezTo>
                  <a:pt x="353" y="218"/>
                  <a:pt x="351" y="219"/>
                  <a:pt x="349" y="220"/>
                </a:cubicBezTo>
                <a:cubicBezTo>
                  <a:pt x="349" y="210"/>
                  <a:pt x="349" y="210"/>
                  <a:pt x="349" y="210"/>
                </a:cubicBezTo>
                <a:cubicBezTo>
                  <a:pt x="351" y="209"/>
                  <a:pt x="353" y="209"/>
                  <a:pt x="354" y="209"/>
                </a:cubicBezTo>
                <a:close/>
                <a:moveTo>
                  <a:pt x="354" y="220"/>
                </a:moveTo>
                <a:cubicBezTo>
                  <a:pt x="354" y="293"/>
                  <a:pt x="354" y="293"/>
                  <a:pt x="354" y="293"/>
                </a:cubicBezTo>
                <a:cubicBezTo>
                  <a:pt x="353" y="294"/>
                  <a:pt x="351" y="295"/>
                  <a:pt x="349" y="295"/>
                </a:cubicBezTo>
                <a:cubicBezTo>
                  <a:pt x="349" y="283"/>
                  <a:pt x="349" y="283"/>
                  <a:pt x="349" y="283"/>
                </a:cubicBezTo>
                <a:cubicBezTo>
                  <a:pt x="351" y="281"/>
                  <a:pt x="353" y="278"/>
                  <a:pt x="354" y="273"/>
                </a:cubicBezTo>
                <a:cubicBezTo>
                  <a:pt x="352" y="274"/>
                  <a:pt x="350" y="274"/>
                  <a:pt x="349" y="275"/>
                </a:cubicBezTo>
                <a:cubicBezTo>
                  <a:pt x="349" y="242"/>
                  <a:pt x="349" y="242"/>
                  <a:pt x="349" y="242"/>
                </a:cubicBezTo>
                <a:cubicBezTo>
                  <a:pt x="350" y="241"/>
                  <a:pt x="350" y="241"/>
                  <a:pt x="350" y="241"/>
                </a:cubicBezTo>
                <a:cubicBezTo>
                  <a:pt x="350" y="241"/>
                  <a:pt x="349" y="241"/>
                  <a:pt x="349" y="241"/>
                </a:cubicBezTo>
                <a:cubicBezTo>
                  <a:pt x="349" y="222"/>
                  <a:pt x="349" y="222"/>
                  <a:pt x="349" y="222"/>
                </a:cubicBezTo>
                <a:cubicBezTo>
                  <a:pt x="351" y="222"/>
                  <a:pt x="353" y="221"/>
                  <a:pt x="354" y="220"/>
                </a:cubicBezTo>
                <a:close/>
                <a:moveTo>
                  <a:pt x="354" y="303"/>
                </a:moveTo>
                <a:cubicBezTo>
                  <a:pt x="354" y="306"/>
                  <a:pt x="354" y="306"/>
                  <a:pt x="354" y="306"/>
                </a:cubicBezTo>
                <a:cubicBezTo>
                  <a:pt x="354" y="307"/>
                  <a:pt x="353" y="307"/>
                  <a:pt x="353" y="307"/>
                </a:cubicBezTo>
                <a:cubicBezTo>
                  <a:pt x="353" y="308"/>
                  <a:pt x="354" y="308"/>
                  <a:pt x="354" y="309"/>
                </a:cubicBezTo>
                <a:cubicBezTo>
                  <a:pt x="354" y="314"/>
                  <a:pt x="354" y="314"/>
                  <a:pt x="354" y="314"/>
                </a:cubicBezTo>
                <a:cubicBezTo>
                  <a:pt x="353" y="313"/>
                  <a:pt x="351" y="312"/>
                  <a:pt x="349" y="311"/>
                </a:cubicBezTo>
                <a:cubicBezTo>
                  <a:pt x="349" y="305"/>
                  <a:pt x="349" y="305"/>
                  <a:pt x="349" y="305"/>
                </a:cubicBezTo>
                <a:cubicBezTo>
                  <a:pt x="351" y="304"/>
                  <a:pt x="353" y="304"/>
                  <a:pt x="354" y="303"/>
                </a:cubicBezTo>
                <a:close/>
                <a:moveTo>
                  <a:pt x="354" y="318"/>
                </a:moveTo>
                <a:cubicBezTo>
                  <a:pt x="354" y="322"/>
                  <a:pt x="354" y="322"/>
                  <a:pt x="354" y="322"/>
                </a:cubicBezTo>
                <a:cubicBezTo>
                  <a:pt x="352" y="323"/>
                  <a:pt x="350" y="325"/>
                  <a:pt x="349" y="326"/>
                </a:cubicBezTo>
                <a:cubicBezTo>
                  <a:pt x="349" y="319"/>
                  <a:pt x="349" y="319"/>
                  <a:pt x="349" y="319"/>
                </a:cubicBezTo>
                <a:cubicBezTo>
                  <a:pt x="350" y="319"/>
                  <a:pt x="350" y="319"/>
                  <a:pt x="350" y="319"/>
                </a:cubicBezTo>
                <a:cubicBezTo>
                  <a:pt x="352" y="319"/>
                  <a:pt x="353" y="319"/>
                  <a:pt x="354" y="318"/>
                </a:cubicBezTo>
                <a:close/>
                <a:moveTo>
                  <a:pt x="354" y="378"/>
                </a:moveTo>
                <a:cubicBezTo>
                  <a:pt x="354" y="400"/>
                  <a:pt x="354" y="400"/>
                  <a:pt x="354" y="400"/>
                </a:cubicBezTo>
                <a:cubicBezTo>
                  <a:pt x="349" y="396"/>
                  <a:pt x="349" y="396"/>
                  <a:pt x="349" y="396"/>
                </a:cubicBezTo>
                <a:cubicBezTo>
                  <a:pt x="349" y="378"/>
                  <a:pt x="349" y="378"/>
                  <a:pt x="349" y="378"/>
                </a:cubicBezTo>
                <a:cubicBezTo>
                  <a:pt x="354" y="378"/>
                  <a:pt x="354" y="378"/>
                  <a:pt x="354" y="378"/>
                </a:cubicBezTo>
                <a:close/>
                <a:moveTo>
                  <a:pt x="354" y="457"/>
                </a:moveTo>
                <a:cubicBezTo>
                  <a:pt x="354" y="462"/>
                  <a:pt x="354" y="462"/>
                  <a:pt x="354" y="462"/>
                </a:cubicBezTo>
                <a:cubicBezTo>
                  <a:pt x="353" y="463"/>
                  <a:pt x="353" y="463"/>
                  <a:pt x="353" y="463"/>
                </a:cubicBezTo>
                <a:cubicBezTo>
                  <a:pt x="354" y="457"/>
                  <a:pt x="354" y="457"/>
                  <a:pt x="354" y="457"/>
                </a:cubicBezTo>
                <a:close/>
                <a:moveTo>
                  <a:pt x="354" y="482"/>
                </a:moveTo>
                <a:cubicBezTo>
                  <a:pt x="354" y="501"/>
                  <a:pt x="354" y="501"/>
                  <a:pt x="354" y="501"/>
                </a:cubicBezTo>
                <a:cubicBezTo>
                  <a:pt x="352" y="501"/>
                  <a:pt x="351" y="500"/>
                  <a:pt x="349" y="499"/>
                </a:cubicBezTo>
                <a:cubicBezTo>
                  <a:pt x="349" y="496"/>
                  <a:pt x="349" y="496"/>
                  <a:pt x="349" y="496"/>
                </a:cubicBezTo>
                <a:cubicBezTo>
                  <a:pt x="349" y="496"/>
                  <a:pt x="350" y="497"/>
                  <a:pt x="350" y="497"/>
                </a:cubicBezTo>
                <a:cubicBezTo>
                  <a:pt x="351" y="497"/>
                  <a:pt x="352" y="497"/>
                  <a:pt x="353" y="497"/>
                </a:cubicBezTo>
                <a:cubicBezTo>
                  <a:pt x="351" y="491"/>
                  <a:pt x="352" y="487"/>
                  <a:pt x="349" y="483"/>
                </a:cubicBezTo>
                <a:cubicBezTo>
                  <a:pt x="349" y="479"/>
                  <a:pt x="349" y="479"/>
                  <a:pt x="349" y="479"/>
                </a:cubicBezTo>
                <a:cubicBezTo>
                  <a:pt x="351" y="480"/>
                  <a:pt x="352" y="481"/>
                  <a:pt x="354" y="482"/>
                </a:cubicBezTo>
                <a:close/>
                <a:moveTo>
                  <a:pt x="354" y="540"/>
                </a:moveTo>
                <a:cubicBezTo>
                  <a:pt x="354" y="581"/>
                  <a:pt x="354" y="581"/>
                  <a:pt x="354" y="581"/>
                </a:cubicBezTo>
                <a:cubicBezTo>
                  <a:pt x="354" y="579"/>
                  <a:pt x="354" y="579"/>
                  <a:pt x="354" y="579"/>
                </a:cubicBezTo>
                <a:cubicBezTo>
                  <a:pt x="352" y="579"/>
                  <a:pt x="351" y="578"/>
                  <a:pt x="349" y="578"/>
                </a:cubicBezTo>
                <a:cubicBezTo>
                  <a:pt x="349" y="556"/>
                  <a:pt x="349" y="556"/>
                  <a:pt x="349" y="556"/>
                </a:cubicBezTo>
                <a:cubicBezTo>
                  <a:pt x="351" y="551"/>
                  <a:pt x="352" y="546"/>
                  <a:pt x="354" y="540"/>
                </a:cubicBezTo>
                <a:close/>
                <a:moveTo>
                  <a:pt x="354" y="607"/>
                </a:moveTo>
                <a:cubicBezTo>
                  <a:pt x="354" y="616"/>
                  <a:pt x="354" y="616"/>
                  <a:pt x="354" y="616"/>
                </a:cubicBezTo>
                <a:cubicBezTo>
                  <a:pt x="353" y="614"/>
                  <a:pt x="351" y="613"/>
                  <a:pt x="349" y="612"/>
                </a:cubicBezTo>
                <a:cubicBezTo>
                  <a:pt x="349" y="606"/>
                  <a:pt x="349" y="606"/>
                  <a:pt x="349" y="606"/>
                </a:cubicBezTo>
                <a:cubicBezTo>
                  <a:pt x="351" y="606"/>
                  <a:pt x="353" y="606"/>
                  <a:pt x="354" y="607"/>
                </a:cubicBezTo>
                <a:close/>
                <a:moveTo>
                  <a:pt x="354" y="631"/>
                </a:moveTo>
                <a:cubicBezTo>
                  <a:pt x="354" y="636"/>
                  <a:pt x="354" y="636"/>
                  <a:pt x="354" y="636"/>
                </a:cubicBezTo>
                <a:cubicBezTo>
                  <a:pt x="353" y="636"/>
                  <a:pt x="351" y="635"/>
                  <a:pt x="349" y="635"/>
                </a:cubicBezTo>
                <a:cubicBezTo>
                  <a:pt x="349" y="628"/>
                  <a:pt x="349" y="628"/>
                  <a:pt x="349" y="628"/>
                </a:cubicBezTo>
                <a:cubicBezTo>
                  <a:pt x="351" y="629"/>
                  <a:pt x="352" y="630"/>
                  <a:pt x="354" y="631"/>
                </a:cubicBezTo>
                <a:close/>
                <a:moveTo>
                  <a:pt x="354" y="747"/>
                </a:moveTo>
                <a:cubicBezTo>
                  <a:pt x="354" y="756"/>
                  <a:pt x="354" y="756"/>
                  <a:pt x="354" y="756"/>
                </a:cubicBezTo>
                <a:cubicBezTo>
                  <a:pt x="353" y="755"/>
                  <a:pt x="351" y="755"/>
                  <a:pt x="349" y="754"/>
                </a:cubicBezTo>
                <a:cubicBezTo>
                  <a:pt x="349" y="745"/>
                  <a:pt x="349" y="745"/>
                  <a:pt x="349" y="745"/>
                </a:cubicBezTo>
                <a:cubicBezTo>
                  <a:pt x="351" y="746"/>
                  <a:pt x="352" y="746"/>
                  <a:pt x="354" y="747"/>
                </a:cubicBezTo>
                <a:close/>
                <a:moveTo>
                  <a:pt x="344" y="5"/>
                </a:moveTo>
                <a:cubicBezTo>
                  <a:pt x="346" y="4"/>
                  <a:pt x="347" y="4"/>
                  <a:pt x="349" y="4"/>
                </a:cubicBezTo>
                <a:cubicBezTo>
                  <a:pt x="349" y="19"/>
                  <a:pt x="349" y="19"/>
                  <a:pt x="349" y="19"/>
                </a:cubicBezTo>
                <a:cubicBezTo>
                  <a:pt x="347" y="18"/>
                  <a:pt x="346" y="17"/>
                  <a:pt x="344" y="17"/>
                </a:cubicBezTo>
                <a:cubicBezTo>
                  <a:pt x="344" y="5"/>
                  <a:pt x="344" y="5"/>
                  <a:pt x="344" y="5"/>
                </a:cubicBezTo>
                <a:close/>
                <a:moveTo>
                  <a:pt x="349" y="791"/>
                </a:moveTo>
                <a:cubicBezTo>
                  <a:pt x="347" y="791"/>
                  <a:pt x="346" y="790"/>
                  <a:pt x="344" y="790"/>
                </a:cubicBezTo>
                <a:cubicBezTo>
                  <a:pt x="344" y="772"/>
                  <a:pt x="344" y="772"/>
                  <a:pt x="344" y="772"/>
                </a:cubicBezTo>
                <a:cubicBezTo>
                  <a:pt x="346" y="775"/>
                  <a:pt x="347" y="777"/>
                  <a:pt x="349" y="779"/>
                </a:cubicBezTo>
                <a:cubicBezTo>
                  <a:pt x="349" y="791"/>
                  <a:pt x="349" y="791"/>
                  <a:pt x="349" y="791"/>
                </a:cubicBezTo>
                <a:close/>
                <a:moveTo>
                  <a:pt x="349" y="42"/>
                </a:moveTo>
                <a:cubicBezTo>
                  <a:pt x="349" y="49"/>
                  <a:pt x="349" y="49"/>
                  <a:pt x="349" y="49"/>
                </a:cubicBezTo>
                <a:cubicBezTo>
                  <a:pt x="344" y="50"/>
                  <a:pt x="344" y="50"/>
                  <a:pt x="344" y="50"/>
                </a:cubicBezTo>
                <a:cubicBezTo>
                  <a:pt x="344" y="41"/>
                  <a:pt x="344" y="41"/>
                  <a:pt x="344" y="41"/>
                </a:cubicBezTo>
                <a:cubicBezTo>
                  <a:pt x="345" y="41"/>
                  <a:pt x="345" y="41"/>
                  <a:pt x="345" y="42"/>
                </a:cubicBezTo>
                <a:cubicBezTo>
                  <a:pt x="349" y="42"/>
                  <a:pt x="349" y="42"/>
                  <a:pt x="349" y="42"/>
                </a:cubicBezTo>
                <a:close/>
                <a:moveTo>
                  <a:pt x="349" y="119"/>
                </a:moveTo>
                <a:cubicBezTo>
                  <a:pt x="349" y="140"/>
                  <a:pt x="349" y="140"/>
                  <a:pt x="349" y="140"/>
                </a:cubicBezTo>
                <a:cubicBezTo>
                  <a:pt x="347" y="140"/>
                  <a:pt x="346" y="140"/>
                  <a:pt x="344" y="140"/>
                </a:cubicBezTo>
                <a:cubicBezTo>
                  <a:pt x="344" y="118"/>
                  <a:pt x="344" y="118"/>
                  <a:pt x="344" y="118"/>
                </a:cubicBezTo>
                <a:cubicBezTo>
                  <a:pt x="346" y="118"/>
                  <a:pt x="347" y="118"/>
                  <a:pt x="349" y="119"/>
                </a:cubicBezTo>
                <a:close/>
                <a:moveTo>
                  <a:pt x="349" y="169"/>
                </a:moveTo>
                <a:cubicBezTo>
                  <a:pt x="349" y="180"/>
                  <a:pt x="349" y="180"/>
                  <a:pt x="349" y="180"/>
                </a:cubicBezTo>
                <a:cubicBezTo>
                  <a:pt x="347" y="180"/>
                  <a:pt x="346" y="179"/>
                  <a:pt x="344" y="179"/>
                </a:cubicBezTo>
                <a:cubicBezTo>
                  <a:pt x="344" y="171"/>
                  <a:pt x="344" y="171"/>
                  <a:pt x="344" y="171"/>
                </a:cubicBezTo>
                <a:cubicBezTo>
                  <a:pt x="346" y="170"/>
                  <a:pt x="347" y="170"/>
                  <a:pt x="349" y="169"/>
                </a:cubicBezTo>
                <a:close/>
                <a:moveTo>
                  <a:pt x="349" y="192"/>
                </a:moveTo>
                <a:cubicBezTo>
                  <a:pt x="349" y="197"/>
                  <a:pt x="349" y="197"/>
                  <a:pt x="349" y="197"/>
                </a:cubicBezTo>
                <a:cubicBezTo>
                  <a:pt x="347" y="197"/>
                  <a:pt x="346" y="198"/>
                  <a:pt x="344" y="198"/>
                </a:cubicBezTo>
                <a:cubicBezTo>
                  <a:pt x="344" y="190"/>
                  <a:pt x="344" y="190"/>
                  <a:pt x="344" y="190"/>
                </a:cubicBezTo>
                <a:cubicBezTo>
                  <a:pt x="345" y="191"/>
                  <a:pt x="346" y="192"/>
                  <a:pt x="346" y="192"/>
                </a:cubicBezTo>
                <a:cubicBezTo>
                  <a:pt x="349" y="192"/>
                  <a:pt x="349" y="192"/>
                  <a:pt x="349" y="192"/>
                </a:cubicBezTo>
                <a:close/>
                <a:moveTo>
                  <a:pt x="349" y="210"/>
                </a:moveTo>
                <a:cubicBezTo>
                  <a:pt x="349" y="220"/>
                  <a:pt x="349" y="220"/>
                  <a:pt x="349" y="220"/>
                </a:cubicBezTo>
                <a:cubicBezTo>
                  <a:pt x="347" y="220"/>
                  <a:pt x="346" y="221"/>
                  <a:pt x="344" y="222"/>
                </a:cubicBezTo>
                <a:cubicBezTo>
                  <a:pt x="344" y="211"/>
                  <a:pt x="344" y="211"/>
                  <a:pt x="344" y="211"/>
                </a:cubicBezTo>
                <a:cubicBezTo>
                  <a:pt x="346" y="210"/>
                  <a:pt x="347" y="210"/>
                  <a:pt x="349" y="210"/>
                </a:cubicBezTo>
                <a:close/>
                <a:moveTo>
                  <a:pt x="349" y="222"/>
                </a:moveTo>
                <a:cubicBezTo>
                  <a:pt x="349" y="241"/>
                  <a:pt x="349" y="241"/>
                  <a:pt x="349" y="241"/>
                </a:cubicBezTo>
                <a:cubicBezTo>
                  <a:pt x="347" y="241"/>
                  <a:pt x="346" y="241"/>
                  <a:pt x="344" y="241"/>
                </a:cubicBezTo>
                <a:cubicBezTo>
                  <a:pt x="344" y="234"/>
                  <a:pt x="344" y="234"/>
                  <a:pt x="344" y="234"/>
                </a:cubicBezTo>
                <a:cubicBezTo>
                  <a:pt x="345" y="234"/>
                  <a:pt x="346" y="233"/>
                  <a:pt x="348" y="233"/>
                </a:cubicBezTo>
                <a:cubicBezTo>
                  <a:pt x="348" y="233"/>
                  <a:pt x="348" y="232"/>
                  <a:pt x="348" y="231"/>
                </a:cubicBezTo>
                <a:cubicBezTo>
                  <a:pt x="346" y="231"/>
                  <a:pt x="345" y="232"/>
                  <a:pt x="344" y="232"/>
                </a:cubicBezTo>
                <a:cubicBezTo>
                  <a:pt x="344" y="224"/>
                  <a:pt x="344" y="224"/>
                  <a:pt x="344" y="224"/>
                </a:cubicBezTo>
                <a:cubicBezTo>
                  <a:pt x="349" y="222"/>
                  <a:pt x="349" y="222"/>
                  <a:pt x="349" y="222"/>
                </a:cubicBezTo>
                <a:close/>
                <a:moveTo>
                  <a:pt x="349" y="242"/>
                </a:moveTo>
                <a:cubicBezTo>
                  <a:pt x="349" y="275"/>
                  <a:pt x="349" y="275"/>
                  <a:pt x="349" y="275"/>
                </a:cubicBezTo>
                <a:cubicBezTo>
                  <a:pt x="347" y="275"/>
                  <a:pt x="346" y="276"/>
                  <a:pt x="344" y="27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67"/>
                  <a:pt x="344" y="267"/>
                  <a:pt x="344" y="267"/>
                </a:cubicBezTo>
                <a:cubicBezTo>
                  <a:pt x="344" y="245"/>
                  <a:pt x="344" y="245"/>
                  <a:pt x="344" y="245"/>
                </a:cubicBezTo>
                <a:cubicBezTo>
                  <a:pt x="346" y="244"/>
                  <a:pt x="347" y="243"/>
                  <a:pt x="349" y="242"/>
                </a:cubicBezTo>
                <a:close/>
                <a:moveTo>
                  <a:pt x="349" y="283"/>
                </a:moveTo>
                <a:cubicBezTo>
                  <a:pt x="349" y="295"/>
                  <a:pt x="349" y="295"/>
                  <a:pt x="349" y="295"/>
                </a:cubicBezTo>
                <a:cubicBezTo>
                  <a:pt x="348" y="295"/>
                  <a:pt x="347" y="295"/>
                  <a:pt x="346" y="295"/>
                </a:cubicBezTo>
                <a:cubicBezTo>
                  <a:pt x="346" y="295"/>
                  <a:pt x="345" y="294"/>
                  <a:pt x="344" y="294"/>
                </a:cubicBezTo>
                <a:cubicBezTo>
                  <a:pt x="344" y="285"/>
                  <a:pt x="344" y="285"/>
                  <a:pt x="344" y="285"/>
                </a:cubicBezTo>
                <a:cubicBezTo>
                  <a:pt x="346" y="284"/>
                  <a:pt x="348" y="283"/>
                  <a:pt x="349" y="283"/>
                </a:cubicBezTo>
                <a:close/>
                <a:moveTo>
                  <a:pt x="349" y="305"/>
                </a:moveTo>
                <a:cubicBezTo>
                  <a:pt x="349" y="311"/>
                  <a:pt x="349" y="311"/>
                  <a:pt x="349" y="311"/>
                </a:cubicBezTo>
                <a:cubicBezTo>
                  <a:pt x="347" y="311"/>
                  <a:pt x="346" y="311"/>
                  <a:pt x="344" y="312"/>
                </a:cubicBezTo>
                <a:cubicBezTo>
                  <a:pt x="344" y="307"/>
                  <a:pt x="344" y="307"/>
                  <a:pt x="344" y="307"/>
                </a:cubicBezTo>
                <a:cubicBezTo>
                  <a:pt x="346" y="306"/>
                  <a:pt x="347" y="306"/>
                  <a:pt x="349" y="305"/>
                </a:cubicBezTo>
                <a:close/>
                <a:moveTo>
                  <a:pt x="349" y="319"/>
                </a:moveTo>
                <a:cubicBezTo>
                  <a:pt x="349" y="326"/>
                  <a:pt x="349" y="326"/>
                  <a:pt x="349" y="326"/>
                </a:cubicBezTo>
                <a:cubicBezTo>
                  <a:pt x="349" y="326"/>
                  <a:pt x="348" y="327"/>
                  <a:pt x="348" y="327"/>
                </a:cubicBezTo>
                <a:cubicBezTo>
                  <a:pt x="346" y="327"/>
                  <a:pt x="345" y="328"/>
                  <a:pt x="344" y="329"/>
                </a:cubicBezTo>
                <a:cubicBezTo>
                  <a:pt x="344" y="324"/>
                  <a:pt x="344" y="324"/>
                  <a:pt x="344" y="324"/>
                </a:cubicBezTo>
                <a:cubicBezTo>
                  <a:pt x="345" y="324"/>
                  <a:pt x="346" y="323"/>
                  <a:pt x="348" y="322"/>
                </a:cubicBezTo>
                <a:cubicBezTo>
                  <a:pt x="346" y="321"/>
                  <a:pt x="345" y="321"/>
                  <a:pt x="344" y="320"/>
                </a:cubicBezTo>
                <a:cubicBezTo>
                  <a:pt x="344" y="316"/>
                  <a:pt x="344" y="316"/>
                  <a:pt x="344" y="316"/>
                </a:cubicBezTo>
                <a:cubicBezTo>
                  <a:pt x="346" y="317"/>
                  <a:pt x="347" y="318"/>
                  <a:pt x="349" y="319"/>
                </a:cubicBezTo>
                <a:close/>
                <a:moveTo>
                  <a:pt x="349" y="378"/>
                </a:moveTo>
                <a:cubicBezTo>
                  <a:pt x="349" y="396"/>
                  <a:pt x="349" y="396"/>
                  <a:pt x="349" y="396"/>
                </a:cubicBezTo>
                <a:cubicBezTo>
                  <a:pt x="344" y="393"/>
                  <a:pt x="344" y="393"/>
                  <a:pt x="344" y="393"/>
                </a:cubicBezTo>
                <a:cubicBezTo>
                  <a:pt x="344" y="378"/>
                  <a:pt x="344" y="378"/>
                  <a:pt x="344" y="378"/>
                </a:cubicBezTo>
                <a:cubicBezTo>
                  <a:pt x="349" y="378"/>
                  <a:pt x="349" y="378"/>
                  <a:pt x="349" y="378"/>
                </a:cubicBezTo>
                <a:close/>
                <a:moveTo>
                  <a:pt x="349" y="479"/>
                </a:moveTo>
                <a:cubicBezTo>
                  <a:pt x="349" y="483"/>
                  <a:pt x="349" y="483"/>
                  <a:pt x="349" y="483"/>
                </a:cubicBezTo>
                <a:cubicBezTo>
                  <a:pt x="348" y="482"/>
                  <a:pt x="347" y="481"/>
                  <a:pt x="346" y="481"/>
                </a:cubicBezTo>
                <a:cubicBezTo>
                  <a:pt x="345" y="488"/>
                  <a:pt x="344" y="491"/>
                  <a:pt x="349" y="496"/>
                </a:cubicBezTo>
                <a:cubicBezTo>
                  <a:pt x="349" y="499"/>
                  <a:pt x="349" y="499"/>
                  <a:pt x="349" y="499"/>
                </a:cubicBezTo>
                <a:cubicBezTo>
                  <a:pt x="347" y="498"/>
                  <a:pt x="346" y="498"/>
                  <a:pt x="344" y="497"/>
                </a:cubicBezTo>
                <a:cubicBezTo>
                  <a:pt x="344" y="476"/>
                  <a:pt x="344" y="476"/>
                  <a:pt x="344" y="476"/>
                </a:cubicBezTo>
                <a:cubicBezTo>
                  <a:pt x="346" y="477"/>
                  <a:pt x="347" y="478"/>
                  <a:pt x="349" y="479"/>
                </a:cubicBezTo>
                <a:close/>
                <a:moveTo>
                  <a:pt x="349" y="556"/>
                </a:moveTo>
                <a:cubicBezTo>
                  <a:pt x="349" y="578"/>
                  <a:pt x="349" y="578"/>
                  <a:pt x="349" y="578"/>
                </a:cubicBezTo>
                <a:cubicBezTo>
                  <a:pt x="348" y="578"/>
                  <a:pt x="348" y="578"/>
                  <a:pt x="348" y="578"/>
                </a:cubicBezTo>
                <a:cubicBezTo>
                  <a:pt x="346" y="582"/>
                  <a:pt x="345" y="585"/>
                  <a:pt x="344" y="588"/>
                </a:cubicBezTo>
                <a:cubicBezTo>
                  <a:pt x="344" y="564"/>
                  <a:pt x="344" y="564"/>
                  <a:pt x="344" y="564"/>
                </a:cubicBezTo>
                <a:cubicBezTo>
                  <a:pt x="345" y="563"/>
                  <a:pt x="346" y="562"/>
                  <a:pt x="347" y="561"/>
                </a:cubicBezTo>
                <a:cubicBezTo>
                  <a:pt x="348" y="559"/>
                  <a:pt x="348" y="558"/>
                  <a:pt x="349" y="556"/>
                </a:cubicBezTo>
                <a:close/>
                <a:moveTo>
                  <a:pt x="349" y="606"/>
                </a:moveTo>
                <a:cubicBezTo>
                  <a:pt x="349" y="612"/>
                  <a:pt x="349" y="612"/>
                  <a:pt x="349" y="612"/>
                </a:cubicBezTo>
                <a:cubicBezTo>
                  <a:pt x="348" y="611"/>
                  <a:pt x="346" y="611"/>
                  <a:pt x="344" y="610"/>
                </a:cubicBezTo>
                <a:cubicBezTo>
                  <a:pt x="344" y="605"/>
                  <a:pt x="344" y="605"/>
                  <a:pt x="344" y="605"/>
                </a:cubicBezTo>
                <a:cubicBezTo>
                  <a:pt x="346" y="605"/>
                  <a:pt x="347" y="606"/>
                  <a:pt x="349" y="606"/>
                </a:cubicBezTo>
                <a:close/>
                <a:moveTo>
                  <a:pt x="349" y="628"/>
                </a:moveTo>
                <a:cubicBezTo>
                  <a:pt x="349" y="635"/>
                  <a:pt x="349" y="635"/>
                  <a:pt x="349" y="635"/>
                </a:cubicBezTo>
                <a:cubicBezTo>
                  <a:pt x="347" y="635"/>
                  <a:pt x="346" y="635"/>
                  <a:pt x="344" y="634"/>
                </a:cubicBezTo>
                <a:cubicBezTo>
                  <a:pt x="344" y="614"/>
                  <a:pt x="344" y="614"/>
                  <a:pt x="344" y="614"/>
                </a:cubicBezTo>
                <a:cubicBezTo>
                  <a:pt x="345" y="619"/>
                  <a:pt x="346" y="623"/>
                  <a:pt x="348" y="628"/>
                </a:cubicBezTo>
                <a:cubicBezTo>
                  <a:pt x="349" y="628"/>
                  <a:pt x="349" y="628"/>
                  <a:pt x="349" y="628"/>
                </a:cubicBezTo>
                <a:close/>
                <a:moveTo>
                  <a:pt x="349" y="745"/>
                </a:moveTo>
                <a:cubicBezTo>
                  <a:pt x="349" y="754"/>
                  <a:pt x="349" y="754"/>
                  <a:pt x="349" y="754"/>
                </a:cubicBezTo>
                <a:cubicBezTo>
                  <a:pt x="347" y="753"/>
                  <a:pt x="346" y="753"/>
                  <a:pt x="344" y="753"/>
                </a:cubicBezTo>
                <a:cubicBezTo>
                  <a:pt x="344" y="745"/>
                  <a:pt x="344" y="745"/>
                  <a:pt x="344" y="745"/>
                </a:cubicBezTo>
                <a:cubicBezTo>
                  <a:pt x="346" y="745"/>
                  <a:pt x="347" y="745"/>
                  <a:pt x="349" y="745"/>
                </a:cubicBezTo>
                <a:close/>
                <a:moveTo>
                  <a:pt x="344" y="686"/>
                </a:moveTo>
                <a:cubicBezTo>
                  <a:pt x="344" y="667"/>
                  <a:pt x="344" y="667"/>
                  <a:pt x="344" y="667"/>
                </a:cubicBezTo>
                <a:cubicBezTo>
                  <a:pt x="345" y="667"/>
                  <a:pt x="345" y="667"/>
                  <a:pt x="346" y="667"/>
                </a:cubicBezTo>
                <a:cubicBezTo>
                  <a:pt x="346" y="671"/>
                  <a:pt x="346" y="678"/>
                  <a:pt x="344" y="686"/>
                </a:cubicBezTo>
                <a:close/>
                <a:moveTo>
                  <a:pt x="344" y="540"/>
                </a:moveTo>
                <a:cubicBezTo>
                  <a:pt x="344" y="534"/>
                  <a:pt x="344" y="534"/>
                  <a:pt x="344" y="534"/>
                </a:cubicBezTo>
                <a:cubicBezTo>
                  <a:pt x="345" y="534"/>
                  <a:pt x="346" y="534"/>
                  <a:pt x="348" y="535"/>
                </a:cubicBezTo>
                <a:cubicBezTo>
                  <a:pt x="348" y="537"/>
                  <a:pt x="346" y="538"/>
                  <a:pt x="344" y="540"/>
                </a:cubicBezTo>
                <a:close/>
                <a:moveTo>
                  <a:pt x="337" y="6"/>
                </a:moveTo>
                <a:cubicBezTo>
                  <a:pt x="340" y="5"/>
                  <a:pt x="342" y="5"/>
                  <a:pt x="344" y="5"/>
                </a:cubicBezTo>
                <a:cubicBezTo>
                  <a:pt x="344" y="17"/>
                  <a:pt x="344" y="17"/>
                  <a:pt x="344" y="17"/>
                </a:cubicBezTo>
                <a:cubicBezTo>
                  <a:pt x="342" y="16"/>
                  <a:pt x="340" y="15"/>
                  <a:pt x="337" y="14"/>
                </a:cubicBezTo>
                <a:cubicBezTo>
                  <a:pt x="337" y="6"/>
                  <a:pt x="337" y="6"/>
                  <a:pt x="337" y="6"/>
                </a:cubicBezTo>
                <a:close/>
                <a:moveTo>
                  <a:pt x="344" y="790"/>
                </a:moveTo>
                <a:cubicBezTo>
                  <a:pt x="342" y="790"/>
                  <a:pt x="340" y="789"/>
                  <a:pt x="337" y="789"/>
                </a:cubicBezTo>
                <a:cubicBezTo>
                  <a:pt x="337" y="781"/>
                  <a:pt x="337" y="781"/>
                  <a:pt x="337" y="781"/>
                </a:cubicBezTo>
                <a:cubicBezTo>
                  <a:pt x="338" y="781"/>
                  <a:pt x="338" y="781"/>
                  <a:pt x="338" y="781"/>
                </a:cubicBezTo>
                <a:cubicBezTo>
                  <a:pt x="338" y="780"/>
                  <a:pt x="338" y="779"/>
                  <a:pt x="337" y="778"/>
                </a:cubicBezTo>
                <a:cubicBezTo>
                  <a:pt x="337" y="755"/>
                  <a:pt x="337" y="755"/>
                  <a:pt x="337" y="755"/>
                </a:cubicBezTo>
                <a:cubicBezTo>
                  <a:pt x="340" y="762"/>
                  <a:pt x="342" y="768"/>
                  <a:pt x="344" y="772"/>
                </a:cubicBezTo>
                <a:cubicBezTo>
                  <a:pt x="344" y="790"/>
                  <a:pt x="344" y="790"/>
                  <a:pt x="344" y="790"/>
                </a:cubicBezTo>
                <a:close/>
                <a:moveTo>
                  <a:pt x="344" y="41"/>
                </a:moveTo>
                <a:cubicBezTo>
                  <a:pt x="344" y="50"/>
                  <a:pt x="344" y="50"/>
                  <a:pt x="344" y="50"/>
                </a:cubicBezTo>
                <a:cubicBezTo>
                  <a:pt x="342" y="50"/>
                  <a:pt x="340" y="51"/>
                  <a:pt x="337" y="51"/>
                </a:cubicBezTo>
                <a:cubicBezTo>
                  <a:pt x="337" y="35"/>
                  <a:pt x="337" y="35"/>
                  <a:pt x="337" y="35"/>
                </a:cubicBezTo>
                <a:cubicBezTo>
                  <a:pt x="340" y="37"/>
                  <a:pt x="342" y="39"/>
                  <a:pt x="344" y="41"/>
                </a:cubicBezTo>
                <a:close/>
                <a:moveTo>
                  <a:pt x="344" y="118"/>
                </a:moveTo>
                <a:cubicBezTo>
                  <a:pt x="344" y="140"/>
                  <a:pt x="344" y="140"/>
                  <a:pt x="344" y="140"/>
                </a:cubicBezTo>
                <a:cubicBezTo>
                  <a:pt x="343" y="140"/>
                  <a:pt x="343" y="140"/>
                  <a:pt x="343" y="140"/>
                </a:cubicBezTo>
                <a:cubicBezTo>
                  <a:pt x="342" y="139"/>
                  <a:pt x="340" y="137"/>
                  <a:pt x="337" y="136"/>
                </a:cubicBezTo>
                <a:cubicBezTo>
                  <a:pt x="337" y="116"/>
                  <a:pt x="337" y="116"/>
                  <a:pt x="337" y="116"/>
                </a:cubicBezTo>
                <a:cubicBezTo>
                  <a:pt x="340" y="117"/>
                  <a:pt x="342" y="117"/>
                  <a:pt x="344" y="118"/>
                </a:cubicBezTo>
                <a:close/>
                <a:moveTo>
                  <a:pt x="344" y="171"/>
                </a:moveTo>
                <a:cubicBezTo>
                  <a:pt x="344" y="179"/>
                  <a:pt x="344" y="179"/>
                  <a:pt x="344" y="179"/>
                </a:cubicBezTo>
                <a:cubicBezTo>
                  <a:pt x="342" y="178"/>
                  <a:pt x="340" y="178"/>
                  <a:pt x="337" y="178"/>
                </a:cubicBezTo>
                <a:cubicBezTo>
                  <a:pt x="337" y="171"/>
                  <a:pt x="337" y="171"/>
                  <a:pt x="337" y="171"/>
                </a:cubicBezTo>
                <a:cubicBezTo>
                  <a:pt x="337" y="171"/>
                  <a:pt x="337" y="171"/>
                  <a:pt x="337" y="171"/>
                </a:cubicBezTo>
                <a:cubicBezTo>
                  <a:pt x="340" y="171"/>
                  <a:pt x="342" y="171"/>
                  <a:pt x="344" y="171"/>
                </a:cubicBezTo>
                <a:close/>
                <a:moveTo>
                  <a:pt x="344" y="190"/>
                </a:moveTo>
                <a:cubicBezTo>
                  <a:pt x="344" y="198"/>
                  <a:pt x="344" y="198"/>
                  <a:pt x="344" y="198"/>
                </a:cubicBezTo>
                <a:cubicBezTo>
                  <a:pt x="342" y="199"/>
                  <a:pt x="339" y="200"/>
                  <a:pt x="337" y="201"/>
                </a:cubicBezTo>
                <a:cubicBezTo>
                  <a:pt x="337" y="201"/>
                  <a:pt x="337" y="201"/>
                  <a:pt x="337" y="201"/>
                </a:cubicBezTo>
                <a:cubicBezTo>
                  <a:pt x="337" y="195"/>
                  <a:pt x="337" y="195"/>
                  <a:pt x="337" y="195"/>
                </a:cubicBezTo>
                <a:cubicBezTo>
                  <a:pt x="338" y="195"/>
                  <a:pt x="339" y="194"/>
                  <a:pt x="340" y="194"/>
                </a:cubicBezTo>
                <a:cubicBezTo>
                  <a:pt x="339" y="193"/>
                  <a:pt x="338" y="193"/>
                  <a:pt x="337" y="192"/>
                </a:cubicBezTo>
                <a:cubicBezTo>
                  <a:pt x="337" y="185"/>
                  <a:pt x="337" y="185"/>
                  <a:pt x="337" y="185"/>
                </a:cubicBezTo>
                <a:cubicBezTo>
                  <a:pt x="339" y="187"/>
                  <a:pt x="342" y="189"/>
                  <a:pt x="344" y="190"/>
                </a:cubicBezTo>
                <a:close/>
                <a:moveTo>
                  <a:pt x="344" y="211"/>
                </a:moveTo>
                <a:cubicBezTo>
                  <a:pt x="344" y="222"/>
                  <a:pt x="344" y="222"/>
                  <a:pt x="344" y="222"/>
                </a:cubicBezTo>
                <a:cubicBezTo>
                  <a:pt x="342" y="222"/>
                  <a:pt x="340" y="223"/>
                  <a:pt x="337" y="224"/>
                </a:cubicBezTo>
                <a:cubicBezTo>
                  <a:pt x="337" y="213"/>
                  <a:pt x="337" y="213"/>
                  <a:pt x="337" y="213"/>
                </a:cubicBezTo>
                <a:cubicBezTo>
                  <a:pt x="340" y="212"/>
                  <a:pt x="342" y="211"/>
                  <a:pt x="344" y="211"/>
                </a:cubicBezTo>
                <a:close/>
                <a:moveTo>
                  <a:pt x="344" y="224"/>
                </a:moveTo>
                <a:cubicBezTo>
                  <a:pt x="337" y="226"/>
                  <a:pt x="337" y="226"/>
                  <a:pt x="337" y="226"/>
                </a:cubicBezTo>
                <a:cubicBezTo>
                  <a:pt x="337" y="234"/>
                  <a:pt x="337" y="234"/>
                  <a:pt x="337" y="234"/>
                </a:cubicBezTo>
                <a:cubicBezTo>
                  <a:pt x="340" y="233"/>
                  <a:pt x="342" y="233"/>
                  <a:pt x="344" y="232"/>
                </a:cubicBezTo>
                <a:cubicBezTo>
                  <a:pt x="344" y="224"/>
                  <a:pt x="344" y="224"/>
                  <a:pt x="344" y="224"/>
                </a:cubicBezTo>
                <a:close/>
                <a:moveTo>
                  <a:pt x="344" y="234"/>
                </a:moveTo>
                <a:cubicBezTo>
                  <a:pt x="344" y="241"/>
                  <a:pt x="344" y="241"/>
                  <a:pt x="344" y="241"/>
                </a:cubicBezTo>
                <a:cubicBezTo>
                  <a:pt x="342" y="242"/>
                  <a:pt x="339" y="243"/>
                  <a:pt x="337" y="244"/>
                </a:cubicBezTo>
                <a:cubicBezTo>
                  <a:pt x="337" y="237"/>
                  <a:pt x="337" y="237"/>
                  <a:pt x="337" y="237"/>
                </a:cubicBezTo>
                <a:cubicBezTo>
                  <a:pt x="340" y="236"/>
                  <a:pt x="342" y="235"/>
                  <a:pt x="344" y="234"/>
                </a:cubicBezTo>
                <a:close/>
                <a:moveTo>
                  <a:pt x="344" y="245"/>
                </a:moveTo>
                <a:cubicBezTo>
                  <a:pt x="344" y="267"/>
                  <a:pt x="344" y="267"/>
                  <a:pt x="344" y="267"/>
                </a:cubicBezTo>
                <a:cubicBezTo>
                  <a:pt x="343" y="266"/>
                  <a:pt x="343" y="266"/>
                  <a:pt x="337" y="264"/>
                </a:cubicBezTo>
                <a:cubicBezTo>
                  <a:pt x="337" y="248"/>
                  <a:pt x="337" y="248"/>
                  <a:pt x="337" y="248"/>
                </a:cubicBezTo>
                <a:cubicBezTo>
                  <a:pt x="340" y="247"/>
                  <a:pt x="342" y="246"/>
                  <a:pt x="344" y="245"/>
                </a:cubicBezTo>
                <a:close/>
                <a:moveTo>
                  <a:pt x="344" y="267"/>
                </a:moveTo>
                <a:cubicBezTo>
                  <a:pt x="344" y="277"/>
                  <a:pt x="344" y="277"/>
                  <a:pt x="344" y="277"/>
                </a:cubicBezTo>
                <a:cubicBezTo>
                  <a:pt x="342" y="278"/>
                  <a:pt x="340" y="279"/>
                  <a:pt x="337" y="278"/>
                </a:cubicBezTo>
                <a:cubicBezTo>
                  <a:pt x="337" y="272"/>
                  <a:pt x="337" y="272"/>
                  <a:pt x="337" y="272"/>
                </a:cubicBezTo>
                <a:cubicBezTo>
                  <a:pt x="339" y="269"/>
                  <a:pt x="340" y="269"/>
                  <a:pt x="344" y="267"/>
                </a:cubicBezTo>
                <a:close/>
                <a:moveTo>
                  <a:pt x="344" y="285"/>
                </a:moveTo>
                <a:cubicBezTo>
                  <a:pt x="344" y="294"/>
                  <a:pt x="344" y="294"/>
                  <a:pt x="344" y="294"/>
                </a:cubicBezTo>
                <a:cubicBezTo>
                  <a:pt x="342" y="292"/>
                  <a:pt x="341" y="290"/>
                  <a:pt x="342" y="286"/>
                </a:cubicBezTo>
                <a:cubicBezTo>
                  <a:pt x="343" y="286"/>
                  <a:pt x="344" y="285"/>
                  <a:pt x="344" y="285"/>
                </a:cubicBezTo>
                <a:close/>
                <a:moveTo>
                  <a:pt x="344" y="307"/>
                </a:moveTo>
                <a:cubicBezTo>
                  <a:pt x="344" y="312"/>
                  <a:pt x="344" y="312"/>
                  <a:pt x="344" y="312"/>
                </a:cubicBezTo>
                <a:cubicBezTo>
                  <a:pt x="343" y="312"/>
                  <a:pt x="342" y="313"/>
                  <a:pt x="341" y="314"/>
                </a:cubicBezTo>
                <a:cubicBezTo>
                  <a:pt x="342" y="315"/>
                  <a:pt x="343" y="315"/>
                  <a:pt x="344" y="316"/>
                </a:cubicBezTo>
                <a:cubicBezTo>
                  <a:pt x="344" y="320"/>
                  <a:pt x="344" y="320"/>
                  <a:pt x="344" y="320"/>
                </a:cubicBezTo>
                <a:cubicBezTo>
                  <a:pt x="342" y="319"/>
                  <a:pt x="340" y="318"/>
                  <a:pt x="337" y="318"/>
                </a:cubicBezTo>
                <a:cubicBezTo>
                  <a:pt x="337" y="312"/>
                  <a:pt x="337" y="312"/>
                  <a:pt x="337" y="312"/>
                </a:cubicBezTo>
                <a:cubicBezTo>
                  <a:pt x="338" y="311"/>
                  <a:pt x="340" y="310"/>
                  <a:pt x="342" y="308"/>
                </a:cubicBezTo>
                <a:cubicBezTo>
                  <a:pt x="343" y="308"/>
                  <a:pt x="343" y="307"/>
                  <a:pt x="344" y="307"/>
                </a:cubicBezTo>
                <a:close/>
                <a:moveTo>
                  <a:pt x="344" y="324"/>
                </a:moveTo>
                <a:cubicBezTo>
                  <a:pt x="344" y="329"/>
                  <a:pt x="344" y="329"/>
                  <a:pt x="344" y="329"/>
                </a:cubicBezTo>
                <a:cubicBezTo>
                  <a:pt x="341" y="330"/>
                  <a:pt x="340" y="333"/>
                  <a:pt x="337" y="334"/>
                </a:cubicBezTo>
                <a:cubicBezTo>
                  <a:pt x="337" y="330"/>
                  <a:pt x="337" y="330"/>
                  <a:pt x="337" y="330"/>
                </a:cubicBezTo>
                <a:cubicBezTo>
                  <a:pt x="338" y="330"/>
                  <a:pt x="338" y="330"/>
                  <a:pt x="338" y="329"/>
                </a:cubicBezTo>
                <a:cubicBezTo>
                  <a:pt x="337" y="329"/>
                  <a:pt x="337" y="329"/>
                  <a:pt x="337" y="329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41" y="325"/>
                  <a:pt x="342" y="325"/>
                  <a:pt x="344" y="324"/>
                </a:cubicBezTo>
                <a:close/>
                <a:moveTo>
                  <a:pt x="344" y="378"/>
                </a:moveTo>
                <a:cubicBezTo>
                  <a:pt x="344" y="393"/>
                  <a:pt x="344" y="393"/>
                  <a:pt x="344" y="393"/>
                </a:cubicBezTo>
                <a:cubicBezTo>
                  <a:pt x="337" y="387"/>
                  <a:pt x="337" y="387"/>
                  <a:pt x="337" y="387"/>
                </a:cubicBezTo>
                <a:cubicBezTo>
                  <a:pt x="337" y="379"/>
                  <a:pt x="337" y="379"/>
                  <a:pt x="337" y="379"/>
                </a:cubicBezTo>
                <a:cubicBezTo>
                  <a:pt x="344" y="378"/>
                  <a:pt x="344" y="378"/>
                  <a:pt x="344" y="378"/>
                </a:cubicBezTo>
                <a:close/>
                <a:moveTo>
                  <a:pt x="344" y="476"/>
                </a:moveTo>
                <a:cubicBezTo>
                  <a:pt x="344" y="497"/>
                  <a:pt x="344" y="497"/>
                  <a:pt x="344" y="497"/>
                </a:cubicBezTo>
                <a:cubicBezTo>
                  <a:pt x="342" y="495"/>
                  <a:pt x="340" y="494"/>
                  <a:pt x="337" y="493"/>
                </a:cubicBezTo>
                <a:cubicBezTo>
                  <a:pt x="337" y="488"/>
                  <a:pt x="337" y="488"/>
                  <a:pt x="337" y="488"/>
                </a:cubicBezTo>
                <a:cubicBezTo>
                  <a:pt x="338" y="489"/>
                  <a:pt x="338" y="490"/>
                  <a:pt x="340" y="491"/>
                </a:cubicBezTo>
                <a:cubicBezTo>
                  <a:pt x="340" y="484"/>
                  <a:pt x="342" y="479"/>
                  <a:pt x="337" y="474"/>
                </a:cubicBezTo>
                <a:cubicBezTo>
                  <a:pt x="337" y="470"/>
                  <a:pt x="337" y="470"/>
                  <a:pt x="337" y="470"/>
                </a:cubicBezTo>
                <a:cubicBezTo>
                  <a:pt x="339" y="471"/>
                  <a:pt x="340" y="472"/>
                  <a:pt x="342" y="473"/>
                </a:cubicBezTo>
                <a:cubicBezTo>
                  <a:pt x="343" y="474"/>
                  <a:pt x="343" y="475"/>
                  <a:pt x="344" y="476"/>
                </a:cubicBezTo>
                <a:close/>
                <a:moveTo>
                  <a:pt x="344" y="534"/>
                </a:moveTo>
                <a:cubicBezTo>
                  <a:pt x="344" y="540"/>
                  <a:pt x="344" y="540"/>
                  <a:pt x="344" y="540"/>
                </a:cubicBezTo>
                <a:cubicBezTo>
                  <a:pt x="342" y="542"/>
                  <a:pt x="340" y="544"/>
                  <a:pt x="337" y="545"/>
                </a:cubicBezTo>
                <a:cubicBezTo>
                  <a:pt x="337" y="536"/>
                  <a:pt x="337" y="536"/>
                  <a:pt x="337" y="536"/>
                </a:cubicBezTo>
                <a:cubicBezTo>
                  <a:pt x="339" y="535"/>
                  <a:pt x="341" y="535"/>
                  <a:pt x="344" y="534"/>
                </a:cubicBezTo>
                <a:close/>
                <a:moveTo>
                  <a:pt x="344" y="564"/>
                </a:moveTo>
                <a:cubicBezTo>
                  <a:pt x="344" y="588"/>
                  <a:pt x="344" y="588"/>
                  <a:pt x="344" y="588"/>
                </a:cubicBezTo>
                <a:cubicBezTo>
                  <a:pt x="344" y="590"/>
                  <a:pt x="344" y="590"/>
                  <a:pt x="343" y="591"/>
                </a:cubicBezTo>
                <a:cubicBezTo>
                  <a:pt x="342" y="592"/>
                  <a:pt x="340" y="593"/>
                  <a:pt x="338" y="593"/>
                </a:cubicBezTo>
                <a:cubicBezTo>
                  <a:pt x="338" y="592"/>
                  <a:pt x="338" y="590"/>
                  <a:pt x="337" y="589"/>
                </a:cubicBezTo>
                <a:cubicBezTo>
                  <a:pt x="337" y="580"/>
                  <a:pt x="337" y="580"/>
                  <a:pt x="337" y="580"/>
                </a:cubicBezTo>
                <a:cubicBezTo>
                  <a:pt x="338" y="580"/>
                  <a:pt x="338" y="580"/>
                  <a:pt x="338" y="580"/>
                </a:cubicBezTo>
                <a:cubicBezTo>
                  <a:pt x="340" y="576"/>
                  <a:pt x="341" y="569"/>
                  <a:pt x="344" y="564"/>
                </a:cubicBezTo>
                <a:close/>
                <a:moveTo>
                  <a:pt x="344" y="605"/>
                </a:moveTo>
                <a:cubicBezTo>
                  <a:pt x="344" y="610"/>
                  <a:pt x="344" y="610"/>
                  <a:pt x="344" y="610"/>
                </a:cubicBezTo>
                <a:cubicBezTo>
                  <a:pt x="344" y="610"/>
                  <a:pt x="343" y="610"/>
                  <a:pt x="343" y="610"/>
                </a:cubicBezTo>
                <a:cubicBezTo>
                  <a:pt x="343" y="612"/>
                  <a:pt x="344" y="613"/>
                  <a:pt x="344" y="614"/>
                </a:cubicBezTo>
                <a:cubicBezTo>
                  <a:pt x="344" y="634"/>
                  <a:pt x="344" y="634"/>
                  <a:pt x="344" y="634"/>
                </a:cubicBezTo>
                <a:cubicBezTo>
                  <a:pt x="342" y="634"/>
                  <a:pt x="339" y="633"/>
                  <a:pt x="337" y="633"/>
                </a:cubicBezTo>
                <a:cubicBezTo>
                  <a:pt x="337" y="627"/>
                  <a:pt x="337" y="627"/>
                  <a:pt x="337" y="627"/>
                </a:cubicBezTo>
                <a:cubicBezTo>
                  <a:pt x="338" y="627"/>
                  <a:pt x="338" y="627"/>
                  <a:pt x="338" y="628"/>
                </a:cubicBezTo>
                <a:cubicBezTo>
                  <a:pt x="339" y="627"/>
                  <a:pt x="340" y="627"/>
                  <a:pt x="342" y="626"/>
                </a:cubicBezTo>
                <a:cubicBezTo>
                  <a:pt x="340" y="622"/>
                  <a:pt x="339" y="618"/>
                  <a:pt x="337" y="614"/>
                </a:cubicBezTo>
                <a:cubicBezTo>
                  <a:pt x="337" y="604"/>
                  <a:pt x="337" y="604"/>
                  <a:pt x="337" y="604"/>
                </a:cubicBezTo>
                <a:cubicBezTo>
                  <a:pt x="338" y="604"/>
                  <a:pt x="338" y="604"/>
                  <a:pt x="338" y="605"/>
                </a:cubicBezTo>
                <a:cubicBezTo>
                  <a:pt x="340" y="605"/>
                  <a:pt x="342" y="605"/>
                  <a:pt x="344" y="605"/>
                </a:cubicBezTo>
                <a:close/>
                <a:moveTo>
                  <a:pt x="344" y="667"/>
                </a:moveTo>
                <a:cubicBezTo>
                  <a:pt x="344" y="686"/>
                  <a:pt x="344" y="686"/>
                  <a:pt x="344" y="686"/>
                </a:cubicBezTo>
                <a:cubicBezTo>
                  <a:pt x="342" y="695"/>
                  <a:pt x="340" y="704"/>
                  <a:pt x="337" y="708"/>
                </a:cubicBezTo>
                <a:cubicBezTo>
                  <a:pt x="337" y="708"/>
                  <a:pt x="337" y="708"/>
                  <a:pt x="337" y="708"/>
                </a:cubicBezTo>
                <a:cubicBezTo>
                  <a:pt x="337" y="667"/>
                  <a:pt x="337" y="667"/>
                  <a:pt x="337" y="667"/>
                </a:cubicBezTo>
                <a:cubicBezTo>
                  <a:pt x="339" y="667"/>
                  <a:pt x="342" y="667"/>
                  <a:pt x="344" y="667"/>
                </a:cubicBezTo>
                <a:close/>
                <a:moveTo>
                  <a:pt x="344" y="745"/>
                </a:moveTo>
                <a:cubicBezTo>
                  <a:pt x="344" y="753"/>
                  <a:pt x="344" y="753"/>
                  <a:pt x="344" y="753"/>
                </a:cubicBezTo>
                <a:cubicBezTo>
                  <a:pt x="342" y="753"/>
                  <a:pt x="340" y="753"/>
                  <a:pt x="337" y="753"/>
                </a:cubicBezTo>
                <a:cubicBezTo>
                  <a:pt x="337" y="745"/>
                  <a:pt x="337" y="745"/>
                  <a:pt x="337" y="745"/>
                </a:cubicBezTo>
                <a:cubicBezTo>
                  <a:pt x="340" y="745"/>
                  <a:pt x="342" y="745"/>
                  <a:pt x="344" y="745"/>
                </a:cubicBezTo>
                <a:close/>
                <a:moveTo>
                  <a:pt x="337" y="532"/>
                </a:moveTo>
                <a:cubicBezTo>
                  <a:pt x="337" y="522"/>
                  <a:pt x="337" y="522"/>
                  <a:pt x="337" y="522"/>
                </a:cubicBezTo>
                <a:cubicBezTo>
                  <a:pt x="343" y="523"/>
                  <a:pt x="343" y="523"/>
                  <a:pt x="343" y="523"/>
                </a:cubicBezTo>
                <a:cubicBezTo>
                  <a:pt x="344" y="526"/>
                  <a:pt x="341" y="529"/>
                  <a:pt x="337" y="532"/>
                </a:cubicBezTo>
                <a:close/>
                <a:moveTo>
                  <a:pt x="337" y="517"/>
                </a:moveTo>
                <a:cubicBezTo>
                  <a:pt x="337" y="509"/>
                  <a:pt x="337" y="509"/>
                  <a:pt x="337" y="509"/>
                </a:cubicBezTo>
                <a:cubicBezTo>
                  <a:pt x="339" y="508"/>
                  <a:pt x="340" y="508"/>
                  <a:pt x="342" y="508"/>
                </a:cubicBezTo>
                <a:cubicBezTo>
                  <a:pt x="344" y="511"/>
                  <a:pt x="344" y="513"/>
                  <a:pt x="343" y="516"/>
                </a:cubicBezTo>
                <a:cubicBezTo>
                  <a:pt x="341" y="516"/>
                  <a:pt x="339" y="517"/>
                  <a:pt x="337" y="517"/>
                </a:cubicBezTo>
                <a:close/>
                <a:moveTo>
                  <a:pt x="337" y="101"/>
                </a:moveTo>
                <a:cubicBezTo>
                  <a:pt x="337" y="84"/>
                  <a:pt x="337" y="84"/>
                  <a:pt x="337" y="84"/>
                </a:cubicBezTo>
                <a:cubicBezTo>
                  <a:pt x="338" y="84"/>
                  <a:pt x="339" y="84"/>
                  <a:pt x="340" y="84"/>
                </a:cubicBezTo>
                <a:cubicBezTo>
                  <a:pt x="343" y="91"/>
                  <a:pt x="342" y="94"/>
                  <a:pt x="340" y="100"/>
                </a:cubicBezTo>
                <a:lnTo>
                  <a:pt x="337" y="101"/>
                </a:lnTo>
                <a:close/>
                <a:moveTo>
                  <a:pt x="328" y="7"/>
                </a:moveTo>
                <a:cubicBezTo>
                  <a:pt x="331" y="7"/>
                  <a:pt x="334" y="6"/>
                  <a:pt x="337" y="6"/>
                </a:cubicBezTo>
                <a:cubicBezTo>
                  <a:pt x="337" y="14"/>
                  <a:pt x="337" y="14"/>
                  <a:pt x="337" y="14"/>
                </a:cubicBezTo>
                <a:cubicBezTo>
                  <a:pt x="334" y="14"/>
                  <a:pt x="331" y="14"/>
                  <a:pt x="328" y="14"/>
                </a:cubicBezTo>
                <a:cubicBezTo>
                  <a:pt x="328" y="7"/>
                  <a:pt x="328" y="7"/>
                  <a:pt x="328" y="7"/>
                </a:cubicBezTo>
                <a:close/>
                <a:moveTo>
                  <a:pt x="337" y="789"/>
                </a:moveTo>
                <a:cubicBezTo>
                  <a:pt x="334" y="789"/>
                  <a:pt x="331" y="788"/>
                  <a:pt x="328" y="788"/>
                </a:cubicBezTo>
                <a:cubicBezTo>
                  <a:pt x="328" y="781"/>
                  <a:pt x="328" y="781"/>
                  <a:pt x="328" y="781"/>
                </a:cubicBezTo>
                <a:cubicBezTo>
                  <a:pt x="331" y="781"/>
                  <a:pt x="334" y="781"/>
                  <a:pt x="337" y="781"/>
                </a:cubicBezTo>
                <a:cubicBezTo>
                  <a:pt x="337" y="789"/>
                  <a:pt x="337" y="789"/>
                  <a:pt x="337" y="789"/>
                </a:cubicBezTo>
                <a:close/>
                <a:moveTo>
                  <a:pt x="337" y="35"/>
                </a:moveTo>
                <a:cubicBezTo>
                  <a:pt x="337" y="51"/>
                  <a:pt x="337" y="51"/>
                  <a:pt x="337" y="51"/>
                </a:cubicBezTo>
                <a:cubicBezTo>
                  <a:pt x="334" y="52"/>
                  <a:pt x="331" y="52"/>
                  <a:pt x="328" y="53"/>
                </a:cubicBezTo>
                <a:cubicBezTo>
                  <a:pt x="328" y="45"/>
                  <a:pt x="328" y="45"/>
                  <a:pt x="328" y="45"/>
                </a:cubicBezTo>
                <a:cubicBezTo>
                  <a:pt x="329" y="44"/>
                  <a:pt x="331" y="44"/>
                  <a:pt x="332" y="43"/>
                </a:cubicBezTo>
                <a:cubicBezTo>
                  <a:pt x="331" y="41"/>
                  <a:pt x="329" y="40"/>
                  <a:pt x="328" y="38"/>
                </a:cubicBezTo>
                <a:cubicBezTo>
                  <a:pt x="328" y="26"/>
                  <a:pt x="328" y="26"/>
                  <a:pt x="328" y="26"/>
                </a:cubicBezTo>
                <a:cubicBezTo>
                  <a:pt x="331" y="29"/>
                  <a:pt x="334" y="33"/>
                  <a:pt x="337" y="35"/>
                </a:cubicBezTo>
                <a:close/>
                <a:moveTo>
                  <a:pt x="337" y="84"/>
                </a:moveTo>
                <a:cubicBezTo>
                  <a:pt x="337" y="101"/>
                  <a:pt x="337" y="101"/>
                  <a:pt x="337" y="101"/>
                </a:cubicBezTo>
                <a:cubicBezTo>
                  <a:pt x="334" y="102"/>
                  <a:pt x="331" y="103"/>
                  <a:pt x="328" y="103"/>
                </a:cubicBezTo>
                <a:cubicBezTo>
                  <a:pt x="328" y="87"/>
                  <a:pt x="328" y="87"/>
                  <a:pt x="328" y="87"/>
                </a:cubicBezTo>
                <a:cubicBezTo>
                  <a:pt x="331" y="86"/>
                  <a:pt x="334" y="85"/>
                  <a:pt x="337" y="84"/>
                </a:cubicBezTo>
                <a:close/>
                <a:moveTo>
                  <a:pt x="337" y="116"/>
                </a:moveTo>
                <a:cubicBezTo>
                  <a:pt x="337" y="136"/>
                  <a:pt x="337" y="136"/>
                  <a:pt x="337" y="136"/>
                </a:cubicBezTo>
                <a:cubicBezTo>
                  <a:pt x="334" y="134"/>
                  <a:pt x="331" y="131"/>
                  <a:pt x="328" y="129"/>
                </a:cubicBezTo>
                <a:cubicBezTo>
                  <a:pt x="328" y="113"/>
                  <a:pt x="328" y="113"/>
                  <a:pt x="328" y="113"/>
                </a:cubicBezTo>
                <a:cubicBezTo>
                  <a:pt x="331" y="114"/>
                  <a:pt x="334" y="115"/>
                  <a:pt x="337" y="116"/>
                </a:cubicBezTo>
                <a:close/>
                <a:moveTo>
                  <a:pt x="337" y="171"/>
                </a:moveTo>
                <a:cubicBezTo>
                  <a:pt x="337" y="178"/>
                  <a:pt x="337" y="178"/>
                  <a:pt x="337" y="178"/>
                </a:cubicBezTo>
                <a:cubicBezTo>
                  <a:pt x="336" y="178"/>
                  <a:pt x="334" y="178"/>
                  <a:pt x="332" y="178"/>
                </a:cubicBezTo>
                <a:cubicBezTo>
                  <a:pt x="334" y="181"/>
                  <a:pt x="335" y="183"/>
                  <a:pt x="337" y="185"/>
                </a:cubicBezTo>
                <a:cubicBezTo>
                  <a:pt x="337" y="192"/>
                  <a:pt x="337" y="192"/>
                  <a:pt x="337" y="192"/>
                </a:cubicBezTo>
                <a:cubicBezTo>
                  <a:pt x="333" y="190"/>
                  <a:pt x="330" y="187"/>
                  <a:pt x="328" y="185"/>
                </a:cubicBezTo>
                <a:cubicBezTo>
                  <a:pt x="328" y="175"/>
                  <a:pt x="328" y="175"/>
                  <a:pt x="328" y="175"/>
                </a:cubicBezTo>
                <a:cubicBezTo>
                  <a:pt x="331" y="174"/>
                  <a:pt x="334" y="173"/>
                  <a:pt x="337" y="171"/>
                </a:cubicBezTo>
                <a:close/>
                <a:moveTo>
                  <a:pt x="337" y="195"/>
                </a:moveTo>
                <a:cubicBezTo>
                  <a:pt x="337" y="201"/>
                  <a:pt x="337" y="201"/>
                  <a:pt x="337" y="201"/>
                </a:cubicBezTo>
                <a:cubicBezTo>
                  <a:pt x="334" y="202"/>
                  <a:pt x="331" y="202"/>
                  <a:pt x="328" y="203"/>
                </a:cubicBezTo>
                <a:cubicBezTo>
                  <a:pt x="328" y="197"/>
                  <a:pt x="328" y="197"/>
                  <a:pt x="328" y="197"/>
                </a:cubicBezTo>
                <a:cubicBezTo>
                  <a:pt x="332" y="197"/>
                  <a:pt x="334" y="196"/>
                  <a:pt x="337" y="195"/>
                </a:cubicBezTo>
                <a:close/>
                <a:moveTo>
                  <a:pt x="337" y="213"/>
                </a:moveTo>
                <a:cubicBezTo>
                  <a:pt x="337" y="224"/>
                  <a:pt x="337" y="224"/>
                  <a:pt x="337" y="224"/>
                </a:cubicBezTo>
                <a:cubicBezTo>
                  <a:pt x="335" y="225"/>
                  <a:pt x="333" y="226"/>
                  <a:pt x="331" y="226"/>
                </a:cubicBezTo>
                <a:cubicBezTo>
                  <a:pt x="331" y="227"/>
                  <a:pt x="331" y="228"/>
                  <a:pt x="331" y="229"/>
                </a:cubicBezTo>
                <a:cubicBezTo>
                  <a:pt x="337" y="226"/>
                  <a:pt x="337" y="226"/>
                  <a:pt x="337" y="226"/>
                </a:cubicBezTo>
                <a:cubicBezTo>
                  <a:pt x="337" y="234"/>
                  <a:pt x="337" y="234"/>
                  <a:pt x="337" y="234"/>
                </a:cubicBezTo>
                <a:cubicBezTo>
                  <a:pt x="334" y="235"/>
                  <a:pt x="330" y="237"/>
                  <a:pt x="328" y="239"/>
                </a:cubicBezTo>
                <a:cubicBezTo>
                  <a:pt x="328" y="216"/>
                  <a:pt x="328" y="216"/>
                  <a:pt x="328" y="216"/>
                </a:cubicBezTo>
                <a:cubicBezTo>
                  <a:pt x="331" y="215"/>
                  <a:pt x="334" y="214"/>
                  <a:pt x="337" y="213"/>
                </a:cubicBezTo>
                <a:close/>
                <a:moveTo>
                  <a:pt x="337" y="237"/>
                </a:moveTo>
                <a:cubicBezTo>
                  <a:pt x="334" y="239"/>
                  <a:pt x="331" y="240"/>
                  <a:pt x="328" y="242"/>
                </a:cubicBezTo>
                <a:cubicBezTo>
                  <a:pt x="328" y="260"/>
                  <a:pt x="328" y="260"/>
                  <a:pt x="328" y="260"/>
                </a:cubicBezTo>
                <a:cubicBezTo>
                  <a:pt x="329" y="260"/>
                  <a:pt x="331" y="260"/>
                  <a:pt x="332" y="260"/>
                </a:cubicBezTo>
                <a:cubicBezTo>
                  <a:pt x="332" y="260"/>
                  <a:pt x="332" y="259"/>
                  <a:pt x="332" y="258"/>
                </a:cubicBezTo>
                <a:cubicBezTo>
                  <a:pt x="333" y="258"/>
                  <a:pt x="334" y="258"/>
                  <a:pt x="335" y="258"/>
                </a:cubicBezTo>
                <a:cubicBezTo>
                  <a:pt x="335" y="260"/>
                  <a:pt x="335" y="262"/>
                  <a:pt x="336" y="264"/>
                </a:cubicBezTo>
                <a:cubicBezTo>
                  <a:pt x="337" y="264"/>
                  <a:pt x="337" y="264"/>
                  <a:pt x="337" y="264"/>
                </a:cubicBezTo>
                <a:cubicBezTo>
                  <a:pt x="337" y="248"/>
                  <a:pt x="337" y="248"/>
                  <a:pt x="337" y="248"/>
                </a:cubicBezTo>
                <a:cubicBezTo>
                  <a:pt x="335" y="249"/>
                  <a:pt x="333" y="249"/>
                  <a:pt x="330" y="250"/>
                </a:cubicBezTo>
                <a:cubicBezTo>
                  <a:pt x="332" y="247"/>
                  <a:pt x="334" y="245"/>
                  <a:pt x="337" y="244"/>
                </a:cubicBezTo>
                <a:cubicBezTo>
                  <a:pt x="337" y="237"/>
                  <a:pt x="337" y="237"/>
                  <a:pt x="337" y="237"/>
                </a:cubicBezTo>
                <a:close/>
                <a:moveTo>
                  <a:pt x="337" y="272"/>
                </a:moveTo>
                <a:cubicBezTo>
                  <a:pt x="337" y="278"/>
                  <a:pt x="337" y="278"/>
                  <a:pt x="337" y="278"/>
                </a:cubicBezTo>
                <a:cubicBezTo>
                  <a:pt x="337" y="278"/>
                  <a:pt x="336" y="277"/>
                  <a:pt x="336" y="277"/>
                </a:cubicBezTo>
                <a:cubicBezTo>
                  <a:pt x="336" y="276"/>
                  <a:pt x="336" y="275"/>
                  <a:pt x="336" y="273"/>
                </a:cubicBezTo>
                <a:cubicBezTo>
                  <a:pt x="336" y="273"/>
                  <a:pt x="337" y="272"/>
                  <a:pt x="337" y="272"/>
                </a:cubicBezTo>
                <a:close/>
                <a:moveTo>
                  <a:pt x="337" y="312"/>
                </a:moveTo>
                <a:cubicBezTo>
                  <a:pt x="337" y="318"/>
                  <a:pt x="337" y="318"/>
                  <a:pt x="337" y="318"/>
                </a:cubicBezTo>
                <a:cubicBezTo>
                  <a:pt x="335" y="318"/>
                  <a:pt x="333" y="319"/>
                  <a:pt x="330" y="321"/>
                </a:cubicBezTo>
                <a:cubicBezTo>
                  <a:pt x="332" y="322"/>
                  <a:pt x="335" y="323"/>
                  <a:pt x="337" y="325"/>
                </a:cubicBezTo>
                <a:cubicBezTo>
                  <a:pt x="337" y="329"/>
                  <a:pt x="337" y="329"/>
                  <a:pt x="337" y="329"/>
                </a:cubicBezTo>
                <a:cubicBezTo>
                  <a:pt x="333" y="327"/>
                  <a:pt x="330" y="326"/>
                  <a:pt x="328" y="326"/>
                </a:cubicBezTo>
                <a:cubicBezTo>
                  <a:pt x="328" y="316"/>
                  <a:pt x="328" y="316"/>
                  <a:pt x="328" y="316"/>
                </a:cubicBezTo>
                <a:cubicBezTo>
                  <a:pt x="329" y="317"/>
                  <a:pt x="329" y="317"/>
                  <a:pt x="329" y="317"/>
                </a:cubicBezTo>
                <a:cubicBezTo>
                  <a:pt x="334" y="314"/>
                  <a:pt x="335" y="313"/>
                  <a:pt x="337" y="312"/>
                </a:cubicBezTo>
                <a:close/>
                <a:moveTo>
                  <a:pt x="337" y="330"/>
                </a:moveTo>
                <a:cubicBezTo>
                  <a:pt x="337" y="334"/>
                  <a:pt x="337" y="334"/>
                  <a:pt x="337" y="334"/>
                </a:cubicBezTo>
                <a:cubicBezTo>
                  <a:pt x="336" y="335"/>
                  <a:pt x="335" y="336"/>
                  <a:pt x="334" y="336"/>
                </a:cubicBezTo>
                <a:cubicBezTo>
                  <a:pt x="333" y="339"/>
                  <a:pt x="330" y="342"/>
                  <a:pt x="328" y="344"/>
                </a:cubicBezTo>
                <a:cubicBezTo>
                  <a:pt x="328" y="338"/>
                  <a:pt x="328" y="338"/>
                  <a:pt x="328" y="338"/>
                </a:cubicBezTo>
                <a:cubicBezTo>
                  <a:pt x="328" y="338"/>
                  <a:pt x="328" y="338"/>
                  <a:pt x="328" y="338"/>
                </a:cubicBezTo>
                <a:cubicBezTo>
                  <a:pt x="328" y="337"/>
                  <a:pt x="328" y="337"/>
                  <a:pt x="328" y="337"/>
                </a:cubicBezTo>
                <a:cubicBezTo>
                  <a:pt x="328" y="332"/>
                  <a:pt x="328" y="332"/>
                  <a:pt x="328" y="332"/>
                </a:cubicBezTo>
                <a:cubicBezTo>
                  <a:pt x="332" y="332"/>
                  <a:pt x="334" y="332"/>
                  <a:pt x="337" y="330"/>
                </a:cubicBezTo>
                <a:close/>
                <a:moveTo>
                  <a:pt x="337" y="379"/>
                </a:moveTo>
                <a:cubicBezTo>
                  <a:pt x="337" y="387"/>
                  <a:pt x="337" y="387"/>
                  <a:pt x="337" y="387"/>
                </a:cubicBezTo>
                <a:cubicBezTo>
                  <a:pt x="328" y="381"/>
                  <a:pt x="328" y="381"/>
                  <a:pt x="328" y="381"/>
                </a:cubicBezTo>
                <a:cubicBezTo>
                  <a:pt x="328" y="379"/>
                  <a:pt x="328" y="379"/>
                  <a:pt x="328" y="379"/>
                </a:cubicBezTo>
                <a:cubicBezTo>
                  <a:pt x="337" y="379"/>
                  <a:pt x="337" y="379"/>
                  <a:pt x="337" y="379"/>
                </a:cubicBezTo>
                <a:close/>
                <a:moveTo>
                  <a:pt x="337" y="470"/>
                </a:moveTo>
                <a:cubicBezTo>
                  <a:pt x="337" y="474"/>
                  <a:pt x="337" y="474"/>
                  <a:pt x="337" y="474"/>
                </a:cubicBezTo>
                <a:cubicBezTo>
                  <a:pt x="337" y="474"/>
                  <a:pt x="337" y="474"/>
                  <a:pt x="337" y="474"/>
                </a:cubicBezTo>
                <a:cubicBezTo>
                  <a:pt x="335" y="479"/>
                  <a:pt x="334" y="484"/>
                  <a:pt x="337" y="488"/>
                </a:cubicBezTo>
                <a:cubicBezTo>
                  <a:pt x="337" y="493"/>
                  <a:pt x="337" y="493"/>
                  <a:pt x="337" y="493"/>
                </a:cubicBezTo>
                <a:cubicBezTo>
                  <a:pt x="335" y="491"/>
                  <a:pt x="333" y="490"/>
                  <a:pt x="331" y="488"/>
                </a:cubicBezTo>
                <a:cubicBezTo>
                  <a:pt x="330" y="488"/>
                  <a:pt x="329" y="489"/>
                  <a:pt x="328" y="489"/>
                </a:cubicBezTo>
                <a:cubicBezTo>
                  <a:pt x="328" y="482"/>
                  <a:pt x="328" y="482"/>
                  <a:pt x="328" y="482"/>
                </a:cubicBezTo>
                <a:cubicBezTo>
                  <a:pt x="328" y="482"/>
                  <a:pt x="329" y="482"/>
                  <a:pt x="329" y="483"/>
                </a:cubicBezTo>
                <a:cubicBezTo>
                  <a:pt x="332" y="478"/>
                  <a:pt x="330" y="472"/>
                  <a:pt x="330" y="466"/>
                </a:cubicBezTo>
                <a:cubicBezTo>
                  <a:pt x="328" y="466"/>
                  <a:pt x="328" y="466"/>
                  <a:pt x="328" y="466"/>
                </a:cubicBezTo>
                <a:cubicBezTo>
                  <a:pt x="328" y="461"/>
                  <a:pt x="328" y="461"/>
                  <a:pt x="328" y="461"/>
                </a:cubicBezTo>
                <a:cubicBezTo>
                  <a:pt x="331" y="464"/>
                  <a:pt x="334" y="467"/>
                  <a:pt x="337" y="470"/>
                </a:cubicBezTo>
                <a:close/>
                <a:moveTo>
                  <a:pt x="337" y="509"/>
                </a:moveTo>
                <a:cubicBezTo>
                  <a:pt x="337" y="517"/>
                  <a:pt x="337" y="517"/>
                  <a:pt x="337" y="517"/>
                </a:cubicBezTo>
                <a:cubicBezTo>
                  <a:pt x="334" y="518"/>
                  <a:pt x="331" y="519"/>
                  <a:pt x="328" y="521"/>
                </a:cubicBezTo>
                <a:cubicBezTo>
                  <a:pt x="328" y="511"/>
                  <a:pt x="328" y="511"/>
                  <a:pt x="328" y="511"/>
                </a:cubicBezTo>
                <a:cubicBezTo>
                  <a:pt x="331" y="510"/>
                  <a:pt x="334" y="509"/>
                  <a:pt x="337" y="509"/>
                </a:cubicBezTo>
                <a:close/>
                <a:moveTo>
                  <a:pt x="337" y="522"/>
                </a:moveTo>
                <a:cubicBezTo>
                  <a:pt x="337" y="532"/>
                  <a:pt x="337" y="532"/>
                  <a:pt x="337" y="532"/>
                </a:cubicBezTo>
                <a:cubicBezTo>
                  <a:pt x="334" y="534"/>
                  <a:pt x="331" y="537"/>
                  <a:pt x="328" y="539"/>
                </a:cubicBezTo>
                <a:cubicBezTo>
                  <a:pt x="328" y="530"/>
                  <a:pt x="328" y="530"/>
                  <a:pt x="328" y="530"/>
                </a:cubicBezTo>
                <a:cubicBezTo>
                  <a:pt x="331" y="527"/>
                  <a:pt x="333" y="525"/>
                  <a:pt x="336" y="522"/>
                </a:cubicBezTo>
                <a:cubicBezTo>
                  <a:pt x="337" y="522"/>
                  <a:pt x="337" y="522"/>
                  <a:pt x="337" y="522"/>
                </a:cubicBezTo>
                <a:close/>
                <a:moveTo>
                  <a:pt x="337" y="536"/>
                </a:moveTo>
                <a:cubicBezTo>
                  <a:pt x="334" y="538"/>
                  <a:pt x="331" y="542"/>
                  <a:pt x="328" y="545"/>
                </a:cubicBezTo>
                <a:cubicBezTo>
                  <a:pt x="328" y="577"/>
                  <a:pt x="328" y="577"/>
                  <a:pt x="328" y="577"/>
                </a:cubicBezTo>
                <a:cubicBezTo>
                  <a:pt x="331" y="571"/>
                  <a:pt x="334" y="563"/>
                  <a:pt x="334" y="557"/>
                </a:cubicBezTo>
                <a:cubicBezTo>
                  <a:pt x="330" y="552"/>
                  <a:pt x="333" y="549"/>
                  <a:pt x="337" y="545"/>
                </a:cubicBezTo>
                <a:cubicBezTo>
                  <a:pt x="337" y="536"/>
                  <a:pt x="337" y="536"/>
                  <a:pt x="337" y="536"/>
                </a:cubicBezTo>
                <a:close/>
                <a:moveTo>
                  <a:pt x="337" y="580"/>
                </a:moveTo>
                <a:cubicBezTo>
                  <a:pt x="337" y="589"/>
                  <a:pt x="337" y="589"/>
                  <a:pt x="337" y="589"/>
                </a:cubicBezTo>
                <a:cubicBezTo>
                  <a:pt x="336" y="587"/>
                  <a:pt x="336" y="585"/>
                  <a:pt x="336" y="580"/>
                </a:cubicBezTo>
                <a:cubicBezTo>
                  <a:pt x="337" y="580"/>
                  <a:pt x="337" y="580"/>
                  <a:pt x="337" y="580"/>
                </a:cubicBezTo>
                <a:close/>
                <a:moveTo>
                  <a:pt x="337" y="604"/>
                </a:moveTo>
                <a:cubicBezTo>
                  <a:pt x="337" y="614"/>
                  <a:pt x="337" y="614"/>
                  <a:pt x="337" y="614"/>
                </a:cubicBezTo>
                <a:cubicBezTo>
                  <a:pt x="335" y="608"/>
                  <a:pt x="335" y="608"/>
                  <a:pt x="335" y="608"/>
                </a:cubicBezTo>
                <a:cubicBezTo>
                  <a:pt x="333" y="607"/>
                  <a:pt x="330" y="607"/>
                  <a:pt x="328" y="606"/>
                </a:cubicBezTo>
                <a:cubicBezTo>
                  <a:pt x="328" y="601"/>
                  <a:pt x="328" y="601"/>
                  <a:pt x="328" y="601"/>
                </a:cubicBezTo>
                <a:cubicBezTo>
                  <a:pt x="334" y="602"/>
                  <a:pt x="335" y="603"/>
                  <a:pt x="337" y="604"/>
                </a:cubicBezTo>
                <a:close/>
                <a:moveTo>
                  <a:pt x="337" y="627"/>
                </a:moveTo>
                <a:cubicBezTo>
                  <a:pt x="337" y="633"/>
                  <a:pt x="337" y="633"/>
                  <a:pt x="337" y="633"/>
                </a:cubicBezTo>
                <a:cubicBezTo>
                  <a:pt x="334" y="632"/>
                  <a:pt x="331" y="630"/>
                  <a:pt x="328" y="628"/>
                </a:cubicBezTo>
                <a:cubicBezTo>
                  <a:pt x="328" y="619"/>
                  <a:pt x="328" y="619"/>
                  <a:pt x="328" y="619"/>
                </a:cubicBezTo>
                <a:cubicBezTo>
                  <a:pt x="330" y="622"/>
                  <a:pt x="332" y="624"/>
                  <a:pt x="337" y="627"/>
                </a:cubicBezTo>
                <a:close/>
                <a:moveTo>
                  <a:pt x="337" y="667"/>
                </a:moveTo>
                <a:cubicBezTo>
                  <a:pt x="337" y="708"/>
                  <a:pt x="337" y="708"/>
                  <a:pt x="337" y="708"/>
                </a:cubicBezTo>
                <a:cubicBezTo>
                  <a:pt x="334" y="707"/>
                  <a:pt x="331" y="706"/>
                  <a:pt x="328" y="705"/>
                </a:cubicBezTo>
                <a:cubicBezTo>
                  <a:pt x="328" y="704"/>
                  <a:pt x="328" y="704"/>
                  <a:pt x="328" y="704"/>
                </a:cubicBezTo>
                <a:cubicBezTo>
                  <a:pt x="330" y="695"/>
                  <a:pt x="331" y="686"/>
                  <a:pt x="333" y="677"/>
                </a:cubicBezTo>
                <a:cubicBezTo>
                  <a:pt x="331" y="678"/>
                  <a:pt x="330" y="679"/>
                  <a:pt x="328" y="679"/>
                </a:cubicBezTo>
                <a:cubicBezTo>
                  <a:pt x="328" y="669"/>
                  <a:pt x="328" y="669"/>
                  <a:pt x="328" y="669"/>
                </a:cubicBezTo>
                <a:cubicBezTo>
                  <a:pt x="331" y="668"/>
                  <a:pt x="334" y="667"/>
                  <a:pt x="337" y="667"/>
                </a:cubicBezTo>
                <a:close/>
                <a:moveTo>
                  <a:pt x="337" y="745"/>
                </a:moveTo>
                <a:cubicBezTo>
                  <a:pt x="337" y="753"/>
                  <a:pt x="337" y="753"/>
                  <a:pt x="337" y="753"/>
                </a:cubicBezTo>
                <a:cubicBezTo>
                  <a:pt x="336" y="753"/>
                  <a:pt x="336" y="753"/>
                  <a:pt x="336" y="753"/>
                </a:cubicBezTo>
                <a:cubicBezTo>
                  <a:pt x="337" y="753"/>
                  <a:pt x="337" y="754"/>
                  <a:pt x="337" y="755"/>
                </a:cubicBezTo>
                <a:cubicBezTo>
                  <a:pt x="337" y="778"/>
                  <a:pt x="337" y="778"/>
                  <a:pt x="337" y="778"/>
                </a:cubicBezTo>
                <a:cubicBezTo>
                  <a:pt x="333" y="768"/>
                  <a:pt x="331" y="762"/>
                  <a:pt x="328" y="757"/>
                </a:cubicBezTo>
                <a:cubicBezTo>
                  <a:pt x="328" y="743"/>
                  <a:pt x="328" y="743"/>
                  <a:pt x="328" y="743"/>
                </a:cubicBezTo>
                <a:cubicBezTo>
                  <a:pt x="328" y="744"/>
                  <a:pt x="329" y="744"/>
                  <a:pt x="329" y="744"/>
                </a:cubicBezTo>
                <a:cubicBezTo>
                  <a:pt x="332" y="744"/>
                  <a:pt x="335" y="744"/>
                  <a:pt x="337" y="745"/>
                </a:cubicBezTo>
                <a:close/>
                <a:moveTo>
                  <a:pt x="322" y="8"/>
                </a:moveTo>
                <a:cubicBezTo>
                  <a:pt x="324" y="8"/>
                  <a:pt x="326" y="7"/>
                  <a:pt x="328" y="7"/>
                </a:cubicBezTo>
                <a:cubicBezTo>
                  <a:pt x="328" y="14"/>
                  <a:pt x="328" y="14"/>
                  <a:pt x="328" y="14"/>
                </a:cubicBezTo>
                <a:cubicBezTo>
                  <a:pt x="326" y="14"/>
                  <a:pt x="324" y="15"/>
                  <a:pt x="322" y="15"/>
                </a:cubicBezTo>
                <a:cubicBezTo>
                  <a:pt x="322" y="8"/>
                  <a:pt x="322" y="8"/>
                  <a:pt x="322" y="8"/>
                </a:cubicBezTo>
                <a:close/>
                <a:moveTo>
                  <a:pt x="328" y="788"/>
                </a:moveTo>
                <a:cubicBezTo>
                  <a:pt x="326" y="787"/>
                  <a:pt x="324" y="787"/>
                  <a:pt x="322" y="787"/>
                </a:cubicBezTo>
                <a:cubicBezTo>
                  <a:pt x="322" y="778"/>
                  <a:pt x="322" y="778"/>
                  <a:pt x="322" y="778"/>
                </a:cubicBezTo>
                <a:cubicBezTo>
                  <a:pt x="323" y="779"/>
                  <a:pt x="325" y="780"/>
                  <a:pt x="328" y="781"/>
                </a:cubicBezTo>
                <a:cubicBezTo>
                  <a:pt x="328" y="781"/>
                  <a:pt x="328" y="781"/>
                  <a:pt x="328" y="781"/>
                </a:cubicBezTo>
                <a:cubicBezTo>
                  <a:pt x="328" y="788"/>
                  <a:pt x="328" y="788"/>
                  <a:pt x="328" y="788"/>
                </a:cubicBezTo>
                <a:close/>
                <a:moveTo>
                  <a:pt x="328" y="26"/>
                </a:moveTo>
                <a:cubicBezTo>
                  <a:pt x="328" y="38"/>
                  <a:pt x="328" y="38"/>
                  <a:pt x="328" y="38"/>
                </a:cubicBezTo>
                <a:cubicBezTo>
                  <a:pt x="326" y="36"/>
                  <a:pt x="324" y="33"/>
                  <a:pt x="322" y="31"/>
                </a:cubicBezTo>
                <a:cubicBezTo>
                  <a:pt x="322" y="18"/>
                  <a:pt x="322" y="18"/>
                  <a:pt x="322" y="18"/>
                </a:cubicBezTo>
                <a:cubicBezTo>
                  <a:pt x="323" y="21"/>
                  <a:pt x="325" y="24"/>
                  <a:pt x="328" y="26"/>
                </a:cubicBezTo>
                <a:close/>
                <a:moveTo>
                  <a:pt x="328" y="45"/>
                </a:moveTo>
                <a:cubicBezTo>
                  <a:pt x="328" y="53"/>
                  <a:pt x="328" y="53"/>
                  <a:pt x="328" y="53"/>
                </a:cubicBezTo>
                <a:cubicBezTo>
                  <a:pt x="326" y="53"/>
                  <a:pt x="324" y="54"/>
                  <a:pt x="322" y="55"/>
                </a:cubicBezTo>
                <a:cubicBezTo>
                  <a:pt x="322" y="46"/>
                  <a:pt x="322" y="46"/>
                  <a:pt x="322" y="46"/>
                </a:cubicBezTo>
                <a:cubicBezTo>
                  <a:pt x="324" y="46"/>
                  <a:pt x="326" y="45"/>
                  <a:pt x="328" y="45"/>
                </a:cubicBezTo>
                <a:close/>
                <a:moveTo>
                  <a:pt x="328" y="87"/>
                </a:moveTo>
                <a:cubicBezTo>
                  <a:pt x="328" y="103"/>
                  <a:pt x="328" y="103"/>
                  <a:pt x="328" y="103"/>
                </a:cubicBezTo>
                <a:cubicBezTo>
                  <a:pt x="326" y="104"/>
                  <a:pt x="324" y="104"/>
                  <a:pt x="322" y="105"/>
                </a:cubicBezTo>
                <a:cubicBezTo>
                  <a:pt x="322" y="89"/>
                  <a:pt x="322" y="89"/>
                  <a:pt x="322" y="89"/>
                </a:cubicBezTo>
                <a:cubicBezTo>
                  <a:pt x="324" y="89"/>
                  <a:pt x="326" y="88"/>
                  <a:pt x="328" y="87"/>
                </a:cubicBezTo>
                <a:close/>
                <a:moveTo>
                  <a:pt x="328" y="113"/>
                </a:moveTo>
                <a:cubicBezTo>
                  <a:pt x="328" y="129"/>
                  <a:pt x="328" y="129"/>
                  <a:pt x="328" y="129"/>
                </a:cubicBezTo>
                <a:cubicBezTo>
                  <a:pt x="326" y="128"/>
                  <a:pt x="324" y="127"/>
                  <a:pt x="322" y="126"/>
                </a:cubicBezTo>
                <a:cubicBezTo>
                  <a:pt x="322" y="111"/>
                  <a:pt x="322" y="111"/>
                  <a:pt x="322" y="111"/>
                </a:cubicBezTo>
                <a:cubicBezTo>
                  <a:pt x="324" y="112"/>
                  <a:pt x="326" y="113"/>
                  <a:pt x="328" y="113"/>
                </a:cubicBezTo>
                <a:close/>
                <a:moveTo>
                  <a:pt x="328" y="175"/>
                </a:moveTo>
                <a:cubicBezTo>
                  <a:pt x="328" y="185"/>
                  <a:pt x="328" y="185"/>
                  <a:pt x="328" y="185"/>
                </a:cubicBezTo>
                <a:cubicBezTo>
                  <a:pt x="326" y="183"/>
                  <a:pt x="324" y="182"/>
                  <a:pt x="322" y="183"/>
                </a:cubicBezTo>
                <a:cubicBezTo>
                  <a:pt x="322" y="177"/>
                  <a:pt x="322" y="177"/>
                  <a:pt x="322" y="177"/>
                </a:cubicBezTo>
                <a:cubicBezTo>
                  <a:pt x="324" y="176"/>
                  <a:pt x="326" y="176"/>
                  <a:pt x="328" y="175"/>
                </a:cubicBezTo>
                <a:close/>
                <a:moveTo>
                  <a:pt x="328" y="197"/>
                </a:moveTo>
                <a:cubicBezTo>
                  <a:pt x="328" y="203"/>
                  <a:pt x="328" y="203"/>
                  <a:pt x="328" y="203"/>
                </a:cubicBezTo>
                <a:cubicBezTo>
                  <a:pt x="326" y="204"/>
                  <a:pt x="324" y="205"/>
                  <a:pt x="322" y="205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200"/>
                  <a:pt x="322" y="200"/>
                  <a:pt x="322" y="200"/>
                </a:cubicBezTo>
                <a:cubicBezTo>
                  <a:pt x="322" y="193"/>
                  <a:pt x="322" y="193"/>
                  <a:pt x="322" y="193"/>
                </a:cubicBezTo>
                <a:cubicBezTo>
                  <a:pt x="327" y="197"/>
                  <a:pt x="327" y="197"/>
                  <a:pt x="327" y="197"/>
                </a:cubicBezTo>
                <a:cubicBezTo>
                  <a:pt x="328" y="197"/>
                  <a:pt x="328" y="197"/>
                  <a:pt x="328" y="197"/>
                </a:cubicBezTo>
                <a:close/>
                <a:moveTo>
                  <a:pt x="328" y="216"/>
                </a:moveTo>
                <a:cubicBezTo>
                  <a:pt x="328" y="239"/>
                  <a:pt x="328" y="239"/>
                  <a:pt x="328" y="239"/>
                </a:cubicBezTo>
                <a:cubicBezTo>
                  <a:pt x="327" y="240"/>
                  <a:pt x="326" y="241"/>
                  <a:pt x="325" y="243"/>
                </a:cubicBezTo>
                <a:cubicBezTo>
                  <a:pt x="326" y="243"/>
                  <a:pt x="327" y="242"/>
                  <a:pt x="328" y="242"/>
                </a:cubicBezTo>
                <a:cubicBezTo>
                  <a:pt x="328" y="260"/>
                  <a:pt x="328" y="260"/>
                  <a:pt x="328" y="260"/>
                </a:cubicBezTo>
                <a:cubicBezTo>
                  <a:pt x="325" y="259"/>
                  <a:pt x="323" y="257"/>
                  <a:pt x="322" y="256"/>
                </a:cubicBezTo>
                <a:cubicBezTo>
                  <a:pt x="322" y="219"/>
                  <a:pt x="322" y="219"/>
                  <a:pt x="322" y="219"/>
                </a:cubicBezTo>
                <a:cubicBezTo>
                  <a:pt x="324" y="218"/>
                  <a:pt x="326" y="217"/>
                  <a:pt x="328" y="216"/>
                </a:cubicBezTo>
                <a:close/>
                <a:moveTo>
                  <a:pt x="328" y="316"/>
                </a:moveTo>
                <a:cubicBezTo>
                  <a:pt x="328" y="326"/>
                  <a:pt x="328" y="326"/>
                  <a:pt x="328" y="326"/>
                </a:cubicBezTo>
                <a:cubicBezTo>
                  <a:pt x="326" y="326"/>
                  <a:pt x="324" y="327"/>
                  <a:pt x="322" y="329"/>
                </a:cubicBezTo>
                <a:cubicBezTo>
                  <a:pt x="322" y="325"/>
                  <a:pt x="322" y="325"/>
                  <a:pt x="322" y="325"/>
                </a:cubicBezTo>
                <a:cubicBezTo>
                  <a:pt x="325" y="322"/>
                  <a:pt x="325" y="319"/>
                  <a:pt x="322" y="314"/>
                </a:cubicBezTo>
                <a:cubicBezTo>
                  <a:pt x="322" y="310"/>
                  <a:pt x="322" y="310"/>
                  <a:pt x="322" y="310"/>
                </a:cubicBezTo>
                <a:cubicBezTo>
                  <a:pt x="324" y="312"/>
                  <a:pt x="326" y="314"/>
                  <a:pt x="328" y="316"/>
                </a:cubicBezTo>
                <a:close/>
                <a:moveTo>
                  <a:pt x="328" y="332"/>
                </a:moveTo>
                <a:cubicBezTo>
                  <a:pt x="328" y="337"/>
                  <a:pt x="328" y="337"/>
                  <a:pt x="328" y="337"/>
                </a:cubicBezTo>
                <a:cubicBezTo>
                  <a:pt x="328" y="337"/>
                  <a:pt x="328" y="336"/>
                  <a:pt x="328" y="336"/>
                </a:cubicBezTo>
                <a:cubicBezTo>
                  <a:pt x="325" y="336"/>
                  <a:pt x="323" y="335"/>
                  <a:pt x="322" y="335"/>
                </a:cubicBezTo>
                <a:cubicBezTo>
                  <a:pt x="322" y="331"/>
                  <a:pt x="322" y="331"/>
                  <a:pt x="322" y="331"/>
                </a:cubicBezTo>
                <a:cubicBezTo>
                  <a:pt x="323" y="332"/>
                  <a:pt x="324" y="332"/>
                  <a:pt x="325" y="332"/>
                </a:cubicBezTo>
                <a:cubicBezTo>
                  <a:pt x="326" y="332"/>
                  <a:pt x="327" y="332"/>
                  <a:pt x="328" y="332"/>
                </a:cubicBezTo>
                <a:close/>
                <a:moveTo>
                  <a:pt x="328" y="338"/>
                </a:moveTo>
                <a:cubicBezTo>
                  <a:pt x="328" y="344"/>
                  <a:pt x="328" y="344"/>
                  <a:pt x="328" y="344"/>
                </a:cubicBezTo>
                <a:cubicBezTo>
                  <a:pt x="326" y="346"/>
                  <a:pt x="325" y="348"/>
                  <a:pt x="324" y="350"/>
                </a:cubicBezTo>
                <a:cubicBezTo>
                  <a:pt x="323" y="351"/>
                  <a:pt x="322" y="351"/>
                  <a:pt x="322" y="352"/>
                </a:cubicBezTo>
                <a:cubicBezTo>
                  <a:pt x="322" y="341"/>
                  <a:pt x="322" y="341"/>
                  <a:pt x="322" y="341"/>
                </a:cubicBezTo>
                <a:cubicBezTo>
                  <a:pt x="324" y="341"/>
                  <a:pt x="326" y="341"/>
                  <a:pt x="328" y="338"/>
                </a:cubicBezTo>
                <a:close/>
                <a:moveTo>
                  <a:pt x="328" y="379"/>
                </a:moveTo>
                <a:cubicBezTo>
                  <a:pt x="328" y="381"/>
                  <a:pt x="328" y="381"/>
                  <a:pt x="328" y="381"/>
                </a:cubicBezTo>
                <a:cubicBezTo>
                  <a:pt x="325" y="379"/>
                  <a:pt x="325" y="379"/>
                  <a:pt x="325" y="379"/>
                </a:cubicBezTo>
                <a:cubicBezTo>
                  <a:pt x="328" y="379"/>
                  <a:pt x="328" y="379"/>
                  <a:pt x="328" y="379"/>
                </a:cubicBezTo>
                <a:close/>
                <a:moveTo>
                  <a:pt x="328" y="461"/>
                </a:moveTo>
                <a:cubicBezTo>
                  <a:pt x="328" y="466"/>
                  <a:pt x="328" y="466"/>
                  <a:pt x="328" y="466"/>
                </a:cubicBezTo>
                <a:cubicBezTo>
                  <a:pt x="327" y="466"/>
                  <a:pt x="327" y="466"/>
                  <a:pt x="327" y="466"/>
                </a:cubicBezTo>
                <a:cubicBezTo>
                  <a:pt x="325" y="474"/>
                  <a:pt x="324" y="476"/>
                  <a:pt x="328" y="482"/>
                </a:cubicBezTo>
                <a:cubicBezTo>
                  <a:pt x="328" y="489"/>
                  <a:pt x="328" y="489"/>
                  <a:pt x="328" y="489"/>
                </a:cubicBezTo>
                <a:cubicBezTo>
                  <a:pt x="326" y="490"/>
                  <a:pt x="324" y="491"/>
                  <a:pt x="322" y="493"/>
                </a:cubicBezTo>
                <a:cubicBezTo>
                  <a:pt x="322" y="485"/>
                  <a:pt x="322" y="485"/>
                  <a:pt x="322" y="485"/>
                </a:cubicBezTo>
                <a:cubicBezTo>
                  <a:pt x="323" y="485"/>
                  <a:pt x="324" y="485"/>
                  <a:pt x="325" y="484"/>
                </a:cubicBezTo>
                <a:cubicBezTo>
                  <a:pt x="324" y="483"/>
                  <a:pt x="323" y="482"/>
                  <a:pt x="322" y="480"/>
                </a:cubicBezTo>
                <a:cubicBezTo>
                  <a:pt x="322" y="468"/>
                  <a:pt x="322" y="468"/>
                  <a:pt x="322" y="468"/>
                </a:cubicBezTo>
                <a:cubicBezTo>
                  <a:pt x="323" y="465"/>
                  <a:pt x="323" y="462"/>
                  <a:pt x="322" y="459"/>
                </a:cubicBezTo>
                <a:cubicBezTo>
                  <a:pt x="322" y="452"/>
                  <a:pt x="322" y="452"/>
                  <a:pt x="322" y="452"/>
                </a:cubicBezTo>
                <a:cubicBezTo>
                  <a:pt x="323" y="455"/>
                  <a:pt x="326" y="458"/>
                  <a:pt x="328" y="461"/>
                </a:cubicBezTo>
                <a:close/>
                <a:moveTo>
                  <a:pt x="328" y="511"/>
                </a:moveTo>
                <a:cubicBezTo>
                  <a:pt x="328" y="521"/>
                  <a:pt x="328" y="521"/>
                  <a:pt x="328" y="521"/>
                </a:cubicBezTo>
                <a:cubicBezTo>
                  <a:pt x="326" y="522"/>
                  <a:pt x="324" y="523"/>
                  <a:pt x="322" y="524"/>
                </a:cubicBezTo>
                <a:cubicBezTo>
                  <a:pt x="322" y="514"/>
                  <a:pt x="322" y="514"/>
                  <a:pt x="322" y="514"/>
                </a:cubicBezTo>
                <a:cubicBezTo>
                  <a:pt x="324" y="513"/>
                  <a:pt x="326" y="512"/>
                  <a:pt x="328" y="511"/>
                </a:cubicBezTo>
                <a:close/>
                <a:moveTo>
                  <a:pt x="328" y="530"/>
                </a:moveTo>
                <a:cubicBezTo>
                  <a:pt x="328" y="539"/>
                  <a:pt x="328" y="539"/>
                  <a:pt x="328" y="539"/>
                </a:cubicBezTo>
                <a:cubicBezTo>
                  <a:pt x="325" y="541"/>
                  <a:pt x="323" y="544"/>
                  <a:pt x="323" y="547"/>
                </a:cubicBezTo>
                <a:cubicBezTo>
                  <a:pt x="324" y="547"/>
                  <a:pt x="325" y="547"/>
                  <a:pt x="327" y="547"/>
                </a:cubicBezTo>
                <a:cubicBezTo>
                  <a:pt x="327" y="546"/>
                  <a:pt x="327" y="546"/>
                  <a:pt x="328" y="545"/>
                </a:cubicBezTo>
                <a:cubicBezTo>
                  <a:pt x="328" y="577"/>
                  <a:pt x="328" y="577"/>
                  <a:pt x="328" y="577"/>
                </a:cubicBezTo>
                <a:cubicBezTo>
                  <a:pt x="326" y="581"/>
                  <a:pt x="324" y="584"/>
                  <a:pt x="323" y="588"/>
                </a:cubicBezTo>
                <a:cubicBezTo>
                  <a:pt x="322" y="588"/>
                  <a:pt x="322" y="588"/>
                  <a:pt x="322" y="588"/>
                </a:cubicBezTo>
                <a:cubicBezTo>
                  <a:pt x="322" y="571"/>
                  <a:pt x="322" y="571"/>
                  <a:pt x="322" y="571"/>
                </a:cubicBezTo>
                <a:cubicBezTo>
                  <a:pt x="323" y="568"/>
                  <a:pt x="325" y="566"/>
                  <a:pt x="325" y="562"/>
                </a:cubicBezTo>
                <a:cubicBezTo>
                  <a:pt x="324" y="561"/>
                  <a:pt x="323" y="560"/>
                  <a:pt x="322" y="559"/>
                </a:cubicBezTo>
                <a:cubicBezTo>
                  <a:pt x="322" y="536"/>
                  <a:pt x="322" y="536"/>
                  <a:pt x="322" y="536"/>
                </a:cubicBezTo>
                <a:cubicBezTo>
                  <a:pt x="324" y="534"/>
                  <a:pt x="326" y="532"/>
                  <a:pt x="328" y="530"/>
                </a:cubicBezTo>
                <a:close/>
                <a:moveTo>
                  <a:pt x="328" y="601"/>
                </a:moveTo>
                <a:cubicBezTo>
                  <a:pt x="328" y="606"/>
                  <a:pt x="328" y="606"/>
                  <a:pt x="328" y="606"/>
                </a:cubicBezTo>
                <a:cubicBezTo>
                  <a:pt x="327" y="606"/>
                  <a:pt x="326" y="605"/>
                  <a:pt x="325" y="605"/>
                </a:cubicBezTo>
                <a:cubicBezTo>
                  <a:pt x="326" y="612"/>
                  <a:pt x="327" y="616"/>
                  <a:pt x="328" y="619"/>
                </a:cubicBezTo>
                <a:cubicBezTo>
                  <a:pt x="328" y="628"/>
                  <a:pt x="328" y="628"/>
                  <a:pt x="328" y="628"/>
                </a:cubicBezTo>
                <a:cubicBezTo>
                  <a:pt x="328" y="628"/>
                  <a:pt x="328" y="628"/>
                  <a:pt x="328" y="628"/>
                </a:cubicBezTo>
                <a:cubicBezTo>
                  <a:pt x="326" y="628"/>
                  <a:pt x="324" y="627"/>
                  <a:pt x="322" y="627"/>
                </a:cubicBezTo>
                <a:cubicBezTo>
                  <a:pt x="322" y="622"/>
                  <a:pt x="322" y="622"/>
                  <a:pt x="322" y="622"/>
                </a:cubicBezTo>
                <a:cubicBezTo>
                  <a:pt x="322" y="622"/>
                  <a:pt x="322" y="622"/>
                  <a:pt x="322" y="622"/>
                </a:cubicBezTo>
                <a:cubicBezTo>
                  <a:pt x="322" y="621"/>
                  <a:pt x="322" y="621"/>
                  <a:pt x="322" y="621"/>
                </a:cubicBezTo>
                <a:cubicBezTo>
                  <a:pt x="322" y="599"/>
                  <a:pt x="322" y="599"/>
                  <a:pt x="322" y="599"/>
                </a:cubicBezTo>
                <a:cubicBezTo>
                  <a:pt x="324" y="600"/>
                  <a:pt x="326" y="600"/>
                  <a:pt x="328" y="601"/>
                </a:cubicBezTo>
                <a:close/>
                <a:moveTo>
                  <a:pt x="328" y="669"/>
                </a:moveTo>
                <a:cubicBezTo>
                  <a:pt x="328" y="679"/>
                  <a:pt x="328" y="679"/>
                  <a:pt x="328" y="679"/>
                </a:cubicBezTo>
                <a:cubicBezTo>
                  <a:pt x="327" y="680"/>
                  <a:pt x="327" y="680"/>
                  <a:pt x="326" y="680"/>
                </a:cubicBezTo>
                <a:cubicBezTo>
                  <a:pt x="325" y="677"/>
                  <a:pt x="323" y="675"/>
                  <a:pt x="322" y="672"/>
                </a:cubicBezTo>
                <a:cubicBezTo>
                  <a:pt x="324" y="671"/>
                  <a:pt x="326" y="670"/>
                  <a:pt x="328" y="669"/>
                </a:cubicBezTo>
                <a:close/>
                <a:moveTo>
                  <a:pt x="328" y="704"/>
                </a:moveTo>
                <a:cubicBezTo>
                  <a:pt x="328" y="705"/>
                  <a:pt x="328" y="705"/>
                  <a:pt x="328" y="705"/>
                </a:cubicBezTo>
                <a:cubicBezTo>
                  <a:pt x="328" y="705"/>
                  <a:pt x="328" y="705"/>
                  <a:pt x="328" y="705"/>
                </a:cubicBezTo>
                <a:cubicBezTo>
                  <a:pt x="328" y="704"/>
                  <a:pt x="328" y="704"/>
                  <a:pt x="328" y="704"/>
                </a:cubicBezTo>
                <a:close/>
                <a:moveTo>
                  <a:pt x="328" y="743"/>
                </a:moveTo>
                <a:cubicBezTo>
                  <a:pt x="328" y="757"/>
                  <a:pt x="328" y="757"/>
                  <a:pt x="328" y="757"/>
                </a:cubicBezTo>
                <a:cubicBezTo>
                  <a:pt x="326" y="754"/>
                  <a:pt x="324" y="752"/>
                  <a:pt x="322" y="750"/>
                </a:cubicBezTo>
                <a:cubicBezTo>
                  <a:pt x="322" y="740"/>
                  <a:pt x="322" y="740"/>
                  <a:pt x="322" y="740"/>
                </a:cubicBezTo>
                <a:cubicBezTo>
                  <a:pt x="324" y="741"/>
                  <a:pt x="326" y="742"/>
                  <a:pt x="328" y="743"/>
                </a:cubicBezTo>
                <a:close/>
                <a:moveTo>
                  <a:pt x="322" y="296"/>
                </a:moveTo>
                <a:cubicBezTo>
                  <a:pt x="322" y="269"/>
                  <a:pt x="322" y="269"/>
                  <a:pt x="322" y="269"/>
                </a:cubicBezTo>
                <a:cubicBezTo>
                  <a:pt x="325" y="278"/>
                  <a:pt x="329" y="292"/>
                  <a:pt x="322" y="296"/>
                </a:cubicBezTo>
                <a:close/>
                <a:moveTo>
                  <a:pt x="315" y="10"/>
                </a:moveTo>
                <a:cubicBezTo>
                  <a:pt x="317" y="9"/>
                  <a:pt x="319" y="9"/>
                  <a:pt x="322" y="8"/>
                </a:cubicBezTo>
                <a:cubicBezTo>
                  <a:pt x="322" y="15"/>
                  <a:pt x="322" y="15"/>
                  <a:pt x="322" y="15"/>
                </a:cubicBezTo>
                <a:cubicBezTo>
                  <a:pt x="321" y="16"/>
                  <a:pt x="321" y="16"/>
                  <a:pt x="321" y="16"/>
                </a:cubicBezTo>
                <a:cubicBezTo>
                  <a:pt x="321" y="16"/>
                  <a:pt x="321" y="17"/>
                  <a:pt x="322" y="18"/>
                </a:cubicBezTo>
                <a:cubicBezTo>
                  <a:pt x="322" y="31"/>
                  <a:pt x="322" y="31"/>
                  <a:pt x="322" y="31"/>
                </a:cubicBezTo>
                <a:cubicBezTo>
                  <a:pt x="319" y="29"/>
                  <a:pt x="317" y="27"/>
                  <a:pt x="315" y="25"/>
                </a:cubicBezTo>
                <a:cubicBezTo>
                  <a:pt x="315" y="10"/>
                  <a:pt x="315" y="10"/>
                  <a:pt x="315" y="10"/>
                </a:cubicBezTo>
                <a:close/>
                <a:moveTo>
                  <a:pt x="322" y="787"/>
                </a:moveTo>
                <a:cubicBezTo>
                  <a:pt x="319" y="787"/>
                  <a:pt x="317" y="786"/>
                  <a:pt x="315" y="786"/>
                </a:cubicBezTo>
                <a:cubicBezTo>
                  <a:pt x="315" y="772"/>
                  <a:pt x="315" y="772"/>
                  <a:pt x="315" y="772"/>
                </a:cubicBezTo>
                <a:cubicBezTo>
                  <a:pt x="317" y="774"/>
                  <a:pt x="319" y="776"/>
                  <a:pt x="322" y="778"/>
                </a:cubicBezTo>
                <a:cubicBezTo>
                  <a:pt x="322" y="787"/>
                  <a:pt x="322" y="787"/>
                  <a:pt x="322" y="787"/>
                </a:cubicBezTo>
                <a:close/>
                <a:moveTo>
                  <a:pt x="322" y="46"/>
                </a:moveTo>
                <a:cubicBezTo>
                  <a:pt x="322" y="55"/>
                  <a:pt x="322" y="55"/>
                  <a:pt x="322" y="55"/>
                </a:cubicBezTo>
                <a:cubicBezTo>
                  <a:pt x="321" y="55"/>
                  <a:pt x="321" y="55"/>
                  <a:pt x="321" y="55"/>
                </a:cubicBezTo>
                <a:cubicBezTo>
                  <a:pt x="315" y="55"/>
                  <a:pt x="315" y="55"/>
                  <a:pt x="315" y="55"/>
                </a:cubicBezTo>
                <a:cubicBezTo>
                  <a:pt x="315" y="47"/>
                  <a:pt x="315" y="47"/>
                  <a:pt x="315" y="47"/>
                </a:cubicBezTo>
                <a:cubicBezTo>
                  <a:pt x="317" y="47"/>
                  <a:pt x="320" y="47"/>
                  <a:pt x="322" y="46"/>
                </a:cubicBezTo>
                <a:close/>
                <a:moveTo>
                  <a:pt x="322" y="89"/>
                </a:moveTo>
                <a:cubicBezTo>
                  <a:pt x="322" y="105"/>
                  <a:pt x="322" y="105"/>
                  <a:pt x="322" y="105"/>
                </a:cubicBezTo>
                <a:cubicBezTo>
                  <a:pt x="318" y="106"/>
                  <a:pt x="318" y="106"/>
                  <a:pt x="318" y="106"/>
                </a:cubicBezTo>
                <a:cubicBezTo>
                  <a:pt x="318" y="107"/>
                  <a:pt x="317" y="108"/>
                  <a:pt x="317" y="110"/>
                </a:cubicBezTo>
                <a:cubicBezTo>
                  <a:pt x="319" y="110"/>
                  <a:pt x="320" y="111"/>
                  <a:pt x="322" y="111"/>
                </a:cubicBezTo>
                <a:cubicBezTo>
                  <a:pt x="322" y="126"/>
                  <a:pt x="322" y="126"/>
                  <a:pt x="322" y="126"/>
                </a:cubicBezTo>
                <a:cubicBezTo>
                  <a:pt x="319" y="124"/>
                  <a:pt x="317" y="123"/>
                  <a:pt x="315" y="123"/>
                </a:cubicBezTo>
                <a:cubicBezTo>
                  <a:pt x="315" y="92"/>
                  <a:pt x="315" y="92"/>
                  <a:pt x="315" y="92"/>
                </a:cubicBezTo>
                <a:cubicBezTo>
                  <a:pt x="317" y="91"/>
                  <a:pt x="319" y="91"/>
                  <a:pt x="322" y="89"/>
                </a:cubicBezTo>
                <a:close/>
                <a:moveTo>
                  <a:pt x="322" y="177"/>
                </a:moveTo>
                <a:cubicBezTo>
                  <a:pt x="322" y="183"/>
                  <a:pt x="322" y="183"/>
                  <a:pt x="322" y="183"/>
                </a:cubicBezTo>
                <a:cubicBezTo>
                  <a:pt x="320" y="183"/>
                  <a:pt x="318" y="183"/>
                  <a:pt x="315" y="185"/>
                </a:cubicBezTo>
                <a:cubicBezTo>
                  <a:pt x="315" y="179"/>
                  <a:pt x="315" y="179"/>
                  <a:pt x="315" y="179"/>
                </a:cubicBezTo>
                <a:cubicBezTo>
                  <a:pt x="322" y="177"/>
                  <a:pt x="322" y="177"/>
                  <a:pt x="322" y="177"/>
                </a:cubicBezTo>
                <a:close/>
                <a:moveTo>
                  <a:pt x="322" y="193"/>
                </a:moveTo>
                <a:cubicBezTo>
                  <a:pt x="322" y="200"/>
                  <a:pt x="322" y="200"/>
                  <a:pt x="322" y="200"/>
                </a:cubicBezTo>
                <a:cubicBezTo>
                  <a:pt x="319" y="198"/>
                  <a:pt x="317" y="196"/>
                  <a:pt x="315" y="195"/>
                </a:cubicBezTo>
                <a:cubicBezTo>
                  <a:pt x="315" y="188"/>
                  <a:pt x="315" y="188"/>
                  <a:pt x="315" y="188"/>
                </a:cubicBezTo>
                <a:cubicBezTo>
                  <a:pt x="317" y="190"/>
                  <a:pt x="319" y="191"/>
                  <a:pt x="322" y="193"/>
                </a:cubicBezTo>
                <a:close/>
                <a:moveTo>
                  <a:pt x="322" y="200"/>
                </a:moveTo>
                <a:cubicBezTo>
                  <a:pt x="322" y="205"/>
                  <a:pt x="322" y="205"/>
                  <a:pt x="322" y="205"/>
                </a:cubicBezTo>
                <a:cubicBezTo>
                  <a:pt x="319" y="206"/>
                  <a:pt x="317" y="207"/>
                  <a:pt x="315" y="208"/>
                </a:cubicBezTo>
                <a:cubicBezTo>
                  <a:pt x="315" y="203"/>
                  <a:pt x="315" y="203"/>
                  <a:pt x="315" y="203"/>
                </a:cubicBezTo>
                <a:cubicBezTo>
                  <a:pt x="319" y="202"/>
                  <a:pt x="319" y="202"/>
                  <a:pt x="322" y="200"/>
                </a:cubicBezTo>
                <a:close/>
                <a:moveTo>
                  <a:pt x="322" y="219"/>
                </a:moveTo>
                <a:cubicBezTo>
                  <a:pt x="322" y="256"/>
                  <a:pt x="322" y="256"/>
                  <a:pt x="322" y="256"/>
                </a:cubicBezTo>
                <a:cubicBezTo>
                  <a:pt x="318" y="252"/>
                  <a:pt x="317" y="246"/>
                  <a:pt x="317" y="239"/>
                </a:cubicBezTo>
                <a:cubicBezTo>
                  <a:pt x="320" y="235"/>
                  <a:pt x="320" y="235"/>
                  <a:pt x="320" y="234"/>
                </a:cubicBezTo>
                <a:cubicBezTo>
                  <a:pt x="318" y="234"/>
                  <a:pt x="316" y="235"/>
                  <a:pt x="315" y="235"/>
                </a:cubicBezTo>
                <a:cubicBezTo>
                  <a:pt x="315" y="223"/>
                  <a:pt x="315" y="223"/>
                  <a:pt x="315" y="223"/>
                </a:cubicBezTo>
                <a:cubicBezTo>
                  <a:pt x="317" y="222"/>
                  <a:pt x="319" y="220"/>
                  <a:pt x="322" y="219"/>
                </a:cubicBezTo>
                <a:close/>
                <a:moveTo>
                  <a:pt x="322" y="269"/>
                </a:moveTo>
                <a:cubicBezTo>
                  <a:pt x="322" y="296"/>
                  <a:pt x="322" y="296"/>
                  <a:pt x="322" y="296"/>
                </a:cubicBezTo>
                <a:cubicBezTo>
                  <a:pt x="321" y="297"/>
                  <a:pt x="320" y="298"/>
                  <a:pt x="318" y="298"/>
                </a:cubicBezTo>
                <a:cubicBezTo>
                  <a:pt x="315" y="292"/>
                  <a:pt x="316" y="283"/>
                  <a:pt x="315" y="275"/>
                </a:cubicBezTo>
                <a:cubicBezTo>
                  <a:pt x="315" y="256"/>
                  <a:pt x="315" y="256"/>
                  <a:pt x="315" y="256"/>
                </a:cubicBezTo>
                <a:cubicBezTo>
                  <a:pt x="317" y="259"/>
                  <a:pt x="319" y="261"/>
                  <a:pt x="320" y="264"/>
                </a:cubicBezTo>
                <a:cubicBezTo>
                  <a:pt x="321" y="265"/>
                  <a:pt x="321" y="267"/>
                  <a:pt x="322" y="269"/>
                </a:cubicBezTo>
                <a:close/>
                <a:moveTo>
                  <a:pt x="322" y="310"/>
                </a:moveTo>
                <a:cubicBezTo>
                  <a:pt x="322" y="314"/>
                  <a:pt x="322" y="314"/>
                  <a:pt x="322" y="314"/>
                </a:cubicBezTo>
                <a:cubicBezTo>
                  <a:pt x="321" y="314"/>
                  <a:pt x="321" y="314"/>
                  <a:pt x="321" y="313"/>
                </a:cubicBezTo>
                <a:cubicBezTo>
                  <a:pt x="320" y="318"/>
                  <a:pt x="317" y="321"/>
                  <a:pt x="315" y="325"/>
                </a:cubicBezTo>
                <a:cubicBezTo>
                  <a:pt x="315" y="317"/>
                  <a:pt x="315" y="317"/>
                  <a:pt x="315" y="317"/>
                </a:cubicBezTo>
                <a:cubicBezTo>
                  <a:pt x="317" y="314"/>
                  <a:pt x="317" y="312"/>
                  <a:pt x="315" y="308"/>
                </a:cubicBezTo>
                <a:cubicBezTo>
                  <a:pt x="315" y="302"/>
                  <a:pt x="315" y="302"/>
                  <a:pt x="315" y="302"/>
                </a:cubicBezTo>
                <a:cubicBezTo>
                  <a:pt x="317" y="305"/>
                  <a:pt x="319" y="307"/>
                  <a:pt x="322" y="310"/>
                </a:cubicBezTo>
                <a:close/>
                <a:moveTo>
                  <a:pt x="322" y="325"/>
                </a:moveTo>
                <a:cubicBezTo>
                  <a:pt x="320" y="326"/>
                  <a:pt x="317" y="328"/>
                  <a:pt x="315" y="331"/>
                </a:cubicBezTo>
                <a:cubicBezTo>
                  <a:pt x="315" y="337"/>
                  <a:pt x="315" y="337"/>
                  <a:pt x="315" y="337"/>
                </a:cubicBezTo>
                <a:cubicBezTo>
                  <a:pt x="317" y="335"/>
                  <a:pt x="319" y="335"/>
                  <a:pt x="322" y="335"/>
                </a:cubicBezTo>
                <a:cubicBezTo>
                  <a:pt x="322" y="331"/>
                  <a:pt x="322" y="331"/>
                  <a:pt x="322" y="331"/>
                </a:cubicBezTo>
                <a:cubicBezTo>
                  <a:pt x="319" y="330"/>
                  <a:pt x="319" y="330"/>
                  <a:pt x="319" y="330"/>
                </a:cubicBezTo>
                <a:cubicBezTo>
                  <a:pt x="320" y="330"/>
                  <a:pt x="321" y="329"/>
                  <a:pt x="322" y="329"/>
                </a:cubicBezTo>
                <a:cubicBezTo>
                  <a:pt x="322" y="325"/>
                  <a:pt x="322" y="325"/>
                  <a:pt x="322" y="325"/>
                </a:cubicBezTo>
                <a:close/>
                <a:moveTo>
                  <a:pt x="322" y="341"/>
                </a:moveTo>
                <a:cubicBezTo>
                  <a:pt x="322" y="352"/>
                  <a:pt x="322" y="352"/>
                  <a:pt x="322" y="352"/>
                </a:cubicBezTo>
                <a:cubicBezTo>
                  <a:pt x="319" y="355"/>
                  <a:pt x="317" y="359"/>
                  <a:pt x="315" y="362"/>
                </a:cubicBezTo>
                <a:cubicBezTo>
                  <a:pt x="315" y="351"/>
                  <a:pt x="315" y="351"/>
                  <a:pt x="315" y="351"/>
                </a:cubicBezTo>
                <a:cubicBezTo>
                  <a:pt x="317" y="350"/>
                  <a:pt x="320" y="349"/>
                  <a:pt x="321" y="346"/>
                </a:cubicBezTo>
                <a:cubicBezTo>
                  <a:pt x="315" y="346"/>
                  <a:pt x="315" y="346"/>
                  <a:pt x="315" y="346"/>
                </a:cubicBezTo>
                <a:cubicBezTo>
                  <a:pt x="315" y="341"/>
                  <a:pt x="315" y="341"/>
                  <a:pt x="315" y="341"/>
                </a:cubicBezTo>
                <a:cubicBezTo>
                  <a:pt x="316" y="342"/>
                  <a:pt x="316" y="342"/>
                  <a:pt x="316" y="342"/>
                </a:cubicBezTo>
                <a:cubicBezTo>
                  <a:pt x="318" y="341"/>
                  <a:pt x="320" y="341"/>
                  <a:pt x="322" y="341"/>
                </a:cubicBezTo>
                <a:close/>
                <a:moveTo>
                  <a:pt x="322" y="452"/>
                </a:moveTo>
                <a:cubicBezTo>
                  <a:pt x="322" y="459"/>
                  <a:pt x="322" y="459"/>
                  <a:pt x="322" y="459"/>
                </a:cubicBezTo>
                <a:cubicBezTo>
                  <a:pt x="321" y="458"/>
                  <a:pt x="321" y="457"/>
                  <a:pt x="320" y="456"/>
                </a:cubicBezTo>
                <a:cubicBezTo>
                  <a:pt x="317" y="463"/>
                  <a:pt x="315" y="467"/>
                  <a:pt x="319" y="474"/>
                </a:cubicBezTo>
                <a:cubicBezTo>
                  <a:pt x="320" y="472"/>
                  <a:pt x="321" y="470"/>
                  <a:pt x="322" y="468"/>
                </a:cubicBezTo>
                <a:cubicBezTo>
                  <a:pt x="322" y="480"/>
                  <a:pt x="322" y="480"/>
                  <a:pt x="322" y="480"/>
                </a:cubicBezTo>
                <a:cubicBezTo>
                  <a:pt x="319" y="478"/>
                  <a:pt x="317" y="476"/>
                  <a:pt x="315" y="474"/>
                </a:cubicBezTo>
                <a:cubicBezTo>
                  <a:pt x="315" y="457"/>
                  <a:pt x="315" y="457"/>
                  <a:pt x="315" y="457"/>
                </a:cubicBezTo>
                <a:cubicBezTo>
                  <a:pt x="316" y="455"/>
                  <a:pt x="317" y="452"/>
                  <a:pt x="315" y="448"/>
                </a:cubicBezTo>
                <a:cubicBezTo>
                  <a:pt x="315" y="441"/>
                  <a:pt x="315" y="441"/>
                  <a:pt x="315" y="441"/>
                </a:cubicBezTo>
                <a:cubicBezTo>
                  <a:pt x="316" y="443"/>
                  <a:pt x="317" y="445"/>
                  <a:pt x="319" y="446"/>
                </a:cubicBezTo>
                <a:cubicBezTo>
                  <a:pt x="320" y="448"/>
                  <a:pt x="321" y="450"/>
                  <a:pt x="322" y="452"/>
                </a:cubicBezTo>
                <a:close/>
                <a:moveTo>
                  <a:pt x="322" y="485"/>
                </a:moveTo>
                <a:cubicBezTo>
                  <a:pt x="322" y="493"/>
                  <a:pt x="322" y="493"/>
                  <a:pt x="322" y="493"/>
                </a:cubicBezTo>
                <a:cubicBezTo>
                  <a:pt x="319" y="496"/>
                  <a:pt x="317" y="499"/>
                  <a:pt x="315" y="502"/>
                </a:cubicBezTo>
                <a:cubicBezTo>
                  <a:pt x="315" y="494"/>
                  <a:pt x="315" y="494"/>
                  <a:pt x="315" y="494"/>
                </a:cubicBezTo>
                <a:cubicBezTo>
                  <a:pt x="318" y="493"/>
                  <a:pt x="320" y="492"/>
                  <a:pt x="321" y="489"/>
                </a:cubicBezTo>
                <a:cubicBezTo>
                  <a:pt x="320" y="488"/>
                  <a:pt x="317" y="487"/>
                  <a:pt x="315" y="486"/>
                </a:cubicBezTo>
                <a:cubicBezTo>
                  <a:pt x="315" y="481"/>
                  <a:pt x="315" y="481"/>
                  <a:pt x="315" y="481"/>
                </a:cubicBezTo>
                <a:cubicBezTo>
                  <a:pt x="316" y="482"/>
                  <a:pt x="318" y="484"/>
                  <a:pt x="319" y="485"/>
                </a:cubicBezTo>
                <a:cubicBezTo>
                  <a:pt x="322" y="485"/>
                  <a:pt x="322" y="485"/>
                  <a:pt x="322" y="485"/>
                </a:cubicBezTo>
                <a:close/>
                <a:moveTo>
                  <a:pt x="322" y="514"/>
                </a:moveTo>
                <a:cubicBezTo>
                  <a:pt x="322" y="524"/>
                  <a:pt x="322" y="524"/>
                  <a:pt x="322" y="524"/>
                </a:cubicBezTo>
                <a:cubicBezTo>
                  <a:pt x="319" y="526"/>
                  <a:pt x="317" y="528"/>
                  <a:pt x="315" y="531"/>
                </a:cubicBezTo>
                <a:cubicBezTo>
                  <a:pt x="315" y="518"/>
                  <a:pt x="315" y="518"/>
                  <a:pt x="315" y="518"/>
                </a:cubicBezTo>
                <a:cubicBezTo>
                  <a:pt x="317" y="517"/>
                  <a:pt x="319" y="516"/>
                  <a:pt x="322" y="514"/>
                </a:cubicBezTo>
                <a:close/>
                <a:moveTo>
                  <a:pt x="322" y="536"/>
                </a:moveTo>
                <a:cubicBezTo>
                  <a:pt x="322" y="559"/>
                  <a:pt x="322" y="559"/>
                  <a:pt x="322" y="559"/>
                </a:cubicBezTo>
                <a:cubicBezTo>
                  <a:pt x="320" y="558"/>
                  <a:pt x="317" y="557"/>
                  <a:pt x="315" y="557"/>
                </a:cubicBezTo>
                <a:cubicBezTo>
                  <a:pt x="315" y="541"/>
                  <a:pt x="315" y="541"/>
                  <a:pt x="315" y="541"/>
                </a:cubicBezTo>
                <a:cubicBezTo>
                  <a:pt x="317" y="540"/>
                  <a:pt x="319" y="538"/>
                  <a:pt x="322" y="536"/>
                </a:cubicBezTo>
                <a:close/>
                <a:moveTo>
                  <a:pt x="322" y="571"/>
                </a:moveTo>
                <a:cubicBezTo>
                  <a:pt x="322" y="588"/>
                  <a:pt x="322" y="588"/>
                  <a:pt x="322" y="588"/>
                </a:cubicBezTo>
                <a:cubicBezTo>
                  <a:pt x="319" y="588"/>
                  <a:pt x="319" y="588"/>
                  <a:pt x="319" y="588"/>
                </a:cubicBezTo>
                <a:cubicBezTo>
                  <a:pt x="313" y="578"/>
                  <a:pt x="318" y="576"/>
                  <a:pt x="322" y="571"/>
                </a:cubicBezTo>
                <a:close/>
                <a:moveTo>
                  <a:pt x="322" y="599"/>
                </a:moveTo>
                <a:cubicBezTo>
                  <a:pt x="322" y="621"/>
                  <a:pt x="322" y="621"/>
                  <a:pt x="322" y="621"/>
                </a:cubicBezTo>
                <a:cubicBezTo>
                  <a:pt x="320" y="611"/>
                  <a:pt x="320" y="606"/>
                  <a:pt x="315" y="602"/>
                </a:cubicBezTo>
                <a:cubicBezTo>
                  <a:pt x="315" y="595"/>
                  <a:pt x="315" y="595"/>
                  <a:pt x="315" y="595"/>
                </a:cubicBezTo>
                <a:cubicBezTo>
                  <a:pt x="318" y="597"/>
                  <a:pt x="319" y="597"/>
                  <a:pt x="321" y="599"/>
                </a:cubicBezTo>
                <a:cubicBezTo>
                  <a:pt x="322" y="599"/>
                  <a:pt x="322" y="599"/>
                  <a:pt x="322" y="599"/>
                </a:cubicBezTo>
                <a:close/>
                <a:moveTo>
                  <a:pt x="322" y="622"/>
                </a:moveTo>
                <a:cubicBezTo>
                  <a:pt x="319" y="622"/>
                  <a:pt x="319" y="622"/>
                  <a:pt x="319" y="622"/>
                </a:cubicBezTo>
                <a:cubicBezTo>
                  <a:pt x="318" y="621"/>
                  <a:pt x="317" y="620"/>
                  <a:pt x="315" y="620"/>
                </a:cubicBezTo>
                <a:cubicBezTo>
                  <a:pt x="315" y="625"/>
                  <a:pt x="315" y="625"/>
                  <a:pt x="315" y="625"/>
                </a:cubicBezTo>
                <a:cubicBezTo>
                  <a:pt x="317" y="626"/>
                  <a:pt x="319" y="626"/>
                  <a:pt x="322" y="627"/>
                </a:cubicBezTo>
                <a:cubicBezTo>
                  <a:pt x="322" y="622"/>
                  <a:pt x="322" y="622"/>
                  <a:pt x="322" y="622"/>
                </a:cubicBezTo>
                <a:close/>
                <a:moveTo>
                  <a:pt x="322" y="740"/>
                </a:moveTo>
                <a:cubicBezTo>
                  <a:pt x="322" y="750"/>
                  <a:pt x="322" y="750"/>
                  <a:pt x="322" y="750"/>
                </a:cubicBezTo>
                <a:cubicBezTo>
                  <a:pt x="320" y="749"/>
                  <a:pt x="318" y="748"/>
                  <a:pt x="315" y="747"/>
                </a:cubicBezTo>
                <a:cubicBezTo>
                  <a:pt x="315" y="739"/>
                  <a:pt x="315" y="739"/>
                  <a:pt x="315" y="739"/>
                </a:cubicBezTo>
                <a:cubicBezTo>
                  <a:pt x="317" y="739"/>
                  <a:pt x="320" y="740"/>
                  <a:pt x="322" y="740"/>
                </a:cubicBezTo>
                <a:close/>
                <a:moveTo>
                  <a:pt x="311" y="11"/>
                </a:moveTo>
                <a:cubicBezTo>
                  <a:pt x="313" y="11"/>
                  <a:pt x="314" y="10"/>
                  <a:pt x="315" y="10"/>
                </a:cubicBezTo>
                <a:cubicBezTo>
                  <a:pt x="315" y="25"/>
                  <a:pt x="315" y="25"/>
                  <a:pt x="315" y="25"/>
                </a:cubicBezTo>
                <a:cubicBezTo>
                  <a:pt x="314" y="24"/>
                  <a:pt x="313" y="23"/>
                  <a:pt x="311" y="23"/>
                </a:cubicBezTo>
                <a:cubicBezTo>
                  <a:pt x="311" y="11"/>
                  <a:pt x="311" y="11"/>
                  <a:pt x="311" y="11"/>
                </a:cubicBezTo>
                <a:close/>
                <a:moveTo>
                  <a:pt x="315" y="786"/>
                </a:moveTo>
                <a:cubicBezTo>
                  <a:pt x="314" y="785"/>
                  <a:pt x="312" y="785"/>
                  <a:pt x="311" y="785"/>
                </a:cubicBezTo>
                <a:cubicBezTo>
                  <a:pt x="311" y="765"/>
                  <a:pt x="311" y="765"/>
                  <a:pt x="311" y="765"/>
                </a:cubicBezTo>
                <a:cubicBezTo>
                  <a:pt x="312" y="768"/>
                  <a:pt x="313" y="770"/>
                  <a:pt x="315" y="772"/>
                </a:cubicBezTo>
                <a:cubicBezTo>
                  <a:pt x="315" y="786"/>
                  <a:pt x="315" y="786"/>
                  <a:pt x="315" y="786"/>
                </a:cubicBezTo>
                <a:close/>
                <a:moveTo>
                  <a:pt x="315" y="47"/>
                </a:moveTo>
                <a:cubicBezTo>
                  <a:pt x="315" y="55"/>
                  <a:pt x="315" y="55"/>
                  <a:pt x="315" y="55"/>
                </a:cubicBezTo>
                <a:cubicBezTo>
                  <a:pt x="311" y="55"/>
                  <a:pt x="311" y="55"/>
                  <a:pt x="311" y="55"/>
                </a:cubicBezTo>
                <a:cubicBezTo>
                  <a:pt x="311" y="45"/>
                  <a:pt x="311" y="45"/>
                  <a:pt x="311" y="45"/>
                </a:cubicBezTo>
                <a:cubicBezTo>
                  <a:pt x="315" y="47"/>
                  <a:pt x="315" y="47"/>
                  <a:pt x="315" y="47"/>
                </a:cubicBezTo>
                <a:cubicBezTo>
                  <a:pt x="315" y="47"/>
                  <a:pt x="315" y="47"/>
                  <a:pt x="315" y="47"/>
                </a:cubicBezTo>
                <a:close/>
                <a:moveTo>
                  <a:pt x="315" y="92"/>
                </a:moveTo>
                <a:cubicBezTo>
                  <a:pt x="315" y="123"/>
                  <a:pt x="315" y="123"/>
                  <a:pt x="315" y="123"/>
                </a:cubicBezTo>
                <a:cubicBezTo>
                  <a:pt x="314" y="122"/>
                  <a:pt x="313" y="122"/>
                  <a:pt x="312" y="122"/>
                </a:cubicBezTo>
                <a:cubicBezTo>
                  <a:pt x="312" y="125"/>
                  <a:pt x="311" y="127"/>
                  <a:pt x="311" y="130"/>
                </a:cubicBezTo>
                <a:cubicBezTo>
                  <a:pt x="311" y="93"/>
                  <a:pt x="311" y="93"/>
                  <a:pt x="311" y="93"/>
                </a:cubicBezTo>
                <a:cubicBezTo>
                  <a:pt x="313" y="93"/>
                  <a:pt x="314" y="93"/>
                  <a:pt x="315" y="92"/>
                </a:cubicBezTo>
                <a:close/>
                <a:moveTo>
                  <a:pt x="315" y="179"/>
                </a:moveTo>
                <a:cubicBezTo>
                  <a:pt x="315" y="185"/>
                  <a:pt x="315" y="185"/>
                  <a:pt x="315" y="185"/>
                </a:cubicBezTo>
                <a:cubicBezTo>
                  <a:pt x="314" y="185"/>
                  <a:pt x="313" y="185"/>
                  <a:pt x="313" y="186"/>
                </a:cubicBezTo>
                <a:cubicBezTo>
                  <a:pt x="315" y="188"/>
                  <a:pt x="315" y="188"/>
                  <a:pt x="315" y="188"/>
                </a:cubicBezTo>
                <a:cubicBezTo>
                  <a:pt x="315" y="195"/>
                  <a:pt x="315" y="195"/>
                  <a:pt x="315" y="195"/>
                </a:cubicBezTo>
                <a:cubicBezTo>
                  <a:pt x="314" y="194"/>
                  <a:pt x="312" y="193"/>
                  <a:pt x="311" y="192"/>
                </a:cubicBezTo>
                <a:cubicBezTo>
                  <a:pt x="311" y="181"/>
                  <a:pt x="311" y="181"/>
                  <a:pt x="311" y="181"/>
                </a:cubicBezTo>
                <a:cubicBezTo>
                  <a:pt x="312" y="180"/>
                  <a:pt x="314" y="180"/>
                  <a:pt x="315" y="179"/>
                </a:cubicBezTo>
                <a:close/>
                <a:moveTo>
                  <a:pt x="315" y="203"/>
                </a:moveTo>
                <a:cubicBezTo>
                  <a:pt x="315" y="208"/>
                  <a:pt x="315" y="208"/>
                  <a:pt x="315" y="208"/>
                </a:cubicBezTo>
                <a:cubicBezTo>
                  <a:pt x="314" y="208"/>
                  <a:pt x="312" y="209"/>
                  <a:pt x="311" y="209"/>
                </a:cubicBezTo>
                <a:cubicBezTo>
                  <a:pt x="311" y="204"/>
                  <a:pt x="311" y="204"/>
                  <a:pt x="311" y="204"/>
                </a:cubicBezTo>
                <a:cubicBezTo>
                  <a:pt x="313" y="203"/>
                  <a:pt x="314" y="203"/>
                  <a:pt x="315" y="203"/>
                </a:cubicBezTo>
                <a:close/>
                <a:moveTo>
                  <a:pt x="315" y="223"/>
                </a:moveTo>
                <a:cubicBezTo>
                  <a:pt x="315" y="235"/>
                  <a:pt x="315" y="235"/>
                  <a:pt x="315" y="235"/>
                </a:cubicBezTo>
                <a:cubicBezTo>
                  <a:pt x="314" y="236"/>
                  <a:pt x="313" y="237"/>
                  <a:pt x="311" y="238"/>
                </a:cubicBezTo>
                <a:cubicBezTo>
                  <a:pt x="311" y="225"/>
                  <a:pt x="311" y="225"/>
                  <a:pt x="311" y="225"/>
                </a:cubicBezTo>
                <a:cubicBezTo>
                  <a:pt x="312" y="224"/>
                  <a:pt x="314" y="224"/>
                  <a:pt x="315" y="223"/>
                </a:cubicBezTo>
                <a:close/>
                <a:moveTo>
                  <a:pt x="315" y="256"/>
                </a:moveTo>
                <a:cubicBezTo>
                  <a:pt x="315" y="275"/>
                  <a:pt x="315" y="275"/>
                  <a:pt x="315" y="275"/>
                </a:cubicBezTo>
                <a:cubicBezTo>
                  <a:pt x="315" y="274"/>
                  <a:pt x="315" y="273"/>
                  <a:pt x="314" y="272"/>
                </a:cubicBezTo>
                <a:cubicBezTo>
                  <a:pt x="313" y="271"/>
                  <a:pt x="313" y="269"/>
                  <a:pt x="311" y="267"/>
                </a:cubicBezTo>
                <a:cubicBezTo>
                  <a:pt x="311" y="250"/>
                  <a:pt x="311" y="250"/>
                  <a:pt x="311" y="250"/>
                </a:cubicBezTo>
                <a:cubicBezTo>
                  <a:pt x="312" y="252"/>
                  <a:pt x="313" y="254"/>
                  <a:pt x="315" y="256"/>
                </a:cubicBezTo>
                <a:close/>
                <a:moveTo>
                  <a:pt x="315" y="302"/>
                </a:moveTo>
                <a:cubicBezTo>
                  <a:pt x="315" y="308"/>
                  <a:pt x="315" y="308"/>
                  <a:pt x="315" y="308"/>
                </a:cubicBezTo>
                <a:cubicBezTo>
                  <a:pt x="315" y="307"/>
                  <a:pt x="314" y="306"/>
                  <a:pt x="313" y="305"/>
                </a:cubicBezTo>
                <a:cubicBezTo>
                  <a:pt x="313" y="306"/>
                  <a:pt x="312" y="307"/>
                  <a:pt x="311" y="308"/>
                </a:cubicBezTo>
                <a:cubicBezTo>
                  <a:pt x="311" y="299"/>
                  <a:pt x="311" y="299"/>
                  <a:pt x="311" y="299"/>
                </a:cubicBezTo>
                <a:cubicBezTo>
                  <a:pt x="315" y="302"/>
                  <a:pt x="315" y="302"/>
                  <a:pt x="315" y="302"/>
                </a:cubicBezTo>
                <a:close/>
                <a:moveTo>
                  <a:pt x="315" y="317"/>
                </a:moveTo>
                <a:cubicBezTo>
                  <a:pt x="315" y="325"/>
                  <a:pt x="315" y="325"/>
                  <a:pt x="315" y="325"/>
                </a:cubicBezTo>
                <a:cubicBezTo>
                  <a:pt x="314" y="327"/>
                  <a:pt x="313" y="329"/>
                  <a:pt x="314" y="332"/>
                </a:cubicBezTo>
                <a:cubicBezTo>
                  <a:pt x="314" y="332"/>
                  <a:pt x="315" y="331"/>
                  <a:pt x="315" y="331"/>
                </a:cubicBezTo>
                <a:cubicBezTo>
                  <a:pt x="315" y="337"/>
                  <a:pt x="315" y="337"/>
                  <a:pt x="315" y="337"/>
                </a:cubicBezTo>
                <a:cubicBezTo>
                  <a:pt x="314" y="338"/>
                  <a:pt x="313" y="339"/>
                  <a:pt x="313" y="341"/>
                </a:cubicBezTo>
                <a:cubicBezTo>
                  <a:pt x="313" y="341"/>
                  <a:pt x="314" y="341"/>
                  <a:pt x="315" y="341"/>
                </a:cubicBezTo>
                <a:cubicBezTo>
                  <a:pt x="315" y="346"/>
                  <a:pt x="315" y="346"/>
                  <a:pt x="315" y="346"/>
                </a:cubicBezTo>
                <a:cubicBezTo>
                  <a:pt x="311" y="346"/>
                  <a:pt x="311" y="346"/>
                  <a:pt x="311" y="346"/>
                </a:cubicBezTo>
                <a:cubicBezTo>
                  <a:pt x="311" y="322"/>
                  <a:pt x="311" y="322"/>
                  <a:pt x="311" y="322"/>
                </a:cubicBezTo>
                <a:cubicBezTo>
                  <a:pt x="313" y="320"/>
                  <a:pt x="314" y="319"/>
                  <a:pt x="315" y="317"/>
                </a:cubicBezTo>
                <a:close/>
                <a:moveTo>
                  <a:pt x="315" y="351"/>
                </a:moveTo>
                <a:cubicBezTo>
                  <a:pt x="315" y="362"/>
                  <a:pt x="315" y="362"/>
                  <a:pt x="315" y="362"/>
                </a:cubicBezTo>
                <a:cubicBezTo>
                  <a:pt x="313" y="366"/>
                  <a:pt x="312" y="369"/>
                  <a:pt x="311" y="372"/>
                </a:cubicBezTo>
                <a:cubicBezTo>
                  <a:pt x="311" y="361"/>
                  <a:pt x="311" y="361"/>
                  <a:pt x="311" y="361"/>
                </a:cubicBezTo>
                <a:cubicBezTo>
                  <a:pt x="313" y="361"/>
                  <a:pt x="313" y="361"/>
                  <a:pt x="313" y="361"/>
                </a:cubicBezTo>
                <a:cubicBezTo>
                  <a:pt x="313" y="359"/>
                  <a:pt x="314" y="357"/>
                  <a:pt x="315" y="356"/>
                </a:cubicBezTo>
                <a:cubicBezTo>
                  <a:pt x="314" y="356"/>
                  <a:pt x="312" y="356"/>
                  <a:pt x="311" y="356"/>
                </a:cubicBezTo>
                <a:cubicBezTo>
                  <a:pt x="311" y="351"/>
                  <a:pt x="311" y="351"/>
                  <a:pt x="311" y="351"/>
                </a:cubicBezTo>
                <a:cubicBezTo>
                  <a:pt x="313" y="351"/>
                  <a:pt x="314" y="351"/>
                  <a:pt x="315" y="351"/>
                </a:cubicBezTo>
                <a:close/>
                <a:moveTo>
                  <a:pt x="315" y="441"/>
                </a:moveTo>
                <a:cubicBezTo>
                  <a:pt x="315" y="448"/>
                  <a:pt x="315" y="448"/>
                  <a:pt x="315" y="448"/>
                </a:cubicBezTo>
                <a:cubicBezTo>
                  <a:pt x="315" y="447"/>
                  <a:pt x="315" y="447"/>
                  <a:pt x="314" y="446"/>
                </a:cubicBezTo>
                <a:cubicBezTo>
                  <a:pt x="313" y="448"/>
                  <a:pt x="312" y="449"/>
                  <a:pt x="311" y="451"/>
                </a:cubicBezTo>
                <a:cubicBezTo>
                  <a:pt x="311" y="432"/>
                  <a:pt x="311" y="432"/>
                  <a:pt x="311" y="432"/>
                </a:cubicBezTo>
                <a:cubicBezTo>
                  <a:pt x="312" y="435"/>
                  <a:pt x="313" y="438"/>
                  <a:pt x="315" y="441"/>
                </a:cubicBezTo>
                <a:close/>
                <a:moveTo>
                  <a:pt x="315" y="457"/>
                </a:moveTo>
                <a:cubicBezTo>
                  <a:pt x="315" y="474"/>
                  <a:pt x="315" y="474"/>
                  <a:pt x="315" y="474"/>
                </a:cubicBezTo>
                <a:cubicBezTo>
                  <a:pt x="315" y="473"/>
                  <a:pt x="314" y="473"/>
                  <a:pt x="314" y="472"/>
                </a:cubicBezTo>
                <a:cubicBezTo>
                  <a:pt x="313" y="473"/>
                  <a:pt x="312" y="474"/>
                  <a:pt x="311" y="474"/>
                </a:cubicBezTo>
                <a:cubicBezTo>
                  <a:pt x="311" y="464"/>
                  <a:pt x="311" y="464"/>
                  <a:pt x="311" y="464"/>
                </a:cubicBezTo>
                <a:cubicBezTo>
                  <a:pt x="311" y="464"/>
                  <a:pt x="311" y="464"/>
                  <a:pt x="311" y="464"/>
                </a:cubicBezTo>
                <a:cubicBezTo>
                  <a:pt x="313" y="461"/>
                  <a:pt x="314" y="459"/>
                  <a:pt x="315" y="457"/>
                </a:cubicBezTo>
                <a:close/>
                <a:moveTo>
                  <a:pt x="315" y="481"/>
                </a:moveTo>
                <a:cubicBezTo>
                  <a:pt x="315" y="486"/>
                  <a:pt x="315" y="486"/>
                  <a:pt x="315" y="486"/>
                </a:cubicBezTo>
                <a:cubicBezTo>
                  <a:pt x="314" y="485"/>
                  <a:pt x="313" y="484"/>
                  <a:pt x="311" y="484"/>
                </a:cubicBezTo>
                <a:cubicBezTo>
                  <a:pt x="311" y="479"/>
                  <a:pt x="311" y="479"/>
                  <a:pt x="311" y="479"/>
                </a:cubicBezTo>
                <a:cubicBezTo>
                  <a:pt x="313" y="480"/>
                  <a:pt x="314" y="480"/>
                  <a:pt x="315" y="481"/>
                </a:cubicBezTo>
                <a:close/>
                <a:moveTo>
                  <a:pt x="315" y="494"/>
                </a:moveTo>
                <a:cubicBezTo>
                  <a:pt x="315" y="502"/>
                  <a:pt x="315" y="502"/>
                  <a:pt x="315" y="502"/>
                </a:cubicBezTo>
                <a:cubicBezTo>
                  <a:pt x="315" y="503"/>
                  <a:pt x="314" y="504"/>
                  <a:pt x="314" y="504"/>
                </a:cubicBezTo>
                <a:cubicBezTo>
                  <a:pt x="313" y="504"/>
                  <a:pt x="312" y="505"/>
                  <a:pt x="311" y="505"/>
                </a:cubicBezTo>
                <a:cubicBezTo>
                  <a:pt x="311" y="500"/>
                  <a:pt x="311" y="500"/>
                  <a:pt x="311" y="500"/>
                </a:cubicBezTo>
                <a:cubicBezTo>
                  <a:pt x="312" y="499"/>
                  <a:pt x="312" y="499"/>
                  <a:pt x="313" y="499"/>
                </a:cubicBezTo>
                <a:cubicBezTo>
                  <a:pt x="312" y="498"/>
                  <a:pt x="312" y="498"/>
                  <a:pt x="311" y="498"/>
                </a:cubicBezTo>
                <a:cubicBezTo>
                  <a:pt x="311" y="494"/>
                  <a:pt x="311" y="494"/>
                  <a:pt x="311" y="494"/>
                </a:cubicBezTo>
                <a:cubicBezTo>
                  <a:pt x="313" y="495"/>
                  <a:pt x="313" y="495"/>
                  <a:pt x="313" y="495"/>
                </a:cubicBezTo>
                <a:cubicBezTo>
                  <a:pt x="313" y="495"/>
                  <a:pt x="314" y="494"/>
                  <a:pt x="315" y="494"/>
                </a:cubicBezTo>
                <a:close/>
                <a:moveTo>
                  <a:pt x="315" y="518"/>
                </a:moveTo>
                <a:cubicBezTo>
                  <a:pt x="315" y="531"/>
                  <a:pt x="315" y="531"/>
                  <a:pt x="315" y="531"/>
                </a:cubicBezTo>
                <a:cubicBezTo>
                  <a:pt x="313" y="534"/>
                  <a:pt x="312" y="537"/>
                  <a:pt x="312" y="542"/>
                </a:cubicBezTo>
                <a:cubicBezTo>
                  <a:pt x="312" y="542"/>
                  <a:pt x="313" y="542"/>
                  <a:pt x="313" y="542"/>
                </a:cubicBezTo>
                <a:cubicBezTo>
                  <a:pt x="314" y="542"/>
                  <a:pt x="314" y="542"/>
                  <a:pt x="315" y="541"/>
                </a:cubicBezTo>
                <a:cubicBezTo>
                  <a:pt x="315" y="557"/>
                  <a:pt x="315" y="557"/>
                  <a:pt x="315" y="557"/>
                </a:cubicBezTo>
                <a:cubicBezTo>
                  <a:pt x="314" y="556"/>
                  <a:pt x="313" y="556"/>
                  <a:pt x="311" y="555"/>
                </a:cubicBezTo>
                <a:cubicBezTo>
                  <a:pt x="311" y="522"/>
                  <a:pt x="311" y="522"/>
                  <a:pt x="311" y="522"/>
                </a:cubicBezTo>
                <a:cubicBezTo>
                  <a:pt x="312" y="521"/>
                  <a:pt x="314" y="520"/>
                  <a:pt x="315" y="518"/>
                </a:cubicBezTo>
                <a:close/>
                <a:moveTo>
                  <a:pt x="315" y="595"/>
                </a:moveTo>
                <a:cubicBezTo>
                  <a:pt x="315" y="602"/>
                  <a:pt x="315" y="602"/>
                  <a:pt x="315" y="602"/>
                </a:cubicBezTo>
                <a:cubicBezTo>
                  <a:pt x="314" y="601"/>
                  <a:pt x="313" y="600"/>
                  <a:pt x="311" y="599"/>
                </a:cubicBezTo>
                <a:cubicBezTo>
                  <a:pt x="311" y="593"/>
                  <a:pt x="311" y="593"/>
                  <a:pt x="311" y="593"/>
                </a:cubicBezTo>
                <a:cubicBezTo>
                  <a:pt x="312" y="594"/>
                  <a:pt x="313" y="594"/>
                  <a:pt x="314" y="594"/>
                </a:cubicBezTo>
                <a:cubicBezTo>
                  <a:pt x="315" y="595"/>
                  <a:pt x="315" y="595"/>
                  <a:pt x="315" y="595"/>
                </a:cubicBezTo>
                <a:close/>
                <a:moveTo>
                  <a:pt x="315" y="620"/>
                </a:moveTo>
                <a:cubicBezTo>
                  <a:pt x="315" y="625"/>
                  <a:pt x="315" y="625"/>
                  <a:pt x="315" y="625"/>
                </a:cubicBezTo>
                <a:cubicBezTo>
                  <a:pt x="314" y="624"/>
                  <a:pt x="313" y="624"/>
                  <a:pt x="311" y="624"/>
                </a:cubicBezTo>
                <a:cubicBezTo>
                  <a:pt x="311" y="618"/>
                  <a:pt x="311" y="618"/>
                  <a:pt x="311" y="618"/>
                </a:cubicBezTo>
                <a:cubicBezTo>
                  <a:pt x="311" y="618"/>
                  <a:pt x="311" y="618"/>
                  <a:pt x="311" y="618"/>
                </a:cubicBezTo>
                <a:cubicBezTo>
                  <a:pt x="315" y="620"/>
                  <a:pt x="315" y="620"/>
                  <a:pt x="315" y="620"/>
                </a:cubicBezTo>
                <a:close/>
                <a:moveTo>
                  <a:pt x="315" y="739"/>
                </a:moveTo>
                <a:cubicBezTo>
                  <a:pt x="315" y="747"/>
                  <a:pt x="315" y="747"/>
                  <a:pt x="315" y="747"/>
                </a:cubicBezTo>
                <a:cubicBezTo>
                  <a:pt x="314" y="747"/>
                  <a:pt x="313" y="746"/>
                  <a:pt x="311" y="746"/>
                </a:cubicBezTo>
                <a:cubicBezTo>
                  <a:pt x="311" y="738"/>
                  <a:pt x="311" y="738"/>
                  <a:pt x="311" y="738"/>
                </a:cubicBezTo>
                <a:cubicBezTo>
                  <a:pt x="312" y="739"/>
                  <a:pt x="314" y="739"/>
                  <a:pt x="315" y="739"/>
                </a:cubicBezTo>
                <a:close/>
                <a:moveTo>
                  <a:pt x="310" y="12"/>
                </a:moveTo>
                <a:cubicBezTo>
                  <a:pt x="310" y="12"/>
                  <a:pt x="310" y="12"/>
                  <a:pt x="310" y="12"/>
                </a:cubicBezTo>
                <a:cubicBezTo>
                  <a:pt x="310" y="11"/>
                  <a:pt x="311" y="11"/>
                  <a:pt x="311" y="11"/>
                </a:cubicBezTo>
                <a:cubicBezTo>
                  <a:pt x="311" y="23"/>
                  <a:pt x="311" y="23"/>
                  <a:pt x="311" y="23"/>
                </a:cubicBezTo>
                <a:cubicBezTo>
                  <a:pt x="311" y="23"/>
                  <a:pt x="310" y="23"/>
                  <a:pt x="310" y="23"/>
                </a:cubicBezTo>
                <a:cubicBezTo>
                  <a:pt x="310" y="12"/>
                  <a:pt x="310" y="12"/>
                  <a:pt x="310" y="12"/>
                </a:cubicBezTo>
                <a:close/>
                <a:moveTo>
                  <a:pt x="311" y="785"/>
                </a:moveTo>
                <a:cubicBezTo>
                  <a:pt x="310" y="785"/>
                  <a:pt x="310" y="785"/>
                  <a:pt x="310" y="785"/>
                </a:cubicBezTo>
                <a:cubicBezTo>
                  <a:pt x="310" y="762"/>
                  <a:pt x="310" y="762"/>
                  <a:pt x="310" y="762"/>
                </a:cubicBezTo>
                <a:cubicBezTo>
                  <a:pt x="310" y="763"/>
                  <a:pt x="311" y="764"/>
                  <a:pt x="311" y="765"/>
                </a:cubicBezTo>
                <a:cubicBezTo>
                  <a:pt x="311" y="785"/>
                  <a:pt x="311" y="785"/>
                  <a:pt x="311" y="785"/>
                </a:cubicBezTo>
                <a:close/>
                <a:moveTo>
                  <a:pt x="311" y="45"/>
                </a:moveTo>
                <a:cubicBezTo>
                  <a:pt x="311" y="55"/>
                  <a:pt x="311" y="55"/>
                  <a:pt x="311" y="55"/>
                </a:cubicBezTo>
                <a:cubicBezTo>
                  <a:pt x="310" y="55"/>
                  <a:pt x="310" y="55"/>
                  <a:pt x="310" y="55"/>
                </a:cubicBezTo>
                <a:cubicBezTo>
                  <a:pt x="310" y="44"/>
                  <a:pt x="310" y="44"/>
                  <a:pt x="310" y="44"/>
                </a:cubicBezTo>
                <a:cubicBezTo>
                  <a:pt x="311" y="45"/>
                  <a:pt x="311" y="45"/>
                  <a:pt x="311" y="45"/>
                </a:cubicBezTo>
                <a:close/>
                <a:moveTo>
                  <a:pt x="311" y="93"/>
                </a:moveTo>
                <a:cubicBezTo>
                  <a:pt x="311" y="130"/>
                  <a:pt x="311" y="130"/>
                  <a:pt x="311" y="130"/>
                </a:cubicBezTo>
                <a:cubicBezTo>
                  <a:pt x="311" y="132"/>
                  <a:pt x="310" y="134"/>
                  <a:pt x="310" y="136"/>
                </a:cubicBezTo>
                <a:cubicBezTo>
                  <a:pt x="310" y="94"/>
                  <a:pt x="310" y="94"/>
                  <a:pt x="310" y="94"/>
                </a:cubicBezTo>
                <a:cubicBezTo>
                  <a:pt x="310" y="94"/>
                  <a:pt x="311" y="94"/>
                  <a:pt x="311" y="93"/>
                </a:cubicBezTo>
                <a:close/>
                <a:moveTo>
                  <a:pt x="311" y="181"/>
                </a:moveTo>
                <a:cubicBezTo>
                  <a:pt x="311" y="192"/>
                  <a:pt x="311" y="192"/>
                  <a:pt x="311" y="192"/>
                </a:cubicBezTo>
                <a:cubicBezTo>
                  <a:pt x="311" y="192"/>
                  <a:pt x="310" y="192"/>
                  <a:pt x="310" y="192"/>
                </a:cubicBezTo>
                <a:cubicBezTo>
                  <a:pt x="310" y="181"/>
                  <a:pt x="310" y="181"/>
                  <a:pt x="310" y="181"/>
                </a:cubicBezTo>
                <a:cubicBezTo>
                  <a:pt x="311" y="181"/>
                  <a:pt x="311" y="181"/>
                  <a:pt x="311" y="181"/>
                </a:cubicBezTo>
                <a:close/>
                <a:moveTo>
                  <a:pt x="311" y="204"/>
                </a:moveTo>
                <a:cubicBezTo>
                  <a:pt x="311" y="209"/>
                  <a:pt x="311" y="209"/>
                  <a:pt x="311" y="209"/>
                </a:cubicBezTo>
                <a:cubicBezTo>
                  <a:pt x="310" y="210"/>
                  <a:pt x="310" y="210"/>
                  <a:pt x="310" y="210"/>
                </a:cubicBezTo>
                <a:cubicBezTo>
                  <a:pt x="310" y="204"/>
                  <a:pt x="310" y="204"/>
                  <a:pt x="310" y="204"/>
                </a:cubicBezTo>
                <a:cubicBezTo>
                  <a:pt x="310" y="204"/>
                  <a:pt x="310" y="204"/>
                  <a:pt x="310" y="204"/>
                </a:cubicBezTo>
                <a:cubicBezTo>
                  <a:pt x="311" y="204"/>
                  <a:pt x="311" y="204"/>
                  <a:pt x="311" y="204"/>
                </a:cubicBezTo>
                <a:close/>
                <a:moveTo>
                  <a:pt x="311" y="225"/>
                </a:moveTo>
                <a:cubicBezTo>
                  <a:pt x="311" y="238"/>
                  <a:pt x="311" y="238"/>
                  <a:pt x="311" y="238"/>
                </a:cubicBezTo>
                <a:cubicBezTo>
                  <a:pt x="310" y="239"/>
                  <a:pt x="310" y="239"/>
                  <a:pt x="310" y="239"/>
                </a:cubicBezTo>
                <a:cubicBezTo>
                  <a:pt x="310" y="226"/>
                  <a:pt x="310" y="226"/>
                  <a:pt x="310" y="226"/>
                </a:cubicBezTo>
                <a:cubicBezTo>
                  <a:pt x="311" y="225"/>
                  <a:pt x="311" y="225"/>
                  <a:pt x="311" y="225"/>
                </a:cubicBezTo>
                <a:close/>
                <a:moveTo>
                  <a:pt x="311" y="250"/>
                </a:moveTo>
                <a:cubicBezTo>
                  <a:pt x="311" y="267"/>
                  <a:pt x="311" y="267"/>
                  <a:pt x="311" y="267"/>
                </a:cubicBezTo>
                <a:cubicBezTo>
                  <a:pt x="310" y="266"/>
                  <a:pt x="310" y="266"/>
                  <a:pt x="310" y="266"/>
                </a:cubicBezTo>
                <a:cubicBezTo>
                  <a:pt x="310" y="248"/>
                  <a:pt x="310" y="248"/>
                  <a:pt x="310" y="248"/>
                </a:cubicBezTo>
                <a:cubicBezTo>
                  <a:pt x="310" y="249"/>
                  <a:pt x="311" y="249"/>
                  <a:pt x="311" y="250"/>
                </a:cubicBezTo>
                <a:close/>
                <a:moveTo>
                  <a:pt x="311" y="299"/>
                </a:moveTo>
                <a:cubicBezTo>
                  <a:pt x="311" y="308"/>
                  <a:pt x="311" y="308"/>
                  <a:pt x="311" y="308"/>
                </a:cubicBezTo>
                <a:cubicBezTo>
                  <a:pt x="310" y="309"/>
                  <a:pt x="310" y="309"/>
                  <a:pt x="310" y="309"/>
                </a:cubicBezTo>
                <a:cubicBezTo>
                  <a:pt x="310" y="298"/>
                  <a:pt x="310" y="298"/>
                  <a:pt x="310" y="298"/>
                </a:cubicBezTo>
                <a:cubicBezTo>
                  <a:pt x="311" y="299"/>
                  <a:pt x="311" y="299"/>
                  <a:pt x="311" y="299"/>
                </a:cubicBezTo>
                <a:close/>
                <a:moveTo>
                  <a:pt x="311" y="322"/>
                </a:moveTo>
                <a:cubicBezTo>
                  <a:pt x="311" y="346"/>
                  <a:pt x="311" y="346"/>
                  <a:pt x="311" y="346"/>
                </a:cubicBezTo>
                <a:cubicBezTo>
                  <a:pt x="310" y="346"/>
                  <a:pt x="310" y="346"/>
                  <a:pt x="310" y="346"/>
                </a:cubicBezTo>
                <a:cubicBezTo>
                  <a:pt x="310" y="337"/>
                  <a:pt x="310" y="337"/>
                  <a:pt x="310" y="337"/>
                </a:cubicBezTo>
                <a:cubicBezTo>
                  <a:pt x="311" y="336"/>
                  <a:pt x="311" y="336"/>
                  <a:pt x="311" y="336"/>
                </a:cubicBezTo>
                <a:cubicBezTo>
                  <a:pt x="310" y="335"/>
                  <a:pt x="310" y="335"/>
                  <a:pt x="310" y="334"/>
                </a:cubicBezTo>
                <a:cubicBezTo>
                  <a:pt x="310" y="324"/>
                  <a:pt x="310" y="324"/>
                  <a:pt x="310" y="324"/>
                </a:cubicBezTo>
                <a:cubicBezTo>
                  <a:pt x="311" y="322"/>
                  <a:pt x="311" y="322"/>
                  <a:pt x="311" y="322"/>
                </a:cubicBezTo>
                <a:close/>
                <a:moveTo>
                  <a:pt x="311" y="351"/>
                </a:moveTo>
                <a:cubicBezTo>
                  <a:pt x="311" y="356"/>
                  <a:pt x="311" y="356"/>
                  <a:pt x="311" y="356"/>
                </a:cubicBezTo>
                <a:cubicBezTo>
                  <a:pt x="310" y="356"/>
                  <a:pt x="310" y="356"/>
                  <a:pt x="310" y="356"/>
                </a:cubicBezTo>
                <a:cubicBezTo>
                  <a:pt x="310" y="351"/>
                  <a:pt x="310" y="351"/>
                  <a:pt x="310" y="351"/>
                </a:cubicBezTo>
                <a:cubicBezTo>
                  <a:pt x="310" y="351"/>
                  <a:pt x="311" y="351"/>
                  <a:pt x="311" y="351"/>
                </a:cubicBezTo>
                <a:close/>
                <a:moveTo>
                  <a:pt x="311" y="361"/>
                </a:moveTo>
                <a:cubicBezTo>
                  <a:pt x="311" y="372"/>
                  <a:pt x="311" y="372"/>
                  <a:pt x="311" y="372"/>
                </a:cubicBezTo>
                <a:cubicBezTo>
                  <a:pt x="311" y="374"/>
                  <a:pt x="310" y="375"/>
                  <a:pt x="310" y="377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6"/>
                  <a:pt x="310" y="366"/>
                  <a:pt x="310" y="366"/>
                </a:cubicBezTo>
                <a:cubicBezTo>
                  <a:pt x="310" y="361"/>
                  <a:pt x="310" y="361"/>
                  <a:pt x="310" y="361"/>
                </a:cubicBezTo>
                <a:cubicBezTo>
                  <a:pt x="311" y="361"/>
                  <a:pt x="311" y="361"/>
                  <a:pt x="311" y="361"/>
                </a:cubicBezTo>
                <a:close/>
                <a:moveTo>
                  <a:pt x="311" y="432"/>
                </a:moveTo>
                <a:cubicBezTo>
                  <a:pt x="311" y="451"/>
                  <a:pt x="311" y="451"/>
                  <a:pt x="311" y="451"/>
                </a:cubicBezTo>
                <a:cubicBezTo>
                  <a:pt x="311" y="452"/>
                  <a:pt x="310" y="453"/>
                  <a:pt x="310" y="453"/>
                </a:cubicBezTo>
                <a:cubicBezTo>
                  <a:pt x="310" y="443"/>
                  <a:pt x="310" y="443"/>
                  <a:pt x="310" y="443"/>
                </a:cubicBezTo>
                <a:cubicBezTo>
                  <a:pt x="310" y="440"/>
                  <a:pt x="310" y="438"/>
                  <a:pt x="310" y="436"/>
                </a:cubicBezTo>
                <a:cubicBezTo>
                  <a:pt x="310" y="436"/>
                  <a:pt x="310" y="436"/>
                  <a:pt x="310" y="436"/>
                </a:cubicBezTo>
                <a:cubicBezTo>
                  <a:pt x="310" y="428"/>
                  <a:pt x="310" y="428"/>
                  <a:pt x="310" y="428"/>
                </a:cubicBezTo>
                <a:cubicBezTo>
                  <a:pt x="310" y="429"/>
                  <a:pt x="311" y="430"/>
                  <a:pt x="311" y="432"/>
                </a:cubicBezTo>
                <a:close/>
                <a:moveTo>
                  <a:pt x="311" y="464"/>
                </a:moveTo>
                <a:cubicBezTo>
                  <a:pt x="311" y="474"/>
                  <a:pt x="311" y="474"/>
                  <a:pt x="311" y="474"/>
                </a:cubicBezTo>
                <a:cubicBezTo>
                  <a:pt x="311" y="475"/>
                  <a:pt x="310" y="475"/>
                  <a:pt x="310" y="476"/>
                </a:cubicBezTo>
                <a:cubicBezTo>
                  <a:pt x="310" y="471"/>
                  <a:pt x="310" y="471"/>
                  <a:pt x="310" y="471"/>
                </a:cubicBezTo>
                <a:cubicBezTo>
                  <a:pt x="310" y="470"/>
                  <a:pt x="311" y="469"/>
                  <a:pt x="311" y="468"/>
                </a:cubicBezTo>
                <a:cubicBezTo>
                  <a:pt x="310" y="467"/>
                  <a:pt x="310" y="467"/>
                  <a:pt x="310" y="467"/>
                </a:cubicBezTo>
                <a:cubicBezTo>
                  <a:pt x="310" y="461"/>
                  <a:pt x="310" y="461"/>
                  <a:pt x="310" y="461"/>
                </a:cubicBezTo>
                <a:cubicBezTo>
                  <a:pt x="310" y="462"/>
                  <a:pt x="310" y="463"/>
                  <a:pt x="311" y="464"/>
                </a:cubicBezTo>
                <a:close/>
                <a:moveTo>
                  <a:pt x="311" y="479"/>
                </a:moveTo>
                <a:cubicBezTo>
                  <a:pt x="311" y="484"/>
                  <a:pt x="311" y="484"/>
                  <a:pt x="311" y="484"/>
                </a:cubicBezTo>
                <a:cubicBezTo>
                  <a:pt x="311" y="484"/>
                  <a:pt x="310" y="483"/>
                  <a:pt x="310" y="483"/>
                </a:cubicBezTo>
                <a:cubicBezTo>
                  <a:pt x="310" y="478"/>
                  <a:pt x="310" y="478"/>
                  <a:pt x="310" y="478"/>
                </a:cubicBezTo>
                <a:cubicBezTo>
                  <a:pt x="310" y="479"/>
                  <a:pt x="311" y="479"/>
                  <a:pt x="311" y="479"/>
                </a:cubicBezTo>
                <a:close/>
                <a:moveTo>
                  <a:pt x="311" y="494"/>
                </a:moveTo>
                <a:cubicBezTo>
                  <a:pt x="311" y="498"/>
                  <a:pt x="311" y="498"/>
                  <a:pt x="311" y="498"/>
                </a:cubicBezTo>
                <a:cubicBezTo>
                  <a:pt x="311" y="497"/>
                  <a:pt x="310" y="497"/>
                  <a:pt x="310" y="497"/>
                </a:cubicBezTo>
                <a:cubicBezTo>
                  <a:pt x="310" y="493"/>
                  <a:pt x="310" y="493"/>
                  <a:pt x="310" y="493"/>
                </a:cubicBezTo>
                <a:cubicBezTo>
                  <a:pt x="311" y="494"/>
                  <a:pt x="311" y="494"/>
                  <a:pt x="311" y="494"/>
                </a:cubicBezTo>
                <a:close/>
                <a:moveTo>
                  <a:pt x="311" y="500"/>
                </a:moveTo>
                <a:cubicBezTo>
                  <a:pt x="311" y="505"/>
                  <a:pt x="311" y="505"/>
                  <a:pt x="311" y="505"/>
                </a:cubicBezTo>
                <a:cubicBezTo>
                  <a:pt x="311" y="506"/>
                  <a:pt x="310" y="506"/>
                  <a:pt x="310" y="506"/>
                </a:cubicBezTo>
                <a:cubicBezTo>
                  <a:pt x="310" y="500"/>
                  <a:pt x="310" y="500"/>
                  <a:pt x="310" y="500"/>
                </a:cubicBezTo>
                <a:cubicBezTo>
                  <a:pt x="310" y="500"/>
                  <a:pt x="311" y="500"/>
                  <a:pt x="311" y="500"/>
                </a:cubicBezTo>
                <a:close/>
                <a:moveTo>
                  <a:pt x="311" y="522"/>
                </a:moveTo>
                <a:cubicBezTo>
                  <a:pt x="311" y="555"/>
                  <a:pt x="311" y="555"/>
                  <a:pt x="311" y="555"/>
                </a:cubicBezTo>
                <a:cubicBezTo>
                  <a:pt x="310" y="555"/>
                  <a:pt x="310" y="555"/>
                  <a:pt x="310" y="555"/>
                </a:cubicBezTo>
                <a:cubicBezTo>
                  <a:pt x="310" y="523"/>
                  <a:pt x="310" y="523"/>
                  <a:pt x="310" y="523"/>
                </a:cubicBezTo>
                <a:cubicBezTo>
                  <a:pt x="310" y="522"/>
                  <a:pt x="311" y="522"/>
                  <a:pt x="311" y="522"/>
                </a:cubicBezTo>
                <a:close/>
                <a:moveTo>
                  <a:pt x="311" y="593"/>
                </a:moveTo>
                <a:cubicBezTo>
                  <a:pt x="311" y="599"/>
                  <a:pt x="311" y="599"/>
                  <a:pt x="311" y="599"/>
                </a:cubicBezTo>
                <a:cubicBezTo>
                  <a:pt x="311" y="599"/>
                  <a:pt x="310" y="599"/>
                  <a:pt x="310" y="599"/>
                </a:cubicBezTo>
                <a:cubicBezTo>
                  <a:pt x="310" y="593"/>
                  <a:pt x="310" y="593"/>
                  <a:pt x="310" y="593"/>
                </a:cubicBezTo>
                <a:cubicBezTo>
                  <a:pt x="310" y="593"/>
                  <a:pt x="311" y="593"/>
                  <a:pt x="311" y="593"/>
                </a:cubicBezTo>
                <a:close/>
                <a:moveTo>
                  <a:pt x="311" y="618"/>
                </a:moveTo>
                <a:cubicBezTo>
                  <a:pt x="311" y="624"/>
                  <a:pt x="311" y="624"/>
                  <a:pt x="311" y="624"/>
                </a:cubicBezTo>
                <a:cubicBezTo>
                  <a:pt x="310" y="623"/>
                  <a:pt x="310" y="623"/>
                  <a:pt x="310" y="623"/>
                </a:cubicBezTo>
                <a:cubicBezTo>
                  <a:pt x="310" y="614"/>
                  <a:pt x="310" y="614"/>
                  <a:pt x="310" y="614"/>
                </a:cubicBezTo>
                <a:cubicBezTo>
                  <a:pt x="310" y="615"/>
                  <a:pt x="311" y="616"/>
                  <a:pt x="311" y="618"/>
                </a:cubicBezTo>
                <a:close/>
                <a:moveTo>
                  <a:pt x="311" y="738"/>
                </a:moveTo>
                <a:cubicBezTo>
                  <a:pt x="311" y="746"/>
                  <a:pt x="311" y="746"/>
                  <a:pt x="311" y="746"/>
                </a:cubicBezTo>
                <a:cubicBezTo>
                  <a:pt x="311" y="746"/>
                  <a:pt x="310" y="746"/>
                  <a:pt x="310" y="746"/>
                </a:cubicBezTo>
                <a:cubicBezTo>
                  <a:pt x="310" y="738"/>
                  <a:pt x="310" y="738"/>
                  <a:pt x="310" y="738"/>
                </a:cubicBezTo>
                <a:lnTo>
                  <a:pt x="311" y="738"/>
                </a:lnTo>
                <a:close/>
                <a:moveTo>
                  <a:pt x="309" y="12"/>
                </a:moveTo>
                <a:cubicBezTo>
                  <a:pt x="309" y="12"/>
                  <a:pt x="310" y="12"/>
                  <a:pt x="310" y="12"/>
                </a:cubicBezTo>
                <a:cubicBezTo>
                  <a:pt x="310" y="23"/>
                  <a:pt x="310" y="23"/>
                  <a:pt x="310" y="23"/>
                </a:cubicBezTo>
                <a:cubicBezTo>
                  <a:pt x="310" y="22"/>
                  <a:pt x="309" y="22"/>
                  <a:pt x="309" y="22"/>
                </a:cubicBezTo>
                <a:cubicBezTo>
                  <a:pt x="309" y="12"/>
                  <a:pt x="309" y="12"/>
                  <a:pt x="309" y="12"/>
                </a:cubicBezTo>
                <a:close/>
                <a:moveTo>
                  <a:pt x="310" y="785"/>
                </a:moveTo>
                <a:cubicBezTo>
                  <a:pt x="309" y="785"/>
                  <a:pt x="309" y="785"/>
                  <a:pt x="309" y="785"/>
                </a:cubicBezTo>
                <a:cubicBezTo>
                  <a:pt x="309" y="758"/>
                  <a:pt x="309" y="758"/>
                  <a:pt x="309" y="758"/>
                </a:cubicBezTo>
                <a:cubicBezTo>
                  <a:pt x="309" y="760"/>
                  <a:pt x="310" y="761"/>
                  <a:pt x="310" y="762"/>
                </a:cubicBezTo>
                <a:cubicBezTo>
                  <a:pt x="310" y="785"/>
                  <a:pt x="310" y="785"/>
                  <a:pt x="310" y="785"/>
                </a:cubicBezTo>
                <a:close/>
                <a:moveTo>
                  <a:pt x="310" y="44"/>
                </a:moveTo>
                <a:cubicBezTo>
                  <a:pt x="310" y="55"/>
                  <a:pt x="310" y="55"/>
                  <a:pt x="310" y="55"/>
                </a:cubicBezTo>
                <a:cubicBezTo>
                  <a:pt x="309" y="55"/>
                  <a:pt x="309" y="55"/>
                  <a:pt x="309" y="55"/>
                </a:cubicBezTo>
                <a:cubicBezTo>
                  <a:pt x="309" y="44"/>
                  <a:pt x="309" y="44"/>
                  <a:pt x="309" y="44"/>
                </a:cubicBezTo>
                <a:cubicBezTo>
                  <a:pt x="310" y="44"/>
                  <a:pt x="310" y="44"/>
                  <a:pt x="310" y="44"/>
                </a:cubicBezTo>
                <a:close/>
                <a:moveTo>
                  <a:pt x="310" y="94"/>
                </a:moveTo>
                <a:cubicBezTo>
                  <a:pt x="310" y="136"/>
                  <a:pt x="310" y="136"/>
                  <a:pt x="310" y="136"/>
                </a:cubicBezTo>
                <a:cubicBezTo>
                  <a:pt x="310" y="138"/>
                  <a:pt x="309" y="139"/>
                  <a:pt x="309" y="141"/>
                </a:cubicBezTo>
                <a:cubicBezTo>
                  <a:pt x="309" y="94"/>
                  <a:pt x="309" y="94"/>
                  <a:pt x="309" y="94"/>
                </a:cubicBezTo>
                <a:cubicBezTo>
                  <a:pt x="309" y="94"/>
                  <a:pt x="310" y="94"/>
                  <a:pt x="310" y="94"/>
                </a:cubicBezTo>
                <a:close/>
                <a:moveTo>
                  <a:pt x="310" y="181"/>
                </a:moveTo>
                <a:cubicBezTo>
                  <a:pt x="310" y="192"/>
                  <a:pt x="310" y="192"/>
                  <a:pt x="310" y="192"/>
                </a:cubicBezTo>
                <a:cubicBezTo>
                  <a:pt x="310" y="192"/>
                  <a:pt x="309" y="192"/>
                  <a:pt x="309" y="191"/>
                </a:cubicBezTo>
                <a:cubicBezTo>
                  <a:pt x="309" y="181"/>
                  <a:pt x="309" y="181"/>
                  <a:pt x="309" y="181"/>
                </a:cubicBezTo>
                <a:cubicBezTo>
                  <a:pt x="310" y="181"/>
                  <a:pt x="310" y="181"/>
                  <a:pt x="310" y="181"/>
                </a:cubicBezTo>
                <a:close/>
                <a:moveTo>
                  <a:pt x="310" y="204"/>
                </a:moveTo>
                <a:cubicBezTo>
                  <a:pt x="310" y="210"/>
                  <a:pt x="310" y="210"/>
                  <a:pt x="310" y="210"/>
                </a:cubicBezTo>
                <a:cubicBezTo>
                  <a:pt x="309" y="210"/>
                  <a:pt x="309" y="210"/>
                  <a:pt x="309" y="210"/>
                </a:cubicBezTo>
                <a:cubicBezTo>
                  <a:pt x="309" y="203"/>
                  <a:pt x="309" y="203"/>
                  <a:pt x="309" y="203"/>
                </a:cubicBezTo>
                <a:cubicBezTo>
                  <a:pt x="310" y="204"/>
                  <a:pt x="310" y="204"/>
                  <a:pt x="310" y="204"/>
                </a:cubicBezTo>
                <a:close/>
                <a:moveTo>
                  <a:pt x="310" y="226"/>
                </a:moveTo>
                <a:cubicBezTo>
                  <a:pt x="310" y="239"/>
                  <a:pt x="310" y="239"/>
                  <a:pt x="310" y="239"/>
                </a:cubicBezTo>
                <a:cubicBezTo>
                  <a:pt x="310" y="239"/>
                  <a:pt x="309" y="239"/>
                  <a:pt x="309" y="240"/>
                </a:cubicBezTo>
                <a:cubicBezTo>
                  <a:pt x="309" y="226"/>
                  <a:pt x="309" y="226"/>
                  <a:pt x="309" y="226"/>
                </a:cubicBezTo>
                <a:cubicBezTo>
                  <a:pt x="310" y="226"/>
                  <a:pt x="310" y="226"/>
                  <a:pt x="310" y="226"/>
                </a:cubicBezTo>
                <a:close/>
                <a:moveTo>
                  <a:pt x="310" y="248"/>
                </a:moveTo>
                <a:cubicBezTo>
                  <a:pt x="310" y="266"/>
                  <a:pt x="310" y="266"/>
                  <a:pt x="310" y="266"/>
                </a:cubicBezTo>
                <a:cubicBezTo>
                  <a:pt x="309" y="264"/>
                  <a:pt x="309" y="264"/>
                  <a:pt x="309" y="264"/>
                </a:cubicBezTo>
                <a:cubicBezTo>
                  <a:pt x="309" y="245"/>
                  <a:pt x="309" y="245"/>
                  <a:pt x="309" y="245"/>
                </a:cubicBezTo>
                <a:cubicBezTo>
                  <a:pt x="309" y="246"/>
                  <a:pt x="310" y="247"/>
                  <a:pt x="310" y="248"/>
                </a:cubicBezTo>
                <a:close/>
                <a:moveTo>
                  <a:pt x="310" y="298"/>
                </a:moveTo>
                <a:cubicBezTo>
                  <a:pt x="310" y="309"/>
                  <a:pt x="310" y="309"/>
                  <a:pt x="310" y="309"/>
                </a:cubicBezTo>
                <a:cubicBezTo>
                  <a:pt x="309" y="311"/>
                  <a:pt x="309" y="311"/>
                  <a:pt x="309" y="311"/>
                </a:cubicBezTo>
                <a:cubicBezTo>
                  <a:pt x="309" y="296"/>
                  <a:pt x="309" y="296"/>
                  <a:pt x="309" y="296"/>
                </a:cubicBezTo>
                <a:cubicBezTo>
                  <a:pt x="310" y="298"/>
                  <a:pt x="310" y="298"/>
                  <a:pt x="310" y="298"/>
                </a:cubicBezTo>
                <a:close/>
                <a:moveTo>
                  <a:pt x="310" y="324"/>
                </a:moveTo>
                <a:cubicBezTo>
                  <a:pt x="310" y="334"/>
                  <a:pt x="310" y="334"/>
                  <a:pt x="310" y="334"/>
                </a:cubicBezTo>
                <a:cubicBezTo>
                  <a:pt x="310" y="333"/>
                  <a:pt x="309" y="333"/>
                  <a:pt x="309" y="332"/>
                </a:cubicBezTo>
                <a:cubicBezTo>
                  <a:pt x="309" y="325"/>
                  <a:pt x="309" y="325"/>
                  <a:pt x="309" y="325"/>
                </a:cubicBezTo>
                <a:cubicBezTo>
                  <a:pt x="309" y="324"/>
                  <a:pt x="310" y="324"/>
                  <a:pt x="310" y="324"/>
                </a:cubicBezTo>
                <a:close/>
                <a:moveTo>
                  <a:pt x="310" y="337"/>
                </a:moveTo>
                <a:cubicBezTo>
                  <a:pt x="310" y="346"/>
                  <a:pt x="310" y="346"/>
                  <a:pt x="310" y="346"/>
                </a:cubicBezTo>
                <a:cubicBezTo>
                  <a:pt x="309" y="346"/>
                  <a:pt x="309" y="346"/>
                  <a:pt x="309" y="346"/>
                </a:cubicBezTo>
                <a:cubicBezTo>
                  <a:pt x="309" y="338"/>
                  <a:pt x="309" y="338"/>
                  <a:pt x="309" y="338"/>
                </a:cubicBezTo>
                <a:cubicBezTo>
                  <a:pt x="309" y="338"/>
                  <a:pt x="310" y="337"/>
                  <a:pt x="310" y="337"/>
                </a:cubicBezTo>
                <a:close/>
                <a:moveTo>
                  <a:pt x="310" y="351"/>
                </a:moveTo>
                <a:cubicBezTo>
                  <a:pt x="310" y="356"/>
                  <a:pt x="310" y="356"/>
                  <a:pt x="310" y="356"/>
                </a:cubicBezTo>
                <a:cubicBezTo>
                  <a:pt x="309" y="356"/>
                  <a:pt x="309" y="356"/>
                  <a:pt x="309" y="356"/>
                </a:cubicBezTo>
                <a:cubicBezTo>
                  <a:pt x="309" y="352"/>
                  <a:pt x="309" y="352"/>
                  <a:pt x="309" y="352"/>
                </a:cubicBezTo>
                <a:cubicBezTo>
                  <a:pt x="310" y="351"/>
                  <a:pt x="310" y="351"/>
                  <a:pt x="310" y="351"/>
                </a:cubicBezTo>
                <a:close/>
                <a:moveTo>
                  <a:pt x="310" y="361"/>
                </a:moveTo>
                <a:cubicBezTo>
                  <a:pt x="310" y="366"/>
                  <a:pt x="310" y="366"/>
                  <a:pt x="310" y="366"/>
                </a:cubicBezTo>
                <a:cubicBezTo>
                  <a:pt x="309" y="366"/>
                  <a:pt x="309" y="366"/>
                  <a:pt x="309" y="366"/>
                </a:cubicBezTo>
                <a:cubicBezTo>
                  <a:pt x="309" y="362"/>
                  <a:pt x="309" y="362"/>
                  <a:pt x="309" y="362"/>
                </a:cubicBezTo>
                <a:cubicBezTo>
                  <a:pt x="310" y="361"/>
                  <a:pt x="310" y="361"/>
                  <a:pt x="310" y="361"/>
                </a:cubicBezTo>
                <a:close/>
                <a:moveTo>
                  <a:pt x="310" y="366"/>
                </a:moveTo>
                <a:cubicBezTo>
                  <a:pt x="310" y="377"/>
                  <a:pt x="310" y="377"/>
                  <a:pt x="310" y="377"/>
                </a:cubicBezTo>
                <a:cubicBezTo>
                  <a:pt x="310" y="378"/>
                  <a:pt x="309" y="380"/>
                  <a:pt x="309" y="382"/>
                </a:cubicBezTo>
                <a:cubicBezTo>
                  <a:pt x="309" y="369"/>
                  <a:pt x="309" y="369"/>
                  <a:pt x="309" y="369"/>
                </a:cubicBezTo>
                <a:cubicBezTo>
                  <a:pt x="309" y="368"/>
                  <a:pt x="310" y="367"/>
                  <a:pt x="310" y="366"/>
                </a:cubicBezTo>
                <a:close/>
                <a:moveTo>
                  <a:pt x="310" y="428"/>
                </a:moveTo>
                <a:cubicBezTo>
                  <a:pt x="310" y="436"/>
                  <a:pt x="310" y="436"/>
                  <a:pt x="310" y="436"/>
                </a:cubicBezTo>
                <a:cubicBezTo>
                  <a:pt x="310" y="436"/>
                  <a:pt x="309" y="436"/>
                  <a:pt x="309" y="436"/>
                </a:cubicBezTo>
                <a:cubicBezTo>
                  <a:pt x="309" y="424"/>
                  <a:pt x="309" y="424"/>
                  <a:pt x="309" y="424"/>
                </a:cubicBezTo>
                <a:cubicBezTo>
                  <a:pt x="309" y="425"/>
                  <a:pt x="310" y="426"/>
                  <a:pt x="310" y="428"/>
                </a:cubicBezTo>
                <a:close/>
                <a:moveTo>
                  <a:pt x="310" y="443"/>
                </a:moveTo>
                <a:cubicBezTo>
                  <a:pt x="310" y="453"/>
                  <a:pt x="310" y="453"/>
                  <a:pt x="310" y="453"/>
                </a:cubicBezTo>
                <a:cubicBezTo>
                  <a:pt x="309" y="456"/>
                  <a:pt x="309" y="458"/>
                  <a:pt x="310" y="461"/>
                </a:cubicBezTo>
                <a:cubicBezTo>
                  <a:pt x="310" y="467"/>
                  <a:pt x="310" y="467"/>
                  <a:pt x="310" y="467"/>
                </a:cubicBezTo>
                <a:cubicBezTo>
                  <a:pt x="310" y="466"/>
                  <a:pt x="309" y="466"/>
                  <a:pt x="309" y="466"/>
                </a:cubicBezTo>
                <a:cubicBezTo>
                  <a:pt x="309" y="447"/>
                  <a:pt x="309" y="447"/>
                  <a:pt x="309" y="447"/>
                </a:cubicBezTo>
                <a:cubicBezTo>
                  <a:pt x="309" y="446"/>
                  <a:pt x="310" y="444"/>
                  <a:pt x="310" y="443"/>
                </a:cubicBezTo>
                <a:close/>
                <a:moveTo>
                  <a:pt x="310" y="471"/>
                </a:moveTo>
                <a:cubicBezTo>
                  <a:pt x="310" y="476"/>
                  <a:pt x="310" y="476"/>
                  <a:pt x="310" y="476"/>
                </a:cubicBezTo>
                <a:cubicBezTo>
                  <a:pt x="310" y="476"/>
                  <a:pt x="309" y="477"/>
                  <a:pt x="309" y="478"/>
                </a:cubicBezTo>
                <a:cubicBezTo>
                  <a:pt x="309" y="473"/>
                  <a:pt x="309" y="473"/>
                  <a:pt x="309" y="473"/>
                </a:cubicBezTo>
                <a:cubicBezTo>
                  <a:pt x="309" y="472"/>
                  <a:pt x="310" y="471"/>
                  <a:pt x="310" y="471"/>
                </a:cubicBezTo>
                <a:close/>
                <a:moveTo>
                  <a:pt x="310" y="478"/>
                </a:moveTo>
                <a:cubicBezTo>
                  <a:pt x="310" y="483"/>
                  <a:pt x="310" y="483"/>
                  <a:pt x="310" y="483"/>
                </a:cubicBezTo>
                <a:cubicBezTo>
                  <a:pt x="310" y="483"/>
                  <a:pt x="309" y="483"/>
                  <a:pt x="309" y="483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10" y="478"/>
                  <a:pt x="310" y="478"/>
                </a:cubicBezTo>
                <a:close/>
                <a:moveTo>
                  <a:pt x="310" y="493"/>
                </a:moveTo>
                <a:cubicBezTo>
                  <a:pt x="310" y="497"/>
                  <a:pt x="310" y="497"/>
                  <a:pt x="310" y="497"/>
                </a:cubicBezTo>
                <a:cubicBezTo>
                  <a:pt x="309" y="496"/>
                  <a:pt x="309" y="496"/>
                  <a:pt x="309" y="496"/>
                </a:cubicBezTo>
                <a:cubicBezTo>
                  <a:pt x="309" y="492"/>
                  <a:pt x="309" y="492"/>
                  <a:pt x="309" y="492"/>
                </a:cubicBezTo>
                <a:cubicBezTo>
                  <a:pt x="310" y="493"/>
                  <a:pt x="310" y="493"/>
                  <a:pt x="310" y="493"/>
                </a:cubicBezTo>
                <a:close/>
                <a:moveTo>
                  <a:pt x="310" y="500"/>
                </a:moveTo>
                <a:cubicBezTo>
                  <a:pt x="310" y="506"/>
                  <a:pt x="310" y="506"/>
                  <a:pt x="310" y="506"/>
                </a:cubicBezTo>
                <a:cubicBezTo>
                  <a:pt x="310" y="506"/>
                  <a:pt x="309" y="506"/>
                  <a:pt x="309" y="507"/>
                </a:cubicBezTo>
                <a:cubicBezTo>
                  <a:pt x="309" y="501"/>
                  <a:pt x="309" y="501"/>
                  <a:pt x="309" y="501"/>
                </a:cubicBezTo>
                <a:cubicBezTo>
                  <a:pt x="309" y="501"/>
                  <a:pt x="310" y="501"/>
                  <a:pt x="310" y="500"/>
                </a:cubicBezTo>
                <a:close/>
                <a:moveTo>
                  <a:pt x="310" y="523"/>
                </a:moveTo>
                <a:cubicBezTo>
                  <a:pt x="310" y="555"/>
                  <a:pt x="310" y="555"/>
                  <a:pt x="310" y="555"/>
                </a:cubicBezTo>
                <a:cubicBezTo>
                  <a:pt x="309" y="554"/>
                  <a:pt x="309" y="554"/>
                  <a:pt x="309" y="554"/>
                </a:cubicBezTo>
                <a:cubicBezTo>
                  <a:pt x="309" y="524"/>
                  <a:pt x="309" y="524"/>
                  <a:pt x="309" y="524"/>
                </a:cubicBezTo>
                <a:cubicBezTo>
                  <a:pt x="309" y="523"/>
                  <a:pt x="310" y="523"/>
                  <a:pt x="310" y="523"/>
                </a:cubicBezTo>
                <a:close/>
                <a:moveTo>
                  <a:pt x="310" y="593"/>
                </a:moveTo>
                <a:cubicBezTo>
                  <a:pt x="310" y="599"/>
                  <a:pt x="310" y="599"/>
                  <a:pt x="310" y="599"/>
                </a:cubicBezTo>
                <a:cubicBezTo>
                  <a:pt x="310" y="599"/>
                  <a:pt x="309" y="599"/>
                  <a:pt x="309" y="599"/>
                </a:cubicBezTo>
                <a:cubicBezTo>
                  <a:pt x="309" y="593"/>
                  <a:pt x="309" y="593"/>
                  <a:pt x="309" y="593"/>
                </a:cubicBezTo>
                <a:cubicBezTo>
                  <a:pt x="309" y="593"/>
                  <a:pt x="310" y="593"/>
                  <a:pt x="310" y="593"/>
                </a:cubicBezTo>
                <a:close/>
                <a:moveTo>
                  <a:pt x="310" y="614"/>
                </a:moveTo>
                <a:cubicBezTo>
                  <a:pt x="310" y="623"/>
                  <a:pt x="310" y="623"/>
                  <a:pt x="310" y="623"/>
                </a:cubicBezTo>
                <a:cubicBezTo>
                  <a:pt x="309" y="623"/>
                  <a:pt x="309" y="623"/>
                  <a:pt x="309" y="623"/>
                </a:cubicBezTo>
                <a:cubicBezTo>
                  <a:pt x="309" y="609"/>
                  <a:pt x="309" y="609"/>
                  <a:pt x="309" y="609"/>
                </a:cubicBezTo>
                <a:cubicBezTo>
                  <a:pt x="309" y="611"/>
                  <a:pt x="310" y="613"/>
                  <a:pt x="310" y="614"/>
                </a:cubicBezTo>
                <a:close/>
                <a:moveTo>
                  <a:pt x="310" y="738"/>
                </a:moveTo>
                <a:cubicBezTo>
                  <a:pt x="310" y="746"/>
                  <a:pt x="310" y="746"/>
                  <a:pt x="310" y="746"/>
                </a:cubicBezTo>
                <a:cubicBezTo>
                  <a:pt x="309" y="746"/>
                  <a:pt x="309" y="746"/>
                  <a:pt x="309" y="746"/>
                </a:cubicBezTo>
                <a:cubicBezTo>
                  <a:pt x="309" y="738"/>
                  <a:pt x="309" y="738"/>
                  <a:pt x="309" y="738"/>
                </a:cubicBezTo>
                <a:lnTo>
                  <a:pt x="310" y="738"/>
                </a:lnTo>
                <a:close/>
                <a:moveTo>
                  <a:pt x="307" y="12"/>
                </a:moveTo>
                <a:cubicBezTo>
                  <a:pt x="308" y="12"/>
                  <a:pt x="308" y="12"/>
                  <a:pt x="309" y="12"/>
                </a:cubicBezTo>
                <a:cubicBezTo>
                  <a:pt x="309" y="22"/>
                  <a:pt x="309" y="22"/>
                  <a:pt x="309" y="22"/>
                </a:cubicBezTo>
                <a:cubicBezTo>
                  <a:pt x="308" y="22"/>
                  <a:pt x="308" y="22"/>
                  <a:pt x="307" y="22"/>
                </a:cubicBezTo>
                <a:cubicBezTo>
                  <a:pt x="307" y="12"/>
                  <a:pt x="307" y="12"/>
                  <a:pt x="307" y="12"/>
                </a:cubicBezTo>
                <a:close/>
                <a:moveTo>
                  <a:pt x="309" y="785"/>
                </a:moveTo>
                <a:cubicBezTo>
                  <a:pt x="307" y="784"/>
                  <a:pt x="307" y="784"/>
                  <a:pt x="307" y="784"/>
                </a:cubicBezTo>
                <a:cubicBezTo>
                  <a:pt x="307" y="752"/>
                  <a:pt x="307" y="752"/>
                  <a:pt x="307" y="752"/>
                </a:cubicBezTo>
                <a:cubicBezTo>
                  <a:pt x="308" y="754"/>
                  <a:pt x="308" y="756"/>
                  <a:pt x="309" y="758"/>
                </a:cubicBezTo>
                <a:cubicBezTo>
                  <a:pt x="309" y="785"/>
                  <a:pt x="309" y="785"/>
                  <a:pt x="309" y="785"/>
                </a:cubicBezTo>
                <a:close/>
                <a:moveTo>
                  <a:pt x="309" y="44"/>
                </a:moveTo>
                <a:cubicBezTo>
                  <a:pt x="309" y="55"/>
                  <a:pt x="309" y="55"/>
                  <a:pt x="309" y="55"/>
                </a:cubicBezTo>
                <a:cubicBezTo>
                  <a:pt x="309" y="55"/>
                  <a:pt x="309" y="55"/>
                  <a:pt x="309" y="55"/>
                </a:cubicBezTo>
                <a:cubicBezTo>
                  <a:pt x="308" y="55"/>
                  <a:pt x="308" y="56"/>
                  <a:pt x="307" y="56"/>
                </a:cubicBezTo>
                <a:cubicBezTo>
                  <a:pt x="307" y="42"/>
                  <a:pt x="307" y="42"/>
                  <a:pt x="307" y="42"/>
                </a:cubicBezTo>
                <a:cubicBezTo>
                  <a:pt x="309" y="44"/>
                  <a:pt x="309" y="44"/>
                  <a:pt x="309" y="44"/>
                </a:cubicBezTo>
                <a:close/>
                <a:moveTo>
                  <a:pt x="309" y="94"/>
                </a:moveTo>
                <a:cubicBezTo>
                  <a:pt x="309" y="141"/>
                  <a:pt x="309" y="141"/>
                  <a:pt x="309" y="141"/>
                </a:cubicBezTo>
                <a:cubicBezTo>
                  <a:pt x="308" y="143"/>
                  <a:pt x="308" y="145"/>
                  <a:pt x="307" y="147"/>
                </a:cubicBezTo>
                <a:cubicBezTo>
                  <a:pt x="307" y="94"/>
                  <a:pt x="307" y="94"/>
                  <a:pt x="307" y="94"/>
                </a:cubicBezTo>
                <a:cubicBezTo>
                  <a:pt x="308" y="94"/>
                  <a:pt x="308" y="94"/>
                  <a:pt x="309" y="94"/>
                </a:cubicBezTo>
                <a:close/>
                <a:moveTo>
                  <a:pt x="309" y="181"/>
                </a:moveTo>
                <a:cubicBezTo>
                  <a:pt x="309" y="191"/>
                  <a:pt x="309" y="191"/>
                  <a:pt x="309" y="191"/>
                </a:cubicBezTo>
                <a:cubicBezTo>
                  <a:pt x="308" y="191"/>
                  <a:pt x="308" y="191"/>
                  <a:pt x="307" y="191"/>
                </a:cubicBezTo>
                <a:cubicBezTo>
                  <a:pt x="307" y="182"/>
                  <a:pt x="307" y="182"/>
                  <a:pt x="307" y="182"/>
                </a:cubicBezTo>
                <a:cubicBezTo>
                  <a:pt x="309" y="181"/>
                  <a:pt x="309" y="181"/>
                  <a:pt x="309" y="181"/>
                </a:cubicBezTo>
                <a:close/>
                <a:moveTo>
                  <a:pt x="309" y="203"/>
                </a:moveTo>
                <a:cubicBezTo>
                  <a:pt x="309" y="210"/>
                  <a:pt x="309" y="210"/>
                  <a:pt x="309" y="210"/>
                </a:cubicBezTo>
                <a:cubicBezTo>
                  <a:pt x="308" y="210"/>
                  <a:pt x="308" y="211"/>
                  <a:pt x="307" y="211"/>
                </a:cubicBezTo>
                <a:cubicBezTo>
                  <a:pt x="307" y="202"/>
                  <a:pt x="307" y="202"/>
                  <a:pt x="307" y="202"/>
                </a:cubicBezTo>
                <a:cubicBezTo>
                  <a:pt x="309" y="203"/>
                  <a:pt x="309" y="203"/>
                  <a:pt x="309" y="203"/>
                </a:cubicBezTo>
                <a:close/>
                <a:moveTo>
                  <a:pt x="309" y="226"/>
                </a:moveTo>
                <a:cubicBezTo>
                  <a:pt x="309" y="240"/>
                  <a:pt x="309" y="240"/>
                  <a:pt x="309" y="240"/>
                </a:cubicBezTo>
                <a:cubicBezTo>
                  <a:pt x="308" y="240"/>
                  <a:pt x="308" y="240"/>
                  <a:pt x="308" y="240"/>
                </a:cubicBezTo>
                <a:cubicBezTo>
                  <a:pt x="308" y="242"/>
                  <a:pt x="309" y="243"/>
                  <a:pt x="309" y="245"/>
                </a:cubicBezTo>
                <a:cubicBezTo>
                  <a:pt x="309" y="264"/>
                  <a:pt x="309" y="264"/>
                  <a:pt x="309" y="264"/>
                </a:cubicBezTo>
                <a:cubicBezTo>
                  <a:pt x="307" y="262"/>
                  <a:pt x="307" y="262"/>
                  <a:pt x="307" y="262"/>
                </a:cubicBezTo>
                <a:cubicBezTo>
                  <a:pt x="307" y="228"/>
                  <a:pt x="307" y="228"/>
                  <a:pt x="307" y="228"/>
                </a:cubicBezTo>
                <a:cubicBezTo>
                  <a:pt x="308" y="227"/>
                  <a:pt x="308" y="227"/>
                  <a:pt x="309" y="226"/>
                </a:cubicBezTo>
                <a:close/>
                <a:moveTo>
                  <a:pt x="309" y="296"/>
                </a:moveTo>
                <a:cubicBezTo>
                  <a:pt x="309" y="311"/>
                  <a:pt x="309" y="311"/>
                  <a:pt x="309" y="311"/>
                </a:cubicBezTo>
                <a:cubicBezTo>
                  <a:pt x="308" y="311"/>
                  <a:pt x="308" y="312"/>
                  <a:pt x="307" y="313"/>
                </a:cubicBezTo>
                <a:cubicBezTo>
                  <a:pt x="307" y="304"/>
                  <a:pt x="307" y="304"/>
                  <a:pt x="307" y="304"/>
                </a:cubicBezTo>
                <a:cubicBezTo>
                  <a:pt x="308" y="303"/>
                  <a:pt x="308" y="302"/>
                  <a:pt x="307" y="301"/>
                </a:cubicBezTo>
                <a:cubicBezTo>
                  <a:pt x="307" y="295"/>
                  <a:pt x="307" y="295"/>
                  <a:pt x="307" y="295"/>
                </a:cubicBezTo>
                <a:cubicBezTo>
                  <a:pt x="309" y="296"/>
                  <a:pt x="309" y="296"/>
                  <a:pt x="309" y="296"/>
                </a:cubicBezTo>
                <a:close/>
                <a:moveTo>
                  <a:pt x="309" y="325"/>
                </a:moveTo>
                <a:cubicBezTo>
                  <a:pt x="309" y="332"/>
                  <a:pt x="309" y="332"/>
                  <a:pt x="309" y="332"/>
                </a:cubicBezTo>
                <a:cubicBezTo>
                  <a:pt x="308" y="332"/>
                  <a:pt x="308" y="331"/>
                  <a:pt x="307" y="330"/>
                </a:cubicBezTo>
                <a:cubicBezTo>
                  <a:pt x="307" y="326"/>
                  <a:pt x="307" y="326"/>
                  <a:pt x="307" y="326"/>
                </a:cubicBezTo>
                <a:cubicBezTo>
                  <a:pt x="307" y="326"/>
                  <a:pt x="308" y="326"/>
                  <a:pt x="308" y="326"/>
                </a:cubicBezTo>
                <a:cubicBezTo>
                  <a:pt x="308" y="326"/>
                  <a:pt x="308" y="325"/>
                  <a:pt x="309" y="325"/>
                </a:cubicBezTo>
                <a:close/>
                <a:moveTo>
                  <a:pt x="309" y="338"/>
                </a:moveTo>
                <a:cubicBezTo>
                  <a:pt x="309" y="346"/>
                  <a:pt x="309" y="346"/>
                  <a:pt x="309" y="346"/>
                </a:cubicBezTo>
                <a:cubicBezTo>
                  <a:pt x="308" y="346"/>
                  <a:pt x="308" y="346"/>
                  <a:pt x="308" y="346"/>
                </a:cubicBezTo>
                <a:cubicBezTo>
                  <a:pt x="307" y="348"/>
                  <a:pt x="307" y="348"/>
                  <a:pt x="307" y="348"/>
                </a:cubicBezTo>
                <a:cubicBezTo>
                  <a:pt x="307" y="341"/>
                  <a:pt x="307" y="341"/>
                  <a:pt x="307" y="341"/>
                </a:cubicBezTo>
                <a:cubicBezTo>
                  <a:pt x="308" y="340"/>
                  <a:pt x="308" y="339"/>
                  <a:pt x="309" y="338"/>
                </a:cubicBezTo>
                <a:close/>
                <a:moveTo>
                  <a:pt x="309" y="352"/>
                </a:moveTo>
                <a:cubicBezTo>
                  <a:pt x="309" y="356"/>
                  <a:pt x="309" y="356"/>
                  <a:pt x="309" y="356"/>
                </a:cubicBezTo>
                <a:cubicBezTo>
                  <a:pt x="307" y="356"/>
                  <a:pt x="307" y="356"/>
                  <a:pt x="307" y="356"/>
                </a:cubicBezTo>
                <a:cubicBezTo>
                  <a:pt x="307" y="352"/>
                  <a:pt x="307" y="352"/>
                  <a:pt x="307" y="352"/>
                </a:cubicBezTo>
                <a:cubicBezTo>
                  <a:pt x="309" y="352"/>
                  <a:pt x="309" y="352"/>
                  <a:pt x="309" y="352"/>
                </a:cubicBezTo>
                <a:close/>
                <a:moveTo>
                  <a:pt x="309" y="362"/>
                </a:moveTo>
                <a:cubicBezTo>
                  <a:pt x="309" y="366"/>
                  <a:pt x="309" y="366"/>
                  <a:pt x="309" y="366"/>
                </a:cubicBezTo>
                <a:cubicBezTo>
                  <a:pt x="308" y="367"/>
                  <a:pt x="308" y="367"/>
                  <a:pt x="307" y="367"/>
                </a:cubicBezTo>
                <a:cubicBezTo>
                  <a:pt x="307" y="362"/>
                  <a:pt x="307" y="362"/>
                  <a:pt x="307" y="362"/>
                </a:cubicBezTo>
                <a:cubicBezTo>
                  <a:pt x="309" y="362"/>
                  <a:pt x="309" y="362"/>
                  <a:pt x="309" y="362"/>
                </a:cubicBezTo>
                <a:close/>
                <a:moveTo>
                  <a:pt x="309" y="369"/>
                </a:moveTo>
                <a:cubicBezTo>
                  <a:pt x="309" y="382"/>
                  <a:pt x="309" y="382"/>
                  <a:pt x="309" y="382"/>
                </a:cubicBezTo>
                <a:cubicBezTo>
                  <a:pt x="308" y="387"/>
                  <a:pt x="308" y="393"/>
                  <a:pt x="307" y="398"/>
                </a:cubicBezTo>
                <a:cubicBezTo>
                  <a:pt x="307" y="371"/>
                  <a:pt x="307" y="371"/>
                  <a:pt x="307" y="371"/>
                </a:cubicBezTo>
                <a:cubicBezTo>
                  <a:pt x="308" y="370"/>
                  <a:pt x="308" y="370"/>
                  <a:pt x="309" y="369"/>
                </a:cubicBezTo>
                <a:close/>
                <a:moveTo>
                  <a:pt x="309" y="424"/>
                </a:moveTo>
                <a:cubicBezTo>
                  <a:pt x="309" y="436"/>
                  <a:pt x="309" y="436"/>
                  <a:pt x="309" y="436"/>
                </a:cubicBezTo>
                <a:cubicBezTo>
                  <a:pt x="308" y="436"/>
                  <a:pt x="308" y="437"/>
                  <a:pt x="307" y="437"/>
                </a:cubicBezTo>
                <a:cubicBezTo>
                  <a:pt x="307" y="408"/>
                  <a:pt x="307" y="408"/>
                  <a:pt x="307" y="408"/>
                </a:cubicBezTo>
                <a:cubicBezTo>
                  <a:pt x="307" y="413"/>
                  <a:pt x="308" y="417"/>
                  <a:pt x="308" y="422"/>
                </a:cubicBezTo>
                <a:cubicBezTo>
                  <a:pt x="308" y="422"/>
                  <a:pt x="309" y="423"/>
                  <a:pt x="309" y="424"/>
                </a:cubicBezTo>
                <a:close/>
                <a:moveTo>
                  <a:pt x="309" y="447"/>
                </a:moveTo>
                <a:cubicBezTo>
                  <a:pt x="309" y="466"/>
                  <a:pt x="309" y="466"/>
                  <a:pt x="309" y="466"/>
                </a:cubicBezTo>
                <a:cubicBezTo>
                  <a:pt x="308" y="465"/>
                  <a:pt x="308" y="464"/>
                  <a:pt x="307" y="464"/>
                </a:cubicBezTo>
                <a:cubicBezTo>
                  <a:pt x="307" y="449"/>
                  <a:pt x="307" y="449"/>
                  <a:pt x="307" y="449"/>
                </a:cubicBezTo>
                <a:cubicBezTo>
                  <a:pt x="308" y="449"/>
                  <a:pt x="308" y="448"/>
                  <a:pt x="309" y="447"/>
                </a:cubicBezTo>
                <a:close/>
                <a:moveTo>
                  <a:pt x="309" y="473"/>
                </a:move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78"/>
                  <a:pt x="309" y="478"/>
                  <a:pt x="309" y="478"/>
                </a:cubicBezTo>
                <a:cubicBezTo>
                  <a:pt x="309" y="483"/>
                  <a:pt x="309" y="483"/>
                  <a:pt x="309" y="483"/>
                </a:cubicBezTo>
                <a:cubicBezTo>
                  <a:pt x="308" y="483"/>
                  <a:pt x="308" y="482"/>
                  <a:pt x="307" y="482"/>
                </a:cubicBezTo>
                <a:cubicBezTo>
                  <a:pt x="307" y="475"/>
                  <a:pt x="307" y="475"/>
                  <a:pt x="307" y="475"/>
                </a:cubicBezTo>
                <a:cubicBezTo>
                  <a:pt x="308" y="474"/>
                  <a:pt x="308" y="473"/>
                  <a:pt x="309" y="473"/>
                </a:cubicBezTo>
                <a:close/>
                <a:moveTo>
                  <a:pt x="309" y="492"/>
                </a:moveTo>
                <a:cubicBezTo>
                  <a:pt x="309" y="496"/>
                  <a:pt x="309" y="496"/>
                  <a:pt x="309" y="496"/>
                </a:cubicBezTo>
                <a:cubicBezTo>
                  <a:pt x="307" y="495"/>
                  <a:pt x="307" y="495"/>
                  <a:pt x="307" y="495"/>
                </a:cubicBezTo>
                <a:cubicBezTo>
                  <a:pt x="307" y="491"/>
                  <a:pt x="307" y="491"/>
                  <a:pt x="307" y="491"/>
                </a:cubicBezTo>
                <a:cubicBezTo>
                  <a:pt x="309" y="492"/>
                  <a:pt x="309" y="492"/>
                  <a:pt x="309" y="492"/>
                </a:cubicBezTo>
                <a:close/>
                <a:moveTo>
                  <a:pt x="309" y="501"/>
                </a:moveTo>
                <a:cubicBezTo>
                  <a:pt x="309" y="507"/>
                  <a:pt x="309" y="507"/>
                  <a:pt x="309" y="507"/>
                </a:cubicBezTo>
                <a:cubicBezTo>
                  <a:pt x="308" y="507"/>
                  <a:pt x="308" y="508"/>
                  <a:pt x="307" y="508"/>
                </a:cubicBezTo>
                <a:cubicBezTo>
                  <a:pt x="307" y="502"/>
                  <a:pt x="307" y="502"/>
                  <a:pt x="307" y="502"/>
                </a:cubicBezTo>
                <a:cubicBezTo>
                  <a:pt x="308" y="501"/>
                  <a:pt x="308" y="501"/>
                  <a:pt x="309" y="501"/>
                </a:cubicBezTo>
                <a:close/>
                <a:moveTo>
                  <a:pt x="309" y="524"/>
                </a:moveTo>
                <a:cubicBezTo>
                  <a:pt x="309" y="554"/>
                  <a:pt x="309" y="554"/>
                  <a:pt x="309" y="554"/>
                </a:cubicBezTo>
                <a:cubicBezTo>
                  <a:pt x="308" y="554"/>
                  <a:pt x="308" y="554"/>
                  <a:pt x="307" y="554"/>
                </a:cubicBezTo>
                <a:cubicBezTo>
                  <a:pt x="307" y="525"/>
                  <a:pt x="307" y="525"/>
                  <a:pt x="307" y="525"/>
                </a:cubicBezTo>
                <a:cubicBezTo>
                  <a:pt x="308" y="525"/>
                  <a:pt x="308" y="524"/>
                  <a:pt x="309" y="524"/>
                </a:cubicBezTo>
                <a:close/>
                <a:moveTo>
                  <a:pt x="309" y="593"/>
                </a:moveTo>
                <a:cubicBezTo>
                  <a:pt x="309" y="599"/>
                  <a:pt x="309" y="599"/>
                  <a:pt x="309" y="599"/>
                </a:cubicBezTo>
                <a:cubicBezTo>
                  <a:pt x="308" y="599"/>
                  <a:pt x="308" y="598"/>
                  <a:pt x="308" y="598"/>
                </a:cubicBezTo>
                <a:cubicBezTo>
                  <a:pt x="308" y="603"/>
                  <a:pt x="308" y="606"/>
                  <a:pt x="309" y="609"/>
                </a:cubicBezTo>
                <a:cubicBezTo>
                  <a:pt x="309" y="623"/>
                  <a:pt x="309" y="623"/>
                  <a:pt x="309" y="623"/>
                </a:cubicBezTo>
                <a:cubicBezTo>
                  <a:pt x="307" y="622"/>
                  <a:pt x="307" y="622"/>
                  <a:pt x="307" y="622"/>
                </a:cubicBezTo>
                <a:cubicBezTo>
                  <a:pt x="307" y="592"/>
                  <a:pt x="307" y="592"/>
                  <a:pt x="307" y="592"/>
                </a:cubicBezTo>
                <a:cubicBezTo>
                  <a:pt x="308" y="592"/>
                  <a:pt x="308" y="593"/>
                  <a:pt x="309" y="593"/>
                </a:cubicBezTo>
                <a:close/>
                <a:moveTo>
                  <a:pt x="309" y="738"/>
                </a:moveTo>
                <a:cubicBezTo>
                  <a:pt x="309" y="746"/>
                  <a:pt x="309" y="746"/>
                  <a:pt x="309" y="746"/>
                </a:cubicBezTo>
                <a:cubicBezTo>
                  <a:pt x="308" y="745"/>
                  <a:pt x="308" y="745"/>
                  <a:pt x="307" y="745"/>
                </a:cubicBezTo>
                <a:cubicBezTo>
                  <a:pt x="307" y="738"/>
                  <a:pt x="307" y="738"/>
                  <a:pt x="307" y="738"/>
                </a:cubicBezTo>
                <a:cubicBezTo>
                  <a:pt x="308" y="738"/>
                  <a:pt x="308" y="738"/>
                  <a:pt x="309" y="738"/>
                </a:cubicBezTo>
                <a:close/>
                <a:moveTo>
                  <a:pt x="307" y="675"/>
                </a:move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lnTo>
                  <a:pt x="307" y="675"/>
                </a:lnTo>
                <a:close/>
                <a:moveTo>
                  <a:pt x="306" y="12"/>
                </a:moveTo>
                <a:cubicBezTo>
                  <a:pt x="306" y="12"/>
                  <a:pt x="307" y="12"/>
                  <a:pt x="307" y="12"/>
                </a:cubicBezTo>
                <a:cubicBezTo>
                  <a:pt x="307" y="22"/>
                  <a:pt x="307" y="22"/>
                  <a:pt x="307" y="22"/>
                </a:cubicBezTo>
                <a:cubicBezTo>
                  <a:pt x="307" y="21"/>
                  <a:pt x="306" y="21"/>
                  <a:pt x="306" y="21"/>
                </a:cubicBezTo>
                <a:cubicBezTo>
                  <a:pt x="306" y="12"/>
                  <a:pt x="306" y="12"/>
                  <a:pt x="306" y="12"/>
                </a:cubicBezTo>
                <a:close/>
                <a:moveTo>
                  <a:pt x="307" y="784"/>
                </a:moveTo>
                <a:cubicBezTo>
                  <a:pt x="306" y="784"/>
                  <a:pt x="306" y="784"/>
                  <a:pt x="306" y="784"/>
                </a:cubicBezTo>
                <a:cubicBezTo>
                  <a:pt x="306" y="747"/>
                  <a:pt x="306" y="747"/>
                  <a:pt x="306" y="747"/>
                </a:cubicBezTo>
                <a:cubicBezTo>
                  <a:pt x="306" y="749"/>
                  <a:pt x="307" y="750"/>
                  <a:pt x="307" y="752"/>
                </a:cubicBezTo>
                <a:cubicBezTo>
                  <a:pt x="307" y="784"/>
                  <a:pt x="307" y="784"/>
                  <a:pt x="307" y="784"/>
                </a:cubicBezTo>
                <a:close/>
                <a:moveTo>
                  <a:pt x="307" y="42"/>
                </a:moveTo>
                <a:cubicBezTo>
                  <a:pt x="307" y="56"/>
                  <a:pt x="307" y="56"/>
                  <a:pt x="307" y="56"/>
                </a:cubicBezTo>
                <a:cubicBezTo>
                  <a:pt x="306" y="57"/>
                  <a:pt x="306" y="57"/>
                  <a:pt x="306" y="57"/>
                </a:cubicBezTo>
                <a:cubicBezTo>
                  <a:pt x="306" y="42"/>
                  <a:pt x="306" y="42"/>
                  <a:pt x="306" y="42"/>
                </a:cubicBezTo>
                <a:cubicBezTo>
                  <a:pt x="307" y="42"/>
                  <a:pt x="307" y="42"/>
                  <a:pt x="307" y="42"/>
                </a:cubicBezTo>
                <a:close/>
                <a:moveTo>
                  <a:pt x="307" y="94"/>
                </a:moveTo>
                <a:cubicBezTo>
                  <a:pt x="307" y="147"/>
                  <a:pt x="307" y="147"/>
                  <a:pt x="307" y="147"/>
                </a:cubicBezTo>
                <a:cubicBezTo>
                  <a:pt x="307" y="149"/>
                  <a:pt x="306" y="150"/>
                  <a:pt x="306" y="151"/>
                </a:cubicBezTo>
                <a:cubicBezTo>
                  <a:pt x="306" y="95"/>
                  <a:pt x="306" y="95"/>
                  <a:pt x="306" y="95"/>
                </a:cubicBezTo>
                <a:cubicBezTo>
                  <a:pt x="306" y="95"/>
                  <a:pt x="307" y="94"/>
                  <a:pt x="307" y="94"/>
                </a:cubicBezTo>
                <a:close/>
                <a:moveTo>
                  <a:pt x="307" y="182"/>
                </a:moveTo>
                <a:cubicBezTo>
                  <a:pt x="307" y="191"/>
                  <a:pt x="307" y="191"/>
                  <a:pt x="307" y="191"/>
                </a:cubicBezTo>
                <a:cubicBezTo>
                  <a:pt x="307" y="191"/>
                  <a:pt x="306" y="191"/>
                  <a:pt x="306" y="191"/>
                </a:cubicBezTo>
                <a:cubicBezTo>
                  <a:pt x="306" y="182"/>
                  <a:pt x="306" y="182"/>
                  <a:pt x="306" y="182"/>
                </a:cubicBezTo>
                <a:cubicBezTo>
                  <a:pt x="307" y="182"/>
                  <a:pt x="307" y="182"/>
                  <a:pt x="307" y="182"/>
                </a:cubicBezTo>
                <a:close/>
                <a:moveTo>
                  <a:pt x="307" y="202"/>
                </a:moveTo>
                <a:cubicBezTo>
                  <a:pt x="307" y="211"/>
                  <a:pt x="307" y="211"/>
                  <a:pt x="307" y="211"/>
                </a:cubicBezTo>
                <a:cubicBezTo>
                  <a:pt x="306" y="211"/>
                  <a:pt x="306" y="211"/>
                  <a:pt x="306" y="211"/>
                </a:cubicBezTo>
                <a:cubicBezTo>
                  <a:pt x="306" y="201"/>
                  <a:pt x="306" y="201"/>
                  <a:pt x="306" y="201"/>
                </a:cubicBezTo>
                <a:cubicBezTo>
                  <a:pt x="307" y="202"/>
                  <a:pt x="307" y="202"/>
                  <a:pt x="307" y="202"/>
                </a:cubicBezTo>
                <a:close/>
                <a:moveTo>
                  <a:pt x="307" y="228"/>
                </a:moveTo>
                <a:cubicBezTo>
                  <a:pt x="307" y="262"/>
                  <a:pt x="307" y="262"/>
                  <a:pt x="307" y="262"/>
                </a:cubicBezTo>
                <a:cubicBezTo>
                  <a:pt x="306" y="260"/>
                  <a:pt x="306" y="260"/>
                  <a:pt x="306" y="260"/>
                </a:cubicBezTo>
                <a:cubicBezTo>
                  <a:pt x="306" y="228"/>
                  <a:pt x="306" y="228"/>
                  <a:pt x="306" y="228"/>
                </a:cubicBezTo>
                <a:cubicBezTo>
                  <a:pt x="306" y="228"/>
                  <a:pt x="307" y="228"/>
                  <a:pt x="307" y="228"/>
                </a:cubicBezTo>
                <a:close/>
                <a:moveTo>
                  <a:pt x="307" y="295"/>
                </a:moveTo>
                <a:cubicBezTo>
                  <a:pt x="307" y="301"/>
                  <a:pt x="307" y="301"/>
                  <a:pt x="307" y="301"/>
                </a:cubicBezTo>
                <a:cubicBezTo>
                  <a:pt x="307" y="300"/>
                  <a:pt x="307" y="299"/>
                  <a:pt x="306" y="298"/>
                </a:cubicBezTo>
                <a:cubicBezTo>
                  <a:pt x="306" y="294"/>
                  <a:pt x="306" y="294"/>
                  <a:pt x="306" y="294"/>
                </a:cubicBezTo>
                <a:cubicBezTo>
                  <a:pt x="307" y="295"/>
                  <a:pt x="307" y="295"/>
                  <a:pt x="307" y="295"/>
                </a:cubicBezTo>
                <a:close/>
                <a:moveTo>
                  <a:pt x="307" y="304"/>
                </a:moveTo>
                <a:cubicBezTo>
                  <a:pt x="307" y="313"/>
                  <a:pt x="307" y="313"/>
                  <a:pt x="307" y="313"/>
                </a:cubicBezTo>
                <a:cubicBezTo>
                  <a:pt x="307" y="314"/>
                  <a:pt x="306" y="314"/>
                  <a:pt x="306" y="315"/>
                </a:cubicBezTo>
                <a:cubicBezTo>
                  <a:pt x="306" y="308"/>
                  <a:pt x="306" y="308"/>
                  <a:pt x="306" y="308"/>
                </a:cubicBezTo>
                <a:cubicBezTo>
                  <a:pt x="307" y="307"/>
                  <a:pt x="307" y="305"/>
                  <a:pt x="307" y="304"/>
                </a:cubicBezTo>
                <a:close/>
                <a:moveTo>
                  <a:pt x="307" y="326"/>
                </a:moveTo>
                <a:cubicBezTo>
                  <a:pt x="307" y="330"/>
                  <a:pt x="307" y="330"/>
                  <a:pt x="307" y="330"/>
                </a:cubicBezTo>
                <a:cubicBezTo>
                  <a:pt x="307" y="330"/>
                  <a:pt x="306" y="329"/>
                  <a:pt x="306" y="329"/>
                </a:cubicBezTo>
                <a:cubicBezTo>
                  <a:pt x="306" y="324"/>
                  <a:pt x="306" y="324"/>
                  <a:pt x="306" y="324"/>
                </a:cubicBezTo>
                <a:cubicBezTo>
                  <a:pt x="306" y="325"/>
                  <a:pt x="307" y="325"/>
                  <a:pt x="307" y="326"/>
                </a:cubicBezTo>
                <a:close/>
                <a:moveTo>
                  <a:pt x="307" y="341"/>
                </a:moveTo>
                <a:cubicBezTo>
                  <a:pt x="307" y="348"/>
                  <a:pt x="307" y="348"/>
                  <a:pt x="307" y="348"/>
                </a:cubicBezTo>
                <a:cubicBezTo>
                  <a:pt x="306" y="349"/>
                  <a:pt x="306" y="349"/>
                  <a:pt x="306" y="349"/>
                </a:cubicBezTo>
                <a:cubicBezTo>
                  <a:pt x="306" y="343"/>
                  <a:pt x="306" y="343"/>
                  <a:pt x="306" y="343"/>
                </a:cubicBezTo>
                <a:cubicBezTo>
                  <a:pt x="306" y="342"/>
                  <a:pt x="307" y="342"/>
                  <a:pt x="307" y="341"/>
                </a:cubicBezTo>
                <a:close/>
                <a:moveTo>
                  <a:pt x="307" y="352"/>
                </a:moveTo>
                <a:cubicBezTo>
                  <a:pt x="307" y="356"/>
                  <a:pt x="307" y="356"/>
                  <a:pt x="307" y="356"/>
                </a:cubicBezTo>
                <a:cubicBezTo>
                  <a:pt x="306" y="357"/>
                  <a:pt x="306" y="357"/>
                  <a:pt x="306" y="357"/>
                </a:cubicBezTo>
                <a:cubicBezTo>
                  <a:pt x="306" y="352"/>
                  <a:pt x="306" y="352"/>
                  <a:pt x="306" y="352"/>
                </a:cubicBezTo>
                <a:cubicBezTo>
                  <a:pt x="307" y="352"/>
                  <a:pt x="307" y="352"/>
                  <a:pt x="307" y="352"/>
                </a:cubicBezTo>
                <a:close/>
                <a:moveTo>
                  <a:pt x="307" y="362"/>
                </a:moveTo>
                <a:cubicBezTo>
                  <a:pt x="307" y="367"/>
                  <a:pt x="307" y="367"/>
                  <a:pt x="307" y="367"/>
                </a:cubicBezTo>
                <a:cubicBezTo>
                  <a:pt x="306" y="367"/>
                  <a:pt x="306" y="367"/>
                  <a:pt x="306" y="367"/>
                </a:cubicBezTo>
                <a:cubicBezTo>
                  <a:pt x="306" y="362"/>
                  <a:pt x="306" y="362"/>
                  <a:pt x="306" y="362"/>
                </a:cubicBezTo>
                <a:cubicBezTo>
                  <a:pt x="307" y="362"/>
                  <a:pt x="307" y="362"/>
                  <a:pt x="307" y="362"/>
                </a:cubicBezTo>
                <a:close/>
                <a:moveTo>
                  <a:pt x="307" y="371"/>
                </a:moveTo>
                <a:cubicBezTo>
                  <a:pt x="307" y="398"/>
                  <a:pt x="307" y="398"/>
                  <a:pt x="307" y="398"/>
                </a:cubicBezTo>
                <a:cubicBezTo>
                  <a:pt x="307" y="402"/>
                  <a:pt x="307" y="405"/>
                  <a:pt x="307" y="408"/>
                </a:cubicBezTo>
                <a:cubicBezTo>
                  <a:pt x="307" y="437"/>
                  <a:pt x="307" y="437"/>
                  <a:pt x="307" y="437"/>
                </a:cubicBezTo>
                <a:cubicBezTo>
                  <a:pt x="307" y="438"/>
                  <a:pt x="306" y="438"/>
                  <a:pt x="306" y="438"/>
                </a:cubicBezTo>
                <a:cubicBezTo>
                  <a:pt x="306" y="428"/>
                  <a:pt x="306" y="428"/>
                  <a:pt x="306" y="428"/>
                </a:cubicBezTo>
                <a:cubicBezTo>
                  <a:pt x="306" y="427"/>
                  <a:pt x="306" y="426"/>
                  <a:pt x="306" y="425"/>
                </a:cubicBezTo>
                <a:cubicBezTo>
                  <a:pt x="306" y="425"/>
                  <a:pt x="306" y="425"/>
                  <a:pt x="306" y="425"/>
                </a:cubicBezTo>
                <a:cubicBezTo>
                  <a:pt x="306" y="372"/>
                  <a:pt x="306" y="372"/>
                  <a:pt x="306" y="372"/>
                </a:cubicBezTo>
                <a:cubicBezTo>
                  <a:pt x="306" y="372"/>
                  <a:pt x="307" y="371"/>
                  <a:pt x="307" y="371"/>
                </a:cubicBezTo>
                <a:close/>
                <a:moveTo>
                  <a:pt x="307" y="449"/>
                </a:moveTo>
                <a:cubicBezTo>
                  <a:pt x="307" y="464"/>
                  <a:pt x="307" y="464"/>
                  <a:pt x="307" y="464"/>
                </a:cubicBezTo>
                <a:cubicBezTo>
                  <a:pt x="307" y="463"/>
                  <a:pt x="306" y="463"/>
                  <a:pt x="306" y="462"/>
                </a:cubicBezTo>
                <a:cubicBezTo>
                  <a:pt x="306" y="451"/>
                  <a:pt x="306" y="451"/>
                  <a:pt x="306" y="451"/>
                </a:cubicBezTo>
                <a:cubicBezTo>
                  <a:pt x="306" y="450"/>
                  <a:pt x="307" y="450"/>
                  <a:pt x="307" y="449"/>
                </a:cubicBezTo>
                <a:close/>
                <a:moveTo>
                  <a:pt x="307" y="475"/>
                </a:moveTo>
                <a:cubicBezTo>
                  <a:pt x="307" y="482"/>
                  <a:pt x="307" y="482"/>
                  <a:pt x="307" y="482"/>
                </a:cubicBezTo>
                <a:cubicBezTo>
                  <a:pt x="307" y="482"/>
                  <a:pt x="306" y="482"/>
                  <a:pt x="306" y="482"/>
                </a:cubicBezTo>
                <a:cubicBezTo>
                  <a:pt x="306" y="476"/>
                  <a:pt x="306" y="476"/>
                  <a:pt x="306" y="476"/>
                </a:cubicBezTo>
                <a:cubicBezTo>
                  <a:pt x="306" y="476"/>
                  <a:pt x="307" y="475"/>
                  <a:pt x="307" y="475"/>
                </a:cubicBezTo>
                <a:close/>
                <a:moveTo>
                  <a:pt x="307" y="491"/>
                </a:moveTo>
                <a:cubicBezTo>
                  <a:pt x="307" y="495"/>
                  <a:pt x="307" y="495"/>
                  <a:pt x="307" y="495"/>
                </a:cubicBezTo>
                <a:cubicBezTo>
                  <a:pt x="307" y="495"/>
                  <a:pt x="306" y="495"/>
                  <a:pt x="306" y="494"/>
                </a:cubicBezTo>
                <a:cubicBezTo>
                  <a:pt x="306" y="490"/>
                  <a:pt x="306" y="490"/>
                  <a:pt x="306" y="490"/>
                </a:cubicBezTo>
                <a:cubicBezTo>
                  <a:pt x="307" y="491"/>
                  <a:pt x="307" y="491"/>
                  <a:pt x="307" y="491"/>
                </a:cubicBezTo>
                <a:close/>
                <a:moveTo>
                  <a:pt x="307" y="502"/>
                </a:moveTo>
                <a:cubicBezTo>
                  <a:pt x="307" y="508"/>
                  <a:pt x="307" y="508"/>
                  <a:pt x="307" y="508"/>
                </a:cubicBezTo>
                <a:cubicBezTo>
                  <a:pt x="307" y="509"/>
                  <a:pt x="306" y="509"/>
                  <a:pt x="306" y="510"/>
                </a:cubicBezTo>
                <a:cubicBezTo>
                  <a:pt x="306" y="502"/>
                  <a:pt x="306" y="502"/>
                  <a:pt x="306" y="502"/>
                </a:cubicBezTo>
                <a:cubicBezTo>
                  <a:pt x="306" y="502"/>
                  <a:pt x="307" y="502"/>
                  <a:pt x="307" y="502"/>
                </a:cubicBezTo>
                <a:close/>
                <a:moveTo>
                  <a:pt x="307" y="525"/>
                </a:moveTo>
                <a:cubicBezTo>
                  <a:pt x="307" y="554"/>
                  <a:pt x="307" y="554"/>
                  <a:pt x="307" y="554"/>
                </a:cubicBezTo>
                <a:cubicBezTo>
                  <a:pt x="307" y="554"/>
                  <a:pt x="306" y="554"/>
                  <a:pt x="306" y="554"/>
                </a:cubicBezTo>
                <a:cubicBezTo>
                  <a:pt x="306" y="527"/>
                  <a:pt x="306" y="527"/>
                  <a:pt x="306" y="527"/>
                </a:cubicBezTo>
                <a:cubicBezTo>
                  <a:pt x="306" y="526"/>
                  <a:pt x="307" y="526"/>
                  <a:pt x="307" y="525"/>
                </a:cubicBezTo>
                <a:close/>
                <a:moveTo>
                  <a:pt x="307" y="592"/>
                </a:moveTo>
                <a:cubicBezTo>
                  <a:pt x="307" y="622"/>
                  <a:pt x="307" y="622"/>
                  <a:pt x="307" y="622"/>
                </a:cubicBezTo>
                <a:cubicBezTo>
                  <a:pt x="306" y="622"/>
                  <a:pt x="306" y="622"/>
                  <a:pt x="306" y="622"/>
                </a:cubicBezTo>
                <a:cubicBezTo>
                  <a:pt x="306" y="592"/>
                  <a:pt x="306" y="592"/>
                  <a:pt x="306" y="592"/>
                </a:cubicBezTo>
                <a:cubicBezTo>
                  <a:pt x="306" y="592"/>
                  <a:pt x="307" y="592"/>
                  <a:pt x="307" y="592"/>
                </a:cubicBezTo>
                <a:close/>
                <a:moveTo>
                  <a:pt x="307" y="674"/>
                </a:moveTo>
                <a:cubicBezTo>
                  <a:pt x="307" y="675"/>
                  <a:pt x="307" y="675"/>
                  <a:pt x="307" y="675"/>
                </a:cubicBezTo>
                <a:cubicBezTo>
                  <a:pt x="307" y="676"/>
                  <a:pt x="306" y="677"/>
                  <a:pt x="306" y="678"/>
                </a:cubicBezTo>
                <a:cubicBezTo>
                  <a:pt x="306" y="673"/>
                  <a:pt x="306" y="673"/>
                  <a:pt x="306" y="673"/>
                </a:cubicBezTo>
                <a:cubicBezTo>
                  <a:pt x="307" y="673"/>
                  <a:pt x="307" y="674"/>
                  <a:pt x="307" y="674"/>
                </a:cubicBezTo>
                <a:close/>
                <a:moveTo>
                  <a:pt x="307" y="738"/>
                </a:moveTo>
                <a:cubicBezTo>
                  <a:pt x="307" y="745"/>
                  <a:pt x="307" y="745"/>
                  <a:pt x="307" y="745"/>
                </a:cubicBezTo>
                <a:cubicBezTo>
                  <a:pt x="306" y="745"/>
                  <a:pt x="306" y="745"/>
                  <a:pt x="306" y="745"/>
                </a:cubicBezTo>
                <a:cubicBezTo>
                  <a:pt x="306" y="738"/>
                  <a:pt x="306" y="738"/>
                  <a:pt x="306" y="738"/>
                </a:cubicBezTo>
                <a:lnTo>
                  <a:pt x="307" y="738"/>
                </a:lnTo>
                <a:close/>
                <a:moveTo>
                  <a:pt x="301" y="12"/>
                </a:moveTo>
                <a:cubicBezTo>
                  <a:pt x="303" y="12"/>
                  <a:pt x="304" y="12"/>
                  <a:pt x="306" y="12"/>
                </a:cubicBezTo>
                <a:cubicBezTo>
                  <a:pt x="306" y="21"/>
                  <a:pt x="306" y="21"/>
                  <a:pt x="306" y="21"/>
                </a:cubicBezTo>
                <a:cubicBezTo>
                  <a:pt x="304" y="21"/>
                  <a:pt x="303" y="21"/>
                  <a:pt x="301" y="21"/>
                </a:cubicBezTo>
                <a:cubicBezTo>
                  <a:pt x="301" y="12"/>
                  <a:pt x="301" y="12"/>
                  <a:pt x="301" y="12"/>
                </a:cubicBezTo>
                <a:close/>
                <a:moveTo>
                  <a:pt x="306" y="784"/>
                </a:moveTo>
                <a:cubicBezTo>
                  <a:pt x="304" y="783"/>
                  <a:pt x="303" y="783"/>
                  <a:pt x="301" y="783"/>
                </a:cubicBezTo>
                <a:cubicBezTo>
                  <a:pt x="301" y="775"/>
                  <a:pt x="301" y="775"/>
                  <a:pt x="301" y="775"/>
                </a:cubicBezTo>
                <a:cubicBezTo>
                  <a:pt x="303" y="776"/>
                  <a:pt x="303" y="776"/>
                  <a:pt x="303" y="776"/>
                </a:cubicBezTo>
                <a:cubicBezTo>
                  <a:pt x="304" y="776"/>
                  <a:pt x="304" y="776"/>
                  <a:pt x="305" y="776"/>
                </a:cubicBezTo>
                <a:cubicBezTo>
                  <a:pt x="304" y="770"/>
                  <a:pt x="302" y="765"/>
                  <a:pt x="301" y="760"/>
                </a:cubicBezTo>
                <a:cubicBezTo>
                  <a:pt x="301" y="738"/>
                  <a:pt x="301" y="738"/>
                  <a:pt x="301" y="738"/>
                </a:cubicBezTo>
                <a:cubicBezTo>
                  <a:pt x="302" y="738"/>
                  <a:pt x="304" y="738"/>
                  <a:pt x="306" y="738"/>
                </a:cubicBezTo>
                <a:cubicBezTo>
                  <a:pt x="306" y="745"/>
                  <a:pt x="306" y="745"/>
                  <a:pt x="306" y="745"/>
                </a:cubicBezTo>
                <a:cubicBezTo>
                  <a:pt x="305" y="745"/>
                  <a:pt x="305" y="745"/>
                  <a:pt x="305" y="745"/>
                </a:cubicBezTo>
                <a:cubicBezTo>
                  <a:pt x="306" y="746"/>
                  <a:pt x="306" y="747"/>
                  <a:pt x="306" y="747"/>
                </a:cubicBezTo>
                <a:cubicBezTo>
                  <a:pt x="306" y="784"/>
                  <a:pt x="306" y="784"/>
                  <a:pt x="306" y="784"/>
                </a:cubicBezTo>
                <a:close/>
                <a:moveTo>
                  <a:pt x="306" y="42"/>
                </a:moveTo>
                <a:cubicBezTo>
                  <a:pt x="306" y="57"/>
                  <a:pt x="306" y="57"/>
                  <a:pt x="306" y="57"/>
                </a:cubicBezTo>
                <a:cubicBezTo>
                  <a:pt x="304" y="57"/>
                  <a:pt x="303" y="58"/>
                  <a:pt x="301" y="59"/>
                </a:cubicBezTo>
                <a:cubicBezTo>
                  <a:pt x="301" y="51"/>
                  <a:pt x="301" y="51"/>
                  <a:pt x="301" y="51"/>
                </a:cubicBezTo>
                <a:cubicBezTo>
                  <a:pt x="302" y="50"/>
                  <a:pt x="302" y="50"/>
                  <a:pt x="302" y="50"/>
                </a:cubicBezTo>
                <a:cubicBezTo>
                  <a:pt x="301" y="50"/>
                  <a:pt x="301" y="50"/>
                  <a:pt x="301" y="50"/>
                </a:cubicBezTo>
                <a:cubicBezTo>
                  <a:pt x="301" y="38"/>
                  <a:pt x="301" y="38"/>
                  <a:pt x="301" y="38"/>
                </a:cubicBezTo>
                <a:cubicBezTo>
                  <a:pt x="301" y="38"/>
                  <a:pt x="302" y="38"/>
                  <a:pt x="302" y="39"/>
                </a:cubicBezTo>
                <a:cubicBezTo>
                  <a:pt x="303" y="40"/>
                  <a:pt x="305" y="40"/>
                  <a:pt x="306" y="42"/>
                </a:cubicBezTo>
                <a:close/>
                <a:moveTo>
                  <a:pt x="306" y="95"/>
                </a:moveTo>
                <a:cubicBezTo>
                  <a:pt x="306" y="151"/>
                  <a:pt x="306" y="151"/>
                  <a:pt x="306" y="151"/>
                </a:cubicBezTo>
                <a:cubicBezTo>
                  <a:pt x="305" y="154"/>
                  <a:pt x="304" y="157"/>
                  <a:pt x="303" y="159"/>
                </a:cubicBezTo>
                <a:cubicBezTo>
                  <a:pt x="302" y="160"/>
                  <a:pt x="302" y="161"/>
                  <a:pt x="301" y="161"/>
                </a:cubicBezTo>
                <a:cubicBezTo>
                  <a:pt x="301" y="126"/>
                  <a:pt x="301" y="126"/>
                  <a:pt x="301" y="126"/>
                </a:cubicBezTo>
                <a:cubicBezTo>
                  <a:pt x="301" y="123"/>
                  <a:pt x="302" y="119"/>
                  <a:pt x="302" y="114"/>
                </a:cubicBezTo>
                <a:cubicBezTo>
                  <a:pt x="302" y="115"/>
                  <a:pt x="301" y="115"/>
                  <a:pt x="301" y="115"/>
                </a:cubicBezTo>
                <a:cubicBezTo>
                  <a:pt x="301" y="81"/>
                  <a:pt x="301" y="81"/>
                  <a:pt x="301" y="81"/>
                </a:cubicBezTo>
                <a:cubicBezTo>
                  <a:pt x="301" y="81"/>
                  <a:pt x="302" y="81"/>
                  <a:pt x="302" y="81"/>
                </a:cubicBezTo>
                <a:cubicBezTo>
                  <a:pt x="304" y="84"/>
                  <a:pt x="304" y="84"/>
                  <a:pt x="305" y="95"/>
                </a:cubicBezTo>
                <a:cubicBezTo>
                  <a:pt x="306" y="95"/>
                  <a:pt x="306" y="95"/>
                  <a:pt x="306" y="95"/>
                </a:cubicBezTo>
                <a:close/>
                <a:moveTo>
                  <a:pt x="306" y="182"/>
                </a:moveTo>
                <a:cubicBezTo>
                  <a:pt x="306" y="191"/>
                  <a:pt x="306" y="191"/>
                  <a:pt x="306" y="191"/>
                </a:cubicBezTo>
                <a:cubicBezTo>
                  <a:pt x="304" y="190"/>
                  <a:pt x="303" y="190"/>
                  <a:pt x="301" y="191"/>
                </a:cubicBezTo>
                <a:cubicBezTo>
                  <a:pt x="301" y="184"/>
                  <a:pt x="301" y="184"/>
                  <a:pt x="301" y="184"/>
                </a:cubicBezTo>
                <a:cubicBezTo>
                  <a:pt x="303" y="184"/>
                  <a:pt x="304" y="183"/>
                  <a:pt x="306" y="182"/>
                </a:cubicBezTo>
                <a:close/>
                <a:moveTo>
                  <a:pt x="306" y="201"/>
                </a:moveTo>
                <a:cubicBezTo>
                  <a:pt x="306" y="211"/>
                  <a:pt x="306" y="211"/>
                  <a:pt x="306" y="211"/>
                </a:cubicBezTo>
                <a:cubicBezTo>
                  <a:pt x="304" y="212"/>
                  <a:pt x="303" y="213"/>
                  <a:pt x="301" y="214"/>
                </a:cubicBezTo>
                <a:cubicBezTo>
                  <a:pt x="301" y="210"/>
                  <a:pt x="301" y="210"/>
                  <a:pt x="301" y="210"/>
                </a:cubicBezTo>
                <a:cubicBezTo>
                  <a:pt x="302" y="209"/>
                  <a:pt x="303" y="209"/>
                  <a:pt x="304" y="208"/>
                </a:cubicBezTo>
                <a:cubicBezTo>
                  <a:pt x="303" y="207"/>
                  <a:pt x="302" y="206"/>
                  <a:pt x="301" y="205"/>
                </a:cubicBezTo>
                <a:cubicBezTo>
                  <a:pt x="301" y="198"/>
                  <a:pt x="301" y="198"/>
                  <a:pt x="301" y="198"/>
                </a:cubicBezTo>
                <a:cubicBezTo>
                  <a:pt x="303" y="199"/>
                  <a:pt x="304" y="201"/>
                  <a:pt x="306" y="201"/>
                </a:cubicBezTo>
                <a:close/>
                <a:moveTo>
                  <a:pt x="306" y="228"/>
                </a:moveTo>
                <a:cubicBezTo>
                  <a:pt x="306" y="260"/>
                  <a:pt x="306" y="260"/>
                  <a:pt x="306" y="260"/>
                </a:cubicBezTo>
                <a:cubicBezTo>
                  <a:pt x="304" y="257"/>
                  <a:pt x="302" y="254"/>
                  <a:pt x="301" y="252"/>
                </a:cubicBezTo>
                <a:cubicBezTo>
                  <a:pt x="301" y="232"/>
                  <a:pt x="301" y="232"/>
                  <a:pt x="301" y="232"/>
                </a:cubicBezTo>
                <a:cubicBezTo>
                  <a:pt x="302" y="231"/>
                  <a:pt x="304" y="230"/>
                  <a:pt x="306" y="228"/>
                </a:cubicBezTo>
                <a:close/>
                <a:moveTo>
                  <a:pt x="306" y="294"/>
                </a:moveTo>
                <a:cubicBezTo>
                  <a:pt x="306" y="298"/>
                  <a:pt x="306" y="298"/>
                  <a:pt x="306" y="298"/>
                </a:cubicBezTo>
                <a:cubicBezTo>
                  <a:pt x="305" y="298"/>
                  <a:pt x="304" y="297"/>
                  <a:pt x="303" y="297"/>
                </a:cubicBezTo>
                <a:cubicBezTo>
                  <a:pt x="302" y="298"/>
                  <a:pt x="302" y="299"/>
                  <a:pt x="301" y="300"/>
                </a:cubicBezTo>
                <a:cubicBezTo>
                  <a:pt x="301" y="288"/>
                  <a:pt x="301" y="288"/>
                  <a:pt x="301" y="288"/>
                </a:cubicBezTo>
                <a:cubicBezTo>
                  <a:pt x="306" y="294"/>
                  <a:pt x="306" y="294"/>
                  <a:pt x="306" y="294"/>
                </a:cubicBezTo>
                <a:close/>
                <a:moveTo>
                  <a:pt x="306" y="308"/>
                </a:moveTo>
                <a:cubicBezTo>
                  <a:pt x="306" y="315"/>
                  <a:pt x="306" y="315"/>
                  <a:pt x="306" y="315"/>
                </a:cubicBezTo>
                <a:cubicBezTo>
                  <a:pt x="305" y="318"/>
                  <a:pt x="304" y="321"/>
                  <a:pt x="306" y="324"/>
                </a:cubicBezTo>
                <a:cubicBezTo>
                  <a:pt x="306" y="329"/>
                  <a:pt x="306" y="329"/>
                  <a:pt x="306" y="329"/>
                </a:cubicBezTo>
                <a:cubicBezTo>
                  <a:pt x="304" y="327"/>
                  <a:pt x="303" y="325"/>
                  <a:pt x="301" y="323"/>
                </a:cubicBezTo>
                <a:cubicBezTo>
                  <a:pt x="301" y="316"/>
                  <a:pt x="301" y="316"/>
                  <a:pt x="301" y="316"/>
                </a:cubicBezTo>
                <a:cubicBezTo>
                  <a:pt x="302" y="314"/>
                  <a:pt x="305" y="311"/>
                  <a:pt x="306" y="308"/>
                </a:cubicBezTo>
                <a:close/>
                <a:moveTo>
                  <a:pt x="306" y="343"/>
                </a:moveTo>
                <a:cubicBezTo>
                  <a:pt x="306" y="349"/>
                  <a:pt x="306" y="349"/>
                  <a:pt x="306" y="349"/>
                </a:cubicBezTo>
                <a:cubicBezTo>
                  <a:pt x="306" y="350"/>
                  <a:pt x="305" y="351"/>
                  <a:pt x="304" y="352"/>
                </a:cubicBezTo>
                <a:cubicBezTo>
                  <a:pt x="305" y="352"/>
                  <a:pt x="306" y="352"/>
                  <a:pt x="306" y="352"/>
                </a:cubicBezTo>
                <a:cubicBezTo>
                  <a:pt x="306" y="357"/>
                  <a:pt x="306" y="357"/>
                  <a:pt x="306" y="357"/>
                </a:cubicBezTo>
                <a:cubicBezTo>
                  <a:pt x="302" y="357"/>
                  <a:pt x="302" y="357"/>
                  <a:pt x="302" y="357"/>
                </a:cubicBezTo>
                <a:cubicBezTo>
                  <a:pt x="302" y="358"/>
                  <a:pt x="301" y="359"/>
                  <a:pt x="301" y="360"/>
                </a:cubicBezTo>
                <a:cubicBezTo>
                  <a:pt x="301" y="352"/>
                  <a:pt x="301" y="352"/>
                  <a:pt x="301" y="352"/>
                </a:cubicBezTo>
                <a:cubicBezTo>
                  <a:pt x="302" y="349"/>
                  <a:pt x="304" y="346"/>
                  <a:pt x="306" y="343"/>
                </a:cubicBezTo>
                <a:close/>
                <a:moveTo>
                  <a:pt x="306" y="362"/>
                </a:moveTo>
                <a:cubicBezTo>
                  <a:pt x="306" y="367"/>
                  <a:pt x="306" y="367"/>
                  <a:pt x="306" y="367"/>
                </a:cubicBezTo>
                <a:cubicBezTo>
                  <a:pt x="304" y="367"/>
                  <a:pt x="302" y="368"/>
                  <a:pt x="301" y="368"/>
                </a:cubicBezTo>
                <a:cubicBezTo>
                  <a:pt x="301" y="364"/>
                  <a:pt x="301" y="364"/>
                  <a:pt x="301" y="364"/>
                </a:cubicBezTo>
                <a:cubicBezTo>
                  <a:pt x="306" y="362"/>
                  <a:pt x="306" y="362"/>
                  <a:pt x="306" y="362"/>
                </a:cubicBezTo>
                <a:close/>
                <a:moveTo>
                  <a:pt x="306" y="372"/>
                </a:moveTo>
                <a:cubicBezTo>
                  <a:pt x="306" y="425"/>
                  <a:pt x="306" y="425"/>
                  <a:pt x="306" y="425"/>
                </a:cubicBezTo>
                <a:cubicBezTo>
                  <a:pt x="304" y="426"/>
                  <a:pt x="302" y="427"/>
                  <a:pt x="301" y="428"/>
                </a:cubicBezTo>
                <a:cubicBezTo>
                  <a:pt x="301" y="422"/>
                  <a:pt x="301" y="422"/>
                  <a:pt x="301" y="422"/>
                </a:cubicBezTo>
                <a:cubicBezTo>
                  <a:pt x="304" y="419"/>
                  <a:pt x="304" y="419"/>
                  <a:pt x="304" y="419"/>
                </a:cubicBezTo>
                <a:cubicBezTo>
                  <a:pt x="304" y="417"/>
                  <a:pt x="303" y="415"/>
                  <a:pt x="303" y="413"/>
                </a:cubicBezTo>
                <a:cubicBezTo>
                  <a:pt x="301" y="414"/>
                  <a:pt x="301" y="414"/>
                  <a:pt x="301" y="414"/>
                </a:cubicBezTo>
                <a:cubicBezTo>
                  <a:pt x="301" y="409"/>
                  <a:pt x="301" y="409"/>
                  <a:pt x="301" y="409"/>
                </a:cubicBezTo>
                <a:cubicBezTo>
                  <a:pt x="302" y="408"/>
                  <a:pt x="302" y="408"/>
                  <a:pt x="302" y="408"/>
                </a:cubicBezTo>
                <a:cubicBezTo>
                  <a:pt x="302" y="405"/>
                  <a:pt x="302" y="403"/>
                  <a:pt x="302" y="401"/>
                </a:cubicBezTo>
                <a:cubicBezTo>
                  <a:pt x="302" y="401"/>
                  <a:pt x="301" y="402"/>
                  <a:pt x="301" y="402"/>
                </a:cubicBezTo>
                <a:cubicBezTo>
                  <a:pt x="301" y="397"/>
                  <a:pt x="301" y="397"/>
                  <a:pt x="301" y="397"/>
                </a:cubicBezTo>
                <a:cubicBezTo>
                  <a:pt x="303" y="395"/>
                  <a:pt x="304" y="393"/>
                  <a:pt x="303" y="389"/>
                </a:cubicBezTo>
                <a:cubicBezTo>
                  <a:pt x="302" y="389"/>
                  <a:pt x="302" y="390"/>
                  <a:pt x="301" y="390"/>
                </a:cubicBezTo>
                <a:cubicBezTo>
                  <a:pt x="301" y="385"/>
                  <a:pt x="301" y="385"/>
                  <a:pt x="301" y="385"/>
                </a:cubicBezTo>
                <a:cubicBezTo>
                  <a:pt x="304" y="384"/>
                  <a:pt x="306" y="381"/>
                  <a:pt x="306" y="377"/>
                </a:cubicBezTo>
                <a:cubicBezTo>
                  <a:pt x="301" y="379"/>
                  <a:pt x="301" y="379"/>
                  <a:pt x="301" y="379"/>
                </a:cubicBezTo>
                <a:cubicBezTo>
                  <a:pt x="301" y="374"/>
                  <a:pt x="301" y="374"/>
                  <a:pt x="301" y="374"/>
                </a:cubicBezTo>
                <a:cubicBezTo>
                  <a:pt x="303" y="374"/>
                  <a:pt x="305" y="373"/>
                  <a:pt x="306" y="372"/>
                </a:cubicBezTo>
                <a:close/>
                <a:moveTo>
                  <a:pt x="306" y="428"/>
                </a:moveTo>
                <a:cubicBezTo>
                  <a:pt x="306" y="438"/>
                  <a:pt x="306" y="438"/>
                  <a:pt x="306" y="438"/>
                </a:cubicBezTo>
                <a:cubicBezTo>
                  <a:pt x="302" y="442"/>
                  <a:pt x="302" y="447"/>
                  <a:pt x="304" y="452"/>
                </a:cubicBezTo>
                <a:cubicBezTo>
                  <a:pt x="305" y="452"/>
                  <a:pt x="306" y="451"/>
                  <a:pt x="306" y="451"/>
                </a:cubicBezTo>
                <a:cubicBezTo>
                  <a:pt x="306" y="462"/>
                  <a:pt x="306" y="462"/>
                  <a:pt x="306" y="462"/>
                </a:cubicBezTo>
                <a:cubicBezTo>
                  <a:pt x="304" y="460"/>
                  <a:pt x="302" y="457"/>
                  <a:pt x="301" y="454"/>
                </a:cubicBezTo>
                <a:cubicBezTo>
                  <a:pt x="301" y="440"/>
                  <a:pt x="301" y="440"/>
                  <a:pt x="301" y="440"/>
                </a:cubicBezTo>
                <a:cubicBezTo>
                  <a:pt x="302" y="435"/>
                  <a:pt x="305" y="433"/>
                  <a:pt x="306" y="428"/>
                </a:cubicBezTo>
                <a:close/>
                <a:moveTo>
                  <a:pt x="306" y="476"/>
                </a:moveTo>
                <a:cubicBezTo>
                  <a:pt x="306" y="482"/>
                  <a:pt x="306" y="482"/>
                  <a:pt x="306" y="482"/>
                </a:cubicBezTo>
                <a:cubicBezTo>
                  <a:pt x="303" y="482"/>
                  <a:pt x="301" y="482"/>
                  <a:pt x="302" y="487"/>
                </a:cubicBezTo>
                <a:cubicBezTo>
                  <a:pt x="303" y="488"/>
                  <a:pt x="304" y="489"/>
                  <a:pt x="306" y="490"/>
                </a:cubicBezTo>
                <a:cubicBezTo>
                  <a:pt x="306" y="494"/>
                  <a:pt x="306" y="494"/>
                  <a:pt x="306" y="494"/>
                </a:cubicBezTo>
                <a:cubicBezTo>
                  <a:pt x="304" y="493"/>
                  <a:pt x="302" y="492"/>
                  <a:pt x="301" y="491"/>
                </a:cubicBezTo>
                <a:cubicBezTo>
                  <a:pt x="301" y="481"/>
                  <a:pt x="301" y="481"/>
                  <a:pt x="301" y="481"/>
                </a:cubicBezTo>
                <a:cubicBezTo>
                  <a:pt x="303" y="479"/>
                  <a:pt x="304" y="478"/>
                  <a:pt x="306" y="476"/>
                </a:cubicBezTo>
                <a:close/>
                <a:moveTo>
                  <a:pt x="306" y="502"/>
                </a:moveTo>
                <a:cubicBezTo>
                  <a:pt x="306" y="510"/>
                  <a:pt x="306" y="510"/>
                  <a:pt x="306" y="510"/>
                </a:cubicBezTo>
                <a:cubicBezTo>
                  <a:pt x="304" y="512"/>
                  <a:pt x="303" y="514"/>
                  <a:pt x="301" y="516"/>
                </a:cubicBezTo>
                <a:cubicBezTo>
                  <a:pt x="301" y="510"/>
                  <a:pt x="301" y="510"/>
                  <a:pt x="301" y="510"/>
                </a:cubicBezTo>
                <a:cubicBezTo>
                  <a:pt x="302" y="509"/>
                  <a:pt x="303" y="508"/>
                  <a:pt x="303" y="506"/>
                </a:cubicBezTo>
                <a:cubicBezTo>
                  <a:pt x="302" y="506"/>
                  <a:pt x="302" y="506"/>
                  <a:pt x="301" y="505"/>
                </a:cubicBezTo>
                <a:cubicBezTo>
                  <a:pt x="301" y="502"/>
                  <a:pt x="301" y="502"/>
                  <a:pt x="301" y="502"/>
                </a:cubicBezTo>
                <a:cubicBezTo>
                  <a:pt x="302" y="503"/>
                  <a:pt x="302" y="503"/>
                  <a:pt x="302" y="503"/>
                </a:cubicBezTo>
                <a:cubicBezTo>
                  <a:pt x="304" y="503"/>
                  <a:pt x="305" y="502"/>
                  <a:pt x="306" y="502"/>
                </a:cubicBezTo>
                <a:close/>
                <a:moveTo>
                  <a:pt x="306" y="527"/>
                </a:moveTo>
                <a:cubicBezTo>
                  <a:pt x="306" y="554"/>
                  <a:pt x="306" y="554"/>
                  <a:pt x="306" y="554"/>
                </a:cubicBezTo>
                <a:cubicBezTo>
                  <a:pt x="304" y="553"/>
                  <a:pt x="302" y="552"/>
                  <a:pt x="301" y="552"/>
                </a:cubicBezTo>
                <a:cubicBezTo>
                  <a:pt x="301" y="534"/>
                  <a:pt x="301" y="534"/>
                  <a:pt x="301" y="534"/>
                </a:cubicBezTo>
                <a:cubicBezTo>
                  <a:pt x="302" y="531"/>
                  <a:pt x="304" y="529"/>
                  <a:pt x="306" y="527"/>
                </a:cubicBezTo>
                <a:close/>
                <a:moveTo>
                  <a:pt x="306" y="592"/>
                </a:moveTo>
                <a:cubicBezTo>
                  <a:pt x="306" y="622"/>
                  <a:pt x="306" y="622"/>
                  <a:pt x="306" y="622"/>
                </a:cubicBezTo>
                <a:cubicBezTo>
                  <a:pt x="304" y="621"/>
                  <a:pt x="303" y="620"/>
                  <a:pt x="301" y="620"/>
                </a:cubicBezTo>
                <a:cubicBezTo>
                  <a:pt x="301" y="614"/>
                  <a:pt x="301" y="614"/>
                  <a:pt x="301" y="614"/>
                </a:cubicBezTo>
                <a:cubicBezTo>
                  <a:pt x="302" y="615"/>
                  <a:pt x="302" y="615"/>
                  <a:pt x="302" y="615"/>
                </a:cubicBezTo>
                <a:cubicBezTo>
                  <a:pt x="303" y="608"/>
                  <a:pt x="303" y="603"/>
                  <a:pt x="301" y="598"/>
                </a:cubicBezTo>
                <a:cubicBezTo>
                  <a:pt x="301" y="589"/>
                  <a:pt x="301" y="589"/>
                  <a:pt x="301" y="589"/>
                </a:cubicBezTo>
                <a:cubicBezTo>
                  <a:pt x="303" y="590"/>
                  <a:pt x="304" y="591"/>
                  <a:pt x="306" y="592"/>
                </a:cubicBezTo>
                <a:close/>
                <a:moveTo>
                  <a:pt x="306" y="673"/>
                </a:moveTo>
                <a:cubicBezTo>
                  <a:pt x="306" y="678"/>
                  <a:pt x="306" y="678"/>
                  <a:pt x="306" y="678"/>
                </a:cubicBezTo>
                <a:cubicBezTo>
                  <a:pt x="305" y="680"/>
                  <a:pt x="305" y="682"/>
                  <a:pt x="304" y="684"/>
                </a:cubicBezTo>
                <a:cubicBezTo>
                  <a:pt x="303" y="684"/>
                  <a:pt x="303" y="684"/>
                  <a:pt x="302" y="684"/>
                </a:cubicBezTo>
                <a:cubicBezTo>
                  <a:pt x="301" y="684"/>
                  <a:pt x="301" y="684"/>
                  <a:pt x="301" y="684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4" y="672"/>
                  <a:pt x="305" y="673"/>
                  <a:pt x="306" y="673"/>
                </a:cubicBezTo>
                <a:close/>
                <a:moveTo>
                  <a:pt x="297" y="13"/>
                </a:moveTo>
                <a:cubicBezTo>
                  <a:pt x="298" y="13"/>
                  <a:pt x="300" y="13"/>
                  <a:pt x="301" y="1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0" y="21"/>
                  <a:pt x="298" y="21"/>
                  <a:pt x="297" y="21"/>
                </a:cubicBezTo>
                <a:cubicBezTo>
                  <a:pt x="297" y="13"/>
                  <a:pt x="297" y="13"/>
                  <a:pt x="297" y="13"/>
                </a:cubicBezTo>
                <a:close/>
                <a:moveTo>
                  <a:pt x="301" y="783"/>
                </a:moveTo>
                <a:cubicBezTo>
                  <a:pt x="300" y="783"/>
                  <a:pt x="298" y="782"/>
                  <a:pt x="297" y="782"/>
                </a:cubicBezTo>
                <a:cubicBezTo>
                  <a:pt x="297" y="773"/>
                  <a:pt x="297" y="773"/>
                  <a:pt x="297" y="773"/>
                </a:cubicBezTo>
                <a:cubicBezTo>
                  <a:pt x="298" y="774"/>
                  <a:pt x="299" y="775"/>
                  <a:pt x="301" y="775"/>
                </a:cubicBezTo>
                <a:cubicBezTo>
                  <a:pt x="301" y="783"/>
                  <a:pt x="301" y="783"/>
                  <a:pt x="301" y="783"/>
                </a:cubicBezTo>
                <a:close/>
                <a:moveTo>
                  <a:pt x="301" y="38"/>
                </a:moveTo>
                <a:cubicBezTo>
                  <a:pt x="301" y="50"/>
                  <a:pt x="301" y="50"/>
                  <a:pt x="301" y="50"/>
                </a:cubicBezTo>
                <a:cubicBezTo>
                  <a:pt x="299" y="48"/>
                  <a:pt x="298" y="47"/>
                  <a:pt x="297" y="46"/>
                </a:cubicBezTo>
                <a:cubicBezTo>
                  <a:pt x="297" y="33"/>
                  <a:pt x="297" y="33"/>
                  <a:pt x="297" y="33"/>
                </a:cubicBezTo>
                <a:cubicBezTo>
                  <a:pt x="298" y="35"/>
                  <a:pt x="300" y="36"/>
                  <a:pt x="301" y="38"/>
                </a:cubicBezTo>
                <a:close/>
                <a:moveTo>
                  <a:pt x="301" y="51"/>
                </a:moveTo>
                <a:cubicBezTo>
                  <a:pt x="301" y="59"/>
                  <a:pt x="301" y="59"/>
                  <a:pt x="301" y="59"/>
                </a:cubicBezTo>
                <a:cubicBezTo>
                  <a:pt x="300" y="59"/>
                  <a:pt x="298" y="60"/>
                  <a:pt x="297" y="60"/>
                </a:cubicBezTo>
                <a:cubicBezTo>
                  <a:pt x="297" y="53"/>
                  <a:pt x="297" y="53"/>
                  <a:pt x="297" y="53"/>
                </a:cubicBezTo>
                <a:cubicBezTo>
                  <a:pt x="298" y="52"/>
                  <a:pt x="299" y="51"/>
                  <a:pt x="301" y="51"/>
                </a:cubicBezTo>
                <a:close/>
                <a:moveTo>
                  <a:pt x="301" y="81"/>
                </a:moveTo>
                <a:cubicBezTo>
                  <a:pt x="301" y="115"/>
                  <a:pt x="301" y="115"/>
                  <a:pt x="301" y="115"/>
                </a:cubicBezTo>
                <a:cubicBezTo>
                  <a:pt x="300" y="115"/>
                  <a:pt x="298" y="116"/>
                  <a:pt x="297" y="117"/>
                </a:cubicBezTo>
                <a:cubicBezTo>
                  <a:pt x="297" y="82"/>
                  <a:pt x="297" y="82"/>
                  <a:pt x="297" y="82"/>
                </a:cubicBezTo>
                <a:cubicBezTo>
                  <a:pt x="298" y="81"/>
                  <a:pt x="299" y="81"/>
                  <a:pt x="301" y="81"/>
                </a:cubicBezTo>
                <a:close/>
                <a:moveTo>
                  <a:pt x="301" y="126"/>
                </a:moveTo>
                <a:cubicBezTo>
                  <a:pt x="301" y="161"/>
                  <a:pt x="301" y="161"/>
                  <a:pt x="301" y="161"/>
                </a:cubicBezTo>
                <a:cubicBezTo>
                  <a:pt x="300" y="162"/>
                  <a:pt x="298" y="163"/>
                  <a:pt x="297" y="163"/>
                </a:cubicBezTo>
                <a:cubicBezTo>
                  <a:pt x="297" y="138"/>
                  <a:pt x="297" y="138"/>
                  <a:pt x="297" y="138"/>
                </a:cubicBezTo>
                <a:cubicBezTo>
                  <a:pt x="299" y="135"/>
                  <a:pt x="300" y="131"/>
                  <a:pt x="301" y="126"/>
                </a:cubicBezTo>
                <a:close/>
                <a:moveTo>
                  <a:pt x="301" y="184"/>
                </a:moveTo>
                <a:cubicBezTo>
                  <a:pt x="301" y="191"/>
                  <a:pt x="301" y="191"/>
                  <a:pt x="301" y="191"/>
                </a:cubicBezTo>
                <a:cubicBezTo>
                  <a:pt x="300" y="191"/>
                  <a:pt x="298" y="192"/>
                  <a:pt x="297" y="192"/>
                </a:cubicBezTo>
                <a:cubicBezTo>
                  <a:pt x="297" y="186"/>
                  <a:pt x="297" y="186"/>
                  <a:pt x="297" y="186"/>
                </a:cubicBezTo>
                <a:cubicBezTo>
                  <a:pt x="298" y="185"/>
                  <a:pt x="300" y="185"/>
                  <a:pt x="301" y="184"/>
                </a:cubicBezTo>
                <a:close/>
                <a:moveTo>
                  <a:pt x="301" y="198"/>
                </a:moveTo>
                <a:cubicBezTo>
                  <a:pt x="301" y="205"/>
                  <a:pt x="301" y="205"/>
                  <a:pt x="301" y="205"/>
                </a:cubicBezTo>
                <a:cubicBezTo>
                  <a:pt x="299" y="204"/>
                  <a:pt x="298" y="203"/>
                  <a:pt x="297" y="202"/>
                </a:cubicBezTo>
                <a:cubicBezTo>
                  <a:pt x="297" y="196"/>
                  <a:pt x="297" y="196"/>
                  <a:pt x="297" y="196"/>
                </a:cubicBezTo>
                <a:cubicBezTo>
                  <a:pt x="301" y="198"/>
                  <a:pt x="301" y="198"/>
                  <a:pt x="301" y="198"/>
                </a:cubicBezTo>
                <a:close/>
                <a:moveTo>
                  <a:pt x="301" y="210"/>
                </a:moveTo>
                <a:cubicBezTo>
                  <a:pt x="301" y="214"/>
                  <a:pt x="301" y="214"/>
                  <a:pt x="301" y="214"/>
                </a:cubicBezTo>
                <a:cubicBezTo>
                  <a:pt x="300" y="215"/>
                  <a:pt x="298" y="216"/>
                  <a:pt x="297" y="216"/>
                </a:cubicBezTo>
                <a:cubicBezTo>
                  <a:pt x="297" y="211"/>
                  <a:pt x="297" y="211"/>
                  <a:pt x="297" y="211"/>
                </a:cubicBezTo>
                <a:cubicBezTo>
                  <a:pt x="298" y="211"/>
                  <a:pt x="300" y="210"/>
                  <a:pt x="301" y="210"/>
                </a:cubicBezTo>
                <a:close/>
                <a:moveTo>
                  <a:pt x="301" y="232"/>
                </a:moveTo>
                <a:cubicBezTo>
                  <a:pt x="301" y="252"/>
                  <a:pt x="301" y="252"/>
                  <a:pt x="301" y="252"/>
                </a:cubicBezTo>
                <a:cubicBezTo>
                  <a:pt x="299" y="248"/>
                  <a:pt x="298" y="245"/>
                  <a:pt x="297" y="243"/>
                </a:cubicBezTo>
                <a:cubicBezTo>
                  <a:pt x="297" y="236"/>
                  <a:pt x="297" y="236"/>
                  <a:pt x="297" y="236"/>
                </a:cubicBezTo>
                <a:cubicBezTo>
                  <a:pt x="298" y="235"/>
                  <a:pt x="299" y="233"/>
                  <a:pt x="301" y="232"/>
                </a:cubicBezTo>
                <a:close/>
                <a:moveTo>
                  <a:pt x="301" y="288"/>
                </a:moveTo>
                <a:cubicBezTo>
                  <a:pt x="301" y="300"/>
                  <a:pt x="301" y="300"/>
                  <a:pt x="301" y="300"/>
                </a:cubicBezTo>
                <a:cubicBezTo>
                  <a:pt x="299" y="303"/>
                  <a:pt x="298" y="305"/>
                  <a:pt x="297" y="308"/>
                </a:cubicBezTo>
                <a:cubicBezTo>
                  <a:pt x="297" y="300"/>
                  <a:pt x="297" y="300"/>
                  <a:pt x="297" y="300"/>
                </a:cubicBezTo>
                <a:cubicBezTo>
                  <a:pt x="299" y="297"/>
                  <a:pt x="300" y="294"/>
                  <a:pt x="297" y="289"/>
                </a:cubicBezTo>
                <a:cubicBezTo>
                  <a:pt x="297" y="284"/>
                  <a:pt x="297" y="284"/>
                  <a:pt x="297" y="284"/>
                </a:cubicBezTo>
                <a:cubicBezTo>
                  <a:pt x="301" y="288"/>
                  <a:pt x="301" y="288"/>
                  <a:pt x="301" y="288"/>
                </a:cubicBezTo>
                <a:close/>
                <a:moveTo>
                  <a:pt x="301" y="316"/>
                </a:moveTo>
                <a:cubicBezTo>
                  <a:pt x="301" y="323"/>
                  <a:pt x="301" y="323"/>
                  <a:pt x="301" y="323"/>
                </a:cubicBezTo>
                <a:cubicBezTo>
                  <a:pt x="300" y="322"/>
                  <a:pt x="298" y="321"/>
                  <a:pt x="297" y="319"/>
                </a:cubicBezTo>
                <a:cubicBezTo>
                  <a:pt x="297" y="314"/>
                  <a:pt x="297" y="314"/>
                  <a:pt x="297" y="314"/>
                </a:cubicBezTo>
                <a:cubicBezTo>
                  <a:pt x="300" y="318"/>
                  <a:pt x="300" y="318"/>
                  <a:pt x="300" y="318"/>
                </a:cubicBezTo>
                <a:cubicBezTo>
                  <a:pt x="300" y="317"/>
                  <a:pt x="300" y="317"/>
                  <a:pt x="301" y="316"/>
                </a:cubicBezTo>
                <a:close/>
                <a:moveTo>
                  <a:pt x="301" y="352"/>
                </a:moveTo>
                <a:cubicBezTo>
                  <a:pt x="301" y="360"/>
                  <a:pt x="301" y="360"/>
                  <a:pt x="301" y="360"/>
                </a:cubicBezTo>
                <a:cubicBezTo>
                  <a:pt x="300" y="361"/>
                  <a:pt x="300" y="363"/>
                  <a:pt x="300" y="364"/>
                </a:cubicBezTo>
                <a:cubicBezTo>
                  <a:pt x="301" y="364"/>
                  <a:pt x="301" y="364"/>
                  <a:pt x="301" y="364"/>
                </a:cubicBezTo>
                <a:cubicBezTo>
                  <a:pt x="301" y="368"/>
                  <a:pt x="301" y="368"/>
                  <a:pt x="301" y="368"/>
                </a:cubicBezTo>
                <a:cubicBezTo>
                  <a:pt x="299" y="369"/>
                  <a:pt x="298" y="370"/>
                  <a:pt x="297" y="372"/>
                </a:cubicBezTo>
                <a:cubicBezTo>
                  <a:pt x="297" y="362"/>
                  <a:pt x="297" y="362"/>
                  <a:pt x="297" y="362"/>
                </a:cubicBezTo>
                <a:cubicBezTo>
                  <a:pt x="298" y="359"/>
                  <a:pt x="299" y="355"/>
                  <a:pt x="301" y="352"/>
                </a:cubicBezTo>
                <a:close/>
                <a:moveTo>
                  <a:pt x="301" y="374"/>
                </a:moveTo>
                <a:cubicBezTo>
                  <a:pt x="301" y="379"/>
                  <a:pt x="301" y="379"/>
                  <a:pt x="301" y="379"/>
                </a:cubicBezTo>
                <a:cubicBezTo>
                  <a:pt x="297" y="380"/>
                  <a:pt x="297" y="380"/>
                  <a:pt x="297" y="380"/>
                </a:cubicBezTo>
                <a:cubicBezTo>
                  <a:pt x="297" y="375"/>
                  <a:pt x="297" y="375"/>
                  <a:pt x="297" y="375"/>
                </a:cubicBezTo>
                <a:cubicBezTo>
                  <a:pt x="298" y="375"/>
                  <a:pt x="300" y="375"/>
                  <a:pt x="301" y="374"/>
                </a:cubicBezTo>
                <a:close/>
                <a:moveTo>
                  <a:pt x="301" y="385"/>
                </a:moveTo>
                <a:cubicBezTo>
                  <a:pt x="301" y="390"/>
                  <a:pt x="301" y="390"/>
                  <a:pt x="301" y="390"/>
                </a:cubicBezTo>
                <a:cubicBezTo>
                  <a:pt x="299" y="391"/>
                  <a:pt x="298" y="391"/>
                  <a:pt x="297" y="392"/>
                </a:cubicBezTo>
                <a:cubicBezTo>
                  <a:pt x="297" y="387"/>
                  <a:pt x="297" y="387"/>
                  <a:pt x="297" y="387"/>
                </a:cubicBezTo>
                <a:cubicBezTo>
                  <a:pt x="298" y="387"/>
                  <a:pt x="300" y="386"/>
                  <a:pt x="301" y="385"/>
                </a:cubicBezTo>
                <a:close/>
                <a:moveTo>
                  <a:pt x="301" y="397"/>
                </a:moveTo>
                <a:cubicBezTo>
                  <a:pt x="301" y="402"/>
                  <a:pt x="301" y="402"/>
                  <a:pt x="301" y="402"/>
                </a:cubicBezTo>
                <a:cubicBezTo>
                  <a:pt x="300" y="402"/>
                  <a:pt x="299" y="403"/>
                  <a:pt x="297" y="404"/>
                </a:cubicBezTo>
                <a:cubicBezTo>
                  <a:pt x="297" y="399"/>
                  <a:pt x="297" y="399"/>
                  <a:pt x="297" y="399"/>
                </a:cubicBezTo>
                <a:cubicBezTo>
                  <a:pt x="298" y="399"/>
                  <a:pt x="300" y="398"/>
                  <a:pt x="301" y="397"/>
                </a:cubicBezTo>
                <a:close/>
                <a:moveTo>
                  <a:pt x="301" y="409"/>
                </a:moveTo>
                <a:cubicBezTo>
                  <a:pt x="301" y="414"/>
                  <a:pt x="301" y="414"/>
                  <a:pt x="301" y="414"/>
                </a:cubicBezTo>
                <a:cubicBezTo>
                  <a:pt x="299" y="416"/>
                  <a:pt x="298" y="417"/>
                  <a:pt x="297" y="418"/>
                </a:cubicBezTo>
                <a:cubicBezTo>
                  <a:pt x="297" y="412"/>
                  <a:pt x="297" y="412"/>
                  <a:pt x="297" y="412"/>
                </a:cubicBezTo>
                <a:cubicBezTo>
                  <a:pt x="298" y="411"/>
                  <a:pt x="300" y="410"/>
                  <a:pt x="301" y="409"/>
                </a:cubicBezTo>
                <a:close/>
                <a:moveTo>
                  <a:pt x="301" y="422"/>
                </a:moveTo>
                <a:cubicBezTo>
                  <a:pt x="301" y="428"/>
                  <a:pt x="301" y="428"/>
                  <a:pt x="301" y="428"/>
                </a:cubicBezTo>
                <a:cubicBezTo>
                  <a:pt x="298" y="431"/>
                  <a:pt x="298" y="435"/>
                  <a:pt x="298" y="440"/>
                </a:cubicBezTo>
                <a:cubicBezTo>
                  <a:pt x="299" y="440"/>
                  <a:pt x="300" y="440"/>
                  <a:pt x="301" y="440"/>
                </a:cubicBezTo>
                <a:cubicBezTo>
                  <a:pt x="301" y="440"/>
                  <a:pt x="301" y="440"/>
                  <a:pt x="301" y="440"/>
                </a:cubicBezTo>
                <a:cubicBezTo>
                  <a:pt x="301" y="454"/>
                  <a:pt x="301" y="454"/>
                  <a:pt x="301" y="454"/>
                </a:cubicBezTo>
                <a:cubicBezTo>
                  <a:pt x="299" y="451"/>
                  <a:pt x="298" y="448"/>
                  <a:pt x="297" y="444"/>
                </a:cubicBezTo>
                <a:cubicBezTo>
                  <a:pt x="297" y="427"/>
                  <a:pt x="297" y="427"/>
                  <a:pt x="297" y="427"/>
                </a:cubicBezTo>
                <a:cubicBezTo>
                  <a:pt x="298" y="425"/>
                  <a:pt x="300" y="424"/>
                  <a:pt x="301" y="422"/>
                </a:cubicBezTo>
                <a:close/>
                <a:moveTo>
                  <a:pt x="301" y="481"/>
                </a:moveTo>
                <a:cubicBezTo>
                  <a:pt x="301" y="491"/>
                  <a:pt x="301" y="491"/>
                  <a:pt x="301" y="491"/>
                </a:cubicBezTo>
                <a:cubicBezTo>
                  <a:pt x="299" y="491"/>
                  <a:pt x="298" y="491"/>
                  <a:pt x="297" y="491"/>
                </a:cubicBezTo>
                <a:cubicBezTo>
                  <a:pt x="297" y="485"/>
                  <a:pt x="297" y="485"/>
                  <a:pt x="297" y="485"/>
                </a:cubicBezTo>
                <a:cubicBezTo>
                  <a:pt x="298" y="483"/>
                  <a:pt x="300" y="482"/>
                  <a:pt x="301" y="481"/>
                </a:cubicBezTo>
                <a:close/>
                <a:moveTo>
                  <a:pt x="301" y="502"/>
                </a:moveTo>
                <a:cubicBezTo>
                  <a:pt x="301" y="505"/>
                  <a:pt x="301" y="505"/>
                  <a:pt x="301" y="505"/>
                </a:cubicBezTo>
                <a:cubicBezTo>
                  <a:pt x="300" y="505"/>
                  <a:pt x="298" y="504"/>
                  <a:pt x="297" y="503"/>
                </a:cubicBezTo>
                <a:cubicBezTo>
                  <a:pt x="297" y="499"/>
                  <a:pt x="297" y="499"/>
                  <a:pt x="297" y="499"/>
                </a:cubicBezTo>
                <a:cubicBezTo>
                  <a:pt x="298" y="499"/>
                  <a:pt x="299" y="501"/>
                  <a:pt x="301" y="502"/>
                </a:cubicBezTo>
                <a:close/>
                <a:moveTo>
                  <a:pt x="301" y="510"/>
                </a:moveTo>
                <a:cubicBezTo>
                  <a:pt x="301" y="516"/>
                  <a:pt x="301" y="516"/>
                  <a:pt x="301" y="516"/>
                </a:cubicBezTo>
                <a:cubicBezTo>
                  <a:pt x="300" y="518"/>
                  <a:pt x="298" y="520"/>
                  <a:pt x="297" y="521"/>
                </a:cubicBezTo>
                <a:cubicBezTo>
                  <a:pt x="297" y="512"/>
                  <a:pt x="297" y="512"/>
                  <a:pt x="297" y="512"/>
                </a:cubicBezTo>
                <a:cubicBezTo>
                  <a:pt x="298" y="512"/>
                  <a:pt x="300" y="511"/>
                  <a:pt x="301" y="510"/>
                </a:cubicBezTo>
                <a:close/>
                <a:moveTo>
                  <a:pt x="301" y="534"/>
                </a:moveTo>
                <a:cubicBezTo>
                  <a:pt x="301" y="552"/>
                  <a:pt x="301" y="552"/>
                  <a:pt x="301" y="552"/>
                </a:cubicBezTo>
                <a:cubicBezTo>
                  <a:pt x="299" y="551"/>
                  <a:pt x="298" y="550"/>
                  <a:pt x="297" y="548"/>
                </a:cubicBezTo>
                <a:cubicBezTo>
                  <a:pt x="297" y="540"/>
                  <a:pt x="297" y="540"/>
                  <a:pt x="297" y="540"/>
                </a:cubicBezTo>
                <a:cubicBezTo>
                  <a:pt x="297" y="540"/>
                  <a:pt x="298" y="539"/>
                  <a:pt x="299" y="538"/>
                </a:cubicBezTo>
                <a:cubicBezTo>
                  <a:pt x="299" y="537"/>
                  <a:pt x="300" y="535"/>
                  <a:pt x="301" y="534"/>
                </a:cubicBezTo>
                <a:close/>
                <a:moveTo>
                  <a:pt x="301" y="589"/>
                </a:moveTo>
                <a:cubicBezTo>
                  <a:pt x="301" y="598"/>
                  <a:pt x="301" y="598"/>
                  <a:pt x="301" y="598"/>
                </a:cubicBezTo>
                <a:cubicBezTo>
                  <a:pt x="300" y="596"/>
                  <a:pt x="298" y="594"/>
                  <a:pt x="297" y="593"/>
                </a:cubicBezTo>
                <a:cubicBezTo>
                  <a:pt x="297" y="587"/>
                  <a:pt x="297" y="587"/>
                  <a:pt x="297" y="587"/>
                </a:cubicBezTo>
                <a:cubicBezTo>
                  <a:pt x="298" y="588"/>
                  <a:pt x="300" y="588"/>
                  <a:pt x="301" y="589"/>
                </a:cubicBezTo>
                <a:close/>
                <a:moveTo>
                  <a:pt x="301" y="614"/>
                </a:moveTo>
                <a:cubicBezTo>
                  <a:pt x="301" y="620"/>
                  <a:pt x="301" y="620"/>
                  <a:pt x="301" y="620"/>
                </a:cubicBezTo>
                <a:cubicBezTo>
                  <a:pt x="300" y="619"/>
                  <a:pt x="298" y="619"/>
                  <a:pt x="297" y="618"/>
                </a:cubicBezTo>
                <a:cubicBezTo>
                  <a:pt x="297" y="611"/>
                  <a:pt x="297" y="611"/>
                  <a:pt x="297" y="611"/>
                </a:cubicBezTo>
                <a:cubicBezTo>
                  <a:pt x="298" y="612"/>
                  <a:pt x="299" y="613"/>
                  <a:pt x="301" y="614"/>
                </a:cubicBezTo>
                <a:close/>
                <a:moveTo>
                  <a:pt x="301" y="671"/>
                </a:moveTo>
                <a:cubicBezTo>
                  <a:pt x="301" y="684"/>
                  <a:pt x="301" y="684"/>
                  <a:pt x="301" y="684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7" y="669"/>
                  <a:pt x="297" y="669"/>
                  <a:pt x="297" y="669"/>
                </a:cubicBezTo>
                <a:cubicBezTo>
                  <a:pt x="298" y="670"/>
                  <a:pt x="300" y="671"/>
                  <a:pt x="301" y="671"/>
                </a:cubicBezTo>
                <a:close/>
                <a:moveTo>
                  <a:pt x="301" y="738"/>
                </a:moveTo>
                <a:cubicBezTo>
                  <a:pt x="301" y="760"/>
                  <a:pt x="301" y="760"/>
                  <a:pt x="301" y="760"/>
                </a:cubicBezTo>
                <a:cubicBezTo>
                  <a:pt x="300" y="756"/>
                  <a:pt x="298" y="752"/>
                  <a:pt x="297" y="749"/>
                </a:cubicBezTo>
                <a:cubicBezTo>
                  <a:pt x="297" y="735"/>
                  <a:pt x="297" y="735"/>
                  <a:pt x="297" y="735"/>
                </a:cubicBezTo>
                <a:cubicBezTo>
                  <a:pt x="298" y="736"/>
                  <a:pt x="299" y="737"/>
                  <a:pt x="300" y="738"/>
                </a:cubicBezTo>
                <a:cubicBezTo>
                  <a:pt x="300" y="738"/>
                  <a:pt x="300" y="738"/>
                  <a:pt x="301" y="738"/>
                </a:cubicBezTo>
                <a:close/>
                <a:moveTo>
                  <a:pt x="295" y="14"/>
                </a:moveTo>
                <a:cubicBezTo>
                  <a:pt x="296" y="14"/>
                  <a:pt x="296" y="14"/>
                  <a:pt x="297" y="13"/>
                </a:cubicBezTo>
                <a:cubicBezTo>
                  <a:pt x="297" y="21"/>
                  <a:pt x="297" y="21"/>
                  <a:pt x="297" y="21"/>
                </a:cubicBezTo>
                <a:cubicBezTo>
                  <a:pt x="296" y="21"/>
                  <a:pt x="296" y="22"/>
                  <a:pt x="295" y="22"/>
                </a:cubicBezTo>
                <a:cubicBezTo>
                  <a:pt x="295" y="14"/>
                  <a:pt x="295" y="14"/>
                  <a:pt x="295" y="14"/>
                </a:cubicBezTo>
                <a:close/>
                <a:moveTo>
                  <a:pt x="297" y="782"/>
                </a:moveTo>
                <a:cubicBezTo>
                  <a:pt x="295" y="781"/>
                  <a:pt x="295" y="781"/>
                  <a:pt x="295" y="781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6" y="773"/>
                  <a:pt x="296" y="773"/>
                  <a:pt x="297" y="773"/>
                </a:cubicBezTo>
                <a:cubicBezTo>
                  <a:pt x="297" y="782"/>
                  <a:pt x="297" y="782"/>
                  <a:pt x="297" y="782"/>
                </a:cubicBezTo>
                <a:close/>
                <a:moveTo>
                  <a:pt x="297" y="33"/>
                </a:moveTo>
                <a:cubicBezTo>
                  <a:pt x="297" y="46"/>
                  <a:pt x="297" y="46"/>
                  <a:pt x="297" y="46"/>
                </a:cubicBezTo>
                <a:cubicBezTo>
                  <a:pt x="296" y="46"/>
                  <a:pt x="296" y="45"/>
                  <a:pt x="295" y="44"/>
                </a:cubicBezTo>
                <a:cubicBezTo>
                  <a:pt x="295" y="31"/>
                  <a:pt x="295" y="31"/>
                  <a:pt x="295" y="31"/>
                </a:cubicBezTo>
                <a:cubicBezTo>
                  <a:pt x="296" y="32"/>
                  <a:pt x="296" y="32"/>
                  <a:pt x="297" y="33"/>
                </a:cubicBezTo>
                <a:close/>
                <a:moveTo>
                  <a:pt x="297" y="53"/>
                </a:moveTo>
                <a:cubicBezTo>
                  <a:pt x="297" y="60"/>
                  <a:pt x="297" y="60"/>
                  <a:pt x="297" y="60"/>
                </a:cubicBezTo>
                <a:cubicBezTo>
                  <a:pt x="295" y="61"/>
                  <a:pt x="295" y="61"/>
                  <a:pt x="295" y="61"/>
                </a:cubicBezTo>
                <a:cubicBezTo>
                  <a:pt x="295" y="53"/>
                  <a:pt x="295" y="53"/>
                  <a:pt x="295" y="53"/>
                </a:cubicBezTo>
                <a:cubicBezTo>
                  <a:pt x="296" y="53"/>
                  <a:pt x="296" y="53"/>
                  <a:pt x="297" y="53"/>
                </a:cubicBezTo>
                <a:close/>
                <a:moveTo>
                  <a:pt x="297" y="82"/>
                </a:moveTo>
                <a:cubicBezTo>
                  <a:pt x="297" y="117"/>
                  <a:pt x="297" y="117"/>
                  <a:pt x="297" y="117"/>
                </a:cubicBezTo>
                <a:cubicBezTo>
                  <a:pt x="296" y="117"/>
                  <a:pt x="296" y="117"/>
                  <a:pt x="295" y="118"/>
                </a:cubicBezTo>
                <a:cubicBezTo>
                  <a:pt x="295" y="82"/>
                  <a:pt x="295" y="82"/>
                  <a:pt x="295" y="82"/>
                </a:cubicBezTo>
                <a:cubicBezTo>
                  <a:pt x="295" y="82"/>
                  <a:pt x="296" y="82"/>
                  <a:pt x="297" y="82"/>
                </a:cubicBezTo>
                <a:close/>
                <a:moveTo>
                  <a:pt x="297" y="138"/>
                </a:moveTo>
                <a:cubicBezTo>
                  <a:pt x="297" y="163"/>
                  <a:pt x="297" y="163"/>
                  <a:pt x="297" y="163"/>
                </a:cubicBezTo>
                <a:cubicBezTo>
                  <a:pt x="296" y="163"/>
                  <a:pt x="296" y="163"/>
                  <a:pt x="295" y="164"/>
                </a:cubicBezTo>
                <a:cubicBezTo>
                  <a:pt x="295" y="140"/>
                  <a:pt x="295" y="140"/>
                  <a:pt x="295" y="140"/>
                </a:cubicBezTo>
                <a:cubicBezTo>
                  <a:pt x="296" y="139"/>
                  <a:pt x="296" y="139"/>
                  <a:pt x="297" y="138"/>
                </a:cubicBezTo>
                <a:close/>
                <a:moveTo>
                  <a:pt x="297" y="186"/>
                </a:moveTo>
                <a:cubicBezTo>
                  <a:pt x="297" y="192"/>
                  <a:pt x="297" y="192"/>
                  <a:pt x="297" y="192"/>
                </a:cubicBezTo>
                <a:cubicBezTo>
                  <a:pt x="296" y="192"/>
                  <a:pt x="296" y="193"/>
                  <a:pt x="295" y="193"/>
                </a:cubicBezTo>
                <a:cubicBezTo>
                  <a:pt x="295" y="187"/>
                  <a:pt x="295" y="187"/>
                  <a:pt x="295" y="187"/>
                </a:cubicBezTo>
                <a:cubicBezTo>
                  <a:pt x="296" y="186"/>
                  <a:pt x="296" y="186"/>
                  <a:pt x="297" y="186"/>
                </a:cubicBezTo>
                <a:close/>
                <a:moveTo>
                  <a:pt x="297" y="196"/>
                </a:moveTo>
                <a:cubicBezTo>
                  <a:pt x="297" y="202"/>
                  <a:pt x="297" y="202"/>
                  <a:pt x="297" y="202"/>
                </a:cubicBezTo>
                <a:cubicBezTo>
                  <a:pt x="296" y="202"/>
                  <a:pt x="296" y="201"/>
                  <a:pt x="295" y="201"/>
                </a:cubicBezTo>
                <a:cubicBezTo>
                  <a:pt x="295" y="195"/>
                  <a:pt x="295" y="195"/>
                  <a:pt x="295" y="195"/>
                </a:cubicBezTo>
                <a:cubicBezTo>
                  <a:pt x="297" y="196"/>
                  <a:pt x="297" y="196"/>
                  <a:pt x="297" y="196"/>
                </a:cubicBezTo>
                <a:close/>
                <a:moveTo>
                  <a:pt x="297" y="211"/>
                </a:moveTo>
                <a:cubicBezTo>
                  <a:pt x="297" y="216"/>
                  <a:pt x="297" y="216"/>
                  <a:pt x="297" y="216"/>
                </a:cubicBezTo>
                <a:cubicBezTo>
                  <a:pt x="296" y="217"/>
                  <a:pt x="296" y="217"/>
                  <a:pt x="295" y="218"/>
                </a:cubicBezTo>
                <a:cubicBezTo>
                  <a:pt x="295" y="211"/>
                  <a:pt x="295" y="211"/>
                  <a:pt x="295" y="211"/>
                </a:cubicBezTo>
                <a:cubicBezTo>
                  <a:pt x="296" y="211"/>
                  <a:pt x="296" y="211"/>
                  <a:pt x="297" y="211"/>
                </a:cubicBezTo>
                <a:close/>
                <a:moveTo>
                  <a:pt x="297" y="236"/>
                </a:moveTo>
                <a:cubicBezTo>
                  <a:pt x="297" y="243"/>
                  <a:pt x="297" y="243"/>
                  <a:pt x="297" y="243"/>
                </a:cubicBezTo>
                <a:cubicBezTo>
                  <a:pt x="296" y="241"/>
                  <a:pt x="296" y="239"/>
                  <a:pt x="296" y="237"/>
                </a:cubicBezTo>
                <a:cubicBezTo>
                  <a:pt x="296" y="237"/>
                  <a:pt x="296" y="236"/>
                  <a:pt x="297" y="236"/>
                </a:cubicBezTo>
                <a:close/>
                <a:moveTo>
                  <a:pt x="297" y="284"/>
                </a:moveTo>
                <a:cubicBezTo>
                  <a:pt x="297" y="289"/>
                  <a:pt x="297" y="289"/>
                  <a:pt x="297" y="289"/>
                </a:cubicBezTo>
                <a:cubicBezTo>
                  <a:pt x="296" y="289"/>
                  <a:pt x="296" y="288"/>
                  <a:pt x="296" y="288"/>
                </a:cubicBezTo>
                <a:cubicBezTo>
                  <a:pt x="295" y="288"/>
                  <a:pt x="295" y="288"/>
                  <a:pt x="295" y="288"/>
                </a:cubicBezTo>
                <a:cubicBezTo>
                  <a:pt x="295" y="282"/>
                  <a:pt x="295" y="282"/>
                  <a:pt x="295" y="282"/>
                </a:cubicBezTo>
                <a:cubicBezTo>
                  <a:pt x="297" y="284"/>
                  <a:pt x="297" y="284"/>
                  <a:pt x="297" y="284"/>
                </a:cubicBezTo>
                <a:close/>
                <a:moveTo>
                  <a:pt x="297" y="300"/>
                </a:moveTo>
                <a:cubicBezTo>
                  <a:pt x="297" y="308"/>
                  <a:pt x="297" y="308"/>
                  <a:pt x="297" y="308"/>
                </a:cubicBezTo>
                <a:cubicBezTo>
                  <a:pt x="296" y="309"/>
                  <a:pt x="296" y="311"/>
                  <a:pt x="296" y="312"/>
                </a:cubicBezTo>
                <a:cubicBezTo>
                  <a:pt x="297" y="314"/>
                  <a:pt x="297" y="314"/>
                  <a:pt x="297" y="314"/>
                </a:cubicBezTo>
                <a:cubicBezTo>
                  <a:pt x="297" y="319"/>
                  <a:pt x="297" y="319"/>
                  <a:pt x="297" y="319"/>
                </a:cubicBezTo>
                <a:cubicBezTo>
                  <a:pt x="296" y="319"/>
                  <a:pt x="296" y="318"/>
                  <a:pt x="295" y="318"/>
                </a:cubicBezTo>
                <a:cubicBezTo>
                  <a:pt x="295" y="303"/>
                  <a:pt x="295" y="303"/>
                  <a:pt x="295" y="303"/>
                </a:cubicBezTo>
                <a:cubicBezTo>
                  <a:pt x="296" y="302"/>
                  <a:pt x="296" y="301"/>
                  <a:pt x="297" y="300"/>
                </a:cubicBezTo>
                <a:close/>
                <a:moveTo>
                  <a:pt x="297" y="362"/>
                </a:moveTo>
                <a:cubicBezTo>
                  <a:pt x="297" y="372"/>
                  <a:pt x="297" y="372"/>
                  <a:pt x="297" y="372"/>
                </a:cubicBezTo>
                <a:cubicBezTo>
                  <a:pt x="296" y="373"/>
                  <a:pt x="296" y="374"/>
                  <a:pt x="295" y="376"/>
                </a:cubicBezTo>
                <a:cubicBezTo>
                  <a:pt x="295" y="366"/>
                  <a:pt x="295" y="366"/>
                  <a:pt x="295" y="366"/>
                </a:cubicBezTo>
                <a:cubicBezTo>
                  <a:pt x="296" y="365"/>
                  <a:pt x="296" y="363"/>
                  <a:pt x="297" y="362"/>
                </a:cubicBezTo>
                <a:close/>
                <a:moveTo>
                  <a:pt x="297" y="375"/>
                </a:moveTo>
                <a:cubicBezTo>
                  <a:pt x="295" y="376"/>
                  <a:pt x="295" y="376"/>
                  <a:pt x="295" y="376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7" y="380"/>
                  <a:pt x="297" y="380"/>
                  <a:pt x="297" y="380"/>
                </a:cubicBezTo>
                <a:cubicBezTo>
                  <a:pt x="297" y="375"/>
                  <a:pt x="297" y="375"/>
                  <a:pt x="297" y="375"/>
                </a:cubicBezTo>
                <a:close/>
                <a:moveTo>
                  <a:pt x="297" y="387"/>
                </a:moveTo>
                <a:cubicBezTo>
                  <a:pt x="297" y="392"/>
                  <a:pt x="297" y="392"/>
                  <a:pt x="297" y="392"/>
                </a:cubicBezTo>
                <a:cubicBezTo>
                  <a:pt x="296" y="393"/>
                  <a:pt x="295" y="393"/>
                  <a:pt x="295" y="393"/>
                </a:cubicBezTo>
                <a:cubicBezTo>
                  <a:pt x="295" y="388"/>
                  <a:pt x="295" y="388"/>
                  <a:pt x="295" y="388"/>
                </a:cubicBezTo>
                <a:cubicBezTo>
                  <a:pt x="296" y="388"/>
                  <a:pt x="296" y="387"/>
                  <a:pt x="297" y="387"/>
                </a:cubicBezTo>
                <a:close/>
                <a:moveTo>
                  <a:pt x="297" y="399"/>
                </a:moveTo>
                <a:cubicBezTo>
                  <a:pt x="297" y="404"/>
                  <a:pt x="297" y="404"/>
                  <a:pt x="297" y="404"/>
                </a:cubicBezTo>
                <a:cubicBezTo>
                  <a:pt x="295" y="405"/>
                  <a:pt x="295" y="405"/>
                  <a:pt x="295" y="405"/>
                </a:cubicBezTo>
                <a:cubicBezTo>
                  <a:pt x="295" y="400"/>
                  <a:pt x="295" y="400"/>
                  <a:pt x="295" y="400"/>
                </a:cubicBezTo>
                <a:cubicBezTo>
                  <a:pt x="296" y="400"/>
                  <a:pt x="296" y="400"/>
                  <a:pt x="297" y="399"/>
                </a:cubicBezTo>
                <a:close/>
                <a:moveTo>
                  <a:pt x="297" y="412"/>
                </a:moveTo>
                <a:cubicBezTo>
                  <a:pt x="297" y="418"/>
                  <a:pt x="297" y="418"/>
                  <a:pt x="297" y="418"/>
                </a:cubicBezTo>
                <a:cubicBezTo>
                  <a:pt x="296" y="419"/>
                  <a:pt x="295" y="420"/>
                  <a:pt x="295" y="421"/>
                </a:cubicBezTo>
                <a:cubicBezTo>
                  <a:pt x="295" y="414"/>
                  <a:pt x="295" y="414"/>
                  <a:pt x="295" y="414"/>
                </a:cubicBezTo>
                <a:cubicBezTo>
                  <a:pt x="297" y="412"/>
                  <a:pt x="297" y="412"/>
                  <a:pt x="297" y="412"/>
                </a:cubicBezTo>
                <a:close/>
                <a:moveTo>
                  <a:pt x="297" y="427"/>
                </a:moveTo>
                <a:cubicBezTo>
                  <a:pt x="297" y="444"/>
                  <a:pt x="297" y="444"/>
                  <a:pt x="297" y="444"/>
                </a:cubicBezTo>
                <a:cubicBezTo>
                  <a:pt x="296" y="443"/>
                  <a:pt x="295" y="441"/>
                  <a:pt x="295" y="440"/>
                </a:cubicBezTo>
                <a:cubicBezTo>
                  <a:pt x="295" y="429"/>
                  <a:pt x="295" y="429"/>
                  <a:pt x="295" y="429"/>
                </a:cubicBezTo>
                <a:cubicBezTo>
                  <a:pt x="297" y="427"/>
                  <a:pt x="297" y="427"/>
                  <a:pt x="297" y="427"/>
                </a:cubicBezTo>
                <a:close/>
                <a:moveTo>
                  <a:pt x="297" y="485"/>
                </a:moveTo>
                <a:cubicBezTo>
                  <a:pt x="297" y="491"/>
                  <a:pt x="297" y="491"/>
                  <a:pt x="297" y="491"/>
                </a:cubicBezTo>
                <a:cubicBezTo>
                  <a:pt x="296" y="491"/>
                  <a:pt x="296" y="491"/>
                  <a:pt x="295" y="492"/>
                </a:cubicBezTo>
                <a:cubicBezTo>
                  <a:pt x="295" y="486"/>
                  <a:pt x="295" y="486"/>
                  <a:pt x="295" y="486"/>
                </a:cubicBezTo>
                <a:cubicBezTo>
                  <a:pt x="296" y="485"/>
                  <a:pt x="296" y="485"/>
                  <a:pt x="297" y="485"/>
                </a:cubicBezTo>
                <a:close/>
                <a:moveTo>
                  <a:pt x="297" y="499"/>
                </a:moveTo>
                <a:cubicBezTo>
                  <a:pt x="297" y="503"/>
                  <a:pt x="297" y="503"/>
                  <a:pt x="297" y="503"/>
                </a:cubicBezTo>
                <a:cubicBezTo>
                  <a:pt x="296" y="503"/>
                  <a:pt x="296" y="502"/>
                  <a:pt x="295" y="502"/>
                </a:cubicBezTo>
                <a:cubicBezTo>
                  <a:pt x="295" y="497"/>
                  <a:pt x="295" y="497"/>
                  <a:pt x="295" y="497"/>
                </a:cubicBezTo>
                <a:cubicBezTo>
                  <a:pt x="296" y="498"/>
                  <a:pt x="296" y="498"/>
                  <a:pt x="297" y="499"/>
                </a:cubicBezTo>
                <a:close/>
                <a:moveTo>
                  <a:pt x="297" y="512"/>
                </a:moveTo>
                <a:cubicBezTo>
                  <a:pt x="297" y="521"/>
                  <a:pt x="297" y="521"/>
                  <a:pt x="297" y="521"/>
                </a:cubicBezTo>
                <a:cubicBezTo>
                  <a:pt x="296" y="521"/>
                  <a:pt x="296" y="522"/>
                  <a:pt x="295" y="522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6" y="512"/>
                  <a:pt x="296" y="512"/>
                  <a:pt x="297" y="512"/>
                </a:cubicBezTo>
                <a:close/>
                <a:moveTo>
                  <a:pt x="297" y="540"/>
                </a:moveTo>
                <a:cubicBezTo>
                  <a:pt x="297" y="548"/>
                  <a:pt x="297" y="548"/>
                  <a:pt x="297" y="548"/>
                </a:cubicBezTo>
                <a:cubicBezTo>
                  <a:pt x="296" y="548"/>
                  <a:pt x="295" y="547"/>
                  <a:pt x="295" y="546"/>
                </a:cubicBezTo>
                <a:cubicBezTo>
                  <a:pt x="295" y="542"/>
                  <a:pt x="295" y="542"/>
                  <a:pt x="295" y="542"/>
                </a:cubicBezTo>
                <a:cubicBezTo>
                  <a:pt x="296" y="542"/>
                  <a:pt x="296" y="541"/>
                  <a:pt x="297" y="540"/>
                </a:cubicBezTo>
                <a:close/>
                <a:moveTo>
                  <a:pt x="297" y="587"/>
                </a:moveTo>
                <a:cubicBezTo>
                  <a:pt x="297" y="593"/>
                  <a:pt x="297" y="593"/>
                  <a:pt x="297" y="593"/>
                </a:cubicBezTo>
                <a:cubicBezTo>
                  <a:pt x="296" y="592"/>
                  <a:pt x="296" y="592"/>
                  <a:pt x="295" y="591"/>
                </a:cubicBezTo>
                <a:cubicBezTo>
                  <a:pt x="295" y="586"/>
                  <a:pt x="295" y="586"/>
                  <a:pt x="295" y="586"/>
                </a:cubicBezTo>
                <a:cubicBezTo>
                  <a:pt x="296" y="586"/>
                  <a:pt x="296" y="586"/>
                  <a:pt x="297" y="587"/>
                </a:cubicBezTo>
                <a:close/>
                <a:moveTo>
                  <a:pt x="297" y="611"/>
                </a:moveTo>
                <a:cubicBezTo>
                  <a:pt x="297" y="618"/>
                  <a:pt x="297" y="618"/>
                  <a:pt x="297" y="618"/>
                </a:cubicBezTo>
                <a:cubicBezTo>
                  <a:pt x="296" y="618"/>
                  <a:pt x="296" y="618"/>
                  <a:pt x="295" y="617"/>
                </a:cubicBezTo>
                <a:cubicBezTo>
                  <a:pt x="295" y="610"/>
                  <a:pt x="295" y="610"/>
                  <a:pt x="295" y="610"/>
                </a:cubicBezTo>
                <a:cubicBezTo>
                  <a:pt x="295" y="610"/>
                  <a:pt x="296" y="611"/>
                  <a:pt x="297" y="611"/>
                </a:cubicBezTo>
                <a:close/>
                <a:moveTo>
                  <a:pt x="297" y="669"/>
                </a:moveTo>
                <a:cubicBezTo>
                  <a:pt x="297" y="682"/>
                  <a:pt x="297" y="682"/>
                  <a:pt x="297" y="682"/>
                </a:cubicBezTo>
                <a:cubicBezTo>
                  <a:pt x="295" y="681"/>
                  <a:pt x="295" y="681"/>
                  <a:pt x="295" y="681"/>
                </a:cubicBezTo>
                <a:cubicBezTo>
                  <a:pt x="295" y="669"/>
                  <a:pt x="295" y="669"/>
                  <a:pt x="295" y="669"/>
                </a:cubicBezTo>
                <a:cubicBezTo>
                  <a:pt x="297" y="669"/>
                  <a:pt x="297" y="669"/>
                  <a:pt x="297" y="669"/>
                </a:cubicBezTo>
                <a:close/>
                <a:moveTo>
                  <a:pt x="297" y="735"/>
                </a:moveTo>
                <a:cubicBezTo>
                  <a:pt x="297" y="749"/>
                  <a:pt x="297" y="749"/>
                  <a:pt x="297" y="749"/>
                </a:cubicBezTo>
                <a:cubicBezTo>
                  <a:pt x="296" y="748"/>
                  <a:pt x="296" y="747"/>
                  <a:pt x="295" y="746"/>
                </a:cubicBezTo>
                <a:cubicBezTo>
                  <a:pt x="295" y="734"/>
                  <a:pt x="295" y="734"/>
                  <a:pt x="295" y="734"/>
                </a:cubicBezTo>
                <a:cubicBezTo>
                  <a:pt x="296" y="734"/>
                  <a:pt x="296" y="735"/>
                  <a:pt x="297" y="735"/>
                </a:cubicBezTo>
                <a:close/>
                <a:moveTo>
                  <a:pt x="295" y="336"/>
                </a:moveTo>
                <a:cubicBezTo>
                  <a:pt x="295" y="335"/>
                  <a:pt x="295" y="335"/>
                  <a:pt x="295" y="335"/>
                </a:cubicBezTo>
                <a:cubicBezTo>
                  <a:pt x="295" y="335"/>
                  <a:pt x="295" y="336"/>
                  <a:pt x="295" y="336"/>
                </a:cubicBezTo>
                <a:close/>
                <a:moveTo>
                  <a:pt x="295" y="14"/>
                </a:moveTo>
                <a:cubicBezTo>
                  <a:pt x="295" y="14"/>
                  <a:pt x="295" y="14"/>
                  <a:pt x="295" y="14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5" y="14"/>
                  <a:pt x="295" y="14"/>
                  <a:pt x="295" y="14"/>
                </a:cubicBezTo>
                <a:close/>
                <a:moveTo>
                  <a:pt x="295" y="781"/>
                </a:moveTo>
                <a:cubicBezTo>
                  <a:pt x="295" y="781"/>
                  <a:pt x="295" y="781"/>
                  <a:pt x="295" y="781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5" y="773"/>
                  <a:pt x="295" y="773"/>
                  <a:pt x="295" y="773"/>
                </a:cubicBezTo>
                <a:cubicBezTo>
                  <a:pt x="295" y="781"/>
                  <a:pt x="295" y="781"/>
                  <a:pt x="295" y="781"/>
                </a:cubicBezTo>
                <a:close/>
                <a:moveTo>
                  <a:pt x="295" y="31"/>
                </a:moveTo>
                <a:cubicBezTo>
                  <a:pt x="295" y="44"/>
                  <a:pt x="295" y="44"/>
                  <a:pt x="295" y="44"/>
                </a:cubicBezTo>
                <a:cubicBezTo>
                  <a:pt x="295" y="44"/>
                  <a:pt x="295" y="44"/>
                  <a:pt x="295" y="44"/>
                </a:cubicBezTo>
                <a:cubicBezTo>
                  <a:pt x="295" y="31"/>
                  <a:pt x="295" y="31"/>
                  <a:pt x="295" y="31"/>
                </a:cubicBezTo>
                <a:cubicBezTo>
                  <a:pt x="295" y="31"/>
                  <a:pt x="295" y="31"/>
                  <a:pt x="295" y="31"/>
                </a:cubicBezTo>
                <a:close/>
                <a:moveTo>
                  <a:pt x="295" y="53"/>
                </a:moveTo>
                <a:cubicBezTo>
                  <a:pt x="295" y="61"/>
                  <a:pt x="295" y="61"/>
                  <a:pt x="295" y="61"/>
                </a:cubicBezTo>
                <a:cubicBezTo>
                  <a:pt x="295" y="61"/>
                  <a:pt x="295" y="61"/>
                  <a:pt x="295" y="61"/>
                </a:cubicBezTo>
                <a:cubicBezTo>
                  <a:pt x="295" y="53"/>
                  <a:pt x="295" y="53"/>
                  <a:pt x="295" y="53"/>
                </a:cubicBezTo>
                <a:cubicBezTo>
                  <a:pt x="295" y="53"/>
                  <a:pt x="295" y="53"/>
                  <a:pt x="295" y="53"/>
                </a:cubicBezTo>
                <a:close/>
                <a:moveTo>
                  <a:pt x="295" y="82"/>
                </a:moveTo>
                <a:cubicBezTo>
                  <a:pt x="295" y="118"/>
                  <a:pt x="295" y="118"/>
                  <a:pt x="295" y="118"/>
                </a:cubicBezTo>
                <a:cubicBezTo>
                  <a:pt x="295" y="118"/>
                  <a:pt x="295" y="118"/>
                  <a:pt x="295" y="118"/>
                </a:cubicBezTo>
                <a:cubicBezTo>
                  <a:pt x="295" y="82"/>
                  <a:pt x="295" y="82"/>
                  <a:pt x="295" y="82"/>
                </a:cubicBezTo>
                <a:cubicBezTo>
                  <a:pt x="295" y="82"/>
                  <a:pt x="295" y="82"/>
                  <a:pt x="295" y="82"/>
                </a:cubicBezTo>
                <a:close/>
                <a:moveTo>
                  <a:pt x="295" y="140"/>
                </a:moveTo>
                <a:cubicBezTo>
                  <a:pt x="295" y="164"/>
                  <a:pt x="295" y="164"/>
                  <a:pt x="295" y="164"/>
                </a:cubicBezTo>
                <a:cubicBezTo>
                  <a:pt x="295" y="164"/>
                  <a:pt x="295" y="164"/>
                  <a:pt x="295" y="164"/>
                </a:cubicBezTo>
                <a:cubicBezTo>
                  <a:pt x="295" y="141"/>
                  <a:pt x="295" y="141"/>
                  <a:pt x="295" y="141"/>
                </a:cubicBezTo>
                <a:cubicBezTo>
                  <a:pt x="295" y="140"/>
                  <a:pt x="295" y="140"/>
                  <a:pt x="295" y="140"/>
                </a:cubicBezTo>
                <a:close/>
                <a:moveTo>
                  <a:pt x="295" y="187"/>
                </a:moveTo>
                <a:cubicBezTo>
                  <a:pt x="295" y="193"/>
                  <a:pt x="295" y="193"/>
                  <a:pt x="295" y="193"/>
                </a:cubicBezTo>
                <a:cubicBezTo>
                  <a:pt x="295" y="193"/>
                  <a:pt x="295" y="193"/>
                  <a:pt x="295" y="193"/>
                </a:cubicBezTo>
                <a:cubicBezTo>
                  <a:pt x="295" y="187"/>
                  <a:pt x="295" y="187"/>
                  <a:pt x="295" y="187"/>
                </a:cubicBezTo>
                <a:cubicBezTo>
                  <a:pt x="295" y="187"/>
                  <a:pt x="295" y="187"/>
                  <a:pt x="295" y="187"/>
                </a:cubicBezTo>
                <a:close/>
                <a:moveTo>
                  <a:pt x="295" y="195"/>
                </a:moveTo>
                <a:cubicBezTo>
                  <a:pt x="295" y="201"/>
                  <a:pt x="295" y="201"/>
                  <a:pt x="295" y="201"/>
                </a:cubicBezTo>
                <a:cubicBezTo>
                  <a:pt x="295" y="201"/>
                  <a:pt x="295" y="201"/>
                  <a:pt x="295" y="201"/>
                </a:cubicBezTo>
                <a:cubicBezTo>
                  <a:pt x="295" y="194"/>
                  <a:pt x="295" y="194"/>
                  <a:pt x="295" y="194"/>
                </a:cubicBezTo>
                <a:cubicBezTo>
                  <a:pt x="295" y="195"/>
                  <a:pt x="295" y="195"/>
                  <a:pt x="295" y="195"/>
                </a:cubicBezTo>
                <a:close/>
                <a:moveTo>
                  <a:pt x="295" y="211"/>
                </a:moveTo>
                <a:cubicBezTo>
                  <a:pt x="295" y="218"/>
                  <a:pt x="295" y="218"/>
                  <a:pt x="295" y="218"/>
                </a:cubicBezTo>
                <a:cubicBezTo>
                  <a:pt x="295" y="218"/>
                  <a:pt x="295" y="218"/>
                  <a:pt x="295" y="218"/>
                </a:cubicBezTo>
                <a:cubicBezTo>
                  <a:pt x="295" y="212"/>
                  <a:pt x="295" y="212"/>
                  <a:pt x="295" y="212"/>
                </a:cubicBezTo>
                <a:cubicBezTo>
                  <a:pt x="295" y="211"/>
                  <a:pt x="295" y="211"/>
                  <a:pt x="295" y="211"/>
                </a:cubicBezTo>
                <a:close/>
                <a:moveTo>
                  <a:pt x="295" y="282"/>
                </a:moveTo>
                <a:cubicBezTo>
                  <a:pt x="295" y="288"/>
                  <a:pt x="295" y="288"/>
                  <a:pt x="295" y="288"/>
                </a:cubicBezTo>
                <a:cubicBezTo>
                  <a:pt x="295" y="289"/>
                  <a:pt x="295" y="289"/>
                  <a:pt x="295" y="289"/>
                </a:cubicBezTo>
                <a:cubicBezTo>
                  <a:pt x="295" y="282"/>
                  <a:pt x="295" y="282"/>
                  <a:pt x="295" y="282"/>
                </a:cubicBezTo>
                <a:cubicBezTo>
                  <a:pt x="295" y="282"/>
                  <a:pt x="295" y="282"/>
                  <a:pt x="295" y="282"/>
                </a:cubicBezTo>
                <a:close/>
                <a:moveTo>
                  <a:pt x="295" y="303"/>
                </a:moveTo>
                <a:cubicBezTo>
                  <a:pt x="295" y="318"/>
                  <a:pt x="295" y="318"/>
                  <a:pt x="295" y="318"/>
                </a:cubicBezTo>
                <a:cubicBezTo>
                  <a:pt x="295" y="318"/>
                  <a:pt x="295" y="318"/>
                  <a:pt x="295" y="318"/>
                </a:cubicBezTo>
                <a:cubicBezTo>
                  <a:pt x="295" y="303"/>
                  <a:pt x="295" y="303"/>
                  <a:pt x="295" y="303"/>
                </a:cubicBezTo>
                <a:cubicBezTo>
                  <a:pt x="295" y="303"/>
                  <a:pt x="295" y="303"/>
                  <a:pt x="295" y="303"/>
                </a:cubicBezTo>
                <a:close/>
                <a:moveTo>
                  <a:pt x="295" y="335"/>
                </a:moveTo>
                <a:cubicBezTo>
                  <a:pt x="295" y="336"/>
                  <a:pt x="295" y="336"/>
                  <a:pt x="295" y="336"/>
                </a:cubicBezTo>
                <a:cubicBezTo>
                  <a:pt x="295" y="337"/>
                  <a:pt x="295" y="338"/>
                  <a:pt x="295" y="339"/>
                </a:cubicBezTo>
                <a:cubicBezTo>
                  <a:pt x="295" y="332"/>
                  <a:pt x="295" y="332"/>
                  <a:pt x="295" y="332"/>
                </a:cubicBezTo>
                <a:cubicBezTo>
                  <a:pt x="295" y="333"/>
                  <a:pt x="295" y="334"/>
                  <a:pt x="295" y="335"/>
                </a:cubicBezTo>
                <a:close/>
                <a:moveTo>
                  <a:pt x="295" y="366"/>
                </a:moveTo>
                <a:cubicBezTo>
                  <a:pt x="295" y="376"/>
                  <a:pt x="295" y="376"/>
                  <a:pt x="295" y="376"/>
                </a:cubicBezTo>
                <a:cubicBezTo>
                  <a:pt x="295" y="376"/>
                  <a:pt x="295" y="376"/>
                  <a:pt x="295" y="376"/>
                </a:cubicBezTo>
                <a:cubicBezTo>
                  <a:pt x="295" y="376"/>
                  <a:pt x="295" y="376"/>
                  <a:pt x="295" y="376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81"/>
                  <a:pt x="295" y="381"/>
                  <a:pt x="295" y="381"/>
                </a:cubicBezTo>
                <a:cubicBezTo>
                  <a:pt x="295" y="367"/>
                  <a:pt x="295" y="367"/>
                  <a:pt x="295" y="367"/>
                </a:cubicBezTo>
                <a:cubicBezTo>
                  <a:pt x="295" y="366"/>
                  <a:pt x="295" y="366"/>
                  <a:pt x="295" y="366"/>
                </a:cubicBezTo>
                <a:close/>
                <a:moveTo>
                  <a:pt x="295" y="388"/>
                </a:moveTo>
                <a:cubicBezTo>
                  <a:pt x="295" y="393"/>
                  <a:pt x="295" y="393"/>
                  <a:pt x="295" y="393"/>
                </a:cubicBezTo>
                <a:cubicBezTo>
                  <a:pt x="295" y="394"/>
                  <a:pt x="295" y="394"/>
                  <a:pt x="295" y="394"/>
                </a:cubicBezTo>
                <a:cubicBezTo>
                  <a:pt x="295" y="388"/>
                  <a:pt x="295" y="388"/>
                  <a:pt x="295" y="388"/>
                </a:cubicBezTo>
                <a:cubicBezTo>
                  <a:pt x="295" y="388"/>
                  <a:pt x="295" y="388"/>
                  <a:pt x="295" y="388"/>
                </a:cubicBezTo>
                <a:close/>
                <a:moveTo>
                  <a:pt x="295" y="400"/>
                </a:moveTo>
                <a:cubicBezTo>
                  <a:pt x="295" y="405"/>
                  <a:pt x="295" y="405"/>
                  <a:pt x="295" y="405"/>
                </a:cubicBezTo>
                <a:cubicBezTo>
                  <a:pt x="295" y="405"/>
                  <a:pt x="295" y="405"/>
                  <a:pt x="295" y="405"/>
                </a:cubicBezTo>
                <a:cubicBezTo>
                  <a:pt x="295" y="400"/>
                  <a:pt x="295" y="400"/>
                  <a:pt x="295" y="400"/>
                </a:cubicBezTo>
                <a:cubicBezTo>
                  <a:pt x="295" y="400"/>
                  <a:pt x="295" y="400"/>
                  <a:pt x="295" y="400"/>
                </a:cubicBezTo>
                <a:close/>
                <a:moveTo>
                  <a:pt x="295" y="414"/>
                </a:moveTo>
                <a:cubicBezTo>
                  <a:pt x="295" y="421"/>
                  <a:pt x="295" y="421"/>
                  <a:pt x="295" y="421"/>
                </a:cubicBezTo>
                <a:cubicBezTo>
                  <a:pt x="294" y="423"/>
                  <a:pt x="295" y="425"/>
                  <a:pt x="295" y="429"/>
                </a:cubicBezTo>
                <a:cubicBezTo>
                  <a:pt x="295" y="429"/>
                  <a:pt x="295" y="429"/>
                  <a:pt x="295" y="429"/>
                </a:cubicBezTo>
                <a:cubicBezTo>
                  <a:pt x="295" y="440"/>
                  <a:pt x="295" y="440"/>
                  <a:pt x="295" y="440"/>
                </a:cubicBezTo>
                <a:cubicBezTo>
                  <a:pt x="295" y="439"/>
                  <a:pt x="295" y="439"/>
                  <a:pt x="295" y="439"/>
                </a:cubicBezTo>
                <a:cubicBezTo>
                  <a:pt x="295" y="414"/>
                  <a:pt x="295" y="414"/>
                  <a:pt x="295" y="414"/>
                </a:cubicBezTo>
                <a:cubicBezTo>
                  <a:pt x="295" y="414"/>
                  <a:pt x="295" y="414"/>
                  <a:pt x="295" y="414"/>
                </a:cubicBezTo>
                <a:close/>
                <a:moveTo>
                  <a:pt x="295" y="486"/>
                </a:moveTo>
                <a:cubicBezTo>
                  <a:pt x="295" y="492"/>
                  <a:pt x="295" y="492"/>
                  <a:pt x="295" y="492"/>
                </a:cubicBezTo>
                <a:cubicBezTo>
                  <a:pt x="295" y="492"/>
                  <a:pt x="295" y="492"/>
                  <a:pt x="295" y="492"/>
                </a:cubicBezTo>
                <a:cubicBezTo>
                  <a:pt x="295" y="486"/>
                  <a:pt x="295" y="486"/>
                  <a:pt x="295" y="486"/>
                </a:cubicBezTo>
                <a:cubicBezTo>
                  <a:pt x="295" y="486"/>
                  <a:pt x="295" y="486"/>
                  <a:pt x="295" y="486"/>
                </a:cubicBezTo>
                <a:close/>
                <a:moveTo>
                  <a:pt x="295" y="497"/>
                </a:moveTo>
                <a:cubicBezTo>
                  <a:pt x="295" y="502"/>
                  <a:pt x="295" y="502"/>
                  <a:pt x="295" y="502"/>
                </a:cubicBezTo>
                <a:cubicBezTo>
                  <a:pt x="295" y="502"/>
                  <a:pt x="295" y="502"/>
                  <a:pt x="295" y="502"/>
                </a:cubicBezTo>
                <a:cubicBezTo>
                  <a:pt x="295" y="497"/>
                  <a:pt x="295" y="497"/>
                  <a:pt x="295" y="497"/>
                </a:cubicBezTo>
                <a:cubicBezTo>
                  <a:pt x="295" y="497"/>
                  <a:pt x="295" y="497"/>
                  <a:pt x="295" y="497"/>
                </a:cubicBezTo>
                <a:close/>
                <a:moveTo>
                  <a:pt x="295" y="512"/>
                </a:moveTo>
                <a:cubicBezTo>
                  <a:pt x="295" y="522"/>
                  <a:pt x="295" y="522"/>
                  <a:pt x="295" y="522"/>
                </a:cubicBezTo>
                <a:cubicBezTo>
                  <a:pt x="295" y="522"/>
                  <a:pt x="295" y="522"/>
                  <a:pt x="295" y="522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6"/>
                  <a:pt x="295" y="516"/>
                  <a:pt x="295" y="516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5" y="512"/>
                  <a:pt x="295" y="512"/>
                  <a:pt x="295" y="512"/>
                </a:cubicBezTo>
                <a:cubicBezTo>
                  <a:pt x="295" y="512"/>
                  <a:pt x="295" y="512"/>
                  <a:pt x="295" y="512"/>
                </a:cubicBezTo>
                <a:close/>
                <a:moveTo>
                  <a:pt x="295" y="542"/>
                </a:moveTo>
                <a:cubicBezTo>
                  <a:pt x="295" y="546"/>
                  <a:pt x="295" y="546"/>
                  <a:pt x="295" y="546"/>
                </a:cubicBezTo>
                <a:cubicBezTo>
                  <a:pt x="295" y="546"/>
                  <a:pt x="295" y="545"/>
                  <a:pt x="295" y="545"/>
                </a:cubicBezTo>
                <a:cubicBezTo>
                  <a:pt x="295" y="542"/>
                  <a:pt x="295" y="542"/>
                  <a:pt x="295" y="542"/>
                </a:cubicBezTo>
                <a:cubicBezTo>
                  <a:pt x="295" y="542"/>
                  <a:pt x="295" y="542"/>
                  <a:pt x="295" y="542"/>
                </a:cubicBezTo>
                <a:close/>
                <a:moveTo>
                  <a:pt x="295" y="586"/>
                </a:moveTo>
                <a:cubicBezTo>
                  <a:pt x="295" y="591"/>
                  <a:pt x="295" y="591"/>
                  <a:pt x="295" y="591"/>
                </a:cubicBezTo>
                <a:cubicBezTo>
                  <a:pt x="295" y="591"/>
                  <a:pt x="295" y="591"/>
                  <a:pt x="295" y="591"/>
                </a:cubicBezTo>
                <a:cubicBezTo>
                  <a:pt x="295" y="586"/>
                  <a:pt x="295" y="586"/>
                  <a:pt x="295" y="586"/>
                </a:cubicBezTo>
                <a:cubicBezTo>
                  <a:pt x="295" y="586"/>
                  <a:pt x="295" y="586"/>
                  <a:pt x="295" y="586"/>
                </a:cubicBezTo>
                <a:close/>
                <a:moveTo>
                  <a:pt x="295" y="610"/>
                </a:moveTo>
                <a:cubicBezTo>
                  <a:pt x="295" y="617"/>
                  <a:pt x="295" y="617"/>
                  <a:pt x="295" y="617"/>
                </a:cubicBezTo>
                <a:cubicBezTo>
                  <a:pt x="295" y="617"/>
                  <a:pt x="295" y="617"/>
                  <a:pt x="295" y="617"/>
                </a:cubicBezTo>
                <a:cubicBezTo>
                  <a:pt x="295" y="609"/>
                  <a:pt x="295" y="609"/>
                  <a:pt x="295" y="609"/>
                </a:cubicBezTo>
                <a:cubicBezTo>
                  <a:pt x="295" y="610"/>
                  <a:pt x="295" y="610"/>
                  <a:pt x="295" y="610"/>
                </a:cubicBezTo>
                <a:close/>
                <a:moveTo>
                  <a:pt x="295" y="669"/>
                </a:moveTo>
                <a:cubicBezTo>
                  <a:pt x="295" y="681"/>
                  <a:pt x="295" y="681"/>
                  <a:pt x="295" y="681"/>
                </a:cubicBezTo>
                <a:cubicBezTo>
                  <a:pt x="295" y="681"/>
                  <a:pt x="295" y="681"/>
                  <a:pt x="295" y="681"/>
                </a:cubicBezTo>
                <a:cubicBezTo>
                  <a:pt x="295" y="669"/>
                  <a:pt x="295" y="669"/>
                  <a:pt x="295" y="669"/>
                </a:cubicBezTo>
                <a:cubicBezTo>
                  <a:pt x="295" y="669"/>
                  <a:pt x="295" y="669"/>
                  <a:pt x="295" y="669"/>
                </a:cubicBezTo>
                <a:close/>
                <a:moveTo>
                  <a:pt x="295" y="734"/>
                </a:moveTo>
                <a:cubicBezTo>
                  <a:pt x="295" y="746"/>
                  <a:pt x="295" y="746"/>
                  <a:pt x="295" y="746"/>
                </a:cubicBezTo>
                <a:cubicBezTo>
                  <a:pt x="295" y="746"/>
                  <a:pt x="295" y="746"/>
                  <a:pt x="295" y="746"/>
                </a:cubicBezTo>
                <a:cubicBezTo>
                  <a:pt x="295" y="734"/>
                  <a:pt x="295" y="734"/>
                  <a:pt x="295" y="734"/>
                </a:cubicBezTo>
                <a:close/>
                <a:moveTo>
                  <a:pt x="293" y="14"/>
                </a:moveTo>
                <a:cubicBezTo>
                  <a:pt x="293" y="14"/>
                  <a:pt x="294" y="14"/>
                  <a:pt x="295" y="14"/>
                </a:cubicBezTo>
                <a:cubicBezTo>
                  <a:pt x="295" y="22"/>
                  <a:pt x="295" y="22"/>
                  <a:pt x="295" y="22"/>
                </a:cubicBezTo>
                <a:cubicBezTo>
                  <a:pt x="294" y="22"/>
                  <a:pt x="293" y="22"/>
                  <a:pt x="293" y="22"/>
                </a:cubicBezTo>
                <a:cubicBezTo>
                  <a:pt x="293" y="14"/>
                  <a:pt x="293" y="14"/>
                  <a:pt x="293" y="14"/>
                </a:cubicBezTo>
                <a:close/>
                <a:moveTo>
                  <a:pt x="295" y="781"/>
                </a:moveTo>
                <a:cubicBezTo>
                  <a:pt x="293" y="781"/>
                  <a:pt x="293" y="781"/>
                  <a:pt x="293" y="781"/>
                </a:cubicBezTo>
                <a:cubicBezTo>
                  <a:pt x="293" y="772"/>
                  <a:pt x="293" y="772"/>
                  <a:pt x="293" y="772"/>
                </a:cubicBezTo>
                <a:cubicBezTo>
                  <a:pt x="293" y="772"/>
                  <a:pt x="294" y="773"/>
                  <a:pt x="295" y="773"/>
                </a:cubicBezTo>
                <a:cubicBezTo>
                  <a:pt x="295" y="781"/>
                  <a:pt x="295" y="781"/>
                  <a:pt x="295" y="781"/>
                </a:cubicBezTo>
                <a:close/>
                <a:moveTo>
                  <a:pt x="295" y="31"/>
                </a:moveTo>
                <a:cubicBezTo>
                  <a:pt x="295" y="44"/>
                  <a:pt x="295" y="44"/>
                  <a:pt x="295" y="44"/>
                </a:cubicBezTo>
                <a:cubicBezTo>
                  <a:pt x="294" y="43"/>
                  <a:pt x="294" y="43"/>
                  <a:pt x="293" y="42"/>
                </a:cubicBezTo>
                <a:cubicBezTo>
                  <a:pt x="293" y="29"/>
                  <a:pt x="293" y="29"/>
                  <a:pt x="293" y="29"/>
                </a:cubicBezTo>
                <a:cubicBezTo>
                  <a:pt x="293" y="30"/>
                  <a:pt x="294" y="30"/>
                  <a:pt x="295" y="31"/>
                </a:cubicBezTo>
                <a:close/>
                <a:moveTo>
                  <a:pt x="295" y="53"/>
                </a:moveTo>
                <a:cubicBezTo>
                  <a:pt x="295" y="61"/>
                  <a:pt x="295" y="61"/>
                  <a:pt x="295" y="61"/>
                </a:cubicBezTo>
                <a:cubicBezTo>
                  <a:pt x="293" y="62"/>
                  <a:pt x="293" y="62"/>
                  <a:pt x="293" y="62"/>
                </a:cubicBezTo>
                <a:cubicBezTo>
                  <a:pt x="293" y="54"/>
                  <a:pt x="293" y="54"/>
                  <a:pt x="293" y="54"/>
                </a:cubicBezTo>
                <a:cubicBezTo>
                  <a:pt x="293" y="54"/>
                  <a:pt x="294" y="53"/>
                  <a:pt x="295" y="53"/>
                </a:cubicBezTo>
                <a:close/>
                <a:moveTo>
                  <a:pt x="295" y="82"/>
                </a:moveTo>
                <a:cubicBezTo>
                  <a:pt x="295" y="118"/>
                  <a:pt x="295" y="118"/>
                  <a:pt x="295" y="118"/>
                </a:cubicBezTo>
                <a:cubicBezTo>
                  <a:pt x="294" y="118"/>
                  <a:pt x="293" y="119"/>
                  <a:pt x="293" y="119"/>
                </a:cubicBezTo>
                <a:cubicBezTo>
                  <a:pt x="293" y="101"/>
                  <a:pt x="293" y="101"/>
                  <a:pt x="293" y="101"/>
                </a:cubicBezTo>
                <a:cubicBezTo>
                  <a:pt x="293" y="101"/>
                  <a:pt x="294" y="101"/>
                  <a:pt x="294" y="101"/>
                </a:cubicBezTo>
                <a:cubicBezTo>
                  <a:pt x="294" y="97"/>
                  <a:pt x="293" y="93"/>
                  <a:pt x="293" y="89"/>
                </a:cubicBezTo>
                <a:cubicBezTo>
                  <a:pt x="293" y="86"/>
                  <a:pt x="293" y="86"/>
                  <a:pt x="293" y="86"/>
                </a:cubicBezTo>
                <a:cubicBezTo>
                  <a:pt x="293" y="84"/>
                  <a:pt x="294" y="83"/>
                  <a:pt x="295" y="82"/>
                </a:cubicBezTo>
                <a:close/>
                <a:moveTo>
                  <a:pt x="295" y="141"/>
                </a:moveTo>
                <a:cubicBezTo>
                  <a:pt x="295" y="164"/>
                  <a:pt x="295" y="164"/>
                  <a:pt x="295" y="164"/>
                </a:cubicBezTo>
                <a:cubicBezTo>
                  <a:pt x="294" y="164"/>
                  <a:pt x="293" y="164"/>
                  <a:pt x="293" y="164"/>
                </a:cubicBezTo>
                <a:cubicBezTo>
                  <a:pt x="293" y="142"/>
                  <a:pt x="293" y="142"/>
                  <a:pt x="293" y="142"/>
                </a:cubicBezTo>
                <a:cubicBezTo>
                  <a:pt x="294" y="142"/>
                  <a:pt x="294" y="141"/>
                  <a:pt x="295" y="141"/>
                </a:cubicBezTo>
                <a:close/>
                <a:moveTo>
                  <a:pt x="295" y="187"/>
                </a:moveTo>
                <a:cubicBezTo>
                  <a:pt x="295" y="193"/>
                  <a:pt x="295" y="193"/>
                  <a:pt x="295" y="193"/>
                </a:cubicBezTo>
                <a:cubicBezTo>
                  <a:pt x="294" y="194"/>
                  <a:pt x="294" y="194"/>
                  <a:pt x="294" y="194"/>
                </a:cubicBezTo>
                <a:cubicBezTo>
                  <a:pt x="295" y="194"/>
                  <a:pt x="295" y="194"/>
                  <a:pt x="295" y="194"/>
                </a:cubicBezTo>
                <a:cubicBezTo>
                  <a:pt x="295" y="201"/>
                  <a:pt x="295" y="201"/>
                  <a:pt x="295" y="201"/>
                </a:cubicBezTo>
                <a:cubicBezTo>
                  <a:pt x="294" y="201"/>
                  <a:pt x="293" y="201"/>
                  <a:pt x="293" y="200"/>
                </a:cubicBezTo>
                <a:cubicBezTo>
                  <a:pt x="293" y="188"/>
                  <a:pt x="293" y="188"/>
                  <a:pt x="293" y="188"/>
                </a:cubicBezTo>
                <a:cubicBezTo>
                  <a:pt x="293" y="187"/>
                  <a:pt x="294" y="187"/>
                  <a:pt x="295" y="187"/>
                </a:cubicBezTo>
                <a:close/>
                <a:moveTo>
                  <a:pt x="295" y="212"/>
                </a:moveTo>
                <a:cubicBezTo>
                  <a:pt x="295" y="218"/>
                  <a:pt x="295" y="218"/>
                  <a:pt x="295" y="218"/>
                </a:cubicBezTo>
                <a:cubicBezTo>
                  <a:pt x="294" y="218"/>
                  <a:pt x="293" y="218"/>
                  <a:pt x="293" y="219"/>
                </a:cubicBezTo>
                <a:cubicBezTo>
                  <a:pt x="293" y="212"/>
                  <a:pt x="293" y="212"/>
                  <a:pt x="293" y="212"/>
                </a:cubicBezTo>
                <a:cubicBezTo>
                  <a:pt x="295" y="212"/>
                  <a:pt x="295" y="212"/>
                  <a:pt x="295" y="212"/>
                </a:cubicBezTo>
                <a:close/>
                <a:moveTo>
                  <a:pt x="295" y="282"/>
                </a:moveTo>
                <a:cubicBezTo>
                  <a:pt x="295" y="289"/>
                  <a:pt x="295" y="289"/>
                  <a:pt x="295" y="289"/>
                </a:cubicBezTo>
                <a:cubicBezTo>
                  <a:pt x="294" y="290"/>
                  <a:pt x="293" y="290"/>
                  <a:pt x="293" y="291"/>
                </a:cubicBezTo>
                <a:cubicBezTo>
                  <a:pt x="293" y="280"/>
                  <a:pt x="293" y="280"/>
                  <a:pt x="293" y="280"/>
                </a:cubicBezTo>
                <a:cubicBezTo>
                  <a:pt x="295" y="282"/>
                  <a:pt x="295" y="282"/>
                  <a:pt x="295" y="282"/>
                </a:cubicBezTo>
                <a:close/>
                <a:moveTo>
                  <a:pt x="295" y="303"/>
                </a:moveTo>
                <a:cubicBezTo>
                  <a:pt x="295" y="318"/>
                  <a:pt x="295" y="318"/>
                  <a:pt x="295" y="318"/>
                </a:cubicBezTo>
                <a:cubicBezTo>
                  <a:pt x="294" y="317"/>
                  <a:pt x="293" y="317"/>
                  <a:pt x="293" y="316"/>
                </a:cubicBezTo>
                <a:cubicBezTo>
                  <a:pt x="293" y="305"/>
                  <a:pt x="293" y="305"/>
                  <a:pt x="293" y="305"/>
                </a:cubicBezTo>
                <a:cubicBezTo>
                  <a:pt x="293" y="305"/>
                  <a:pt x="294" y="304"/>
                  <a:pt x="295" y="303"/>
                </a:cubicBezTo>
                <a:close/>
                <a:moveTo>
                  <a:pt x="295" y="332"/>
                </a:moveTo>
                <a:cubicBezTo>
                  <a:pt x="295" y="339"/>
                  <a:pt x="295" y="339"/>
                  <a:pt x="295" y="339"/>
                </a:cubicBezTo>
                <a:cubicBezTo>
                  <a:pt x="294" y="341"/>
                  <a:pt x="294" y="342"/>
                  <a:pt x="293" y="343"/>
                </a:cubicBezTo>
                <a:cubicBezTo>
                  <a:pt x="293" y="329"/>
                  <a:pt x="293" y="329"/>
                  <a:pt x="293" y="329"/>
                </a:cubicBezTo>
                <a:cubicBezTo>
                  <a:pt x="293" y="329"/>
                  <a:pt x="294" y="329"/>
                  <a:pt x="294" y="330"/>
                </a:cubicBezTo>
                <a:cubicBezTo>
                  <a:pt x="294" y="330"/>
                  <a:pt x="294" y="331"/>
                  <a:pt x="295" y="332"/>
                </a:cubicBezTo>
                <a:close/>
                <a:moveTo>
                  <a:pt x="295" y="367"/>
                </a:moveTo>
                <a:cubicBezTo>
                  <a:pt x="295" y="381"/>
                  <a:pt x="295" y="381"/>
                  <a:pt x="295" y="381"/>
                </a:cubicBezTo>
                <a:cubicBezTo>
                  <a:pt x="294" y="383"/>
                  <a:pt x="293" y="386"/>
                  <a:pt x="293" y="388"/>
                </a:cubicBezTo>
                <a:cubicBezTo>
                  <a:pt x="293" y="372"/>
                  <a:pt x="293" y="372"/>
                  <a:pt x="293" y="372"/>
                </a:cubicBezTo>
                <a:cubicBezTo>
                  <a:pt x="293" y="370"/>
                  <a:pt x="294" y="369"/>
                  <a:pt x="295" y="367"/>
                </a:cubicBezTo>
                <a:close/>
                <a:moveTo>
                  <a:pt x="295" y="388"/>
                </a:moveTo>
                <a:cubicBezTo>
                  <a:pt x="295" y="394"/>
                  <a:pt x="295" y="394"/>
                  <a:pt x="295" y="394"/>
                </a:cubicBezTo>
                <a:cubicBezTo>
                  <a:pt x="294" y="395"/>
                  <a:pt x="293" y="396"/>
                  <a:pt x="293" y="397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88"/>
                  <a:pt x="294" y="388"/>
                  <a:pt x="295" y="388"/>
                </a:cubicBezTo>
                <a:close/>
                <a:moveTo>
                  <a:pt x="295" y="400"/>
                </a:moveTo>
                <a:cubicBezTo>
                  <a:pt x="295" y="405"/>
                  <a:pt x="295" y="405"/>
                  <a:pt x="295" y="405"/>
                </a:cubicBezTo>
                <a:cubicBezTo>
                  <a:pt x="294" y="405"/>
                  <a:pt x="294" y="405"/>
                  <a:pt x="294" y="405"/>
                </a:cubicBezTo>
                <a:cubicBezTo>
                  <a:pt x="293" y="408"/>
                  <a:pt x="293" y="410"/>
                  <a:pt x="293" y="413"/>
                </a:cubicBezTo>
                <a:cubicBezTo>
                  <a:pt x="293" y="401"/>
                  <a:pt x="293" y="401"/>
                  <a:pt x="293" y="401"/>
                </a:cubicBezTo>
                <a:cubicBezTo>
                  <a:pt x="293" y="401"/>
                  <a:pt x="294" y="400"/>
                  <a:pt x="295" y="400"/>
                </a:cubicBezTo>
                <a:close/>
                <a:moveTo>
                  <a:pt x="295" y="414"/>
                </a:moveTo>
                <a:cubicBezTo>
                  <a:pt x="295" y="439"/>
                  <a:pt x="295" y="439"/>
                  <a:pt x="295" y="439"/>
                </a:cubicBezTo>
                <a:cubicBezTo>
                  <a:pt x="294" y="437"/>
                  <a:pt x="293" y="435"/>
                  <a:pt x="293" y="433"/>
                </a:cubicBezTo>
                <a:cubicBezTo>
                  <a:pt x="293" y="415"/>
                  <a:pt x="293" y="415"/>
                  <a:pt x="293" y="415"/>
                </a:cubicBezTo>
                <a:cubicBezTo>
                  <a:pt x="295" y="414"/>
                  <a:pt x="295" y="414"/>
                  <a:pt x="295" y="414"/>
                </a:cubicBezTo>
                <a:close/>
                <a:moveTo>
                  <a:pt x="295" y="486"/>
                </a:moveTo>
                <a:cubicBezTo>
                  <a:pt x="295" y="492"/>
                  <a:pt x="295" y="492"/>
                  <a:pt x="295" y="492"/>
                </a:cubicBezTo>
                <a:cubicBezTo>
                  <a:pt x="294" y="492"/>
                  <a:pt x="293" y="493"/>
                  <a:pt x="293" y="493"/>
                </a:cubicBezTo>
                <a:cubicBezTo>
                  <a:pt x="293" y="488"/>
                  <a:pt x="293" y="488"/>
                  <a:pt x="293" y="488"/>
                </a:cubicBezTo>
                <a:cubicBezTo>
                  <a:pt x="293" y="487"/>
                  <a:pt x="294" y="487"/>
                  <a:pt x="295" y="486"/>
                </a:cubicBezTo>
                <a:close/>
                <a:moveTo>
                  <a:pt x="295" y="497"/>
                </a:moveTo>
                <a:cubicBezTo>
                  <a:pt x="295" y="502"/>
                  <a:pt x="295" y="502"/>
                  <a:pt x="295" y="502"/>
                </a:cubicBezTo>
                <a:cubicBezTo>
                  <a:pt x="294" y="501"/>
                  <a:pt x="293" y="501"/>
                  <a:pt x="293" y="501"/>
                </a:cubicBezTo>
                <a:cubicBezTo>
                  <a:pt x="293" y="496"/>
                  <a:pt x="293" y="496"/>
                  <a:pt x="293" y="496"/>
                </a:cubicBezTo>
                <a:cubicBezTo>
                  <a:pt x="294" y="497"/>
                  <a:pt x="294" y="497"/>
                  <a:pt x="295" y="497"/>
                </a:cubicBezTo>
                <a:close/>
                <a:moveTo>
                  <a:pt x="295" y="512"/>
                </a:moveTo>
                <a:cubicBezTo>
                  <a:pt x="295" y="516"/>
                  <a:pt x="295" y="516"/>
                  <a:pt x="295" y="516"/>
                </a:cubicBezTo>
                <a:cubicBezTo>
                  <a:pt x="294" y="516"/>
                  <a:pt x="293" y="515"/>
                  <a:pt x="293" y="515"/>
                </a:cubicBezTo>
                <a:cubicBezTo>
                  <a:pt x="293" y="511"/>
                  <a:pt x="293" y="511"/>
                  <a:pt x="293" y="511"/>
                </a:cubicBezTo>
                <a:cubicBezTo>
                  <a:pt x="295" y="512"/>
                  <a:pt x="295" y="512"/>
                  <a:pt x="295" y="512"/>
                </a:cubicBezTo>
                <a:close/>
                <a:moveTo>
                  <a:pt x="295" y="516"/>
                </a:moveTo>
                <a:cubicBezTo>
                  <a:pt x="295" y="522"/>
                  <a:pt x="295" y="522"/>
                  <a:pt x="295" y="522"/>
                </a:cubicBezTo>
                <a:cubicBezTo>
                  <a:pt x="294" y="522"/>
                  <a:pt x="294" y="523"/>
                  <a:pt x="293" y="523"/>
                </a:cubicBezTo>
                <a:cubicBezTo>
                  <a:pt x="293" y="523"/>
                  <a:pt x="293" y="523"/>
                  <a:pt x="293" y="523"/>
                </a:cubicBezTo>
                <a:cubicBezTo>
                  <a:pt x="293" y="518"/>
                  <a:pt x="293" y="518"/>
                  <a:pt x="293" y="518"/>
                </a:cubicBezTo>
                <a:cubicBezTo>
                  <a:pt x="293" y="518"/>
                  <a:pt x="294" y="517"/>
                  <a:pt x="295" y="516"/>
                </a:cubicBezTo>
                <a:close/>
                <a:moveTo>
                  <a:pt x="295" y="542"/>
                </a:moveTo>
                <a:cubicBezTo>
                  <a:pt x="295" y="545"/>
                  <a:pt x="295" y="545"/>
                  <a:pt x="295" y="545"/>
                </a:cubicBezTo>
                <a:cubicBezTo>
                  <a:pt x="294" y="544"/>
                  <a:pt x="294" y="544"/>
                  <a:pt x="294" y="543"/>
                </a:cubicBezTo>
                <a:cubicBezTo>
                  <a:pt x="295" y="542"/>
                  <a:pt x="295" y="542"/>
                  <a:pt x="295" y="542"/>
                </a:cubicBezTo>
                <a:close/>
                <a:moveTo>
                  <a:pt x="295" y="586"/>
                </a:moveTo>
                <a:cubicBezTo>
                  <a:pt x="295" y="591"/>
                  <a:pt x="295" y="591"/>
                  <a:pt x="295" y="591"/>
                </a:cubicBezTo>
                <a:cubicBezTo>
                  <a:pt x="294" y="590"/>
                  <a:pt x="293" y="590"/>
                  <a:pt x="293" y="590"/>
                </a:cubicBezTo>
                <a:cubicBezTo>
                  <a:pt x="293" y="584"/>
                  <a:pt x="293" y="584"/>
                  <a:pt x="293" y="584"/>
                </a:cubicBezTo>
                <a:cubicBezTo>
                  <a:pt x="293" y="585"/>
                  <a:pt x="294" y="585"/>
                  <a:pt x="295" y="586"/>
                </a:cubicBezTo>
                <a:close/>
                <a:moveTo>
                  <a:pt x="295" y="609"/>
                </a:moveTo>
                <a:cubicBezTo>
                  <a:pt x="295" y="617"/>
                  <a:pt x="295" y="617"/>
                  <a:pt x="295" y="617"/>
                </a:cubicBezTo>
                <a:cubicBezTo>
                  <a:pt x="294" y="617"/>
                  <a:pt x="293" y="617"/>
                  <a:pt x="293" y="616"/>
                </a:cubicBezTo>
                <a:cubicBezTo>
                  <a:pt x="293" y="607"/>
                  <a:pt x="293" y="607"/>
                  <a:pt x="293" y="607"/>
                </a:cubicBezTo>
                <a:cubicBezTo>
                  <a:pt x="293" y="608"/>
                  <a:pt x="294" y="609"/>
                  <a:pt x="295" y="609"/>
                </a:cubicBezTo>
                <a:close/>
                <a:moveTo>
                  <a:pt x="295" y="669"/>
                </a:moveTo>
                <a:cubicBezTo>
                  <a:pt x="295" y="681"/>
                  <a:pt x="295" y="681"/>
                  <a:pt x="295" y="681"/>
                </a:cubicBezTo>
                <a:cubicBezTo>
                  <a:pt x="293" y="680"/>
                  <a:pt x="293" y="680"/>
                  <a:pt x="293" y="680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5" y="669"/>
                  <a:pt x="295" y="669"/>
                  <a:pt x="295" y="669"/>
                </a:cubicBezTo>
                <a:close/>
                <a:moveTo>
                  <a:pt x="295" y="734"/>
                </a:moveTo>
                <a:cubicBezTo>
                  <a:pt x="295" y="746"/>
                  <a:pt x="295" y="746"/>
                  <a:pt x="295" y="746"/>
                </a:cubicBezTo>
                <a:cubicBezTo>
                  <a:pt x="294" y="745"/>
                  <a:pt x="294" y="745"/>
                  <a:pt x="293" y="744"/>
                </a:cubicBezTo>
                <a:cubicBezTo>
                  <a:pt x="293" y="733"/>
                  <a:pt x="293" y="733"/>
                  <a:pt x="293" y="733"/>
                </a:cubicBezTo>
                <a:cubicBezTo>
                  <a:pt x="293" y="733"/>
                  <a:pt x="294" y="734"/>
                  <a:pt x="295" y="734"/>
                </a:cubicBezTo>
                <a:close/>
                <a:moveTo>
                  <a:pt x="293" y="468"/>
                </a:moveTo>
                <a:cubicBezTo>
                  <a:pt x="293" y="462"/>
                  <a:pt x="293" y="462"/>
                  <a:pt x="293" y="462"/>
                </a:cubicBezTo>
                <a:cubicBezTo>
                  <a:pt x="294" y="465"/>
                  <a:pt x="295" y="467"/>
                  <a:pt x="293" y="468"/>
                </a:cubicBezTo>
                <a:close/>
                <a:moveTo>
                  <a:pt x="293" y="452"/>
                </a:moveTo>
                <a:cubicBezTo>
                  <a:pt x="293" y="448"/>
                  <a:pt x="293" y="448"/>
                  <a:pt x="293" y="448"/>
                </a:cubicBezTo>
                <a:cubicBezTo>
                  <a:pt x="293" y="450"/>
                  <a:pt x="293" y="451"/>
                  <a:pt x="293" y="452"/>
                </a:cubicBezTo>
                <a:close/>
                <a:moveTo>
                  <a:pt x="291" y="15"/>
                </a:moveTo>
                <a:cubicBezTo>
                  <a:pt x="291" y="15"/>
                  <a:pt x="292" y="15"/>
                  <a:pt x="293" y="14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2" y="23"/>
                  <a:pt x="291" y="23"/>
                  <a:pt x="291" y="23"/>
                </a:cubicBezTo>
                <a:cubicBezTo>
                  <a:pt x="291" y="15"/>
                  <a:pt x="291" y="15"/>
                  <a:pt x="291" y="15"/>
                </a:cubicBezTo>
                <a:close/>
                <a:moveTo>
                  <a:pt x="293" y="781"/>
                </a:moveTo>
                <a:cubicBezTo>
                  <a:pt x="291" y="780"/>
                  <a:pt x="291" y="780"/>
                  <a:pt x="291" y="780"/>
                </a:cubicBezTo>
                <a:cubicBezTo>
                  <a:pt x="291" y="771"/>
                  <a:pt x="291" y="771"/>
                  <a:pt x="291" y="771"/>
                </a:cubicBezTo>
                <a:cubicBezTo>
                  <a:pt x="291" y="771"/>
                  <a:pt x="292" y="772"/>
                  <a:pt x="293" y="772"/>
                </a:cubicBezTo>
                <a:cubicBezTo>
                  <a:pt x="293" y="781"/>
                  <a:pt x="293" y="781"/>
                  <a:pt x="293" y="781"/>
                </a:cubicBezTo>
                <a:close/>
                <a:moveTo>
                  <a:pt x="293" y="29"/>
                </a:moveTo>
                <a:cubicBezTo>
                  <a:pt x="293" y="42"/>
                  <a:pt x="293" y="42"/>
                  <a:pt x="293" y="42"/>
                </a:cubicBezTo>
                <a:cubicBezTo>
                  <a:pt x="292" y="41"/>
                  <a:pt x="291" y="40"/>
                  <a:pt x="291" y="39"/>
                </a:cubicBezTo>
                <a:cubicBezTo>
                  <a:pt x="291" y="27"/>
                  <a:pt x="291" y="27"/>
                  <a:pt x="291" y="27"/>
                </a:cubicBezTo>
                <a:cubicBezTo>
                  <a:pt x="291" y="28"/>
                  <a:pt x="292" y="29"/>
                  <a:pt x="293" y="29"/>
                </a:cubicBezTo>
                <a:close/>
                <a:moveTo>
                  <a:pt x="293" y="54"/>
                </a:moveTo>
                <a:cubicBezTo>
                  <a:pt x="293" y="62"/>
                  <a:pt x="293" y="62"/>
                  <a:pt x="293" y="62"/>
                </a:cubicBezTo>
                <a:cubicBezTo>
                  <a:pt x="292" y="62"/>
                  <a:pt x="291" y="62"/>
                  <a:pt x="291" y="63"/>
                </a:cubicBezTo>
                <a:cubicBezTo>
                  <a:pt x="291" y="55"/>
                  <a:pt x="291" y="55"/>
                  <a:pt x="291" y="55"/>
                </a:cubicBezTo>
                <a:cubicBezTo>
                  <a:pt x="291" y="54"/>
                  <a:pt x="292" y="54"/>
                  <a:pt x="293" y="54"/>
                </a:cubicBezTo>
                <a:close/>
                <a:moveTo>
                  <a:pt x="293" y="86"/>
                </a:moveTo>
                <a:cubicBezTo>
                  <a:pt x="293" y="89"/>
                  <a:pt x="293" y="89"/>
                  <a:pt x="293" y="89"/>
                </a:cubicBezTo>
                <a:cubicBezTo>
                  <a:pt x="293" y="88"/>
                  <a:pt x="293" y="86"/>
                  <a:pt x="293" y="86"/>
                </a:cubicBezTo>
                <a:close/>
                <a:moveTo>
                  <a:pt x="293" y="101"/>
                </a:moveTo>
                <a:cubicBezTo>
                  <a:pt x="293" y="119"/>
                  <a:pt x="293" y="119"/>
                  <a:pt x="293" y="119"/>
                </a:cubicBezTo>
                <a:cubicBezTo>
                  <a:pt x="292" y="120"/>
                  <a:pt x="291" y="120"/>
                  <a:pt x="291" y="121"/>
                </a:cubicBezTo>
                <a:cubicBezTo>
                  <a:pt x="291" y="102"/>
                  <a:pt x="291" y="102"/>
                  <a:pt x="291" y="102"/>
                </a:cubicBezTo>
                <a:cubicBezTo>
                  <a:pt x="291" y="102"/>
                  <a:pt x="292" y="102"/>
                  <a:pt x="293" y="101"/>
                </a:cubicBezTo>
                <a:close/>
                <a:moveTo>
                  <a:pt x="293" y="142"/>
                </a:moveTo>
                <a:cubicBezTo>
                  <a:pt x="293" y="164"/>
                  <a:pt x="293" y="164"/>
                  <a:pt x="293" y="164"/>
                </a:cubicBezTo>
                <a:cubicBezTo>
                  <a:pt x="292" y="164"/>
                  <a:pt x="291" y="164"/>
                  <a:pt x="291" y="165"/>
                </a:cubicBezTo>
                <a:cubicBezTo>
                  <a:pt x="291" y="144"/>
                  <a:pt x="291" y="144"/>
                  <a:pt x="291" y="144"/>
                </a:cubicBezTo>
                <a:cubicBezTo>
                  <a:pt x="291" y="144"/>
                  <a:pt x="292" y="143"/>
                  <a:pt x="293" y="142"/>
                </a:cubicBezTo>
                <a:close/>
                <a:moveTo>
                  <a:pt x="293" y="188"/>
                </a:moveTo>
                <a:cubicBezTo>
                  <a:pt x="293" y="200"/>
                  <a:pt x="293" y="200"/>
                  <a:pt x="293" y="200"/>
                </a:cubicBezTo>
                <a:cubicBezTo>
                  <a:pt x="292" y="200"/>
                  <a:pt x="291" y="200"/>
                  <a:pt x="291" y="199"/>
                </a:cubicBezTo>
                <a:cubicBezTo>
                  <a:pt x="291" y="189"/>
                  <a:pt x="291" y="189"/>
                  <a:pt x="291" y="189"/>
                </a:cubicBezTo>
                <a:cubicBezTo>
                  <a:pt x="291" y="188"/>
                  <a:pt x="292" y="188"/>
                  <a:pt x="293" y="188"/>
                </a:cubicBezTo>
                <a:close/>
                <a:moveTo>
                  <a:pt x="293" y="212"/>
                </a:moveTo>
                <a:cubicBezTo>
                  <a:pt x="293" y="219"/>
                  <a:pt x="293" y="219"/>
                  <a:pt x="293" y="219"/>
                </a:cubicBezTo>
                <a:cubicBezTo>
                  <a:pt x="292" y="219"/>
                  <a:pt x="291" y="220"/>
                  <a:pt x="291" y="220"/>
                </a:cubicBezTo>
                <a:cubicBezTo>
                  <a:pt x="291" y="211"/>
                  <a:pt x="291" y="211"/>
                  <a:pt x="291" y="211"/>
                </a:cubicBezTo>
                <a:cubicBezTo>
                  <a:pt x="293" y="212"/>
                  <a:pt x="293" y="212"/>
                  <a:pt x="293" y="212"/>
                </a:cubicBezTo>
                <a:cubicBezTo>
                  <a:pt x="293" y="212"/>
                  <a:pt x="293" y="212"/>
                  <a:pt x="293" y="212"/>
                </a:cubicBezTo>
                <a:close/>
                <a:moveTo>
                  <a:pt x="293" y="280"/>
                </a:moveTo>
                <a:cubicBezTo>
                  <a:pt x="293" y="291"/>
                  <a:pt x="293" y="291"/>
                  <a:pt x="293" y="291"/>
                </a:cubicBezTo>
                <a:cubicBezTo>
                  <a:pt x="292" y="292"/>
                  <a:pt x="291" y="293"/>
                  <a:pt x="291" y="294"/>
                </a:cubicBezTo>
                <a:cubicBezTo>
                  <a:pt x="291" y="278"/>
                  <a:pt x="291" y="278"/>
                  <a:pt x="291" y="278"/>
                </a:cubicBezTo>
                <a:cubicBezTo>
                  <a:pt x="293" y="280"/>
                  <a:pt x="293" y="280"/>
                  <a:pt x="293" y="280"/>
                </a:cubicBezTo>
                <a:close/>
                <a:moveTo>
                  <a:pt x="293" y="305"/>
                </a:moveTo>
                <a:cubicBezTo>
                  <a:pt x="293" y="316"/>
                  <a:pt x="293" y="316"/>
                  <a:pt x="293" y="316"/>
                </a:cubicBezTo>
                <a:cubicBezTo>
                  <a:pt x="292" y="315"/>
                  <a:pt x="291" y="315"/>
                  <a:pt x="291" y="314"/>
                </a:cubicBezTo>
                <a:cubicBezTo>
                  <a:pt x="291" y="309"/>
                  <a:pt x="291" y="309"/>
                  <a:pt x="291" y="309"/>
                </a:cubicBezTo>
                <a:cubicBezTo>
                  <a:pt x="291" y="307"/>
                  <a:pt x="292" y="306"/>
                  <a:pt x="293" y="305"/>
                </a:cubicBezTo>
                <a:close/>
                <a:moveTo>
                  <a:pt x="293" y="329"/>
                </a:moveTo>
                <a:cubicBezTo>
                  <a:pt x="293" y="343"/>
                  <a:pt x="293" y="343"/>
                  <a:pt x="293" y="343"/>
                </a:cubicBezTo>
                <a:cubicBezTo>
                  <a:pt x="292" y="345"/>
                  <a:pt x="291" y="346"/>
                  <a:pt x="291" y="347"/>
                </a:cubicBezTo>
                <a:cubicBezTo>
                  <a:pt x="291" y="326"/>
                  <a:pt x="291" y="326"/>
                  <a:pt x="291" y="326"/>
                </a:cubicBezTo>
                <a:cubicBezTo>
                  <a:pt x="291" y="327"/>
                  <a:pt x="292" y="328"/>
                  <a:pt x="293" y="329"/>
                </a:cubicBezTo>
                <a:close/>
                <a:moveTo>
                  <a:pt x="293" y="372"/>
                </a:moveTo>
                <a:cubicBezTo>
                  <a:pt x="293" y="388"/>
                  <a:pt x="293" y="388"/>
                  <a:pt x="293" y="388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89"/>
                  <a:pt x="293" y="389"/>
                  <a:pt x="293" y="389"/>
                </a:cubicBezTo>
                <a:cubicBezTo>
                  <a:pt x="293" y="397"/>
                  <a:pt x="293" y="397"/>
                  <a:pt x="293" y="397"/>
                </a:cubicBezTo>
                <a:cubicBezTo>
                  <a:pt x="292" y="398"/>
                  <a:pt x="292" y="400"/>
                  <a:pt x="291" y="402"/>
                </a:cubicBezTo>
                <a:cubicBezTo>
                  <a:pt x="292" y="402"/>
                  <a:pt x="293" y="401"/>
                  <a:pt x="293" y="401"/>
                </a:cubicBezTo>
                <a:cubicBezTo>
                  <a:pt x="293" y="413"/>
                  <a:pt x="293" y="413"/>
                  <a:pt x="293" y="413"/>
                </a:cubicBezTo>
                <a:cubicBezTo>
                  <a:pt x="293" y="414"/>
                  <a:pt x="293" y="415"/>
                  <a:pt x="293" y="416"/>
                </a:cubicBezTo>
                <a:cubicBezTo>
                  <a:pt x="293" y="415"/>
                  <a:pt x="293" y="415"/>
                  <a:pt x="293" y="415"/>
                </a:cubicBezTo>
                <a:cubicBezTo>
                  <a:pt x="293" y="433"/>
                  <a:pt x="293" y="433"/>
                  <a:pt x="293" y="433"/>
                </a:cubicBezTo>
                <a:cubicBezTo>
                  <a:pt x="292" y="429"/>
                  <a:pt x="291" y="426"/>
                  <a:pt x="291" y="422"/>
                </a:cubicBezTo>
                <a:cubicBezTo>
                  <a:pt x="291" y="381"/>
                  <a:pt x="291" y="381"/>
                  <a:pt x="291" y="381"/>
                </a:cubicBezTo>
                <a:cubicBezTo>
                  <a:pt x="291" y="378"/>
                  <a:pt x="292" y="375"/>
                  <a:pt x="293" y="372"/>
                </a:cubicBezTo>
                <a:close/>
                <a:moveTo>
                  <a:pt x="293" y="448"/>
                </a:moveTo>
                <a:cubicBezTo>
                  <a:pt x="293" y="452"/>
                  <a:pt x="293" y="452"/>
                  <a:pt x="293" y="452"/>
                </a:cubicBezTo>
                <a:cubicBezTo>
                  <a:pt x="293" y="453"/>
                  <a:pt x="292" y="455"/>
                  <a:pt x="291" y="457"/>
                </a:cubicBezTo>
                <a:cubicBezTo>
                  <a:pt x="291" y="447"/>
                  <a:pt x="291" y="447"/>
                  <a:pt x="291" y="447"/>
                </a:cubicBezTo>
                <a:cubicBezTo>
                  <a:pt x="291" y="447"/>
                  <a:pt x="292" y="447"/>
                  <a:pt x="293" y="447"/>
                </a:cubicBezTo>
                <a:cubicBezTo>
                  <a:pt x="293" y="448"/>
                  <a:pt x="293" y="448"/>
                  <a:pt x="293" y="448"/>
                </a:cubicBezTo>
                <a:close/>
                <a:moveTo>
                  <a:pt x="293" y="462"/>
                </a:moveTo>
                <a:cubicBezTo>
                  <a:pt x="293" y="468"/>
                  <a:pt x="293" y="468"/>
                  <a:pt x="293" y="468"/>
                </a:cubicBezTo>
                <a:cubicBezTo>
                  <a:pt x="292" y="469"/>
                  <a:pt x="291" y="469"/>
                  <a:pt x="291" y="469"/>
                </a:cubicBezTo>
                <a:cubicBezTo>
                  <a:pt x="291" y="459"/>
                  <a:pt x="291" y="459"/>
                  <a:pt x="291" y="459"/>
                </a:cubicBezTo>
                <a:cubicBezTo>
                  <a:pt x="291" y="460"/>
                  <a:pt x="292" y="461"/>
                  <a:pt x="293" y="462"/>
                </a:cubicBezTo>
                <a:close/>
                <a:moveTo>
                  <a:pt x="293" y="488"/>
                </a:moveTo>
                <a:cubicBezTo>
                  <a:pt x="293" y="493"/>
                  <a:pt x="293" y="493"/>
                  <a:pt x="293" y="493"/>
                </a:cubicBezTo>
                <a:cubicBezTo>
                  <a:pt x="293" y="494"/>
                  <a:pt x="292" y="495"/>
                  <a:pt x="291" y="496"/>
                </a:cubicBezTo>
                <a:cubicBezTo>
                  <a:pt x="292" y="496"/>
                  <a:pt x="293" y="496"/>
                  <a:pt x="293" y="496"/>
                </a:cubicBezTo>
                <a:cubicBezTo>
                  <a:pt x="293" y="501"/>
                  <a:pt x="293" y="501"/>
                  <a:pt x="293" y="501"/>
                </a:cubicBezTo>
                <a:cubicBezTo>
                  <a:pt x="292" y="501"/>
                  <a:pt x="291" y="500"/>
                  <a:pt x="291" y="500"/>
                </a:cubicBezTo>
                <a:cubicBezTo>
                  <a:pt x="291" y="490"/>
                  <a:pt x="291" y="490"/>
                  <a:pt x="291" y="490"/>
                </a:cubicBezTo>
                <a:cubicBezTo>
                  <a:pt x="291" y="489"/>
                  <a:pt x="292" y="489"/>
                  <a:pt x="293" y="488"/>
                </a:cubicBezTo>
                <a:close/>
                <a:moveTo>
                  <a:pt x="293" y="511"/>
                </a:moveTo>
                <a:cubicBezTo>
                  <a:pt x="293" y="515"/>
                  <a:pt x="293" y="515"/>
                  <a:pt x="293" y="515"/>
                </a:cubicBezTo>
                <a:cubicBezTo>
                  <a:pt x="292" y="514"/>
                  <a:pt x="291" y="514"/>
                  <a:pt x="291" y="513"/>
                </a:cubicBezTo>
                <a:cubicBezTo>
                  <a:pt x="291" y="509"/>
                  <a:pt x="291" y="509"/>
                  <a:pt x="291" y="509"/>
                </a:cubicBezTo>
                <a:cubicBezTo>
                  <a:pt x="291" y="510"/>
                  <a:pt x="292" y="510"/>
                  <a:pt x="293" y="511"/>
                </a:cubicBezTo>
                <a:close/>
                <a:moveTo>
                  <a:pt x="293" y="518"/>
                </a:moveTo>
                <a:cubicBezTo>
                  <a:pt x="293" y="523"/>
                  <a:pt x="293" y="523"/>
                  <a:pt x="293" y="523"/>
                </a:cubicBezTo>
                <a:cubicBezTo>
                  <a:pt x="291" y="526"/>
                  <a:pt x="291" y="526"/>
                  <a:pt x="291" y="526"/>
                </a:cubicBezTo>
                <a:cubicBezTo>
                  <a:pt x="291" y="519"/>
                  <a:pt x="291" y="519"/>
                  <a:pt x="291" y="519"/>
                </a:cubicBezTo>
                <a:cubicBezTo>
                  <a:pt x="291" y="519"/>
                  <a:pt x="292" y="518"/>
                  <a:pt x="293" y="518"/>
                </a:cubicBezTo>
                <a:close/>
                <a:moveTo>
                  <a:pt x="293" y="584"/>
                </a:moveTo>
                <a:cubicBezTo>
                  <a:pt x="293" y="590"/>
                  <a:pt x="293" y="590"/>
                  <a:pt x="293" y="590"/>
                </a:cubicBezTo>
                <a:cubicBezTo>
                  <a:pt x="292" y="590"/>
                  <a:pt x="292" y="589"/>
                  <a:pt x="291" y="589"/>
                </a:cubicBezTo>
                <a:cubicBezTo>
                  <a:pt x="291" y="598"/>
                  <a:pt x="290" y="603"/>
                  <a:pt x="293" y="607"/>
                </a:cubicBezTo>
                <a:cubicBezTo>
                  <a:pt x="293" y="616"/>
                  <a:pt x="293" y="616"/>
                  <a:pt x="293" y="616"/>
                </a:cubicBezTo>
                <a:cubicBezTo>
                  <a:pt x="292" y="616"/>
                  <a:pt x="291" y="616"/>
                  <a:pt x="291" y="615"/>
                </a:cubicBezTo>
                <a:cubicBezTo>
                  <a:pt x="291" y="583"/>
                  <a:pt x="291" y="583"/>
                  <a:pt x="291" y="583"/>
                </a:cubicBezTo>
                <a:cubicBezTo>
                  <a:pt x="291" y="584"/>
                  <a:pt x="292" y="584"/>
                  <a:pt x="293" y="584"/>
                </a:cubicBezTo>
                <a:close/>
                <a:moveTo>
                  <a:pt x="293" y="668"/>
                </a:moveTo>
                <a:cubicBezTo>
                  <a:pt x="293" y="680"/>
                  <a:pt x="293" y="680"/>
                  <a:pt x="293" y="680"/>
                </a:cubicBezTo>
                <a:cubicBezTo>
                  <a:pt x="291" y="679"/>
                  <a:pt x="291" y="679"/>
                  <a:pt x="291" y="679"/>
                </a:cubicBezTo>
                <a:cubicBezTo>
                  <a:pt x="291" y="667"/>
                  <a:pt x="291" y="667"/>
                  <a:pt x="291" y="667"/>
                </a:cubicBezTo>
                <a:cubicBezTo>
                  <a:pt x="293" y="668"/>
                  <a:pt x="293" y="668"/>
                  <a:pt x="293" y="668"/>
                </a:cubicBezTo>
                <a:close/>
                <a:moveTo>
                  <a:pt x="293" y="733"/>
                </a:moveTo>
                <a:cubicBezTo>
                  <a:pt x="293" y="744"/>
                  <a:pt x="293" y="744"/>
                  <a:pt x="293" y="744"/>
                </a:cubicBezTo>
                <a:cubicBezTo>
                  <a:pt x="292" y="743"/>
                  <a:pt x="291" y="743"/>
                  <a:pt x="291" y="742"/>
                </a:cubicBezTo>
                <a:cubicBezTo>
                  <a:pt x="291" y="732"/>
                  <a:pt x="291" y="732"/>
                  <a:pt x="291" y="732"/>
                </a:cubicBezTo>
                <a:cubicBezTo>
                  <a:pt x="291" y="732"/>
                  <a:pt x="292" y="732"/>
                  <a:pt x="293" y="733"/>
                </a:cubicBezTo>
                <a:close/>
                <a:moveTo>
                  <a:pt x="289" y="16"/>
                </a:moveTo>
                <a:cubicBezTo>
                  <a:pt x="291" y="15"/>
                  <a:pt x="291" y="15"/>
                  <a:pt x="291" y="15"/>
                </a:cubicBezTo>
                <a:cubicBezTo>
                  <a:pt x="291" y="23"/>
                  <a:pt x="291" y="23"/>
                  <a:pt x="291" y="23"/>
                </a:cubicBezTo>
                <a:cubicBezTo>
                  <a:pt x="290" y="23"/>
                  <a:pt x="289" y="23"/>
                  <a:pt x="289" y="23"/>
                </a:cubicBezTo>
                <a:cubicBezTo>
                  <a:pt x="289" y="24"/>
                  <a:pt x="289" y="24"/>
                  <a:pt x="289" y="24"/>
                </a:cubicBezTo>
                <a:cubicBezTo>
                  <a:pt x="289" y="16"/>
                  <a:pt x="289" y="16"/>
                  <a:pt x="289" y="16"/>
                </a:cubicBezTo>
                <a:close/>
                <a:moveTo>
                  <a:pt x="291" y="780"/>
                </a:moveTo>
                <a:cubicBezTo>
                  <a:pt x="289" y="780"/>
                  <a:pt x="289" y="780"/>
                  <a:pt x="289" y="780"/>
                </a:cubicBezTo>
                <a:cubicBezTo>
                  <a:pt x="289" y="770"/>
                  <a:pt x="289" y="770"/>
                  <a:pt x="289" y="770"/>
                </a:cubicBezTo>
                <a:cubicBezTo>
                  <a:pt x="289" y="770"/>
                  <a:pt x="290" y="770"/>
                  <a:pt x="291" y="771"/>
                </a:cubicBezTo>
                <a:cubicBezTo>
                  <a:pt x="291" y="780"/>
                  <a:pt x="291" y="780"/>
                  <a:pt x="291" y="780"/>
                </a:cubicBezTo>
                <a:close/>
                <a:moveTo>
                  <a:pt x="291" y="27"/>
                </a:moveTo>
                <a:cubicBezTo>
                  <a:pt x="291" y="39"/>
                  <a:pt x="291" y="39"/>
                  <a:pt x="291" y="39"/>
                </a:cubicBezTo>
                <a:cubicBezTo>
                  <a:pt x="289" y="37"/>
                  <a:pt x="289" y="37"/>
                  <a:pt x="289" y="37"/>
                </a:cubicBezTo>
                <a:cubicBezTo>
                  <a:pt x="289" y="27"/>
                  <a:pt x="289" y="27"/>
                  <a:pt x="289" y="27"/>
                </a:cubicBezTo>
                <a:cubicBezTo>
                  <a:pt x="289" y="27"/>
                  <a:pt x="290" y="27"/>
                  <a:pt x="291" y="27"/>
                </a:cubicBezTo>
                <a:close/>
                <a:moveTo>
                  <a:pt x="291" y="55"/>
                </a:moveTo>
                <a:cubicBezTo>
                  <a:pt x="291" y="63"/>
                  <a:pt x="291" y="63"/>
                  <a:pt x="291" y="63"/>
                </a:cubicBezTo>
                <a:cubicBezTo>
                  <a:pt x="289" y="63"/>
                  <a:pt x="289" y="63"/>
                  <a:pt x="289" y="63"/>
                </a:cubicBezTo>
                <a:cubicBezTo>
                  <a:pt x="289" y="55"/>
                  <a:pt x="289" y="55"/>
                  <a:pt x="289" y="55"/>
                </a:cubicBezTo>
                <a:cubicBezTo>
                  <a:pt x="289" y="55"/>
                  <a:pt x="290" y="55"/>
                  <a:pt x="291" y="55"/>
                </a:cubicBezTo>
                <a:close/>
                <a:moveTo>
                  <a:pt x="291" y="102"/>
                </a:moveTo>
                <a:cubicBezTo>
                  <a:pt x="291" y="121"/>
                  <a:pt x="291" y="121"/>
                  <a:pt x="291" y="121"/>
                </a:cubicBezTo>
                <a:cubicBezTo>
                  <a:pt x="289" y="122"/>
                  <a:pt x="289" y="122"/>
                  <a:pt x="289" y="122"/>
                </a:cubicBezTo>
                <a:cubicBezTo>
                  <a:pt x="289" y="103"/>
                  <a:pt x="289" y="103"/>
                  <a:pt x="289" y="103"/>
                </a:cubicBezTo>
                <a:cubicBezTo>
                  <a:pt x="291" y="102"/>
                  <a:pt x="291" y="102"/>
                  <a:pt x="291" y="102"/>
                </a:cubicBezTo>
                <a:close/>
                <a:moveTo>
                  <a:pt x="291" y="144"/>
                </a:moveTo>
                <a:cubicBezTo>
                  <a:pt x="291" y="165"/>
                  <a:pt x="291" y="165"/>
                  <a:pt x="291" y="165"/>
                </a:cubicBezTo>
                <a:cubicBezTo>
                  <a:pt x="290" y="165"/>
                  <a:pt x="289" y="165"/>
                  <a:pt x="289" y="165"/>
                </a:cubicBezTo>
                <a:cubicBezTo>
                  <a:pt x="289" y="145"/>
                  <a:pt x="289" y="145"/>
                  <a:pt x="289" y="145"/>
                </a:cubicBezTo>
                <a:cubicBezTo>
                  <a:pt x="289" y="145"/>
                  <a:pt x="290" y="145"/>
                  <a:pt x="291" y="144"/>
                </a:cubicBezTo>
                <a:close/>
                <a:moveTo>
                  <a:pt x="291" y="189"/>
                </a:moveTo>
                <a:cubicBezTo>
                  <a:pt x="291" y="199"/>
                  <a:pt x="291" y="199"/>
                  <a:pt x="291" y="199"/>
                </a:cubicBezTo>
                <a:cubicBezTo>
                  <a:pt x="290" y="199"/>
                  <a:pt x="289" y="199"/>
                  <a:pt x="289" y="199"/>
                </a:cubicBezTo>
                <a:cubicBezTo>
                  <a:pt x="289" y="190"/>
                  <a:pt x="289" y="190"/>
                  <a:pt x="289" y="190"/>
                </a:cubicBezTo>
                <a:cubicBezTo>
                  <a:pt x="289" y="189"/>
                  <a:pt x="290" y="189"/>
                  <a:pt x="291" y="189"/>
                </a:cubicBezTo>
                <a:close/>
                <a:moveTo>
                  <a:pt x="291" y="211"/>
                </a:moveTo>
                <a:cubicBezTo>
                  <a:pt x="291" y="220"/>
                  <a:pt x="291" y="220"/>
                  <a:pt x="291" y="220"/>
                </a:cubicBezTo>
                <a:cubicBezTo>
                  <a:pt x="290" y="221"/>
                  <a:pt x="289" y="221"/>
                  <a:pt x="289" y="222"/>
                </a:cubicBezTo>
                <a:cubicBezTo>
                  <a:pt x="289" y="210"/>
                  <a:pt x="289" y="210"/>
                  <a:pt x="289" y="210"/>
                </a:cubicBezTo>
                <a:cubicBezTo>
                  <a:pt x="291" y="211"/>
                  <a:pt x="291" y="211"/>
                  <a:pt x="291" y="211"/>
                </a:cubicBezTo>
                <a:close/>
                <a:moveTo>
                  <a:pt x="291" y="278"/>
                </a:moveTo>
                <a:cubicBezTo>
                  <a:pt x="291" y="294"/>
                  <a:pt x="291" y="294"/>
                  <a:pt x="291" y="294"/>
                </a:cubicBezTo>
                <a:cubicBezTo>
                  <a:pt x="290" y="295"/>
                  <a:pt x="289" y="296"/>
                  <a:pt x="289" y="297"/>
                </a:cubicBezTo>
                <a:cubicBezTo>
                  <a:pt x="289" y="290"/>
                  <a:pt x="289" y="290"/>
                  <a:pt x="289" y="290"/>
                </a:cubicBezTo>
                <a:cubicBezTo>
                  <a:pt x="290" y="287"/>
                  <a:pt x="291" y="283"/>
                  <a:pt x="289" y="281"/>
                </a:cubicBezTo>
                <a:cubicBezTo>
                  <a:pt x="289" y="276"/>
                  <a:pt x="289" y="276"/>
                  <a:pt x="289" y="276"/>
                </a:cubicBezTo>
                <a:cubicBezTo>
                  <a:pt x="291" y="278"/>
                  <a:pt x="291" y="278"/>
                  <a:pt x="291" y="278"/>
                </a:cubicBezTo>
                <a:close/>
                <a:moveTo>
                  <a:pt x="291" y="309"/>
                </a:moveTo>
                <a:cubicBezTo>
                  <a:pt x="291" y="314"/>
                  <a:pt x="291" y="314"/>
                  <a:pt x="291" y="314"/>
                </a:cubicBezTo>
                <a:cubicBezTo>
                  <a:pt x="289" y="313"/>
                  <a:pt x="289" y="313"/>
                  <a:pt x="289" y="313"/>
                </a:cubicBezTo>
                <a:cubicBezTo>
                  <a:pt x="289" y="307"/>
                  <a:pt x="289" y="307"/>
                  <a:pt x="289" y="307"/>
                </a:cubicBezTo>
                <a:cubicBezTo>
                  <a:pt x="289" y="307"/>
                  <a:pt x="290" y="308"/>
                  <a:pt x="290" y="309"/>
                </a:cubicBezTo>
                <a:cubicBezTo>
                  <a:pt x="291" y="309"/>
                  <a:pt x="291" y="309"/>
                  <a:pt x="291" y="309"/>
                </a:cubicBezTo>
                <a:close/>
                <a:moveTo>
                  <a:pt x="291" y="326"/>
                </a:moveTo>
                <a:cubicBezTo>
                  <a:pt x="291" y="347"/>
                  <a:pt x="291" y="347"/>
                  <a:pt x="291" y="347"/>
                </a:cubicBezTo>
                <a:cubicBezTo>
                  <a:pt x="290" y="347"/>
                  <a:pt x="289" y="348"/>
                  <a:pt x="289" y="348"/>
                </a:cubicBezTo>
                <a:cubicBezTo>
                  <a:pt x="289" y="325"/>
                  <a:pt x="289" y="325"/>
                  <a:pt x="289" y="325"/>
                </a:cubicBezTo>
                <a:cubicBezTo>
                  <a:pt x="289" y="325"/>
                  <a:pt x="290" y="326"/>
                  <a:pt x="291" y="326"/>
                </a:cubicBezTo>
                <a:close/>
                <a:moveTo>
                  <a:pt x="291" y="381"/>
                </a:moveTo>
                <a:cubicBezTo>
                  <a:pt x="291" y="422"/>
                  <a:pt x="291" y="422"/>
                  <a:pt x="291" y="422"/>
                </a:cubicBezTo>
                <a:cubicBezTo>
                  <a:pt x="290" y="420"/>
                  <a:pt x="289" y="417"/>
                  <a:pt x="289" y="415"/>
                </a:cubicBezTo>
                <a:cubicBezTo>
                  <a:pt x="289" y="415"/>
                  <a:pt x="289" y="415"/>
                  <a:pt x="289" y="415"/>
                </a:cubicBezTo>
                <a:cubicBezTo>
                  <a:pt x="289" y="410"/>
                  <a:pt x="289" y="410"/>
                  <a:pt x="289" y="410"/>
                </a:cubicBezTo>
                <a:cubicBezTo>
                  <a:pt x="289" y="410"/>
                  <a:pt x="289" y="410"/>
                  <a:pt x="289" y="410"/>
                </a:cubicBezTo>
                <a:cubicBezTo>
                  <a:pt x="289" y="404"/>
                  <a:pt x="289" y="399"/>
                  <a:pt x="289" y="393"/>
                </a:cubicBezTo>
                <a:cubicBezTo>
                  <a:pt x="289" y="393"/>
                  <a:pt x="289" y="393"/>
                  <a:pt x="289" y="393"/>
                </a:cubicBezTo>
                <a:cubicBezTo>
                  <a:pt x="289" y="387"/>
                  <a:pt x="289" y="387"/>
                  <a:pt x="289" y="387"/>
                </a:cubicBezTo>
                <a:cubicBezTo>
                  <a:pt x="289" y="385"/>
                  <a:pt x="290" y="383"/>
                  <a:pt x="291" y="381"/>
                </a:cubicBezTo>
                <a:close/>
                <a:moveTo>
                  <a:pt x="291" y="447"/>
                </a:moveTo>
                <a:cubicBezTo>
                  <a:pt x="291" y="457"/>
                  <a:pt x="291" y="457"/>
                  <a:pt x="291" y="457"/>
                </a:cubicBezTo>
                <a:cubicBezTo>
                  <a:pt x="290" y="457"/>
                  <a:pt x="290" y="457"/>
                  <a:pt x="290" y="457"/>
                </a:cubicBezTo>
                <a:cubicBezTo>
                  <a:pt x="290" y="458"/>
                  <a:pt x="290" y="458"/>
                  <a:pt x="291" y="459"/>
                </a:cubicBezTo>
                <a:cubicBezTo>
                  <a:pt x="291" y="469"/>
                  <a:pt x="291" y="469"/>
                  <a:pt x="291" y="469"/>
                </a:cubicBezTo>
                <a:cubicBezTo>
                  <a:pt x="290" y="469"/>
                  <a:pt x="290" y="469"/>
                  <a:pt x="290" y="469"/>
                </a:cubicBezTo>
                <a:cubicBezTo>
                  <a:pt x="290" y="469"/>
                  <a:pt x="289" y="468"/>
                  <a:pt x="289" y="468"/>
                </a:cubicBezTo>
                <a:cubicBezTo>
                  <a:pt x="289" y="447"/>
                  <a:pt x="289" y="447"/>
                  <a:pt x="289" y="447"/>
                </a:cubicBezTo>
                <a:cubicBezTo>
                  <a:pt x="289" y="447"/>
                  <a:pt x="290" y="447"/>
                  <a:pt x="291" y="447"/>
                </a:cubicBezTo>
                <a:close/>
                <a:moveTo>
                  <a:pt x="291" y="490"/>
                </a:moveTo>
                <a:cubicBezTo>
                  <a:pt x="291" y="500"/>
                  <a:pt x="291" y="500"/>
                  <a:pt x="291" y="500"/>
                </a:cubicBezTo>
                <a:cubicBezTo>
                  <a:pt x="290" y="500"/>
                  <a:pt x="289" y="500"/>
                  <a:pt x="289" y="500"/>
                </a:cubicBezTo>
                <a:cubicBezTo>
                  <a:pt x="289" y="492"/>
                  <a:pt x="289" y="492"/>
                  <a:pt x="289" y="492"/>
                </a:cubicBezTo>
                <a:cubicBezTo>
                  <a:pt x="289" y="492"/>
                  <a:pt x="290" y="491"/>
                  <a:pt x="291" y="490"/>
                </a:cubicBezTo>
                <a:close/>
                <a:moveTo>
                  <a:pt x="291" y="509"/>
                </a:moveTo>
                <a:cubicBezTo>
                  <a:pt x="291" y="513"/>
                  <a:pt x="291" y="513"/>
                  <a:pt x="291" y="513"/>
                </a:cubicBezTo>
                <a:cubicBezTo>
                  <a:pt x="290" y="513"/>
                  <a:pt x="289" y="512"/>
                  <a:pt x="289" y="512"/>
                </a:cubicBezTo>
                <a:cubicBezTo>
                  <a:pt x="289" y="508"/>
                  <a:pt x="289" y="508"/>
                  <a:pt x="289" y="508"/>
                </a:cubicBezTo>
                <a:cubicBezTo>
                  <a:pt x="291" y="509"/>
                  <a:pt x="291" y="509"/>
                  <a:pt x="291" y="509"/>
                </a:cubicBezTo>
                <a:close/>
                <a:moveTo>
                  <a:pt x="291" y="519"/>
                </a:moveTo>
                <a:cubicBezTo>
                  <a:pt x="291" y="526"/>
                  <a:pt x="291" y="526"/>
                  <a:pt x="291" y="526"/>
                </a:cubicBezTo>
                <a:cubicBezTo>
                  <a:pt x="289" y="527"/>
                  <a:pt x="289" y="527"/>
                  <a:pt x="289" y="527"/>
                </a:cubicBezTo>
                <a:cubicBezTo>
                  <a:pt x="289" y="520"/>
                  <a:pt x="289" y="520"/>
                  <a:pt x="289" y="520"/>
                </a:cubicBezTo>
                <a:cubicBezTo>
                  <a:pt x="289" y="520"/>
                  <a:pt x="290" y="519"/>
                  <a:pt x="291" y="519"/>
                </a:cubicBezTo>
                <a:close/>
                <a:moveTo>
                  <a:pt x="291" y="583"/>
                </a:moveTo>
                <a:cubicBezTo>
                  <a:pt x="291" y="615"/>
                  <a:pt x="291" y="615"/>
                  <a:pt x="291" y="615"/>
                </a:cubicBezTo>
                <a:cubicBezTo>
                  <a:pt x="290" y="615"/>
                  <a:pt x="289" y="614"/>
                  <a:pt x="289" y="614"/>
                </a:cubicBezTo>
                <a:cubicBezTo>
                  <a:pt x="289" y="582"/>
                  <a:pt x="289" y="582"/>
                  <a:pt x="289" y="582"/>
                </a:cubicBezTo>
                <a:cubicBezTo>
                  <a:pt x="291" y="583"/>
                  <a:pt x="291" y="583"/>
                  <a:pt x="291" y="583"/>
                </a:cubicBezTo>
                <a:close/>
                <a:moveTo>
                  <a:pt x="291" y="667"/>
                </a:moveTo>
                <a:cubicBezTo>
                  <a:pt x="291" y="679"/>
                  <a:pt x="291" y="679"/>
                  <a:pt x="291" y="679"/>
                </a:cubicBezTo>
                <a:cubicBezTo>
                  <a:pt x="289" y="679"/>
                  <a:pt x="289" y="679"/>
                  <a:pt x="289" y="679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91" y="667"/>
                  <a:pt x="291" y="667"/>
                  <a:pt x="291" y="667"/>
                </a:cubicBezTo>
                <a:close/>
                <a:moveTo>
                  <a:pt x="291" y="732"/>
                </a:moveTo>
                <a:cubicBezTo>
                  <a:pt x="291" y="742"/>
                  <a:pt x="291" y="742"/>
                  <a:pt x="291" y="742"/>
                </a:cubicBezTo>
                <a:cubicBezTo>
                  <a:pt x="290" y="741"/>
                  <a:pt x="289" y="741"/>
                  <a:pt x="289" y="741"/>
                </a:cubicBezTo>
                <a:cubicBezTo>
                  <a:pt x="289" y="731"/>
                  <a:pt x="289" y="731"/>
                  <a:pt x="289" y="731"/>
                </a:cubicBezTo>
                <a:cubicBezTo>
                  <a:pt x="289" y="732"/>
                  <a:pt x="290" y="732"/>
                  <a:pt x="291" y="732"/>
                </a:cubicBezTo>
                <a:close/>
                <a:moveTo>
                  <a:pt x="286" y="17"/>
                </a:moveTo>
                <a:cubicBezTo>
                  <a:pt x="287" y="17"/>
                  <a:pt x="288" y="16"/>
                  <a:pt x="289" y="16"/>
                </a:cubicBezTo>
                <a:cubicBezTo>
                  <a:pt x="289" y="24"/>
                  <a:pt x="289" y="24"/>
                  <a:pt x="289" y="24"/>
                </a:cubicBezTo>
                <a:cubicBezTo>
                  <a:pt x="289" y="25"/>
                  <a:pt x="288" y="25"/>
                  <a:pt x="288" y="26"/>
                </a:cubicBezTo>
                <a:cubicBezTo>
                  <a:pt x="288" y="26"/>
                  <a:pt x="289" y="27"/>
                  <a:pt x="289" y="27"/>
                </a:cubicBezTo>
                <a:cubicBezTo>
                  <a:pt x="289" y="37"/>
                  <a:pt x="289" y="37"/>
                  <a:pt x="289" y="37"/>
                </a:cubicBezTo>
                <a:cubicBezTo>
                  <a:pt x="287" y="35"/>
                  <a:pt x="287" y="35"/>
                  <a:pt x="287" y="35"/>
                </a:cubicBezTo>
                <a:cubicBezTo>
                  <a:pt x="286" y="35"/>
                  <a:pt x="286" y="35"/>
                  <a:pt x="286" y="35"/>
                </a:cubicBezTo>
                <a:cubicBezTo>
                  <a:pt x="286" y="17"/>
                  <a:pt x="286" y="17"/>
                  <a:pt x="286" y="17"/>
                </a:cubicBezTo>
                <a:close/>
                <a:moveTo>
                  <a:pt x="289" y="780"/>
                </a:moveTo>
                <a:cubicBezTo>
                  <a:pt x="288" y="780"/>
                  <a:pt x="288" y="780"/>
                  <a:pt x="288" y="780"/>
                </a:cubicBezTo>
                <a:cubicBezTo>
                  <a:pt x="287" y="779"/>
                  <a:pt x="286" y="779"/>
                  <a:pt x="286" y="779"/>
                </a:cubicBezTo>
                <a:cubicBezTo>
                  <a:pt x="286" y="767"/>
                  <a:pt x="286" y="767"/>
                  <a:pt x="286" y="767"/>
                </a:cubicBezTo>
                <a:cubicBezTo>
                  <a:pt x="287" y="768"/>
                  <a:pt x="288" y="769"/>
                  <a:pt x="289" y="770"/>
                </a:cubicBezTo>
                <a:cubicBezTo>
                  <a:pt x="289" y="780"/>
                  <a:pt x="289" y="780"/>
                  <a:pt x="289" y="780"/>
                </a:cubicBezTo>
                <a:close/>
                <a:moveTo>
                  <a:pt x="289" y="55"/>
                </a:moveTo>
                <a:cubicBezTo>
                  <a:pt x="289" y="63"/>
                  <a:pt x="289" y="63"/>
                  <a:pt x="289" y="63"/>
                </a:cubicBezTo>
                <a:cubicBezTo>
                  <a:pt x="286" y="64"/>
                  <a:pt x="286" y="64"/>
                  <a:pt x="286" y="64"/>
                </a:cubicBezTo>
                <a:cubicBezTo>
                  <a:pt x="286" y="55"/>
                  <a:pt x="286" y="55"/>
                  <a:pt x="286" y="55"/>
                </a:cubicBezTo>
                <a:cubicBezTo>
                  <a:pt x="287" y="55"/>
                  <a:pt x="288" y="55"/>
                  <a:pt x="289" y="55"/>
                </a:cubicBezTo>
                <a:close/>
                <a:moveTo>
                  <a:pt x="289" y="103"/>
                </a:moveTo>
                <a:cubicBezTo>
                  <a:pt x="289" y="122"/>
                  <a:pt x="289" y="122"/>
                  <a:pt x="289" y="122"/>
                </a:cubicBezTo>
                <a:cubicBezTo>
                  <a:pt x="288" y="123"/>
                  <a:pt x="287" y="124"/>
                  <a:pt x="286" y="125"/>
                </a:cubicBezTo>
                <a:cubicBezTo>
                  <a:pt x="286" y="105"/>
                  <a:pt x="286" y="105"/>
                  <a:pt x="286" y="105"/>
                </a:cubicBezTo>
                <a:cubicBezTo>
                  <a:pt x="287" y="104"/>
                  <a:pt x="288" y="103"/>
                  <a:pt x="289" y="103"/>
                </a:cubicBezTo>
                <a:close/>
                <a:moveTo>
                  <a:pt x="289" y="145"/>
                </a:moveTo>
                <a:cubicBezTo>
                  <a:pt x="289" y="165"/>
                  <a:pt x="289" y="165"/>
                  <a:pt x="289" y="165"/>
                </a:cubicBezTo>
                <a:cubicBezTo>
                  <a:pt x="288" y="165"/>
                  <a:pt x="287" y="165"/>
                  <a:pt x="286" y="165"/>
                </a:cubicBezTo>
                <a:cubicBezTo>
                  <a:pt x="286" y="147"/>
                  <a:pt x="286" y="147"/>
                  <a:pt x="286" y="147"/>
                </a:cubicBezTo>
                <a:cubicBezTo>
                  <a:pt x="287" y="146"/>
                  <a:pt x="288" y="146"/>
                  <a:pt x="289" y="145"/>
                </a:cubicBezTo>
                <a:close/>
                <a:moveTo>
                  <a:pt x="289" y="190"/>
                </a:moveTo>
                <a:cubicBezTo>
                  <a:pt x="289" y="199"/>
                  <a:pt x="289" y="199"/>
                  <a:pt x="289" y="199"/>
                </a:cubicBezTo>
                <a:cubicBezTo>
                  <a:pt x="288" y="199"/>
                  <a:pt x="287" y="199"/>
                  <a:pt x="286" y="199"/>
                </a:cubicBezTo>
                <a:cubicBezTo>
                  <a:pt x="286" y="191"/>
                  <a:pt x="286" y="191"/>
                  <a:pt x="286" y="191"/>
                </a:cubicBezTo>
                <a:cubicBezTo>
                  <a:pt x="287" y="190"/>
                  <a:pt x="288" y="190"/>
                  <a:pt x="289" y="190"/>
                </a:cubicBezTo>
                <a:close/>
                <a:moveTo>
                  <a:pt x="289" y="210"/>
                </a:moveTo>
                <a:cubicBezTo>
                  <a:pt x="289" y="222"/>
                  <a:pt x="289" y="222"/>
                  <a:pt x="289" y="222"/>
                </a:cubicBezTo>
                <a:cubicBezTo>
                  <a:pt x="288" y="222"/>
                  <a:pt x="287" y="223"/>
                  <a:pt x="287" y="223"/>
                </a:cubicBezTo>
                <a:cubicBezTo>
                  <a:pt x="286" y="224"/>
                  <a:pt x="286" y="224"/>
                  <a:pt x="286" y="224"/>
                </a:cubicBezTo>
                <a:cubicBezTo>
                  <a:pt x="286" y="218"/>
                  <a:pt x="286" y="218"/>
                  <a:pt x="286" y="218"/>
                </a:cubicBezTo>
                <a:cubicBezTo>
                  <a:pt x="286" y="218"/>
                  <a:pt x="287" y="217"/>
                  <a:pt x="288" y="216"/>
                </a:cubicBezTo>
                <a:cubicBezTo>
                  <a:pt x="286" y="215"/>
                  <a:pt x="286" y="215"/>
                  <a:pt x="286" y="215"/>
                </a:cubicBezTo>
                <a:cubicBezTo>
                  <a:pt x="286" y="208"/>
                  <a:pt x="286" y="208"/>
                  <a:pt x="286" y="208"/>
                </a:cubicBezTo>
                <a:cubicBezTo>
                  <a:pt x="289" y="210"/>
                  <a:pt x="289" y="210"/>
                  <a:pt x="289" y="210"/>
                </a:cubicBezTo>
                <a:close/>
                <a:moveTo>
                  <a:pt x="289" y="276"/>
                </a:moveTo>
                <a:cubicBezTo>
                  <a:pt x="289" y="281"/>
                  <a:pt x="289" y="281"/>
                  <a:pt x="289" y="281"/>
                </a:cubicBezTo>
                <a:cubicBezTo>
                  <a:pt x="288" y="280"/>
                  <a:pt x="287" y="280"/>
                  <a:pt x="286" y="279"/>
                </a:cubicBezTo>
                <a:cubicBezTo>
                  <a:pt x="286" y="279"/>
                  <a:pt x="286" y="279"/>
                  <a:pt x="286" y="279"/>
                </a:cubicBezTo>
                <a:cubicBezTo>
                  <a:pt x="286" y="273"/>
                  <a:pt x="286" y="273"/>
                  <a:pt x="286" y="273"/>
                </a:cubicBezTo>
                <a:cubicBezTo>
                  <a:pt x="289" y="276"/>
                  <a:pt x="289" y="276"/>
                  <a:pt x="289" y="276"/>
                </a:cubicBezTo>
                <a:close/>
                <a:moveTo>
                  <a:pt x="289" y="290"/>
                </a:moveTo>
                <a:cubicBezTo>
                  <a:pt x="289" y="297"/>
                  <a:pt x="289" y="297"/>
                  <a:pt x="289" y="297"/>
                </a:cubicBezTo>
                <a:cubicBezTo>
                  <a:pt x="287" y="300"/>
                  <a:pt x="287" y="303"/>
                  <a:pt x="289" y="307"/>
                </a:cubicBezTo>
                <a:cubicBezTo>
                  <a:pt x="289" y="313"/>
                  <a:pt x="289" y="313"/>
                  <a:pt x="289" y="313"/>
                </a:cubicBezTo>
                <a:cubicBezTo>
                  <a:pt x="287" y="311"/>
                  <a:pt x="286" y="311"/>
                  <a:pt x="286" y="310"/>
                </a:cubicBezTo>
                <a:cubicBezTo>
                  <a:pt x="286" y="310"/>
                  <a:pt x="286" y="310"/>
                  <a:pt x="286" y="310"/>
                </a:cubicBezTo>
                <a:cubicBezTo>
                  <a:pt x="286" y="296"/>
                  <a:pt x="286" y="296"/>
                  <a:pt x="286" y="296"/>
                </a:cubicBezTo>
                <a:cubicBezTo>
                  <a:pt x="287" y="294"/>
                  <a:pt x="288" y="292"/>
                  <a:pt x="289" y="290"/>
                </a:cubicBezTo>
                <a:close/>
                <a:moveTo>
                  <a:pt x="289" y="325"/>
                </a:moveTo>
                <a:cubicBezTo>
                  <a:pt x="289" y="348"/>
                  <a:pt x="289" y="348"/>
                  <a:pt x="289" y="348"/>
                </a:cubicBezTo>
                <a:cubicBezTo>
                  <a:pt x="288" y="349"/>
                  <a:pt x="287" y="349"/>
                  <a:pt x="286" y="350"/>
                </a:cubicBezTo>
                <a:cubicBezTo>
                  <a:pt x="286" y="338"/>
                  <a:pt x="286" y="338"/>
                  <a:pt x="286" y="338"/>
                </a:cubicBezTo>
                <a:cubicBezTo>
                  <a:pt x="286" y="336"/>
                  <a:pt x="286" y="334"/>
                  <a:pt x="286" y="332"/>
                </a:cubicBezTo>
                <a:cubicBezTo>
                  <a:pt x="286" y="332"/>
                  <a:pt x="286" y="332"/>
                  <a:pt x="286" y="332"/>
                </a:cubicBezTo>
                <a:cubicBezTo>
                  <a:pt x="286" y="320"/>
                  <a:pt x="286" y="320"/>
                  <a:pt x="286" y="320"/>
                </a:cubicBezTo>
                <a:cubicBezTo>
                  <a:pt x="286" y="320"/>
                  <a:pt x="286" y="320"/>
                  <a:pt x="286" y="320"/>
                </a:cubicBezTo>
                <a:cubicBezTo>
                  <a:pt x="287" y="322"/>
                  <a:pt x="288" y="324"/>
                  <a:pt x="289" y="325"/>
                </a:cubicBezTo>
                <a:close/>
                <a:moveTo>
                  <a:pt x="289" y="387"/>
                </a:moveTo>
                <a:cubicBezTo>
                  <a:pt x="289" y="393"/>
                  <a:pt x="289" y="393"/>
                  <a:pt x="289" y="393"/>
                </a:cubicBezTo>
                <a:cubicBezTo>
                  <a:pt x="286" y="393"/>
                  <a:pt x="286" y="393"/>
                  <a:pt x="286" y="393"/>
                </a:cubicBezTo>
                <a:cubicBezTo>
                  <a:pt x="286" y="389"/>
                  <a:pt x="286" y="389"/>
                  <a:pt x="286" y="389"/>
                </a:cubicBezTo>
                <a:cubicBezTo>
                  <a:pt x="288" y="389"/>
                  <a:pt x="288" y="389"/>
                  <a:pt x="288" y="389"/>
                </a:cubicBezTo>
                <a:cubicBezTo>
                  <a:pt x="288" y="389"/>
                  <a:pt x="289" y="388"/>
                  <a:pt x="289" y="387"/>
                </a:cubicBezTo>
                <a:close/>
                <a:moveTo>
                  <a:pt x="289" y="410"/>
                </a:moveTo>
                <a:cubicBezTo>
                  <a:pt x="289" y="415"/>
                  <a:pt x="289" y="415"/>
                  <a:pt x="289" y="415"/>
                </a:cubicBezTo>
                <a:cubicBezTo>
                  <a:pt x="286" y="415"/>
                  <a:pt x="286" y="415"/>
                  <a:pt x="286" y="415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9" y="410"/>
                  <a:pt x="289" y="410"/>
                  <a:pt x="289" y="410"/>
                </a:cubicBezTo>
                <a:close/>
                <a:moveTo>
                  <a:pt x="289" y="447"/>
                </a:moveTo>
                <a:cubicBezTo>
                  <a:pt x="289" y="468"/>
                  <a:pt x="289" y="468"/>
                  <a:pt x="289" y="468"/>
                </a:cubicBezTo>
                <a:cubicBezTo>
                  <a:pt x="288" y="467"/>
                  <a:pt x="287" y="466"/>
                  <a:pt x="286" y="465"/>
                </a:cubicBezTo>
                <a:cubicBezTo>
                  <a:pt x="286" y="449"/>
                  <a:pt x="286" y="449"/>
                  <a:pt x="286" y="449"/>
                </a:cubicBezTo>
                <a:cubicBezTo>
                  <a:pt x="287" y="448"/>
                  <a:pt x="288" y="447"/>
                  <a:pt x="289" y="447"/>
                </a:cubicBezTo>
                <a:close/>
                <a:moveTo>
                  <a:pt x="289" y="492"/>
                </a:moveTo>
                <a:cubicBezTo>
                  <a:pt x="289" y="500"/>
                  <a:pt x="289" y="500"/>
                  <a:pt x="289" y="500"/>
                </a:cubicBezTo>
                <a:cubicBezTo>
                  <a:pt x="287" y="499"/>
                  <a:pt x="287" y="499"/>
                  <a:pt x="286" y="500"/>
                </a:cubicBezTo>
                <a:cubicBezTo>
                  <a:pt x="286" y="497"/>
                  <a:pt x="286" y="497"/>
                  <a:pt x="286" y="497"/>
                </a:cubicBezTo>
                <a:cubicBezTo>
                  <a:pt x="287" y="496"/>
                  <a:pt x="287" y="496"/>
                  <a:pt x="287" y="496"/>
                </a:cubicBezTo>
                <a:cubicBezTo>
                  <a:pt x="287" y="495"/>
                  <a:pt x="288" y="493"/>
                  <a:pt x="289" y="492"/>
                </a:cubicBezTo>
                <a:close/>
                <a:moveTo>
                  <a:pt x="289" y="508"/>
                </a:moveTo>
                <a:cubicBezTo>
                  <a:pt x="289" y="512"/>
                  <a:pt x="289" y="512"/>
                  <a:pt x="289" y="512"/>
                </a:cubicBezTo>
                <a:cubicBezTo>
                  <a:pt x="288" y="511"/>
                  <a:pt x="287" y="510"/>
                  <a:pt x="286" y="510"/>
                </a:cubicBezTo>
                <a:cubicBezTo>
                  <a:pt x="286" y="505"/>
                  <a:pt x="286" y="505"/>
                  <a:pt x="286" y="505"/>
                </a:cubicBezTo>
                <a:cubicBezTo>
                  <a:pt x="289" y="508"/>
                  <a:pt x="289" y="508"/>
                  <a:pt x="289" y="508"/>
                </a:cubicBezTo>
                <a:close/>
                <a:moveTo>
                  <a:pt x="289" y="520"/>
                </a:moveTo>
                <a:cubicBezTo>
                  <a:pt x="289" y="527"/>
                  <a:pt x="289" y="527"/>
                  <a:pt x="289" y="527"/>
                </a:cubicBezTo>
                <a:cubicBezTo>
                  <a:pt x="286" y="530"/>
                  <a:pt x="286" y="530"/>
                  <a:pt x="286" y="530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4"/>
                  <a:pt x="286" y="524"/>
                  <a:pt x="286" y="524"/>
                </a:cubicBezTo>
                <a:cubicBezTo>
                  <a:pt x="286" y="520"/>
                  <a:pt x="286" y="520"/>
                  <a:pt x="286" y="520"/>
                </a:cubicBezTo>
                <a:cubicBezTo>
                  <a:pt x="287" y="520"/>
                  <a:pt x="288" y="520"/>
                  <a:pt x="289" y="520"/>
                </a:cubicBezTo>
                <a:close/>
                <a:moveTo>
                  <a:pt x="289" y="582"/>
                </a:moveTo>
                <a:cubicBezTo>
                  <a:pt x="289" y="614"/>
                  <a:pt x="289" y="614"/>
                  <a:pt x="289" y="614"/>
                </a:cubicBezTo>
                <a:cubicBezTo>
                  <a:pt x="288" y="614"/>
                  <a:pt x="287" y="613"/>
                  <a:pt x="286" y="612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605"/>
                  <a:pt x="286" y="605"/>
                  <a:pt x="286" y="605"/>
                </a:cubicBezTo>
                <a:cubicBezTo>
                  <a:pt x="286" y="580"/>
                  <a:pt x="286" y="580"/>
                  <a:pt x="286" y="580"/>
                </a:cubicBezTo>
                <a:cubicBezTo>
                  <a:pt x="287" y="581"/>
                  <a:pt x="288" y="581"/>
                  <a:pt x="289" y="582"/>
                </a:cubicBezTo>
                <a:close/>
                <a:moveTo>
                  <a:pt x="289" y="666"/>
                </a:moveTo>
                <a:cubicBezTo>
                  <a:pt x="289" y="679"/>
                  <a:pt x="289" y="679"/>
                  <a:pt x="289" y="679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65"/>
                  <a:pt x="286" y="665"/>
                  <a:pt x="286" y="665"/>
                </a:cubicBezTo>
                <a:cubicBezTo>
                  <a:pt x="289" y="666"/>
                  <a:pt x="289" y="666"/>
                  <a:pt x="289" y="666"/>
                </a:cubicBezTo>
                <a:close/>
                <a:moveTo>
                  <a:pt x="289" y="731"/>
                </a:moveTo>
                <a:cubicBezTo>
                  <a:pt x="289" y="741"/>
                  <a:pt x="289" y="741"/>
                  <a:pt x="289" y="741"/>
                </a:cubicBezTo>
                <a:cubicBezTo>
                  <a:pt x="288" y="740"/>
                  <a:pt x="287" y="740"/>
                  <a:pt x="286" y="739"/>
                </a:cubicBezTo>
                <a:cubicBezTo>
                  <a:pt x="286" y="730"/>
                  <a:pt x="286" y="730"/>
                  <a:pt x="286" y="730"/>
                </a:cubicBezTo>
                <a:cubicBezTo>
                  <a:pt x="287" y="731"/>
                  <a:pt x="288" y="731"/>
                  <a:pt x="289" y="731"/>
                </a:cubicBezTo>
                <a:close/>
                <a:moveTo>
                  <a:pt x="286" y="474"/>
                </a:moveTo>
                <a:cubicBezTo>
                  <a:pt x="286" y="470"/>
                  <a:pt x="286" y="470"/>
                  <a:pt x="286" y="470"/>
                </a:cubicBezTo>
                <a:cubicBezTo>
                  <a:pt x="286" y="472"/>
                  <a:pt x="286" y="472"/>
                  <a:pt x="286" y="474"/>
                </a:cubicBezTo>
                <a:close/>
                <a:moveTo>
                  <a:pt x="280" y="19"/>
                </a:moveTo>
                <a:cubicBezTo>
                  <a:pt x="282" y="18"/>
                  <a:pt x="284" y="18"/>
                  <a:pt x="286" y="17"/>
                </a:cubicBezTo>
                <a:cubicBezTo>
                  <a:pt x="286" y="35"/>
                  <a:pt x="286" y="35"/>
                  <a:pt x="286" y="35"/>
                </a:cubicBezTo>
                <a:cubicBezTo>
                  <a:pt x="284" y="33"/>
                  <a:pt x="282" y="33"/>
                  <a:pt x="280" y="32"/>
                </a:cubicBezTo>
                <a:cubicBezTo>
                  <a:pt x="280" y="19"/>
                  <a:pt x="280" y="19"/>
                  <a:pt x="280" y="19"/>
                </a:cubicBezTo>
                <a:close/>
                <a:moveTo>
                  <a:pt x="286" y="779"/>
                </a:moveTo>
                <a:cubicBezTo>
                  <a:pt x="284" y="777"/>
                  <a:pt x="282" y="777"/>
                  <a:pt x="280" y="776"/>
                </a:cubicBezTo>
                <a:cubicBezTo>
                  <a:pt x="280" y="757"/>
                  <a:pt x="280" y="757"/>
                  <a:pt x="280" y="757"/>
                </a:cubicBezTo>
                <a:cubicBezTo>
                  <a:pt x="281" y="759"/>
                  <a:pt x="281" y="761"/>
                  <a:pt x="281" y="763"/>
                </a:cubicBezTo>
                <a:cubicBezTo>
                  <a:pt x="283" y="764"/>
                  <a:pt x="284" y="766"/>
                  <a:pt x="286" y="767"/>
                </a:cubicBezTo>
                <a:cubicBezTo>
                  <a:pt x="286" y="779"/>
                  <a:pt x="286" y="779"/>
                  <a:pt x="286" y="779"/>
                </a:cubicBezTo>
                <a:close/>
                <a:moveTo>
                  <a:pt x="286" y="55"/>
                </a:moveTo>
                <a:cubicBezTo>
                  <a:pt x="286" y="64"/>
                  <a:pt x="286" y="64"/>
                  <a:pt x="286" y="64"/>
                </a:cubicBezTo>
                <a:cubicBezTo>
                  <a:pt x="284" y="65"/>
                  <a:pt x="282" y="65"/>
                  <a:pt x="280" y="66"/>
                </a:cubicBezTo>
                <a:cubicBezTo>
                  <a:pt x="280" y="54"/>
                  <a:pt x="280" y="54"/>
                  <a:pt x="280" y="54"/>
                </a:cubicBezTo>
                <a:cubicBezTo>
                  <a:pt x="281" y="54"/>
                  <a:pt x="282" y="55"/>
                  <a:pt x="283" y="56"/>
                </a:cubicBezTo>
                <a:cubicBezTo>
                  <a:pt x="284" y="56"/>
                  <a:pt x="285" y="55"/>
                  <a:pt x="286" y="55"/>
                </a:cubicBezTo>
                <a:close/>
                <a:moveTo>
                  <a:pt x="286" y="105"/>
                </a:moveTo>
                <a:cubicBezTo>
                  <a:pt x="286" y="125"/>
                  <a:pt x="286" y="125"/>
                  <a:pt x="286" y="125"/>
                </a:cubicBezTo>
                <a:cubicBezTo>
                  <a:pt x="284" y="126"/>
                  <a:pt x="282" y="127"/>
                  <a:pt x="280" y="127"/>
                </a:cubicBezTo>
                <a:cubicBezTo>
                  <a:pt x="280" y="107"/>
                  <a:pt x="280" y="107"/>
                  <a:pt x="280" y="107"/>
                </a:cubicBezTo>
                <a:cubicBezTo>
                  <a:pt x="282" y="106"/>
                  <a:pt x="284" y="105"/>
                  <a:pt x="286" y="105"/>
                </a:cubicBezTo>
                <a:close/>
                <a:moveTo>
                  <a:pt x="286" y="147"/>
                </a:moveTo>
                <a:cubicBezTo>
                  <a:pt x="286" y="165"/>
                  <a:pt x="286" y="165"/>
                  <a:pt x="286" y="165"/>
                </a:cubicBezTo>
                <a:cubicBezTo>
                  <a:pt x="285" y="165"/>
                  <a:pt x="285" y="165"/>
                  <a:pt x="285" y="165"/>
                </a:cubicBezTo>
                <a:cubicBezTo>
                  <a:pt x="283" y="159"/>
                  <a:pt x="281" y="155"/>
                  <a:pt x="282" y="149"/>
                </a:cubicBezTo>
                <a:cubicBezTo>
                  <a:pt x="283" y="148"/>
                  <a:pt x="285" y="148"/>
                  <a:pt x="286" y="147"/>
                </a:cubicBezTo>
                <a:close/>
                <a:moveTo>
                  <a:pt x="286" y="191"/>
                </a:moveTo>
                <a:cubicBezTo>
                  <a:pt x="286" y="199"/>
                  <a:pt x="286" y="199"/>
                  <a:pt x="286" y="199"/>
                </a:cubicBezTo>
                <a:cubicBezTo>
                  <a:pt x="284" y="200"/>
                  <a:pt x="282" y="200"/>
                  <a:pt x="280" y="201"/>
                </a:cubicBezTo>
                <a:cubicBezTo>
                  <a:pt x="280" y="194"/>
                  <a:pt x="280" y="194"/>
                  <a:pt x="280" y="194"/>
                </a:cubicBezTo>
                <a:cubicBezTo>
                  <a:pt x="282" y="193"/>
                  <a:pt x="284" y="192"/>
                  <a:pt x="286" y="191"/>
                </a:cubicBezTo>
                <a:close/>
                <a:moveTo>
                  <a:pt x="286" y="208"/>
                </a:moveTo>
                <a:cubicBezTo>
                  <a:pt x="286" y="215"/>
                  <a:pt x="286" y="215"/>
                  <a:pt x="286" y="215"/>
                </a:cubicBezTo>
                <a:cubicBezTo>
                  <a:pt x="284" y="214"/>
                  <a:pt x="282" y="213"/>
                  <a:pt x="280" y="212"/>
                </a:cubicBezTo>
                <a:cubicBezTo>
                  <a:pt x="280" y="205"/>
                  <a:pt x="280" y="205"/>
                  <a:pt x="280" y="205"/>
                </a:cubicBezTo>
                <a:cubicBezTo>
                  <a:pt x="282" y="206"/>
                  <a:pt x="284" y="207"/>
                  <a:pt x="286" y="208"/>
                </a:cubicBezTo>
                <a:close/>
                <a:moveTo>
                  <a:pt x="286" y="218"/>
                </a:moveTo>
                <a:cubicBezTo>
                  <a:pt x="286" y="224"/>
                  <a:pt x="286" y="224"/>
                  <a:pt x="286" y="224"/>
                </a:cubicBezTo>
                <a:cubicBezTo>
                  <a:pt x="284" y="225"/>
                  <a:pt x="282" y="226"/>
                  <a:pt x="280" y="227"/>
                </a:cubicBezTo>
                <a:cubicBezTo>
                  <a:pt x="280" y="221"/>
                  <a:pt x="280" y="221"/>
                  <a:pt x="280" y="221"/>
                </a:cubicBezTo>
                <a:cubicBezTo>
                  <a:pt x="282" y="220"/>
                  <a:pt x="284" y="220"/>
                  <a:pt x="286" y="218"/>
                </a:cubicBezTo>
                <a:close/>
                <a:moveTo>
                  <a:pt x="286" y="273"/>
                </a:moveTo>
                <a:cubicBezTo>
                  <a:pt x="286" y="279"/>
                  <a:pt x="286" y="279"/>
                  <a:pt x="286" y="279"/>
                </a:cubicBezTo>
                <a:cubicBezTo>
                  <a:pt x="284" y="283"/>
                  <a:pt x="282" y="286"/>
                  <a:pt x="280" y="289"/>
                </a:cubicBezTo>
                <a:cubicBezTo>
                  <a:pt x="280" y="281"/>
                  <a:pt x="280" y="281"/>
                  <a:pt x="280" y="281"/>
                </a:cubicBezTo>
                <a:cubicBezTo>
                  <a:pt x="281" y="279"/>
                  <a:pt x="282" y="276"/>
                  <a:pt x="280" y="273"/>
                </a:cubicBezTo>
                <a:cubicBezTo>
                  <a:pt x="280" y="267"/>
                  <a:pt x="280" y="267"/>
                  <a:pt x="280" y="267"/>
                </a:cubicBezTo>
                <a:cubicBezTo>
                  <a:pt x="280" y="267"/>
                  <a:pt x="280" y="267"/>
                  <a:pt x="280" y="267"/>
                </a:cubicBezTo>
                <a:cubicBezTo>
                  <a:pt x="286" y="273"/>
                  <a:pt x="286" y="273"/>
                  <a:pt x="286" y="273"/>
                </a:cubicBezTo>
                <a:close/>
                <a:moveTo>
                  <a:pt x="286" y="296"/>
                </a:moveTo>
                <a:cubicBezTo>
                  <a:pt x="286" y="310"/>
                  <a:pt x="286" y="310"/>
                  <a:pt x="286" y="310"/>
                </a:cubicBezTo>
                <a:cubicBezTo>
                  <a:pt x="284" y="307"/>
                  <a:pt x="282" y="305"/>
                  <a:pt x="280" y="302"/>
                </a:cubicBezTo>
                <a:cubicBezTo>
                  <a:pt x="280" y="298"/>
                  <a:pt x="280" y="298"/>
                  <a:pt x="280" y="298"/>
                </a:cubicBezTo>
                <a:cubicBezTo>
                  <a:pt x="281" y="298"/>
                  <a:pt x="281" y="300"/>
                  <a:pt x="282" y="300"/>
                </a:cubicBezTo>
                <a:cubicBezTo>
                  <a:pt x="283" y="299"/>
                  <a:pt x="284" y="298"/>
                  <a:pt x="286" y="296"/>
                </a:cubicBezTo>
                <a:close/>
                <a:moveTo>
                  <a:pt x="286" y="320"/>
                </a:moveTo>
                <a:cubicBezTo>
                  <a:pt x="286" y="332"/>
                  <a:pt x="286" y="332"/>
                  <a:pt x="286" y="332"/>
                </a:cubicBezTo>
                <a:cubicBezTo>
                  <a:pt x="284" y="332"/>
                  <a:pt x="282" y="331"/>
                  <a:pt x="280" y="331"/>
                </a:cubicBezTo>
                <a:cubicBezTo>
                  <a:pt x="280" y="321"/>
                  <a:pt x="280" y="321"/>
                  <a:pt x="280" y="321"/>
                </a:cubicBezTo>
                <a:cubicBezTo>
                  <a:pt x="282" y="320"/>
                  <a:pt x="283" y="320"/>
                  <a:pt x="286" y="320"/>
                </a:cubicBezTo>
                <a:close/>
                <a:moveTo>
                  <a:pt x="286" y="338"/>
                </a:moveTo>
                <a:cubicBezTo>
                  <a:pt x="286" y="350"/>
                  <a:pt x="286" y="350"/>
                  <a:pt x="286" y="350"/>
                </a:cubicBezTo>
                <a:cubicBezTo>
                  <a:pt x="284" y="351"/>
                  <a:pt x="282" y="352"/>
                  <a:pt x="280" y="353"/>
                </a:cubicBezTo>
                <a:cubicBezTo>
                  <a:pt x="280" y="344"/>
                  <a:pt x="280" y="344"/>
                  <a:pt x="280" y="344"/>
                </a:cubicBezTo>
                <a:cubicBezTo>
                  <a:pt x="281" y="343"/>
                  <a:pt x="282" y="343"/>
                  <a:pt x="284" y="343"/>
                </a:cubicBezTo>
                <a:cubicBezTo>
                  <a:pt x="285" y="341"/>
                  <a:pt x="285" y="339"/>
                  <a:pt x="286" y="338"/>
                </a:cubicBezTo>
                <a:close/>
                <a:moveTo>
                  <a:pt x="286" y="389"/>
                </a:moveTo>
                <a:cubicBezTo>
                  <a:pt x="286" y="393"/>
                  <a:pt x="286" y="393"/>
                  <a:pt x="286" y="393"/>
                </a:cubicBezTo>
                <a:cubicBezTo>
                  <a:pt x="282" y="393"/>
                  <a:pt x="282" y="393"/>
                  <a:pt x="282" y="393"/>
                </a:cubicBezTo>
                <a:cubicBezTo>
                  <a:pt x="286" y="410"/>
                  <a:pt x="286" y="410"/>
                  <a:pt x="286" y="410"/>
                </a:cubicBezTo>
                <a:cubicBezTo>
                  <a:pt x="286" y="415"/>
                  <a:pt x="286" y="415"/>
                  <a:pt x="286" y="415"/>
                </a:cubicBezTo>
                <a:cubicBezTo>
                  <a:pt x="280" y="415"/>
                  <a:pt x="280" y="415"/>
                  <a:pt x="280" y="415"/>
                </a:cubicBezTo>
                <a:cubicBezTo>
                  <a:pt x="280" y="410"/>
                  <a:pt x="280" y="410"/>
                  <a:pt x="280" y="410"/>
                </a:cubicBezTo>
                <a:cubicBezTo>
                  <a:pt x="281" y="410"/>
                  <a:pt x="281" y="410"/>
                  <a:pt x="282" y="410"/>
                </a:cubicBezTo>
                <a:cubicBezTo>
                  <a:pt x="281" y="407"/>
                  <a:pt x="281" y="405"/>
                  <a:pt x="280" y="403"/>
                </a:cubicBezTo>
                <a:cubicBezTo>
                  <a:pt x="280" y="389"/>
                  <a:pt x="280" y="389"/>
                  <a:pt x="280" y="389"/>
                </a:cubicBezTo>
                <a:cubicBezTo>
                  <a:pt x="286" y="389"/>
                  <a:pt x="286" y="389"/>
                  <a:pt x="286" y="389"/>
                </a:cubicBezTo>
                <a:close/>
                <a:moveTo>
                  <a:pt x="286" y="449"/>
                </a:moveTo>
                <a:cubicBezTo>
                  <a:pt x="286" y="465"/>
                  <a:pt x="286" y="465"/>
                  <a:pt x="286" y="465"/>
                </a:cubicBezTo>
                <a:cubicBezTo>
                  <a:pt x="285" y="465"/>
                  <a:pt x="284" y="465"/>
                  <a:pt x="284" y="465"/>
                </a:cubicBezTo>
                <a:cubicBezTo>
                  <a:pt x="285" y="468"/>
                  <a:pt x="285" y="469"/>
                  <a:pt x="286" y="470"/>
                </a:cubicBezTo>
                <a:cubicBezTo>
                  <a:pt x="286" y="474"/>
                  <a:pt x="286" y="474"/>
                  <a:pt x="286" y="474"/>
                </a:cubicBezTo>
                <a:cubicBezTo>
                  <a:pt x="285" y="474"/>
                  <a:pt x="284" y="474"/>
                  <a:pt x="283" y="475"/>
                </a:cubicBezTo>
                <a:cubicBezTo>
                  <a:pt x="283" y="475"/>
                  <a:pt x="283" y="476"/>
                  <a:pt x="283" y="477"/>
                </a:cubicBezTo>
                <a:cubicBezTo>
                  <a:pt x="283" y="477"/>
                  <a:pt x="282" y="477"/>
                  <a:pt x="281" y="477"/>
                </a:cubicBezTo>
                <a:cubicBezTo>
                  <a:pt x="281" y="478"/>
                  <a:pt x="281" y="478"/>
                  <a:pt x="281" y="479"/>
                </a:cubicBezTo>
                <a:cubicBezTo>
                  <a:pt x="280" y="479"/>
                  <a:pt x="280" y="479"/>
                  <a:pt x="280" y="479"/>
                </a:cubicBezTo>
                <a:cubicBezTo>
                  <a:pt x="280" y="447"/>
                  <a:pt x="280" y="447"/>
                  <a:pt x="280" y="447"/>
                </a:cubicBezTo>
                <a:cubicBezTo>
                  <a:pt x="281" y="448"/>
                  <a:pt x="283" y="449"/>
                  <a:pt x="285" y="449"/>
                </a:cubicBezTo>
                <a:cubicBezTo>
                  <a:pt x="285" y="449"/>
                  <a:pt x="285" y="449"/>
                  <a:pt x="286" y="449"/>
                </a:cubicBezTo>
                <a:close/>
                <a:moveTo>
                  <a:pt x="286" y="497"/>
                </a:moveTo>
                <a:cubicBezTo>
                  <a:pt x="286" y="500"/>
                  <a:pt x="286" y="500"/>
                  <a:pt x="286" y="500"/>
                </a:cubicBezTo>
                <a:cubicBezTo>
                  <a:pt x="285" y="501"/>
                  <a:pt x="284" y="502"/>
                  <a:pt x="284" y="504"/>
                </a:cubicBezTo>
                <a:cubicBezTo>
                  <a:pt x="286" y="505"/>
                  <a:pt x="286" y="505"/>
                  <a:pt x="286" y="505"/>
                </a:cubicBezTo>
                <a:cubicBezTo>
                  <a:pt x="286" y="510"/>
                  <a:pt x="286" y="510"/>
                  <a:pt x="286" y="510"/>
                </a:cubicBezTo>
                <a:cubicBezTo>
                  <a:pt x="284" y="509"/>
                  <a:pt x="282" y="508"/>
                  <a:pt x="280" y="508"/>
                </a:cubicBezTo>
                <a:cubicBezTo>
                  <a:pt x="280" y="501"/>
                  <a:pt x="280" y="501"/>
                  <a:pt x="280" y="501"/>
                </a:cubicBezTo>
                <a:cubicBezTo>
                  <a:pt x="282" y="499"/>
                  <a:pt x="283" y="498"/>
                  <a:pt x="286" y="497"/>
                </a:cubicBezTo>
                <a:close/>
                <a:moveTo>
                  <a:pt x="286" y="520"/>
                </a:moveTo>
                <a:cubicBezTo>
                  <a:pt x="286" y="524"/>
                  <a:pt x="286" y="524"/>
                  <a:pt x="286" y="524"/>
                </a:cubicBezTo>
                <a:cubicBezTo>
                  <a:pt x="283" y="523"/>
                  <a:pt x="282" y="523"/>
                  <a:pt x="280" y="522"/>
                </a:cubicBezTo>
                <a:cubicBezTo>
                  <a:pt x="280" y="517"/>
                  <a:pt x="280" y="517"/>
                  <a:pt x="280" y="517"/>
                </a:cubicBezTo>
                <a:cubicBezTo>
                  <a:pt x="281" y="518"/>
                  <a:pt x="282" y="519"/>
                  <a:pt x="285" y="521"/>
                </a:cubicBezTo>
                <a:cubicBezTo>
                  <a:pt x="285" y="521"/>
                  <a:pt x="285" y="521"/>
                  <a:pt x="286" y="520"/>
                </a:cubicBezTo>
                <a:close/>
                <a:moveTo>
                  <a:pt x="286" y="524"/>
                </a:moveTo>
                <a:cubicBezTo>
                  <a:pt x="286" y="530"/>
                  <a:pt x="286" y="530"/>
                  <a:pt x="286" y="530"/>
                </a:cubicBezTo>
                <a:cubicBezTo>
                  <a:pt x="280" y="536"/>
                  <a:pt x="280" y="536"/>
                  <a:pt x="280" y="536"/>
                </a:cubicBezTo>
                <a:cubicBezTo>
                  <a:pt x="280" y="529"/>
                  <a:pt x="280" y="529"/>
                  <a:pt x="280" y="529"/>
                </a:cubicBezTo>
                <a:cubicBezTo>
                  <a:pt x="282" y="528"/>
                  <a:pt x="283" y="527"/>
                  <a:pt x="285" y="526"/>
                </a:cubicBezTo>
                <a:cubicBezTo>
                  <a:pt x="285" y="526"/>
                  <a:pt x="285" y="525"/>
                  <a:pt x="286" y="524"/>
                </a:cubicBezTo>
                <a:close/>
                <a:moveTo>
                  <a:pt x="286" y="580"/>
                </a:moveTo>
                <a:cubicBezTo>
                  <a:pt x="286" y="605"/>
                  <a:pt x="286" y="605"/>
                  <a:pt x="286" y="605"/>
                </a:cubicBezTo>
                <a:cubicBezTo>
                  <a:pt x="285" y="593"/>
                  <a:pt x="286" y="588"/>
                  <a:pt x="280" y="583"/>
                </a:cubicBezTo>
                <a:cubicBezTo>
                  <a:pt x="280" y="577"/>
                  <a:pt x="280" y="577"/>
                  <a:pt x="280" y="577"/>
                </a:cubicBezTo>
                <a:cubicBezTo>
                  <a:pt x="282" y="578"/>
                  <a:pt x="284" y="579"/>
                  <a:pt x="286" y="580"/>
                </a:cubicBezTo>
                <a:close/>
                <a:moveTo>
                  <a:pt x="286" y="605"/>
                </a:moveTo>
                <a:cubicBezTo>
                  <a:pt x="283" y="605"/>
                  <a:pt x="283" y="605"/>
                  <a:pt x="283" y="605"/>
                </a:cubicBezTo>
                <a:cubicBezTo>
                  <a:pt x="282" y="604"/>
                  <a:pt x="281" y="603"/>
                  <a:pt x="280" y="603"/>
                </a:cubicBezTo>
                <a:cubicBezTo>
                  <a:pt x="280" y="609"/>
                  <a:pt x="280" y="609"/>
                  <a:pt x="280" y="609"/>
                </a:cubicBezTo>
                <a:cubicBezTo>
                  <a:pt x="282" y="610"/>
                  <a:pt x="284" y="612"/>
                  <a:pt x="286" y="612"/>
                </a:cubicBezTo>
                <a:cubicBezTo>
                  <a:pt x="286" y="605"/>
                  <a:pt x="286" y="605"/>
                  <a:pt x="286" y="605"/>
                </a:cubicBezTo>
                <a:close/>
                <a:moveTo>
                  <a:pt x="286" y="665"/>
                </a:moveTo>
                <a:cubicBezTo>
                  <a:pt x="286" y="677"/>
                  <a:pt x="286" y="677"/>
                  <a:pt x="286" y="677"/>
                </a:cubicBezTo>
                <a:cubicBezTo>
                  <a:pt x="283" y="677"/>
                  <a:pt x="282" y="676"/>
                  <a:pt x="280" y="675"/>
                </a:cubicBezTo>
                <a:cubicBezTo>
                  <a:pt x="280" y="663"/>
                  <a:pt x="280" y="663"/>
                  <a:pt x="280" y="663"/>
                </a:cubicBezTo>
                <a:cubicBezTo>
                  <a:pt x="286" y="665"/>
                  <a:pt x="286" y="665"/>
                  <a:pt x="286" y="665"/>
                </a:cubicBezTo>
                <a:close/>
                <a:moveTo>
                  <a:pt x="286" y="730"/>
                </a:moveTo>
                <a:cubicBezTo>
                  <a:pt x="286" y="739"/>
                  <a:pt x="286" y="739"/>
                  <a:pt x="286" y="739"/>
                </a:cubicBezTo>
                <a:cubicBezTo>
                  <a:pt x="284" y="739"/>
                  <a:pt x="282" y="738"/>
                  <a:pt x="280" y="737"/>
                </a:cubicBezTo>
                <a:cubicBezTo>
                  <a:pt x="280" y="729"/>
                  <a:pt x="280" y="729"/>
                  <a:pt x="280" y="729"/>
                </a:cubicBezTo>
                <a:cubicBezTo>
                  <a:pt x="282" y="730"/>
                  <a:pt x="284" y="730"/>
                  <a:pt x="286" y="730"/>
                </a:cubicBezTo>
                <a:close/>
                <a:moveTo>
                  <a:pt x="280" y="339"/>
                </a:moveTo>
                <a:cubicBezTo>
                  <a:pt x="281" y="339"/>
                  <a:pt x="281" y="339"/>
                  <a:pt x="281" y="339"/>
                </a:cubicBezTo>
                <a:cubicBezTo>
                  <a:pt x="281" y="339"/>
                  <a:pt x="280" y="338"/>
                  <a:pt x="280" y="338"/>
                </a:cubicBezTo>
                <a:lnTo>
                  <a:pt x="280" y="339"/>
                </a:lnTo>
                <a:close/>
                <a:moveTo>
                  <a:pt x="272" y="21"/>
                </a:moveTo>
                <a:cubicBezTo>
                  <a:pt x="275" y="21"/>
                  <a:pt x="277" y="20"/>
                  <a:pt x="280" y="19"/>
                </a:cubicBezTo>
                <a:cubicBezTo>
                  <a:pt x="280" y="32"/>
                  <a:pt x="280" y="32"/>
                  <a:pt x="280" y="32"/>
                </a:cubicBezTo>
                <a:cubicBezTo>
                  <a:pt x="277" y="31"/>
                  <a:pt x="274" y="31"/>
                  <a:pt x="272" y="31"/>
                </a:cubicBezTo>
                <a:cubicBezTo>
                  <a:pt x="272" y="21"/>
                  <a:pt x="272" y="21"/>
                  <a:pt x="272" y="21"/>
                </a:cubicBezTo>
                <a:close/>
                <a:moveTo>
                  <a:pt x="280" y="776"/>
                </a:moveTo>
                <a:cubicBezTo>
                  <a:pt x="277" y="775"/>
                  <a:pt x="274" y="774"/>
                  <a:pt x="272" y="773"/>
                </a:cubicBezTo>
                <a:cubicBezTo>
                  <a:pt x="272" y="727"/>
                  <a:pt x="272" y="727"/>
                  <a:pt x="272" y="727"/>
                </a:cubicBezTo>
                <a:cubicBezTo>
                  <a:pt x="274" y="728"/>
                  <a:pt x="274" y="728"/>
                  <a:pt x="274" y="728"/>
                </a:cubicBezTo>
                <a:cubicBezTo>
                  <a:pt x="276" y="728"/>
                  <a:pt x="278" y="729"/>
                  <a:pt x="280" y="729"/>
                </a:cubicBezTo>
                <a:cubicBezTo>
                  <a:pt x="280" y="737"/>
                  <a:pt x="280" y="737"/>
                  <a:pt x="280" y="737"/>
                </a:cubicBezTo>
                <a:cubicBezTo>
                  <a:pt x="279" y="737"/>
                  <a:pt x="277" y="737"/>
                  <a:pt x="275" y="737"/>
                </a:cubicBezTo>
                <a:cubicBezTo>
                  <a:pt x="277" y="740"/>
                  <a:pt x="278" y="749"/>
                  <a:pt x="280" y="757"/>
                </a:cubicBezTo>
                <a:cubicBezTo>
                  <a:pt x="280" y="776"/>
                  <a:pt x="280" y="776"/>
                  <a:pt x="280" y="776"/>
                </a:cubicBezTo>
                <a:close/>
                <a:moveTo>
                  <a:pt x="280" y="54"/>
                </a:moveTo>
                <a:cubicBezTo>
                  <a:pt x="280" y="66"/>
                  <a:pt x="280" y="66"/>
                  <a:pt x="280" y="66"/>
                </a:cubicBezTo>
                <a:cubicBezTo>
                  <a:pt x="277" y="67"/>
                  <a:pt x="274" y="68"/>
                  <a:pt x="272" y="69"/>
                </a:cubicBezTo>
                <a:cubicBezTo>
                  <a:pt x="272" y="48"/>
                  <a:pt x="272" y="48"/>
                  <a:pt x="272" y="48"/>
                </a:cubicBezTo>
                <a:cubicBezTo>
                  <a:pt x="274" y="50"/>
                  <a:pt x="277" y="52"/>
                  <a:pt x="280" y="54"/>
                </a:cubicBezTo>
                <a:close/>
                <a:moveTo>
                  <a:pt x="280" y="107"/>
                </a:moveTo>
                <a:cubicBezTo>
                  <a:pt x="280" y="127"/>
                  <a:pt x="280" y="127"/>
                  <a:pt x="280" y="127"/>
                </a:cubicBezTo>
                <a:cubicBezTo>
                  <a:pt x="277" y="128"/>
                  <a:pt x="274" y="127"/>
                  <a:pt x="272" y="125"/>
                </a:cubicBezTo>
                <a:cubicBezTo>
                  <a:pt x="272" y="114"/>
                  <a:pt x="272" y="114"/>
                  <a:pt x="272" y="114"/>
                </a:cubicBezTo>
                <a:cubicBezTo>
                  <a:pt x="274" y="111"/>
                  <a:pt x="277" y="109"/>
                  <a:pt x="280" y="107"/>
                </a:cubicBezTo>
                <a:close/>
                <a:moveTo>
                  <a:pt x="280" y="194"/>
                </a:moveTo>
                <a:cubicBezTo>
                  <a:pt x="280" y="201"/>
                  <a:pt x="280" y="201"/>
                  <a:pt x="280" y="201"/>
                </a:cubicBezTo>
                <a:cubicBezTo>
                  <a:pt x="279" y="202"/>
                  <a:pt x="278" y="203"/>
                  <a:pt x="276" y="203"/>
                </a:cubicBezTo>
                <a:cubicBezTo>
                  <a:pt x="277" y="204"/>
                  <a:pt x="279" y="205"/>
                  <a:pt x="280" y="205"/>
                </a:cubicBezTo>
                <a:cubicBezTo>
                  <a:pt x="280" y="212"/>
                  <a:pt x="280" y="212"/>
                  <a:pt x="280" y="212"/>
                </a:cubicBezTo>
                <a:cubicBezTo>
                  <a:pt x="277" y="211"/>
                  <a:pt x="274" y="209"/>
                  <a:pt x="272" y="209"/>
                </a:cubicBezTo>
                <a:cubicBezTo>
                  <a:pt x="272" y="201"/>
                  <a:pt x="272" y="201"/>
                  <a:pt x="272" y="201"/>
                </a:cubicBezTo>
                <a:cubicBezTo>
                  <a:pt x="274" y="199"/>
                  <a:pt x="277" y="196"/>
                  <a:pt x="280" y="194"/>
                </a:cubicBezTo>
                <a:close/>
                <a:moveTo>
                  <a:pt x="280" y="221"/>
                </a:moveTo>
                <a:cubicBezTo>
                  <a:pt x="280" y="227"/>
                  <a:pt x="280" y="227"/>
                  <a:pt x="280" y="227"/>
                </a:cubicBezTo>
                <a:cubicBezTo>
                  <a:pt x="277" y="228"/>
                  <a:pt x="274" y="230"/>
                  <a:pt x="272" y="233"/>
                </a:cubicBezTo>
                <a:cubicBezTo>
                  <a:pt x="272" y="227"/>
                  <a:pt x="272" y="227"/>
                  <a:pt x="272" y="227"/>
                </a:cubicBezTo>
                <a:cubicBezTo>
                  <a:pt x="273" y="227"/>
                  <a:pt x="273" y="227"/>
                  <a:pt x="273" y="227"/>
                </a:cubicBezTo>
                <a:cubicBezTo>
                  <a:pt x="272" y="226"/>
                  <a:pt x="272" y="226"/>
                  <a:pt x="272" y="226"/>
                </a:cubicBezTo>
                <a:cubicBezTo>
                  <a:pt x="272" y="220"/>
                  <a:pt x="272" y="220"/>
                  <a:pt x="272" y="220"/>
                </a:cubicBezTo>
                <a:cubicBezTo>
                  <a:pt x="275" y="222"/>
                  <a:pt x="275" y="222"/>
                  <a:pt x="275" y="222"/>
                </a:cubicBezTo>
                <a:cubicBezTo>
                  <a:pt x="277" y="221"/>
                  <a:pt x="279" y="221"/>
                  <a:pt x="280" y="221"/>
                </a:cubicBezTo>
                <a:close/>
                <a:moveTo>
                  <a:pt x="280" y="267"/>
                </a:moveTo>
                <a:cubicBezTo>
                  <a:pt x="280" y="273"/>
                  <a:pt x="280" y="273"/>
                  <a:pt x="280" y="273"/>
                </a:cubicBezTo>
                <a:cubicBezTo>
                  <a:pt x="280" y="272"/>
                  <a:pt x="279" y="271"/>
                  <a:pt x="278" y="270"/>
                </a:cubicBezTo>
                <a:cubicBezTo>
                  <a:pt x="276" y="273"/>
                  <a:pt x="273" y="276"/>
                  <a:pt x="272" y="279"/>
                </a:cubicBezTo>
                <a:cubicBezTo>
                  <a:pt x="272" y="271"/>
                  <a:pt x="272" y="271"/>
                  <a:pt x="272" y="271"/>
                </a:cubicBezTo>
                <a:cubicBezTo>
                  <a:pt x="273" y="269"/>
                  <a:pt x="273" y="266"/>
                  <a:pt x="272" y="264"/>
                </a:cubicBezTo>
                <a:cubicBezTo>
                  <a:pt x="272" y="260"/>
                  <a:pt x="272" y="260"/>
                  <a:pt x="272" y="260"/>
                </a:cubicBezTo>
                <a:cubicBezTo>
                  <a:pt x="274" y="263"/>
                  <a:pt x="277" y="265"/>
                  <a:pt x="280" y="267"/>
                </a:cubicBezTo>
                <a:close/>
                <a:moveTo>
                  <a:pt x="280" y="281"/>
                </a:moveTo>
                <a:cubicBezTo>
                  <a:pt x="280" y="289"/>
                  <a:pt x="280" y="289"/>
                  <a:pt x="280" y="289"/>
                </a:cubicBezTo>
                <a:cubicBezTo>
                  <a:pt x="279" y="291"/>
                  <a:pt x="279" y="293"/>
                  <a:pt x="278" y="295"/>
                </a:cubicBezTo>
                <a:cubicBezTo>
                  <a:pt x="279" y="296"/>
                  <a:pt x="279" y="297"/>
                  <a:pt x="280" y="298"/>
                </a:cubicBezTo>
                <a:cubicBezTo>
                  <a:pt x="280" y="302"/>
                  <a:pt x="280" y="302"/>
                  <a:pt x="280" y="302"/>
                </a:cubicBezTo>
                <a:cubicBezTo>
                  <a:pt x="278" y="300"/>
                  <a:pt x="275" y="297"/>
                  <a:pt x="272" y="295"/>
                </a:cubicBezTo>
                <a:cubicBezTo>
                  <a:pt x="272" y="290"/>
                  <a:pt x="272" y="290"/>
                  <a:pt x="272" y="290"/>
                </a:cubicBezTo>
                <a:cubicBezTo>
                  <a:pt x="272" y="290"/>
                  <a:pt x="272" y="291"/>
                  <a:pt x="273" y="291"/>
                </a:cubicBezTo>
                <a:cubicBezTo>
                  <a:pt x="276" y="287"/>
                  <a:pt x="279" y="284"/>
                  <a:pt x="280" y="281"/>
                </a:cubicBezTo>
                <a:close/>
                <a:moveTo>
                  <a:pt x="280" y="321"/>
                </a:moveTo>
                <a:cubicBezTo>
                  <a:pt x="280" y="331"/>
                  <a:pt x="280" y="331"/>
                  <a:pt x="280" y="331"/>
                </a:cubicBezTo>
                <a:cubicBezTo>
                  <a:pt x="279" y="331"/>
                  <a:pt x="279" y="331"/>
                  <a:pt x="279" y="331"/>
                </a:cubicBezTo>
                <a:cubicBezTo>
                  <a:pt x="277" y="328"/>
                  <a:pt x="277" y="326"/>
                  <a:pt x="277" y="322"/>
                </a:cubicBezTo>
                <a:cubicBezTo>
                  <a:pt x="278" y="322"/>
                  <a:pt x="279" y="321"/>
                  <a:pt x="280" y="321"/>
                </a:cubicBezTo>
                <a:close/>
                <a:moveTo>
                  <a:pt x="280" y="338"/>
                </a:moveTo>
                <a:cubicBezTo>
                  <a:pt x="280" y="339"/>
                  <a:pt x="280" y="339"/>
                  <a:pt x="280" y="339"/>
                </a:cubicBezTo>
                <a:cubicBezTo>
                  <a:pt x="279" y="339"/>
                  <a:pt x="279" y="339"/>
                  <a:pt x="279" y="339"/>
                </a:cubicBezTo>
                <a:cubicBezTo>
                  <a:pt x="278" y="341"/>
                  <a:pt x="278" y="343"/>
                  <a:pt x="277" y="344"/>
                </a:cubicBezTo>
                <a:cubicBezTo>
                  <a:pt x="278" y="344"/>
                  <a:pt x="279" y="344"/>
                  <a:pt x="280" y="344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77" y="353"/>
                  <a:pt x="275" y="354"/>
                  <a:pt x="272" y="355"/>
                </a:cubicBezTo>
                <a:cubicBezTo>
                  <a:pt x="272" y="336"/>
                  <a:pt x="272" y="336"/>
                  <a:pt x="272" y="336"/>
                </a:cubicBezTo>
                <a:cubicBezTo>
                  <a:pt x="273" y="336"/>
                  <a:pt x="275" y="335"/>
                  <a:pt x="279" y="335"/>
                </a:cubicBezTo>
                <a:cubicBezTo>
                  <a:pt x="279" y="336"/>
                  <a:pt x="280" y="337"/>
                  <a:pt x="280" y="338"/>
                </a:cubicBezTo>
                <a:close/>
                <a:moveTo>
                  <a:pt x="280" y="389"/>
                </a:moveTo>
                <a:cubicBezTo>
                  <a:pt x="280" y="403"/>
                  <a:pt x="280" y="403"/>
                  <a:pt x="280" y="403"/>
                </a:cubicBezTo>
                <a:cubicBezTo>
                  <a:pt x="279" y="399"/>
                  <a:pt x="278" y="398"/>
                  <a:pt x="276" y="394"/>
                </a:cubicBezTo>
                <a:cubicBezTo>
                  <a:pt x="272" y="394"/>
                  <a:pt x="272" y="394"/>
                  <a:pt x="272" y="394"/>
                </a:cubicBezTo>
                <a:cubicBezTo>
                  <a:pt x="272" y="390"/>
                  <a:pt x="272" y="390"/>
                  <a:pt x="272" y="390"/>
                </a:cubicBezTo>
                <a:cubicBezTo>
                  <a:pt x="280" y="389"/>
                  <a:pt x="280" y="389"/>
                  <a:pt x="280" y="389"/>
                </a:cubicBezTo>
                <a:close/>
                <a:moveTo>
                  <a:pt x="280" y="410"/>
                </a:moveTo>
                <a:cubicBezTo>
                  <a:pt x="280" y="415"/>
                  <a:pt x="280" y="415"/>
                  <a:pt x="280" y="415"/>
                </a:cubicBezTo>
                <a:cubicBezTo>
                  <a:pt x="272" y="415"/>
                  <a:pt x="272" y="415"/>
                  <a:pt x="272" y="415"/>
                </a:cubicBezTo>
                <a:cubicBezTo>
                  <a:pt x="272" y="406"/>
                  <a:pt x="272" y="406"/>
                  <a:pt x="272" y="406"/>
                </a:cubicBezTo>
                <a:cubicBezTo>
                  <a:pt x="273" y="410"/>
                  <a:pt x="273" y="410"/>
                  <a:pt x="273" y="410"/>
                </a:cubicBezTo>
                <a:cubicBezTo>
                  <a:pt x="273" y="410"/>
                  <a:pt x="274" y="411"/>
                  <a:pt x="275" y="411"/>
                </a:cubicBezTo>
                <a:cubicBezTo>
                  <a:pt x="277" y="411"/>
                  <a:pt x="279" y="410"/>
                  <a:pt x="280" y="410"/>
                </a:cubicBezTo>
                <a:close/>
                <a:moveTo>
                  <a:pt x="280" y="447"/>
                </a:moveTo>
                <a:cubicBezTo>
                  <a:pt x="280" y="479"/>
                  <a:pt x="280" y="479"/>
                  <a:pt x="280" y="479"/>
                </a:cubicBezTo>
                <a:cubicBezTo>
                  <a:pt x="279" y="479"/>
                  <a:pt x="279" y="479"/>
                  <a:pt x="279" y="479"/>
                </a:cubicBezTo>
                <a:cubicBezTo>
                  <a:pt x="277" y="482"/>
                  <a:pt x="276" y="484"/>
                  <a:pt x="274" y="487"/>
                </a:cubicBezTo>
                <a:cubicBezTo>
                  <a:pt x="273" y="487"/>
                  <a:pt x="272" y="487"/>
                  <a:pt x="272" y="487"/>
                </a:cubicBezTo>
                <a:cubicBezTo>
                  <a:pt x="272" y="454"/>
                  <a:pt x="272" y="454"/>
                  <a:pt x="272" y="454"/>
                </a:cubicBezTo>
                <a:cubicBezTo>
                  <a:pt x="273" y="454"/>
                  <a:pt x="274" y="455"/>
                  <a:pt x="275" y="455"/>
                </a:cubicBezTo>
                <a:cubicBezTo>
                  <a:pt x="275" y="454"/>
                  <a:pt x="274" y="453"/>
                  <a:pt x="274" y="452"/>
                </a:cubicBezTo>
                <a:cubicBezTo>
                  <a:pt x="273" y="452"/>
                  <a:pt x="272" y="451"/>
                  <a:pt x="272" y="451"/>
                </a:cubicBezTo>
                <a:cubicBezTo>
                  <a:pt x="272" y="449"/>
                  <a:pt x="272" y="449"/>
                  <a:pt x="272" y="449"/>
                </a:cubicBezTo>
                <a:cubicBezTo>
                  <a:pt x="272" y="449"/>
                  <a:pt x="272" y="448"/>
                  <a:pt x="272" y="447"/>
                </a:cubicBezTo>
                <a:cubicBezTo>
                  <a:pt x="276" y="445"/>
                  <a:pt x="278" y="446"/>
                  <a:pt x="280" y="447"/>
                </a:cubicBezTo>
                <a:close/>
                <a:moveTo>
                  <a:pt x="280" y="501"/>
                </a:moveTo>
                <a:cubicBezTo>
                  <a:pt x="280" y="508"/>
                  <a:pt x="280" y="508"/>
                  <a:pt x="280" y="508"/>
                </a:cubicBezTo>
                <a:cubicBezTo>
                  <a:pt x="278" y="508"/>
                  <a:pt x="276" y="510"/>
                  <a:pt x="274" y="513"/>
                </a:cubicBezTo>
                <a:cubicBezTo>
                  <a:pt x="277" y="515"/>
                  <a:pt x="279" y="516"/>
                  <a:pt x="280" y="517"/>
                </a:cubicBezTo>
                <a:cubicBezTo>
                  <a:pt x="280" y="522"/>
                  <a:pt x="280" y="522"/>
                  <a:pt x="280" y="522"/>
                </a:cubicBezTo>
                <a:cubicBezTo>
                  <a:pt x="277" y="521"/>
                  <a:pt x="275" y="519"/>
                  <a:pt x="272" y="518"/>
                </a:cubicBezTo>
                <a:cubicBezTo>
                  <a:pt x="272" y="509"/>
                  <a:pt x="272" y="509"/>
                  <a:pt x="272" y="509"/>
                </a:cubicBezTo>
                <a:cubicBezTo>
                  <a:pt x="276" y="505"/>
                  <a:pt x="278" y="503"/>
                  <a:pt x="280" y="501"/>
                </a:cubicBezTo>
                <a:close/>
                <a:moveTo>
                  <a:pt x="280" y="529"/>
                </a:moveTo>
                <a:cubicBezTo>
                  <a:pt x="280" y="536"/>
                  <a:pt x="280" y="536"/>
                  <a:pt x="280" y="536"/>
                </a:cubicBezTo>
                <a:cubicBezTo>
                  <a:pt x="272" y="544"/>
                  <a:pt x="272" y="544"/>
                  <a:pt x="272" y="544"/>
                </a:cubicBezTo>
                <a:cubicBezTo>
                  <a:pt x="272" y="537"/>
                  <a:pt x="272" y="537"/>
                  <a:pt x="272" y="537"/>
                </a:cubicBezTo>
                <a:cubicBezTo>
                  <a:pt x="274" y="537"/>
                  <a:pt x="275" y="536"/>
                  <a:pt x="277" y="534"/>
                </a:cubicBezTo>
                <a:cubicBezTo>
                  <a:pt x="276" y="533"/>
                  <a:pt x="274" y="531"/>
                  <a:pt x="272" y="530"/>
                </a:cubicBezTo>
                <a:cubicBezTo>
                  <a:pt x="272" y="526"/>
                  <a:pt x="272" y="526"/>
                  <a:pt x="272" y="526"/>
                </a:cubicBezTo>
                <a:cubicBezTo>
                  <a:pt x="274" y="527"/>
                  <a:pt x="276" y="529"/>
                  <a:pt x="277" y="530"/>
                </a:cubicBezTo>
                <a:cubicBezTo>
                  <a:pt x="278" y="529"/>
                  <a:pt x="279" y="529"/>
                  <a:pt x="280" y="529"/>
                </a:cubicBezTo>
                <a:close/>
                <a:moveTo>
                  <a:pt x="280" y="577"/>
                </a:moveTo>
                <a:cubicBezTo>
                  <a:pt x="280" y="583"/>
                  <a:pt x="280" y="583"/>
                  <a:pt x="280" y="583"/>
                </a:cubicBezTo>
                <a:cubicBezTo>
                  <a:pt x="279" y="582"/>
                  <a:pt x="277" y="581"/>
                  <a:pt x="275" y="579"/>
                </a:cubicBezTo>
                <a:cubicBezTo>
                  <a:pt x="274" y="592"/>
                  <a:pt x="273" y="597"/>
                  <a:pt x="280" y="603"/>
                </a:cubicBezTo>
                <a:cubicBezTo>
                  <a:pt x="280" y="609"/>
                  <a:pt x="280" y="609"/>
                  <a:pt x="280" y="609"/>
                </a:cubicBezTo>
                <a:cubicBezTo>
                  <a:pt x="277" y="607"/>
                  <a:pt x="274" y="605"/>
                  <a:pt x="272" y="603"/>
                </a:cubicBezTo>
                <a:cubicBezTo>
                  <a:pt x="272" y="572"/>
                  <a:pt x="272" y="572"/>
                  <a:pt x="272" y="572"/>
                </a:cubicBezTo>
                <a:cubicBezTo>
                  <a:pt x="272" y="573"/>
                  <a:pt x="272" y="573"/>
                  <a:pt x="273" y="573"/>
                </a:cubicBezTo>
                <a:cubicBezTo>
                  <a:pt x="275" y="574"/>
                  <a:pt x="278" y="576"/>
                  <a:pt x="280" y="577"/>
                </a:cubicBezTo>
                <a:close/>
                <a:moveTo>
                  <a:pt x="280" y="663"/>
                </a:moveTo>
                <a:cubicBezTo>
                  <a:pt x="280" y="675"/>
                  <a:pt x="280" y="675"/>
                  <a:pt x="280" y="675"/>
                </a:cubicBezTo>
                <a:cubicBezTo>
                  <a:pt x="274" y="673"/>
                  <a:pt x="274" y="672"/>
                  <a:pt x="273" y="671"/>
                </a:cubicBezTo>
                <a:cubicBezTo>
                  <a:pt x="274" y="668"/>
                  <a:pt x="275" y="665"/>
                  <a:pt x="276" y="662"/>
                </a:cubicBezTo>
                <a:cubicBezTo>
                  <a:pt x="280" y="663"/>
                  <a:pt x="280" y="663"/>
                  <a:pt x="280" y="663"/>
                </a:cubicBezTo>
                <a:close/>
                <a:moveTo>
                  <a:pt x="272" y="442"/>
                </a:moveTo>
                <a:cubicBezTo>
                  <a:pt x="272" y="436"/>
                  <a:pt x="272" y="436"/>
                  <a:pt x="272" y="436"/>
                </a:cubicBezTo>
                <a:cubicBezTo>
                  <a:pt x="272" y="435"/>
                  <a:pt x="272" y="435"/>
                  <a:pt x="273" y="436"/>
                </a:cubicBezTo>
                <a:cubicBezTo>
                  <a:pt x="273" y="438"/>
                  <a:pt x="274" y="440"/>
                  <a:pt x="274" y="442"/>
                </a:cubicBezTo>
                <a:cubicBezTo>
                  <a:pt x="272" y="442"/>
                  <a:pt x="272" y="442"/>
                  <a:pt x="272" y="442"/>
                </a:cubicBezTo>
                <a:close/>
                <a:moveTo>
                  <a:pt x="272" y="365"/>
                </a:moveTo>
                <a:cubicBezTo>
                  <a:pt x="272" y="361"/>
                  <a:pt x="272" y="361"/>
                  <a:pt x="272" y="361"/>
                </a:cubicBezTo>
                <a:cubicBezTo>
                  <a:pt x="272" y="362"/>
                  <a:pt x="272" y="364"/>
                  <a:pt x="272" y="365"/>
                </a:cubicBezTo>
                <a:cubicBezTo>
                  <a:pt x="272" y="365"/>
                  <a:pt x="272" y="365"/>
                  <a:pt x="272" y="365"/>
                </a:cubicBezTo>
                <a:close/>
                <a:moveTo>
                  <a:pt x="272" y="324"/>
                </a:moveTo>
                <a:cubicBezTo>
                  <a:pt x="272" y="317"/>
                  <a:pt x="272" y="317"/>
                  <a:pt x="272" y="317"/>
                </a:cubicBezTo>
                <a:cubicBezTo>
                  <a:pt x="272" y="317"/>
                  <a:pt x="272" y="317"/>
                  <a:pt x="273" y="317"/>
                </a:cubicBezTo>
                <a:cubicBezTo>
                  <a:pt x="273" y="319"/>
                  <a:pt x="273" y="321"/>
                  <a:pt x="272" y="324"/>
                </a:cubicBezTo>
                <a:close/>
                <a:moveTo>
                  <a:pt x="262" y="24"/>
                </a:moveTo>
                <a:cubicBezTo>
                  <a:pt x="263" y="23"/>
                  <a:pt x="264" y="23"/>
                  <a:pt x="266" y="22"/>
                </a:cubicBezTo>
                <a:cubicBezTo>
                  <a:pt x="268" y="22"/>
                  <a:pt x="270" y="22"/>
                  <a:pt x="272" y="21"/>
                </a:cubicBezTo>
                <a:cubicBezTo>
                  <a:pt x="272" y="31"/>
                  <a:pt x="272" y="31"/>
                  <a:pt x="272" y="31"/>
                </a:cubicBezTo>
                <a:cubicBezTo>
                  <a:pt x="269" y="31"/>
                  <a:pt x="266" y="31"/>
                  <a:pt x="262" y="33"/>
                </a:cubicBezTo>
                <a:cubicBezTo>
                  <a:pt x="262" y="24"/>
                  <a:pt x="262" y="24"/>
                  <a:pt x="262" y="24"/>
                </a:cubicBezTo>
                <a:close/>
                <a:moveTo>
                  <a:pt x="272" y="773"/>
                </a:moveTo>
                <a:cubicBezTo>
                  <a:pt x="268" y="773"/>
                  <a:pt x="265" y="772"/>
                  <a:pt x="262" y="770"/>
                </a:cubicBezTo>
                <a:cubicBezTo>
                  <a:pt x="262" y="762"/>
                  <a:pt x="262" y="762"/>
                  <a:pt x="262" y="762"/>
                </a:cubicBezTo>
                <a:cubicBezTo>
                  <a:pt x="265" y="764"/>
                  <a:pt x="268" y="765"/>
                  <a:pt x="272" y="766"/>
                </a:cubicBezTo>
                <a:cubicBezTo>
                  <a:pt x="272" y="764"/>
                  <a:pt x="272" y="764"/>
                  <a:pt x="266" y="737"/>
                </a:cubicBezTo>
                <a:cubicBezTo>
                  <a:pt x="265" y="735"/>
                  <a:pt x="264" y="733"/>
                  <a:pt x="262" y="731"/>
                </a:cubicBezTo>
                <a:cubicBezTo>
                  <a:pt x="262" y="722"/>
                  <a:pt x="262" y="722"/>
                  <a:pt x="262" y="722"/>
                </a:cubicBezTo>
                <a:cubicBezTo>
                  <a:pt x="265" y="724"/>
                  <a:pt x="268" y="725"/>
                  <a:pt x="272" y="727"/>
                </a:cubicBezTo>
                <a:cubicBezTo>
                  <a:pt x="272" y="773"/>
                  <a:pt x="272" y="773"/>
                  <a:pt x="272" y="773"/>
                </a:cubicBezTo>
                <a:close/>
                <a:moveTo>
                  <a:pt x="272" y="48"/>
                </a:moveTo>
                <a:cubicBezTo>
                  <a:pt x="272" y="69"/>
                  <a:pt x="272" y="69"/>
                  <a:pt x="272" y="69"/>
                </a:cubicBezTo>
                <a:cubicBezTo>
                  <a:pt x="269" y="70"/>
                  <a:pt x="267" y="72"/>
                  <a:pt x="264" y="73"/>
                </a:cubicBezTo>
                <a:cubicBezTo>
                  <a:pt x="262" y="73"/>
                  <a:pt x="262" y="73"/>
                  <a:pt x="262" y="73"/>
                </a:cubicBezTo>
                <a:cubicBezTo>
                  <a:pt x="262" y="65"/>
                  <a:pt x="262" y="65"/>
                  <a:pt x="262" y="65"/>
                </a:cubicBezTo>
                <a:cubicBezTo>
                  <a:pt x="265" y="64"/>
                  <a:pt x="268" y="63"/>
                  <a:pt x="272" y="62"/>
                </a:cubicBezTo>
                <a:cubicBezTo>
                  <a:pt x="271" y="61"/>
                  <a:pt x="271" y="60"/>
                  <a:pt x="270" y="59"/>
                </a:cubicBezTo>
                <a:cubicBezTo>
                  <a:pt x="268" y="57"/>
                  <a:pt x="265" y="54"/>
                  <a:pt x="262" y="52"/>
                </a:cubicBezTo>
                <a:cubicBezTo>
                  <a:pt x="262" y="40"/>
                  <a:pt x="262" y="40"/>
                  <a:pt x="262" y="40"/>
                </a:cubicBezTo>
                <a:cubicBezTo>
                  <a:pt x="265" y="43"/>
                  <a:pt x="268" y="45"/>
                  <a:pt x="272" y="48"/>
                </a:cubicBezTo>
                <a:close/>
                <a:moveTo>
                  <a:pt x="272" y="114"/>
                </a:moveTo>
                <a:cubicBezTo>
                  <a:pt x="272" y="125"/>
                  <a:pt x="272" y="125"/>
                  <a:pt x="272" y="125"/>
                </a:cubicBezTo>
                <a:cubicBezTo>
                  <a:pt x="271" y="124"/>
                  <a:pt x="270" y="123"/>
                  <a:pt x="270" y="122"/>
                </a:cubicBezTo>
                <a:cubicBezTo>
                  <a:pt x="270" y="119"/>
                  <a:pt x="270" y="116"/>
                  <a:pt x="272" y="114"/>
                </a:cubicBezTo>
                <a:close/>
                <a:moveTo>
                  <a:pt x="272" y="201"/>
                </a:moveTo>
                <a:cubicBezTo>
                  <a:pt x="272" y="209"/>
                  <a:pt x="272" y="209"/>
                  <a:pt x="272" y="209"/>
                </a:cubicBezTo>
                <a:cubicBezTo>
                  <a:pt x="269" y="209"/>
                  <a:pt x="266" y="210"/>
                  <a:pt x="262" y="213"/>
                </a:cubicBezTo>
                <a:cubicBezTo>
                  <a:pt x="262" y="207"/>
                  <a:pt x="262" y="207"/>
                  <a:pt x="262" y="207"/>
                </a:cubicBezTo>
                <a:cubicBezTo>
                  <a:pt x="265" y="205"/>
                  <a:pt x="267" y="203"/>
                  <a:pt x="270" y="202"/>
                </a:cubicBezTo>
                <a:cubicBezTo>
                  <a:pt x="271" y="202"/>
                  <a:pt x="271" y="201"/>
                  <a:pt x="272" y="201"/>
                </a:cubicBezTo>
                <a:close/>
                <a:moveTo>
                  <a:pt x="272" y="220"/>
                </a:moveTo>
                <a:cubicBezTo>
                  <a:pt x="272" y="226"/>
                  <a:pt x="272" y="226"/>
                  <a:pt x="272" y="226"/>
                </a:cubicBezTo>
                <a:cubicBezTo>
                  <a:pt x="268" y="225"/>
                  <a:pt x="265" y="223"/>
                  <a:pt x="262" y="222"/>
                </a:cubicBezTo>
                <a:cubicBezTo>
                  <a:pt x="262" y="215"/>
                  <a:pt x="262" y="215"/>
                  <a:pt x="262" y="215"/>
                </a:cubicBezTo>
                <a:cubicBezTo>
                  <a:pt x="265" y="217"/>
                  <a:pt x="268" y="218"/>
                  <a:pt x="272" y="220"/>
                </a:cubicBezTo>
                <a:close/>
                <a:moveTo>
                  <a:pt x="272" y="227"/>
                </a:moveTo>
                <a:cubicBezTo>
                  <a:pt x="272" y="233"/>
                  <a:pt x="272" y="233"/>
                  <a:pt x="272" y="233"/>
                </a:cubicBezTo>
                <a:cubicBezTo>
                  <a:pt x="268" y="235"/>
                  <a:pt x="264" y="238"/>
                  <a:pt x="262" y="241"/>
                </a:cubicBezTo>
                <a:cubicBezTo>
                  <a:pt x="262" y="232"/>
                  <a:pt x="262" y="232"/>
                  <a:pt x="262" y="232"/>
                </a:cubicBezTo>
                <a:cubicBezTo>
                  <a:pt x="266" y="231"/>
                  <a:pt x="268" y="230"/>
                  <a:pt x="272" y="227"/>
                </a:cubicBezTo>
                <a:close/>
                <a:moveTo>
                  <a:pt x="272" y="260"/>
                </a:moveTo>
                <a:cubicBezTo>
                  <a:pt x="272" y="264"/>
                  <a:pt x="272" y="264"/>
                  <a:pt x="272" y="264"/>
                </a:cubicBezTo>
                <a:cubicBezTo>
                  <a:pt x="271" y="263"/>
                  <a:pt x="270" y="262"/>
                  <a:pt x="268" y="262"/>
                </a:cubicBezTo>
                <a:cubicBezTo>
                  <a:pt x="266" y="266"/>
                  <a:pt x="264" y="269"/>
                  <a:pt x="262" y="273"/>
                </a:cubicBezTo>
                <a:cubicBezTo>
                  <a:pt x="262" y="264"/>
                  <a:pt x="262" y="264"/>
                  <a:pt x="262" y="264"/>
                </a:cubicBezTo>
                <a:cubicBezTo>
                  <a:pt x="264" y="261"/>
                  <a:pt x="264" y="259"/>
                  <a:pt x="262" y="254"/>
                </a:cubicBezTo>
                <a:cubicBezTo>
                  <a:pt x="262" y="250"/>
                  <a:pt x="262" y="250"/>
                  <a:pt x="262" y="250"/>
                </a:cubicBezTo>
                <a:cubicBezTo>
                  <a:pt x="266" y="253"/>
                  <a:pt x="269" y="257"/>
                  <a:pt x="272" y="260"/>
                </a:cubicBezTo>
                <a:close/>
                <a:moveTo>
                  <a:pt x="272" y="271"/>
                </a:moveTo>
                <a:cubicBezTo>
                  <a:pt x="270" y="275"/>
                  <a:pt x="266" y="280"/>
                  <a:pt x="264" y="283"/>
                </a:cubicBezTo>
                <a:cubicBezTo>
                  <a:pt x="264" y="281"/>
                  <a:pt x="263" y="280"/>
                  <a:pt x="262" y="279"/>
                </a:cubicBezTo>
                <a:cubicBezTo>
                  <a:pt x="262" y="286"/>
                  <a:pt x="262" y="286"/>
                  <a:pt x="262" y="286"/>
                </a:cubicBezTo>
                <a:cubicBezTo>
                  <a:pt x="264" y="288"/>
                  <a:pt x="266" y="290"/>
                  <a:pt x="268" y="292"/>
                </a:cubicBezTo>
                <a:cubicBezTo>
                  <a:pt x="269" y="293"/>
                  <a:pt x="270" y="294"/>
                  <a:pt x="272" y="295"/>
                </a:cubicBezTo>
                <a:cubicBezTo>
                  <a:pt x="272" y="290"/>
                  <a:pt x="272" y="290"/>
                  <a:pt x="272" y="290"/>
                </a:cubicBezTo>
                <a:cubicBezTo>
                  <a:pt x="269" y="285"/>
                  <a:pt x="270" y="282"/>
                  <a:pt x="272" y="279"/>
                </a:cubicBezTo>
                <a:cubicBezTo>
                  <a:pt x="272" y="271"/>
                  <a:pt x="272" y="271"/>
                  <a:pt x="272" y="271"/>
                </a:cubicBezTo>
                <a:close/>
                <a:moveTo>
                  <a:pt x="272" y="317"/>
                </a:moveTo>
                <a:cubicBezTo>
                  <a:pt x="272" y="324"/>
                  <a:pt x="272" y="324"/>
                  <a:pt x="272" y="324"/>
                </a:cubicBezTo>
                <a:cubicBezTo>
                  <a:pt x="270" y="331"/>
                  <a:pt x="266" y="339"/>
                  <a:pt x="262" y="346"/>
                </a:cubicBezTo>
                <a:cubicBezTo>
                  <a:pt x="262" y="324"/>
                  <a:pt x="262" y="324"/>
                  <a:pt x="262" y="324"/>
                </a:cubicBezTo>
                <a:cubicBezTo>
                  <a:pt x="264" y="320"/>
                  <a:pt x="266" y="317"/>
                  <a:pt x="272" y="317"/>
                </a:cubicBezTo>
                <a:close/>
                <a:moveTo>
                  <a:pt x="272" y="336"/>
                </a:moveTo>
                <a:cubicBezTo>
                  <a:pt x="269" y="338"/>
                  <a:pt x="270" y="341"/>
                  <a:pt x="269" y="347"/>
                </a:cubicBezTo>
                <a:cubicBezTo>
                  <a:pt x="268" y="347"/>
                  <a:pt x="266" y="347"/>
                  <a:pt x="264" y="347"/>
                </a:cubicBezTo>
                <a:cubicBezTo>
                  <a:pt x="264" y="351"/>
                  <a:pt x="263" y="353"/>
                  <a:pt x="262" y="355"/>
                </a:cubicBezTo>
                <a:cubicBezTo>
                  <a:pt x="262" y="381"/>
                  <a:pt x="262" y="381"/>
                  <a:pt x="262" y="381"/>
                </a:cubicBezTo>
                <a:cubicBezTo>
                  <a:pt x="262" y="382"/>
                  <a:pt x="262" y="382"/>
                  <a:pt x="262" y="382"/>
                </a:cubicBezTo>
                <a:cubicBezTo>
                  <a:pt x="264" y="381"/>
                  <a:pt x="266" y="381"/>
                  <a:pt x="268" y="381"/>
                </a:cubicBezTo>
                <a:cubicBezTo>
                  <a:pt x="270" y="377"/>
                  <a:pt x="270" y="373"/>
                  <a:pt x="268" y="368"/>
                </a:cubicBezTo>
                <a:cubicBezTo>
                  <a:pt x="269" y="367"/>
                  <a:pt x="270" y="366"/>
                  <a:pt x="272" y="365"/>
                </a:cubicBezTo>
                <a:cubicBezTo>
                  <a:pt x="272" y="361"/>
                  <a:pt x="272" y="361"/>
                  <a:pt x="272" y="361"/>
                </a:cubicBezTo>
                <a:cubicBezTo>
                  <a:pt x="272" y="359"/>
                  <a:pt x="271" y="357"/>
                  <a:pt x="272" y="355"/>
                </a:cubicBezTo>
                <a:cubicBezTo>
                  <a:pt x="272" y="355"/>
                  <a:pt x="272" y="355"/>
                  <a:pt x="272" y="355"/>
                </a:cubicBezTo>
                <a:cubicBezTo>
                  <a:pt x="272" y="336"/>
                  <a:pt x="272" y="336"/>
                  <a:pt x="272" y="336"/>
                </a:cubicBezTo>
                <a:close/>
                <a:moveTo>
                  <a:pt x="272" y="390"/>
                </a:moveTo>
                <a:cubicBezTo>
                  <a:pt x="272" y="394"/>
                  <a:pt x="272" y="394"/>
                  <a:pt x="272" y="394"/>
                </a:cubicBezTo>
                <a:cubicBezTo>
                  <a:pt x="269" y="394"/>
                  <a:pt x="269" y="394"/>
                  <a:pt x="269" y="394"/>
                </a:cubicBezTo>
                <a:cubicBezTo>
                  <a:pt x="270" y="398"/>
                  <a:pt x="271" y="402"/>
                  <a:pt x="272" y="406"/>
                </a:cubicBezTo>
                <a:cubicBezTo>
                  <a:pt x="272" y="415"/>
                  <a:pt x="272" y="415"/>
                  <a:pt x="272" y="415"/>
                </a:cubicBezTo>
                <a:cubicBezTo>
                  <a:pt x="262" y="415"/>
                  <a:pt x="262" y="415"/>
                  <a:pt x="262" y="415"/>
                </a:cubicBezTo>
                <a:cubicBezTo>
                  <a:pt x="262" y="411"/>
                  <a:pt x="262" y="411"/>
                  <a:pt x="262" y="411"/>
                </a:cubicBezTo>
                <a:cubicBezTo>
                  <a:pt x="262" y="411"/>
                  <a:pt x="262" y="411"/>
                  <a:pt x="262" y="411"/>
                </a:cubicBezTo>
                <a:cubicBezTo>
                  <a:pt x="264" y="411"/>
                  <a:pt x="267" y="411"/>
                  <a:pt x="269" y="411"/>
                </a:cubicBezTo>
                <a:cubicBezTo>
                  <a:pt x="266" y="397"/>
                  <a:pt x="266" y="397"/>
                  <a:pt x="265" y="394"/>
                </a:cubicBezTo>
                <a:cubicBezTo>
                  <a:pt x="264" y="394"/>
                  <a:pt x="263" y="394"/>
                  <a:pt x="262" y="394"/>
                </a:cubicBezTo>
                <a:cubicBezTo>
                  <a:pt x="262" y="390"/>
                  <a:pt x="262" y="390"/>
                  <a:pt x="262" y="390"/>
                </a:cubicBezTo>
                <a:cubicBezTo>
                  <a:pt x="272" y="390"/>
                  <a:pt x="272" y="390"/>
                  <a:pt x="272" y="390"/>
                </a:cubicBezTo>
                <a:close/>
                <a:moveTo>
                  <a:pt x="272" y="436"/>
                </a:moveTo>
                <a:cubicBezTo>
                  <a:pt x="272" y="442"/>
                  <a:pt x="272" y="442"/>
                  <a:pt x="272" y="442"/>
                </a:cubicBezTo>
                <a:cubicBezTo>
                  <a:pt x="268" y="443"/>
                  <a:pt x="265" y="444"/>
                  <a:pt x="262" y="446"/>
                </a:cubicBezTo>
                <a:cubicBezTo>
                  <a:pt x="262" y="422"/>
                  <a:pt x="262" y="422"/>
                  <a:pt x="262" y="422"/>
                </a:cubicBezTo>
                <a:cubicBezTo>
                  <a:pt x="264" y="421"/>
                  <a:pt x="266" y="421"/>
                  <a:pt x="270" y="422"/>
                </a:cubicBezTo>
                <a:cubicBezTo>
                  <a:pt x="268" y="427"/>
                  <a:pt x="266" y="433"/>
                  <a:pt x="263" y="438"/>
                </a:cubicBezTo>
                <a:cubicBezTo>
                  <a:pt x="266" y="438"/>
                  <a:pt x="269" y="436"/>
                  <a:pt x="272" y="436"/>
                </a:cubicBezTo>
                <a:close/>
                <a:moveTo>
                  <a:pt x="272" y="449"/>
                </a:moveTo>
                <a:cubicBezTo>
                  <a:pt x="272" y="451"/>
                  <a:pt x="272" y="451"/>
                  <a:pt x="272" y="451"/>
                </a:cubicBezTo>
                <a:cubicBezTo>
                  <a:pt x="272" y="451"/>
                  <a:pt x="272" y="451"/>
                  <a:pt x="272" y="451"/>
                </a:cubicBezTo>
                <a:cubicBezTo>
                  <a:pt x="272" y="451"/>
                  <a:pt x="272" y="450"/>
                  <a:pt x="272" y="449"/>
                </a:cubicBezTo>
                <a:close/>
                <a:moveTo>
                  <a:pt x="272" y="454"/>
                </a:moveTo>
                <a:cubicBezTo>
                  <a:pt x="272" y="487"/>
                  <a:pt x="272" y="487"/>
                  <a:pt x="272" y="487"/>
                </a:cubicBezTo>
                <a:cubicBezTo>
                  <a:pt x="270" y="487"/>
                  <a:pt x="270" y="487"/>
                  <a:pt x="268" y="485"/>
                </a:cubicBezTo>
                <a:cubicBezTo>
                  <a:pt x="267" y="487"/>
                  <a:pt x="267" y="488"/>
                  <a:pt x="267" y="489"/>
                </a:cubicBezTo>
                <a:cubicBezTo>
                  <a:pt x="265" y="489"/>
                  <a:pt x="263" y="489"/>
                  <a:pt x="262" y="489"/>
                </a:cubicBezTo>
                <a:cubicBezTo>
                  <a:pt x="262" y="453"/>
                  <a:pt x="262" y="453"/>
                  <a:pt x="262" y="453"/>
                </a:cubicBezTo>
                <a:cubicBezTo>
                  <a:pt x="263" y="453"/>
                  <a:pt x="264" y="452"/>
                  <a:pt x="264" y="452"/>
                </a:cubicBezTo>
                <a:cubicBezTo>
                  <a:pt x="268" y="453"/>
                  <a:pt x="269" y="453"/>
                  <a:pt x="272" y="454"/>
                </a:cubicBezTo>
                <a:close/>
                <a:moveTo>
                  <a:pt x="272" y="509"/>
                </a:moveTo>
                <a:cubicBezTo>
                  <a:pt x="272" y="518"/>
                  <a:pt x="272" y="518"/>
                  <a:pt x="272" y="518"/>
                </a:cubicBezTo>
                <a:cubicBezTo>
                  <a:pt x="271" y="518"/>
                  <a:pt x="269" y="518"/>
                  <a:pt x="268" y="518"/>
                </a:cubicBezTo>
                <a:cubicBezTo>
                  <a:pt x="266" y="519"/>
                  <a:pt x="266" y="519"/>
                  <a:pt x="266" y="522"/>
                </a:cubicBezTo>
                <a:cubicBezTo>
                  <a:pt x="268" y="523"/>
                  <a:pt x="270" y="525"/>
                  <a:pt x="272" y="526"/>
                </a:cubicBezTo>
                <a:cubicBezTo>
                  <a:pt x="272" y="530"/>
                  <a:pt x="272" y="530"/>
                  <a:pt x="272" y="530"/>
                </a:cubicBezTo>
                <a:cubicBezTo>
                  <a:pt x="268" y="528"/>
                  <a:pt x="265" y="525"/>
                  <a:pt x="262" y="526"/>
                </a:cubicBezTo>
                <a:cubicBezTo>
                  <a:pt x="262" y="521"/>
                  <a:pt x="262" y="521"/>
                  <a:pt x="262" y="521"/>
                </a:cubicBezTo>
                <a:cubicBezTo>
                  <a:pt x="266" y="517"/>
                  <a:pt x="269" y="513"/>
                  <a:pt x="270" y="511"/>
                </a:cubicBezTo>
                <a:cubicBezTo>
                  <a:pt x="272" y="509"/>
                  <a:pt x="272" y="509"/>
                  <a:pt x="272" y="509"/>
                </a:cubicBezTo>
                <a:close/>
                <a:moveTo>
                  <a:pt x="272" y="537"/>
                </a:moveTo>
                <a:cubicBezTo>
                  <a:pt x="272" y="544"/>
                  <a:pt x="272" y="544"/>
                  <a:pt x="272" y="544"/>
                </a:cubicBezTo>
                <a:cubicBezTo>
                  <a:pt x="268" y="548"/>
                  <a:pt x="265" y="551"/>
                  <a:pt x="262" y="554"/>
                </a:cubicBezTo>
                <a:cubicBezTo>
                  <a:pt x="262" y="547"/>
                  <a:pt x="262" y="547"/>
                  <a:pt x="262" y="547"/>
                </a:cubicBezTo>
                <a:cubicBezTo>
                  <a:pt x="265" y="546"/>
                  <a:pt x="267" y="545"/>
                  <a:pt x="268" y="542"/>
                </a:cubicBezTo>
                <a:cubicBezTo>
                  <a:pt x="266" y="541"/>
                  <a:pt x="264" y="540"/>
                  <a:pt x="262" y="538"/>
                </a:cubicBezTo>
                <a:cubicBezTo>
                  <a:pt x="262" y="534"/>
                  <a:pt x="262" y="534"/>
                  <a:pt x="262" y="534"/>
                </a:cubicBezTo>
                <a:cubicBezTo>
                  <a:pt x="264" y="535"/>
                  <a:pt x="265" y="537"/>
                  <a:pt x="267" y="538"/>
                </a:cubicBezTo>
                <a:cubicBezTo>
                  <a:pt x="269" y="538"/>
                  <a:pt x="270" y="538"/>
                  <a:pt x="272" y="537"/>
                </a:cubicBezTo>
                <a:close/>
                <a:moveTo>
                  <a:pt x="272" y="572"/>
                </a:moveTo>
                <a:cubicBezTo>
                  <a:pt x="272" y="603"/>
                  <a:pt x="272" y="603"/>
                  <a:pt x="272" y="603"/>
                </a:cubicBezTo>
                <a:cubicBezTo>
                  <a:pt x="272" y="602"/>
                  <a:pt x="272" y="602"/>
                  <a:pt x="272" y="602"/>
                </a:cubicBezTo>
                <a:cubicBezTo>
                  <a:pt x="268" y="601"/>
                  <a:pt x="265" y="599"/>
                  <a:pt x="262" y="597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3" y="592"/>
                  <a:pt x="264" y="593"/>
                  <a:pt x="266" y="595"/>
                </a:cubicBezTo>
                <a:cubicBezTo>
                  <a:pt x="266" y="595"/>
                  <a:pt x="267" y="595"/>
                  <a:pt x="268" y="595"/>
                </a:cubicBezTo>
                <a:cubicBezTo>
                  <a:pt x="268" y="582"/>
                  <a:pt x="271" y="577"/>
                  <a:pt x="262" y="569"/>
                </a:cubicBezTo>
                <a:cubicBezTo>
                  <a:pt x="262" y="563"/>
                  <a:pt x="262" y="563"/>
                  <a:pt x="262" y="563"/>
                </a:cubicBezTo>
                <a:cubicBezTo>
                  <a:pt x="266" y="566"/>
                  <a:pt x="269" y="568"/>
                  <a:pt x="272" y="572"/>
                </a:cubicBezTo>
                <a:close/>
                <a:moveTo>
                  <a:pt x="262" y="506"/>
                </a:moveTo>
                <a:cubicBezTo>
                  <a:pt x="262" y="495"/>
                  <a:pt x="262" y="495"/>
                  <a:pt x="262" y="495"/>
                </a:cubicBezTo>
                <a:cubicBezTo>
                  <a:pt x="264" y="496"/>
                  <a:pt x="266" y="497"/>
                  <a:pt x="267" y="498"/>
                </a:cubicBezTo>
                <a:cubicBezTo>
                  <a:pt x="267" y="500"/>
                  <a:pt x="267" y="502"/>
                  <a:pt x="267" y="504"/>
                </a:cubicBezTo>
                <a:cubicBezTo>
                  <a:pt x="266" y="505"/>
                  <a:pt x="266" y="506"/>
                  <a:pt x="262" y="506"/>
                </a:cubicBezTo>
                <a:close/>
                <a:moveTo>
                  <a:pt x="260" y="25"/>
                </a:moveTo>
                <a:cubicBezTo>
                  <a:pt x="260" y="25"/>
                  <a:pt x="261" y="24"/>
                  <a:pt x="262" y="24"/>
                </a:cubicBezTo>
                <a:cubicBezTo>
                  <a:pt x="262" y="33"/>
                  <a:pt x="262" y="33"/>
                  <a:pt x="262" y="33"/>
                </a:cubicBezTo>
                <a:cubicBezTo>
                  <a:pt x="261" y="33"/>
                  <a:pt x="260" y="33"/>
                  <a:pt x="260" y="33"/>
                </a:cubicBezTo>
                <a:cubicBezTo>
                  <a:pt x="260" y="25"/>
                  <a:pt x="260" y="25"/>
                  <a:pt x="260" y="25"/>
                </a:cubicBezTo>
                <a:close/>
                <a:moveTo>
                  <a:pt x="262" y="770"/>
                </a:moveTo>
                <a:cubicBezTo>
                  <a:pt x="261" y="770"/>
                  <a:pt x="260" y="770"/>
                  <a:pt x="260" y="770"/>
                </a:cubicBezTo>
                <a:cubicBezTo>
                  <a:pt x="260" y="761"/>
                  <a:pt x="260" y="761"/>
                  <a:pt x="260" y="761"/>
                </a:cubicBezTo>
                <a:cubicBezTo>
                  <a:pt x="260" y="761"/>
                  <a:pt x="261" y="762"/>
                  <a:pt x="262" y="762"/>
                </a:cubicBezTo>
                <a:cubicBezTo>
                  <a:pt x="262" y="770"/>
                  <a:pt x="262" y="770"/>
                  <a:pt x="262" y="770"/>
                </a:cubicBezTo>
                <a:close/>
                <a:moveTo>
                  <a:pt x="262" y="40"/>
                </a:moveTo>
                <a:cubicBezTo>
                  <a:pt x="262" y="52"/>
                  <a:pt x="262" y="52"/>
                  <a:pt x="262" y="52"/>
                </a:cubicBezTo>
                <a:cubicBezTo>
                  <a:pt x="261" y="51"/>
                  <a:pt x="260" y="50"/>
                  <a:pt x="260" y="50"/>
                </a:cubicBezTo>
                <a:cubicBezTo>
                  <a:pt x="260" y="39"/>
                  <a:pt x="260" y="39"/>
                  <a:pt x="260" y="39"/>
                </a:cubicBezTo>
                <a:cubicBezTo>
                  <a:pt x="262" y="40"/>
                  <a:pt x="262" y="40"/>
                  <a:pt x="262" y="40"/>
                </a:cubicBezTo>
                <a:close/>
                <a:moveTo>
                  <a:pt x="262" y="65"/>
                </a:moveTo>
                <a:cubicBezTo>
                  <a:pt x="262" y="73"/>
                  <a:pt x="262" y="73"/>
                  <a:pt x="262" y="73"/>
                </a:cubicBezTo>
                <a:cubicBezTo>
                  <a:pt x="260" y="74"/>
                  <a:pt x="260" y="74"/>
                  <a:pt x="260" y="74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0" y="65"/>
                  <a:pt x="261" y="65"/>
                  <a:pt x="262" y="65"/>
                </a:cubicBezTo>
                <a:close/>
                <a:moveTo>
                  <a:pt x="262" y="207"/>
                </a:moveTo>
                <a:cubicBezTo>
                  <a:pt x="262" y="213"/>
                  <a:pt x="262" y="213"/>
                  <a:pt x="262" y="213"/>
                </a:cubicBezTo>
                <a:cubicBezTo>
                  <a:pt x="261" y="213"/>
                  <a:pt x="260" y="213"/>
                  <a:pt x="260" y="214"/>
                </a:cubicBezTo>
                <a:cubicBezTo>
                  <a:pt x="262" y="215"/>
                  <a:pt x="262" y="215"/>
                  <a:pt x="262" y="215"/>
                </a:cubicBezTo>
                <a:cubicBezTo>
                  <a:pt x="262" y="222"/>
                  <a:pt x="262" y="222"/>
                  <a:pt x="262" y="222"/>
                </a:cubicBezTo>
                <a:cubicBezTo>
                  <a:pt x="261" y="222"/>
                  <a:pt x="260" y="222"/>
                  <a:pt x="260" y="222"/>
                </a:cubicBezTo>
                <a:cubicBezTo>
                  <a:pt x="260" y="208"/>
                  <a:pt x="260" y="208"/>
                  <a:pt x="260" y="208"/>
                </a:cubicBezTo>
                <a:cubicBezTo>
                  <a:pt x="260" y="208"/>
                  <a:pt x="261" y="207"/>
                  <a:pt x="262" y="207"/>
                </a:cubicBezTo>
                <a:close/>
                <a:moveTo>
                  <a:pt x="262" y="232"/>
                </a:moveTo>
                <a:cubicBezTo>
                  <a:pt x="262" y="241"/>
                  <a:pt x="262" y="241"/>
                  <a:pt x="262" y="241"/>
                </a:cubicBezTo>
                <a:cubicBezTo>
                  <a:pt x="261" y="242"/>
                  <a:pt x="260" y="243"/>
                  <a:pt x="260" y="244"/>
                </a:cubicBezTo>
                <a:cubicBezTo>
                  <a:pt x="260" y="232"/>
                  <a:pt x="260" y="232"/>
                  <a:pt x="260" y="232"/>
                </a:cubicBezTo>
                <a:cubicBezTo>
                  <a:pt x="260" y="232"/>
                  <a:pt x="261" y="232"/>
                  <a:pt x="262" y="232"/>
                </a:cubicBezTo>
                <a:close/>
                <a:moveTo>
                  <a:pt x="262" y="250"/>
                </a:moveTo>
                <a:cubicBezTo>
                  <a:pt x="262" y="254"/>
                  <a:pt x="262" y="254"/>
                  <a:pt x="262" y="254"/>
                </a:cubicBezTo>
                <a:cubicBezTo>
                  <a:pt x="262" y="254"/>
                  <a:pt x="261" y="253"/>
                  <a:pt x="260" y="252"/>
                </a:cubicBezTo>
                <a:cubicBezTo>
                  <a:pt x="260" y="253"/>
                  <a:pt x="260" y="253"/>
                  <a:pt x="260" y="253"/>
                </a:cubicBezTo>
                <a:cubicBezTo>
                  <a:pt x="260" y="248"/>
                  <a:pt x="260" y="248"/>
                  <a:pt x="260" y="248"/>
                </a:cubicBezTo>
                <a:cubicBezTo>
                  <a:pt x="260" y="249"/>
                  <a:pt x="261" y="249"/>
                  <a:pt x="262" y="250"/>
                </a:cubicBezTo>
                <a:close/>
                <a:moveTo>
                  <a:pt x="262" y="264"/>
                </a:moveTo>
                <a:cubicBezTo>
                  <a:pt x="262" y="273"/>
                  <a:pt x="262" y="273"/>
                  <a:pt x="262" y="273"/>
                </a:cubicBezTo>
                <a:cubicBezTo>
                  <a:pt x="261" y="274"/>
                  <a:pt x="261" y="275"/>
                  <a:pt x="260" y="277"/>
                </a:cubicBezTo>
                <a:cubicBezTo>
                  <a:pt x="262" y="279"/>
                  <a:pt x="262" y="279"/>
                  <a:pt x="262" y="279"/>
                </a:cubicBezTo>
                <a:cubicBezTo>
                  <a:pt x="262" y="286"/>
                  <a:pt x="262" y="286"/>
                  <a:pt x="262" y="286"/>
                </a:cubicBezTo>
                <a:cubicBezTo>
                  <a:pt x="261" y="285"/>
                  <a:pt x="260" y="284"/>
                  <a:pt x="260" y="283"/>
                </a:cubicBezTo>
                <a:cubicBezTo>
                  <a:pt x="260" y="269"/>
                  <a:pt x="260" y="269"/>
                  <a:pt x="260" y="269"/>
                </a:cubicBezTo>
                <a:cubicBezTo>
                  <a:pt x="260" y="267"/>
                  <a:pt x="261" y="266"/>
                  <a:pt x="262" y="264"/>
                </a:cubicBezTo>
                <a:close/>
                <a:moveTo>
                  <a:pt x="262" y="324"/>
                </a:moveTo>
                <a:cubicBezTo>
                  <a:pt x="262" y="346"/>
                  <a:pt x="262" y="346"/>
                  <a:pt x="262" y="346"/>
                </a:cubicBezTo>
                <a:cubicBezTo>
                  <a:pt x="261" y="347"/>
                  <a:pt x="260" y="349"/>
                  <a:pt x="260" y="350"/>
                </a:cubicBezTo>
                <a:cubicBezTo>
                  <a:pt x="260" y="331"/>
                  <a:pt x="260" y="331"/>
                  <a:pt x="260" y="331"/>
                </a:cubicBezTo>
                <a:cubicBezTo>
                  <a:pt x="260" y="329"/>
                  <a:pt x="261" y="326"/>
                  <a:pt x="262" y="324"/>
                </a:cubicBezTo>
                <a:close/>
                <a:moveTo>
                  <a:pt x="262" y="355"/>
                </a:moveTo>
                <a:cubicBezTo>
                  <a:pt x="262" y="381"/>
                  <a:pt x="262" y="381"/>
                  <a:pt x="262" y="381"/>
                </a:cubicBezTo>
                <a:cubicBezTo>
                  <a:pt x="261" y="381"/>
                  <a:pt x="260" y="380"/>
                  <a:pt x="260" y="380"/>
                </a:cubicBezTo>
                <a:cubicBezTo>
                  <a:pt x="260" y="363"/>
                  <a:pt x="260" y="363"/>
                  <a:pt x="260" y="363"/>
                </a:cubicBezTo>
                <a:cubicBezTo>
                  <a:pt x="260" y="363"/>
                  <a:pt x="260" y="363"/>
                  <a:pt x="261" y="363"/>
                </a:cubicBezTo>
                <a:cubicBezTo>
                  <a:pt x="261" y="360"/>
                  <a:pt x="261" y="357"/>
                  <a:pt x="262" y="355"/>
                </a:cubicBezTo>
                <a:close/>
                <a:moveTo>
                  <a:pt x="262" y="390"/>
                </a:moveTo>
                <a:cubicBezTo>
                  <a:pt x="262" y="394"/>
                  <a:pt x="262" y="394"/>
                  <a:pt x="262" y="394"/>
                </a:cubicBezTo>
                <a:cubicBezTo>
                  <a:pt x="261" y="394"/>
                  <a:pt x="260" y="394"/>
                  <a:pt x="260" y="393"/>
                </a:cubicBezTo>
                <a:cubicBezTo>
                  <a:pt x="260" y="390"/>
                  <a:pt x="260" y="390"/>
                  <a:pt x="260" y="390"/>
                </a:cubicBezTo>
                <a:cubicBezTo>
                  <a:pt x="262" y="390"/>
                  <a:pt x="262" y="390"/>
                  <a:pt x="262" y="390"/>
                </a:cubicBezTo>
                <a:close/>
                <a:moveTo>
                  <a:pt x="262" y="411"/>
                </a:moveTo>
                <a:cubicBezTo>
                  <a:pt x="262" y="415"/>
                  <a:pt x="262" y="415"/>
                  <a:pt x="262" y="415"/>
                </a:cubicBezTo>
                <a:cubicBezTo>
                  <a:pt x="260" y="415"/>
                  <a:pt x="260" y="415"/>
                  <a:pt x="260" y="415"/>
                </a:cubicBezTo>
                <a:cubicBezTo>
                  <a:pt x="260" y="406"/>
                  <a:pt x="260" y="406"/>
                  <a:pt x="260" y="406"/>
                </a:cubicBezTo>
                <a:cubicBezTo>
                  <a:pt x="260" y="408"/>
                  <a:pt x="261" y="410"/>
                  <a:pt x="262" y="411"/>
                </a:cubicBezTo>
                <a:close/>
                <a:moveTo>
                  <a:pt x="262" y="422"/>
                </a:moveTo>
                <a:cubicBezTo>
                  <a:pt x="262" y="446"/>
                  <a:pt x="262" y="446"/>
                  <a:pt x="262" y="446"/>
                </a:cubicBezTo>
                <a:cubicBezTo>
                  <a:pt x="260" y="446"/>
                  <a:pt x="260" y="446"/>
                  <a:pt x="260" y="446"/>
                </a:cubicBezTo>
                <a:cubicBezTo>
                  <a:pt x="260" y="423"/>
                  <a:pt x="260" y="423"/>
                  <a:pt x="260" y="423"/>
                </a:cubicBezTo>
                <a:cubicBezTo>
                  <a:pt x="261" y="423"/>
                  <a:pt x="261" y="422"/>
                  <a:pt x="262" y="422"/>
                </a:cubicBezTo>
                <a:close/>
                <a:moveTo>
                  <a:pt x="262" y="453"/>
                </a:moveTo>
                <a:cubicBezTo>
                  <a:pt x="262" y="489"/>
                  <a:pt x="262" y="489"/>
                  <a:pt x="262" y="489"/>
                </a:cubicBezTo>
                <a:cubicBezTo>
                  <a:pt x="261" y="489"/>
                  <a:pt x="260" y="488"/>
                  <a:pt x="260" y="488"/>
                </a:cubicBezTo>
                <a:cubicBezTo>
                  <a:pt x="260" y="454"/>
                  <a:pt x="260" y="454"/>
                  <a:pt x="260" y="454"/>
                </a:cubicBezTo>
                <a:cubicBezTo>
                  <a:pt x="260" y="454"/>
                  <a:pt x="261" y="453"/>
                  <a:pt x="262" y="453"/>
                </a:cubicBezTo>
                <a:close/>
                <a:moveTo>
                  <a:pt x="262" y="495"/>
                </a:moveTo>
                <a:cubicBezTo>
                  <a:pt x="262" y="506"/>
                  <a:pt x="262" y="506"/>
                  <a:pt x="262" y="506"/>
                </a:cubicBezTo>
                <a:cubicBezTo>
                  <a:pt x="261" y="506"/>
                  <a:pt x="261" y="506"/>
                  <a:pt x="261" y="506"/>
                </a:cubicBezTo>
                <a:cubicBezTo>
                  <a:pt x="260" y="506"/>
                  <a:pt x="260" y="506"/>
                  <a:pt x="260" y="505"/>
                </a:cubicBezTo>
                <a:cubicBezTo>
                  <a:pt x="260" y="493"/>
                  <a:pt x="260" y="493"/>
                  <a:pt x="260" y="493"/>
                </a:cubicBezTo>
                <a:cubicBezTo>
                  <a:pt x="260" y="494"/>
                  <a:pt x="261" y="494"/>
                  <a:pt x="262" y="495"/>
                </a:cubicBezTo>
                <a:close/>
                <a:moveTo>
                  <a:pt x="262" y="521"/>
                </a:moveTo>
                <a:cubicBezTo>
                  <a:pt x="262" y="526"/>
                  <a:pt x="262" y="526"/>
                  <a:pt x="262" y="526"/>
                </a:cubicBezTo>
                <a:cubicBezTo>
                  <a:pt x="261" y="526"/>
                  <a:pt x="260" y="526"/>
                  <a:pt x="260" y="527"/>
                </a:cubicBezTo>
                <a:cubicBezTo>
                  <a:pt x="260" y="523"/>
                  <a:pt x="260" y="523"/>
                  <a:pt x="260" y="523"/>
                </a:cubicBezTo>
                <a:cubicBezTo>
                  <a:pt x="260" y="523"/>
                  <a:pt x="261" y="522"/>
                  <a:pt x="262" y="521"/>
                </a:cubicBezTo>
                <a:close/>
                <a:moveTo>
                  <a:pt x="262" y="534"/>
                </a:moveTo>
                <a:cubicBezTo>
                  <a:pt x="262" y="538"/>
                  <a:pt x="262" y="538"/>
                  <a:pt x="262" y="538"/>
                </a:cubicBezTo>
                <a:cubicBezTo>
                  <a:pt x="261" y="538"/>
                  <a:pt x="260" y="537"/>
                  <a:pt x="260" y="537"/>
                </a:cubicBezTo>
                <a:cubicBezTo>
                  <a:pt x="260" y="533"/>
                  <a:pt x="260" y="533"/>
                  <a:pt x="260" y="533"/>
                </a:cubicBezTo>
                <a:cubicBezTo>
                  <a:pt x="260" y="533"/>
                  <a:pt x="261" y="533"/>
                  <a:pt x="262" y="534"/>
                </a:cubicBezTo>
                <a:close/>
                <a:moveTo>
                  <a:pt x="262" y="547"/>
                </a:moveTo>
                <a:cubicBezTo>
                  <a:pt x="262" y="554"/>
                  <a:pt x="262" y="554"/>
                  <a:pt x="262" y="554"/>
                </a:cubicBezTo>
                <a:cubicBezTo>
                  <a:pt x="260" y="557"/>
                  <a:pt x="260" y="557"/>
                  <a:pt x="260" y="557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52"/>
                  <a:pt x="260" y="552"/>
                  <a:pt x="260" y="552"/>
                </a:cubicBezTo>
                <a:cubicBezTo>
                  <a:pt x="260" y="547"/>
                  <a:pt x="260" y="547"/>
                  <a:pt x="260" y="547"/>
                </a:cubicBezTo>
                <a:cubicBezTo>
                  <a:pt x="261" y="548"/>
                  <a:pt x="261" y="548"/>
                  <a:pt x="261" y="548"/>
                </a:cubicBezTo>
                <a:cubicBezTo>
                  <a:pt x="261" y="547"/>
                  <a:pt x="262" y="547"/>
                  <a:pt x="262" y="547"/>
                </a:cubicBezTo>
                <a:close/>
                <a:moveTo>
                  <a:pt x="262" y="563"/>
                </a:moveTo>
                <a:cubicBezTo>
                  <a:pt x="262" y="569"/>
                  <a:pt x="262" y="569"/>
                  <a:pt x="262" y="569"/>
                </a:cubicBezTo>
                <a:cubicBezTo>
                  <a:pt x="262" y="569"/>
                  <a:pt x="261" y="568"/>
                  <a:pt x="261" y="568"/>
                </a:cubicBezTo>
                <a:cubicBezTo>
                  <a:pt x="260" y="569"/>
                  <a:pt x="260" y="570"/>
                  <a:pt x="260" y="571"/>
                </a:cubicBezTo>
                <a:cubicBezTo>
                  <a:pt x="260" y="562"/>
                  <a:pt x="260" y="562"/>
                  <a:pt x="260" y="562"/>
                </a:cubicBezTo>
                <a:cubicBezTo>
                  <a:pt x="260" y="562"/>
                  <a:pt x="261" y="563"/>
                  <a:pt x="262" y="563"/>
                </a:cubicBezTo>
                <a:close/>
                <a:moveTo>
                  <a:pt x="262" y="591"/>
                </a:moveTo>
                <a:cubicBezTo>
                  <a:pt x="262" y="597"/>
                  <a:pt x="262" y="597"/>
                  <a:pt x="262" y="597"/>
                </a:cubicBezTo>
                <a:cubicBezTo>
                  <a:pt x="261" y="597"/>
                  <a:pt x="260" y="596"/>
                  <a:pt x="260" y="595"/>
                </a:cubicBezTo>
                <a:cubicBezTo>
                  <a:pt x="260" y="588"/>
                  <a:pt x="260" y="588"/>
                  <a:pt x="260" y="588"/>
                </a:cubicBezTo>
                <a:cubicBezTo>
                  <a:pt x="260" y="589"/>
                  <a:pt x="261" y="590"/>
                  <a:pt x="262" y="591"/>
                </a:cubicBezTo>
                <a:close/>
                <a:moveTo>
                  <a:pt x="262" y="722"/>
                </a:moveTo>
                <a:cubicBezTo>
                  <a:pt x="262" y="731"/>
                  <a:pt x="262" y="731"/>
                  <a:pt x="262" y="731"/>
                </a:cubicBezTo>
                <a:cubicBezTo>
                  <a:pt x="261" y="731"/>
                  <a:pt x="260" y="730"/>
                  <a:pt x="260" y="729"/>
                </a:cubicBezTo>
                <a:cubicBezTo>
                  <a:pt x="260" y="721"/>
                  <a:pt x="260" y="721"/>
                  <a:pt x="260" y="721"/>
                </a:cubicBezTo>
                <a:cubicBezTo>
                  <a:pt x="260" y="722"/>
                  <a:pt x="261" y="722"/>
                  <a:pt x="262" y="722"/>
                </a:cubicBezTo>
                <a:close/>
                <a:moveTo>
                  <a:pt x="260" y="322"/>
                </a:moveTo>
                <a:cubicBezTo>
                  <a:pt x="260" y="309"/>
                  <a:pt x="260" y="309"/>
                  <a:pt x="260" y="309"/>
                </a:cubicBezTo>
                <a:cubicBezTo>
                  <a:pt x="261" y="311"/>
                  <a:pt x="261" y="311"/>
                  <a:pt x="261" y="311"/>
                </a:cubicBezTo>
                <a:cubicBezTo>
                  <a:pt x="261" y="315"/>
                  <a:pt x="261" y="319"/>
                  <a:pt x="260" y="322"/>
                </a:cubicBezTo>
                <a:close/>
                <a:moveTo>
                  <a:pt x="253" y="27"/>
                </a:moveTo>
                <a:cubicBezTo>
                  <a:pt x="255" y="27"/>
                  <a:pt x="258" y="26"/>
                  <a:pt x="260" y="25"/>
                </a:cubicBezTo>
                <a:cubicBezTo>
                  <a:pt x="260" y="33"/>
                  <a:pt x="260" y="33"/>
                  <a:pt x="260" y="33"/>
                </a:cubicBezTo>
                <a:cubicBezTo>
                  <a:pt x="258" y="34"/>
                  <a:pt x="257" y="34"/>
                  <a:pt x="255" y="35"/>
                </a:cubicBezTo>
                <a:cubicBezTo>
                  <a:pt x="257" y="36"/>
                  <a:pt x="258" y="38"/>
                  <a:pt x="260" y="39"/>
                </a:cubicBezTo>
                <a:cubicBezTo>
                  <a:pt x="260" y="50"/>
                  <a:pt x="260" y="50"/>
                  <a:pt x="260" y="50"/>
                </a:cubicBezTo>
                <a:cubicBezTo>
                  <a:pt x="258" y="48"/>
                  <a:pt x="255" y="47"/>
                  <a:pt x="253" y="46"/>
                </a:cubicBezTo>
                <a:cubicBezTo>
                  <a:pt x="253" y="27"/>
                  <a:pt x="253" y="27"/>
                  <a:pt x="253" y="27"/>
                </a:cubicBezTo>
                <a:close/>
                <a:moveTo>
                  <a:pt x="260" y="770"/>
                </a:moveTo>
                <a:cubicBezTo>
                  <a:pt x="258" y="769"/>
                  <a:pt x="255" y="768"/>
                  <a:pt x="253" y="767"/>
                </a:cubicBezTo>
                <a:cubicBezTo>
                  <a:pt x="253" y="755"/>
                  <a:pt x="253" y="755"/>
                  <a:pt x="253" y="755"/>
                </a:cubicBezTo>
                <a:cubicBezTo>
                  <a:pt x="255" y="757"/>
                  <a:pt x="257" y="759"/>
                  <a:pt x="260" y="761"/>
                </a:cubicBezTo>
                <a:cubicBezTo>
                  <a:pt x="260" y="770"/>
                  <a:pt x="260" y="770"/>
                  <a:pt x="260" y="770"/>
                </a:cubicBezTo>
                <a:close/>
                <a:moveTo>
                  <a:pt x="260" y="65"/>
                </a:moveTo>
                <a:cubicBezTo>
                  <a:pt x="260" y="74"/>
                  <a:pt x="260" y="74"/>
                  <a:pt x="260" y="74"/>
                </a:cubicBezTo>
                <a:cubicBezTo>
                  <a:pt x="253" y="75"/>
                  <a:pt x="253" y="75"/>
                  <a:pt x="253" y="75"/>
                </a:cubicBezTo>
                <a:cubicBezTo>
                  <a:pt x="253" y="66"/>
                  <a:pt x="253" y="66"/>
                  <a:pt x="253" y="66"/>
                </a:cubicBezTo>
                <a:cubicBezTo>
                  <a:pt x="255" y="66"/>
                  <a:pt x="258" y="65"/>
                  <a:pt x="260" y="65"/>
                </a:cubicBezTo>
                <a:close/>
                <a:moveTo>
                  <a:pt x="260" y="208"/>
                </a:moveTo>
                <a:cubicBezTo>
                  <a:pt x="260" y="222"/>
                  <a:pt x="260" y="222"/>
                  <a:pt x="260" y="222"/>
                </a:cubicBezTo>
                <a:cubicBezTo>
                  <a:pt x="258" y="221"/>
                  <a:pt x="255" y="221"/>
                  <a:pt x="253" y="221"/>
                </a:cubicBezTo>
                <a:cubicBezTo>
                  <a:pt x="253" y="213"/>
                  <a:pt x="253" y="213"/>
                  <a:pt x="253" y="213"/>
                </a:cubicBezTo>
                <a:cubicBezTo>
                  <a:pt x="255" y="211"/>
                  <a:pt x="258" y="210"/>
                  <a:pt x="260" y="208"/>
                </a:cubicBezTo>
                <a:close/>
                <a:moveTo>
                  <a:pt x="260" y="232"/>
                </a:moveTo>
                <a:cubicBezTo>
                  <a:pt x="260" y="244"/>
                  <a:pt x="260" y="244"/>
                  <a:pt x="260" y="244"/>
                </a:cubicBezTo>
                <a:cubicBezTo>
                  <a:pt x="259" y="245"/>
                  <a:pt x="259" y="246"/>
                  <a:pt x="259" y="247"/>
                </a:cubicBezTo>
                <a:cubicBezTo>
                  <a:pt x="259" y="248"/>
                  <a:pt x="259" y="248"/>
                  <a:pt x="260" y="248"/>
                </a:cubicBezTo>
                <a:cubicBezTo>
                  <a:pt x="260" y="253"/>
                  <a:pt x="260" y="253"/>
                  <a:pt x="260" y="253"/>
                </a:cubicBezTo>
                <a:cubicBezTo>
                  <a:pt x="257" y="257"/>
                  <a:pt x="255" y="260"/>
                  <a:pt x="253" y="263"/>
                </a:cubicBezTo>
                <a:cubicBezTo>
                  <a:pt x="253" y="255"/>
                  <a:pt x="253" y="255"/>
                  <a:pt x="253" y="255"/>
                </a:cubicBezTo>
                <a:cubicBezTo>
                  <a:pt x="254" y="253"/>
                  <a:pt x="254" y="251"/>
                  <a:pt x="254" y="248"/>
                </a:cubicBezTo>
                <a:cubicBezTo>
                  <a:pt x="254" y="248"/>
                  <a:pt x="253" y="248"/>
                  <a:pt x="253" y="249"/>
                </a:cubicBezTo>
                <a:cubicBezTo>
                  <a:pt x="253" y="242"/>
                  <a:pt x="253" y="242"/>
                  <a:pt x="253" y="242"/>
                </a:cubicBezTo>
                <a:cubicBezTo>
                  <a:pt x="254" y="241"/>
                  <a:pt x="256" y="240"/>
                  <a:pt x="258" y="239"/>
                </a:cubicBezTo>
                <a:cubicBezTo>
                  <a:pt x="256" y="238"/>
                  <a:pt x="255" y="237"/>
                  <a:pt x="253" y="237"/>
                </a:cubicBezTo>
                <a:cubicBezTo>
                  <a:pt x="253" y="231"/>
                  <a:pt x="253" y="231"/>
                  <a:pt x="253" y="231"/>
                </a:cubicBezTo>
                <a:cubicBezTo>
                  <a:pt x="256" y="232"/>
                  <a:pt x="256" y="232"/>
                  <a:pt x="256" y="232"/>
                </a:cubicBezTo>
                <a:cubicBezTo>
                  <a:pt x="258" y="232"/>
                  <a:pt x="259" y="232"/>
                  <a:pt x="260" y="232"/>
                </a:cubicBezTo>
                <a:close/>
                <a:moveTo>
                  <a:pt x="260" y="269"/>
                </a:moveTo>
                <a:cubicBezTo>
                  <a:pt x="260" y="283"/>
                  <a:pt x="260" y="283"/>
                  <a:pt x="260" y="283"/>
                </a:cubicBezTo>
                <a:cubicBezTo>
                  <a:pt x="258" y="282"/>
                  <a:pt x="255" y="280"/>
                  <a:pt x="253" y="278"/>
                </a:cubicBezTo>
                <a:cubicBezTo>
                  <a:pt x="253" y="271"/>
                  <a:pt x="253" y="271"/>
                  <a:pt x="253" y="271"/>
                </a:cubicBezTo>
                <a:cubicBezTo>
                  <a:pt x="254" y="272"/>
                  <a:pt x="254" y="273"/>
                  <a:pt x="255" y="273"/>
                </a:cubicBezTo>
                <a:cubicBezTo>
                  <a:pt x="256" y="273"/>
                  <a:pt x="257" y="273"/>
                  <a:pt x="258" y="273"/>
                </a:cubicBezTo>
                <a:cubicBezTo>
                  <a:pt x="258" y="271"/>
                  <a:pt x="259" y="270"/>
                  <a:pt x="260" y="269"/>
                </a:cubicBezTo>
                <a:close/>
                <a:moveTo>
                  <a:pt x="260" y="309"/>
                </a:moveTo>
                <a:cubicBezTo>
                  <a:pt x="260" y="322"/>
                  <a:pt x="260" y="322"/>
                  <a:pt x="260" y="322"/>
                </a:cubicBezTo>
                <a:cubicBezTo>
                  <a:pt x="258" y="327"/>
                  <a:pt x="255" y="332"/>
                  <a:pt x="253" y="338"/>
                </a:cubicBezTo>
                <a:cubicBezTo>
                  <a:pt x="253" y="304"/>
                  <a:pt x="253" y="304"/>
                  <a:pt x="253" y="304"/>
                </a:cubicBezTo>
                <a:cubicBezTo>
                  <a:pt x="255" y="305"/>
                  <a:pt x="257" y="307"/>
                  <a:pt x="260" y="309"/>
                </a:cubicBezTo>
                <a:close/>
                <a:moveTo>
                  <a:pt x="260" y="331"/>
                </a:moveTo>
                <a:cubicBezTo>
                  <a:pt x="259" y="335"/>
                  <a:pt x="257" y="339"/>
                  <a:pt x="253" y="340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4" y="351"/>
                  <a:pt x="254" y="352"/>
                  <a:pt x="255" y="352"/>
                </a:cubicBezTo>
                <a:cubicBezTo>
                  <a:pt x="256" y="352"/>
                  <a:pt x="258" y="352"/>
                  <a:pt x="259" y="352"/>
                </a:cubicBezTo>
                <a:cubicBezTo>
                  <a:pt x="259" y="351"/>
                  <a:pt x="259" y="351"/>
                  <a:pt x="260" y="350"/>
                </a:cubicBezTo>
                <a:cubicBezTo>
                  <a:pt x="260" y="331"/>
                  <a:pt x="260" y="331"/>
                  <a:pt x="260" y="331"/>
                </a:cubicBezTo>
                <a:close/>
                <a:moveTo>
                  <a:pt x="260" y="363"/>
                </a:moveTo>
                <a:cubicBezTo>
                  <a:pt x="260" y="380"/>
                  <a:pt x="260" y="380"/>
                  <a:pt x="260" y="380"/>
                </a:cubicBezTo>
                <a:cubicBezTo>
                  <a:pt x="257" y="377"/>
                  <a:pt x="255" y="375"/>
                  <a:pt x="253" y="374"/>
                </a:cubicBezTo>
                <a:cubicBezTo>
                  <a:pt x="253" y="363"/>
                  <a:pt x="253" y="363"/>
                  <a:pt x="253" y="363"/>
                </a:cubicBezTo>
                <a:cubicBezTo>
                  <a:pt x="255" y="363"/>
                  <a:pt x="258" y="363"/>
                  <a:pt x="260" y="363"/>
                </a:cubicBezTo>
                <a:close/>
                <a:moveTo>
                  <a:pt x="260" y="390"/>
                </a:moveTo>
                <a:cubicBezTo>
                  <a:pt x="260" y="393"/>
                  <a:pt x="260" y="393"/>
                  <a:pt x="260" y="393"/>
                </a:cubicBezTo>
                <a:cubicBezTo>
                  <a:pt x="258" y="393"/>
                  <a:pt x="258" y="393"/>
                  <a:pt x="258" y="393"/>
                </a:cubicBezTo>
                <a:cubicBezTo>
                  <a:pt x="258" y="397"/>
                  <a:pt x="258" y="402"/>
                  <a:pt x="260" y="406"/>
                </a:cubicBezTo>
                <a:cubicBezTo>
                  <a:pt x="260" y="415"/>
                  <a:pt x="260" y="415"/>
                  <a:pt x="260" y="415"/>
                </a:cubicBezTo>
                <a:cubicBezTo>
                  <a:pt x="253" y="415"/>
                  <a:pt x="253" y="415"/>
                  <a:pt x="253" y="415"/>
                </a:cubicBezTo>
                <a:cubicBezTo>
                  <a:pt x="253" y="411"/>
                  <a:pt x="253" y="411"/>
                  <a:pt x="253" y="411"/>
                </a:cubicBezTo>
                <a:cubicBezTo>
                  <a:pt x="256" y="411"/>
                  <a:pt x="256" y="411"/>
                  <a:pt x="256" y="411"/>
                </a:cubicBezTo>
                <a:cubicBezTo>
                  <a:pt x="255" y="404"/>
                  <a:pt x="255" y="400"/>
                  <a:pt x="253" y="397"/>
                </a:cubicBezTo>
                <a:cubicBezTo>
                  <a:pt x="253" y="390"/>
                  <a:pt x="253" y="390"/>
                  <a:pt x="253" y="390"/>
                </a:cubicBezTo>
                <a:cubicBezTo>
                  <a:pt x="260" y="390"/>
                  <a:pt x="260" y="390"/>
                  <a:pt x="260" y="390"/>
                </a:cubicBezTo>
                <a:close/>
                <a:moveTo>
                  <a:pt x="260" y="423"/>
                </a:moveTo>
                <a:cubicBezTo>
                  <a:pt x="260" y="446"/>
                  <a:pt x="260" y="446"/>
                  <a:pt x="260" y="446"/>
                </a:cubicBezTo>
                <a:cubicBezTo>
                  <a:pt x="258" y="447"/>
                  <a:pt x="255" y="448"/>
                  <a:pt x="253" y="449"/>
                </a:cubicBezTo>
                <a:cubicBezTo>
                  <a:pt x="253" y="449"/>
                  <a:pt x="253" y="449"/>
                  <a:pt x="253" y="449"/>
                </a:cubicBezTo>
                <a:cubicBezTo>
                  <a:pt x="253" y="436"/>
                  <a:pt x="253" y="436"/>
                  <a:pt x="253" y="436"/>
                </a:cubicBezTo>
                <a:cubicBezTo>
                  <a:pt x="255" y="434"/>
                  <a:pt x="256" y="430"/>
                  <a:pt x="258" y="424"/>
                </a:cubicBezTo>
                <a:cubicBezTo>
                  <a:pt x="259" y="423"/>
                  <a:pt x="259" y="423"/>
                  <a:pt x="260" y="423"/>
                </a:cubicBezTo>
                <a:close/>
                <a:moveTo>
                  <a:pt x="260" y="454"/>
                </a:moveTo>
                <a:cubicBezTo>
                  <a:pt x="260" y="488"/>
                  <a:pt x="260" y="488"/>
                  <a:pt x="260" y="488"/>
                </a:cubicBezTo>
                <a:cubicBezTo>
                  <a:pt x="258" y="487"/>
                  <a:pt x="257" y="486"/>
                  <a:pt x="255" y="485"/>
                </a:cubicBezTo>
                <a:cubicBezTo>
                  <a:pt x="255" y="485"/>
                  <a:pt x="255" y="484"/>
                  <a:pt x="255" y="483"/>
                </a:cubicBezTo>
                <a:cubicBezTo>
                  <a:pt x="253" y="483"/>
                  <a:pt x="253" y="483"/>
                  <a:pt x="253" y="483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70"/>
                  <a:pt x="253" y="470"/>
                  <a:pt x="253" y="470"/>
                </a:cubicBezTo>
                <a:cubicBezTo>
                  <a:pt x="253" y="457"/>
                  <a:pt x="253" y="457"/>
                  <a:pt x="253" y="457"/>
                </a:cubicBezTo>
                <a:cubicBezTo>
                  <a:pt x="255" y="456"/>
                  <a:pt x="257" y="455"/>
                  <a:pt x="260" y="454"/>
                </a:cubicBezTo>
                <a:close/>
                <a:moveTo>
                  <a:pt x="260" y="493"/>
                </a:moveTo>
                <a:cubicBezTo>
                  <a:pt x="258" y="492"/>
                  <a:pt x="257" y="491"/>
                  <a:pt x="256" y="489"/>
                </a:cubicBezTo>
                <a:cubicBezTo>
                  <a:pt x="255" y="488"/>
                  <a:pt x="254" y="488"/>
                  <a:pt x="253" y="488"/>
                </a:cubicBezTo>
                <a:cubicBezTo>
                  <a:pt x="253" y="487"/>
                  <a:pt x="253" y="487"/>
                  <a:pt x="253" y="487"/>
                </a:cubicBezTo>
                <a:cubicBezTo>
                  <a:pt x="253" y="497"/>
                  <a:pt x="253" y="497"/>
                  <a:pt x="253" y="497"/>
                </a:cubicBezTo>
                <a:cubicBezTo>
                  <a:pt x="255" y="499"/>
                  <a:pt x="258" y="502"/>
                  <a:pt x="260" y="505"/>
                </a:cubicBezTo>
                <a:cubicBezTo>
                  <a:pt x="260" y="493"/>
                  <a:pt x="260" y="493"/>
                  <a:pt x="260" y="493"/>
                </a:cubicBezTo>
                <a:close/>
                <a:moveTo>
                  <a:pt x="260" y="523"/>
                </a:moveTo>
                <a:cubicBezTo>
                  <a:pt x="260" y="527"/>
                  <a:pt x="260" y="527"/>
                  <a:pt x="260" y="527"/>
                </a:cubicBezTo>
                <a:cubicBezTo>
                  <a:pt x="258" y="528"/>
                  <a:pt x="257" y="529"/>
                  <a:pt x="256" y="531"/>
                </a:cubicBezTo>
                <a:cubicBezTo>
                  <a:pt x="258" y="531"/>
                  <a:pt x="259" y="532"/>
                  <a:pt x="260" y="533"/>
                </a:cubicBezTo>
                <a:cubicBezTo>
                  <a:pt x="260" y="537"/>
                  <a:pt x="260" y="537"/>
                  <a:pt x="260" y="537"/>
                </a:cubicBezTo>
                <a:cubicBezTo>
                  <a:pt x="258" y="536"/>
                  <a:pt x="256" y="535"/>
                  <a:pt x="253" y="534"/>
                </a:cubicBezTo>
                <a:cubicBezTo>
                  <a:pt x="253" y="529"/>
                  <a:pt x="253" y="529"/>
                  <a:pt x="253" y="529"/>
                </a:cubicBezTo>
                <a:cubicBezTo>
                  <a:pt x="255" y="527"/>
                  <a:pt x="258" y="525"/>
                  <a:pt x="260" y="523"/>
                </a:cubicBezTo>
                <a:close/>
                <a:moveTo>
                  <a:pt x="260" y="547"/>
                </a:moveTo>
                <a:cubicBezTo>
                  <a:pt x="260" y="552"/>
                  <a:pt x="260" y="552"/>
                  <a:pt x="260" y="552"/>
                </a:cubicBezTo>
                <a:cubicBezTo>
                  <a:pt x="258" y="550"/>
                  <a:pt x="255" y="548"/>
                  <a:pt x="253" y="547"/>
                </a:cubicBezTo>
                <a:cubicBezTo>
                  <a:pt x="253" y="543"/>
                  <a:pt x="253" y="543"/>
                  <a:pt x="253" y="543"/>
                </a:cubicBezTo>
                <a:cubicBezTo>
                  <a:pt x="255" y="544"/>
                  <a:pt x="258" y="545"/>
                  <a:pt x="260" y="547"/>
                </a:cubicBezTo>
                <a:close/>
                <a:moveTo>
                  <a:pt x="260" y="552"/>
                </a:moveTo>
                <a:cubicBezTo>
                  <a:pt x="260" y="557"/>
                  <a:pt x="260" y="557"/>
                  <a:pt x="260" y="557"/>
                </a:cubicBezTo>
                <a:cubicBezTo>
                  <a:pt x="258" y="558"/>
                  <a:pt x="258" y="558"/>
                  <a:pt x="258" y="558"/>
                </a:cubicBezTo>
                <a:cubicBezTo>
                  <a:pt x="258" y="559"/>
                  <a:pt x="258" y="560"/>
                  <a:pt x="258" y="561"/>
                </a:cubicBezTo>
                <a:cubicBezTo>
                  <a:pt x="260" y="562"/>
                  <a:pt x="260" y="562"/>
                  <a:pt x="260" y="562"/>
                </a:cubicBezTo>
                <a:cubicBezTo>
                  <a:pt x="260" y="571"/>
                  <a:pt x="260" y="571"/>
                  <a:pt x="260" y="571"/>
                </a:cubicBezTo>
                <a:cubicBezTo>
                  <a:pt x="258" y="578"/>
                  <a:pt x="257" y="583"/>
                  <a:pt x="260" y="588"/>
                </a:cubicBezTo>
                <a:cubicBezTo>
                  <a:pt x="260" y="595"/>
                  <a:pt x="260" y="595"/>
                  <a:pt x="260" y="595"/>
                </a:cubicBezTo>
                <a:cubicBezTo>
                  <a:pt x="258" y="594"/>
                  <a:pt x="255" y="593"/>
                  <a:pt x="253" y="591"/>
                </a:cubicBezTo>
                <a:cubicBezTo>
                  <a:pt x="253" y="555"/>
                  <a:pt x="253" y="555"/>
                  <a:pt x="253" y="555"/>
                </a:cubicBezTo>
                <a:cubicBezTo>
                  <a:pt x="254" y="556"/>
                  <a:pt x="254" y="556"/>
                  <a:pt x="254" y="556"/>
                </a:cubicBezTo>
                <a:cubicBezTo>
                  <a:pt x="256" y="554"/>
                  <a:pt x="258" y="553"/>
                  <a:pt x="260" y="552"/>
                </a:cubicBezTo>
                <a:close/>
                <a:moveTo>
                  <a:pt x="260" y="721"/>
                </a:moveTo>
                <a:cubicBezTo>
                  <a:pt x="260" y="729"/>
                  <a:pt x="260" y="729"/>
                  <a:pt x="260" y="729"/>
                </a:cubicBezTo>
                <a:cubicBezTo>
                  <a:pt x="258" y="728"/>
                  <a:pt x="256" y="727"/>
                  <a:pt x="253" y="726"/>
                </a:cubicBezTo>
                <a:cubicBezTo>
                  <a:pt x="253" y="719"/>
                  <a:pt x="253" y="719"/>
                  <a:pt x="253" y="719"/>
                </a:cubicBezTo>
                <a:cubicBezTo>
                  <a:pt x="255" y="720"/>
                  <a:pt x="258" y="720"/>
                  <a:pt x="260" y="721"/>
                </a:cubicBezTo>
                <a:close/>
                <a:moveTo>
                  <a:pt x="248" y="29"/>
                </a:moveTo>
                <a:cubicBezTo>
                  <a:pt x="250" y="29"/>
                  <a:pt x="251" y="28"/>
                  <a:pt x="253" y="27"/>
                </a:cubicBezTo>
                <a:cubicBezTo>
                  <a:pt x="253" y="46"/>
                  <a:pt x="253" y="46"/>
                  <a:pt x="253" y="46"/>
                </a:cubicBezTo>
                <a:cubicBezTo>
                  <a:pt x="251" y="45"/>
                  <a:pt x="250" y="44"/>
                  <a:pt x="248" y="43"/>
                </a:cubicBezTo>
                <a:cubicBezTo>
                  <a:pt x="248" y="29"/>
                  <a:pt x="248" y="29"/>
                  <a:pt x="248" y="29"/>
                </a:cubicBezTo>
                <a:close/>
                <a:moveTo>
                  <a:pt x="253" y="767"/>
                </a:moveTo>
                <a:cubicBezTo>
                  <a:pt x="251" y="766"/>
                  <a:pt x="250" y="764"/>
                  <a:pt x="248" y="763"/>
                </a:cubicBezTo>
                <a:cubicBezTo>
                  <a:pt x="248" y="733"/>
                  <a:pt x="248" y="733"/>
                  <a:pt x="248" y="733"/>
                </a:cubicBezTo>
                <a:cubicBezTo>
                  <a:pt x="249" y="743"/>
                  <a:pt x="249" y="749"/>
                  <a:pt x="253" y="755"/>
                </a:cubicBezTo>
                <a:cubicBezTo>
                  <a:pt x="253" y="767"/>
                  <a:pt x="253" y="767"/>
                  <a:pt x="253" y="767"/>
                </a:cubicBezTo>
                <a:close/>
                <a:moveTo>
                  <a:pt x="253" y="66"/>
                </a:moveTo>
                <a:cubicBezTo>
                  <a:pt x="253" y="75"/>
                  <a:pt x="253" y="75"/>
                  <a:pt x="253" y="75"/>
                </a:cubicBezTo>
                <a:cubicBezTo>
                  <a:pt x="251" y="75"/>
                  <a:pt x="251" y="75"/>
                  <a:pt x="251" y="75"/>
                </a:cubicBezTo>
                <a:cubicBezTo>
                  <a:pt x="250" y="76"/>
                  <a:pt x="249" y="77"/>
                  <a:pt x="248" y="78"/>
                </a:cubicBezTo>
                <a:cubicBezTo>
                  <a:pt x="248" y="64"/>
                  <a:pt x="248" y="64"/>
                  <a:pt x="248" y="64"/>
                </a:cubicBezTo>
                <a:cubicBezTo>
                  <a:pt x="251" y="66"/>
                  <a:pt x="251" y="66"/>
                  <a:pt x="251" y="66"/>
                </a:cubicBezTo>
                <a:cubicBezTo>
                  <a:pt x="252" y="66"/>
                  <a:pt x="253" y="66"/>
                  <a:pt x="253" y="66"/>
                </a:cubicBezTo>
                <a:close/>
                <a:moveTo>
                  <a:pt x="253" y="213"/>
                </a:moveTo>
                <a:cubicBezTo>
                  <a:pt x="253" y="221"/>
                  <a:pt x="253" y="221"/>
                  <a:pt x="253" y="221"/>
                </a:cubicBezTo>
                <a:cubicBezTo>
                  <a:pt x="251" y="222"/>
                  <a:pt x="250" y="222"/>
                  <a:pt x="248" y="224"/>
                </a:cubicBezTo>
                <a:cubicBezTo>
                  <a:pt x="248" y="218"/>
                  <a:pt x="248" y="218"/>
                  <a:pt x="248" y="218"/>
                </a:cubicBezTo>
                <a:cubicBezTo>
                  <a:pt x="250" y="216"/>
                  <a:pt x="251" y="214"/>
                  <a:pt x="253" y="213"/>
                </a:cubicBezTo>
                <a:close/>
                <a:moveTo>
                  <a:pt x="253" y="231"/>
                </a:moveTo>
                <a:cubicBezTo>
                  <a:pt x="253" y="237"/>
                  <a:pt x="253" y="237"/>
                  <a:pt x="253" y="237"/>
                </a:cubicBezTo>
                <a:cubicBezTo>
                  <a:pt x="251" y="236"/>
                  <a:pt x="250" y="236"/>
                  <a:pt x="248" y="235"/>
                </a:cubicBezTo>
                <a:cubicBezTo>
                  <a:pt x="248" y="228"/>
                  <a:pt x="248" y="228"/>
                  <a:pt x="248" y="228"/>
                </a:cubicBezTo>
                <a:cubicBezTo>
                  <a:pt x="250" y="229"/>
                  <a:pt x="251" y="230"/>
                  <a:pt x="253" y="231"/>
                </a:cubicBezTo>
                <a:close/>
                <a:moveTo>
                  <a:pt x="253" y="242"/>
                </a:moveTo>
                <a:cubicBezTo>
                  <a:pt x="253" y="249"/>
                  <a:pt x="253" y="249"/>
                  <a:pt x="253" y="249"/>
                </a:cubicBezTo>
                <a:cubicBezTo>
                  <a:pt x="253" y="249"/>
                  <a:pt x="252" y="249"/>
                  <a:pt x="249" y="250"/>
                </a:cubicBezTo>
                <a:cubicBezTo>
                  <a:pt x="249" y="251"/>
                  <a:pt x="249" y="252"/>
                  <a:pt x="248" y="253"/>
                </a:cubicBezTo>
                <a:cubicBezTo>
                  <a:pt x="248" y="245"/>
                  <a:pt x="248" y="245"/>
                  <a:pt x="248" y="245"/>
                </a:cubicBezTo>
                <a:cubicBezTo>
                  <a:pt x="250" y="244"/>
                  <a:pt x="252" y="244"/>
                  <a:pt x="253" y="242"/>
                </a:cubicBezTo>
                <a:close/>
                <a:moveTo>
                  <a:pt x="253" y="255"/>
                </a:moveTo>
                <a:cubicBezTo>
                  <a:pt x="253" y="263"/>
                  <a:pt x="253" y="263"/>
                  <a:pt x="253" y="263"/>
                </a:cubicBezTo>
                <a:cubicBezTo>
                  <a:pt x="252" y="265"/>
                  <a:pt x="252" y="268"/>
                  <a:pt x="253" y="271"/>
                </a:cubicBezTo>
                <a:cubicBezTo>
                  <a:pt x="253" y="278"/>
                  <a:pt x="253" y="278"/>
                  <a:pt x="253" y="278"/>
                </a:cubicBezTo>
                <a:cubicBezTo>
                  <a:pt x="251" y="276"/>
                  <a:pt x="250" y="275"/>
                  <a:pt x="248" y="273"/>
                </a:cubicBezTo>
                <a:cubicBezTo>
                  <a:pt x="248" y="263"/>
                  <a:pt x="248" y="263"/>
                  <a:pt x="248" y="263"/>
                </a:cubicBezTo>
                <a:cubicBezTo>
                  <a:pt x="251" y="260"/>
                  <a:pt x="252" y="258"/>
                  <a:pt x="253" y="255"/>
                </a:cubicBezTo>
                <a:close/>
                <a:moveTo>
                  <a:pt x="253" y="304"/>
                </a:moveTo>
                <a:cubicBezTo>
                  <a:pt x="253" y="338"/>
                  <a:pt x="253" y="338"/>
                  <a:pt x="253" y="338"/>
                </a:cubicBezTo>
                <a:cubicBezTo>
                  <a:pt x="253" y="339"/>
                  <a:pt x="253" y="340"/>
                  <a:pt x="253" y="341"/>
                </a:cubicBezTo>
                <a:cubicBezTo>
                  <a:pt x="253" y="341"/>
                  <a:pt x="253" y="340"/>
                  <a:pt x="253" y="340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3" y="351"/>
                  <a:pt x="253" y="351"/>
                  <a:pt x="253" y="351"/>
                </a:cubicBezTo>
                <a:cubicBezTo>
                  <a:pt x="252" y="348"/>
                  <a:pt x="252" y="345"/>
                  <a:pt x="251" y="343"/>
                </a:cubicBezTo>
                <a:cubicBezTo>
                  <a:pt x="251" y="343"/>
                  <a:pt x="250" y="343"/>
                  <a:pt x="249" y="344"/>
                </a:cubicBezTo>
                <a:cubicBezTo>
                  <a:pt x="249" y="345"/>
                  <a:pt x="248" y="346"/>
                  <a:pt x="248" y="347"/>
                </a:cubicBezTo>
                <a:cubicBezTo>
                  <a:pt x="248" y="332"/>
                  <a:pt x="248" y="332"/>
                  <a:pt x="248" y="332"/>
                </a:cubicBezTo>
                <a:cubicBezTo>
                  <a:pt x="250" y="328"/>
                  <a:pt x="251" y="323"/>
                  <a:pt x="251" y="319"/>
                </a:cubicBezTo>
                <a:cubicBezTo>
                  <a:pt x="250" y="320"/>
                  <a:pt x="249" y="321"/>
                  <a:pt x="248" y="321"/>
                </a:cubicBezTo>
                <a:cubicBezTo>
                  <a:pt x="248" y="302"/>
                  <a:pt x="248" y="302"/>
                  <a:pt x="248" y="302"/>
                </a:cubicBezTo>
                <a:cubicBezTo>
                  <a:pt x="249" y="302"/>
                  <a:pt x="251" y="303"/>
                  <a:pt x="253" y="304"/>
                </a:cubicBezTo>
                <a:close/>
                <a:moveTo>
                  <a:pt x="253" y="363"/>
                </a:moveTo>
                <a:cubicBezTo>
                  <a:pt x="253" y="374"/>
                  <a:pt x="253" y="374"/>
                  <a:pt x="253" y="374"/>
                </a:cubicBezTo>
                <a:cubicBezTo>
                  <a:pt x="251" y="372"/>
                  <a:pt x="250" y="371"/>
                  <a:pt x="248" y="370"/>
                </a:cubicBezTo>
                <a:cubicBezTo>
                  <a:pt x="248" y="362"/>
                  <a:pt x="248" y="362"/>
                  <a:pt x="248" y="362"/>
                </a:cubicBezTo>
                <a:cubicBezTo>
                  <a:pt x="250" y="362"/>
                  <a:pt x="251" y="363"/>
                  <a:pt x="253" y="363"/>
                </a:cubicBezTo>
                <a:close/>
                <a:moveTo>
                  <a:pt x="253" y="390"/>
                </a:moveTo>
                <a:cubicBezTo>
                  <a:pt x="253" y="397"/>
                  <a:pt x="253" y="397"/>
                  <a:pt x="253" y="397"/>
                </a:cubicBezTo>
                <a:cubicBezTo>
                  <a:pt x="252" y="396"/>
                  <a:pt x="251" y="394"/>
                  <a:pt x="248" y="394"/>
                </a:cubicBezTo>
                <a:cubicBezTo>
                  <a:pt x="248" y="390"/>
                  <a:pt x="248" y="390"/>
                  <a:pt x="248" y="390"/>
                </a:cubicBezTo>
                <a:cubicBezTo>
                  <a:pt x="253" y="390"/>
                  <a:pt x="253" y="390"/>
                  <a:pt x="253" y="390"/>
                </a:cubicBezTo>
                <a:close/>
                <a:moveTo>
                  <a:pt x="253" y="411"/>
                </a:moveTo>
                <a:cubicBezTo>
                  <a:pt x="253" y="415"/>
                  <a:pt x="253" y="415"/>
                  <a:pt x="253" y="415"/>
                </a:cubicBezTo>
                <a:cubicBezTo>
                  <a:pt x="248" y="415"/>
                  <a:pt x="248" y="415"/>
                  <a:pt x="248" y="415"/>
                </a:cubicBezTo>
                <a:cubicBezTo>
                  <a:pt x="248" y="410"/>
                  <a:pt x="248" y="410"/>
                  <a:pt x="248" y="410"/>
                </a:cubicBezTo>
                <a:cubicBezTo>
                  <a:pt x="249" y="410"/>
                  <a:pt x="249" y="411"/>
                  <a:pt x="250" y="411"/>
                </a:cubicBezTo>
                <a:cubicBezTo>
                  <a:pt x="253" y="411"/>
                  <a:pt x="253" y="411"/>
                  <a:pt x="253" y="411"/>
                </a:cubicBezTo>
                <a:close/>
                <a:moveTo>
                  <a:pt x="253" y="436"/>
                </a:moveTo>
                <a:cubicBezTo>
                  <a:pt x="253" y="449"/>
                  <a:pt x="253" y="449"/>
                  <a:pt x="253" y="449"/>
                </a:cubicBezTo>
                <a:cubicBezTo>
                  <a:pt x="251" y="452"/>
                  <a:pt x="250" y="454"/>
                  <a:pt x="248" y="456"/>
                </a:cubicBezTo>
                <a:cubicBezTo>
                  <a:pt x="248" y="439"/>
                  <a:pt x="248" y="439"/>
                  <a:pt x="248" y="439"/>
                </a:cubicBezTo>
                <a:cubicBezTo>
                  <a:pt x="250" y="438"/>
                  <a:pt x="252" y="438"/>
                  <a:pt x="253" y="436"/>
                </a:cubicBezTo>
                <a:close/>
                <a:moveTo>
                  <a:pt x="253" y="457"/>
                </a:moveTo>
                <a:cubicBezTo>
                  <a:pt x="253" y="470"/>
                  <a:pt x="253" y="470"/>
                  <a:pt x="253" y="470"/>
                </a:cubicBezTo>
                <a:cubicBezTo>
                  <a:pt x="247" y="462"/>
                  <a:pt x="249" y="459"/>
                  <a:pt x="253" y="457"/>
                </a:cubicBezTo>
                <a:close/>
                <a:moveTo>
                  <a:pt x="253" y="470"/>
                </a:moveTo>
                <a:cubicBezTo>
                  <a:pt x="252" y="470"/>
                  <a:pt x="251" y="470"/>
                  <a:pt x="250" y="470"/>
                </a:cubicBezTo>
                <a:cubicBezTo>
                  <a:pt x="248" y="468"/>
                  <a:pt x="248" y="468"/>
                  <a:pt x="248" y="468"/>
                </a:cubicBezTo>
                <a:cubicBezTo>
                  <a:pt x="248" y="493"/>
                  <a:pt x="248" y="493"/>
                  <a:pt x="248" y="493"/>
                </a:cubicBezTo>
                <a:cubicBezTo>
                  <a:pt x="250" y="494"/>
                  <a:pt x="252" y="496"/>
                  <a:pt x="253" y="497"/>
                </a:cubicBezTo>
                <a:cubicBezTo>
                  <a:pt x="253" y="487"/>
                  <a:pt x="253" y="487"/>
                  <a:pt x="253" y="487"/>
                </a:cubicBezTo>
                <a:cubicBezTo>
                  <a:pt x="253" y="486"/>
                  <a:pt x="252" y="484"/>
                  <a:pt x="251" y="483"/>
                </a:cubicBezTo>
                <a:cubicBezTo>
                  <a:pt x="253" y="483"/>
                  <a:pt x="253" y="483"/>
                  <a:pt x="253" y="483"/>
                </a:cubicBezTo>
                <a:cubicBezTo>
                  <a:pt x="253" y="470"/>
                  <a:pt x="253" y="470"/>
                  <a:pt x="253" y="470"/>
                </a:cubicBezTo>
                <a:close/>
                <a:moveTo>
                  <a:pt x="253" y="529"/>
                </a:moveTo>
                <a:cubicBezTo>
                  <a:pt x="253" y="534"/>
                  <a:pt x="253" y="534"/>
                  <a:pt x="253" y="534"/>
                </a:cubicBezTo>
                <a:cubicBezTo>
                  <a:pt x="253" y="534"/>
                  <a:pt x="253" y="534"/>
                  <a:pt x="253" y="534"/>
                </a:cubicBezTo>
                <a:cubicBezTo>
                  <a:pt x="251" y="535"/>
                  <a:pt x="250" y="536"/>
                  <a:pt x="249" y="537"/>
                </a:cubicBezTo>
                <a:cubicBezTo>
                  <a:pt x="249" y="538"/>
                  <a:pt x="249" y="539"/>
                  <a:pt x="249" y="540"/>
                </a:cubicBezTo>
                <a:cubicBezTo>
                  <a:pt x="250" y="541"/>
                  <a:pt x="252" y="542"/>
                  <a:pt x="253" y="543"/>
                </a:cubicBezTo>
                <a:cubicBezTo>
                  <a:pt x="253" y="547"/>
                  <a:pt x="253" y="547"/>
                  <a:pt x="253" y="547"/>
                </a:cubicBezTo>
                <a:cubicBezTo>
                  <a:pt x="252" y="546"/>
                  <a:pt x="250" y="545"/>
                  <a:pt x="248" y="544"/>
                </a:cubicBezTo>
                <a:cubicBezTo>
                  <a:pt x="248" y="534"/>
                  <a:pt x="248" y="534"/>
                  <a:pt x="248" y="534"/>
                </a:cubicBezTo>
                <a:cubicBezTo>
                  <a:pt x="250" y="532"/>
                  <a:pt x="251" y="531"/>
                  <a:pt x="253" y="529"/>
                </a:cubicBezTo>
                <a:close/>
                <a:moveTo>
                  <a:pt x="253" y="555"/>
                </a:moveTo>
                <a:cubicBezTo>
                  <a:pt x="253" y="591"/>
                  <a:pt x="253" y="591"/>
                  <a:pt x="253" y="591"/>
                </a:cubicBezTo>
                <a:cubicBezTo>
                  <a:pt x="251" y="589"/>
                  <a:pt x="250" y="588"/>
                  <a:pt x="248" y="586"/>
                </a:cubicBezTo>
                <a:cubicBezTo>
                  <a:pt x="248" y="580"/>
                  <a:pt x="248" y="580"/>
                  <a:pt x="248" y="580"/>
                </a:cubicBezTo>
                <a:cubicBezTo>
                  <a:pt x="249" y="581"/>
                  <a:pt x="249" y="582"/>
                  <a:pt x="250" y="583"/>
                </a:cubicBezTo>
                <a:cubicBezTo>
                  <a:pt x="253" y="570"/>
                  <a:pt x="255" y="566"/>
                  <a:pt x="248" y="557"/>
                </a:cubicBezTo>
                <a:cubicBezTo>
                  <a:pt x="248" y="551"/>
                  <a:pt x="248" y="551"/>
                  <a:pt x="248" y="551"/>
                </a:cubicBezTo>
                <a:cubicBezTo>
                  <a:pt x="249" y="552"/>
                  <a:pt x="251" y="553"/>
                  <a:pt x="253" y="555"/>
                </a:cubicBezTo>
                <a:close/>
                <a:moveTo>
                  <a:pt x="253" y="719"/>
                </a:moveTo>
                <a:cubicBezTo>
                  <a:pt x="253" y="726"/>
                  <a:pt x="253" y="726"/>
                  <a:pt x="253" y="726"/>
                </a:cubicBezTo>
                <a:cubicBezTo>
                  <a:pt x="252" y="726"/>
                  <a:pt x="250" y="725"/>
                  <a:pt x="248" y="724"/>
                </a:cubicBezTo>
                <a:cubicBezTo>
                  <a:pt x="248" y="717"/>
                  <a:pt x="248" y="717"/>
                  <a:pt x="248" y="717"/>
                </a:cubicBezTo>
                <a:cubicBezTo>
                  <a:pt x="250" y="717"/>
                  <a:pt x="251" y="718"/>
                  <a:pt x="253" y="719"/>
                </a:cubicBezTo>
                <a:close/>
                <a:moveTo>
                  <a:pt x="248" y="503"/>
                </a:moveTo>
                <a:cubicBezTo>
                  <a:pt x="248" y="497"/>
                  <a:pt x="248" y="497"/>
                  <a:pt x="248" y="497"/>
                </a:cubicBezTo>
                <a:cubicBezTo>
                  <a:pt x="248" y="497"/>
                  <a:pt x="249" y="497"/>
                  <a:pt x="249" y="497"/>
                </a:cubicBezTo>
                <a:cubicBezTo>
                  <a:pt x="249" y="499"/>
                  <a:pt x="249" y="500"/>
                  <a:pt x="250" y="502"/>
                </a:cubicBezTo>
                <a:cubicBezTo>
                  <a:pt x="249" y="502"/>
                  <a:pt x="249" y="503"/>
                  <a:pt x="248" y="503"/>
                </a:cubicBezTo>
                <a:close/>
                <a:moveTo>
                  <a:pt x="238" y="33"/>
                </a:moveTo>
                <a:cubicBezTo>
                  <a:pt x="241" y="32"/>
                  <a:pt x="245" y="31"/>
                  <a:pt x="248" y="29"/>
                </a:cubicBezTo>
                <a:cubicBezTo>
                  <a:pt x="248" y="43"/>
                  <a:pt x="248" y="43"/>
                  <a:pt x="248" y="43"/>
                </a:cubicBezTo>
                <a:cubicBezTo>
                  <a:pt x="245" y="42"/>
                  <a:pt x="241" y="42"/>
                  <a:pt x="238" y="42"/>
                </a:cubicBezTo>
                <a:cubicBezTo>
                  <a:pt x="238" y="33"/>
                  <a:pt x="238" y="33"/>
                  <a:pt x="238" y="33"/>
                </a:cubicBezTo>
                <a:close/>
                <a:moveTo>
                  <a:pt x="248" y="763"/>
                </a:moveTo>
                <a:cubicBezTo>
                  <a:pt x="248" y="763"/>
                  <a:pt x="248" y="763"/>
                  <a:pt x="248" y="763"/>
                </a:cubicBezTo>
                <a:cubicBezTo>
                  <a:pt x="245" y="762"/>
                  <a:pt x="241" y="762"/>
                  <a:pt x="238" y="760"/>
                </a:cubicBezTo>
                <a:cubicBezTo>
                  <a:pt x="238" y="753"/>
                  <a:pt x="238" y="753"/>
                  <a:pt x="238" y="753"/>
                </a:cubicBezTo>
                <a:cubicBezTo>
                  <a:pt x="241" y="753"/>
                  <a:pt x="241" y="753"/>
                  <a:pt x="241" y="753"/>
                </a:cubicBezTo>
                <a:cubicBezTo>
                  <a:pt x="240" y="745"/>
                  <a:pt x="240" y="737"/>
                  <a:pt x="238" y="729"/>
                </a:cubicBezTo>
                <a:cubicBezTo>
                  <a:pt x="238" y="711"/>
                  <a:pt x="238" y="711"/>
                  <a:pt x="238" y="711"/>
                </a:cubicBezTo>
                <a:cubicBezTo>
                  <a:pt x="239" y="713"/>
                  <a:pt x="241" y="714"/>
                  <a:pt x="242" y="715"/>
                </a:cubicBezTo>
                <a:cubicBezTo>
                  <a:pt x="244" y="716"/>
                  <a:pt x="246" y="716"/>
                  <a:pt x="248" y="717"/>
                </a:cubicBezTo>
                <a:cubicBezTo>
                  <a:pt x="248" y="724"/>
                  <a:pt x="248" y="724"/>
                  <a:pt x="248" y="724"/>
                </a:cubicBezTo>
                <a:cubicBezTo>
                  <a:pt x="248" y="724"/>
                  <a:pt x="248" y="724"/>
                  <a:pt x="248" y="724"/>
                </a:cubicBezTo>
                <a:cubicBezTo>
                  <a:pt x="248" y="727"/>
                  <a:pt x="248" y="730"/>
                  <a:pt x="248" y="733"/>
                </a:cubicBezTo>
                <a:cubicBezTo>
                  <a:pt x="248" y="763"/>
                  <a:pt x="248" y="763"/>
                  <a:pt x="248" y="763"/>
                </a:cubicBezTo>
                <a:close/>
                <a:moveTo>
                  <a:pt x="248" y="64"/>
                </a:moveTo>
                <a:cubicBezTo>
                  <a:pt x="248" y="78"/>
                  <a:pt x="248" y="78"/>
                  <a:pt x="248" y="78"/>
                </a:cubicBezTo>
                <a:cubicBezTo>
                  <a:pt x="245" y="80"/>
                  <a:pt x="241" y="83"/>
                  <a:pt x="238" y="84"/>
                </a:cubicBezTo>
                <a:cubicBezTo>
                  <a:pt x="238" y="76"/>
                  <a:pt x="238" y="76"/>
                  <a:pt x="238" y="76"/>
                </a:cubicBezTo>
                <a:cubicBezTo>
                  <a:pt x="240" y="75"/>
                  <a:pt x="241" y="74"/>
                  <a:pt x="243" y="73"/>
                </a:cubicBezTo>
                <a:cubicBezTo>
                  <a:pt x="238" y="69"/>
                  <a:pt x="238" y="69"/>
                  <a:pt x="238" y="69"/>
                </a:cubicBezTo>
                <a:cubicBezTo>
                  <a:pt x="238" y="58"/>
                  <a:pt x="238" y="58"/>
                  <a:pt x="238" y="58"/>
                </a:cubicBezTo>
                <a:cubicBezTo>
                  <a:pt x="248" y="64"/>
                  <a:pt x="248" y="64"/>
                  <a:pt x="248" y="64"/>
                </a:cubicBezTo>
                <a:close/>
                <a:moveTo>
                  <a:pt x="248" y="218"/>
                </a:moveTo>
                <a:cubicBezTo>
                  <a:pt x="248" y="224"/>
                  <a:pt x="248" y="224"/>
                  <a:pt x="248" y="224"/>
                </a:cubicBezTo>
                <a:cubicBezTo>
                  <a:pt x="247" y="225"/>
                  <a:pt x="246" y="226"/>
                  <a:pt x="245" y="227"/>
                </a:cubicBezTo>
                <a:cubicBezTo>
                  <a:pt x="248" y="228"/>
                  <a:pt x="248" y="228"/>
                  <a:pt x="248" y="228"/>
                </a:cubicBezTo>
                <a:cubicBezTo>
                  <a:pt x="248" y="235"/>
                  <a:pt x="248" y="235"/>
                  <a:pt x="248" y="235"/>
                </a:cubicBezTo>
                <a:cubicBezTo>
                  <a:pt x="244" y="234"/>
                  <a:pt x="241" y="234"/>
                  <a:pt x="238" y="235"/>
                </a:cubicBezTo>
                <a:cubicBezTo>
                  <a:pt x="238" y="226"/>
                  <a:pt x="238" y="226"/>
                  <a:pt x="238" y="226"/>
                </a:cubicBezTo>
                <a:cubicBezTo>
                  <a:pt x="241" y="223"/>
                  <a:pt x="245" y="220"/>
                  <a:pt x="248" y="218"/>
                </a:cubicBezTo>
                <a:close/>
                <a:moveTo>
                  <a:pt x="248" y="245"/>
                </a:moveTo>
                <a:cubicBezTo>
                  <a:pt x="248" y="253"/>
                  <a:pt x="248" y="253"/>
                  <a:pt x="248" y="253"/>
                </a:cubicBezTo>
                <a:cubicBezTo>
                  <a:pt x="245" y="258"/>
                  <a:pt x="241" y="259"/>
                  <a:pt x="247" y="265"/>
                </a:cubicBezTo>
                <a:cubicBezTo>
                  <a:pt x="247" y="264"/>
                  <a:pt x="248" y="264"/>
                  <a:pt x="248" y="263"/>
                </a:cubicBezTo>
                <a:cubicBezTo>
                  <a:pt x="248" y="273"/>
                  <a:pt x="248" y="273"/>
                  <a:pt x="248" y="273"/>
                </a:cubicBezTo>
                <a:cubicBezTo>
                  <a:pt x="245" y="269"/>
                  <a:pt x="242" y="266"/>
                  <a:pt x="241" y="263"/>
                </a:cubicBezTo>
                <a:cubicBezTo>
                  <a:pt x="240" y="263"/>
                  <a:pt x="239" y="263"/>
                  <a:pt x="238" y="263"/>
                </a:cubicBezTo>
                <a:cubicBezTo>
                  <a:pt x="238" y="257"/>
                  <a:pt x="238" y="257"/>
                  <a:pt x="238" y="257"/>
                </a:cubicBezTo>
                <a:cubicBezTo>
                  <a:pt x="240" y="256"/>
                  <a:pt x="241" y="254"/>
                  <a:pt x="243" y="252"/>
                </a:cubicBezTo>
                <a:cubicBezTo>
                  <a:pt x="241" y="251"/>
                  <a:pt x="240" y="251"/>
                  <a:pt x="238" y="250"/>
                </a:cubicBezTo>
                <a:cubicBezTo>
                  <a:pt x="238" y="243"/>
                  <a:pt x="238" y="243"/>
                  <a:pt x="238" y="243"/>
                </a:cubicBezTo>
                <a:cubicBezTo>
                  <a:pt x="243" y="245"/>
                  <a:pt x="243" y="245"/>
                  <a:pt x="243" y="245"/>
                </a:cubicBezTo>
                <a:cubicBezTo>
                  <a:pt x="245" y="245"/>
                  <a:pt x="247" y="245"/>
                  <a:pt x="248" y="245"/>
                </a:cubicBezTo>
                <a:close/>
                <a:moveTo>
                  <a:pt x="248" y="302"/>
                </a:moveTo>
                <a:cubicBezTo>
                  <a:pt x="248" y="321"/>
                  <a:pt x="248" y="321"/>
                  <a:pt x="248" y="321"/>
                </a:cubicBezTo>
                <a:cubicBezTo>
                  <a:pt x="245" y="324"/>
                  <a:pt x="243" y="324"/>
                  <a:pt x="238" y="324"/>
                </a:cubicBezTo>
                <a:cubicBezTo>
                  <a:pt x="238" y="327"/>
                  <a:pt x="239" y="328"/>
                  <a:pt x="242" y="331"/>
                </a:cubicBezTo>
                <a:cubicBezTo>
                  <a:pt x="242" y="334"/>
                  <a:pt x="242" y="337"/>
                  <a:pt x="242" y="341"/>
                </a:cubicBezTo>
                <a:cubicBezTo>
                  <a:pt x="245" y="339"/>
                  <a:pt x="247" y="336"/>
                  <a:pt x="248" y="332"/>
                </a:cubicBezTo>
                <a:cubicBezTo>
                  <a:pt x="248" y="347"/>
                  <a:pt x="248" y="347"/>
                  <a:pt x="248" y="347"/>
                </a:cubicBezTo>
                <a:cubicBezTo>
                  <a:pt x="248" y="347"/>
                  <a:pt x="248" y="347"/>
                  <a:pt x="248" y="347"/>
                </a:cubicBezTo>
                <a:cubicBezTo>
                  <a:pt x="245" y="348"/>
                  <a:pt x="242" y="349"/>
                  <a:pt x="238" y="349"/>
                </a:cubicBezTo>
                <a:cubicBezTo>
                  <a:pt x="238" y="311"/>
                  <a:pt x="238" y="311"/>
                  <a:pt x="238" y="311"/>
                </a:cubicBezTo>
                <a:cubicBezTo>
                  <a:pt x="242" y="304"/>
                  <a:pt x="244" y="301"/>
                  <a:pt x="248" y="302"/>
                </a:cubicBezTo>
                <a:close/>
                <a:moveTo>
                  <a:pt x="248" y="362"/>
                </a:moveTo>
                <a:cubicBezTo>
                  <a:pt x="248" y="370"/>
                  <a:pt x="248" y="370"/>
                  <a:pt x="248" y="370"/>
                </a:cubicBezTo>
                <a:cubicBezTo>
                  <a:pt x="246" y="370"/>
                  <a:pt x="243" y="370"/>
                  <a:pt x="238" y="370"/>
                </a:cubicBezTo>
                <a:cubicBezTo>
                  <a:pt x="238" y="360"/>
                  <a:pt x="238" y="360"/>
                  <a:pt x="238" y="360"/>
                </a:cubicBezTo>
                <a:cubicBezTo>
                  <a:pt x="241" y="360"/>
                  <a:pt x="245" y="362"/>
                  <a:pt x="248" y="362"/>
                </a:cubicBezTo>
                <a:close/>
                <a:moveTo>
                  <a:pt x="248" y="390"/>
                </a:moveTo>
                <a:cubicBezTo>
                  <a:pt x="248" y="394"/>
                  <a:pt x="248" y="394"/>
                  <a:pt x="248" y="394"/>
                </a:cubicBezTo>
                <a:cubicBezTo>
                  <a:pt x="247" y="393"/>
                  <a:pt x="246" y="393"/>
                  <a:pt x="245" y="393"/>
                </a:cubicBezTo>
                <a:cubicBezTo>
                  <a:pt x="246" y="399"/>
                  <a:pt x="247" y="404"/>
                  <a:pt x="248" y="410"/>
                </a:cubicBezTo>
                <a:cubicBezTo>
                  <a:pt x="248" y="410"/>
                  <a:pt x="248" y="410"/>
                  <a:pt x="248" y="410"/>
                </a:cubicBezTo>
                <a:cubicBezTo>
                  <a:pt x="248" y="415"/>
                  <a:pt x="248" y="415"/>
                  <a:pt x="248" y="415"/>
                </a:cubicBezTo>
                <a:cubicBezTo>
                  <a:pt x="238" y="415"/>
                  <a:pt x="238" y="415"/>
                  <a:pt x="238" y="415"/>
                </a:cubicBezTo>
                <a:cubicBezTo>
                  <a:pt x="238" y="411"/>
                  <a:pt x="238" y="411"/>
                  <a:pt x="238" y="411"/>
                </a:cubicBezTo>
                <a:cubicBezTo>
                  <a:pt x="240" y="411"/>
                  <a:pt x="242" y="410"/>
                  <a:pt x="244" y="410"/>
                </a:cubicBezTo>
                <a:cubicBezTo>
                  <a:pt x="243" y="405"/>
                  <a:pt x="242" y="400"/>
                  <a:pt x="241" y="395"/>
                </a:cubicBezTo>
                <a:cubicBezTo>
                  <a:pt x="240" y="395"/>
                  <a:pt x="239" y="394"/>
                  <a:pt x="238" y="394"/>
                </a:cubicBezTo>
                <a:cubicBezTo>
                  <a:pt x="238" y="390"/>
                  <a:pt x="238" y="390"/>
                  <a:pt x="238" y="390"/>
                </a:cubicBezTo>
                <a:cubicBezTo>
                  <a:pt x="248" y="390"/>
                  <a:pt x="248" y="390"/>
                  <a:pt x="248" y="390"/>
                </a:cubicBezTo>
                <a:close/>
                <a:moveTo>
                  <a:pt x="248" y="439"/>
                </a:moveTo>
                <a:cubicBezTo>
                  <a:pt x="248" y="456"/>
                  <a:pt x="248" y="456"/>
                  <a:pt x="248" y="456"/>
                </a:cubicBezTo>
                <a:cubicBezTo>
                  <a:pt x="246" y="458"/>
                  <a:pt x="243" y="461"/>
                  <a:pt x="238" y="467"/>
                </a:cubicBezTo>
                <a:cubicBezTo>
                  <a:pt x="241" y="472"/>
                  <a:pt x="243" y="476"/>
                  <a:pt x="248" y="478"/>
                </a:cubicBezTo>
                <a:cubicBezTo>
                  <a:pt x="247" y="476"/>
                  <a:pt x="245" y="473"/>
                  <a:pt x="244" y="470"/>
                </a:cubicBezTo>
                <a:cubicBezTo>
                  <a:pt x="244" y="470"/>
                  <a:pt x="245" y="469"/>
                  <a:pt x="245" y="468"/>
                </a:cubicBezTo>
                <a:cubicBezTo>
                  <a:pt x="246" y="468"/>
                  <a:pt x="247" y="468"/>
                  <a:pt x="248" y="468"/>
                </a:cubicBezTo>
                <a:cubicBezTo>
                  <a:pt x="248" y="468"/>
                  <a:pt x="248" y="468"/>
                  <a:pt x="248" y="468"/>
                </a:cubicBezTo>
                <a:cubicBezTo>
                  <a:pt x="248" y="493"/>
                  <a:pt x="248" y="493"/>
                  <a:pt x="248" y="493"/>
                </a:cubicBezTo>
                <a:cubicBezTo>
                  <a:pt x="247" y="493"/>
                  <a:pt x="246" y="493"/>
                  <a:pt x="245" y="492"/>
                </a:cubicBezTo>
                <a:cubicBezTo>
                  <a:pt x="246" y="495"/>
                  <a:pt x="246" y="496"/>
                  <a:pt x="248" y="497"/>
                </a:cubicBezTo>
                <a:cubicBezTo>
                  <a:pt x="248" y="503"/>
                  <a:pt x="248" y="503"/>
                  <a:pt x="248" y="503"/>
                </a:cubicBezTo>
                <a:cubicBezTo>
                  <a:pt x="247" y="503"/>
                  <a:pt x="246" y="503"/>
                  <a:pt x="245" y="504"/>
                </a:cubicBezTo>
                <a:cubicBezTo>
                  <a:pt x="242" y="501"/>
                  <a:pt x="240" y="500"/>
                  <a:pt x="238" y="500"/>
                </a:cubicBezTo>
                <a:cubicBezTo>
                  <a:pt x="238" y="486"/>
                  <a:pt x="238" y="486"/>
                  <a:pt x="238" y="486"/>
                </a:cubicBezTo>
                <a:cubicBezTo>
                  <a:pt x="239" y="486"/>
                  <a:pt x="240" y="486"/>
                  <a:pt x="241" y="487"/>
                </a:cubicBezTo>
                <a:cubicBezTo>
                  <a:pt x="241" y="485"/>
                  <a:pt x="240" y="482"/>
                  <a:pt x="240" y="480"/>
                </a:cubicBezTo>
                <a:cubicBezTo>
                  <a:pt x="238" y="480"/>
                  <a:pt x="238" y="480"/>
                  <a:pt x="238" y="480"/>
                </a:cubicBezTo>
                <a:cubicBezTo>
                  <a:pt x="238" y="455"/>
                  <a:pt x="238" y="455"/>
                  <a:pt x="238" y="455"/>
                </a:cubicBezTo>
                <a:cubicBezTo>
                  <a:pt x="240" y="453"/>
                  <a:pt x="242" y="451"/>
                  <a:pt x="244" y="447"/>
                </a:cubicBezTo>
                <a:cubicBezTo>
                  <a:pt x="242" y="447"/>
                  <a:pt x="240" y="446"/>
                  <a:pt x="238" y="446"/>
                </a:cubicBezTo>
                <a:cubicBezTo>
                  <a:pt x="238" y="439"/>
                  <a:pt x="238" y="439"/>
                  <a:pt x="238" y="439"/>
                </a:cubicBezTo>
                <a:cubicBezTo>
                  <a:pt x="243" y="439"/>
                  <a:pt x="246" y="439"/>
                  <a:pt x="248" y="439"/>
                </a:cubicBezTo>
                <a:close/>
                <a:moveTo>
                  <a:pt x="248" y="534"/>
                </a:moveTo>
                <a:cubicBezTo>
                  <a:pt x="248" y="544"/>
                  <a:pt x="248" y="544"/>
                  <a:pt x="248" y="544"/>
                </a:cubicBezTo>
                <a:cubicBezTo>
                  <a:pt x="247" y="544"/>
                  <a:pt x="245" y="543"/>
                  <a:pt x="243" y="543"/>
                </a:cubicBezTo>
                <a:cubicBezTo>
                  <a:pt x="245" y="548"/>
                  <a:pt x="246" y="549"/>
                  <a:pt x="248" y="551"/>
                </a:cubicBezTo>
                <a:cubicBezTo>
                  <a:pt x="248" y="557"/>
                  <a:pt x="248" y="557"/>
                  <a:pt x="248" y="557"/>
                </a:cubicBezTo>
                <a:cubicBezTo>
                  <a:pt x="247" y="556"/>
                  <a:pt x="247" y="555"/>
                  <a:pt x="246" y="554"/>
                </a:cubicBezTo>
                <a:cubicBezTo>
                  <a:pt x="243" y="567"/>
                  <a:pt x="240" y="572"/>
                  <a:pt x="248" y="580"/>
                </a:cubicBezTo>
                <a:cubicBezTo>
                  <a:pt x="248" y="586"/>
                  <a:pt x="248" y="586"/>
                  <a:pt x="248" y="586"/>
                </a:cubicBezTo>
                <a:cubicBezTo>
                  <a:pt x="245" y="584"/>
                  <a:pt x="241" y="580"/>
                  <a:pt x="238" y="577"/>
                </a:cubicBezTo>
                <a:cubicBezTo>
                  <a:pt x="238" y="563"/>
                  <a:pt x="238" y="563"/>
                  <a:pt x="238" y="563"/>
                </a:cubicBezTo>
                <a:cubicBezTo>
                  <a:pt x="239" y="557"/>
                  <a:pt x="241" y="551"/>
                  <a:pt x="238" y="547"/>
                </a:cubicBezTo>
                <a:cubicBezTo>
                  <a:pt x="238" y="539"/>
                  <a:pt x="238" y="539"/>
                  <a:pt x="238" y="539"/>
                </a:cubicBezTo>
                <a:cubicBezTo>
                  <a:pt x="238" y="540"/>
                  <a:pt x="239" y="540"/>
                  <a:pt x="240" y="540"/>
                </a:cubicBezTo>
                <a:cubicBezTo>
                  <a:pt x="242" y="539"/>
                  <a:pt x="245" y="537"/>
                  <a:pt x="248" y="534"/>
                </a:cubicBezTo>
                <a:close/>
                <a:moveTo>
                  <a:pt x="230" y="37"/>
                </a:moveTo>
                <a:cubicBezTo>
                  <a:pt x="232" y="36"/>
                  <a:pt x="235" y="35"/>
                  <a:pt x="238" y="33"/>
                </a:cubicBezTo>
                <a:cubicBezTo>
                  <a:pt x="238" y="42"/>
                  <a:pt x="238" y="42"/>
                  <a:pt x="238" y="42"/>
                </a:cubicBezTo>
                <a:cubicBezTo>
                  <a:pt x="235" y="42"/>
                  <a:pt x="232" y="43"/>
                  <a:pt x="230" y="45"/>
                </a:cubicBezTo>
                <a:cubicBezTo>
                  <a:pt x="230" y="37"/>
                  <a:pt x="230" y="37"/>
                  <a:pt x="230" y="37"/>
                </a:cubicBezTo>
                <a:close/>
                <a:moveTo>
                  <a:pt x="238" y="760"/>
                </a:moveTo>
                <a:cubicBezTo>
                  <a:pt x="235" y="760"/>
                  <a:pt x="232" y="759"/>
                  <a:pt x="230" y="757"/>
                </a:cubicBezTo>
                <a:cubicBezTo>
                  <a:pt x="230" y="749"/>
                  <a:pt x="230" y="749"/>
                  <a:pt x="230" y="749"/>
                </a:cubicBezTo>
                <a:cubicBezTo>
                  <a:pt x="232" y="750"/>
                  <a:pt x="234" y="751"/>
                  <a:pt x="237" y="753"/>
                </a:cubicBezTo>
                <a:cubicBezTo>
                  <a:pt x="238" y="753"/>
                  <a:pt x="238" y="753"/>
                  <a:pt x="238" y="753"/>
                </a:cubicBezTo>
                <a:cubicBezTo>
                  <a:pt x="238" y="760"/>
                  <a:pt x="238" y="760"/>
                  <a:pt x="238" y="760"/>
                </a:cubicBezTo>
                <a:close/>
                <a:moveTo>
                  <a:pt x="238" y="58"/>
                </a:moveTo>
                <a:cubicBezTo>
                  <a:pt x="238" y="69"/>
                  <a:pt x="238" y="69"/>
                  <a:pt x="238" y="69"/>
                </a:cubicBezTo>
                <a:cubicBezTo>
                  <a:pt x="230" y="63"/>
                  <a:pt x="230" y="63"/>
                  <a:pt x="230" y="63"/>
                </a:cubicBezTo>
                <a:cubicBezTo>
                  <a:pt x="230" y="53"/>
                  <a:pt x="230" y="53"/>
                  <a:pt x="230" y="53"/>
                </a:cubicBezTo>
                <a:cubicBezTo>
                  <a:pt x="238" y="58"/>
                  <a:pt x="238" y="58"/>
                  <a:pt x="238" y="58"/>
                </a:cubicBezTo>
                <a:close/>
                <a:moveTo>
                  <a:pt x="238" y="76"/>
                </a:moveTo>
                <a:cubicBezTo>
                  <a:pt x="238" y="84"/>
                  <a:pt x="238" y="84"/>
                  <a:pt x="238" y="84"/>
                </a:cubicBezTo>
                <a:cubicBezTo>
                  <a:pt x="235" y="86"/>
                  <a:pt x="233" y="87"/>
                  <a:pt x="230" y="88"/>
                </a:cubicBezTo>
                <a:cubicBezTo>
                  <a:pt x="230" y="79"/>
                  <a:pt x="230" y="79"/>
                  <a:pt x="230" y="79"/>
                </a:cubicBezTo>
                <a:cubicBezTo>
                  <a:pt x="232" y="78"/>
                  <a:pt x="235" y="77"/>
                  <a:pt x="238" y="76"/>
                </a:cubicBezTo>
                <a:close/>
                <a:moveTo>
                  <a:pt x="238" y="226"/>
                </a:moveTo>
                <a:cubicBezTo>
                  <a:pt x="238" y="235"/>
                  <a:pt x="238" y="235"/>
                  <a:pt x="238" y="235"/>
                </a:cubicBezTo>
                <a:cubicBezTo>
                  <a:pt x="236" y="236"/>
                  <a:pt x="233" y="238"/>
                  <a:pt x="230" y="241"/>
                </a:cubicBezTo>
                <a:cubicBezTo>
                  <a:pt x="230" y="233"/>
                  <a:pt x="230" y="233"/>
                  <a:pt x="230" y="233"/>
                </a:cubicBezTo>
                <a:cubicBezTo>
                  <a:pt x="232" y="230"/>
                  <a:pt x="235" y="228"/>
                  <a:pt x="238" y="226"/>
                </a:cubicBezTo>
                <a:close/>
                <a:moveTo>
                  <a:pt x="238" y="243"/>
                </a:moveTo>
                <a:cubicBezTo>
                  <a:pt x="238" y="250"/>
                  <a:pt x="238" y="250"/>
                  <a:pt x="238" y="250"/>
                </a:cubicBezTo>
                <a:cubicBezTo>
                  <a:pt x="235" y="249"/>
                  <a:pt x="232" y="248"/>
                  <a:pt x="230" y="248"/>
                </a:cubicBezTo>
                <a:cubicBezTo>
                  <a:pt x="230" y="241"/>
                  <a:pt x="230" y="241"/>
                  <a:pt x="230" y="241"/>
                </a:cubicBezTo>
                <a:cubicBezTo>
                  <a:pt x="232" y="242"/>
                  <a:pt x="235" y="243"/>
                  <a:pt x="238" y="243"/>
                </a:cubicBezTo>
                <a:close/>
                <a:moveTo>
                  <a:pt x="238" y="257"/>
                </a:moveTo>
                <a:cubicBezTo>
                  <a:pt x="238" y="263"/>
                  <a:pt x="238" y="263"/>
                  <a:pt x="238" y="263"/>
                </a:cubicBezTo>
                <a:cubicBezTo>
                  <a:pt x="238" y="264"/>
                  <a:pt x="237" y="264"/>
                  <a:pt x="237" y="264"/>
                </a:cubicBezTo>
                <a:cubicBezTo>
                  <a:pt x="236" y="266"/>
                  <a:pt x="233" y="271"/>
                  <a:pt x="230" y="276"/>
                </a:cubicBezTo>
                <a:cubicBezTo>
                  <a:pt x="230" y="266"/>
                  <a:pt x="230" y="266"/>
                  <a:pt x="230" y="266"/>
                </a:cubicBezTo>
                <a:cubicBezTo>
                  <a:pt x="230" y="266"/>
                  <a:pt x="230" y="266"/>
                  <a:pt x="230" y="265"/>
                </a:cubicBezTo>
                <a:cubicBezTo>
                  <a:pt x="230" y="265"/>
                  <a:pt x="230" y="265"/>
                  <a:pt x="230" y="265"/>
                </a:cubicBezTo>
                <a:cubicBezTo>
                  <a:pt x="230" y="259"/>
                  <a:pt x="230" y="259"/>
                  <a:pt x="230" y="259"/>
                </a:cubicBezTo>
                <a:cubicBezTo>
                  <a:pt x="232" y="259"/>
                  <a:pt x="232" y="259"/>
                  <a:pt x="232" y="259"/>
                </a:cubicBezTo>
                <a:cubicBezTo>
                  <a:pt x="234" y="258"/>
                  <a:pt x="236" y="258"/>
                  <a:pt x="238" y="257"/>
                </a:cubicBezTo>
                <a:close/>
                <a:moveTo>
                  <a:pt x="238" y="311"/>
                </a:moveTo>
                <a:cubicBezTo>
                  <a:pt x="238" y="349"/>
                  <a:pt x="238" y="349"/>
                  <a:pt x="238" y="349"/>
                </a:cubicBezTo>
                <a:cubicBezTo>
                  <a:pt x="235" y="349"/>
                  <a:pt x="232" y="349"/>
                  <a:pt x="230" y="348"/>
                </a:cubicBezTo>
                <a:cubicBezTo>
                  <a:pt x="230" y="299"/>
                  <a:pt x="230" y="299"/>
                  <a:pt x="230" y="299"/>
                </a:cubicBezTo>
                <a:cubicBezTo>
                  <a:pt x="232" y="299"/>
                  <a:pt x="233" y="299"/>
                  <a:pt x="235" y="299"/>
                </a:cubicBezTo>
                <a:cubicBezTo>
                  <a:pt x="234" y="304"/>
                  <a:pt x="230" y="312"/>
                  <a:pt x="230" y="316"/>
                </a:cubicBezTo>
                <a:cubicBezTo>
                  <a:pt x="232" y="316"/>
                  <a:pt x="233" y="316"/>
                  <a:pt x="235" y="316"/>
                </a:cubicBezTo>
                <a:cubicBezTo>
                  <a:pt x="236" y="314"/>
                  <a:pt x="237" y="312"/>
                  <a:pt x="238" y="311"/>
                </a:cubicBezTo>
                <a:close/>
                <a:moveTo>
                  <a:pt x="238" y="360"/>
                </a:moveTo>
                <a:cubicBezTo>
                  <a:pt x="238" y="370"/>
                  <a:pt x="238" y="370"/>
                  <a:pt x="238" y="370"/>
                </a:cubicBezTo>
                <a:cubicBezTo>
                  <a:pt x="237" y="370"/>
                  <a:pt x="237" y="370"/>
                  <a:pt x="236" y="370"/>
                </a:cubicBezTo>
                <a:cubicBezTo>
                  <a:pt x="236" y="373"/>
                  <a:pt x="236" y="375"/>
                  <a:pt x="236" y="378"/>
                </a:cubicBezTo>
                <a:cubicBezTo>
                  <a:pt x="230" y="378"/>
                  <a:pt x="230" y="378"/>
                  <a:pt x="230" y="378"/>
                </a:cubicBezTo>
                <a:cubicBezTo>
                  <a:pt x="230" y="358"/>
                  <a:pt x="230" y="358"/>
                  <a:pt x="230" y="358"/>
                </a:cubicBezTo>
                <a:cubicBezTo>
                  <a:pt x="232" y="359"/>
                  <a:pt x="235" y="359"/>
                  <a:pt x="238" y="360"/>
                </a:cubicBezTo>
                <a:close/>
                <a:moveTo>
                  <a:pt x="238" y="390"/>
                </a:moveTo>
                <a:cubicBezTo>
                  <a:pt x="238" y="394"/>
                  <a:pt x="238" y="394"/>
                  <a:pt x="238" y="394"/>
                </a:cubicBezTo>
                <a:cubicBezTo>
                  <a:pt x="236" y="394"/>
                  <a:pt x="234" y="394"/>
                  <a:pt x="232" y="394"/>
                </a:cubicBezTo>
                <a:cubicBezTo>
                  <a:pt x="236" y="409"/>
                  <a:pt x="236" y="409"/>
                  <a:pt x="237" y="411"/>
                </a:cubicBezTo>
                <a:cubicBezTo>
                  <a:pt x="238" y="411"/>
                  <a:pt x="238" y="411"/>
                  <a:pt x="238" y="411"/>
                </a:cubicBezTo>
                <a:cubicBezTo>
                  <a:pt x="238" y="415"/>
                  <a:pt x="238" y="415"/>
                  <a:pt x="238" y="415"/>
                </a:cubicBezTo>
                <a:cubicBezTo>
                  <a:pt x="230" y="415"/>
                  <a:pt x="230" y="415"/>
                  <a:pt x="230" y="415"/>
                </a:cubicBezTo>
                <a:cubicBezTo>
                  <a:pt x="230" y="411"/>
                  <a:pt x="230" y="411"/>
                  <a:pt x="230" y="411"/>
                </a:cubicBezTo>
                <a:cubicBezTo>
                  <a:pt x="232" y="411"/>
                  <a:pt x="232" y="411"/>
                  <a:pt x="232" y="411"/>
                </a:cubicBezTo>
                <a:cubicBezTo>
                  <a:pt x="230" y="406"/>
                  <a:pt x="230" y="403"/>
                  <a:pt x="230" y="400"/>
                </a:cubicBezTo>
                <a:cubicBezTo>
                  <a:pt x="230" y="390"/>
                  <a:pt x="230" y="390"/>
                  <a:pt x="230" y="390"/>
                </a:cubicBezTo>
                <a:cubicBezTo>
                  <a:pt x="238" y="390"/>
                  <a:pt x="238" y="390"/>
                  <a:pt x="238" y="390"/>
                </a:cubicBezTo>
                <a:close/>
                <a:moveTo>
                  <a:pt x="238" y="439"/>
                </a:moveTo>
                <a:cubicBezTo>
                  <a:pt x="238" y="446"/>
                  <a:pt x="238" y="446"/>
                  <a:pt x="238" y="446"/>
                </a:cubicBezTo>
                <a:cubicBezTo>
                  <a:pt x="236" y="445"/>
                  <a:pt x="234" y="445"/>
                  <a:pt x="232" y="444"/>
                </a:cubicBezTo>
                <a:cubicBezTo>
                  <a:pt x="232" y="440"/>
                  <a:pt x="232" y="440"/>
                  <a:pt x="234" y="439"/>
                </a:cubicBezTo>
                <a:cubicBezTo>
                  <a:pt x="235" y="439"/>
                  <a:pt x="236" y="439"/>
                  <a:pt x="238" y="439"/>
                </a:cubicBezTo>
                <a:close/>
                <a:moveTo>
                  <a:pt x="238" y="455"/>
                </a:moveTo>
                <a:cubicBezTo>
                  <a:pt x="238" y="480"/>
                  <a:pt x="238" y="480"/>
                  <a:pt x="238" y="480"/>
                </a:cubicBezTo>
                <a:cubicBezTo>
                  <a:pt x="237" y="480"/>
                  <a:pt x="237" y="480"/>
                  <a:pt x="237" y="480"/>
                </a:cubicBezTo>
                <a:cubicBezTo>
                  <a:pt x="236" y="477"/>
                  <a:pt x="236" y="477"/>
                  <a:pt x="232" y="474"/>
                </a:cubicBezTo>
                <a:cubicBezTo>
                  <a:pt x="231" y="474"/>
                  <a:pt x="230" y="474"/>
                  <a:pt x="230" y="475"/>
                </a:cubicBezTo>
                <a:cubicBezTo>
                  <a:pt x="230" y="455"/>
                  <a:pt x="230" y="455"/>
                  <a:pt x="230" y="455"/>
                </a:cubicBezTo>
                <a:cubicBezTo>
                  <a:pt x="230" y="457"/>
                  <a:pt x="231" y="458"/>
                  <a:pt x="232" y="459"/>
                </a:cubicBezTo>
                <a:cubicBezTo>
                  <a:pt x="234" y="457"/>
                  <a:pt x="236" y="456"/>
                  <a:pt x="238" y="455"/>
                </a:cubicBezTo>
                <a:close/>
                <a:moveTo>
                  <a:pt x="238" y="486"/>
                </a:moveTo>
                <a:cubicBezTo>
                  <a:pt x="238" y="500"/>
                  <a:pt x="238" y="500"/>
                  <a:pt x="238" y="500"/>
                </a:cubicBezTo>
                <a:cubicBezTo>
                  <a:pt x="235" y="499"/>
                  <a:pt x="233" y="499"/>
                  <a:pt x="230" y="499"/>
                </a:cubicBezTo>
                <a:cubicBezTo>
                  <a:pt x="230" y="484"/>
                  <a:pt x="230" y="484"/>
                  <a:pt x="230" y="484"/>
                </a:cubicBezTo>
                <a:cubicBezTo>
                  <a:pt x="230" y="484"/>
                  <a:pt x="232" y="483"/>
                  <a:pt x="233" y="483"/>
                </a:cubicBezTo>
                <a:cubicBezTo>
                  <a:pt x="235" y="485"/>
                  <a:pt x="236" y="486"/>
                  <a:pt x="238" y="486"/>
                </a:cubicBezTo>
                <a:close/>
                <a:moveTo>
                  <a:pt x="238" y="539"/>
                </a:moveTo>
                <a:cubicBezTo>
                  <a:pt x="238" y="547"/>
                  <a:pt x="238" y="547"/>
                  <a:pt x="238" y="547"/>
                </a:cubicBezTo>
                <a:cubicBezTo>
                  <a:pt x="237" y="545"/>
                  <a:pt x="235" y="543"/>
                  <a:pt x="233" y="542"/>
                </a:cubicBezTo>
                <a:cubicBezTo>
                  <a:pt x="232" y="546"/>
                  <a:pt x="230" y="548"/>
                  <a:pt x="230" y="551"/>
                </a:cubicBezTo>
                <a:cubicBezTo>
                  <a:pt x="230" y="529"/>
                  <a:pt x="230" y="529"/>
                  <a:pt x="230" y="529"/>
                </a:cubicBezTo>
                <a:cubicBezTo>
                  <a:pt x="230" y="529"/>
                  <a:pt x="230" y="529"/>
                  <a:pt x="231" y="530"/>
                </a:cubicBezTo>
                <a:cubicBezTo>
                  <a:pt x="233" y="536"/>
                  <a:pt x="234" y="536"/>
                  <a:pt x="238" y="539"/>
                </a:cubicBezTo>
                <a:close/>
                <a:moveTo>
                  <a:pt x="238" y="563"/>
                </a:moveTo>
                <a:cubicBezTo>
                  <a:pt x="238" y="577"/>
                  <a:pt x="238" y="577"/>
                  <a:pt x="238" y="577"/>
                </a:cubicBezTo>
                <a:cubicBezTo>
                  <a:pt x="235" y="575"/>
                  <a:pt x="232" y="572"/>
                  <a:pt x="230" y="569"/>
                </a:cubicBezTo>
                <a:cubicBezTo>
                  <a:pt x="230" y="561"/>
                  <a:pt x="230" y="561"/>
                  <a:pt x="230" y="561"/>
                </a:cubicBezTo>
                <a:cubicBezTo>
                  <a:pt x="230" y="563"/>
                  <a:pt x="232" y="565"/>
                  <a:pt x="234" y="569"/>
                </a:cubicBezTo>
                <a:cubicBezTo>
                  <a:pt x="235" y="568"/>
                  <a:pt x="236" y="568"/>
                  <a:pt x="236" y="568"/>
                </a:cubicBezTo>
                <a:cubicBezTo>
                  <a:pt x="237" y="566"/>
                  <a:pt x="237" y="565"/>
                  <a:pt x="238" y="563"/>
                </a:cubicBezTo>
                <a:close/>
                <a:moveTo>
                  <a:pt x="238" y="711"/>
                </a:moveTo>
                <a:cubicBezTo>
                  <a:pt x="238" y="729"/>
                  <a:pt x="238" y="729"/>
                  <a:pt x="238" y="729"/>
                </a:cubicBezTo>
                <a:cubicBezTo>
                  <a:pt x="237" y="724"/>
                  <a:pt x="235" y="720"/>
                  <a:pt x="233" y="716"/>
                </a:cubicBezTo>
                <a:cubicBezTo>
                  <a:pt x="232" y="716"/>
                  <a:pt x="231" y="715"/>
                  <a:pt x="230" y="715"/>
                </a:cubicBezTo>
                <a:cubicBezTo>
                  <a:pt x="230" y="706"/>
                  <a:pt x="230" y="706"/>
                  <a:pt x="230" y="706"/>
                </a:cubicBezTo>
                <a:cubicBezTo>
                  <a:pt x="232" y="707"/>
                  <a:pt x="235" y="709"/>
                  <a:pt x="238" y="711"/>
                </a:cubicBezTo>
                <a:close/>
                <a:moveTo>
                  <a:pt x="230" y="173"/>
                </a:moveTo>
                <a:cubicBezTo>
                  <a:pt x="230" y="167"/>
                  <a:pt x="230" y="167"/>
                  <a:pt x="230" y="167"/>
                </a:cubicBezTo>
                <a:cubicBezTo>
                  <a:pt x="230" y="169"/>
                  <a:pt x="231" y="170"/>
                  <a:pt x="231" y="172"/>
                </a:cubicBezTo>
                <a:cubicBezTo>
                  <a:pt x="230" y="173"/>
                  <a:pt x="230" y="173"/>
                  <a:pt x="230" y="173"/>
                </a:cubicBezTo>
                <a:close/>
                <a:moveTo>
                  <a:pt x="222" y="42"/>
                </a:moveTo>
                <a:cubicBezTo>
                  <a:pt x="224" y="40"/>
                  <a:pt x="227" y="39"/>
                  <a:pt x="230" y="37"/>
                </a:cubicBezTo>
                <a:cubicBezTo>
                  <a:pt x="230" y="45"/>
                  <a:pt x="230" y="45"/>
                  <a:pt x="230" y="45"/>
                </a:cubicBezTo>
                <a:cubicBezTo>
                  <a:pt x="228" y="46"/>
                  <a:pt x="226" y="47"/>
                  <a:pt x="224" y="49"/>
                </a:cubicBezTo>
                <a:cubicBezTo>
                  <a:pt x="230" y="53"/>
                  <a:pt x="230" y="53"/>
                  <a:pt x="230" y="53"/>
                </a:cubicBezTo>
                <a:cubicBezTo>
                  <a:pt x="230" y="63"/>
                  <a:pt x="230" y="63"/>
                  <a:pt x="230" y="63"/>
                </a:cubicBezTo>
                <a:cubicBezTo>
                  <a:pt x="229" y="62"/>
                  <a:pt x="229" y="62"/>
                  <a:pt x="229" y="62"/>
                </a:cubicBezTo>
                <a:cubicBezTo>
                  <a:pt x="226" y="61"/>
                  <a:pt x="224" y="60"/>
                  <a:pt x="222" y="59"/>
                </a:cubicBezTo>
                <a:cubicBezTo>
                  <a:pt x="222" y="42"/>
                  <a:pt x="222" y="42"/>
                  <a:pt x="222" y="42"/>
                </a:cubicBezTo>
                <a:close/>
                <a:moveTo>
                  <a:pt x="230" y="757"/>
                </a:moveTo>
                <a:cubicBezTo>
                  <a:pt x="227" y="756"/>
                  <a:pt x="224" y="755"/>
                  <a:pt x="222" y="753"/>
                </a:cubicBezTo>
                <a:cubicBezTo>
                  <a:pt x="222" y="740"/>
                  <a:pt x="222" y="740"/>
                  <a:pt x="222" y="740"/>
                </a:cubicBezTo>
                <a:cubicBezTo>
                  <a:pt x="223" y="743"/>
                  <a:pt x="226" y="745"/>
                  <a:pt x="230" y="749"/>
                </a:cubicBezTo>
                <a:cubicBezTo>
                  <a:pt x="230" y="757"/>
                  <a:pt x="230" y="757"/>
                  <a:pt x="230" y="757"/>
                </a:cubicBezTo>
                <a:close/>
                <a:moveTo>
                  <a:pt x="230" y="79"/>
                </a:moveTo>
                <a:cubicBezTo>
                  <a:pt x="230" y="88"/>
                  <a:pt x="230" y="88"/>
                  <a:pt x="230" y="88"/>
                </a:cubicBezTo>
                <a:cubicBezTo>
                  <a:pt x="228" y="88"/>
                  <a:pt x="226" y="89"/>
                  <a:pt x="224" y="89"/>
                </a:cubicBezTo>
                <a:cubicBezTo>
                  <a:pt x="223" y="91"/>
                  <a:pt x="222" y="91"/>
                  <a:pt x="222" y="92"/>
                </a:cubicBezTo>
                <a:cubicBezTo>
                  <a:pt x="222" y="80"/>
                  <a:pt x="222" y="80"/>
                  <a:pt x="222" y="80"/>
                </a:cubicBezTo>
                <a:cubicBezTo>
                  <a:pt x="223" y="80"/>
                  <a:pt x="223" y="80"/>
                  <a:pt x="223" y="80"/>
                </a:cubicBezTo>
                <a:cubicBezTo>
                  <a:pt x="226" y="80"/>
                  <a:pt x="228" y="80"/>
                  <a:pt x="230" y="79"/>
                </a:cubicBezTo>
                <a:close/>
                <a:moveTo>
                  <a:pt x="230" y="167"/>
                </a:moveTo>
                <a:cubicBezTo>
                  <a:pt x="230" y="173"/>
                  <a:pt x="230" y="173"/>
                  <a:pt x="230" y="173"/>
                </a:cubicBezTo>
                <a:cubicBezTo>
                  <a:pt x="228" y="175"/>
                  <a:pt x="226" y="175"/>
                  <a:pt x="223" y="175"/>
                </a:cubicBezTo>
                <a:cubicBezTo>
                  <a:pt x="222" y="174"/>
                  <a:pt x="222" y="174"/>
                  <a:pt x="222" y="173"/>
                </a:cubicBezTo>
                <a:cubicBezTo>
                  <a:pt x="222" y="155"/>
                  <a:pt x="222" y="155"/>
                  <a:pt x="222" y="155"/>
                </a:cubicBezTo>
                <a:cubicBezTo>
                  <a:pt x="224" y="159"/>
                  <a:pt x="228" y="163"/>
                  <a:pt x="230" y="167"/>
                </a:cubicBezTo>
                <a:close/>
                <a:moveTo>
                  <a:pt x="230" y="233"/>
                </a:moveTo>
                <a:cubicBezTo>
                  <a:pt x="230" y="241"/>
                  <a:pt x="230" y="241"/>
                  <a:pt x="230" y="241"/>
                </a:cubicBezTo>
                <a:cubicBezTo>
                  <a:pt x="229" y="241"/>
                  <a:pt x="229" y="241"/>
                  <a:pt x="229" y="241"/>
                </a:cubicBezTo>
                <a:cubicBezTo>
                  <a:pt x="230" y="241"/>
                  <a:pt x="230" y="241"/>
                  <a:pt x="230" y="241"/>
                </a:cubicBezTo>
                <a:cubicBezTo>
                  <a:pt x="230" y="248"/>
                  <a:pt x="230" y="248"/>
                  <a:pt x="230" y="248"/>
                </a:cubicBezTo>
                <a:cubicBezTo>
                  <a:pt x="227" y="248"/>
                  <a:pt x="224" y="248"/>
                  <a:pt x="222" y="250"/>
                </a:cubicBezTo>
                <a:cubicBezTo>
                  <a:pt x="222" y="243"/>
                  <a:pt x="222" y="243"/>
                  <a:pt x="222" y="243"/>
                </a:cubicBezTo>
                <a:cubicBezTo>
                  <a:pt x="225" y="239"/>
                  <a:pt x="228" y="235"/>
                  <a:pt x="229" y="233"/>
                </a:cubicBezTo>
                <a:cubicBezTo>
                  <a:pt x="230" y="233"/>
                  <a:pt x="230" y="233"/>
                  <a:pt x="230" y="233"/>
                </a:cubicBezTo>
                <a:close/>
                <a:moveTo>
                  <a:pt x="230" y="259"/>
                </a:moveTo>
                <a:cubicBezTo>
                  <a:pt x="230" y="265"/>
                  <a:pt x="230" y="265"/>
                  <a:pt x="230" y="265"/>
                </a:cubicBezTo>
                <a:cubicBezTo>
                  <a:pt x="227" y="264"/>
                  <a:pt x="224" y="264"/>
                  <a:pt x="222" y="264"/>
                </a:cubicBezTo>
                <a:cubicBezTo>
                  <a:pt x="222" y="258"/>
                  <a:pt x="222" y="258"/>
                  <a:pt x="222" y="258"/>
                </a:cubicBezTo>
                <a:cubicBezTo>
                  <a:pt x="224" y="258"/>
                  <a:pt x="227" y="258"/>
                  <a:pt x="230" y="259"/>
                </a:cubicBezTo>
                <a:close/>
                <a:moveTo>
                  <a:pt x="230" y="266"/>
                </a:moveTo>
                <a:cubicBezTo>
                  <a:pt x="230" y="276"/>
                  <a:pt x="230" y="276"/>
                  <a:pt x="230" y="276"/>
                </a:cubicBezTo>
                <a:cubicBezTo>
                  <a:pt x="227" y="280"/>
                  <a:pt x="224" y="284"/>
                  <a:pt x="222" y="287"/>
                </a:cubicBezTo>
                <a:cubicBezTo>
                  <a:pt x="222" y="273"/>
                  <a:pt x="222" y="273"/>
                  <a:pt x="222" y="273"/>
                </a:cubicBezTo>
                <a:cubicBezTo>
                  <a:pt x="225" y="273"/>
                  <a:pt x="228" y="271"/>
                  <a:pt x="230" y="266"/>
                </a:cubicBezTo>
                <a:close/>
                <a:moveTo>
                  <a:pt x="230" y="299"/>
                </a:moveTo>
                <a:cubicBezTo>
                  <a:pt x="230" y="348"/>
                  <a:pt x="230" y="348"/>
                  <a:pt x="230" y="348"/>
                </a:cubicBezTo>
                <a:cubicBezTo>
                  <a:pt x="228" y="347"/>
                  <a:pt x="226" y="347"/>
                  <a:pt x="225" y="345"/>
                </a:cubicBezTo>
                <a:cubicBezTo>
                  <a:pt x="225" y="341"/>
                  <a:pt x="225" y="337"/>
                  <a:pt x="225" y="332"/>
                </a:cubicBezTo>
                <a:cubicBezTo>
                  <a:pt x="224" y="335"/>
                  <a:pt x="223" y="339"/>
                  <a:pt x="222" y="342"/>
                </a:cubicBezTo>
                <a:cubicBezTo>
                  <a:pt x="222" y="313"/>
                  <a:pt x="222" y="313"/>
                  <a:pt x="222" y="313"/>
                </a:cubicBezTo>
                <a:cubicBezTo>
                  <a:pt x="222" y="313"/>
                  <a:pt x="222" y="313"/>
                  <a:pt x="223" y="312"/>
                </a:cubicBezTo>
                <a:cubicBezTo>
                  <a:pt x="224" y="307"/>
                  <a:pt x="225" y="303"/>
                  <a:pt x="229" y="299"/>
                </a:cubicBezTo>
                <a:cubicBezTo>
                  <a:pt x="230" y="299"/>
                  <a:pt x="230" y="299"/>
                  <a:pt x="230" y="299"/>
                </a:cubicBezTo>
                <a:close/>
                <a:moveTo>
                  <a:pt x="230" y="358"/>
                </a:moveTo>
                <a:cubicBezTo>
                  <a:pt x="230" y="378"/>
                  <a:pt x="230" y="378"/>
                  <a:pt x="230" y="378"/>
                </a:cubicBezTo>
                <a:cubicBezTo>
                  <a:pt x="228" y="379"/>
                  <a:pt x="228" y="379"/>
                  <a:pt x="228" y="379"/>
                </a:cubicBezTo>
                <a:cubicBezTo>
                  <a:pt x="225" y="371"/>
                  <a:pt x="225" y="366"/>
                  <a:pt x="228" y="358"/>
                </a:cubicBezTo>
                <a:cubicBezTo>
                  <a:pt x="229" y="358"/>
                  <a:pt x="229" y="358"/>
                  <a:pt x="230" y="358"/>
                </a:cubicBezTo>
                <a:close/>
                <a:moveTo>
                  <a:pt x="230" y="390"/>
                </a:moveTo>
                <a:cubicBezTo>
                  <a:pt x="230" y="400"/>
                  <a:pt x="230" y="400"/>
                  <a:pt x="230" y="400"/>
                </a:cubicBezTo>
                <a:cubicBezTo>
                  <a:pt x="229" y="396"/>
                  <a:pt x="227" y="394"/>
                  <a:pt x="222" y="393"/>
                </a:cubicBezTo>
                <a:cubicBezTo>
                  <a:pt x="222" y="390"/>
                  <a:pt x="222" y="390"/>
                  <a:pt x="222" y="390"/>
                </a:cubicBezTo>
                <a:cubicBezTo>
                  <a:pt x="230" y="390"/>
                  <a:pt x="230" y="390"/>
                  <a:pt x="230" y="390"/>
                </a:cubicBezTo>
                <a:close/>
                <a:moveTo>
                  <a:pt x="230" y="411"/>
                </a:moveTo>
                <a:cubicBezTo>
                  <a:pt x="230" y="415"/>
                  <a:pt x="230" y="415"/>
                  <a:pt x="230" y="415"/>
                </a:cubicBezTo>
                <a:cubicBezTo>
                  <a:pt x="222" y="415"/>
                  <a:pt x="222" y="415"/>
                  <a:pt x="222" y="415"/>
                </a:cubicBezTo>
                <a:cubicBezTo>
                  <a:pt x="222" y="402"/>
                  <a:pt x="222" y="402"/>
                  <a:pt x="222" y="402"/>
                </a:cubicBezTo>
                <a:cubicBezTo>
                  <a:pt x="222" y="404"/>
                  <a:pt x="223" y="407"/>
                  <a:pt x="223" y="410"/>
                </a:cubicBezTo>
                <a:cubicBezTo>
                  <a:pt x="224" y="410"/>
                  <a:pt x="225" y="411"/>
                  <a:pt x="226" y="411"/>
                </a:cubicBezTo>
                <a:cubicBezTo>
                  <a:pt x="230" y="411"/>
                  <a:pt x="230" y="411"/>
                  <a:pt x="230" y="411"/>
                </a:cubicBezTo>
                <a:close/>
                <a:moveTo>
                  <a:pt x="230" y="455"/>
                </a:moveTo>
                <a:cubicBezTo>
                  <a:pt x="230" y="475"/>
                  <a:pt x="230" y="475"/>
                  <a:pt x="230" y="475"/>
                </a:cubicBezTo>
                <a:cubicBezTo>
                  <a:pt x="227" y="477"/>
                  <a:pt x="225" y="479"/>
                  <a:pt x="222" y="481"/>
                </a:cubicBezTo>
                <a:cubicBezTo>
                  <a:pt x="222" y="472"/>
                  <a:pt x="222" y="472"/>
                  <a:pt x="222" y="472"/>
                </a:cubicBezTo>
                <a:cubicBezTo>
                  <a:pt x="225" y="467"/>
                  <a:pt x="224" y="463"/>
                  <a:pt x="222" y="458"/>
                </a:cubicBezTo>
                <a:cubicBezTo>
                  <a:pt x="222" y="444"/>
                  <a:pt x="222" y="444"/>
                  <a:pt x="222" y="444"/>
                </a:cubicBezTo>
                <a:cubicBezTo>
                  <a:pt x="226" y="446"/>
                  <a:pt x="228" y="450"/>
                  <a:pt x="230" y="455"/>
                </a:cubicBezTo>
                <a:close/>
                <a:moveTo>
                  <a:pt x="230" y="484"/>
                </a:moveTo>
                <a:cubicBezTo>
                  <a:pt x="230" y="499"/>
                  <a:pt x="230" y="499"/>
                  <a:pt x="230" y="499"/>
                </a:cubicBezTo>
                <a:cubicBezTo>
                  <a:pt x="229" y="499"/>
                  <a:pt x="228" y="499"/>
                  <a:pt x="226" y="499"/>
                </a:cubicBezTo>
                <a:cubicBezTo>
                  <a:pt x="224" y="492"/>
                  <a:pt x="224" y="492"/>
                  <a:pt x="224" y="487"/>
                </a:cubicBezTo>
                <a:cubicBezTo>
                  <a:pt x="226" y="485"/>
                  <a:pt x="227" y="484"/>
                  <a:pt x="230" y="484"/>
                </a:cubicBezTo>
                <a:close/>
                <a:moveTo>
                  <a:pt x="230" y="529"/>
                </a:moveTo>
                <a:cubicBezTo>
                  <a:pt x="230" y="551"/>
                  <a:pt x="230" y="551"/>
                  <a:pt x="230" y="551"/>
                </a:cubicBezTo>
                <a:cubicBezTo>
                  <a:pt x="229" y="554"/>
                  <a:pt x="229" y="557"/>
                  <a:pt x="230" y="561"/>
                </a:cubicBezTo>
                <a:cubicBezTo>
                  <a:pt x="230" y="569"/>
                  <a:pt x="230" y="569"/>
                  <a:pt x="230" y="569"/>
                </a:cubicBezTo>
                <a:cubicBezTo>
                  <a:pt x="227" y="566"/>
                  <a:pt x="224" y="564"/>
                  <a:pt x="222" y="561"/>
                </a:cubicBezTo>
                <a:cubicBezTo>
                  <a:pt x="222" y="554"/>
                  <a:pt x="222" y="554"/>
                  <a:pt x="222" y="554"/>
                </a:cubicBezTo>
                <a:cubicBezTo>
                  <a:pt x="222" y="554"/>
                  <a:pt x="222" y="554"/>
                  <a:pt x="223" y="553"/>
                </a:cubicBezTo>
                <a:cubicBezTo>
                  <a:pt x="227" y="540"/>
                  <a:pt x="230" y="538"/>
                  <a:pt x="222" y="526"/>
                </a:cubicBezTo>
                <a:cubicBezTo>
                  <a:pt x="222" y="527"/>
                  <a:pt x="222" y="527"/>
                  <a:pt x="222" y="527"/>
                </a:cubicBezTo>
                <a:cubicBezTo>
                  <a:pt x="222" y="518"/>
                  <a:pt x="222" y="518"/>
                  <a:pt x="222" y="518"/>
                </a:cubicBezTo>
                <a:cubicBezTo>
                  <a:pt x="224" y="522"/>
                  <a:pt x="227" y="525"/>
                  <a:pt x="230" y="529"/>
                </a:cubicBezTo>
                <a:close/>
                <a:moveTo>
                  <a:pt x="230" y="706"/>
                </a:moveTo>
                <a:cubicBezTo>
                  <a:pt x="230" y="715"/>
                  <a:pt x="230" y="715"/>
                  <a:pt x="230" y="715"/>
                </a:cubicBezTo>
                <a:cubicBezTo>
                  <a:pt x="228" y="714"/>
                  <a:pt x="226" y="713"/>
                  <a:pt x="222" y="711"/>
                </a:cubicBezTo>
                <a:cubicBezTo>
                  <a:pt x="222" y="703"/>
                  <a:pt x="222" y="703"/>
                  <a:pt x="222" y="703"/>
                </a:cubicBezTo>
                <a:cubicBezTo>
                  <a:pt x="224" y="704"/>
                  <a:pt x="227" y="705"/>
                  <a:pt x="230" y="706"/>
                </a:cubicBezTo>
                <a:close/>
                <a:moveTo>
                  <a:pt x="222" y="217"/>
                </a:moveTo>
                <a:cubicBezTo>
                  <a:pt x="222" y="179"/>
                  <a:pt x="222" y="179"/>
                  <a:pt x="222" y="179"/>
                </a:cubicBezTo>
                <a:cubicBezTo>
                  <a:pt x="222" y="177"/>
                  <a:pt x="222" y="177"/>
                  <a:pt x="222" y="177"/>
                </a:cubicBezTo>
                <a:cubicBezTo>
                  <a:pt x="224" y="177"/>
                  <a:pt x="227" y="178"/>
                  <a:pt x="229" y="178"/>
                </a:cubicBezTo>
                <a:cubicBezTo>
                  <a:pt x="230" y="191"/>
                  <a:pt x="218" y="190"/>
                  <a:pt x="226" y="204"/>
                </a:cubicBezTo>
                <a:cubicBezTo>
                  <a:pt x="226" y="209"/>
                  <a:pt x="224" y="213"/>
                  <a:pt x="222" y="217"/>
                </a:cubicBezTo>
                <a:close/>
                <a:moveTo>
                  <a:pt x="217" y="45"/>
                </a:moveTo>
                <a:cubicBezTo>
                  <a:pt x="219" y="44"/>
                  <a:pt x="220" y="43"/>
                  <a:pt x="222" y="42"/>
                </a:cubicBezTo>
                <a:cubicBezTo>
                  <a:pt x="222" y="59"/>
                  <a:pt x="222" y="59"/>
                  <a:pt x="222" y="59"/>
                </a:cubicBezTo>
                <a:cubicBezTo>
                  <a:pt x="220" y="59"/>
                  <a:pt x="219" y="58"/>
                  <a:pt x="217" y="58"/>
                </a:cubicBezTo>
                <a:cubicBezTo>
                  <a:pt x="217" y="45"/>
                  <a:pt x="217" y="45"/>
                  <a:pt x="217" y="45"/>
                </a:cubicBezTo>
                <a:close/>
                <a:moveTo>
                  <a:pt x="222" y="753"/>
                </a:moveTo>
                <a:cubicBezTo>
                  <a:pt x="220" y="752"/>
                  <a:pt x="219" y="751"/>
                  <a:pt x="217" y="750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9" y="703"/>
                  <a:pt x="220" y="703"/>
                  <a:pt x="222" y="703"/>
                </a:cubicBezTo>
                <a:cubicBezTo>
                  <a:pt x="222" y="711"/>
                  <a:pt x="222" y="711"/>
                  <a:pt x="222" y="711"/>
                </a:cubicBezTo>
                <a:cubicBezTo>
                  <a:pt x="219" y="710"/>
                  <a:pt x="219" y="710"/>
                  <a:pt x="219" y="710"/>
                </a:cubicBezTo>
                <a:cubicBezTo>
                  <a:pt x="219" y="724"/>
                  <a:pt x="218" y="733"/>
                  <a:pt x="222" y="740"/>
                </a:cubicBezTo>
                <a:cubicBezTo>
                  <a:pt x="222" y="753"/>
                  <a:pt x="222" y="753"/>
                  <a:pt x="222" y="753"/>
                </a:cubicBezTo>
                <a:close/>
                <a:moveTo>
                  <a:pt x="222" y="80"/>
                </a:moveTo>
                <a:cubicBezTo>
                  <a:pt x="222" y="92"/>
                  <a:pt x="222" y="92"/>
                  <a:pt x="222" y="92"/>
                </a:cubicBezTo>
                <a:cubicBezTo>
                  <a:pt x="220" y="93"/>
                  <a:pt x="219" y="94"/>
                  <a:pt x="217" y="95"/>
                </a:cubicBezTo>
                <a:cubicBezTo>
                  <a:pt x="217" y="77"/>
                  <a:pt x="217" y="77"/>
                  <a:pt x="217" y="77"/>
                </a:cubicBezTo>
                <a:cubicBezTo>
                  <a:pt x="222" y="80"/>
                  <a:pt x="222" y="80"/>
                  <a:pt x="222" y="80"/>
                </a:cubicBezTo>
                <a:close/>
                <a:moveTo>
                  <a:pt x="222" y="155"/>
                </a:moveTo>
                <a:cubicBezTo>
                  <a:pt x="222" y="173"/>
                  <a:pt x="222" y="173"/>
                  <a:pt x="222" y="173"/>
                </a:cubicBezTo>
                <a:cubicBezTo>
                  <a:pt x="221" y="172"/>
                  <a:pt x="220" y="172"/>
                  <a:pt x="220" y="170"/>
                </a:cubicBezTo>
                <a:cubicBezTo>
                  <a:pt x="217" y="170"/>
                  <a:pt x="217" y="170"/>
                  <a:pt x="217" y="170"/>
                </a:cubicBezTo>
                <a:cubicBezTo>
                  <a:pt x="217" y="153"/>
                  <a:pt x="217" y="153"/>
                  <a:pt x="217" y="153"/>
                </a:cubicBezTo>
                <a:cubicBezTo>
                  <a:pt x="218" y="152"/>
                  <a:pt x="219" y="152"/>
                  <a:pt x="220" y="152"/>
                </a:cubicBezTo>
                <a:cubicBezTo>
                  <a:pt x="220" y="153"/>
                  <a:pt x="221" y="154"/>
                  <a:pt x="222" y="155"/>
                </a:cubicBezTo>
                <a:close/>
                <a:moveTo>
                  <a:pt x="222" y="179"/>
                </a:moveTo>
                <a:cubicBezTo>
                  <a:pt x="222" y="217"/>
                  <a:pt x="222" y="217"/>
                  <a:pt x="222" y="217"/>
                </a:cubicBezTo>
                <a:cubicBezTo>
                  <a:pt x="220" y="219"/>
                  <a:pt x="219" y="220"/>
                  <a:pt x="217" y="222"/>
                </a:cubicBezTo>
                <a:cubicBezTo>
                  <a:pt x="217" y="186"/>
                  <a:pt x="217" y="186"/>
                  <a:pt x="217" y="186"/>
                </a:cubicBezTo>
                <a:cubicBezTo>
                  <a:pt x="219" y="186"/>
                  <a:pt x="219" y="186"/>
                  <a:pt x="219" y="186"/>
                </a:cubicBezTo>
                <a:cubicBezTo>
                  <a:pt x="222" y="179"/>
                  <a:pt x="222" y="179"/>
                  <a:pt x="222" y="179"/>
                </a:cubicBezTo>
                <a:close/>
                <a:moveTo>
                  <a:pt x="222" y="243"/>
                </a:moveTo>
                <a:cubicBezTo>
                  <a:pt x="222" y="250"/>
                  <a:pt x="222" y="250"/>
                  <a:pt x="222" y="250"/>
                </a:cubicBezTo>
                <a:cubicBezTo>
                  <a:pt x="220" y="251"/>
                  <a:pt x="218" y="252"/>
                  <a:pt x="217" y="255"/>
                </a:cubicBezTo>
                <a:cubicBezTo>
                  <a:pt x="217" y="249"/>
                  <a:pt x="217" y="249"/>
                  <a:pt x="217" y="249"/>
                </a:cubicBezTo>
                <a:cubicBezTo>
                  <a:pt x="219" y="247"/>
                  <a:pt x="220" y="245"/>
                  <a:pt x="222" y="243"/>
                </a:cubicBezTo>
                <a:close/>
                <a:moveTo>
                  <a:pt x="222" y="258"/>
                </a:moveTo>
                <a:cubicBezTo>
                  <a:pt x="222" y="264"/>
                  <a:pt x="222" y="264"/>
                  <a:pt x="222" y="264"/>
                </a:cubicBezTo>
                <a:cubicBezTo>
                  <a:pt x="220" y="263"/>
                  <a:pt x="218" y="263"/>
                  <a:pt x="217" y="263"/>
                </a:cubicBezTo>
                <a:cubicBezTo>
                  <a:pt x="217" y="257"/>
                  <a:pt x="217" y="257"/>
                  <a:pt x="217" y="257"/>
                </a:cubicBezTo>
                <a:cubicBezTo>
                  <a:pt x="222" y="258"/>
                  <a:pt x="222" y="258"/>
                  <a:pt x="222" y="258"/>
                </a:cubicBezTo>
                <a:close/>
                <a:moveTo>
                  <a:pt x="222" y="273"/>
                </a:moveTo>
                <a:cubicBezTo>
                  <a:pt x="222" y="287"/>
                  <a:pt x="222" y="287"/>
                  <a:pt x="222" y="287"/>
                </a:cubicBezTo>
                <a:cubicBezTo>
                  <a:pt x="220" y="290"/>
                  <a:pt x="218" y="291"/>
                  <a:pt x="217" y="292"/>
                </a:cubicBezTo>
                <a:cubicBezTo>
                  <a:pt x="217" y="284"/>
                  <a:pt x="217" y="284"/>
                  <a:pt x="217" y="284"/>
                </a:cubicBezTo>
                <a:cubicBezTo>
                  <a:pt x="218" y="283"/>
                  <a:pt x="219" y="281"/>
                  <a:pt x="220" y="279"/>
                </a:cubicBezTo>
                <a:cubicBezTo>
                  <a:pt x="219" y="279"/>
                  <a:pt x="218" y="279"/>
                  <a:pt x="217" y="279"/>
                </a:cubicBezTo>
                <a:cubicBezTo>
                  <a:pt x="217" y="274"/>
                  <a:pt x="217" y="274"/>
                  <a:pt x="217" y="274"/>
                </a:cubicBezTo>
                <a:cubicBezTo>
                  <a:pt x="219" y="274"/>
                  <a:pt x="220" y="274"/>
                  <a:pt x="222" y="273"/>
                </a:cubicBezTo>
                <a:close/>
                <a:moveTo>
                  <a:pt x="222" y="313"/>
                </a:moveTo>
                <a:cubicBezTo>
                  <a:pt x="222" y="342"/>
                  <a:pt x="222" y="342"/>
                  <a:pt x="222" y="342"/>
                </a:cubicBezTo>
                <a:cubicBezTo>
                  <a:pt x="220" y="344"/>
                  <a:pt x="219" y="346"/>
                  <a:pt x="217" y="347"/>
                </a:cubicBezTo>
                <a:cubicBezTo>
                  <a:pt x="217" y="320"/>
                  <a:pt x="217" y="320"/>
                  <a:pt x="217" y="320"/>
                </a:cubicBezTo>
                <a:cubicBezTo>
                  <a:pt x="218" y="318"/>
                  <a:pt x="220" y="316"/>
                  <a:pt x="222" y="313"/>
                </a:cubicBezTo>
                <a:close/>
                <a:moveTo>
                  <a:pt x="222" y="390"/>
                </a:moveTo>
                <a:cubicBezTo>
                  <a:pt x="222" y="393"/>
                  <a:pt x="222" y="393"/>
                  <a:pt x="222" y="393"/>
                </a:cubicBezTo>
                <a:cubicBezTo>
                  <a:pt x="221" y="393"/>
                  <a:pt x="220" y="393"/>
                  <a:pt x="220" y="393"/>
                </a:cubicBezTo>
                <a:cubicBezTo>
                  <a:pt x="220" y="396"/>
                  <a:pt x="221" y="399"/>
                  <a:pt x="222" y="402"/>
                </a:cubicBezTo>
                <a:cubicBezTo>
                  <a:pt x="222" y="415"/>
                  <a:pt x="222" y="415"/>
                  <a:pt x="222" y="415"/>
                </a:cubicBezTo>
                <a:cubicBezTo>
                  <a:pt x="217" y="415"/>
                  <a:pt x="217" y="415"/>
                  <a:pt x="217" y="415"/>
                </a:cubicBezTo>
                <a:cubicBezTo>
                  <a:pt x="217" y="410"/>
                  <a:pt x="217" y="410"/>
                  <a:pt x="217" y="410"/>
                </a:cubicBezTo>
                <a:cubicBezTo>
                  <a:pt x="218" y="410"/>
                  <a:pt x="219" y="410"/>
                  <a:pt x="219" y="410"/>
                </a:cubicBezTo>
                <a:cubicBezTo>
                  <a:pt x="218" y="407"/>
                  <a:pt x="218" y="404"/>
                  <a:pt x="217" y="402"/>
                </a:cubicBezTo>
                <a:cubicBezTo>
                  <a:pt x="217" y="390"/>
                  <a:pt x="217" y="390"/>
                  <a:pt x="217" y="390"/>
                </a:cubicBezTo>
                <a:cubicBezTo>
                  <a:pt x="222" y="390"/>
                  <a:pt x="222" y="390"/>
                  <a:pt x="222" y="390"/>
                </a:cubicBezTo>
                <a:close/>
                <a:moveTo>
                  <a:pt x="222" y="444"/>
                </a:moveTo>
                <a:cubicBezTo>
                  <a:pt x="222" y="458"/>
                  <a:pt x="222" y="458"/>
                  <a:pt x="222" y="458"/>
                </a:cubicBezTo>
                <a:cubicBezTo>
                  <a:pt x="220" y="455"/>
                  <a:pt x="218" y="453"/>
                  <a:pt x="217" y="450"/>
                </a:cubicBezTo>
                <a:cubicBezTo>
                  <a:pt x="217" y="443"/>
                  <a:pt x="217" y="443"/>
                  <a:pt x="217" y="443"/>
                </a:cubicBezTo>
                <a:cubicBezTo>
                  <a:pt x="219" y="443"/>
                  <a:pt x="220" y="443"/>
                  <a:pt x="222" y="444"/>
                </a:cubicBezTo>
                <a:close/>
                <a:moveTo>
                  <a:pt x="222" y="472"/>
                </a:moveTo>
                <a:cubicBezTo>
                  <a:pt x="222" y="481"/>
                  <a:pt x="222" y="481"/>
                  <a:pt x="222" y="481"/>
                </a:cubicBezTo>
                <a:cubicBezTo>
                  <a:pt x="221" y="481"/>
                  <a:pt x="220" y="481"/>
                  <a:pt x="219" y="482"/>
                </a:cubicBezTo>
                <a:cubicBezTo>
                  <a:pt x="219" y="479"/>
                  <a:pt x="219" y="477"/>
                  <a:pt x="219" y="475"/>
                </a:cubicBezTo>
                <a:cubicBezTo>
                  <a:pt x="220" y="474"/>
                  <a:pt x="221" y="473"/>
                  <a:pt x="222" y="472"/>
                </a:cubicBezTo>
                <a:close/>
                <a:moveTo>
                  <a:pt x="222" y="518"/>
                </a:moveTo>
                <a:cubicBezTo>
                  <a:pt x="222" y="527"/>
                  <a:pt x="222" y="527"/>
                  <a:pt x="222" y="527"/>
                </a:cubicBezTo>
                <a:cubicBezTo>
                  <a:pt x="219" y="531"/>
                  <a:pt x="218" y="534"/>
                  <a:pt x="217" y="537"/>
                </a:cubicBezTo>
                <a:cubicBezTo>
                  <a:pt x="217" y="511"/>
                  <a:pt x="217" y="511"/>
                  <a:pt x="217" y="511"/>
                </a:cubicBezTo>
                <a:cubicBezTo>
                  <a:pt x="219" y="514"/>
                  <a:pt x="220" y="516"/>
                  <a:pt x="222" y="518"/>
                </a:cubicBezTo>
                <a:close/>
                <a:moveTo>
                  <a:pt x="222" y="554"/>
                </a:moveTo>
                <a:cubicBezTo>
                  <a:pt x="222" y="561"/>
                  <a:pt x="222" y="561"/>
                  <a:pt x="222" y="561"/>
                </a:cubicBezTo>
                <a:cubicBezTo>
                  <a:pt x="220" y="560"/>
                  <a:pt x="219" y="558"/>
                  <a:pt x="217" y="557"/>
                </a:cubicBezTo>
                <a:cubicBezTo>
                  <a:pt x="217" y="548"/>
                  <a:pt x="217" y="548"/>
                  <a:pt x="217" y="548"/>
                </a:cubicBezTo>
                <a:cubicBezTo>
                  <a:pt x="218" y="550"/>
                  <a:pt x="219" y="552"/>
                  <a:pt x="221" y="554"/>
                </a:cubicBezTo>
                <a:cubicBezTo>
                  <a:pt x="221" y="554"/>
                  <a:pt x="221" y="554"/>
                  <a:pt x="222" y="554"/>
                </a:cubicBezTo>
                <a:close/>
                <a:moveTo>
                  <a:pt x="217" y="613"/>
                </a:moveTo>
                <a:cubicBezTo>
                  <a:pt x="217" y="605"/>
                  <a:pt x="217" y="605"/>
                  <a:pt x="217" y="605"/>
                </a:cubicBezTo>
                <a:cubicBezTo>
                  <a:pt x="218" y="605"/>
                  <a:pt x="219" y="606"/>
                  <a:pt x="219" y="607"/>
                </a:cubicBezTo>
                <a:cubicBezTo>
                  <a:pt x="217" y="613"/>
                  <a:pt x="217" y="613"/>
                  <a:pt x="217" y="613"/>
                </a:cubicBezTo>
                <a:close/>
                <a:moveTo>
                  <a:pt x="217" y="469"/>
                </a:moveTo>
                <a:cubicBezTo>
                  <a:pt x="217" y="461"/>
                  <a:pt x="217" y="461"/>
                  <a:pt x="217" y="461"/>
                </a:cubicBezTo>
                <a:cubicBezTo>
                  <a:pt x="218" y="463"/>
                  <a:pt x="219" y="464"/>
                  <a:pt x="219" y="465"/>
                </a:cubicBezTo>
                <a:cubicBezTo>
                  <a:pt x="219" y="466"/>
                  <a:pt x="218" y="467"/>
                  <a:pt x="217" y="469"/>
                </a:cubicBezTo>
                <a:cubicBezTo>
                  <a:pt x="217" y="469"/>
                  <a:pt x="217" y="469"/>
                  <a:pt x="217" y="469"/>
                </a:cubicBezTo>
                <a:close/>
                <a:moveTo>
                  <a:pt x="217" y="366"/>
                </a:moveTo>
                <a:cubicBezTo>
                  <a:pt x="217" y="354"/>
                  <a:pt x="217" y="354"/>
                  <a:pt x="217" y="354"/>
                </a:cubicBezTo>
                <a:cubicBezTo>
                  <a:pt x="217" y="354"/>
                  <a:pt x="217" y="354"/>
                  <a:pt x="218" y="354"/>
                </a:cubicBezTo>
                <a:cubicBezTo>
                  <a:pt x="218" y="358"/>
                  <a:pt x="218" y="362"/>
                  <a:pt x="217" y="366"/>
                </a:cubicBezTo>
                <a:close/>
                <a:moveTo>
                  <a:pt x="210" y="48"/>
                </a:moveTo>
                <a:cubicBezTo>
                  <a:pt x="212" y="47"/>
                  <a:pt x="214" y="46"/>
                  <a:pt x="216" y="46"/>
                </a:cubicBezTo>
                <a:cubicBezTo>
                  <a:pt x="217" y="45"/>
                  <a:pt x="217" y="45"/>
                  <a:pt x="217" y="45"/>
                </a:cubicBezTo>
                <a:cubicBezTo>
                  <a:pt x="217" y="58"/>
                  <a:pt x="217" y="58"/>
                  <a:pt x="217" y="58"/>
                </a:cubicBezTo>
                <a:cubicBezTo>
                  <a:pt x="215" y="57"/>
                  <a:pt x="212" y="58"/>
                  <a:pt x="210" y="58"/>
                </a:cubicBezTo>
                <a:cubicBezTo>
                  <a:pt x="210" y="48"/>
                  <a:pt x="210" y="48"/>
                  <a:pt x="210" y="48"/>
                </a:cubicBezTo>
                <a:close/>
                <a:moveTo>
                  <a:pt x="217" y="750"/>
                </a:moveTo>
                <a:cubicBezTo>
                  <a:pt x="217" y="749"/>
                  <a:pt x="217" y="749"/>
                  <a:pt x="216" y="749"/>
                </a:cubicBezTo>
                <a:cubicBezTo>
                  <a:pt x="214" y="748"/>
                  <a:pt x="212" y="747"/>
                  <a:pt x="210" y="747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34"/>
                  <a:pt x="211" y="726"/>
                  <a:pt x="210" y="717"/>
                </a:cubicBezTo>
                <a:cubicBezTo>
                  <a:pt x="210" y="695"/>
                  <a:pt x="210" y="695"/>
                  <a:pt x="210" y="695"/>
                </a:cubicBezTo>
                <a:cubicBezTo>
                  <a:pt x="212" y="697"/>
                  <a:pt x="213" y="699"/>
                  <a:pt x="215" y="702"/>
                </a:cubicBezTo>
                <a:cubicBezTo>
                  <a:pt x="216" y="702"/>
                  <a:pt x="216" y="702"/>
                  <a:pt x="217" y="702"/>
                </a:cubicBezTo>
                <a:cubicBezTo>
                  <a:pt x="217" y="750"/>
                  <a:pt x="217" y="750"/>
                  <a:pt x="217" y="750"/>
                </a:cubicBezTo>
                <a:close/>
                <a:moveTo>
                  <a:pt x="217" y="77"/>
                </a:moveTo>
                <a:cubicBezTo>
                  <a:pt x="217" y="95"/>
                  <a:pt x="217" y="95"/>
                  <a:pt x="217" y="95"/>
                </a:cubicBezTo>
                <a:cubicBezTo>
                  <a:pt x="215" y="97"/>
                  <a:pt x="213" y="99"/>
                  <a:pt x="210" y="101"/>
                </a:cubicBezTo>
                <a:cubicBezTo>
                  <a:pt x="210" y="91"/>
                  <a:pt x="210" y="91"/>
                  <a:pt x="210" y="91"/>
                </a:cubicBezTo>
                <a:cubicBezTo>
                  <a:pt x="212" y="90"/>
                  <a:pt x="214" y="89"/>
                  <a:pt x="216" y="87"/>
                </a:cubicBezTo>
                <a:cubicBezTo>
                  <a:pt x="214" y="86"/>
                  <a:pt x="212" y="85"/>
                  <a:pt x="210" y="84"/>
                </a:cubicBezTo>
                <a:cubicBezTo>
                  <a:pt x="210" y="74"/>
                  <a:pt x="210" y="74"/>
                  <a:pt x="210" y="74"/>
                </a:cubicBezTo>
                <a:cubicBezTo>
                  <a:pt x="217" y="77"/>
                  <a:pt x="217" y="77"/>
                  <a:pt x="217" y="77"/>
                </a:cubicBezTo>
                <a:close/>
                <a:moveTo>
                  <a:pt x="217" y="153"/>
                </a:moveTo>
                <a:cubicBezTo>
                  <a:pt x="217" y="170"/>
                  <a:pt x="217" y="170"/>
                  <a:pt x="217" y="170"/>
                </a:cubicBezTo>
                <a:cubicBezTo>
                  <a:pt x="210" y="170"/>
                  <a:pt x="210" y="170"/>
                  <a:pt x="210" y="170"/>
                </a:cubicBezTo>
                <a:cubicBezTo>
                  <a:pt x="210" y="156"/>
                  <a:pt x="210" y="156"/>
                  <a:pt x="210" y="156"/>
                </a:cubicBezTo>
                <a:cubicBezTo>
                  <a:pt x="212" y="154"/>
                  <a:pt x="214" y="153"/>
                  <a:pt x="217" y="153"/>
                </a:cubicBezTo>
                <a:close/>
                <a:moveTo>
                  <a:pt x="217" y="186"/>
                </a:moveTo>
                <a:cubicBezTo>
                  <a:pt x="217" y="222"/>
                  <a:pt x="217" y="222"/>
                  <a:pt x="217" y="222"/>
                </a:cubicBezTo>
                <a:cubicBezTo>
                  <a:pt x="215" y="223"/>
                  <a:pt x="213" y="224"/>
                  <a:pt x="210" y="225"/>
                </a:cubicBezTo>
                <a:cubicBezTo>
                  <a:pt x="210" y="214"/>
                  <a:pt x="210" y="214"/>
                  <a:pt x="210" y="214"/>
                </a:cubicBezTo>
                <a:cubicBezTo>
                  <a:pt x="213" y="211"/>
                  <a:pt x="215" y="208"/>
                  <a:pt x="216" y="204"/>
                </a:cubicBezTo>
                <a:cubicBezTo>
                  <a:pt x="214" y="204"/>
                  <a:pt x="212" y="205"/>
                  <a:pt x="210" y="207"/>
                </a:cubicBezTo>
                <a:cubicBezTo>
                  <a:pt x="210" y="178"/>
                  <a:pt x="210" y="178"/>
                  <a:pt x="210" y="178"/>
                </a:cubicBezTo>
                <a:cubicBezTo>
                  <a:pt x="211" y="178"/>
                  <a:pt x="212" y="178"/>
                  <a:pt x="213" y="178"/>
                </a:cubicBezTo>
                <a:cubicBezTo>
                  <a:pt x="214" y="181"/>
                  <a:pt x="215" y="184"/>
                  <a:pt x="216" y="186"/>
                </a:cubicBezTo>
                <a:cubicBezTo>
                  <a:pt x="217" y="186"/>
                  <a:pt x="217" y="186"/>
                  <a:pt x="217" y="186"/>
                </a:cubicBezTo>
                <a:close/>
                <a:moveTo>
                  <a:pt x="217" y="249"/>
                </a:moveTo>
                <a:cubicBezTo>
                  <a:pt x="217" y="255"/>
                  <a:pt x="217" y="255"/>
                  <a:pt x="217" y="255"/>
                </a:cubicBezTo>
                <a:cubicBezTo>
                  <a:pt x="217" y="256"/>
                  <a:pt x="216" y="256"/>
                  <a:pt x="216" y="257"/>
                </a:cubicBezTo>
                <a:cubicBezTo>
                  <a:pt x="217" y="257"/>
                  <a:pt x="217" y="257"/>
                  <a:pt x="217" y="257"/>
                </a:cubicBezTo>
                <a:cubicBezTo>
                  <a:pt x="217" y="263"/>
                  <a:pt x="217" y="263"/>
                  <a:pt x="217" y="263"/>
                </a:cubicBezTo>
                <a:cubicBezTo>
                  <a:pt x="214" y="263"/>
                  <a:pt x="212" y="264"/>
                  <a:pt x="210" y="266"/>
                </a:cubicBezTo>
                <a:cubicBezTo>
                  <a:pt x="210" y="257"/>
                  <a:pt x="210" y="257"/>
                  <a:pt x="210" y="257"/>
                </a:cubicBezTo>
                <a:cubicBezTo>
                  <a:pt x="212" y="255"/>
                  <a:pt x="214" y="252"/>
                  <a:pt x="217" y="249"/>
                </a:cubicBezTo>
                <a:close/>
                <a:moveTo>
                  <a:pt x="217" y="274"/>
                </a:moveTo>
                <a:cubicBezTo>
                  <a:pt x="217" y="279"/>
                  <a:pt x="217" y="279"/>
                  <a:pt x="217" y="279"/>
                </a:cubicBezTo>
                <a:cubicBezTo>
                  <a:pt x="214" y="279"/>
                  <a:pt x="212" y="279"/>
                  <a:pt x="210" y="279"/>
                </a:cubicBezTo>
                <a:cubicBezTo>
                  <a:pt x="210" y="273"/>
                  <a:pt x="210" y="273"/>
                  <a:pt x="210" y="273"/>
                </a:cubicBezTo>
                <a:cubicBezTo>
                  <a:pt x="212" y="274"/>
                  <a:pt x="215" y="274"/>
                  <a:pt x="217" y="274"/>
                </a:cubicBezTo>
                <a:close/>
                <a:moveTo>
                  <a:pt x="217" y="284"/>
                </a:moveTo>
                <a:cubicBezTo>
                  <a:pt x="217" y="292"/>
                  <a:pt x="217" y="292"/>
                  <a:pt x="217" y="292"/>
                </a:cubicBezTo>
                <a:cubicBezTo>
                  <a:pt x="217" y="293"/>
                  <a:pt x="216" y="293"/>
                  <a:pt x="216" y="293"/>
                </a:cubicBezTo>
                <a:cubicBezTo>
                  <a:pt x="214" y="298"/>
                  <a:pt x="213" y="302"/>
                  <a:pt x="210" y="306"/>
                </a:cubicBezTo>
                <a:cubicBezTo>
                  <a:pt x="210" y="289"/>
                  <a:pt x="210" y="289"/>
                  <a:pt x="210" y="289"/>
                </a:cubicBezTo>
                <a:cubicBezTo>
                  <a:pt x="213" y="288"/>
                  <a:pt x="215" y="287"/>
                  <a:pt x="217" y="284"/>
                </a:cubicBezTo>
                <a:close/>
                <a:moveTo>
                  <a:pt x="217" y="320"/>
                </a:moveTo>
                <a:cubicBezTo>
                  <a:pt x="217" y="347"/>
                  <a:pt x="217" y="347"/>
                  <a:pt x="217" y="347"/>
                </a:cubicBezTo>
                <a:cubicBezTo>
                  <a:pt x="217" y="347"/>
                  <a:pt x="217" y="347"/>
                  <a:pt x="217" y="347"/>
                </a:cubicBezTo>
                <a:cubicBezTo>
                  <a:pt x="215" y="346"/>
                  <a:pt x="214" y="345"/>
                  <a:pt x="212" y="344"/>
                </a:cubicBezTo>
                <a:cubicBezTo>
                  <a:pt x="212" y="335"/>
                  <a:pt x="213" y="327"/>
                  <a:pt x="217" y="320"/>
                </a:cubicBezTo>
                <a:close/>
                <a:moveTo>
                  <a:pt x="217" y="354"/>
                </a:moveTo>
                <a:cubicBezTo>
                  <a:pt x="217" y="366"/>
                  <a:pt x="217" y="366"/>
                  <a:pt x="217" y="366"/>
                </a:cubicBezTo>
                <a:cubicBezTo>
                  <a:pt x="216" y="369"/>
                  <a:pt x="215" y="371"/>
                  <a:pt x="211" y="373"/>
                </a:cubicBezTo>
                <a:cubicBezTo>
                  <a:pt x="211" y="373"/>
                  <a:pt x="210" y="373"/>
                  <a:pt x="210" y="372"/>
                </a:cubicBezTo>
                <a:cubicBezTo>
                  <a:pt x="210" y="353"/>
                  <a:pt x="210" y="353"/>
                  <a:pt x="210" y="353"/>
                </a:cubicBezTo>
                <a:cubicBezTo>
                  <a:pt x="213" y="353"/>
                  <a:pt x="215" y="353"/>
                  <a:pt x="217" y="354"/>
                </a:cubicBezTo>
                <a:close/>
                <a:moveTo>
                  <a:pt x="217" y="390"/>
                </a:moveTo>
                <a:cubicBezTo>
                  <a:pt x="217" y="402"/>
                  <a:pt x="217" y="402"/>
                  <a:pt x="217" y="402"/>
                </a:cubicBezTo>
                <a:cubicBezTo>
                  <a:pt x="216" y="399"/>
                  <a:pt x="215" y="397"/>
                  <a:pt x="214" y="394"/>
                </a:cubicBezTo>
                <a:cubicBezTo>
                  <a:pt x="210" y="394"/>
                  <a:pt x="210" y="394"/>
                  <a:pt x="210" y="394"/>
                </a:cubicBezTo>
                <a:cubicBezTo>
                  <a:pt x="210" y="390"/>
                  <a:pt x="210" y="390"/>
                  <a:pt x="210" y="390"/>
                </a:cubicBezTo>
                <a:cubicBezTo>
                  <a:pt x="217" y="390"/>
                  <a:pt x="217" y="390"/>
                  <a:pt x="217" y="390"/>
                </a:cubicBezTo>
                <a:close/>
                <a:moveTo>
                  <a:pt x="217" y="410"/>
                </a:moveTo>
                <a:cubicBezTo>
                  <a:pt x="217" y="415"/>
                  <a:pt x="217" y="415"/>
                  <a:pt x="217" y="415"/>
                </a:cubicBezTo>
                <a:cubicBezTo>
                  <a:pt x="210" y="415"/>
                  <a:pt x="210" y="415"/>
                  <a:pt x="210" y="415"/>
                </a:cubicBezTo>
                <a:cubicBezTo>
                  <a:pt x="210" y="407"/>
                  <a:pt x="210" y="407"/>
                  <a:pt x="210" y="407"/>
                </a:cubicBezTo>
                <a:cubicBezTo>
                  <a:pt x="210" y="410"/>
                  <a:pt x="210" y="410"/>
                  <a:pt x="210" y="410"/>
                </a:cubicBezTo>
                <a:cubicBezTo>
                  <a:pt x="211" y="410"/>
                  <a:pt x="212" y="411"/>
                  <a:pt x="213" y="411"/>
                </a:cubicBezTo>
                <a:cubicBezTo>
                  <a:pt x="214" y="411"/>
                  <a:pt x="215" y="411"/>
                  <a:pt x="217" y="410"/>
                </a:cubicBezTo>
                <a:close/>
                <a:moveTo>
                  <a:pt x="217" y="443"/>
                </a:moveTo>
                <a:cubicBezTo>
                  <a:pt x="217" y="450"/>
                  <a:pt x="217" y="450"/>
                  <a:pt x="217" y="450"/>
                </a:cubicBezTo>
                <a:cubicBezTo>
                  <a:pt x="216" y="448"/>
                  <a:pt x="215" y="445"/>
                  <a:pt x="215" y="443"/>
                </a:cubicBezTo>
                <a:cubicBezTo>
                  <a:pt x="216" y="443"/>
                  <a:pt x="216" y="443"/>
                  <a:pt x="217" y="443"/>
                </a:cubicBezTo>
                <a:close/>
                <a:moveTo>
                  <a:pt x="217" y="461"/>
                </a:moveTo>
                <a:cubicBezTo>
                  <a:pt x="217" y="469"/>
                  <a:pt x="217" y="469"/>
                  <a:pt x="217" y="469"/>
                </a:cubicBezTo>
                <a:cubicBezTo>
                  <a:pt x="210" y="469"/>
                  <a:pt x="210" y="469"/>
                  <a:pt x="210" y="469"/>
                </a:cubicBezTo>
                <a:cubicBezTo>
                  <a:pt x="210" y="468"/>
                  <a:pt x="210" y="468"/>
                  <a:pt x="210" y="468"/>
                </a:cubicBezTo>
                <a:cubicBezTo>
                  <a:pt x="210" y="457"/>
                  <a:pt x="210" y="457"/>
                  <a:pt x="210" y="457"/>
                </a:cubicBezTo>
                <a:cubicBezTo>
                  <a:pt x="212" y="458"/>
                  <a:pt x="215" y="459"/>
                  <a:pt x="217" y="461"/>
                </a:cubicBezTo>
                <a:close/>
                <a:moveTo>
                  <a:pt x="217" y="511"/>
                </a:moveTo>
                <a:cubicBezTo>
                  <a:pt x="217" y="537"/>
                  <a:pt x="217" y="537"/>
                  <a:pt x="217" y="537"/>
                </a:cubicBezTo>
                <a:cubicBezTo>
                  <a:pt x="216" y="541"/>
                  <a:pt x="215" y="544"/>
                  <a:pt x="217" y="548"/>
                </a:cubicBezTo>
                <a:cubicBezTo>
                  <a:pt x="217" y="557"/>
                  <a:pt x="217" y="557"/>
                  <a:pt x="217" y="557"/>
                </a:cubicBezTo>
                <a:cubicBezTo>
                  <a:pt x="216" y="556"/>
                  <a:pt x="215" y="555"/>
                  <a:pt x="213" y="554"/>
                </a:cubicBezTo>
                <a:cubicBezTo>
                  <a:pt x="212" y="552"/>
                  <a:pt x="211" y="549"/>
                  <a:pt x="210" y="547"/>
                </a:cubicBezTo>
                <a:cubicBezTo>
                  <a:pt x="210" y="538"/>
                  <a:pt x="210" y="538"/>
                  <a:pt x="210" y="538"/>
                </a:cubicBezTo>
                <a:cubicBezTo>
                  <a:pt x="215" y="527"/>
                  <a:pt x="218" y="522"/>
                  <a:pt x="213" y="511"/>
                </a:cubicBezTo>
                <a:cubicBezTo>
                  <a:pt x="212" y="511"/>
                  <a:pt x="211" y="511"/>
                  <a:pt x="210" y="511"/>
                </a:cubicBezTo>
                <a:cubicBezTo>
                  <a:pt x="210" y="512"/>
                  <a:pt x="210" y="512"/>
                  <a:pt x="210" y="512"/>
                </a:cubicBezTo>
                <a:cubicBezTo>
                  <a:pt x="210" y="499"/>
                  <a:pt x="210" y="499"/>
                  <a:pt x="210" y="499"/>
                </a:cubicBezTo>
                <a:cubicBezTo>
                  <a:pt x="212" y="503"/>
                  <a:pt x="214" y="507"/>
                  <a:pt x="217" y="511"/>
                </a:cubicBezTo>
                <a:close/>
                <a:moveTo>
                  <a:pt x="217" y="605"/>
                </a:moveTo>
                <a:cubicBezTo>
                  <a:pt x="217" y="613"/>
                  <a:pt x="217" y="613"/>
                  <a:pt x="217" y="613"/>
                </a:cubicBezTo>
                <a:cubicBezTo>
                  <a:pt x="215" y="619"/>
                  <a:pt x="212" y="625"/>
                  <a:pt x="210" y="631"/>
                </a:cubicBezTo>
                <a:cubicBezTo>
                  <a:pt x="210" y="598"/>
                  <a:pt x="210" y="598"/>
                  <a:pt x="210" y="598"/>
                </a:cubicBezTo>
                <a:cubicBezTo>
                  <a:pt x="211" y="600"/>
                  <a:pt x="214" y="602"/>
                  <a:pt x="217" y="605"/>
                </a:cubicBezTo>
                <a:close/>
                <a:moveTo>
                  <a:pt x="205" y="50"/>
                </a:moveTo>
                <a:cubicBezTo>
                  <a:pt x="207" y="50"/>
                  <a:pt x="208" y="49"/>
                  <a:pt x="210" y="48"/>
                </a:cubicBezTo>
                <a:cubicBezTo>
                  <a:pt x="210" y="58"/>
                  <a:pt x="210" y="58"/>
                  <a:pt x="210" y="58"/>
                </a:cubicBezTo>
                <a:cubicBezTo>
                  <a:pt x="208" y="58"/>
                  <a:pt x="207" y="59"/>
                  <a:pt x="205" y="59"/>
                </a:cubicBezTo>
                <a:cubicBezTo>
                  <a:pt x="205" y="50"/>
                  <a:pt x="205" y="50"/>
                  <a:pt x="205" y="50"/>
                </a:cubicBezTo>
                <a:close/>
                <a:moveTo>
                  <a:pt x="210" y="747"/>
                </a:moveTo>
                <a:cubicBezTo>
                  <a:pt x="208" y="746"/>
                  <a:pt x="207" y="745"/>
                  <a:pt x="205" y="745"/>
                </a:cubicBezTo>
                <a:cubicBezTo>
                  <a:pt x="205" y="737"/>
                  <a:pt x="205" y="737"/>
                  <a:pt x="205" y="737"/>
                </a:cubicBezTo>
                <a:cubicBezTo>
                  <a:pt x="206" y="738"/>
                  <a:pt x="206" y="738"/>
                  <a:pt x="207" y="738"/>
                </a:cubicBezTo>
                <a:cubicBezTo>
                  <a:pt x="210" y="738"/>
                  <a:pt x="210" y="738"/>
                  <a:pt x="210" y="738"/>
                </a:cubicBezTo>
                <a:cubicBezTo>
                  <a:pt x="210" y="747"/>
                  <a:pt x="210" y="747"/>
                  <a:pt x="210" y="747"/>
                </a:cubicBezTo>
                <a:close/>
                <a:moveTo>
                  <a:pt x="210" y="74"/>
                </a:moveTo>
                <a:cubicBezTo>
                  <a:pt x="210" y="84"/>
                  <a:pt x="210" y="84"/>
                  <a:pt x="210" y="84"/>
                </a:cubicBezTo>
                <a:cubicBezTo>
                  <a:pt x="208" y="83"/>
                  <a:pt x="207" y="82"/>
                  <a:pt x="205" y="82"/>
                </a:cubicBezTo>
                <a:cubicBezTo>
                  <a:pt x="205" y="71"/>
                  <a:pt x="205" y="71"/>
                  <a:pt x="205" y="71"/>
                </a:cubicBezTo>
                <a:cubicBezTo>
                  <a:pt x="210" y="74"/>
                  <a:pt x="210" y="74"/>
                  <a:pt x="210" y="74"/>
                </a:cubicBezTo>
                <a:close/>
                <a:moveTo>
                  <a:pt x="210" y="91"/>
                </a:moveTo>
                <a:cubicBezTo>
                  <a:pt x="210" y="101"/>
                  <a:pt x="210" y="101"/>
                  <a:pt x="210" y="101"/>
                </a:cubicBezTo>
                <a:cubicBezTo>
                  <a:pt x="208" y="102"/>
                  <a:pt x="208" y="102"/>
                  <a:pt x="208" y="102"/>
                </a:cubicBezTo>
                <a:cubicBezTo>
                  <a:pt x="207" y="103"/>
                  <a:pt x="206" y="103"/>
                  <a:pt x="205" y="103"/>
                </a:cubicBezTo>
                <a:cubicBezTo>
                  <a:pt x="205" y="93"/>
                  <a:pt x="205" y="93"/>
                  <a:pt x="205" y="93"/>
                </a:cubicBezTo>
                <a:cubicBezTo>
                  <a:pt x="207" y="93"/>
                  <a:pt x="208" y="92"/>
                  <a:pt x="210" y="91"/>
                </a:cubicBezTo>
                <a:close/>
                <a:moveTo>
                  <a:pt x="210" y="156"/>
                </a:moveTo>
                <a:cubicBezTo>
                  <a:pt x="210" y="170"/>
                  <a:pt x="210" y="170"/>
                  <a:pt x="210" y="170"/>
                </a:cubicBezTo>
                <a:cubicBezTo>
                  <a:pt x="208" y="170"/>
                  <a:pt x="208" y="170"/>
                  <a:pt x="208" y="170"/>
                </a:cubicBezTo>
                <a:cubicBezTo>
                  <a:pt x="205" y="173"/>
                  <a:pt x="205" y="173"/>
                  <a:pt x="205" y="173"/>
                </a:cubicBezTo>
                <a:cubicBezTo>
                  <a:pt x="205" y="161"/>
                  <a:pt x="205" y="161"/>
                  <a:pt x="205" y="161"/>
                </a:cubicBezTo>
                <a:cubicBezTo>
                  <a:pt x="207" y="158"/>
                  <a:pt x="208" y="157"/>
                  <a:pt x="210" y="156"/>
                </a:cubicBezTo>
                <a:close/>
                <a:moveTo>
                  <a:pt x="210" y="178"/>
                </a:moveTo>
                <a:cubicBezTo>
                  <a:pt x="210" y="207"/>
                  <a:pt x="210" y="207"/>
                  <a:pt x="210" y="207"/>
                </a:cubicBezTo>
                <a:cubicBezTo>
                  <a:pt x="208" y="208"/>
                  <a:pt x="207" y="210"/>
                  <a:pt x="205" y="212"/>
                </a:cubicBezTo>
                <a:cubicBezTo>
                  <a:pt x="205" y="194"/>
                  <a:pt x="205" y="194"/>
                  <a:pt x="205" y="194"/>
                </a:cubicBezTo>
                <a:cubicBezTo>
                  <a:pt x="207" y="194"/>
                  <a:pt x="207" y="194"/>
                  <a:pt x="207" y="194"/>
                </a:cubicBezTo>
                <a:cubicBezTo>
                  <a:pt x="207" y="193"/>
                  <a:pt x="208" y="192"/>
                  <a:pt x="208" y="191"/>
                </a:cubicBezTo>
                <a:cubicBezTo>
                  <a:pt x="207" y="191"/>
                  <a:pt x="206" y="191"/>
                  <a:pt x="205" y="191"/>
                </a:cubicBezTo>
                <a:cubicBezTo>
                  <a:pt x="205" y="179"/>
                  <a:pt x="205" y="179"/>
                  <a:pt x="205" y="179"/>
                </a:cubicBezTo>
                <a:cubicBezTo>
                  <a:pt x="207" y="179"/>
                  <a:pt x="208" y="178"/>
                  <a:pt x="210" y="178"/>
                </a:cubicBezTo>
                <a:close/>
                <a:moveTo>
                  <a:pt x="210" y="214"/>
                </a:moveTo>
                <a:cubicBezTo>
                  <a:pt x="210" y="225"/>
                  <a:pt x="210" y="225"/>
                  <a:pt x="210" y="225"/>
                </a:cubicBezTo>
                <a:cubicBezTo>
                  <a:pt x="208" y="225"/>
                  <a:pt x="207" y="225"/>
                  <a:pt x="205" y="225"/>
                </a:cubicBezTo>
                <a:cubicBezTo>
                  <a:pt x="205" y="220"/>
                  <a:pt x="205" y="220"/>
                  <a:pt x="205" y="220"/>
                </a:cubicBezTo>
                <a:cubicBezTo>
                  <a:pt x="207" y="218"/>
                  <a:pt x="208" y="216"/>
                  <a:pt x="210" y="214"/>
                </a:cubicBezTo>
                <a:close/>
                <a:moveTo>
                  <a:pt x="210" y="257"/>
                </a:moveTo>
                <a:cubicBezTo>
                  <a:pt x="210" y="266"/>
                  <a:pt x="210" y="266"/>
                  <a:pt x="210" y="266"/>
                </a:cubicBezTo>
                <a:cubicBezTo>
                  <a:pt x="208" y="267"/>
                  <a:pt x="207" y="269"/>
                  <a:pt x="205" y="271"/>
                </a:cubicBezTo>
                <a:cubicBezTo>
                  <a:pt x="205" y="262"/>
                  <a:pt x="205" y="262"/>
                  <a:pt x="205" y="262"/>
                </a:cubicBezTo>
                <a:cubicBezTo>
                  <a:pt x="206" y="261"/>
                  <a:pt x="206" y="261"/>
                  <a:pt x="207" y="260"/>
                </a:cubicBezTo>
                <a:cubicBezTo>
                  <a:pt x="207" y="260"/>
                  <a:pt x="208" y="259"/>
                  <a:pt x="210" y="257"/>
                </a:cubicBezTo>
                <a:close/>
                <a:moveTo>
                  <a:pt x="210" y="273"/>
                </a:moveTo>
                <a:cubicBezTo>
                  <a:pt x="210" y="279"/>
                  <a:pt x="210" y="279"/>
                  <a:pt x="210" y="279"/>
                </a:cubicBezTo>
                <a:cubicBezTo>
                  <a:pt x="208" y="279"/>
                  <a:pt x="207" y="279"/>
                  <a:pt x="205" y="279"/>
                </a:cubicBezTo>
                <a:cubicBezTo>
                  <a:pt x="205" y="273"/>
                  <a:pt x="205" y="273"/>
                  <a:pt x="205" y="273"/>
                </a:cubicBezTo>
                <a:cubicBezTo>
                  <a:pt x="207" y="273"/>
                  <a:pt x="208" y="273"/>
                  <a:pt x="210" y="273"/>
                </a:cubicBezTo>
                <a:close/>
                <a:moveTo>
                  <a:pt x="210" y="289"/>
                </a:moveTo>
                <a:cubicBezTo>
                  <a:pt x="210" y="306"/>
                  <a:pt x="210" y="306"/>
                  <a:pt x="210" y="306"/>
                </a:cubicBezTo>
                <a:cubicBezTo>
                  <a:pt x="209" y="307"/>
                  <a:pt x="208" y="308"/>
                  <a:pt x="207" y="309"/>
                </a:cubicBezTo>
                <a:cubicBezTo>
                  <a:pt x="207" y="311"/>
                  <a:pt x="206" y="313"/>
                  <a:pt x="205" y="315"/>
                </a:cubicBezTo>
                <a:cubicBezTo>
                  <a:pt x="205" y="303"/>
                  <a:pt x="205" y="303"/>
                  <a:pt x="205" y="303"/>
                </a:cubicBezTo>
                <a:cubicBezTo>
                  <a:pt x="207" y="301"/>
                  <a:pt x="208" y="299"/>
                  <a:pt x="209" y="296"/>
                </a:cubicBezTo>
                <a:cubicBezTo>
                  <a:pt x="208" y="296"/>
                  <a:pt x="207" y="296"/>
                  <a:pt x="205" y="296"/>
                </a:cubicBezTo>
                <a:cubicBezTo>
                  <a:pt x="205" y="290"/>
                  <a:pt x="205" y="290"/>
                  <a:pt x="205" y="290"/>
                </a:cubicBezTo>
                <a:cubicBezTo>
                  <a:pt x="207" y="290"/>
                  <a:pt x="208" y="289"/>
                  <a:pt x="210" y="289"/>
                </a:cubicBezTo>
                <a:close/>
                <a:moveTo>
                  <a:pt x="210" y="353"/>
                </a:moveTo>
                <a:cubicBezTo>
                  <a:pt x="210" y="372"/>
                  <a:pt x="210" y="372"/>
                  <a:pt x="210" y="372"/>
                </a:cubicBezTo>
                <a:cubicBezTo>
                  <a:pt x="207" y="370"/>
                  <a:pt x="206" y="367"/>
                  <a:pt x="205" y="364"/>
                </a:cubicBezTo>
                <a:cubicBezTo>
                  <a:pt x="205" y="362"/>
                  <a:pt x="205" y="362"/>
                  <a:pt x="205" y="362"/>
                </a:cubicBezTo>
                <a:cubicBezTo>
                  <a:pt x="208" y="359"/>
                  <a:pt x="208" y="357"/>
                  <a:pt x="209" y="353"/>
                </a:cubicBezTo>
                <a:cubicBezTo>
                  <a:pt x="209" y="353"/>
                  <a:pt x="209" y="353"/>
                  <a:pt x="210" y="353"/>
                </a:cubicBezTo>
                <a:close/>
                <a:moveTo>
                  <a:pt x="210" y="390"/>
                </a:moveTo>
                <a:cubicBezTo>
                  <a:pt x="210" y="394"/>
                  <a:pt x="210" y="394"/>
                  <a:pt x="210" y="394"/>
                </a:cubicBezTo>
                <a:cubicBezTo>
                  <a:pt x="207" y="394"/>
                  <a:pt x="207" y="394"/>
                  <a:pt x="207" y="394"/>
                </a:cubicBezTo>
                <a:cubicBezTo>
                  <a:pt x="208" y="399"/>
                  <a:pt x="209" y="403"/>
                  <a:pt x="210" y="407"/>
                </a:cubicBezTo>
                <a:cubicBezTo>
                  <a:pt x="210" y="415"/>
                  <a:pt x="210" y="415"/>
                  <a:pt x="210" y="415"/>
                </a:cubicBezTo>
                <a:cubicBezTo>
                  <a:pt x="205" y="415"/>
                  <a:pt x="205" y="415"/>
                  <a:pt x="205" y="415"/>
                </a:cubicBezTo>
                <a:cubicBezTo>
                  <a:pt x="205" y="411"/>
                  <a:pt x="205" y="411"/>
                  <a:pt x="205" y="411"/>
                </a:cubicBezTo>
                <a:cubicBezTo>
                  <a:pt x="207" y="411"/>
                  <a:pt x="207" y="411"/>
                  <a:pt x="207" y="411"/>
                </a:cubicBezTo>
                <a:cubicBezTo>
                  <a:pt x="206" y="408"/>
                  <a:pt x="206" y="405"/>
                  <a:pt x="205" y="404"/>
                </a:cubicBezTo>
                <a:cubicBezTo>
                  <a:pt x="205" y="390"/>
                  <a:pt x="205" y="390"/>
                  <a:pt x="205" y="390"/>
                </a:cubicBezTo>
                <a:cubicBezTo>
                  <a:pt x="210" y="390"/>
                  <a:pt x="210" y="390"/>
                  <a:pt x="210" y="390"/>
                </a:cubicBezTo>
                <a:close/>
                <a:moveTo>
                  <a:pt x="210" y="457"/>
                </a:moveTo>
                <a:cubicBezTo>
                  <a:pt x="210" y="468"/>
                  <a:pt x="210" y="468"/>
                  <a:pt x="210" y="468"/>
                </a:cubicBezTo>
                <a:cubicBezTo>
                  <a:pt x="207" y="465"/>
                  <a:pt x="206" y="465"/>
                  <a:pt x="205" y="461"/>
                </a:cubicBezTo>
                <a:cubicBezTo>
                  <a:pt x="205" y="459"/>
                  <a:pt x="205" y="459"/>
                  <a:pt x="205" y="459"/>
                </a:cubicBezTo>
                <a:cubicBezTo>
                  <a:pt x="207" y="458"/>
                  <a:pt x="208" y="457"/>
                  <a:pt x="210" y="457"/>
                </a:cubicBezTo>
                <a:close/>
                <a:moveTo>
                  <a:pt x="210" y="499"/>
                </a:moveTo>
                <a:cubicBezTo>
                  <a:pt x="210" y="512"/>
                  <a:pt x="210" y="512"/>
                  <a:pt x="210" y="512"/>
                </a:cubicBezTo>
                <a:cubicBezTo>
                  <a:pt x="208" y="516"/>
                  <a:pt x="206" y="520"/>
                  <a:pt x="205" y="522"/>
                </a:cubicBezTo>
                <a:cubicBezTo>
                  <a:pt x="205" y="512"/>
                  <a:pt x="205" y="512"/>
                  <a:pt x="205" y="512"/>
                </a:cubicBezTo>
                <a:cubicBezTo>
                  <a:pt x="207" y="508"/>
                  <a:pt x="206" y="504"/>
                  <a:pt x="205" y="500"/>
                </a:cubicBezTo>
                <a:cubicBezTo>
                  <a:pt x="205" y="488"/>
                  <a:pt x="205" y="488"/>
                  <a:pt x="205" y="488"/>
                </a:cubicBezTo>
                <a:cubicBezTo>
                  <a:pt x="207" y="492"/>
                  <a:pt x="208" y="495"/>
                  <a:pt x="210" y="499"/>
                </a:cubicBezTo>
                <a:close/>
                <a:moveTo>
                  <a:pt x="210" y="538"/>
                </a:moveTo>
                <a:cubicBezTo>
                  <a:pt x="210" y="547"/>
                  <a:pt x="210" y="547"/>
                  <a:pt x="210" y="547"/>
                </a:cubicBezTo>
                <a:cubicBezTo>
                  <a:pt x="208" y="545"/>
                  <a:pt x="207" y="543"/>
                  <a:pt x="205" y="541"/>
                </a:cubicBezTo>
                <a:cubicBezTo>
                  <a:pt x="205" y="532"/>
                  <a:pt x="205" y="532"/>
                  <a:pt x="205" y="532"/>
                </a:cubicBezTo>
                <a:cubicBezTo>
                  <a:pt x="206" y="534"/>
                  <a:pt x="207" y="536"/>
                  <a:pt x="209" y="539"/>
                </a:cubicBezTo>
                <a:cubicBezTo>
                  <a:pt x="210" y="538"/>
                  <a:pt x="210" y="538"/>
                  <a:pt x="210" y="538"/>
                </a:cubicBezTo>
                <a:close/>
                <a:moveTo>
                  <a:pt x="210" y="598"/>
                </a:moveTo>
                <a:cubicBezTo>
                  <a:pt x="210" y="631"/>
                  <a:pt x="210" y="631"/>
                  <a:pt x="210" y="631"/>
                </a:cubicBezTo>
                <a:cubicBezTo>
                  <a:pt x="208" y="635"/>
                  <a:pt x="207" y="639"/>
                  <a:pt x="205" y="643"/>
                </a:cubicBezTo>
                <a:cubicBezTo>
                  <a:pt x="205" y="612"/>
                  <a:pt x="205" y="612"/>
                  <a:pt x="205" y="612"/>
                </a:cubicBezTo>
                <a:cubicBezTo>
                  <a:pt x="206" y="611"/>
                  <a:pt x="206" y="611"/>
                  <a:pt x="206" y="611"/>
                </a:cubicBezTo>
                <a:cubicBezTo>
                  <a:pt x="205" y="611"/>
                  <a:pt x="205" y="611"/>
                  <a:pt x="205" y="611"/>
                </a:cubicBezTo>
                <a:cubicBezTo>
                  <a:pt x="205" y="599"/>
                  <a:pt x="205" y="599"/>
                  <a:pt x="205" y="599"/>
                </a:cubicBezTo>
                <a:cubicBezTo>
                  <a:pt x="209" y="597"/>
                  <a:pt x="209" y="597"/>
                  <a:pt x="209" y="597"/>
                </a:cubicBezTo>
                <a:cubicBezTo>
                  <a:pt x="209" y="597"/>
                  <a:pt x="210" y="598"/>
                  <a:pt x="210" y="598"/>
                </a:cubicBezTo>
                <a:close/>
                <a:moveTo>
                  <a:pt x="210" y="695"/>
                </a:moveTo>
                <a:cubicBezTo>
                  <a:pt x="210" y="717"/>
                  <a:pt x="210" y="717"/>
                  <a:pt x="210" y="717"/>
                </a:cubicBezTo>
                <a:cubicBezTo>
                  <a:pt x="209" y="711"/>
                  <a:pt x="208" y="705"/>
                  <a:pt x="205" y="701"/>
                </a:cubicBezTo>
                <a:cubicBezTo>
                  <a:pt x="205" y="692"/>
                  <a:pt x="205" y="692"/>
                  <a:pt x="205" y="692"/>
                </a:cubicBezTo>
                <a:cubicBezTo>
                  <a:pt x="207" y="693"/>
                  <a:pt x="208" y="694"/>
                  <a:pt x="210" y="695"/>
                </a:cubicBezTo>
                <a:close/>
                <a:moveTo>
                  <a:pt x="200" y="53"/>
                </a:moveTo>
                <a:cubicBezTo>
                  <a:pt x="202" y="52"/>
                  <a:pt x="204" y="51"/>
                  <a:pt x="205" y="50"/>
                </a:cubicBezTo>
                <a:cubicBezTo>
                  <a:pt x="205" y="59"/>
                  <a:pt x="205" y="59"/>
                  <a:pt x="205" y="59"/>
                </a:cubicBezTo>
                <a:cubicBezTo>
                  <a:pt x="204" y="60"/>
                  <a:pt x="202" y="61"/>
                  <a:pt x="200" y="61"/>
                </a:cubicBezTo>
                <a:cubicBezTo>
                  <a:pt x="200" y="53"/>
                  <a:pt x="200" y="53"/>
                  <a:pt x="200" y="53"/>
                </a:cubicBezTo>
                <a:close/>
                <a:moveTo>
                  <a:pt x="205" y="745"/>
                </a:moveTo>
                <a:cubicBezTo>
                  <a:pt x="204" y="744"/>
                  <a:pt x="202" y="743"/>
                  <a:pt x="200" y="743"/>
                </a:cubicBezTo>
                <a:cubicBezTo>
                  <a:pt x="200" y="734"/>
                  <a:pt x="200" y="734"/>
                  <a:pt x="200" y="734"/>
                </a:cubicBezTo>
                <a:cubicBezTo>
                  <a:pt x="202" y="735"/>
                  <a:pt x="203" y="736"/>
                  <a:pt x="205" y="737"/>
                </a:cubicBezTo>
                <a:cubicBezTo>
                  <a:pt x="205" y="745"/>
                  <a:pt x="205" y="745"/>
                  <a:pt x="205" y="745"/>
                </a:cubicBezTo>
                <a:close/>
                <a:moveTo>
                  <a:pt x="205" y="71"/>
                </a:moveTo>
                <a:cubicBezTo>
                  <a:pt x="205" y="82"/>
                  <a:pt x="205" y="82"/>
                  <a:pt x="205" y="82"/>
                </a:cubicBezTo>
                <a:cubicBezTo>
                  <a:pt x="204" y="81"/>
                  <a:pt x="202" y="80"/>
                  <a:pt x="200" y="79"/>
                </a:cubicBezTo>
                <a:cubicBezTo>
                  <a:pt x="200" y="69"/>
                  <a:pt x="200" y="69"/>
                  <a:pt x="200" y="69"/>
                </a:cubicBezTo>
                <a:cubicBezTo>
                  <a:pt x="205" y="71"/>
                  <a:pt x="205" y="71"/>
                  <a:pt x="205" y="71"/>
                </a:cubicBezTo>
                <a:close/>
                <a:moveTo>
                  <a:pt x="205" y="93"/>
                </a:moveTo>
                <a:cubicBezTo>
                  <a:pt x="205" y="103"/>
                  <a:pt x="205" y="103"/>
                  <a:pt x="205" y="103"/>
                </a:cubicBezTo>
                <a:cubicBezTo>
                  <a:pt x="204" y="104"/>
                  <a:pt x="202" y="105"/>
                  <a:pt x="200" y="105"/>
                </a:cubicBezTo>
                <a:cubicBezTo>
                  <a:pt x="200" y="95"/>
                  <a:pt x="200" y="95"/>
                  <a:pt x="200" y="95"/>
                </a:cubicBezTo>
                <a:cubicBezTo>
                  <a:pt x="202" y="95"/>
                  <a:pt x="204" y="94"/>
                  <a:pt x="205" y="93"/>
                </a:cubicBezTo>
                <a:close/>
                <a:moveTo>
                  <a:pt x="205" y="161"/>
                </a:moveTo>
                <a:cubicBezTo>
                  <a:pt x="205" y="173"/>
                  <a:pt x="205" y="173"/>
                  <a:pt x="205" y="173"/>
                </a:cubicBezTo>
                <a:cubicBezTo>
                  <a:pt x="200" y="179"/>
                  <a:pt x="200" y="179"/>
                  <a:pt x="200" y="179"/>
                </a:cubicBezTo>
                <a:cubicBezTo>
                  <a:pt x="200" y="161"/>
                  <a:pt x="200" y="161"/>
                  <a:pt x="200" y="161"/>
                </a:cubicBezTo>
                <a:cubicBezTo>
                  <a:pt x="201" y="162"/>
                  <a:pt x="202" y="163"/>
                  <a:pt x="202" y="164"/>
                </a:cubicBezTo>
                <a:cubicBezTo>
                  <a:pt x="204" y="163"/>
                  <a:pt x="205" y="162"/>
                  <a:pt x="205" y="161"/>
                </a:cubicBezTo>
                <a:close/>
                <a:moveTo>
                  <a:pt x="205" y="179"/>
                </a:moveTo>
                <a:cubicBezTo>
                  <a:pt x="205" y="191"/>
                  <a:pt x="205" y="191"/>
                  <a:pt x="205" y="191"/>
                </a:cubicBezTo>
                <a:cubicBezTo>
                  <a:pt x="203" y="192"/>
                  <a:pt x="202" y="192"/>
                  <a:pt x="201" y="196"/>
                </a:cubicBezTo>
                <a:cubicBezTo>
                  <a:pt x="202" y="195"/>
                  <a:pt x="204" y="195"/>
                  <a:pt x="205" y="194"/>
                </a:cubicBezTo>
                <a:cubicBezTo>
                  <a:pt x="205" y="212"/>
                  <a:pt x="205" y="212"/>
                  <a:pt x="205" y="212"/>
                </a:cubicBezTo>
                <a:cubicBezTo>
                  <a:pt x="204" y="214"/>
                  <a:pt x="202" y="216"/>
                  <a:pt x="200" y="218"/>
                </a:cubicBezTo>
                <a:cubicBezTo>
                  <a:pt x="200" y="182"/>
                  <a:pt x="200" y="182"/>
                  <a:pt x="200" y="182"/>
                </a:cubicBezTo>
                <a:cubicBezTo>
                  <a:pt x="202" y="181"/>
                  <a:pt x="203" y="180"/>
                  <a:pt x="205" y="179"/>
                </a:cubicBezTo>
                <a:close/>
                <a:moveTo>
                  <a:pt x="205" y="220"/>
                </a:moveTo>
                <a:cubicBezTo>
                  <a:pt x="205" y="225"/>
                  <a:pt x="205" y="225"/>
                  <a:pt x="205" y="225"/>
                </a:cubicBezTo>
                <a:cubicBezTo>
                  <a:pt x="205" y="225"/>
                  <a:pt x="204" y="225"/>
                  <a:pt x="203" y="225"/>
                </a:cubicBezTo>
                <a:cubicBezTo>
                  <a:pt x="203" y="223"/>
                  <a:pt x="204" y="221"/>
                  <a:pt x="205" y="220"/>
                </a:cubicBezTo>
                <a:close/>
                <a:moveTo>
                  <a:pt x="205" y="262"/>
                </a:moveTo>
                <a:cubicBezTo>
                  <a:pt x="205" y="271"/>
                  <a:pt x="205" y="271"/>
                  <a:pt x="205" y="271"/>
                </a:cubicBezTo>
                <a:cubicBezTo>
                  <a:pt x="205" y="271"/>
                  <a:pt x="204" y="272"/>
                  <a:pt x="203" y="273"/>
                </a:cubicBezTo>
                <a:cubicBezTo>
                  <a:pt x="204" y="273"/>
                  <a:pt x="205" y="273"/>
                  <a:pt x="205" y="273"/>
                </a:cubicBezTo>
                <a:cubicBezTo>
                  <a:pt x="205" y="279"/>
                  <a:pt x="205" y="279"/>
                  <a:pt x="205" y="279"/>
                </a:cubicBezTo>
                <a:cubicBezTo>
                  <a:pt x="203" y="279"/>
                  <a:pt x="202" y="280"/>
                  <a:pt x="200" y="281"/>
                </a:cubicBezTo>
                <a:cubicBezTo>
                  <a:pt x="200" y="268"/>
                  <a:pt x="200" y="268"/>
                  <a:pt x="200" y="268"/>
                </a:cubicBezTo>
                <a:cubicBezTo>
                  <a:pt x="202" y="266"/>
                  <a:pt x="204" y="264"/>
                  <a:pt x="205" y="262"/>
                </a:cubicBezTo>
                <a:close/>
                <a:moveTo>
                  <a:pt x="205" y="290"/>
                </a:moveTo>
                <a:cubicBezTo>
                  <a:pt x="205" y="296"/>
                  <a:pt x="205" y="296"/>
                  <a:pt x="205" y="296"/>
                </a:cubicBezTo>
                <a:cubicBezTo>
                  <a:pt x="204" y="296"/>
                  <a:pt x="202" y="296"/>
                  <a:pt x="200" y="296"/>
                </a:cubicBezTo>
                <a:cubicBezTo>
                  <a:pt x="200" y="290"/>
                  <a:pt x="200" y="290"/>
                  <a:pt x="200" y="290"/>
                </a:cubicBezTo>
                <a:cubicBezTo>
                  <a:pt x="202" y="290"/>
                  <a:pt x="204" y="290"/>
                  <a:pt x="205" y="290"/>
                </a:cubicBezTo>
                <a:close/>
                <a:moveTo>
                  <a:pt x="205" y="303"/>
                </a:moveTo>
                <a:cubicBezTo>
                  <a:pt x="205" y="315"/>
                  <a:pt x="205" y="315"/>
                  <a:pt x="205" y="315"/>
                </a:cubicBezTo>
                <a:cubicBezTo>
                  <a:pt x="204" y="320"/>
                  <a:pt x="202" y="324"/>
                  <a:pt x="200" y="328"/>
                </a:cubicBezTo>
                <a:cubicBezTo>
                  <a:pt x="200" y="313"/>
                  <a:pt x="200" y="313"/>
                  <a:pt x="200" y="313"/>
                </a:cubicBezTo>
                <a:cubicBezTo>
                  <a:pt x="201" y="313"/>
                  <a:pt x="201" y="313"/>
                  <a:pt x="201" y="312"/>
                </a:cubicBezTo>
                <a:cubicBezTo>
                  <a:pt x="200" y="312"/>
                  <a:pt x="200" y="312"/>
                  <a:pt x="200" y="312"/>
                </a:cubicBezTo>
                <a:cubicBezTo>
                  <a:pt x="200" y="306"/>
                  <a:pt x="200" y="306"/>
                  <a:pt x="200" y="306"/>
                </a:cubicBezTo>
                <a:cubicBezTo>
                  <a:pt x="202" y="305"/>
                  <a:pt x="204" y="304"/>
                  <a:pt x="205" y="303"/>
                </a:cubicBezTo>
                <a:close/>
                <a:moveTo>
                  <a:pt x="205" y="362"/>
                </a:moveTo>
                <a:cubicBezTo>
                  <a:pt x="205" y="364"/>
                  <a:pt x="205" y="364"/>
                  <a:pt x="205" y="364"/>
                </a:cubicBezTo>
                <a:cubicBezTo>
                  <a:pt x="205" y="363"/>
                  <a:pt x="205" y="362"/>
                  <a:pt x="205" y="362"/>
                </a:cubicBezTo>
                <a:cubicBezTo>
                  <a:pt x="205" y="362"/>
                  <a:pt x="205" y="362"/>
                  <a:pt x="205" y="362"/>
                </a:cubicBezTo>
                <a:close/>
                <a:moveTo>
                  <a:pt x="205" y="390"/>
                </a:moveTo>
                <a:cubicBezTo>
                  <a:pt x="205" y="404"/>
                  <a:pt x="205" y="404"/>
                  <a:pt x="205" y="404"/>
                </a:cubicBezTo>
                <a:cubicBezTo>
                  <a:pt x="204" y="397"/>
                  <a:pt x="203" y="396"/>
                  <a:pt x="202" y="394"/>
                </a:cubicBezTo>
                <a:cubicBezTo>
                  <a:pt x="202" y="394"/>
                  <a:pt x="201" y="394"/>
                  <a:pt x="200" y="394"/>
                </a:cubicBezTo>
                <a:cubicBezTo>
                  <a:pt x="200" y="390"/>
                  <a:pt x="200" y="390"/>
                  <a:pt x="200" y="390"/>
                </a:cubicBezTo>
                <a:cubicBezTo>
                  <a:pt x="205" y="390"/>
                  <a:pt x="205" y="390"/>
                  <a:pt x="205" y="390"/>
                </a:cubicBezTo>
                <a:close/>
                <a:moveTo>
                  <a:pt x="205" y="411"/>
                </a:moveTo>
                <a:cubicBezTo>
                  <a:pt x="205" y="415"/>
                  <a:pt x="205" y="415"/>
                  <a:pt x="205" y="415"/>
                </a:cubicBezTo>
                <a:cubicBezTo>
                  <a:pt x="200" y="415"/>
                  <a:pt x="200" y="415"/>
                  <a:pt x="200" y="415"/>
                </a:cubicBezTo>
                <a:cubicBezTo>
                  <a:pt x="200" y="411"/>
                  <a:pt x="200" y="411"/>
                  <a:pt x="200" y="411"/>
                </a:cubicBezTo>
                <a:cubicBezTo>
                  <a:pt x="201" y="411"/>
                  <a:pt x="201" y="411"/>
                  <a:pt x="201" y="411"/>
                </a:cubicBezTo>
                <a:cubicBezTo>
                  <a:pt x="205" y="411"/>
                  <a:pt x="205" y="411"/>
                  <a:pt x="205" y="411"/>
                </a:cubicBezTo>
                <a:close/>
                <a:moveTo>
                  <a:pt x="205" y="459"/>
                </a:moveTo>
                <a:cubicBezTo>
                  <a:pt x="205" y="461"/>
                  <a:pt x="205" y="461"/>
                  <a:pt x="205" y="461"/>
                </a:cubicBezTo>
                <a:cubicBezTo>
                  <a:pt x="205" y="461"/>
                  <a:pt x="205" y="460"/>
                  <a:pt x="205" y="459"/>
                </a:cubicBezTo>
                <a:cubicBezTo>
                  <a:pt x="205" y="459"/>
                  <a:pt x="205" y="459"/>
                  <a:pt x="205" y="459"/>
                </a:cubicBezTo>
                <a:close/>
                <a:moveTo>
                  <a:pt x="205" y="488"/>
                </a:moveTo>
                <a:cubicBezTo>
                  <a:pt x="205" y="500"/>
                  <a:pt x="205" y="500"/>
                  <a:pt x="205" y="500"/>
                </a:cubicBezTo>
                <a:cubicBezTo>
                  <a:pt x="205" y="498"/>
                  <a:pt x="204" y="496"/>
                  <a:pt x="202" y="495"/>
                </a:cubicBezTo>
                <a:cubicBezTo>
                  <a:pt x="200" y="497"/>
                  <a:pt x="200" y="497"/>
                  <a:pt x="200" y="497"/>
                </a:cubicBezTo>
                <a:cubicBezTo>
                  <a:pt x="200" y="476"/>
                  <a:pt x="200" y="476"/>
                  <a:pt x="200" y="476"/>
                </a:cubicBezTo>
                <a:cubicBezTo>
                  <a:pt x="201" y="478"/>
                  <a:pt x="202" y="479"/>
                  <a:pt x="202" y="480"/>
                </a:cubicBezTo>
                <a:cubicBezTo>
                  <a:pt x="203" y="483"/>
                  <a:pt x="204" y="486"/>
                  <a:pt x="205" y="488"/>
                </a:cubicBezTo>
                <a:close/>
                <a:moveTo>
                  <a:pt x="205" y="512"/>
                </a:moveTo>
                <a:cubicBezTo>
                  <a:pt x="205" y="522"/>
                  <a:pt x="205" y="522"/>
                  <a:pt x="205" y="522"/>
                </a:cubicBezTo>
                <a:cubicBezTo>
                  <a:pt x="204" y="526"/>
                  <a:pt x="204" y="529"/>
                  <a:pt x="205" y="532"/>
                </a:cubicBezTo>
                <a:cubicBezTo>
                  <a:pt x="205" y="541"/>
                  <a:pt x="205" y="541"/>
                  <a:pt x="205" y="541"/>
                </a:cubicBezTo>
                <a:cubicBezTo>
                  <a:pt x="204" y="539"/>
                  <a:pt x="202" y="537"/>
                  <a:pt x="200" y="535"/>
                </a:cubicBezTo>
                <a:cubicBezTo>
                  <a:pt x="200" y="519"/>
                  <a:pt x="200" y="519"/>
                  <a:pt x="200" y="519"/>
                </a:cubicBezTo>
                <a:cubicBezTo>
                  <a:pt x="203" y="517"/>
                  <a:pt x="204" y="514"/>
                  <a:pt x="205" y="512"/>
                </a:cubicBezTo>
                <a:close/>
                <a:moveTo>
                  <a:pt x="205" y="599"/>
                </a:moveTo>
                <a:cubicBezTo>
                  <a:pt x="205" y="611"/>
                  <a:pt x="205" y="611"/>
                  <a:pt x="205" y="611"/>
                </a:cubicBezTo>
                <a:cubicBezTo>
                  <a:pt x="204" y="612"/>
                  <a:pt x="202" y="613"/>
                  <a:pt x="200" y="613"/>
                </a:cubicBezTo>
                <a:cubicBezTo>
                  <a:pt x="200" y="602"/>
                  <a:pt x="200" y="602"/>
                  <a:pt x="200" y="602"/>
                </a:cubicBezTo>
                <a:cubicBezTo>
                  <a:pt x="205" y="599"/>
                  <a:pt x="205" y="599"/>
                  <a:pt x="205" y="599"/>
                </a:cubicBezTo>
                <a:close/>
                <a:moveTo>
                  <a:pt x="205" y="612"/>
                </a:moveTo>
                <a:cubicBezTo>
                  <a:pt x="202" y="620"/>
                  <a:pt x="202" y="621"/>
                  <a:pt x="200" y="622"/>
                </a:cubicBezTo>
                <a:cubicBezTo>
                  <a:pt x="200" y="647"/>
                  <a:pt x="200" y="647"/>
                  <a:pt x="200" y="647"/>
                </a:cubicBezTo>
                <a:cubicBezTo>
                  <a:pt x="201" y="648"/>
                  <a:pt x="201" y="648"/>
                  <a:pt x="201" y="648"/>
                </a:cubicBezTo>
                <a:cubicBezTo>
                  <a:pt x="202" y="648"/>
                  <a:pt x="202" y="648"/>
                  <a:pt x="203" y="648"/>
                </a:cubicBezTo>
                <a:cubicBezTo>
                  <a:pt x="205" y="643"/>
                  <a:pt x="205" y="643"/>
                  <a:pt x="205" y="643"/>
                </a:cubicBezTo>
                <a:cubicBezTo>
                  <a:pt x="205" y="612"/>
                  <a:pt x="205" y="612"/>
                  <a:pt x="205" y="612"/>
                </a:cubicBezTo>
                <a:close/>
                <a:moveTo>
                  <a:pt x="205" y="692"/>
                </a:moveTo>
                <a:cubicBezTo>
                  <a:pt x="205" y="701"/>
                  <a:pt x="205" y="701"/>
                  <a:pt x="205" y="701"/>
                </a:cubicBezTo>
                <a:cubicBezTo>
                  <a:pt x="204" y="699"/>
                  <a:pt x="202" y="697"/>
                  <a:pt x="200" y="696"/>
                </a:cubicBezTo>
                <a:cubicBezTo>
                  <a:pt x="200" y="689"/>
                  <a:pt x="200" y="689"/>
                  <a:pt x="200" y="689"/>
                </a:cubicBezTo>
                <a:cubicBezTo>
                  <a:pt x="202" y="690"/>
                  <a:pt x="204" y="690"/>
                  <a:pt x="205" y="692"/>
                </a:cubicBezTo>
                <a:close/>
                <a:moveTo>
                  <a:pt x="196" y="55"/>
                </a:moveTo>
                <a:cubicBezTo>
                  <a:pt x="198" y="54"/>
                  <a:pt x="199" y="53"/>
                  <a:pt x="200" y="53"/>
                </a:cubicBezTo>
                <a:cubicBezTo>
                  <a:pt x="200" y="61"/>
                  <a:pt x="200" y="61"/>
                  <a:pt x="200" y="61"/>
                </a:cubicBezTo>
                <a:cubicBezTo>
                  <a:pt x="199" y="62"/>
                  <a:pt x="198" y="63"/>
                  <a:pt x="196" y="63"/>
                </a:cubicBezTo>
                <a:cubicBezTo>
                  <a:pt x="196" y="55"/>
                  <a:pt x="196" y="55"/>
                  <a:pt x="196" y="55"/>
                </a:cubicBezTo>
                <a:close/>
                <a:moveTo>
                  <a:pt x="200" y="743"/>
                </a:moveTo>
                <a:cubicBezTo>
                  <a:pt x="199" y="742"/>
                  <a:pt x="198" y="741"/>
                  <a:pt x="196" y="740"/>
                </a:cubicBezTo>
                <a:cubicBezTo>
                  <a:pt x="196" y="730"/>
                  <a:pt x="196" y="730"/>
                  <a:pt x="196" y="730"/>
                </a:cubicBezTo>
                <a:cubicBezTo>
                  <a:pt x="197" y="731"/>
                  <a:pt x="199" y="733"/>
                  <a:pt x="200" y="734"/>
                </a:cubicBezTo>
                <a:cubicBezTo>
                  <a:pt x="200" y="743"/>
                  <a:pt x="200" y="743"/>
                  <a:pt x="200" y="743"/>
                </a:cubicBezTo>
                <a:close/>
                <a:moveTo>
                  <a:pt x="200" y="69"/>
                </a:moveTo>
                <a:cubicBezTo>
                  <a:pt x="200" y="79"/>
                  <a:pt x="200" y="79"/>
                  <a:pt x="200" y="79"/>
                </a:cubicBezTo>
                <a:cubicBezTo>
                  <a:pt x="199" y="78"/>
                  <a:pt x="198" y="78"/>
                  <a:pt x="196" y="77"/>
                </a:cubicBezTo>
                <a:cubicBezTo>
                  <a:pt x="196" y="67"/>
                  <a:pt x="196" y="67"/>
                  <a:pt x="196" y="67"/>
                </a:cubicBezTo>
                <a:cubicBezTo>
                  <a:pt x="200" y="69"/>
                  <a:pt x="200" y="69"/>
                  <a:pt x="200" y="69"/>
                </a:cubicBezTo>
                <a:close/>
                <a:moveTo>
                  <a:pt x="200" y="95"/>
                </a:moveTo>
                <a:cubicBezTo>
                  <a:pt x="200" y="105"/>
                  <a:pt x="200" y="105"/>
                  <a:pt x="200" y="105"/>
                </a:cubicBezTo>
                <a:cubicBezTo>
                  <a:pt x="199" y="106"/>
                  <a:pt x="198" y="107"/>
                  <a:pt x="196" y="108"/>
                </a:cubicBezTo>
                <a:cubicBezTo>
                  <a:pt x="196" y="96"/>
                  <a:pt x="196" y="96"/>
                  <a:pt x="196" y="96"/>
                </a:cubicBezTo>
                <a:cubicBezTo>
                  <a:pt x="197" y="97"/>
                  <a:pt x="197" y="97"/>
                  <a:pt x="197" y="97"/>
                </a:cubicBezTo>
                <a:cubicBezTo>
                  <a:pt x="198" y="96"/>
                  <a:pt x="200" y="96"/>
                  <a:pt x="200" y="95"/>
                </a:cubicBezTo>
                <a:close/>
                <a:moveTo>
                  <a:pt x="200" y="161"/>
                </a:moveTo>
                <a:cubicBezTo>
                  <a:pt x="200" y="179"/>
                  <a:pt x="200" y="179"/>
                  <a:pt x="200" y="179"/>
                </a:cubicBezTo>
                <a:cubicBezTo>
                  <a:pt x="196" y="185"/>
                  <a:pt x="196" y="185"/>
                  <a:pt x="196" y="185"/>
                </a:cubicBezTo>
                <a:cubicBezTo>
                  <a:pt x="196" y="156"/>
                  <a:pt x="196" y="156"/>
                  <a:pt x="196" y="156"/>
                </a:cubicBezTo>
                <a:cubicBezTo>
                  <a:pt x="198" y="157"/>
                  <a:pt x="199" y="159"/>
                  <a:pt x="200" y="161"/>
                </a:cubicBezTo>
                <a:close/>
                <a:moveTo>
                  <a:pt x="200" y="182"/>
                </a:moveTo>
                <a:cubicBezTo>
                  <a:pt x="199" y="184"/>
                  <a:pt x="198" y="186"/>
                  <a:pt x="196" y="187"/>
                </a:cubicBezTo>
                <a:cubicBezTo>
                  <a:pt x="196" y="202"/>
                  <a:pt x="196" y="202"/>
                  <a:pt x="196" y="202"/>
                </a:cubicBezTo>
                <a:cubicBezTo>
                  <a:pt x="197" y="201"/>
                  <a:pt x="198" y="200"/>
                  <a:pt x="200" y="199"/>
                </a:cubicBezTo>
                <a:cubicBezTo>
                  <a:pt x="199" y="204"/>
                  <a:pt x="198" y="207"/>
                  <a:pt x="196" y="209"/>
                </a:cubicBezTo>
                <a:cubicBezTo>
                  <a:pt x="196" y="221"/>
                  <a:pt x="196" y="221"/>
                  <a:pt x="196" y="221"/>
                </a:cubicBezTo>
                <a:cubicBezTo>
                  <a:pt x="199" y="221"/>
                  <a:pt x="199" y="221"/>
                  <a:pt x="199" y="221"/>
                </a:cubicBezTo>
                <a:cubicBezTo>
                  <a:pt x="199" y="220"/>
                  <a:pt x="200" y="219"/>
                  <a:pt x="200" y="218"/>
                </a:cubicBezTo>
                <a:cubicBezTo>
                  <a:pt x="200" y="182"/>
                  <a:pt x="200" y="182"/>
                  <a:pt x="200" y="182"/>
                </a:cubicBezTo>
                <a:close/>
                <a:moveTo>
                  <a:pt x="200" y="268"/>
                </a:moveTo>
                <a:cubicBezTo>
                  <a:pt x="200" y="281"/>
                  <a:pt x="200" y="281"/>
                  <a:pt x="200" y="281"/>
                </a:cubicBezTo>
                <a:cubicBezTo>
                  <a:pt x="199" y="282"/>
                  <a:pt x="198" y="283"/>
                  <a:pt x="196" y="286"/>
                </a:cubicBezTo>
                <a:cubicBezTo>
                  <a:pt x="196" y="274"/>
                  <a:pt x="196" y="274"/>
                  <a:pt x="196" y="274"/>
                </a:cubicBezTo>
                <a:cubicBezTo>
                  <a:pt x="198" y="272"/>
                  <a:pt x="199" y="270"/>
                  <a:pt x="200" y="268"/>
                </a:cubicBezTo>
                <a:close/>
                <a:moveTo>
                  <a:pt x="200" y="290"/>
                </a:moveTo>
                <a:cubicBezTo>
                  <a:pt x="200" y="296"/>
                  <a:pt x="200" y="296"/>
                  <a:pt x="200" y="296"/>
                </a:cubicBezTo>
                <a:cubicBezTo>
                  <a:pt x="199" y="296"/>
                  <a:pt x="198" y="296"/>
                  <a:pt x="196" y="296"/>
                </a:cubicBezTo>
                <a:cubicBezTo>
                  <a:pt x="196" y="290"/>
                  <a:pt x="196" y="290"/>
                  <a:pt x="196" y="290"/>
                </a:cubicBezTo>
                <a:cubicBezTo>
                  <a:pt x="198" y="290"/>
                  <a:pt x="199" y="290"/>
                  <a:pt x="200" y="290"/>
                </a:cubicBezTo>
                <a:close/>
                <a:moveTo>
                  <a:pt x="200" y="306"/>
                </a:moveTo>
                <a:cubicBezTo>
                  <a:pt x="200" y="312"/>
                  <a:pt x="200" y="312"/>
                  <a:pt x="200" y="312"/>
                </a:cubicBezTo>
                <a:cubicBezTo>
                  <a:pt x="199" y="313"/>
                  <a:pt x="198" y="313"/>
                  <a:pt x="196" y="313"/>
                </a:cubicBezTo>
                <a:cubicBezTo>
                  <a:pt x="196" y="307"/>
                  <a:pt x="196" y="307"/>
                  <a:pt x="196" y="307"/>
                </a:cubicBezTo>
                <a:cubicBezTo>
                  <a:pt x="198" y="307"/>
                  <a:pt x="199" y="306"/>
                  <a:pt x="200" y="306"/>
                </a:cubicBezTo>
                <a:close/>
                <a:moveTo>
                  <a:pt x="200" y="313"/>
                </a:moveTo>
                <a:cubicBezTo>
                  <a:pt x="200" y="328"/>
                  <a:pt x="200" y="328"/>
                  <a:pt x="200" y="328"/>
                </a:cubicBezTo>
                <a:cubicBezTo>
                  <a:pt x="199" y="333"/>
                  <a:pt x="198" y="337"/>
                  <a:pt x="196" y="341"/>
                </a:cubicBezTo>
                <a:cubicBezTo>
                  <a:pt x="196" y="321"/>
                  <a:pt x="196" y="321"/>
                  <a:pt x="196" y="321"/>
                </a:cubicBezTo>
                <a:cubicBezTo>
                  <a:pt x="198" y="319"/>
                  <a:pt x="199" y="317"/>
                  <a:pt x="200" y="313"/>
                </a:cubicBezTo>
                <a:close/>
                <a:moveTo>
                  <a:pt x="200" y="390"/>
                </a:moveTo>
                <a:cubicBezTo>
                  <a:pt x="200" y="394"/>
                  <a:pt x="200" y="394"/>
                  <a:pt x="200" y="394"/>
                </a:cubicBezTo>
                <a:cubicBezTo>
                  <a:pt x="199" y="394"/>
                  <a:pt x="198" y="394"/>
                  <a:pt x="196" y="393"/>
                </a:cubicBezTo>
                <a:cubicBezTo>
                  <a:pt x="196" y="390"/>
                  <a:pt x="196" y="390"/>
                  <a:pt x="196" y="390"/>
                </a:cubicBezTo>
                <a:cubicBezTo>
                  <a:pt x="200" y="390"/>
                  <a:pt x="200" y="390"/>
                  <a:pt x="200" y="390"/>
                </a:cubicBezTo>
                <a:close/>
                <a:moveTo>
                  <a:pt x="200" y="411"/>
                </a:moveTo>
                <a:cubicBezTo>
                  <a:pt x="200" y="415"/>
                  <a:pt x="200" y="415"/>
                  <a:pt x="200" y="415"/>
                </a:cubicBezTo>
                <a:cubicBezTo>
                  <a:pt x="196" y="415"/>
                  <a:pt x="196" y="415"/>
                  <a:pt x="196" y="415"/>
                </a:cubicBezTo>
                <a:cubicBezTo>
                  <a:pt x="196" y="401"/>
                  <a:pt x="196" y="401"/>
                  <a:pt x="196" y="401"/>
                </a:cubicBezTo>
                <a:cubicBezTo>
                  <a:pt x="197" y="405"/>
                  <a:pt x="198" y="408"/>
                  <a:pt x="200" y="411"/>
                </a:cubicBezTo>
                <a:close/>
                <a:moveTo>
                  <a:pt x="200" y="476"/>
                </a:moveTo>
                <a:cubicBezTo>
                  <a:pt x="200" y="497"/>
                  <a:pt x="200" y="497"/>
                  <a:pt x="200" y="497"/>
                </a:cubicBezTo>
                <a:cubicBezTo>
                  <a:pt x="199" y="500"/>
                  <a:pt x="197" y="502"/>
                  <a:pt x="196" y="505"/>
                </a:cubicBezTo>
                <a:cubicBezTo>
                  <a:pt x="196" y="492"/>
                  <a:pt x="196" y="492"/>
                  <a:pt x="196" y="492"/>
                </a:cubicBezTo>
                <a:cubicBezTo>
                  <a:pt x="198" y="488"/>
                  <a:pt x="198" y="484"/>
                  <a:pt x="196" y="478"/>
                </a:cubicBezTo>
                <a:cubicBezTo>
                  <a:pt x="196" y="465"/>
                  <a:pt x="196" y="465"/>
                  <a:pt x="196" y="465"/>
                </a:cubicBezTo>
                <a:cubicBezTo>
                  <a:pt x="197" y="469"/>
                  <a:pt x="199" y="473"/>
                  <a:pt x="200" y="476"/>
                </a:cubicBezTo>
                <a:close/>
                <a:moveTo>
                  <a:pt x="200" y="519"/>
                </a:moveTo>
                <a:cubicBezTo>
                  <a:pt x="200" y="535"/>
                  <a:pt x="200" y="535"/>
                  <a:pt x="200" y="535"/>
                </a:cubicBezTo>
                <a:cubicBezTo>
                  <a:pt x="199" y="533"/>
                  <a:pt x="198" y="531"/>
                  <a:pt x="196" y="529"/>
                </a:cubicBezTo>
                <a:cubicBezTo>
                  <a:pt x="196" y="519"/>
                  <a:pt x="196" y="519"/>
                  <a:pt x="196" y="519"/>
                </a:cubicBezTo>
                <a:cubicBezTo>
                  <a:pt x="196" y="520"/>
                  <a:pt x="197" y="521"/>
                  <a:pt x="197" y="522"/>
                </a:cubicBezTo>
                <a:cubicBezTo>
                  <a:pt x="198" y="521"/>
                  <a:pt x="200" y="520"/>
                  <a:pt x="200" y="519"/>
                </a:cubicBezTo>
                <a:close/>
                <a:moveTo>
                  <a:pt x="200" y="602"/>
                </a:moveTo>
                <a:cubicBezTo>
                  <a:pt x="200" y="613"/>
                  <a:pt x="200" y="613"/>
                  <a:pt x="200" y="613"/>
                </a:cubicBezTo>
                <a:cubicBezTo>
                  <a:pt x="199" y="614"/>
                  <a:pt x="198" y="615"/>
                  <a:pt x="196" y="615"/>
                </a:cubicBezTo>
                <a:cubicBezTo>
                  <a:pt x="196" y="604"/>
                  <a:pt x="196" y="604"/>
                  <a:pt x="196" y="604"/>
                </a:cubicBezTo>
                <a:cubicBezTo>
                  <a:pt x="200" y="602"/>
                  <a:pt x="200" y="602"/>
                  <a:pt x="200" y="602"/>
                </a:cubicBezTo>
                <a:close/>
                <a:moveTo>
                  <a:pt x="200" y="622"/>
                </a:moveTo>
                <a:cubicBezTo>
                  <a:pt x="200" y="647"/>
                  <a:pt x="200" y="647"/>
                  <a:pt x="200" y="647"/>
                </a:cubicBezTo>
                <a:cubicBezTo>
                  <a:pt x="199" y="645"/>
                  <a:pt x="197" y="644"/>
                  <a:pt x="196" y="642"/>
                </a:cubicBezTo>
                <a:cubicBezTo>
                  <a:pt x="196" y="633"/>
                  <a:pt x="196" y="633"/>
                  <a:pt x="196" y="633"/>
                </a:cubicBezTo>
                <a:cubicBezTo>
                  <a:pt x="196" y="633"/>
                  <a:pt x="196" y="632"/>
                  <a:pt x="197" y="632"/>
                </a:cubicBezTo>
                <a:cubicBezTo>
                  <a:pt x="196" y="631"/>
                  <a:pt x="196" y="631"/>
                  <a:pt x="196" y="631"/>
                </a:cubicBezTo>
                <a:cubicBezTo>
                  <a:pt x="196" y="619"/>
                  <a:pt x="196" y="619"/>
                  <a:pt x="196" y="619"/>
                </a:cubicBezTo>
                <a:cubicBezTo>
                  <a:pt x="197" y="620"/>
                  <a:pt x="198" y="621"/>
                  <a:pt x="200" y="623"/>
                </a:cubicBezTo>
                <a:cubicBezTo>
                  <a:pt x="200" y="623"/>
                  <a:pt x="200" y="622"/>
                  <a:pt x="200" y="622"/>
                </a:cubicBezTo>
                <a:close/>
                <a:moveTo>
                  <a:pt x="200" y="689"/>
                </a:moveTo>
                <a:cubicBezTo>
                  <a:pt x="200" y="696"/>
                  <a:pt x="200" y="696"/>
                  <a:pt x="200" y="696"/>
                </a:cubicBezTo>
                <a:cubicBezTo>
                  <a:pt x="199" y="695"/>
                  <a:pt x="198" y="695"/>
                  <a:pt x="196" y="694"/>
                </a:cubicBezTo>
                <a:cubicBezTo>
                  <a:pt x="196" y="687"/>
                  <a:pt x="196" y="687"/>
                  <a:pt x="196" y="687"/>
                </a:cubicBezTo>
                <a:cubicBezTo>
                  <a:pt x="198" y="687"/>
                  <a:pt x="199" y="688"/>
                  <a:pt x="200" y="689"/>
                </a:cubicBezTo>
                <a:close/>
                <a:moveTo>
                  <a:pt x="192" y="59"/>
                </a:moveTo>
                <a:cubicBezTo>
                  <a:pt x="193" y="57"/>
                  <a:pt x="195" y="56"/>
                  <a:pt x="196" y="55"/>
                </a:cubicBezTo>
                <a:cubicBezTo>
                  <a:pt x="196" y="63"/>
                  <a:pt x="196" y="63"/>
                  <a:pt x="196" y="63"/>
                </a:cubicBezTo>
                <a:cubicBezTo>
                  <a:pt x="195" y="64"/>
                  <a:pt x="195" y="64"/>
                  <a:pt x="195" y="64"/>
                </a:cubicBezTo>
                <a:cubicBezTo>
                  <a:pt x="195" y="65"/>
                  <a:pt x="195" y="65"/>
                  <a:pt x="195" y="66"/>
                </a:cubicBezTo>
                <a:cubicBezTo>
                  <a:pt x="196" y="67"/>
                  <a:pt x="196" y="67"/>
                  <a:pt x="196" y="67"/>
                </a:cubicBezTo>
                <a:cubicBezTo>
                  <a:pt x="196" y="77"/>
                  <a:pt x="196" y="77"/>
                  <a:pt x="196" y="77"/>
                </a:cubicBezTo>
                <a:cubicBezTo>
                  <a:pt x="195" y="77"/>
                  <a:pt x="193" y="76"/>
                  <a:pt x="192" y="76"/>
                </a:cubicBezTo>
                <a:cubicBezTo>
                  <a:pt x="192" y="59"/>
                  <a:pt x="192" y="59"/>
                  <a:pt x="192" y="59"/>
                </a:cubicBezTo>
                <a:close/>
                <a:moveTo>
                  <a:pt x="196" y="740"/>
                </a:moveTo>
                <a:cubicBezTo>
                  <a:pt x="195" y="739"/>
                  <a:pt x="193" y="738"/>
                  <a:pt x="192" y="737"/>
                </a:cubicBezTo>
                <a:cubicBezTo>
                  <a:pt x="192" y="721"/>
                  <a:pt x="192" y="721"/>
                  <a:pt x="192" y="721"/>
                </a:cubicBezTo>
                <a:cubicBezTo>
                  <a:pt x="192" y="724"/>
                  <a:pt x="194" y="727"/>
                  <a:pt x="196" y="730"/>
                </a:cubicBezTo>
                <a:cubicBezTo>
                  <a:pt x="196" y="740"/>
                  <a:pt x="196" y="740"/>
                  <a:pt x="196" y="740"/>
                </a:cubicBezTo>
                <a:close/>
                <a:moveTo>
                  <a:pt x="196" y="96"/>
                </a:moveTo>
                <a:cubicBezTo>
                  <a:pt x="196" y="108"/>
                  <a:pt x="196" y="108"/>
                  <a:pt x="196" y="108"/>
                </a:cubicBezTo>
                <a:cubicBezTo>
                  <a:pt x="195" y="109"/>
                  <a:pt x="193" y="110"/>
                  <a:pt x="192" y="112"/>
                </a:cubicBezTo>
                <a:cubicBezTo>
                  <a:pt x="192" y="95"/>
                  <a:pt x="192" y="95"/>
                  <a:pt x="192" y="95"/>
                </a:cubicBezTo>
                <a:cubicBezTo>
                  <a:pt x="196" y="96"/>
                  <a:pt x="196" y="96"/>
                  <a:pt x="196" y="96"/>
                </a:cubicBezTo>
                <a:close/>
                <a:moveTo>
                  <a:pt x="196" y="156"/>
                </a:moveTo>
                <a:cubicBezTo>
                  <a:pt x="196" y="185"/>
                  <a:pt x="196" y="185"/>
                  <a:pt x="196" y="185"/>
                </a:cubicBezTo>
                <a:cubicBezTo>
                  <a:pt x="192" y="191"/>
                  <a:pt x="192" y="191"/>
                  <a:pt x="192" y="191"/>
                </a:cubicBezTo>
                <a:cubicBezTo>
                  <a:pt x="192" y="175"/>
                  <a:pt x="192" y="175"/>
                  <a:pt x="192" y="175"/>
                </a:cubicBezTo>
                <a:cubicBezTo>
                  <a:pt x="192" y="173"/>
                  <a:pt x="192" y="171"/>
                  <a:pt x="192" y="169"/>
                </a:cubicBezTo>
                <a:cubicBezTo>
                  <a:pt x="192" y="151"/>
                  <a:pt x="192" y="151"/>
                  <a:pt x="192" y="151"/>
                </a:cubicBezTo>
                <a:cubicBezTo>
                  <a:pt x="193" y="152"/>
                  <a:pt x="195" y="154"/>
                  <a:pt x="196" y="156"/>
                </a:cubicBezTo>
                <a:close/>
                <a:moveTo>
                  <a:pt x="196" y="187"/>
                </a:moveTo>
                <a:cubicBezTo>
                  <a:pt x="195" y="189"/>
                  <a:pt x="193" y="192"/>
                  <a:pt x="192" y="194"/>
                </a:cubicBezTo>
                <a:cubicBezTo>
                  <a:pt x="192" y="207"/>
                  <a:pt x="192" y="207"/>
                  <a:pt x="192" y="207"/>
                </a:cubicBezTo>
                <a:cubicBezTo>
                  <a:pt x="192" y="207"/>
                  <a:pt x="192" y="207"/>
                  <a:pt x="193" y="207"/>
                </a:cubicBezTo>
                <a:cubicBezTo>
                  <a:pt x="194" y="204"/>
                  <a:pt x="195" y="203"/>
                  <a:pt x="196" y="202"/>
                </a:cubicBezTo>
                <a:cubicBezTo>
                  <a:pt x="196" y="187"/>
                  <a:pt x="196" y="187"/>
                  <a:pt x="196" y="187"/>
                </a:cubicBezTo>
                <a:close/>
                <a:moveTo>
                  <a:pt x="196" y="209"/>
                </a:moveTo>
                <a:cubicBezTo>
                  <a:pt x="196" y="221"/>
                  <a:pt x="196" y="221"/>
                  <a:pt x="196" y="221"/>
                </a:cubicBezTo>
                <a:cubicBezTo>
                  <a:pt x="195" y="221"/>
                  <a:pt x="193" y="221"/>
                  <a:pt x="192" y="221"/>
                </a:cubicBezTo>
                <a:cubicBezTo>
                  <a:pt x="192" y="214"/>
                  <a:pt x="192" y="214"/>
                  <a:pt x="192" y="214"/>
                </a:cubicBezTo>
                <a:cubicBezTo>
                  <a:pt x="194" y="212"/>
                  <a:pt x="195" y="211"/>
                  <a:pt x="196" y="209"/>
                </a:cubicBezTo>
                <a:close/>
                <a:moveTo>
                  <a:pt x="196" y="274"/>
                </a:moveTo>
                <a:cubicBezTo>
                  <a:pt x="196" y="286"/>
                  <a:pt x="196" y="286"/>
                  <a:pt x="196" y="286"/>
                </a:cubicBezTo>
                <a:cubicBezTo>
                  <a:pt x="195" y="287"/>
                  <a:pt x="195" y="288"/>
                  <a:pt x="194" y="290"/>
                </a:cubicBezTo>
                <a:cubicBezTo>
                  <a:pt x="195" y="290"/>
                  <a:pt x="195" y="290"/>
                  <a:pt x="196" y="290"/>
                </a:cubicBezTo>
                <a:cubicBezTo>
                  <a:pt x="196" y="296"/>
                  <a:pt x="196" y="296"/>
                  <a:pt x="196" y="296"/>
                </a:cubicBezTo>
                <a:cubicBezTo>
                  <a:pt x="194" y="296"/>
                  <a:pt x="193" y="297"/>
                  <a:pt x="192" y="298"/>
                </a:cubicBezTo>
                <a:cubicBezTo>
                  <a:pt x="192" y="282"/>
                  <a:pt x="192" y="282"/>
                  <a:pt x="192" y="282"/>
                </a:cubicBezTo>
                <a:cubicBezTo>
                  <a:pt x="193" y="279"/>
                  <a:pt x="195" y="277"/>
                  <a:pt x="196" y="274"/>
                </a:cubicBezTo>
                <a:close/>
                <a:moveTo>
                  <a:pt x="196" y="307"/>
                </a:moveTo>
                <a:cubicBezTo>
                  <a:pt x="196" y="313"/>
                  <a:pt x="196" y="313"/>
                  <a:pt x="196" y="313"/>
                </a:cubicBezTo>
                <a:cubicBezTo>
                  <a:pt x="194" y="313"/>
                  <a:pt x="193" y="313"/>
                  <a:pt x="192" y="313"/>
                </a:cubicBezTo>
                <a:cubicBezTo>
                  <a:pt x="192" y="308"/>
                  <a:pt x="192" y="308"/>
                  <a:pt x="192" y="308"/>
                </a:cubicBezTo>
                <a:cubicBezTo>
                  <a:pt x="193" y="307"/>
                  <a:pt x="195" y="307"/>
                  <a:pt x="196" y="307"/>
                </a:cubicBezTo>
                <a:close/>
                <a:moveTo>
                  <a:pt x="196" y="321"/>
                </a:moveTo>
                <a:cubicBezTo>
                  <a:pt x="196" y="341"/>
                  <a:pt x="196" y="341"/>
                  <a:pt x="196" y="341"/>
                </a:cubicBezTo>
                <a:cubicBezTo>
                  <a:pt x="194" y="346"/>
                  <a:pt x="193" y="351"/>
                  <a:pt x="192" y="356"/>
                </a:cubicBezTo>
                <a:cubicBezTo>
                  <a:pt x="192" y="336"/>
                  <a:pt x="192" y="336"/>
                  <a:pt x="192" y="336"/>
                </a:cubicBezTo>
                <a:cubicBezTo>
                  <a:pt x="192" y="334"/>
                  <a:pt x="193" y="332"/>
                  <a:pt x="194" y="330"/>
                </a:cubicBezTo>
                <a:cubicBezTo>
                  <a:pt x="192" y="330"/>
                  <a:pt x="192" y="330"/>
                  <a:pt x="192" y="330"/>
                </a:cubicBezTo>
                <a:cubicBezTo>
                  <a:pt x="192" y="324"/>
                  <a:pt x="192" y="324"/>
                  <a:pt x="192" y="324"/>
                </a:cubicBezTo>
                <a:cubicBezTo>
                  <a:pt x="193" y="323"/>
                  <a:pt x="195" y="322"/>
                  <a:pt x="196" y="321"/>
                </a:cubicBezTo>
                <a:close/>
                <a:moveTo>
                  <a:pt x="196" y="390"/>
                </a:moveTo>
                <a:cubicBezTo>
                  <a:pt x="196" y="393"/>
                  <a:pt x="196" y="393"/>
                  <a:pt x="196" y="393"/>
                </a:cubicBezTo>
                <a:cubicBezTo>
                  <a:pt x="195" y="393"/>
                  <a:pt x="195" y="393"/>
                  <a:pt x="195" y="393"/>
                </a:cubicBezTo>
                <a:cubicBezTo>
                  <a:pt x="196" y="396"/>
                  <a:pt x="196" y="398"/>
                  <a:pt x="196" y="401"/>
                </a:cubicBezTo>
                <a:cubicBezTo>
                  <a:pt x="196" y="415"/>
                  <a:pt x="196" y="415"/>
                  <a:pt x="196" y="415"/>
                </a:cubicBezTo>
                <a:cubicBezTo>
                  <a:pt x="192" y="415"/>
                  <a:pt x="192" y="415"/>
                  <a:pt x="192" y="415"/>
                </a:cubicBezTo>
                <a:cubicBezTo>
                  <a:pt x="192" y="410"/>
                  <a:pt x="192" y="410"/>
                  <a:pt x="192" y="410"/>
                </a:cubicBezTo>
                <a:cubicBezTo>
                  <a:pt x="193" y="410"/>
                  <a:pt x="194" y="410"/>
                  <a:pt x="195" y="410"/>
                </a:cubicBezTo>
                <a:cubicBezTo>
                  <a:pt x="193" y="406"/>
                  <a:pt x="193" y="402"/>
                  <a:pt x="192" y="399"/>
                </a:cubicBezTo>
                <a:cubicBezTo>
                  <a:pt x="192" y="390"/>
                  <a:pt x="192" y="390"/>
                  <a:pt x="192" y="390"/>
                </a:cubicBezTo>
                <a:cubicBezTo>
                  <a:pt x="196" y="390"/>
                  <a:pt x="196" y="390"/>
                  <a:pt x="196" y="390"/>
                </a:cubicBezTo>
                <a:close/>
                <a:moveTo>
                  <a:pt x="196" y="465"/>
                </a:moveTo>
                <a:cubicBezTo>
                  <a:pt x="196" y="478"/>
                  <a:pt x="196" y="478"/>
                  <a:pt x="196" y="478"/>
                </a:cubicBezTo>
                <a:cubicBezTo>
                  <a:pt x="196" y="478"/>
                  <a:pt x="196" y="477"/>
                  <a:pt x="196" y="477"/>
                </a:cubicBezTo>
                <a:cubicBezTo>
                  <a:pt x="194" y="478"/>
                  <a:pt x="193" y="480"/>
                  <a:pt x="192" y="481"/>
                </a:cubicBezTo>
                <a:cubicBezTo>
                  <a:pt x="192" y="446"/>
                  <a:pt x="192" y="446"/>
                  <a:pt x="192" y="446"/>
                </a:cubicBezTo>
                <a:cubicBezTo>
                  <a:pt x="193" y="452"/>
                  <a:pt x="194" y="459"/>
                  <a:pt x="196" y="465"/>
                </a:cubicBezTo>
                <a:close/>
                <a:moveTo>
                  <a:pt x="196" y="492"/>
                </a:moveTo>
                <a:cubicBezTo>
                  <a:pt x="196" y="505"/>
                  <a:pt x="196" y="505"/>
                  <a:pt x="196" y="505"/>
                </a:cubicBezTo>
                <a:cubicBezTo>
                  <a:pt x="194" y="509"/>
                  <a:pt x="194" y="513"/>
                  <a:pt x="196" y="519"/>
                </a:cubicBezTo>
                <a:cubicBezTo>
                  <a:pt x="196" y="529"/>
                  <a:pt x="196" y="529"/>
                  <a:pt x="196" y="529"/>
                </a:cubicBezTo>
                <a:cubicBezTo>
                  <a:pt x="194" y="527"/>
                  <a:pt x="193" y="524"/>
                  <a:pt x="192" y="522"/>
                </a:cubicBezTo>
                <a:cubicBezTo>
                  <a:pt x="192" y="500"/>
                  <a:pt x="192" y="500"/>
                  <a:pt x="192" y="500"/>
                </a:cubicBezTo>
                <a:cubicBezTo>
                  <a:pt x="193" y="497"/>
                  <a:pt x="195" y="495"/>
                  <a:pt x="196" y="492"/>
                </a:cubicBezTo>
                <a:close/>
                <a:moveTo>
                  <a:pt x="196" y="604"/>
                </a:moveTo>
                <a:cubicBezTo>
                  <a:pt x="196" y="615"/>
                  <a:pt x="196" y="615"/>
                  <a:pt x="196" y="615"/>
                </a:cubicBezTo>
                <a:cubicBezTo>
                  <a:pt x="195" y="616"/>
                  <a:pt x="195" y="616"/>
                  <a:pt x="195" y="616"/>
                </a:cubicBezTo>
                <a:cubicBezTo>
                  <a:pt x="195" y="617"/>
                  <a:pt x="196" y="618"/>
                  <a:pt x="196" y="619"/>
                </a:cubicBezTo>
                <a:cubicBezTo>
                  <a:pt x="196" y="631"/>
                  <a:pt x="196" y="631"/>
                  <a:pt x="196" y="631"/>
                </a:cubicBezTo>
                <a:cubicBezTo>
                  <a:pt x="192" y="626"/>
                  <a:pt x="192" y="626"/>
                  <a:pt x="192" y="626"/>
                </a:cubicBezTo>
                <a:cubicBezTo>
                  <a:pt x="192" y="606"/>
                  <a:pt x="192" y="606"/>
                  <a:pt x="192" y="606"/>
                </a:cubicBezTo>
                <a:cubicBezTo>
                  <a:pt x="196" y="604"/>
                  <a:pt x="196" y="604"/>
                  <a:pt x="196" y="604"/>
                </a:cubicBezTo>
                <a:close/>
                <a:moveTo>
                  <a:pt x="196" y="633"/>
                </a:moveTo>
                <a:cubicBezTo>
                  <a:pt x="196" y="642"/>
                  <a:pt x="196" y="642"/>
                  <a:pt x="196" y="642"/>
                </a:cubicBezTo>
                <a:cubicBezTo>
                  <a:pt x="194" y="640"/>
                  <a:pt x="194" y="638"/>
                  <a:pt x="196" y="633"/>
                </a:cubicBezTo>
                <a:close/>
                <a:moveTo>
                  <a:pt x="196" y="687"/>
                </a:moveTo>
                <a:cubicBezTo>
                  <a:pt x="196" y="694"/>
                  <a:pt x="196" y="694"/>
                  <a:pt x="196" y="694"/>
                </a:cubicBezTo>
                <a:cubicBezTo>
                  <a:pt x="195" y="694"/>
                  <a:pt x="193" y="694"/>
                  <a:pt x="192" y="694"/>
                </a:cubicBezTo>
                <a:cubicBezTo>
                  <a:pt x="192" y="696"/>
                  <a:pt x="192" y="696"/>
                  <a:pt x="192" y="696"/>
                </a:cubicBezTo>
                <a:cubicBezTo>
                  <a:pt x="192" y="685"/>
                  <a:pt x="192" y="685"/>
                  <a:pt x="192" y="685"/>
                </a:cubicBezTo>
                <a:cubicBezTo>
                  <a:pt x="193" y="686"/>
                  <a:pt x="195" y="686"/>
                  <a:pt x="196" y="687"/>
                </a:cubicBezTo>
                <a:close/>
                <a:moveTo>
                  <a:pt x="192" y="588"/>
                </a:moveTo>
                <a:cubicBezTo>
                  <a:pt x="192" y="580"/>
                  <a:pt x="192" y="580"/>
                  <a:pt x="192" y="580"/>
                </a:cubicBezTo>
                <a:cubicBezTo>
                  <a:pt x="193" y="581"/>
                  <a:pt x="194" y="583"/>
                  <a:pt x="194" y="585"/>
                </a:cubicBezTo>
                <a:cubicBezTo>
                  <a:pt x="194" y="586"/>
                  <a:pt x="192" y="587"/>
                  <a:pt x="192" y="588"/>
                </a:cubicBezTo>
                <a:close/>
                <a:moveTo>
                  <a:pt x="189" y="61"/>
                </a:moveTo>
                <a:cubicBezTo>
                  <a:pt x="190" y="60"/>
                  <a:pt x="191" y="59"/>
                  <a:pt x="192" y="59"/>
                </a:cubicBezTo>
                <a:cubicBezTo>
                  <a:pt x="192" y="76"/>
                  <a:pt x="192" y="76"/>
                  <a:pt x="192" y="76"/>
                </a:cubicBezTo>
                <a:cubicBezTo>
                  <a:pt x="191" y="75"/>
                  <a:pt x="190" y="75"/>
                  <a:pt x="189" y="75"/>
                </a:cubicBezTo>
                <a:cubicBezTo>
                  <a:pt x="189" y="61"/>
                  <a:pt x="189" y="61"/>
                  <a:pt x="189" y="61"/>
                </a:cubicBezTo>
                <a:close/>
                <a:moveTo>
                  <a:pt x="192" y="737"/>
                </a:moveTo>
                <a:cubicBezTo>
                  <a:pt x="191" y="737"/>
                  <a:pt x="190" y="736"/>
                  <a:pt x="189" y="735"/>
                </a:cubicBezTo>
                <a:cubicBezTo>
                  <a:pt x="189" y="684"/>
                  <a:pt x="189" y="684"/>
                  <a:pt x="189" y="684"/>
                </a:cubicBezTo>
                <a:cubicBezTo>
                  <a:pt x="189" y="684"/>
                  <a:pt x="189" y="684"/>
                  <a:pt x="189" y="684"/>
                </a:cubicBezTo>
                <a:cubicBezTo>
                  <a:pt x="190" y="684"/>
                  <a:pt x="191" y="685"/>
                  <a:pt x="192" y="685"/>
                </a:cubicBezTo>
                <a:cubicBezTo>
                  <a:pt x="192" y="696"/>
                  <a:pt x="192" y="696"/>
                  <a:pt x="192" y="696"/>
                </a:cubicBezTo>
                <a:cubicBezTo>
                  <a:pt x="191" y="707"/>
                  <a:pt x="190" y="715"/>
                  <a:pt x="192" y="721"/>
                </a:cubicBezTo>
                <a:cubicBezTo>
                  <a:pt x="192" y="737"/>
                  <a:pt x="192" y="737"/>
                  <a:pt x="192" y="737"/>
                </a:cubicBezTo>
                <a:close/>
                <a:moveTo>
                  <a:pt x="192" y="95"/>
                </a:moveTo>
                <a:cubicBezTo>
                  <a:pt x="192" y="112"/>
                  <a:pt x="192" y="112"/>
                  <a:pt x="192" y="112"/>
                </a:cubicBezTo>
                <a:cubicBezTo>
                  <a:pt x="191" y="112"/>
                  <a:pt x="190" y="113"/>
                  <a:pt x="189" y="114"/>
                </a:cubicBezTo>
                <a:cubicBezTo>
                  <a:pt x="189" y="105"/>
                  <a:pt x="189" y="105"/>
                  <a:pt x="189" y="105"/>
                </a:cubicBezTo>
                <a:cubicBezTo>
                  <a:pt x="189" y="105"/>
                  <a:pt x="189" y="105"/>
                  <a:pt x="189" y="105"/>
                </a:cubicBezTo>
                <a:cubicBezTo>
                  <a:pt x="189" y="104"/>
                  <a:pt x="189" y="104"/>
                  <a:pt x="189" y="104"/>
                </a:cubicBezTo>
                <a:cubicBezTo>
                  <a:pt x="189" y="94"/>
                  <a:pt x="189" y="94"/>
                  <a:pt x="189" y="94"/>
                </a:cubicBezTo>
                <a:cubicBezTo>
                  <a:pt x="192" y="95"/>
                  <a:pt x="192" y="95"/>
                  <a:pt x="192" y="95"/>
                </a:cubicBezTo>
                <a:close/>
                <a:moveTo>
                  <a:pt x="192" y="151"/>
                </a:moveTo>
                <a:cubicBezTo>
                  <a:pt x="192" y="169"/>
                  <a:pt x="192" y="169"/>
                  <a:pt x="192" y="169"/>
                </a:cubicBezTo>
                <a:cubicBezTo>
                  <a:pt x="191" y="168"/>
                  <a:pt x="191" y="167"/>
                  <a:pt x="191" y="166"/>
                </a:cubicBezTo>
                <a:cubicBezTo>
                  <a:pt x="189" y="166"/>
                  <a:pt x="189" y="166"/>
                  <a:pt x="189" y="166"/>
                </a:cubicBezTo>
                <a:cubicBezTo>
                  <a:pt x="189" y="147"/>
                  <a:pt x="189" y="147"/>
                  <a:pt x="189" y="147"/>
                </a:cubicBezTo>
                <a:cubicBezTo>
                  <a:pt x="190" y="148"/>
                  <a:pt x="191" y="150"/>
                  <a:pt x="192" y="151"/>
                </a:cubicBezTo>
                <a:close/>
                <a:moveTo>
                  <a:pt x="192" y="175"/>
                </a:moveTo>
                <a:cubicBezTo>
                  <a:pt x="192" y="191"/>
                  <a:pt x="192" y="191"/>
                  <a:pt x="192" y="191"/>
                </a:cubicBezTo>
                <a:cubicBezTo>
                  <a:pt x="190" y="194"/>
                  <a:pt x="190" y="194"/>
                  <a:pt x="190" y="194"/>
                </a:cubicBezTo>
                <a:cubicBezTo>
                  <a:pt x="190" y="194"/>
                  <a:pt x="191" y="194"/>
                  <a:pt x="192" y="194"/>
                </a:cubicBezTo>
                <a:cubicBezTo>
                  <a:pt x="192" y="194"/>
                  <a:pt x="192" y="194"/>
                  <a:pt x="192" y="194"/>
                </a:cubicBezTo>
                <a:cubicBezTo>
                  <a:pt x="192" y="207"/>
                  <a:pt x="192" y="207"/>
                  <a:pt x="192" y="207"/>
                </a:cubicBezTo>
                <a:cubicBezTo>
                  <a:pt x="191" y="207"/>
                  <a:pt x="190" y="207"/>
                  <a:pt x="189" y="207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90" y="177"/>
                  <a:pt x="191" y="176"/>
                  <a:pt x="192" y="175"/>
                </a:cubicBezTo>
                <a:close/>
                <a:moveTo>
                  <a:pt x="192" y="214"/>
                </a:moveTo>
                <a:cubicBezTo>
                  <a:pt x="192" y="221"/>
                  <a:pt x="192" y="221"/>
                  <a:pt x="192" y="221"/>
                </a:cubicBezTo>
                <a:cubicBezTo>
                  <a:pt x="192" y="221"/>
                  <a:pt x="192" y="221"/>
                  <a:pt x="192" y="221"/>
                </a:cubicBezTo>
                <a:cubicBezTo>
                  <a:pt x="190" y="220"/>
                  <a:pt x="190" y="220"/>
                  <a:pt x="190" y="216"/>
                </a:cubicBezTo>
                <a:cubicBezTo>
                  <a:pt x="190" y="215"/>
                  <a:pt x="191" y="214"/>
                  <a:pt x="192" y="214"/>
                </a:cubicBezTo>
                <a:close/>
                <a:moveTo>
                  <a:pt x="192" y="282"/>
                </a:moveTo>
                <a:cubicBezTo>
                  <a:pt x="192" y="298"/>
                  <a:pt x="192" y="298"/>
                  <a:pt x="192" y="298"/>
                </a:cubicBezTo>
                <a:cubicBezTo>
                  <a:pt x="191" y="298"/>
                  <a:pt x="190" y="299"/>
                  <a:pt x="189" y="300"/>
                </a:cubicBezTo>
                <a:cubicBezTo>
                  <a:pt x="189" y="286"/>
                  <a:pt x="189" y="286"/>
                  <a:pt x="189" y="286"/>
                </a:cubicBezTo>
                <a:cubicBezTo>
                  <a:pt x="190" y="285"/>
                  <a:pt x="191" y="283"/>
                  <a:pt x="192" y="282"/>
                </a:cubicBezTo>
                <a:close/>
                <a:moveTo>
                  <a:pt x="192" y="308"/>
                </a:moveTo>
                <a:cubicBezTo>
                  <a:pt x="192" y="313"/>
                  <a:pt x="192" y="313"/>
                  <a:pt x="192" y="313"/>
                </a:cubicBezTo>
                <a:cubicBezTo>
                  <a:pt x="191" y="313"/>
                  <a:pt x="190" y="314"/>
                  <a:pt x="189" y="314"/>
                </a:cubicBezTo>
                <a:cubicBezTo>
                  <a:pt x="189" y="308"/>
                  <a:pt x="189" y="308"/>
                  <a:pt x="189" y="308"/>
                </a:cubicBezTo>
                <a:cubicBezTo>
                  <a:pt x="192" y="308"/>
                  <a:pt x="192" y="308"/>
                  <a:pt x="192" y="308"/>
                </a:cubicBezTo>
                <a:close/>
                <a:moveTo>
                  <a:pt x="192" y="324"/>
                </a:moveTo>
                <a:cubicBezTo>
                  <a:pt x="192" y="330"/>
                  <a:pt x="192" y="330"/>
                  <a:pt x="192" y="330"/>
                </a:cubicBezTo>
                <a:cubicBezTo>
                  <a:pt x="189" y="331"/>
                  <a:pt x="189" y="331"/>
                  <a:pt x="189" y="331"/>
                </a:cubicBezTo>
                <a:cubicBezTo>
                  <a:pt x="189" y="325"/>
                  <a:pt x="189" y="325"/>
                  <a:pt x="189" y="325"/>
                </a:cubicBezTo>
                <a:cubicBezTo>
                  <a:pt x="190" y="325"/>
                  <a:pt x="191" y="324"/>
                  <a:pt x="192" y="324"/>
                </a:cubicBezTo>
                <a:close/>
                <a:moveTo>
                  <a:pt x="192" y="336"/>
                </a:moveTo>
                <a:cubicBezTo>
                  <a:pt x="192" y="356"/>
                  <a:pt x="192" y="356"/>
                  <a:pt x="192" y="356"/>
                </a:cubicBezTo>
                <a:cubicBezTo>
                  <a:pt x="190" y="360"/>
                  <a:pt x="190" y="364"/>
                  <a:pt x="189" y="369"/>
                </a:cubicBezTo>
                <a:cubicBezTo>
                  <a:pt x="189" y="348"/>
                  <a:pt x="189" y="348"/>
                  <a:pt x="189" y="348"/>
                </a:cubicBezTo>
                <a:cubicBezTo>
                  <a:pt x="189" y="347"/>
                  <a:pt x="189" y="347"/>
                  <a:pt x="189" y="347"/>
                </a:cubicBezTo>
                <a:cubicBezTo>
                  <a:pt x="189" y="348"/>
                  <a:pt x="189" y="348"/>
                  <a:pt x="189" y="348"/>
                </a:cubicBezTo>
                <a:cubicBezTo>
                  <a:pt x="189" y="340"/>
                  <a:pt x="189" y="340"/>
                  <a:pt x="189" y="340"/>
                </a:cubicBezTo>
                <a:cubicBezTo>
                  <a:pt x="190" y="338"/>
                  <a:pt x="191" y="337"/>
                  <a:pt x="192" y="336"/>
                </a:cubicBezTo>
                <a:close/>
                <a:moveTo>
                  <a:pt x="192" y="390"/>
                </a:moveTo>
                <a:cubicBezTo>
                  <a:pt x="192" y="399"/>
                  <a:pt x="192" y="399"/>
                  <a:pt x="192" y="399"/>
                </a:cubicBezTo>
                <a:cubicBezTo>
                  <a:pt x="191" y="397"/>
                  <a:pt x="190" y="396"/>
                  <a:pt x="189" y="394"/>
                </a:cubicBezTo>
                <a:cubicBezTo>
                  <a:pt x="189" y="389"/>
                  <a:pt x="189" y="389"/>
                  <a:pt x="189" y="389"/>
                </a:cubicBezTo>
                <a:cubicBezTo>
                  <a:pt x="189" y="390"/>
                  <a:pt x="189" y="390"/>
                  <a:pt x="189" y="390"/>
                </a:cubicBezTo>
                <a:cubicBezTo>
                  <a:pt x="192" y="390"/>
                  <a:pt x="192" y="390"/>
                  <a:pt x="192" y="390"/>
                </a:cubicBezTo>
                <a:close/>
                <a:moveTo>
                  <a:pt x="192" y="410"/>
                </a:moveTo>
                <a:cubicBezTo>
                  <a:pt x="192" y="415"/>
                  <a:pt x="192" y="415"/>
                  <a:pt x="192" y="415"/>
                </a:cubicBezTo>
                <a:cubicBezTo>
                  <a:pt x="189" y="415"/>
                  <a:pt x="189" y="415"/>
                  <a:pt x="189" y="415"/>
                </a:cubicBezTo>
                <a:cubicBezTo>
                  <a:pt x="189" y="411"/>
                  <a:pt x="189" y="411"/>
                  <a:pt x="189" y="411"/>
                </a:cubicBezTo>
                <a:cubicBezTo>
                  <a:pt x="190" y="411"/>
                  <a:pt x="191" y="411"/>
                  <a:pt x="192" y="410"/>
                </a:cubicBezTo>
                <a:close/>
                <a:moveTo>
                  <a:pt x="192" y="446"/>
                </a:moveTo>
                <a:cubicBezTo>
                  <a:pt x="192" y="481"/>
                  <a:pt x="192" y="481"/>
                  <a:pt x="192" y="481"/>
                </a:cubicBezTo>
                <a:cubicBezTo>
                  <a:pt x="191" y="482"/>
                  <a:pt x="190" y="483"/>
                  <a:pt x="189" y="484"/>
                </a:cubicBezTo>
                <a:cubicBezTo>
                  <a:pt x="189" y="475"/>
                  <a:pt x="189" y="475"/>
                  <a:pt x="189" y="475"/>
                </a:cubicBezTo>
                <a:cubicBezTo>
                  <a:pt x="192" y="471"/>
                  <a:pt x="192" y="467"/>
                  <a:pt x="190" y="459"/>
                </a:cubicBezTo>
                <a:cubicBezTo>
                  <a:pt x="189" y="460"/>
                  <a:pt x="189" y="460"/>
                  <a:pt x="189" y="460"/>
                </a:cubicBezTo>
                <a:cubicBezTo>
                  <a:pt x="189" y="428"/>
                  <a:pt x="189" y="428"/>
                  <a:pt x="189" y="428"/>
                </a:cubicBezTo>
                <a:cubicBezTo>
                  <a:pt x="190" y="434"/>
                  <a:pt x="191" y="440"/>
                  <a:pt x="192" y="446"/>
                </a:cubicBezTo>
                <a:close/>
                <a:moveTo>
                  <a:pt x="192" y="500"/>
                </a:moveTo>
                <a:cubicBezTo>
                  <a:pt x="192" y="522"/>
                  <a:pt x="192" y="522"/>
                  <a:pt x="192" y="522"/>
                </a:cubicBezTo>
                <a:cubicBezTo>
                  <a:pt x="191" y="520"/>
                  <a:pt x="190" y="518"/>
                  <a:pt x="189" y="516"/>
                </a:cubicBezTo>
                <a:cubicBezTo>
                  <a:pt x="189" y="504"/>
                  <a:pt x="189" y="504"/>
                  <a:pt x="189" y="504"/>
                </a:cubicBezTo>
                <a:cubicBezTo>
                  <a:pt x="190" y="502"/>
                  <a:pt x="191" y="501"/>
                  <a:pt x="192" y="500"/>
                </a:cubicBezTo>
                <a:close/>
                <a:moveTo>
                  <a:pt x="192" y="580"/>
                </a:moveTo>
                <a:cubicBezTo>
                  <a:pt x="192" y="588"/>
                  <a:pt x="192" y="588"/>
                  <a:pt x="192" y="588"/>
                </a:cubicBezTo>
                <a:cubicBezTo>
                  <a:pt x="191" y="588"/>
                  <a:pt x="190" y="589"/>
                  <a:pt x="189" y="590"/>
                </a:cubicBezTo>
                <a:cubicBezTo>
                  <a:pt x="189" y="577"/>
                  <a:pt x="189" y="577"/>
                  <a:pt x="189" y="577"/>
                </a:cubicBezTo>
                <a:cubicBezTo>
                  <a:pt x="190" y="578"/>
                  <a:pt x="191" y="579"/>
                  <a:pt x="192" y="580"/>
                </a:cubicBezTo>
                <a:close/>
                <a:moveTo>
                  <a:pt x="192" y="606"/>
                </a:moveTo>
                <a:cubicBezTo>
                  <a:pt x="192" y="626"/>
                  <a:pt x="192" y="626"/>
                  <a:pt x="192" y="626"/>
                </a:cubicBezTo>
                <a:cubicBezTo>
                  <a:pt x="189" y="624"/>
                  <a:pt x="189" y="624"/>
                  <a:pt x="189" y="624"/>
                </a:cubicBezTo>
                <a:cubicBezTo>
                  <a:pt x="189" y="607"/>
                  <a:pt x="189" y="607"/>
                  <a:pt x="189" y="607"/>
                </a:cubicBezTo>
                <a:cubicBezTo>
                  <a:pt x="192" y="606"/>
                  <a:pt x="192" y="606"/>
                  <a:pt x="192" y="606"/>
                </a:cubicBezTo>
                <a:close/>
                <a:moveTo>
                  <a:pt x="189" y="235"/>
                </a:moveTo>
                <a:cubicBezTo>
                  <a:pt x="189" y="229"/>
                  <a:pt x="189" y="229"/>
                  <a:pt x="189" y="229"/>
                </a:cubicBezTo>
                <a:cubicBezTo>
                  <a:pt x="190" y="231"/>
                  <a:pt x="190" y="233"/>
                  <a:pt x="190" y="235"/>
                </a:cubicBezTo>
                <a:cubicBezTo>
                  <a:pt x="190" y="235"/>
                  <a:pt x="189" y="235"/>
                  <a:pt x="189" y="235"/>
                </a:cubicBezTo>
                <a:close/>
                <a:moveTo>
                  <a:pt x="189" y="178"/>
                </a:move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6"/>
                  <a:pt x="189" y="173"/>
                  <a:pt x="189" y="171"/>
                </a:cubicBezTo>
                <a:cubicBezTo>
                  <a:pt x="189" y="171"/>
                  <a:pt x="189" y="171"/>
                  <a:pt x="189" y="171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7" y="62"/>
                </a:moveTo>
                <a:cubicBezTo>
                  <a:pt x="188" y="62"/>
                  <a:pt x="188" y="61"/>
                  <a:pt x="189" y="61"/>
                </a:cubicBezTo>
                <a:cubicBezTo>
                  <a:pt x="189" y="75"/>
                  <a:pt x="189" y="75"/>
                  <a:pt x="189" y="75"/>
                </a:cubicBezTo>
                <a:cubicBezTo>
                  <a:pt x="188" y="75"/>
                  <a:pt x="188" y="75"/>
                  <a:pt x="187" y="74"/>
                </a:cubicBezTo>
                <a:cubicBezTo>
                  <a:pt x="187" y="62"/>
                  <a:pt x="187" y="62"/>
                  <a:pt x="187" y="62"/>
                </a:cubicBezTo>
                <a:close/>
                <a:moveTo>
                  <a:pt x="189" y="735"/>
                </a:moveTo>
                <a:cubicBezTo>
                  <a:pt x="188" y="734"/>
                  <a:pt x="188" y="734"/>
                  <a:pt x="187" y="733"/>
                </a:cubicBezTo>
                <a:cubicBezTo>
                  <a:pt x="187" y="681"/>
                  <a:pt x="187" y="681"/>
                  <a:pt x="187" y="681"/>
                </a:cubicBezTo>
                <a:cubicBezTo>
                  <a:pt x="188" y="682"/>
                  <a:pt x="188" y="683"/>
                  <a:pt x="189" y="684"/>
                </a:cubicBezTo>
                <a:cubicBezTo>
                  <a:pt x="189" y="735"/>
                  <a:pt x="189" y="735"/>
                  <a:pt x="189" y="735"/>
                </a:cubicBezTo>
                <a:close/>
                <a:moveTo>
                  <a:pt x="189" y="94"/>
                </a:moveTo>
                <a:cubicBezTo>
                  <a:pt x="189" y="104"/>
                  <a:pt x="189" y="104"/>
                  <a:pt x="189" y="104"/>
                </a:cubicBezTo>
                <a:cubicBezTo>
                  <a:pt x="189" y="104"/>
                  <a:pt x="188" y="104"/>
                  <a:pt x="187" y="103"/>
                </a:cubicBezTo>
                <a:cubicBezTo>
                  <a:pt x="187" y="93"/>
                  <a:pt x="187" y="93"/>
                  <a:pt x="187" y="93"/>
                </a:cubicBezTo>
                <a:cubicBezTo>
                  <a:pt x="189" y="94"/>
                  <a:pt x="189" y="94"/>
                  <a:pt x="189" y="94"/>
                </a:cubicBezTo>
                <a:close/>
                <a:moveTo>
                  <a:pt x="189" y="105"/>
                </a:moveTo>
                <a:cubicBezTo>
                  <a:pt x="189" y="114"/>
                  <a:pt x="189" y="114"/>
                  <a:pt x="189" y="114"/>
                </a:cubicBezTo>
                <a:cubicBezTo>
                  <a:pt x="188" y="114"/>
                  <a:pt x="188" y="115"/>
                  <a:pt x="187" y="115"/>
                </a:cubicBezTo>
                <a:cubicBezTo>
                  <a:pt x="187" y="106"/>
                  <a:pt x="187" y="106"/>
                  <a:pt x="187" y="106"/>
                </a:cubicBezTo>
                <a:cubicBezTo>
                  <a:pt x="188" y="106"/>
                  <a:pt x="188" y="105"/>
                  <a:pt x="189" y="105"/>
                </a:cubicBezTo>
                <a:close/>
                <a:moveTo>
                  <a:pt x="189" y="147"/>
                </a:moveTo>
                <a:cubicBezTo>
                  <a:pt x="189" y="166"/>
                  <a:pt x="189" y="166"/>
                  <a:pt x="189" y="166"/>
                </a:cubicBezTo>
                <a:cubicBezTo>
                  <a:pt x="188" y="165"/>
                  <a:pt x="188" y="165"/>
                  <a:pt x="187" y="165"/>
                </a:cubicBezTo>
                <a:cubicBezTo>
                  <a:pt x="187" y="145"/>
                  <a:pt x="187" y="145"/>
                  <a:pt x="187" y="145"/>
                </a:cubicBezTo>
                <a:cubicBezTo>
                  <a:pt x="188" y="145"/>
                  <a:pt x="188" y="145"/>
                  <a:pt x="188" y="145"/>
                </a:cubicBezTo>
                <a:cubicBezTo>
                  <a:pt x="188" y="146"/>
                  <a:pt x="189" y="147"/>
                  <a:pt x="189" y="147"/>
                </a:cubicBezTo>
                <a:close/>
                <a:moveTo>
                  <a:pt x="189" y="171"/>
                </a:moveTo>
                <a:cubicBezTo>
                  <a:pt x="189" y="178"/>
                  <a:pt x="189" y="178"/>
                  <a:pt x="189" y="178"/>
                </a:cubicBezTo>
                <a:cubicBezTo>
                  <a:pt x="188" y="178"/>
                  <a:pt x="188" y="178"/>
                  <a:pt x="187" y="178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9" y="171"/>
                  <a:pt x="189" y="171"/>
                  <a:pt x="189" y="171"/>
                </a:cubicBezTo>
                <a:close/>
                <a:moveTo>
                  <a:pt x="189" y="178"/>
                </a:moveTo>
                <a:cubicBezTo>
                  <a:pt x="188" y="178"/>
                  <a:pt x="188" y="178"/>
                  <a:pt x="187" y="178"/>
                </a:cubicBezTo>
                <a:cubicBezTo>
                  <a:pt x="187" y="181"/>
                  <a:pt x="187" y="181"/>
                  <a:pt x="187" y="181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9" y="178"/>
                </a:moveTo>
                <a:cubicBezTo>
                  <a:pt x="187" y="181"/>
                  <a:pt x="187" y="181"/>
                  <a:pt x="187" y="181"/>
                </a:cubicBezTo>
                <a:cubicBezTo>
                  <a:pt x="187" y="207"/>
                  <a:pt x="187" y="207"/>
                  <a:pt x="187" y="207"/>
                </a:cubicBezTo>
                <a:cubicBezTo>
                  <a:pt x="188" y="207"/>
                  <a:pt x="188" y="207"/>
                  <a:pt x="189" y="207"/>
                </a:cubicBezTo>
                <a:cubicBezTo>
                  <a:pt x="189" y="178"/>
                  <a:pt x="189" y="178"/>
                  <a:pt x="189" y="178"/>
                </a:cubicBezTo>
                <a:close/>
                <a:moveTo>
                  <a:pt x="189" y="229"/>
                </a:moveTo>
                <a:cubicBezTo>
                  <a:pt x="189" y="235"/>
                  <a:pt x="189" y="235"/>
                  <a:pt x="189" y="235"/>
                </a:cubicBezTo>
                <a:cubicBezTo>
                  <a:pt x="188" y="236"/>
                  <a:pt x="188" y="236"/>
                  <a:pt x="187" y="236"/>
                </a:cubicBezTo>
                <a:cubicBezTo>
                  <a:pt x="187" y="225"/>
                  <a:pt x="187" y="225"/>
                  <a:pt x="187" y="225"/>
                </a:cubicBezTo>
                <a:cubicBezTo>
                  <a:pt x="188" y="226"/>
                  <a:pt x="188" y="228"/>
                  <a:pt x="189" y="229"/>
                </a:cubicBezTo>
                <a:close/>
                <a:moveTo>
                  <a:pt x="189" y="286"/>
                </a:moveTo>
                <a:cubicBezTo>
                  <a:pt x="189" y="300"/>
                  <a:pt x="189" y="300"/>
                  <a:pt x="189" y="300"/>
                </a:cubicBezTo>
                <a:cubicBezTo>
                  <a:pt x="188" y="300"/>
                  <a:pt x="188" y="301"/>
                  <a:pt x="187" y="303"/>
                </a:cubicBezTo>
                <a:cubicBezTo>
                  <a:pt x="187" y="290"/>
                  <a:pt x="187" y="290"/>
                  <a:pt x="187" y="290"/>
                </a:cubicBezTo>
                <a:cubicBezTo>
                  <a:pt x="188" y="289"/>
                  <a:pt x="188" y="288"/>
                  <a:pt x="189" y="286"/>
                </a:cubicBezTo>
                <a:close/>
                <a:moveTo>
                  <a:pt x="189" y="308"/>
                </a:moveTo>
                <a:cubicBezTo>
                  <a:pt x="189" y="314"/>
                  <a:pt x="189" y="314"/>
                  <a:pt x="189" y="314"/>
                </a:cubicBezTo>
                <a:cubicBezTo>
                  <a:pt x="188" y="314"/>
                  <a:pt x="188" y="314"/>
                  <a:pt x="187" y="314"/>
                </a:cubicBezTo>
                <a:cubicBezTo>
                  <a:pt x="187" y="308"/>
                  <a:pt x="187" y="308"/>
                  <a:pt x="187" y="308"/>
                </a:cubicBezTo>
                <a:cubicBezTo>
                  <a:pt x="188" y="308"/>
                  <a:pt x="188" y="308"/>
                  <a:pt x="189" y="308"/>
                </a:cubicBezTo>
                <a:close/>
                <a:moveTo>
                  <a:pt x="189" y="325"/>
                </a:moveTo>
                <a:cubicBezTo>
                  <a:pt x="189" y="331"/>
                  <a:pt x="189" y="331"/>
                  <a:pt x="189" y="331"/>
                </a:cubicBezTo>
                <a:cubicBezTo>
                  <a:pt x="188" y="331"/>
                  <a:pt x="188" y="331"/>
                  <a:pt x="187" y="331"/>
                </a:cubicBezTo>
                <a:cubicBezTo>
                  <a:pt x="187" y="326"/>
                  <a:pt x="187" y="326"/>
                  <a:pt x="187" y="326"/>
                </a:cubicBezTo>
                <a:cubicBezTo>
                  <a:pt x="188" y="325"/>
                  <a:pt x="188" y="325"/>
                  <a:pt x="189" y="325"/>
                </a:cubicBezTo>
                <a:close/>
                <a:moveTo>
                  <a:pt x="189" y="340"/>
                </a:moveTo>
                <a:cubicBezTo>
                  <a:pt x="189" y="348"/>
                  <a:pt x="189" y="348"/>
                  <a:pt x="189" y="348"/>
                </a:cubicBezTo>
                <a:cubicBezTo>
                  <a:pt x="188" y="348"/>
                  <a:pt x="188" y="348"/>
                  <a:pt x="187" y="348"/>
                </a:cubicBezTo>
                <a:cubicBezTo>
                  <a:pt x="187" y="341"/>
                  <a:pt x="187" y="341"/>
                  <a:pt x="187" y="341"/>
                </a:cubicBezTo>
                <a:cubicBezTo>
                  <a:pt x="188" y="341"/>
                  <a:pt x="188" y="340"/>
                  <a:pt x="189" y="340"/>
                </a:cubicBezTo>
                <a:close/>
                <a:moveTo>
                  <a:pt x="189" y="348"/>
                </a:moveTo>
                <a:cubicBezTo>
                  <a:pt x="188" y="350"/>
                  <a:pt x="188" y="353"/>
                  <a:pt x="187" y="355"/>
                </a:cubicBezTo>
                <a:cubicBezTo>
                  <a:pt x="187" y="396"/>
                  <a:pt x="187" y="396"/>
                  <a:pt x="187" y="396"/>
                </a:cubicBezTo>
                <a:cubicBezTo>
                  <a:pt x="187" y="395"/>
                  <a:pt x="188" y="394"/>
                  <a:pt x="189" y="393"/>
                </a:cubicBezTo>
                <a:cubicBezTo>
                  <a:pt x="189" y="394"/>
                  <a:pt x="189" y="394"/>
                  <a:pt x="189" y="394"/>
                </a:cubicBezTo>
                <a:cubicBezTo>
                  <a:pt x="189" y="389"/>
                  <a:pt x="189" y="389"/>
                  <a:pt x="189" y="389"/>
                </a:cubicBezTo>
                <a:cubicBezTo>
                  <a:pt x="188" y="382"/>
                  <a:pt x="188" y="376"/>
                  <a:pt x="189" y="369"/>
                </a:cubicBezTo>
                <a:cubicBezTo>
                  <a:pt x="189" y="348"/>
                  <a:pt x="189" y="348"/>
                  <a:pt x="189" y="348"/>
                </a:cubicBezTo>
                <a:close/>
                <a:moveTo>
                  <a:pt x="189" y="411"/>
                </a:moveTo>
                <a:cubicBezTo>
                  <a:pt x="189" y="415"/>
                  <a:pt x="189" y="415"/>
                  <a:pt x="189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05"/>
                  <a:pt x="187" y="405"/>
                  <a:pt x="187" y="405"/>
                </a:cubicBezTo>
                <a:cubicBezTo>
                  <a:pt x="187" y="407"/>
                  <a:pt x="188" y="409"/>
                  <a:pt x="188" y="411"/>
                </a:cubicBezTo>
                <a:cubicBezTo>
                  <a:pt x="189" y="411"/>
                  <a:pt x="189" y="411"/>
                  <a:pt x="189" y="411"/>
                </a:cubicBezTo>
                <a:close/>
                <a:moveTo>
                  <a:pt x="189" y="428"/>
                </a:moveTo>
                <a:cubicBezTo>
                  <a:pt x="189" y="460"/>
                  <a:pt x="189" y="460"/>
                  <a:pt x="189" y="460"/>
                </a:cubicBezTo>
                <a:cubicBezTo>
                  <a:pt x="188" y="461"/>
                  <a:pt x="188" y="461"/>
                  <a:pt x="187" y="462"/>
                </a:cubicBezTo>
                <a:cubicBezTo>
                  <a:pt x="187" y="449"/>
                  <a:pt x="187" y="449"/>
                  <a:pt x="187" y="449"/>
                </a:cubicBezTo>
                <a:cubicBezTo>
                  <a:pt x="187" y="448"/>
                  <a:pt x="187" y="447"/>
                  <a:pt x="187" y="446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8" y="419"/>
                  <a:pt x="188" y="424"/>
                  <a:pt x="189" y="428"/>
                </a:cubicBezTo>
                <a:close/>
                <a:moveTo>
                  <a:pt x="189" y="475"/>
                </a:moveTo>
                <a:cubicBezTo>
                  <a:pt x="189" y="484"/>
                  <a:pt x="189" y="484"/>
                  <a:pt x="189" y="484"/>
                </a:cubicBezTo>
                <a:cubicBezTo>
                  <a:pt x="188" y="485"/>
                  <a:pt x="188" y="487"/>
                  <a:pt x="187" y="488"/>
                </a:cubicBezTo>
                <a:cubicBezTo>
                  <a:pt x="187" y="478"/>
                  <a:pt x="187" y="478"/>
                  <a:pt x="187" y="478"/>
                </a:cubicBezTo>
                <a:cubicBezTo>
                  <a:pt x="188" y="477"/>
                  <a:pt x="188" y="476"/>
                  <a:pt x="189" y="475"/>
                </a:cubicBezTo>
                <a:close/>
                <a:moveTo>
                  <a:pt x="189" y="504"/>
                </a:moveTo>
                <a:cubicBezTo>
                  <a:pt x="189" y="516"/>
                  <a:pt x="189" y="516"/>
                  <a:pt x="189" y="516"/>
                </a:cubicBezTo>
                <a:cubicBezTo>
                  <a:pt x="188" y="514"/>
                  <a:pt x="188" y="513"/>
                  <a:pt x="187" y="511"/>
                </a:cubicBezTo>
                <a:cubicBezTo>
                  <a:pt x="187" y="510"/>
                  <a:pt x="187" y="510"/>
                  <a:pt x="187" y="510"/>
                </a:cubicBezTo>
                <a:cubicBezTo>
                  <a:pt x="187" y="502"/>
                  <a:pt x="187" y="502"/>
                  <a:pt x="187" y="502"/>
                </a:cubicBezTo>
                <a:cubicBezTo>
                  <a:pt x="187" y="503"/>
                  <a:pt x="188" y="504"/>
                  <a:pt x="188" y="505"/>
                </a:cubicBezTo>
                <a:cubicBezTo>
                  <a:pt x="188" y="505"/>
                  <a:pt x="189" y="504"/>
                  <a:pt x="189" y="504"/>
                </a:cubicBezTo>
                <a:close/>
                <a:moveTo>
                  <a:pt x="189" y="577"/>
                </a:moveTo>
                <a:cubicBezTo>
                  <a:pt x="189" y="590"/>
                  <a:pt x="189" y="590"/>
                  <a:pt x="189" y="590"/>
                </a:cubicBezTo>
                <a:cubicBezTo>
                  <a:pt x="187" y="592"/>
                  <a:pt x="187" y="592"/>
                  <a:pt x="187" y="592"/>
                </a:cubicBezTo>
                <a:cubicBezTo>
                  <a:pt x="187" y="578"/>
                  <a:pt x="187" y="578"/>
                  <a:pt x="187" y="578"/>
                </a:cubicBezTo>
                <a:cubicBezTo>
                  <a:pt x="189" y="576"/>
                  <a:pt x="189" y="576"/>
                  <a:pt x="189" y="576"/>
                </a:cubicBezTo>
                <a:cubicBezTo>
                  <a:pt x="189" y="577"/>
                  <a:pt x="189" y="577"/>
                  <a:pt x="189" y="577"/>
                </a:cubicBezTo>
                <a:close/>
                <a:moveTo>
                  <a:pt x="189" y="607"/>
                </a:moveTo>
                <a:cubicBezTo>
                  <a:pt x="189" y="624"/>
                  <a:pt x="189" y="624"/>
                  <a:pt x="189" y="624"/>
                </a:cubicBezTo>
                <a:cubicBezTo>
                  <a:pt x="187" y="622"/>
                  <a:pt x="187" y="622"/>
                  <a:pt x="187" y="622"/>
                </a:cubicBezTo>
                <a:cubicBezTo>
                  <a:pt x="187" y="609"/>
                  <a:pt x="187" y="609"/>
                  <a:pt x="187" y="609"/>
                </a:cubicBezTo>
                <a:lnTo>
                  <a:pt x="189" y="607"/>
                </a:lnTo>
                <a:close/>
                <a:moveTo>
                  <a:pt x="185" y="64"/>
                </a:moveTo>
                <a:cubicBezTo>
                  <a:pt x="186" y="64"/>
                  <a:pt x="186" y="63"/>
                  <a:pt x="187" y="62"/>
                </a:cubicBezTo>
                <a:cubicBezTo>
                  <a:pt x="187" y="74"/>
                  <a:pt x="187" y="74"/>
                  <a:pt x="187" y="74"/>
                </a:cubicBezTo>
                <a:cubicBezTo>
                  <a:pt x="186" y="74"/>
                  <a:pt x="185" y="74"/>
                  <a:pt x="185" y="74"/>
                </a:cubicBezTo>
                <a:cubicBezTo>
                  <a:pt x="185" y="64"/>
                  <a:pt x="185" y="64"/>
                  <a:pt x="185" y="64"/>
                </a:cubicBezTo>
                <a:close/>
                <a:moveTo>
                  <a:pt x="187" y="733"/>
                </a:moveTo>
                <a:cubicBezTo>
                  <a:pt x="187" y="733"/>
                  <a:pt x="187" y="733"/>
                  <a:pt x="187" y="733"/>
                </a:cubicBezTo>
                <a:cubicBezTo>
                  <a:pt x="185" y="732"/>
                  <a:pt x="185" y="732"/>
                  <a:pt x="185" y="732"/>
                </a:cubicBezTo>
                <a:cubicBezTo>
                  <a:pt x="185" y="678"/>
                  <a:pt x="185" y="678"/>
                  <a:pt x="185" y="678"/>
                </a:cubicBezTo>
                <a:cubicBezTo>
                  <a:pt x="186" y="679"/>
                  <a:pt x="186" y="680"/>
                  <a:pt x="187" y="681"/>
                </a:cubicBezTo>
                <a:cubicBezTo>
                  <a:pt x="187" y="733"/>
                  <a:pt x="187" y="733"/>
                  <a:pt x="187" y="733"/>
                </a:cubicBezTo>
                <a:close/>
                <a:moveTo>
                  <a:pt x="187" y="93"/>
                </a:moveTo>
                <a:cubicBezTo>
                  <a:pt x="187" y="103"/>
                  <a:pt x="187" y="103"/>
                  <a:pt x="187" y="103"/>
                </a:cubicBezTo>
                <a:cubicBezTo>
                  <a:pt x="186" y="103"/>
                  <a:pt x="186" y="102"/>
                  <a:pt x="185" y="102"/>
                </a:cubicBezTo>
                <a:cubicBezTo>
                  <a:pt x="185" y="92"/>
                  <a:pt x="185" y="92"/>
                  <a:pt x="185" y="92"/>
                </a:cubicBezTo>
                <a:cubicBezTo>
                  <a:pt x="187" y="93"/>
                  <a:pt x="187" y="93"/>
                  <a:pt x="187" y="93"/>
                </a:cubicBezTo>
                <a:close/>
                <a:moveTo>
                  <a:pt x="187" y="106"/>
                </a:moveTo>
                <a:cubicBezTo>
                  <a:pt x="187" y="115"/>
                  <a:pt x="187" y="115"/>
                  <a:pt x="187" y="115"/>
                </a:cubicBezTo>
                <a:cubicBezTo>
                  <a:pt x="186" y="116"/>
                  <a:pt x="186" y="116"/>
                  <a:pt x="185" y="117"/>
                </a:cubicBezTo>
                <a:cubicBezTo>
                  <a:pt x="185" y="108"/>
                  <a:pt x="185" y="108"/>
                  <a:pt x="185" y="108"/>
                </a:cubicBezTo>
                <a:cubicBezTo>
                  <a:pt x="185" y="108"/>
                  <a:pt x="186" y="107"/>
                  <a:pt x="187" y="106"/>
                </a:cubicBezTo>
                <a:close/>
                <a:moveTo>
                  <a:pt x="187" y="145"/>
                </a:moveTo>
                <a:cubicBezTo>
                  <a:pt x="187" y="165"/>
                  <a:pt x="187" y="165"/>
                  <a:pt x="187" y="165"/>
                </a:cubicBezTo>
                <a:cubicBezTo>
                  <a:pt x="186" y="165"/>
                  <a:pt x="185" y="165"/>
                  <a:pt x="185" y="164"/>
                </a:cubicBezTo>
                <a:cubicBezTo>
                  <a:pt x="185" y="145"/>
                  <a:pt x="185" y="145"/>
                  <a:pt x="185" y="145"/>
                </a:cubicBezTo>
                <a:cubicBezTo>
                  <a:pt x="187" y="145"/>
                  <a:pt x="187" y="145"/>
                  <a:pt x="187" y="145"/>
                </a:cubicBezTo>
                <a:close/>
                <a:moveTo>
                  <a:pt x="187" y="171"/>
                </a:moveTo>
                <a:cubicBezTo>
                  <a:pt x="187" y="178"/>
                  <a:pt x="187" y="178"/>
                  <a:pt x="187" y="178"/>
                </a:cubicBezTo>
                <a:cubicBezTo>
                  <a:pt x="186" y="179"/>
                  <a:pt x="186" y="179"/>
                  <a:pt x="185" y="179"/>
                </a:cubicBezTo>
                <a:cubicBezTo>
                  <a:pt x="185" y="171"/>
                  <a:pt x="185" y="171"/>
                  <a:pt x="185" y="171"/>
                </a:cubicBezTo>
                <a:cubicBezTo>
                  <a:pt x="187" y="171"/>
                  <a:pt x="187" y="171"/>
                  <a:pt x="187" y="171"/>
                </a:cubicBezTo>
                <a:close/>
                <a:moveTo>
                  <a:pt x="187" y="178"/>
                </a:moveTo>
                <a:cubicBezTo>
                  <a:pt x="186" y="179"/>
                  <a:pt x="186" y="179"/>
                  <a:pt x="185" y="179"/>
                </a:cubicBezTo>
                <a:cubicBezTo>
                  <a:pt x="185" y="183"/>
                  <a:pt x="185" y="183"/>
                  <a:pt x="185" y="183"/>
                </a:cubicBezTo>
                <a:cubicBezTo>
                  <a:pt x="187" y="181"/>
                  <a:pt x="187" y="181"/>
                  <a:pt x="187" y="181"/>
                </a:cubicBezTo>
                <a:cubicBezTo>
                  <a:pt x="187" y="178"/>
                  <a:pt x="187" y="178"/>
                  <a:pt x="187" y="178"/>
                </a:cubicBezTo>
                <a:close/>
                <a:moveTo>
                  <a:pt x="187" y="181"/>
                </a:moveTo>
                <a:cubicBezTo>
                  <a:pt x="187" y="207"/>
                  <a:pt x="187" y="207"/>
                  <a:pt x="187" y="207"/>
                </a:cubicBezTo>
                <a:cubicBezTo>
                  <a:pt x="186" y="207"/>
                  <a:pt x="186" y="207"/>
                  <a:pt x="186" y="207"/>
                </a:cubicBezTo>
                <a:cubicBezTo>
                  <a:pt x="186" y="205"/>
                  <a:pt x="186" y="202"/>
                  <a:pt x="186" y="199"/>
                </a:cubicBezTo>
                <a:cubicBezTo>
                  <a:pt x="185" y="199"/>
                  <a:pt x="185" y="199"/>
                  <a:pt x="185" y="199"/>
                </a:cubicBezTo>
                <a:cubicBezTo>
                  <a:pt x="185" y="183"/>
                  <a:pt x="185" y="183"/>
                  <a:pt x="185" y="183"/>
                </a:cubicBezTo>
                <a:cubicBezTo>
                  <a:pt x="187" y="181"/>
                  <a:pt x="187" y="181"/>
                  <a:pt x="187" y="181"/>
                </a:cubicBezTo>
                <a:close/>
                <a:moveTo>
                  <a:pt x="187" y="225"/>
                </a:moveTo>
                <a:cubicBezTo>
                  <a:pt x="187" y="236"/>
                  <a:pt x="187" y="236"/>
                  <a:pt x="187" y="236"/>
                </a:cubicBezTo>
                <a:cubicBezTo>
                  <a:pt x="186" y="236"/>
                  <a:pt x="186" y="236"/>
                  <a:pt x="185" y="236"/>
                </a:cubicBezTo>
                <a:cubicBezTo>
                  <a:pt x="185" y="222"/>
                  <a:pt x="185" y="222"/>
                  <a:pt x="185" y="222"/>
                </a:cubicBezTo>
                <a:cubicBezTo>
                  <a:pt x="186" y="223"/>
                  <a:pt x="186" y="224"/>
                  <a:pt x="187" y="225"/>
                </a:cubicBezTo>
                <a:close/>
                <a:moveTo>
                  <a:pt x="187" y="290"/>
                </a:moveTo>
                <a:cubicBezTo>
                  <a:pt x="187" y="303"/>
                  <a:pt x="187" y="303"/>
                  <a:pt x="187" y="303"/>
                </a:cubicBezTo>
                <a:cubicBezTo>
                  <a:pt x="186" y="304"/>
                  <a:pt x="185" y="306"/>
                  <a:pt x="185" y="308"/>
                </a:cubicBezTo>
                <a:cubicBezTo>
                  <a:pt x="185" y="294"/>
                  <a:pt x="185" y="294"/>
                  <a:pt x="185" y="294"/>
                </a:cubicBezTo>
                <a:cubicBezTo>
                  <a:pt x="185" y="293"/>
                  <a:pt x="186" y="292"/>
                  <a:pt x="187" y="290"/>
                </a:cubicBezTo>
                <a:close/>
                <a:moveTo>
                  <a:pt x="187" y="308"/>
                </a:moveTo>
                <a:cubicBezTo>
                  <a:pt x="187" y="314"/>
                  <a:pt x="187" y="314"/>
                  <a:pt x="187" y="314"/>
                </a:cubicBezTo>
                <a:cubicBezTo>
                  <a:pt x="186" y="315"/>
                  <a:pt x="185" y="315"/>
                  <a:pt x="185" y="315"/>
                </a:cubicBezTo>
                <a:cubicBezTo>
                  <a:pt x="185" y="309"/>
                  <a:pt x="185" y="309"/>
                  <a:pt x="185" y="309"/>
                </a:cubicBezTo>
                <a:cubicBezTo>
                  <a:pt x="186" y="309"/>
                  <a:pt x="186" y="308"/>
                  <a:pt x="187" y="308"/>
                </a:cubicBezTo>
                <a:close/>
                <a:moveTo>
                  <a:pt x="187" y="326"/>
                </a:moveTo>
                <a:cubicBezTo>
                  <a:pt x="187" y="331"/>
                  <a:pt x="187" y="331"/>
                  <a:pt x="187" y="331"/>
                </a:cubicBezTo>
                <a:cubicBezTo>
                  <a:pt x="186" y="331"/>
                  <a:pt x="185" y="331"/>
                  <a:pt x="185" y="332"/>
                </a:cubicBezTo>
                <a:cubicBezTo>
                  <a:pt x="185" y="326"/>
                  <a:pt x="185" y="326"/>
                  <a:pt x="185" y="326"/>
                </a:cubicBezTo>
                <a:cubicBezTo>
                  <a:pt x="186" y="326"/>
                  <a:pt x="186" y="326"/>
                  <a:pt x="187" y="326"/>
                </a:cubicBezTo>
                <a:close/>
                <a:moveTo>
                  <a:pt x="187" y="341"/>
                </a:moveTo>
                <a:cubicBezTo>
                  <a:pt x="187" y="348"/>
                  <a:pt x="187" y="348"/>
                  <a:pt x="187" y="348"/>
                </a:cubicBezTo>
                <a:cubicBezTo>
                  <a:pt x="185" y="349"/>
                  <a:pt x="185" y="349"/>
                  <a:pt x="185" y="349"/>
                </a:cubicBezTo>
                <a:cubicBezTo>
                  <a:pt x="185" y="342"/>
                  <a:pt x="185" y="342"/>
                  <a:pt x="185" y="342"/>
                </a:cubicBezTo>
                <a:cubicBezTo>
                  <a:pt x="186" y="342"/>
                  <a:pt x="186" y="342"/>
                  <a:pt x="187" y="341"/>
                </a:cubicBezTo>
                <a:close/>
                <a:moveTo>
                  <a:pt x="187" y="355"/>
                </a:moveTo>
                <a:cubicBezTo>
                  <a:pt x="187" y="396"/>
                  <a:pt x="187" y="396"/>
                  <a:pt x="187" y="396"/>
                </a:cubicBezTo>
                <a:cubicBezTo>
                  <a:pt x="186" y="399"/>
                  <a:pt x="186" y="402"/>
                  <a:pt x="187" y="40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15"/>
                  <a:pt x="187" y="415"/>
                  <a:pt x="187" y="415"/>
                </a:cubicBezTo>
                <a:cubicBezTo>
                  <a:pt x="187" y="446"/>
                  <a:pt x="187" y="446"/>
                  <a:pt x="187" y="446"/>
                </a:cubicBezTo>
                <a:cubicBezTo>
                  <a:pt x="187" y="444"/>
                  <a:pt x="186" y="442"/>
                  <a:pt x="185" y="441"/>
                </a:cubicBezTo>
                <a:cubicBezTo>
                  <a:pt x="185" y="441"/>
                  <a:pt x="185" y="441"/>
                  <a:pt x="185" y="441"/>
                </a:cubicBezTo>
                <a:cubicBezTo>
                  <a:pt x="185" y="359"/>
                  <a:pt x="185" y="359"/>
                  <a:pt x="185" y="359"/>
                </a:cubicBezTo>
                <a:cubicBezTo>
                  <a:pt x="186" y="358"/>
                  <a:pt x="186" y="358"/>
                  <a:pt x="186" y="358"/>
                </a:cubicBezTo>
                <a:cubicBezTo>
                  <a:pt x="187" y="355"/>
                  <a:pt x="187" y="355"/>
                  <a:pt x="187" y="355"/>
                </a:cubicBezTo>
                <a:close/>
                <a:moveTo>
                  <a:pt x="187" y="449"/>
                </a:moveTo>
                <a:cubicBezTo>
                  <a:pt x="187" y="462"/>
                  <a:pt x="187" y="462"/>
                  <a:pt x="187" y="462"/>
                </a:cubicBezTo>
                <a:cubicBezTo>
                  <a:pt x="186" y="462"/>
                  <a:pt x="185" y="463"/>
                  <a:pt x="185" y="464"/>
                </a:cubicBezTo>
                <a:cubicBezTo>
                  <a:pt x="185" y="454"/>
                  <a:pt x="185" y="454"/>
                  <a:pt x="185" y="454"/>
                </a:cubicBezTo>
                <a:cubicBezTo>
                  <a:pt x="186" y="452"/>
                  <a:pt x="187" y="451"/>
                  <a:pt x="187" y="449"/>
                </a:cubicBezTo>
                <a:close/>
                <a:moveTo>
                  <a:pt x="187" y="478"/>
                </a:moveTo>
                <a:cubicBezTo>
                  <a:pt x="187" y="488"/>
                  <a:pt x="187" y="488"/>
                  <a:pt x="187" y="488"/>
                </a:cubicBezTo>
                <a:cubicBezTo>
                  <a:pt x="185" y="492"/>
                  <a:pt x="185" y="495"/>
                  <a:pt x="187" y="502"/>
                </a:cubicBezTo>
                <a:cubicBezTo>
                  <a:pt x="187" y="510"/>
                  <a:pt x="187" y="510"/>
                  <a:pt x="187" y="510"/>
                </a:cubicBezTo>
                <a:cubicBezTo>
                  <a:pt x="186" y="510"/>
                  <a:pt x="185" y="508"/>
                  <a:pt x="185" y="508"/>
                </a:cubicBezTo>
                <a:cubicBezTo>
                  <a:pt x="185" y="481"/>
                  <a:pt x="185" y="481"/>
                  <a:pt x="185" y="481"/>
                </a:cubicBezTo>
                <a:cubicBezTo>
                  <a:pt x="186" y="480"/>
                  <a:pt x="186" y="479"/>
                  <a:pt x="187" y="478"/>
                </a:cubicBezTo>
                <a:close/>
                <a:moveTo>
                  <a:pt x="187" y="578"/>
                </a:moveTo>
                <a:cubicBezTo>
                  <a:pt x="187" y="592"/>
                  <a:pt x="187" y="592"/>
                  <a:pt x="187" y="592"/>
                </a:cubicBezTo>
                <a:cubicBezTo>
                  <a:pt x="186" y="592"/>
                  <a:pt x="186" y="593"/>
                  <a:pt x="185" y="593"/>
                </a:cubicBezTo>
                <a:cubicBezTo>
                  <a:pt x="185" y="579"/>
                  <a:pt x="185" y="579"/>
                  <a:pt x="185" y="579"/>
                </a:cubicBezTo>
                <a:cubicBezTo>
                  <a:pt x="187" y="578"/>
                  <a:pt x="187" y="578"/>
                  <a:pt x="187" y="578"/>
                </a:cubicBezTo>
                <a:close/>
                <a:moveTo>
                  <a:pt x="187" y="609"/>
                </a:moveTo>
                <a:cubicBezTo>
                  <a:pt x="187" y="622"/>
                  <a:pt x="187" y="622"/>
                  <a:pt x="187" y="622"/>
                </a:cubicBezTo>
                <a:cubicBezTo>
                  <a:pt x="186" y="621"/>
                  <a:pt x="186" y="621"/>
                  <a:pt x="186" y="621"/>
                </a:cubicBezTo>
                <a:cubicBezTo>
                  <a:pt x="185" y="621"/>
                  <a:pt x="185" y="621"/>
                  <a:pt x="185" y="621"/>
                </a:cubicBezTo>
                <a:cubicBezTo>
                  <a:pt x="185" y="610"/>
                  <a:pt x="185" y="610"/>
                  <a:pt x="185" y="610"/>
                </a:cubicBezTo>
                <a:lnTo>
                  <a:pt x="187" y="609"/>
                </a:lnTo>
                <a:close/>
                <a:moveTo>
                  <a:pt x="173" y="69"/>
                </a:moveTo>
                <a:cubicBezTo>
                  <a:pt x="178" y="67"/>
                  <a:pt x="179" y="66"/>
                  <a:pt x="184" y="65"/>
                </a:cubicBezTo>
                <a:cubicBezTo>
                  <a:pt x="185" y="64"/>
                  <a:pt x="185" y="64"/>
                  <a:pt x="185" y="64"/>
                </a:cubicBezTo>
                <a:cubicBezTo>
                  <a:pt x="185" y="74"/>
                  <a:pt x="185" y="74"/>
                  <a:pt x="185" y="74"/>
                </a:cubicBezTo>
                <a:cubicBezTo>
                  <a:pt x="181" y="74"/>
                  <a:pt x="177" y="75"/>
                  <a:pt x="173" y="77"/>
                </a:cubicBezTo>
                <a:cubicBezTo>
                  <a:pt x="173" y="69"/>
                  <a:pt x="173" y="69"/>
                  <a:pt x="173" y="69"/>
                </a:cubicBezTo>
                <a:close/>
                <a:moveTo>
                  <a:pt x="185" y="732"/>
                </a:moveTo>
                <a:cubicBezTo>
                  <a:pt x="181" y="730"/>
                  <a:pt x="177" y="728"/>
                  <a:pt x="173" y="726"/>
                </a:cubicBezTo>
                <a:cubicBezTo>
                  <a:pt x="173" y="716"/>
                  <a:pt x="173" y="716"/>
                  <a:pt x="173" y="716"/>
                </a:cubicBezTo>
                <a:cubicBezTo>
                  <a:pt x="176" y="718"/>
                  <a:pt x="178" y="720"/>
                  <a:pt x="181" y="722"/>
                </a:cubicBezTo>
                <a:cubicBezTo>
                  <a:pt x="182" y="702"/>
                  <a:pt x="187" y="689"/>
                  <a:pt x="173" y="679"/>
                </a:cubicBezTo>
                <a:cubicBezTo>
                  <a:pt x="173" y="669"/>
                  <a:pt x="173" y="669"/>
                  <a:pt x="173" y="669"/>
                </a:cubicBezTo>
                <a:cubicBezTo>
                  <a:pt x="178" y="671"/>
                  <a:pt x="181" y="675"/>
                  <a:pt x="185" y="678"/>
                </a:cubicBezTo>
                <a:cubicBezTo>
                  <a:pt x="185" y="732"/>
                  <a:pt x="185" y="732"/>
                  <a:pt x="185" y="732"/>
                </a:cubicBezTo>
                <a:close/>
                <a:moveTo>
                  <a:pt x="185" y="92"/>
                </a:moveTo>
                <a:cubicBezTo>
                  <a:pt x="185" y="102"/>
                  <a:pt x="185" y="102"/>
                  <a:pt x="185" y="102"/>
                </a:cubicBezTo>
                <a:cubicBezTo>
                  <a:pt x="182" y="101"/>
                  <a:pt x="179" y="100"/>
                  <a:pt x="173" y="97"/>
                </a:cubicBezTo>
                <a:cubicBezTo>
                  <a:pt x="173" y="88"/>
                  <a:pt x="173" y="88"/>
                  <a:pt x="173" y="88"/>
                </a:cubicBezTo>
                <a:cubicBezTo>
                  <a:pt x="185" y="92"/>
                  <a:pt x="185" y="92"/>
                  <a:pt x="185" y="92"/>
                </a:cubicBezTo>
                <a:close/>
                <a:moveTo>
                  <a:pt x="185" y="108"/>
                </a:moveTo>
                <a:cubicBezTo>
                  <a:pt x="185" y="117"/>
                  <a:pt x="185" y="117"/>
                  <a:pt x="185" y="117"/>
                </a:cubicBezTo>
                <a:cubicBezTo>
                  <a:pt x="181" y="119"/>
                  <a:pt x="178" y="122"/>
                  <a:pt x="173" y="124"/>
                </a:cubicBezTo>
                <a:cubicBezTo>
                  <a:pt x="173" y="124"/>
                  <a:pt x="173" y="124"/>
                  <a:pt x="173" y="124"/>
                </a:cubicBezTo>
                <a:cubicBezTo>
                  <a:pt x="173" y="114"/>
                  <a:pt x="173" y="114"/>
                  <a:pt x="173" y="114"/>
                </a:cubicBezTo>
                <a:cubicBezTo>
                  <a:pt x="178" y="113"/>
                  <a:pt x="181" y="111"/>
                  <a:pt x="185" y="108"/>
                </a:cubicBezTo>
                <a:close/>
                <a:moveTo>
                  <a:pt x="185" y="145"/>
                </a:moveTo>
                <a:cubicBezTo>
                  <a:pt x="185" y="164"/>
                  <a:pt x="185" y="164"/>
                  <a:pt x="185" y="164"/>
                </a:cubicBezTo>
                <a:cubicBezTo>
                  <a:pt x="183" y="163"/>
                  <a:pt x="183" y="162"/>
                  <a:pt x="182" y="159"/>
                </a:cubicBezTo>
                <a:cubicBezTo>
                  <a:pt x="171" y="158"/>
                  <a:pt x="174" y="153"/>
                  <a:pt x="179" y="145"/>
                </a:cubicBezTo>
                <a:cubicBezTo>
                  <a:pt x="185" y="145"/>
                  <a:pt x="185" y="145"/>
                  <a:pt x="185" y="145"/>
                </a:cubicBezTo>
                <a:close/>
                <a:moveTo>
                  <a:pt x="185" y="171"/>
                </a:moveTo>
                <a:cubicBezTo>
                  <a:pt x="182" y="171"/>
                  <a:pt x="182" y="171"/>
                  <a:pt x="182" y="171"/>
                </a:cubicBezTo>
                <a:cubicBezTo>
                  <a:pt x="180" y="167"/>
                  <a:pt x="179" y="167"/>
                  <a:pt x="175" y="165"/>
                </a:cubicBezTo>
                <a:cubicBezTo>
                  <a:pt x="174" y="163"/>
                  <a:pt x="174" y="161"/>
                  <a:pt x="174" y="159"/>
                </a:cubicBezTo>
                <a:cubicBezTo>
                  <a:pt x="173" y="159"/>
                  <a:pt x="173" y="159"/>
                  <a:pt x="173" y="159"/>
                </a:cubicBezTo>
                <a:cubicBezTo>
                  <a:pt x="173" y="184"/>
                  <a:pt x="173" y="184"/>
                  <a:pt x="173" y="184"/>
                </a:cubicBezTo>
                <a:cubicBezTo>
                  <a:pt x="174" y="185"/>
                  <a:pt x="175" y="186"/>
                  <a:pt x="176" y="188"/>
                </a:cubicBezTo>
                <a:cubicBezTo>
                  <a:pt x="178" y="187"/>
                  <a:pt x="180" y="187"/>
                  <a:pt x="182" y="186"/>
                </a:cubicBezTo>
                <a:cubicBezTo>
                  <a:pt x="182" y="184"/>
                  <a:pt x="182" y="182"/>
                  <a:pt x="182" y="179"/>
                </a:cubicBezTo>
                <a:cubicBezTo>
                  <a:pt x="185" y="179"/>
                  <a:pt x="185" y="179"/>
                  <a:pt x="185" y="179"/>
                </a:cubicBezTo>
                <a:cubicBezTo>
                  <a:pt x="185" y="171"/>
                  <a:pt x="185" y="171"/>
                  <a:pt x="185" y="171"/>
                </a:cubicBezTo>
                <a:close/>
                <a:moveTo>
                  <a:pt x="185" y="179"/>
                </a:moveTo>
                <a:cubicBezTo>
                  <a:pt x="182" y="179"/>
                  <a:pt x="182" y="179"/>
                  <a:pt x="182" y="179"/>
                </a:cubicBezTo>
                <a:cubicBezTo>
                  <a:pt x="182" y="182"/>
                  <a:pt x="182" y="184"/>
                  <a:pt x="182" y="186"/>
                </a:cubicBezTo>
                <a:cubicBezTo>
                  <a:pt x="183" y="185"/>
                  <a:pt x="184" y="184"/>
                  <a:pt x="185" y="183"/>
                </a:cubicBezTo>
                <a:cubicBezTo>
                  <a:pt x="185" y="199"/>
                  <a:pt x="185" y="199"/>
                  <a:pt x="185" y="199"/>
                </a:cubicBezTo>
                <a:cubicBezTo>
                  <a:pt x="183" y="199"/>
                  <a:pt x="183" y="199"/>
                  <a:pt x="183" y="199"/>
                </a:cubicBezTo>
                <a:cubicBezTo>
                  <a:pt x="179" y="205"/>
                  <a:pt x="174" y="209"/>
                  <a:pt x="175" y="216"/>
                </a:cubicBezTo>
                <a:cubicBezTo>
                  <a:pt x="178" y="218"/>
                  <a:pt x="182" y="220"/>
                  <a:pt x="185" y="222"/>
                </a:cubicBezTo>
                <a:cubicBezTo>
                  <a:pt x="185" y="236"/>
                  <a:pt x="185" y="236"/>
                  <a:pt x="185" y="236"/>
                </a:cubicBezTo>
                <a:cubicBezTo>
                  <a:pt x="184" y="236"/>
                  <a:pt x="183" y="236"/>
                  <a:pt x="183" y="236"/>
                </a:cubicBezTo>
                <a:cubicBezTo>
                  <a:pt x="180" y="231"/>
                  <a:pt x="177" y="228"/>
                  <a:pt x="173" y="226"/>
                </a:cubicBezTo>
                <a:cubicBezTo>
                  <a:pt x="173" y="199"/>
                  <a:pt x="173" y="199"/>
                  <a:pt x="173" y="199"/>
                </a:cubicBezTo>
                <a:cubicBezTo>
                  <a:pt x="181" y="189"/>
                  <a:pt x="181" y="188"/>
                  <a:pt x="182" y="186"/>
                </a:cubicBezTo>
                <a:cubicBezTo>
                  <a:pt x="183" y="185"/>
                  <a:pt x="184" y="184"/>
                  <a:pt x="185" y="183"/>
                </a:cubicBezTo>
                <a:cubicBezTo>
                  <a:pt x="185" y="179"/>
                  <a:pt x="185" y="179"/>
                  <a:pt x="185" y="179"/>
                </a:cubicBezTo>
                <a:close/>
                <a:moveTo>
                  <a:pt x="185" y="294"/>
                </a:moveTo>
                <a:cubicBezTo>
                  <a:pt x="185" y="308"/>
                  <a:pt x="185" y="308"/>
                  <a:pt x="185" y="308"/>
                </a:cubicBezTo>
                <a:cubicBezTo>
                  <a:pt x="184" y="309"/>
                  <a:pt x="184" y="309"/>
                  <a:pt x="184" y="309"/>
                </a:cubicBezTo>
                <a:cubicBezTo>
                  <a:pt x="185" y="309"/>
                  <a:pt x="185" y="309"/>
                  <a:pt x="185" y="309"/>
                </a:cubicBezTo>
                <a:cubicBezTo>
                  <a:pt x="185" y="315"/>
                  <a:pt x="185" y="315"/>
                  <a:pt x="185" y="315"/>
                </a:cubicBezTo>
                <a:cubicBezTo>
                  <a:pt x="181" y="317"/>
                  <a:pt x="179" y="320"/>
                  <a:pt x="177" y="328"/>
                </a:cubicBezTo>
                <a:cubicBezTo>
                  <a:pt x="180" y="327"/>
                  <a:pt x="182" y="326"/>
                  <a:pt x="185" y="326"/>
                </a:cubicBezTo>
                <a:cubicBezTo>
                  <a:pt x="185" y="332"/>
                  <a:pt x="185" y="332"/>
                  <a:pt x="185" y="332"/>
                </a:cubicBezTo>
                <a:cubicBezTo>
                  <a:pt x="179" y="333"/>
                  <a:pt x="176" y="334"/>
                  <a:pt x="173" y="340"/>
                </a:cubicBezTo>
                <a:cubicBezTo>
                  <a:pt x="173" y="321"/>
                  <a:pt x="173" y="321"/>
                  <a:pt x="173" y="321"/>
                </a:cubicBezTo>
                <a:cubicBezTo>
                  <a:pt x="177" y="312"/>
                  <a:pt x="180" y="303"/>
                  <a:pt x="185" y="294"/>
                </a:cubicBezTo>
                <a:close/>
                <a:moveTo>
                  <a:pt x="185" y="342"/>
                </a:moveTo>
                <a:cubicBezTo>
                  <a:pt x="185" y="349"/>
                  <a:pt x="185" y="349"/>
                  <a:pt x="185" y="349"/>
                </a:cubicBezTo>
                <a:cubicBezTo>
                  <a:pt x="180" y="350"/>
                  <a:pt x="176" y="351"/>
                  <a:pt x="173" y="353"/>
                </a:cubicBezTo>
                <a:cubicBezTo>
                  <a:pt x="173" y="346"/>
                  <a:pt x="173" y="346"/>
                  <a:pt x="173" y="346"/>
                </a:cubicBezTo>
                <a:cubicBezTo>
                  <a:pt x="178" y="344"/>
                  <a:pt x="182" y="344"/>
                  <a:pt x="185" y="342"/>
                </a:cubicBezTo>
                <a:close/>
                <a:moveTo>
                  <a:pt x="185" y="359"/>
                </a:moveTo>
                <a:cubicBezTo>
                  <a:pt x="185" y="441"/>
                  <a:pt x="185" y="441"/>
                  <a:pt x="185" y="441"/>
                </a:cubicBezTo>
                <a:cubicBezTo>
                  <a:pt x="180" y="445"/>
                  <a:pt x="175" y="448"/>
                  <a:pt x="173" y="452"/>
                </a:cubicBezTo>
                <a:cubicBezTo>
                  <a:pt x="173" y="443"/>
                  <a:pt x="173" y="443"/>
                  <a:pt x="173" y="443"/>
                </a:cubicBezTo>
                <a:cubicBezTo>
                  <a:pt x="181" y="436"/>
                  <a:pt x="184" y="434"/>
                  <a:pt x="182" y="422"/>
                </a:cubicBezTo>
                <a:cubicBezTo>
                  <a:pt x="178" y="425"/>
                  <a:pt x="175" y="427"/>
                  <a:pt x="173" y="429"/>
                </a:cubicBezTo>
                <a:cubicBezTo>
                  <a:pt x="173" y="422"/>
                  <a:pt x="173" y="422"/>
                  <a:pt x="173" y="422"/>
                </a:cubicBezTo>
                <a:cubicBezTo>
                  <a:pt x="177" y="419"/>
                  <a:pt x="178" y="418"/>
                  <a:pt x="181" y="415"/>
                </a:cubicBezTo>
                <a:cubicBezTo>
                  <a:pt x="181" y="411"/>
                  <a:pt x="181" y="407"/>
                  <a:pt x="181" y="403"/>
                </a:cubicBezTo>
                <a:cubicBezTo>
                  <a:pt x="178" y="405"/>
                  <a:pt x="175" y="407"/>
                  <a:pt x="173" y="408"/>
                </a:cubicBezTo>
                <a:cubicBezTo>
                  <a:pt x="173" y="402"/>
                  <a:pt x="173" y="402"/>
                  <a:pt x="173" y="402"/>
                </a:cubicBezTo>
                <a:cubicBezTo>
                  <a:pt x="180" y="398"/>
                  <a:pt x="186" y="392"/>
                  <a:pt x="181" y="385"/>
                </a:cubicBezTo>
                <a:cubicBezTo>
                  <a:pt x="178" y="387"/>
                  <a:pt x="175" y="388"/>
                  <a:pt x="173" y="389"/>
                </a:cubicBezTo>
                <a:cubicBezTo>
                  <a:pt x="173" y="383"/>
                  <a:pt x="173" y="383"/>
                  <a:pt x="173" y="383"/>
                </a:cubicBezTo>
                <a:cubicBezTo>
                  <a:pt x="181" y="379"/>
                  <a:pt x="184" y="377"/>
                  <a:pt x="183" y="367"/>
                </a:cubicBezTo>
                <a:cubicBezTo>
                  <a:pt x="179" y="368"/>
                  <a:pt x="176" y="369"/>
                  <a:pt x="173" y="370"/>
                </a:cubicBezTo>
                <a:cubicBezTo>
                  <a:pt x="173" y="364"/>
                  <a:pt x="173" y="364"/>
                  <a:pt x="173" y="364"/>
                </a:cubicBezTo>
                <a:cubicBezTo>
                  <a:pt x="177" y="362"/>
                  <a:pt x="181" y="361"/>
                  <a:pt x="185" y="359"/>
                </a:cubicBezTo>
                <a:close/>
                <a:moveTo>
                  <a:pt x="185" y="454"/>
                </a:moveTo>
                <a:cubicBezTo>
                  <a:pt x="185" y="464"/>
                  <a:pt x="185" y="464"/>
                  <a:pt x="185" y="464"/>
                </a:cubicBezTo>
                <a:cubicBezTo>
                  <a:pt x="178" y="470"/>
                  <a:pt x="176" y="475"/>
                  <a:pt x="180" y="487"/>
                </a:cubicBezTo>
                <a:cubicBezTo>
                  <a:pt x="181" y="484"/>
                  <a:pt x="183" y="482"/>
                  <a:pt x="185" y="481"/>
                </a:cubicBezTo>
                <a:cubicBezTo>
                  <a:pt x="185" y="508"/>
                  <a:pt x="185" y="508"/>
                  <a:pt x="185" y="508"/>
                </a:cubicBezTo>
                <a:cubicBezTo>
                  <a:pt x="180" y="501"/>
                  <a:pt x="176" y="493"/>
                  <a:pt x="173" y="484"/>
                </a:cubicBezTo>
                <a:cubicBezTo>
                  <a:pt x="173" y="465"/>
                  <a:pt x="173" y="465"/>
                  <a:pt x="173" y="465"/>
                </a:cubicBezTo>
                <a:cubicBezTo>
                  <a:pt x="173" y="465"/>
                  <a:pt x="174" y="466"/>
                  <a:pt x="174" y="466"/>
                </a:cubicBezTo>
                <a:cubicBezTo>
                  <a:pt x="177" y="463"/>
                  <a:pt x="182" y="459"/>
                  <a:pt x="185" y="454"/>
                </a:cubicBezTo>
                <a:close/>
                <a:moveTo>
                  <a:pt x="185" y="579"/>
                </a:moveTo>
                <a:cubicBezTo>
                  <a:pt x="185" y="593"/>
                  <a:pt x="185" y="593"/>
                  <a:pt x="185" y="593"/>
                </a:cubicBezTo>
                <a:cubicBezTo>
                  <a:pt x="181" y="597"/>
                  <a:pt x="177" y="599"/>
                  <a:pt x="173" y="601"/>
                </a:cubicBezTo>
                <a:cubicBezTo>
                  <a:pt x="173" y="588"/>
                  <a:pt x="173" y="588"/>
                  <a:pt x="173" y="588"/>
                </a:cubicBezTo>
                <a:cubicBezTo>
                  <a:pt x="177" y="585"/>
                  <a:pt x="181" y="582"/>
                  <a:pt x="185" y="579"/>
                </a:cubicBezTo>
                <a:close/>
                <a:moveTo>
                  <a:pt x="185" y="610"/>
                </a:moveTo>
                <a:cubicBezTo>
                  <a:pt x="185" y="621"/>
                  <a:pt x="185" y="621"/>
                  <a:pt x="185" y="621"/>
                </a:cubicBezTo>
                <a:cubicBezTo>
                  <a:pt x="178" y="624"/>
                  <a:pt x="178" y="624"/>
                  <a:pt x="178" y="624"/>
                </a:cubicBezTo>
                <a:cubicBezTo>
                  <a:pt x="173" y="621"/>
                  <a:pt x="173" y="621"/>
                  <a:pt x="173" y="621"/>
                </a:cubicBezTo>
                <a:cubicBezTo>
                  <a:pt x="173" y="616"/>
                  <a:pt x="173" y="616"/>
                  <a:pt x="173" y="616"/>
                </a:cubicBezTo>
                <a:cubicBezTo>
                  <a:pt x="185" y="610"/>
                  <a:pt x="185" y="610"/>
                  <a:pt x="185" y="610"/>
                </a:cubicBezTo>
                <a:close/>
                <a:moveTo>
                  <a:pt x="173" y="571"/>
                </a:moveTo>
                <a:cubicBezTo>
                  <a:pt x="173" y="558"/>
                  <a:pt x="173" y="558"/>
                  <a:pt x="173" y="558"/>
                </a:cubicBezTo>
                <a:cubicBezTo>
                  <a:pt x="174" y="558"/>
                  <a:pt x="174" y="558"/>
                  <a:pt x="174" y="558"/>
                </a:cubicBezTo>
                <a:cubicBezTo>
                  <a:pt x="179" y="564"/>
                  <a:pt x="179" y="564"/>
                  <a:pt x="180" y="567"/>
                </a:cubicBezTo>
                <a:cubicBezTo>
                  <a:pt x="179" y="568"/>
                  <a:pt x="176" y="569"/>
                  <a:pt x="173" y="571"/>
                </a:cubicBezTo>
                <a:close/>
                <a:moveTo>
                  <a:pt x="163" y="77"/>
                </a:moveTo>
                <a:cubicBezTo>
                  <a:pt x="165" y="75"/>
                  <a:pt x="167" y="74"/>
                  <a:pt x="169" y="72"/>
                </a:cubicBezTo>
                <a:cubicBezTo>
                  <a:pt x="171" y="71"/>
                  <a:pt x="172" y="70"/>
                  <a:pt x="173" y="69"/>
                </a:cubicBezTo>
                <a:cubicBezTo>
                  <a:pt x="173" y="77"/>
                  <a:pt x="173" y="77"/>
                  <a:pt x="173" y="77"/>
                </a:cubicBezTo>
                <a:cubicBezTo>
                  <a:pt x="171" y="79"/>
                  <a:pt x="169" y="81"/>
                  <a:pt x="167" y="85"/>
                </a:cubicBezTo>
                <a:cubicBezTo>
                  <a:pt x="173" y="88"/>
                  <a:pt x="173" y="88"/>
                  <a:pt x="173" y="88"/>
                </a:cubicBezTo>
                <a:cubicBezTo>
                  <a:pt x="173" y="97"/>
                  <a:pt x="173" y="97"/>
                  <a:pt x="173" y="97"/>
                </a:cubicBezTo>
                <a:cubicBezTo>
                  <a:pt x="166" y="94"/>
                  <a:pt x="166" y="94"/>
                  <a:pt x="166" y="94"/>
                </a:cubicBezTo>
                <a:cubicBezTo>
                  <a:pt x="164" y="94"/>
                  <a:pt x="164" y="94"/>
                  <a:pt x="163" y="94"/>
                </a:cubicBezTo>
                <a:cubicBezTo>
                  <a:pt x="163" y="77"/>
                  <a:pt x="163" y="77"/>
                  <a:pt x="163" y="77"/>
                </a:cubicBezTo>
                <a:close/>
                <a:moveTo>
                  <a:pt x="173" y="726"/>
                </a:moveTo>
                <a:cubicBezTo>
                  <a:pt x="170" y="723"/>
                  <a:pt x="166" y="721"/>
                  <a:pt x="163" y="717"/>
                </a:cubicBezTo>
                <a:cubicBezTo>
                  <a:pt x="163" y="660"/>
                  <a:pt x="163" y="660"/>
                  <a:pt x="163" y="660"/>
                </a:cubicBezTo>
                <a:cubicBezTo>
                  <a:pt x="164" y="662"/>
                  <a:pt x="165" y="664"/>
                  <a:pt x="167" y="666"/>
                </a:cubicBezTo>
                <a:cubicBezTo>
                  <a:pt x="169" y="667"/>
                  <a:pt x="171" y="668"/>
                  <a:pt x="173" y="669"/>
                </a:cubicBezTo>
                <a:cubicBezTo>
                  <a:pt x="173" y="679"/>
                  <a:pt x="173" y="679"/>
                  <a:pt x="173" y="679"/>
                </a:cubicBezTo>
                <a:cubicBezTo>
                  <a:pt x="171" y="677"/>
                  <a:pt x="169" y="676"/>
                  <a:pt x="167" y="675"/>
                </a:cubicBezTo>
                <a:cubicBezTo>
                  <a:pt x="166" y="687"/>
                  <a:pt x="162" y="698"/>
                  <a:pt x="166" y="710"/>
                </a:cubicBezTo>
                <a:cubicBezTo>
                  <a:pt x="169" y="712"/>
                  <a:pt x="171" y="714"/>
                  <a:pt x="173" y="716"/>
                </a:cubicBezTo>
                <a:cubicBezTo>
                  <a:pt x="173" y="726"/>
                  <a:pt x="173" y="726"/>
                  <a:pt x="173" y="726"/>
                </a:cubicBezTo>
                <a:close/>
                <a:moveTo>
                  <a:pt x="173" y="114"/>
                </a:moveTo>
                <a:cubicBezTo>
                  <a:pt x="173" y="124"/>
                  <a:pt x="173" y="124"/>
                  <a:pt x="173" y="124"/>
                </a:cubicBezTo>
                <a:cubicBezTo>
                  <a:pt x="170" y="129"/>
                  <a:pt x="166" y="132"/>
                  <a:pt x="163" y="135"/>
                </a:cubicBezTo>
                <a:cubicBezTo>
                  <a:pt x="163" y="125"/>
                  <a:pt x="163" y="125"/>
                  <a:pt x="163" y="125"/>
                </a:cubicBezTo>
                <a:cubicBezTo>
                  <a:pt x="163" y="125"/>
                  <a:pt x="164" y="124"/>
                  <a:pt x="164" y="123"/>
                </a:cubicBezTo>
                <a:cubicBezTo>
                  <a:pt x="163" y="123"/>
                  <a:pt x="163" y="123"/>
                  <a:pt x="163" y="123"/>
                </a:cubicBezTo>
                <a:cubicBezTo>
                  <a:pt x="163" y="114"/>
                  <a:pt x="163" y="114"/>
                  <a:pt x="163" y="114"/>
                </a:cubicBezTo>
                <a:cubicBezTo>
                  <a:pt x="166" y="114"/>
                  <a:pt x="166" y="114"/>
                  <a:pt x="166" y="114"/>
                </a:cubicBezTo>
                <a:cubicBezTo>
                  <a:pt x="169" y="114"/>
                  <a:pt x="171" y="114"/>
                  <a:pt x="173" y="114"/>
                </a:cubicBezTo>
                <a:close/>
                <a:moveTo>
                  <a:pt x="173" y="159"/>
                </a:moveTo>
                <a:cubicBezTo>
                  <a:pt x="173" y="184"/>
                  <a:pt x="173" y="184"/>
                  <a:pt x="173" y="184"/>
                </a:cubicBezTo>
                <a:cubicBezTo>
                  <a:pt x="170" y="182"/>
                  <a:pt x="167" y="181"/>
                  <a:pt x="166" y="176"/>
                </a:cubicBezTo>
                <a:cubicBezTo>
                  <a:pt x="165" y="175"/>
                  <a:pt x="164" y="175"/>
                  <a:pt x="163" y="175"/>
                </a:cubicBezTo>
                <a:cubicBezTo>
                  <a:pt x="163" y="167"/>
                  <a:pt x="163" y="167"/>
                  <a:pt x="163" y="167"/>
                </a:cubicBezTo>
                <a:cubicBezTo>
                  <a:pt x="163" y="167"/>
                  <a:pt x="164" y="166"/>
                  <a:pt x="164" y="166"/>
                </a:cubicBezTo>
                <a:cubicBezTo>
                  <a:pt x="165" y="161"/>
                  <a:pt x="165" y="161"/>
                  <a:pt x="166" y="159"/>
                </a:cubicBezTo>
                <a:cubicBezTo>
                  <a:pt x="169" y="159"/>
                  <a:pt x="171" y="159"/>
                  <a:pt x="173" y="159"/>
                </a:cubicBezTo>
                <a:close/>
                <a:moveTo>
                  <a:pt x="173" y="199"/>
                </a:moveTo>
                <a:cubicBezTo>
                  <a:pt x="173" y="226"/>
                  <a:pt x="173" y="226"/>
                  <a:pt x="173" y="226"/>
                </a:cubicBezTo>
                <a:cubicBezTo>
                  <a:pt x="170" y="225"/>
                  <a:pt x="167" y="224"/>
                  <a:pt x="163" y="223"/>
                </a:cubicBezTo>
                <a:cubicBezTo>
                  <a:pt x="163" y="210"/>
                  <a:pt x="163" y="210"/>
                  <a:pt x="163" y="210"/>
                </a:cubicBezTo>
                <a:cubicBezTo>
                  <a:pt x="164" y="209"/>
                  <a:pt x="166" y="207"/>
                  <a:pt x="167" y="205"/>
                </a:cubicBezTo>
                <a:cubicBezTo>
                  <a:pt x="166" y="205"/>
                  <a:pt x="164" y="205"/>
                  <a:pt x="163" y="204"/>
                </a:cubicBezTo>
                <a:cubicBezTo>
                  <a:pt x="163" y="191"/>
                  <a:pt x="163" y="191"/>
                  <a:pt x="163" y="191"/>
                </a:cubicBezTo>
                <a:cubicBezTo>
                  <a:pt x="163" y="192"/>
                  <a:pt x="164" y="192"/>
                  <a:pt x="164" y="192"/>
                </a:cubicBezTo>
                <a:cubicBezTo>
                  <a:pt x="165" y="190"/>
                  <a:pt x="165" y="189"/>
                  <a:pt x="166" y="188"/>
                </a:cubicBezTo>
                <a:cubicBezTo>
                  <a:pt x="167" y="187"/>
                  <a:pt x="169" y="187"/>
                  <a:pt x="171" y="187"/>
                </a:cubicBezTo>
                <a:cubicBezTo>
                  <a:pt x="173" y="191"/>
                  <a:pt x="171" y="197"/>
                  <a:pt x="171" y="202"/>
                </a:cubicBezTo>
                <a:cubicBezTo>
                  <a:pt x="173" y="199"/>
                  <a:pt x="173" y="199"/>
                  <a:pt x="173" y="199"/>
                </a:cubicBezTo>
                <a:close/>
                <a:moveTo>
                  <a:pt x="173" y="321"/>
                </a:moveTo>
                <a:cubicBezTo>
                  <a:pt x="173" y="340"/>
                  <a:pt x="173" y="340"/>
                  <a:pt x="173" y="340"/>
                </a:cubicBezTo>
                <a:cubicBezTo>
                  <a:pt x="173" y="342"/>
                  <a:pt x="172" y="344"/>
                  <a:pt x="171" y="346"/>
                </a:cubicBezTo>
                <a:cubicBezTo>
                  <a:pt x="172" y="346"/>
                  <a:pt x="173" y="346"/>
                  <a:pt x="173" y="346"/>
                </a:cubicBezTo>
                <a:cubicBezTo>
                  <a:pt x="173" y="353"/>
                  <a:pt x="173" y="353"/>
                  <a:pt x="173" y="353"/>
                </a:cubicBezTo>
                <a:cubicBezTo>
                  <a:pt x="170" y="355"/>
                  <a:pt x="169" y="359"/>
                  <a:pt x="168" y="366"/>
                </a:cubicBezTo>
                <a:cubicBezTo>
                  <a:pt x="170" y="366"/>
                  <a:pt x="172" y="365"/>
                  <a:pt x="173" y="364"/>
                </a:cubicBezTo>
                <a:cubicBezTo>
                  <a:pt x="173" y="370"/>
                  <a:pt x="173" y="370"/>
                  <a:pt x="173" y="370"/>
                </a:cubicBezTo>
                <a:cubicBezTo>
                  <a:pt x="168" y="373"/>
                  <a:pt x="166" y="377"/>
                  <a:pt x="166" y="386"/>
                </a:cubicBezTo>
                <a:cubicBezTo>
                  <a:pt x="169" y="385"/>
                  <a:pt x="171" y="384"/>
                  <a:pt x="173" y="383"/>
                </a:cubicBezTo>
                <a:cubicBezTo>
                  <a:pt x="173" y="389"/>
                  <a:pt x="173" y="389"/>
                  <a:pt x="173" y="389"/>
                </a:cubicBezTo>
                <a:cubicBezTo>
                  <a:pt x="166" y="393"/>
                  <a:pt x="165" y="395"/>
                  <a:pt x="164" y="408"/>
                </a:cubicBezTo>
                <a:cubicBezTo>
                  <a:pt x="166" y="406"/>
                  <a:pt x="170" y="404"/>
                  <a:pt x="173" y="402"/>
                </a:cubicBezTo>
                <a:cubicBezTo>
                  <a:pt x="173" y="408"/>
                  <a:pt x="173" y="408"/>
                  <a:pt x="173" y="408"/>
                </a:cubicBezTo>
                <a:cubicBezTo>
                  <a:pt x="167" y="413"/>
                  <a:pt x="165" y="417"/>
                  <a:pt x="166" y="427"/>
                </a:cubicBezTo>
                <a:cubicBezTo>
                  <a:pt x="169" y="425"/>
                  <a:pt x="172" y="423"/>
                  <a:pt x="173" y="422"/>
                </a:cubicBezTo>
                <a:cubicBezTo>
                  <a:pt x="173" y="429"/>
                  <a:pt x="173" y="429"/>
                  <a:pt x="173" y="429"/>
                </a:cubicBezTo>
                <a:cubicBezTo>
                  <a:pt x="170" y="433"/>
                  <a:pt x="169" y="437"/>
                  <a:pt x="169" y="446"/>
                </a:cubicBezTo>
                <a:cubicBezTo>
                  <a:pt x="171" y="445"/>
                  <a:pt x="172" y="444"/>
                  <a:pt x="173" y="443"/>
                </a:cubicBezTo>
                <a:cubicBezTo>
                  <a:pt x="173" y="452"/>
                  <a:pt x="173" y="452"/>
                  <a:pt x="173" y="452"/>
                </a:cubicBezTo>
                <a:cubicBezTo>
                  <a:pt x="172" y="456"/>
                  <a:pt x="171" y="459"/>
                  <a:pt x="173" y="465"/>
                </a:cubicBezTo>
                <a:cubicBezTo>
                  <a:pt x="173" y="484"/>
                  <a:pt x="173" y="484"/>
                  <a:pt x="173" y="484"/>
                </a:cubicBezTo>
                <a:cubicBezTo>
                  <a:pt x="169" y="471"/>
                  <a:pt x="165" y="456"/>
                  <a:pt x="163" y="444"/>
                </a:cubicBezTo>
                <a:cubicBezTo>
                  <a:pt x="163" y="363"/>
                  <a:pt x="163" y="363"/>
                  <a:pt x="163" y="363"/>
                </a:cubicBezTo>
                <a:cubicBezTo>
                  <a:pt x="165" y="349"/>
                  <a:pt x="169" y="335"/>
                  <a:pt x="173" y="321"/>
                </a:cubicBezTo>
                <a:close/>
                <a:moveTo>
                  <a:pt x="173" y="558"/>
                </a:moveTo>
                <a:cubicBezTo>
                  <a:pt x="173" y="571"/>
                  <a:pt x="173" y="571"/>
                  <a:pt x="173" y="571"/>
                </a:cubicBezTo>
                <a:cubicBezTo>
                  <a:pt x="170" y="574"/>
                  <a:pt x="166" y="577"/>
                  <a:pt x="163" y="580"/>
                </a:cubicBezTo>
                <a:cubicBezTo>
                  <a:pt x="163" y="565"/>
                  <a:pt x="163" y="565"/>
                  <a:pt x="163" y="565"/>
                </a:cubicBezTo>
                <a:cubicBezTo>
                  <a:pt x="166" y="562"/>
                  <a:pt x="169" y="560"/>
                  <a:pt x="171" y="558"/>
                </a:cubicBezTo>
                <a:cubicBezTo>
                  <a:pt x="173" y="558"/>
                  <a:pt x="173" y="558"/>
                  <a:pt x="173" y="558"/>
                </a:cubicBezTo>
                <a:close/>
                <a:moveTo>
                  <a:pt x="173" y="588"/>
                </a:moveTo>
                <a:cubicBezTo>
                  <a:pt x="173" y="601"/>
                  <a:pt x="173" y="601"/>
                  <a:pt x="173" y="601"/>
                </a:cubicBezTo>
                <a:cubicBezTo>
                  <a:pt x="170" y="603"/>
                  <a:pt x="167" y="604"/>
                  <a:pt x="163" y="605"/>
                </a:cubicBezTo>
                <a:cubicBezTo>
                  <a:pt x="163" y="593"/>
                  <a:pt x="163" y="593"/>
                  <a:pt x="163" y="593"/>
                </a:cubicBezTo>
                <a:cubicBezTo>
                  <a:pt x="164" y="593"/>
                  <a:pt x="165" y="593"/>
                  <a:pt x="167" y="593"/>
                </a:cubicBezTo>
                <a:cubicBezTo>
                  <a:pt x="169" y="591"/>
                  <a:pt x="171" y="589"/>
                  <a:pt x="173" y="588"/>
                </a:cubicBezTo>
                <a:close/>
                <a:moveTo>
                  <a:pt x="173" y="616"/>
                </a:moveTo>
                <a:cubicBezTo>
                  <a:pt x="173" y="621"/>
                  <a:pt x="173" y="621"/>
                  <a:pt x="173" y="621"/>
                </a:cubicBezTo>
                <a:cubicBezTo>
                  <a:pt x="169" y="618"/>
                  <a:pt x="169" y="618"/>
                  <a:pt x="169" y="618"/>
                </a:cubicBezTo>
                <a:cubicBezTo>
                  <a:pt x="173" y="616"/>
                  <a:pt x="173" y="616"/>
                  <a:pt x="173" y="616"/>
                </a:cubicBezTo>
                <a:close/>
                <a:moveTo>
                  <a:pt x="163" y="549"/>
                </a:moveTo>
                <a:cubicBezTo>
                  <a:pt x="163" y="541"/>
                  <a:pt x="163" y="541"/>
                  <a:pt x="163" y="541"/>
                </a:cubicBezTo>
                <a:cubicBezTo>
                  <a:pt x="164" y="543"/>
                  <a:pt x="165" y="545"/>
                  <a:pt x="166" y="547"/>
                </a:cubicBezTo>
                <a:cubicBezTo>
                  <a:pt x="163" y="549"/>
                  <a:pt x="163" y="549"/>
                  <a:pt x="163" y="549"/>
                </a:cubicBezTo>
                <a:close/>
                <a:moveTo>
                  <a:pt x="163" y="190"/>
                </a:moveTo>
                <a:cubicBezTo>
                  <a:pt x="164" y="188"/>
                  <a:pt x="164" y="187"/>
                  <a:pt x="163" y="184"/>
                </a:cubicBezTo>
                <a:cubicBezTo>
                  <a:pt x="163" y="184"/>
                  <a:pt x="163" y="183"/>
                  <a:pt x="163" y="183"/>
                </a:cubicBezTo>
                <a:lnTo>
                  <a:pt x="163" y="190"/>
                </a:lnTo>
                <a:close/>
                <a:moveTo>
                  <a:pt x="148" y="89"/>
                </a:moveTo>
                <a:cubicBezTo>
                  <a:pt x="153" y="85"/>
                  <a:pt x="158" y="81"/>
                  <a:pt x="163" y="77"/>
                </a:cubicBezTo>
                <a:cubicBezTo>
                  <a:pt x="163" y="94"/>
                  <a:pt x="163" y="94"/>
                  <a:pt x="163" y="94"/>
                </a:cubicBezTo>
                <a:cubicBezTo>
                  <a:pt x="156" y="94"/>
                  <a:pt x="152" y="95"/>
                  <a:pt x="148" y="99"/>
                </a:cubicBezTo>
                <a:cubicBezTo>
                  <a:pt x="148" y="89"/>
                  <a:pt x="148" y="89"/>
                  <a:pt x="148" y="89"/>
                </a:cubicBezTo>
                <a:close/>
                <a:moveTo>
                  <a:pt x="163" y="717"/>
                </a:moveTo>
                <a:cubicBezTo>
                  <a:pt x="161" y="716"/>
                  <a:pt x="159" y="714"/>
                  <a:pt x="158" y="712"/>
                </a:cubicBezTo>
                <a:cubicBezTo>
                  <a:pt x="153" y="710"/>
                  <a:pt x="152" y="709"/>
                  <a:pt x="148" y="706"/>
                </a:cubicBezTo>
                <a:cubicBezTo>
                  <a:pt x="148" y="697"/>
                  <a:pt x="148" y="697"/>
                  <a:pt x="148" y="697"/>
                </a:cubicBezTo>
                <a:cubicBezTo>
                  <a:pt x="150" y="698"/>
                  <a:pt x="152" y="700"/>
                  <a:pt x="154" y="702"/>
                </a:cubicBezTo>
                <a:cubicBezTo>
                  <a:pt x="155" y="695"/>
                  <a:pt x="156" y="689"/>
                  <a:pt x="157" y="683"/>
                </a:cubicBezTo>
                <a:cubicBezTo>
                  <a:pt x="157" y="669"/>
                  <a:pt x="157" y="663"/>
                  <a:pt x="148" y="656"/>
                </a:cubicBezTo>
                <a:cubicBezTo>
                  <a:pt x="148" y="647"/>
                  <a:pt x="148" y="647"/>
                  <a:pt x="148" y="647"/>
                </a:cubicBezTo>
                <a:cubicBezTo>
                  <a:pt x="154" y="651"/>
                  <a:pt x="158" y="655"/>
                  <a:pt x="163" y="660"/>
                </a:cubicBezTo>
                <a:cubicBezTo>
                  <a:pt x="163" y="717"/>
                  <a:pt x="163" y="717"/>
                  <a:pt x="163" y="717"/>
                </a:cubicBezTo>
                <a:close/>
                <a:moveTo>
                  <a:pt x="163" y="114"/>
                </a:moveTo>
                <a:cubicBezTo>
                  <a:pt x="163" y="123"/>
                  <a:pt x="163" y="123"/>
                  <a:pt x="163" y="123"/>
                </a:cubicBezTo>
                <a:cubicBezTo>
                  <a:pt x="157" y="121"/>
                  <a:pt x="152" y="119"/>
                  <a:pt x="148" y="118"/>
                </a:cubicBezTo>
                <a:cubicBezTo>
                  <a:pt x="148" y="108"/>
                  <a:pt x="148" y="108"/>
                  <a:pt x="148" y="108"/>
                </a:cubicBezTo>
                <a:cubicBezTo>
                  <a:pt x="163" y="114"/>
                  <a:pt x="163" y="114"/>
                  <a:pt x="163" y="114"/>
                </a:cubicBezTo>
                <a:close/>
                <a:moveTo>
                  <a:pt x="163" y="125"/>
                </a:moveTo>
                <a:cubicBezTo>
                  <a:pt x="163" y="135"/>
                  <a:pt x="163" y="135"/>
                  <a:pt x="163" y="135"/>
                </a:cubicBezTo>
                <a:cubicBezTo>
                  <a:pt x="159" y="138"/>
                  <a:pt x="156" y="141"/>
                  <a:pt x="151" y="144"/>
                </a:cubicBezTo>
                <a:cubicBezTo>
                  <a:pt x="150" y="145"/>
                  <a:pt x="149" y="147"/>
                  <a:pt x="148" y="148"/>
                </a:cubicBezTo>
                <a:cubicBezTo>
                  <a:pt x="148" y="135"/>
                  <a:pt x="148" y="135"/>
                  <a:pt x="148" y="135"/>
                </a:cubicBezTo>
                <a:cubicBezTo>
                  <a:pt x="154" y="133"/>
                  <a:pt x="158" y="131"/>
                  <a:pt x="163" y="125"/>
                </a:cubicBezTo>
                <a:close/>
                <a:moveTo>
                  <a:pt x="163" y="167"/>
                </a:moveTo>
                <a:cubicBezTo>
                  <a:pt x="163" y="175"/>
                  <a:pt x="163" y="175"/>
                  <a:pt x="163" y="175"/>
                </a:cubicBezTo>
                <a:cubicBezTo>
                  <a:pt x="161" y="175"/>
                  <a:pt x="159" y="174"/>
                  <a:pt x="157" y="173"/>
                </a:cubicBezTo>
                <a:cubicBezTo>
                  <a:pt x="157" y="171"/>
                  <a:pt x="157" y="169"/>
                  <a:pt x="157" y="167"/>
                </a:cubicBezTo>
                <a:cubicBezTo>
                  <a:pt x="159" y="167"/>
                  <a:pt x="161" y="167"/>
                  <a:pt x="163" y="167"/>
                </a:cubicBezTo>
                <a:close/>
                <a:moveTo>
                  <a:pt x="163" y="183"/>
                </a:moveTo>
                <a:cubicBezTo>
                  <a:pt x="163" y="190"/>
                  <a:pt x="163" y="190"/>
                  <a:pt x="163" y="190"/>
                </a:cubicBezTo>
                <a:cubicBezTo>
                  <a:pt x="162" y="191"/>
                  <a:pt x="162" y="191"/>
                  <a:pt x="162" y="191"/>
                </a:cubicBezTo>
                <a:cubicBezTo>
                  <a:pt x="162" y="191"/>
                  <a:pt x="162" y="191"/>
                  <a:pt x="163" y="191"/>
                </a:cubicBezTo>
                <a:cubicBezTo>
                  <a:pt x="163" y="204"/>
                  <a:pt x="163" y="204"/>
                  <a:pt x="163" y="204"/>
                </a:cubicBezTo>
                <a:cubicBezTo>
                  <a:pt x="158" y="203"/>
                  <a:pt x="152" y="199"/>
                  <a:pt x="148" y="196"/>
                </a:cubicBezTo>
                <a:cubicBezTo>
                  <a:pt x="148" y="177"/>
                  <a:pt x="148" y="177"/>
                  <a:pt x="148" y="177"/>
                </a:cubicBezTo>
                <a:cubicBezTo>
                  <a:pt x="150" y="176"/>
                  <a:pt x="151" y="177"/>
                  <a:pt x="154" y="178"/>
                </a:cubicBezTo>
                <a:cubicBezTo>
                  <a:pt x="154" y="180"/>
                  <a:pt x="155" y="182"/>
                  <a:pt x="155" y="184"/>
                </a:cubicBezTo>
                <a:cubicBezTo>
                  <a:pt x="158" y="183"/>
                  <a:pt x="160" y="182"/>
                  <a:pt x="163" y="183"/>
                </a:cubicBezTo>
                <a:close/>
                <a:moveTo>
                  <a:pt x="163" y="210"/>
                </a:moveTo>
                <a:cubicBezTo>
                  <a:pt x="163" y="223"/>
                  <a:pt x="163" y="223"/>
                  <a:pt x="163" y="223"/>
                </a:cubicBezTo>
                <a:cubicBezTo>
                  <a:pt x="161" y="223"/>
                  <a:pt x="160" y="223"/>
                  <a:pt x="158" y="223"/>
                </a:cubicBezTo>
                <a:cubicBezTo>
                  <a:pt x="158" y="220"/>
                  <a:pt x="158" y="217"/>
                  <a:pt x="158" y="215"/>
                </a:cubicBezTo>
                <a:cubicBezTo>
                  <a:pt x="160" y="213"/>
                  <a:pt x="161" y="212"/>
                  <a:pt x="163" y="210"/>
                </a:cubicBezTo>
                <a:close/>
                <a:moveTo>
                  <a:pt x="163" y="363"/>
                </a:moveTo>
                <a:cubicBezTo>
                  <a:pt x="163" y="444"/>
                  <a:pt x="163" y="444"/>
                  <a:pt x="163" y="444"/>
                </a:cubicBezTo>
                <a:cubicBezTo>
                  <a:pt x="162" y="444"/>
                  <a:pt x="162" y="444"/>
                  <a:pt x="162" y="444"/>
                </a:cubicBezTo>
                <a:cubicBezTo>
                  <a:pt x="160" y="425"/>
                  <a:pt x="160" y="412"/>
                  <a:pt x="159" y="405"/>
                </a:cubicBezTo>
                <a:cubicBezTo>
                  <a:pt x="159" y="391"/>
                  <a:pt x="160" y="377"/>
                  <a:pt x="163" y="363"/>
                </a:cubicBezTo>
                <a:close/>
                <a:moveTo>
                  <a:pt x="163" y="541"/>
                </a:moveTo>
                <a:cubicBezTo>
                  <a:pt x="163" y="549"/>
                  <a:pt x="163" y="549"/>
                  <a:pt x="163" y="549"/>
                </a:cubicBezTo>
                <a:cubicBezTo>
                  <a:pt x="158" y="552"/>
                  <a:pt x="153" y="554"/>
                  <a:pt x="148" y="557"/>
                </a:cubicBezTo>
                <a:cubicBezTo>
                  <a:pt x="148" y="544"/>
                  <a:pt x="148" y="544"/>
                  <a:pt x="148" y="544"/>
                </a:cubicBezTo>
                <a:cubicBezTo>
                  <a:pt x="152" y="541"/>
                  <a:pt x="156" y="537"/>
                  <a:pt x="161" y="538"/>
                </a:cubicBezTo>
                <a:cubicBezTo>
                  <a:pt x="162" y="539"/>
                  <a:pt x="162" y="540"/>
                  <a:pt x="163" y="541"/>
                </a:cubicBezTo>
                <a:close/>
                <a:moveTo>
                  <a:pt x="163" y="565"/>
                </a:moveTo>
                <a:cubicBezTo>
                  <a:pt x="163" y="580"/>
                  <a:pt x="163" y="580"/>
                  <a:pt x="163" y="580"/>
                </a:cubicBezTo>
                <a:cubicBezTo>
                  <a:pt x="157" y="586"/>
                  <a:pt x="154" y="591"/>
                  <a:pt x="163" y="593"/>
                </a:cubicBezTo>
                <a:cubicBezTo>
                  <a:pt x="163" y="605"/>
                  <a:pt x="163" y="605"/>
                  <a:pt x="163" y="605"/>
                </a:cubicBezTo>
                <a:cubicBezTo>
                  <a:pt x="162" y="605"/>
                  <a:pt x="162" y="605"/>
                  <a:pt x="161" y="605"/>
                </a:cubicBezTo>
                <a:cubicBezTo>
                  <a:pt x="154" y="600"/>
                  <a:pt x="150" y="595"/>
                  <a:pt x="148" y="591"/>
                </a:cubicBezTo>
                <a:cubicBezTo>
                  <a:pt x="148" y="582"/>
                  <a:pt x="148" y="582"/>
                  <a:pt x="148" y="582"/>
                </a:cubicBezTo>
                <a:cubicBezTo>
                  <a:pt x="150" y="576"/>
                  <a:pt x="156" y="571"/>
                  <a:pt x="163" y="565"/>
                </a:cubicBezTo>
                <a:close/>
                <a:moveTo>
                  <a:pt x="148" y="530"/>
                </a:moveTo>
                <a:cubicBezTo>
                  <a:pt x="148" y="517"/>
                  <a:pt x="148" y="517"/>
                  <a:pt x="148" y="517"/>
                </a:cubicBezTo>
                <a:cubicBezTo>
                  <a:pt x="149" y="517"/>
                  <a:pt x="149" y="517"/>
                  <a:pt x="149" y="517"/>
                </a:cubicBezTo>
                <a:cubicBezTo>
                  <a:pt x="151" y="520"/>
                  <a:pt x="153" y="523"/>
                  <a:pt x="154" y="526"/>
                </a:cubicBezTo>
                <a:cubicBezTo>
                  <a:pt x="151" y="528"/>
                  <a:pt x="150" y="529"/>
                  <a:pt x="148" y="530"/>
                </a:cubicBezTo>
                <a:close/>
                <a:moveTo>
                  <a:pt x="132" y="102"/>
                </a:moveTo>
                <a:cubicBezTo>
                  <a:pt x="137" y="98"/>
                  <a:pt x="143" y="93"/>
                  <a:pt x="148" y="89"/>
                </a:cubicBezTo>
                <a:cubicBezTo>
                  <a:pt x="148" y="99"/>
                  <a:pt x="148" y="99"/>
                  <a:pt x="148" y="99"/>
                </a:cubicBezTo>
                <a:cubicBezTo>
                  <a:pt x="145" y="100"/>
                  <a:pt x="143" y="103"/>
                  <a:pt x="140" y="106"/>
                </a:cubicBezTo>
                <a:cubicBezTo>
                  <a:pt x="148" y="108"/>
                  <a:pt x="148" y="108"/>
                  <a:pt x="148" y="108"/>
                </a:cubicBezTo>
                <a:cubicBezTo>
                  <a:pt x="148" y="118"/>
                  <a:pt x="148" y="118"/>
                  <a:pt x="148" y="118"/>
                </a:cubicBezTo>
                <a:cubicBezTo>
                  <a:pt x="142" y="116"/>
                  <a:pt x="137" y="115"/>
                  <a:pt x="132" y="116"/>
                </a:cubicBezTo>
                <a:cubicBezTo>
                  <a:pt x="132" y="102"/>
                  <a:pt x="132" y="102"/>
                  <a:pt x="132" y="102"/>
                </a:cubicBezTo>
                <a:close/>
                <a:moveTo>
                  <a:pt x="148" y="706"/>
                </a:moveTo>
                <a:cubicBezTo>
                  <a:pt x="145" y="705"/>
                  <a:pt x="142" y="702"/>
                  <a:pt x="136" y="697"/>
                </a:cubicBezTo>
                <a:cubicBezTo>
                  <a:pt x="135" y="696"/>
                  <a:pt x="133" y="694"/>
                  <a:pt x="132" y="693"/>
                </a:cubicBezTo>
                <a:cubicBezTo>
                  <a:pt x="132" y="663"/>
                  <a:pt x="132" y="663"/>
                  <a:pt x="132" y="663"/>
                </a:cubicBezTo>
                <a:cubicBezTo>
                  <a:pt x="134" y="655"/>
                  <a:pt x="135" y="648"/>
                  <a:pt x="132" y="642"/>
                </a:cubicBezTo>
                <a:cubicBezTo>
                  <a:pt x="132" y="628"/>
                  <a:pt x="132" y="628"/>
                  <a:pt x="132" y="628"/>
                </a:cubicBezTo>
                <a:cubicBezTo>
                  <a:pt x="133" y="628"/>
                  <a:pt x="133" y="629"/>
                  <a:pt x="133" y="629"/>
                </a:cubicBezTo>
                <a:cubicBezTo>
                  <a:pt x="137" y="633"/>
                  <a:pt x="140" y="638"/>
                  <a:pt x="143" y="643"/>
                </a:cubicBezTo>
                <a:cubicBezTo>
                  <a:pt x="145" y="644"/>
                  <a:pt x="146" y="645"/>
                  <a:pt x="148" y="647"/>
                </a:cubicBezTo>
                <a:cubicBezTo>
                  <a:pt x="148" y="656"/>
                  <a:pt x="148" y="656"/>
                  <a:pt x="148" y="656"/>
                </a:cubicBezTo>
                <a:cubicBezTo>
                  <a:pt x="147" y="656"/>
                  <a:pt x="145" y="654"/>
                  <a:pt x="143" y="654"/>
                </a:cubicBezTo>
                <a:cubicBezTo>
                  <a:pt x="140" y="674"/>
                  <a:pt x="134" y="684"/>
                  <a:pt x="148" y="697"/>
                </a:cubicBezTo>
                <a:cubicBezTo>
                  <a:pt x="148" y="706"/>
                  <a:pt x="148" y="706"/>
                  <a:pt x="148" y="706"/>
                </a:cubicBezTo>
                <a:close/>
                <a:moveTo>
                  <a:pt x="148" y="135"/>
                </a:moveTo>
                <a:cubicBezTo>
                  <a:pt x="148" y="148"/>
                  <a:pt x="148" y="148"/>
                  <a:pt x="148" y="148"/>
                </a:cubicBezTo>
                <a:cubicBezTo>
                  <a:pt x="143" y="154"/>
                  <a:pt x="139" y="161"/>
                  <a:pt x="132" y="165"/>
                </a:cubicBezTo>
                <a:cubicBezTo>
                  <a:pt x="132" y="154"/>
                  <a:pt x="132" y="154"/>
                  <a:pt x="132" y="154"/>
                </a:cubicBezTo>
                <a:cubicBezTo>
                  <a:pt x="135" y="152"/>
                  <a:pt x="138" y="149"/>
                  <a:pt x="141" y="144"/>
                </a:cubicBezTo>
                <a:cubicBezTo>
                  <a:pt x="138" y="144"/>
                  <a:pt x="135" y="143"/>
                  <a:pt x="132" y="142"/>
                </a:cubicBezTo>
                <a:cubicBezTo>
                  <a:pt x="132" y="133"/>
                  <a:pt x="132" y="133"/>
                  <a:pt x="132" y="133"/>
                </a:cubicBezTo>
                <a:cubicBezTo>
                  <a:pt x="142" y="136"/>
                  <a:pt x="142" y="136"/>
                  <a:pt x="142" y="136"/>
                </a:cubicBezTo>
                <a:cubicBezTo>
                  <a:pt x="144" y="135"/>
                  <a:pt x="146" y="135"/>
                  <a:pt x="148" y="135"/>
                </a:cubicBezTo>
                <a:close/>
                <a:moveTo>
                  <a:pt x="148" y="177"/>
                </a:moveTo>
                <a:cubicBezTo>
                  <a:pt x="148" y="196"/>
                  <a:pt x="148" y="196"/>
                  <a:pt x="148" y="196"/>
                </a:cubicBezTo>
                <a:cubicBezTo>
                  <a:pt x="145" y="194"/>
                  <a:pt x="144" y="192"/>
                  <a:pt x="143" y="190"/>
                </a:cubicBezTo>
                <a:cubicBezTo>
                  <a:pt x="144" y="182"/>
                  <a:pt x="144" y="182"/>
                  <a:pt x="145" y="177"/>
                </a:cubicBezTo>
                <a:cubicBezTo>
                  <a:pt x="147" y="177"/>
                  <a:pt x="147" y="177"/>
                  <a:pt x="148" y="177"/>
                </a:cubicBezTo>
                <a:close/>
                <a:moveTo>
                  <a:pt x="148" y="517"/>
                </a:moveTo>
                <a:cubicBezTo>
                  <a:pt x="148" y="530"/>
                  <a:pt x="148" y="530"/>
                  <a:pt x="148" y="530"/>
                </a:cubicBezTo>
                <a:cubicBezTo>
                  <a:pt x="146" y="531"/>
                  <a:pt x="144" y="532"/>
                  <a:pt x="141" y="534"/>
                </a:cubicBezTo>
                <a:cubicBezTo>
                  <a:pt x="146" y="543"/>
                  <a:pt x="146" y="543"/>
                  <a:pt x="147" y="544"/>
                </a:cubicBezTo>
                <a:cubicBezTo>
                  <a:pt x="148" y="544"/>
                  <a:pt x="148" y="544"/>
                  <a:pt x="148" y="544"/>
                </a:cubicBezTo>
                <a:cubicBezTo>
                  <a:pt x="148" y="557"/>
                  <a:pt x="148" y="557"/>
                  <a:pt x="148" y="557"/>
                </a:cubicBezTo>
                <a:cubicBezTo>
                  <a:pt x="143" y="560"/>
                  <a:pt x="137" y="563"/>
                  <a:pt x="132" y="566"/>
                </a:cubicBezTo>
                <a:cubicBezTo>
                  <a:pt x="132" y="553"/>
                  <a:pt x="132" y="553"/>
                  <a:pt x="132" y="553"/>
                </a:cubicBezTo>
                <a:cubicBezTo>
                  <a:pt x="134" y="552"/>
                  <a:pt x="135" y="551"/>
                  <a:pt x="139" y="550"/>
                </a:cubicBezTo>
                <a:cubicBezTo>
                  <a:pt x="137" y="544"/>
                  <a:pt x="137" y="544"/>
                  <a:pt x="133" y="538"/>
                </a:cubicBezTo>
                <a:cubicBezTo>
                  <a:pt x="132" y="539"/>
                  <a:pt x="132" y="539"/>
                  <a:pt x="132" y="539"/>
                </a:cubicBezTo>
                <a:cubicBezTo>
                  <a:pt x="132" y="525"/>
                  <a:pt x="132" y="525"/>
                  <a:pt x="132" y="525"/>
                </a:cubicBezTo>
                <a:cubicBezTo>
                  <a:pt x="137" y="523"/>
                  <a:pt x="143" y="520"/>
                  <a:pt x="148" y="517"/>
                </a:cubicBezTo>
                <a:close/>
                <a:moveTo>
                  <a:pt x="148" y="582"/>
                </a:moveTo>
                <a:cubicBezTo>
                  <a:pt x="148" y="591"/>
                  <a:pt x="148" y="591"/>
                  <a:pt x="148" y="591"/>
                </a:cubicBezTo>
                <a:cubicBezTo>
                  <a:pt x="147" y="588"/>
                  <a:pt x="147" y="585"/>
                  <a:pt x="148" y="582"/>
                </a:cubicBezTo>
                <a:close/>
                <a:moveTo>
                  <a:pt x="132" y="501"/>
                </a:moveTo>
                <a:cubicBezTo>
                  <a:pt x="132" y="481"/>
                  <a:pt x="132" y="481"/>
                  <a:pt x="132" y="481"/>
                </a:cubicBezTo>
                <a:cubicBezTo>
                  <a:pt x="137" y="486"/>
                  <a:pt x="140" y="494"/>
                  <a:pt x="142" y="505"/>
                </a:cubicBezTo>
                <a:cubicBezTo>
                  <a:pt x="139" y="506"/>
                  <a:pt x="136" y="507"/>
                  <a:pt x="133" y="507"/>
                </a:cubicBezTo>
                <a:cubicBezTo>
                  <a:pt x="133" y="505"/>
                  <a:pt x="133" y="503"/>
                  <a:pt x="132" y="501"/>
                </a:cubicBezTo>
                <a:close/>
                <a:moveTo>
                  <a:pt x="132" y="325"/>
                </a:moveTo>
                <a:cubicBezTo>
                  <a:pt x="132" y="310"/>
                  <a:pt x="132" y="310"/>
                  <a:pt x="132" y="310"/>
                </a:cubicBezTo>
                <a:cubicBezTo>
                  <a:pt x="134" y="310"/>
                  <a:pt x="135" y="311"/>
                  <a:pt x="136" y="311"/>
                </a:cubicBezTo>
                <a:cubicBezTo>
                  <a:pt x="135" y="316"/>
                  <a:pt x="134" y="320"/>
                  <a:pt x="132" y="325"/>
                </a:cubicBezTo>
                <a:close/>
                <a:moveTo>
                  <a:pt x="132" y="273"/>
                </a:moveTo>
                <a:cubicBezTo>
                  <a:pt x="132" y="258"/>
                  <a:pt x="132" y="258"/>
                  <a:pt x="132" y="258"/>
                </a:cubicBezTo>
                <a:cubicBezTo>
                  <a:pt x="139" y="257"/>
                  <a:pt x="143" y="264"/>
                  <a:pt x="137" y="273"/>
                </a:cubicBezTo>
                <a:cubicBezTo>
                  <a:pt x="135" y="273"/>
                  <a:pt x="134" y="273"/>
                  <a:pt x="132" y="273"/>
                </a:cubicBezTo>
                <a:close/>
                <a:moveTo>
                  <a:pt x="125" y="109"/>
                </a:moveTo>
                <a:cubicBezTo>
                  <a:pt x="127" y="107"/>
                  <a:pt x="130" y="104"/>
                  <a:pt x="132" y="102"/>
                </a:cubicBezTo>
                <a:cubicBezTo>
                  <a:pt x="132" y="116"/>
                  <a:pt x="132" y="116"/>
                  <a:pt x="132" y="116"/>
                </a:cubicBezTo>
                <a:cubicBezTo>
                  <a:pt x="130" y="117"/>
                  <a:pt x="127" y="118"/>
                  <a:pt x="125" y="120"/>
                </a:cubicBezTo>
                <a:cubicBezTo>
                  <a:pt x="125" y="109"/>
                  <a:pt x="125" y="109"/>
                  <a:pt x="125" y="109"/>
                </a:cubicBezTo>
                <a:close/>
                <a:moveTo>
                  <a:pt x="132" y="693"/>
                </a:moveTo>
                <a:cubicBezTo>
                  <a:pt x="130" y="690"/>
                  <a:pt x="127" y="688"/>
                  <a:pt x="125" y="685"/>
                </a:cubicBezTo>
                <a:cubicBezTo>
                  <a:pt x="125" y="676"/>
                  <a:pt x="125" y="676"/>
                  <a:pt x="125" y="676"/>
                </a:cubicBezTo>
                <a:cubicBezTo>
                  <a:pt x="126" y="677"/>
                  <a:pt x="127" y="678"/>
                  <a:pt x="128" y="679"/>
                </a:cubicBezTo>
                <a:cubicBezTo>
                  <a:pt x="129" y="673"/>
                  <a:pt x="131" y="668"/>
                  <a:pt x="132" y="663"/>
                </a:cubicBezTo>
                <a:cubicBezTo>
                  <a:pt x="132" y="693"/>
                  <a:pt x="132" y="693"/>
                  <a:pt x="132" y="693"/>
                </a:cubicBezTo>
                <a:close/>
                <a:moveTo>
                  <a:pt x="132" y="133"/>
                </a:moveTo>
                <a:cubicBezTo>
                  <a:pt x="132" y="142"/>
                  <a:pt x="132" y="142"/>
                  <a:pt x="132" y="142"/>
                </a:cubicBezTo>
                <a:cubicBezTo>
                  <a:pt x="130" y="142"/>
                  <a:pt x="127" y="141"/>
                  <a:pt x="125" y="141"/>
                </a:cubicBezTo>
                <a:cubicBezTo>
                  <a:pt x="125" y="131"/>
                  <a:pt x="125" y="131"/>
                  <a:pt x="125" y="131"/>
                </a:cubicBezTo>
                <a:cubicBezTo>
                  <a:pt x="132" y="133"/>
                  <a:pt x="132" y="133"/>
                  <a:pt x="132" y="133"/>
                </a:cubicBezTo>
                <a:close/>
                <a:moveTo>
                  <a:pt x="132" y="154"/>
                </a:moveTo>
                <a:cubicBezTo>
                  <a:pt x="132" y="165"/>
                  <a:pt x="132" y="165"/>
                  <a:pt x="132" y="165"/>
                </a:cubicBezTo>
                <a:cubicBezTo>
                  <a:pt x="132" y="165"/>
                  <a:pt x="131" y="166"/>
                  <a:pt x="130" y="166"/>
                </a:cubicBezTo>
                <a:cubicBezTo>
                  <a:pt x="128" y="169"/>
                  <a:pt x="126" y="172"/>
                  <a:pt x="125" y="175"/>
                </a:cubicBezTo>
                <a:cubicBezTo>
                  <a:pt x="125" y="157"/>
                  <a:pt x="125" y="157"/>
                  <a:pt x="125" y="157"/>
                </a:cubicBezTo>
                <a:cubicBezTo>
                  <a:pt x="128" y="156"/>
                  <a:pt x="130" y="156"/>
                  <a:pt x="132" y="154"/>
                </a:cubicBezTo>
                <a:close/>
                <a:moveTo>
                  <a:pt x="132" y="258"/>
                </a:moveTo>
                <a:cubicBezTo>
                  <a:pt x="132" y="273"/>
                  <a:pt x="132" y="273"/>
                  <a:pt x="132" y="273"/>
                </a:cubicBezTo>
                <a:cubicBezTo>
                  <a:pt x="131" y="273"/>
                  <a:pt x="129" y="273"/>
                  <a:pt x="128" y="273"/>
                </a:cubicBezTo>
                <a:cubicBezTo>
                  <a:pt x="124" y="269"/>
                  <a:pt x="125" y="267"/>
                  <a:pt x="125" y="262"/>
                </a:cubicBezTo>
                <a:cubicBezTo>
                  <a:pt x="128" y="260"/>
                  <a:pt x="130" y="258"/>
                  <a:pt x="132" y="258"/>
                </a:cubicBezTo>
                <a:close/>
                <a:moveTo>
                  <a:pt x="132" y="310"/>
                </a:moveTo>
                <a:cubicBezTo>
                  <a:pt x="132" y="325"/>
                  <a:pt x="132" y="325"/>
                  <a:pt x="132" y="325"/>
                </a:cubicBezTo>
                <a:cubicBezTo>
                  <a:pt x="131" y="331"/>
                  <a:pt x="129" y="336"/>
                  <a:pt x="128" y="342"/>
                </a:cubicBezTo>
                <a:cubicBezTo>
                  <a:pt x="125" y="342"/>
                  <a:pt x="125" y="342"/>
                  <a:pt x="125" y="342"/>
                </a:cubicBezTo>
                <a:cubicBezTo>
                  <a:pt x="125" y="317"/>
                  <a:pt x="125" y="317"/>
                  <a:pt x="125" y="317"/>
                </a:cubicBezTo>
                <a:cubicBezTo>
                  <a:pt x="125" y="317"/>
                  <a:pt x="125" y="317"/>
                  <a:pt x="125" y="317"/>
                </a:cubicBezTo>
                <a:cubicBezTo>
                  <a:pt x="125" y="314"/>
                  <a:pt x="126" y="311"/>
                  <a:pt x="127" y="309"/>
                </a:cubicBezTo>
                <a:cubicBezTo>
                  <a:pt x="128" y="309"/>
                  <a:pt x="130" y="310"/>
                  <a:pt x="132" y="310"/>
                </a:cubicBezTo>
                <a:close/>
                <a:moveTo>
                  <a:pt x="132" y="481"/>
                </a:moveTo>
                <a:cubicBezTo>
                  <a:pt x="132" y="501"/>
                  <a:pt x="132" y="501"/>
                  <a:pt x="132" y="501"/>
                </a:cubicBezTo>
                <a:cubicBezTo>
                  <a:pt x="132" y="499"/>
                  <a:pt x="131" y="496"/>
                  <a:pt x="131" y="493"/>
                </a:cubicBezTo>
                <a:cubicBezTo>
                  <a:pt x="129" y="491"/>
                  <a:pt x="127" y="489"/>
                  <a:pt x="125" y="488"/>
                </a:cubicBezTo>
                <a:cubicBezTo>
                  <a:pt x="125" y="476"/>
                  <a:pt x="125" y="476"/>
                  <a:pt x="125" y="476"/>
                </a:cubicBezTo>
                <a:cubicBezTo>
                  <a:pt x="128" y="477"/>
                  <a:pt x="130" y="479"/>
                  <a:pt x="132" y="481"/>
                </a:cubicBezTo>
                <a:close/>
                <a:moveTo>
                  <a:pt x="132" y="525"/>
                </a:moveTo>
                <a:cubicBezTo>
                  <a:pt x="132" y="539"/>
                  <a:pt x="132" y="539"/>
                  <a:pt x="132" y="539"/>
                </a:cubicBezTo>
                <a:cubicBezTo>
                  <a:pt x="130" y="540"/>
                  <a:pt x="127" y="542"/>
                  <a:pt x="125" y="544"/>
                </a:cubicBezTo>
                <a:cubicBezTo>
                  <a:pt x="125" y="529"/>
                  <a:pt x="125" y="529"/>
                  <a:pt x="125" y="529"/>
                </a:cubicBezTo>
                <a:cubicBezTo>
                  <a:pt x="132" y="525"/>
                  <a:pt x="132" y="525"/>
                  <a:pt x="132" y="525"/>
                </a:cubicBezTo>
                <a:close/>
                <a:moveTo>
                  <a:pt x="132" y="553"/>
                </a:moveTo>
                <a:cubicBezTo>
                  <a:pt x="132" y="566"/>
                  <a:pt x="132" y="566"/>
                  <a:pt x="132" y="566"/>
                </a:cubicBezTo>
                <a:cubicBezTo>
                  <a:pt x="129" y="567"/>
                  <a:pt x="129" y="567"/>
                  <a:pt x="129" y="567"/>
                </a:cubicBezTo>
                <a:cubicBezTo>
                  <a:pt x="128" y="564"/>
                  <a:pt x="126" y="561"/>
                  <a:pt x="125" y="558"/>
                </a:cubicBezTo>
                <a:cubicBezTo>
                  <a:pt x="129" y="555"/>
                  <a:pt x="130" y="554"/>
                  <a:pt x="132" y="553"/>
                </a:cubicBezTo>
                <a:close/>
                <a:moveTo>
                  <a:pt x="132" y="628"/>
                </a:moveTo>
                <a:cubicBezTo>
                  <a:pt x="132" y="642"/>
                  <a:pt x="132" y="642"/>
                  <a:pt x="132" y="642"/>
                </a:cubicBezTo>
                <a:cubicBezTo>
                  <a:pt x="131" y="638"/>
                  <a:pt x="128" y="635"/>
                  <a:pt x="125" y="632"/>
                </a:cubicBezTo>
                <a:cubicBezTo>
                  <a:pt x="125" y="621"/>
                  <a:pt x="125" y="621"/>
                  <a:pt x="125" y="621"/>
                </a:cubicBezTo>
                <a:cubicBezTo>
                  <a:pt x="127" y="623"/>
                  <a:pt x="129" y="626"/>
                  <a:pt x="132" y="628"/>
                </a:cubicBezTo>
                <a:close/>
                <a:moveTo>
                  <a:pt x="125" y="512"/>
                </a:moveTo>
                <a:cubicBezTo>
                  <a:pt x="125" y="505"/>
                  <a:pt x="125" y="505"/>
                  <a:pt x="125" y="505"/>
                </a:cubicBezTo>
                <a:cubicBezTo>
                  <a:pt x="125" y="507"/>
                  <a:pt x="126" y="509"/>
                  <a:pt x="127" y="511"/>
                </a:cubicBezTo>
                <a:cubicBezTo>
                  <a:pt x="125" y="512"/>
                  <a:pt x="125" y="512"/>
                  <a:pt x="125" y="512"/>
                </a:cubicBezTo>
                <a:close/>
                <a:moveTo>
                  <a:pt x="125" y="460"/>
                </a:moveTo>
                <a:cubicBezTo>
                  <a:pt x="125" y="449"/>
                  <a:pt x="125" y="449"/>
                  <a:pt x="125" y="449"/>
                </a:cubicBezTo>
                <a:cubicBezTo>
                  <a:pt x="125" y="449"/>
                  <a:pt x="126" y="449"/>
                  <a:pt x="127" y="450"/>
                </a:cubicBezTo>
                <a:cubicBezTo>
                  <a:pt x="128" y="453"/>
                  <a:pt x="128" y="456"/>
                  <a:pt x="129" y="459"/>
                </a:cubicBezTo>
                <a:cubicBezTo>
                  <a:pt x="125" y="460"/>
                  <a:pt x="125" y="460"/>
                  <a:pt x="125" y="460"/>
                </a:cubicBezTo>
                <a:close/>
                <a:moveTo>
                  <a:pt x="125" y="436"/>
                </a:moveTo>
                <a:cubicBezTo>
                  <a:pt x="125" y="432"/>
                  <a:pt x="125" y="432"/>
                  <a:pt x="125" y="432"/>
                </a:cubicBezTo>
                <a:cubicBezTo>
                  <a:pt x="125" y="435"/>
                  <a:pt x="125" y="435"/>
                  <a:pt x="125" y="435"/>
                </a:cubicBezTo>
                <a:lnTo>
                  <a:pt x="125" y="436"/>
                </a:lnTo>
                <a:close/>
                <a:moveTo>
                  <a:pt x="103" y="132"/>
                </a:moveTo>
                <a:cubicBezTo>
                  <a:pt x="104" y="132"/>
                  <a:pt x="104" y="132"/>
                  <a:pt x="105" y="131"/>
                </a:cubicBezTo>
                <a:cubicBezTo>
                  <a:pt x="111" y="123"/>
                  <a:pt x="118" y="116"/>
                  <a:pt x="125" y="109"/>
                </a:cubicBezTo>
                <a:cubicBezTo>
                  <a:pt x="125" y="120"/>
                  <a:pt x="125" y="120"/>
                  <a:pt x="125" y="120"/>
                </a:cubicBezTo>
                <a:cubicBezTo>
                  <a:pt x="122" y="122"/>
                  <a:pt x="118" y="125"/>
                  <a:pt x="115" y="129"/>
                </a:cubicBezTo>
                <a:cubicBezTo>
                  <a:pt x="118" y="130"/>
                  <a:pt x="121" y="131"/>
                  <a:pt x="125" y="131"/>
                </a:cubicBezTo>
                <a:cubicBezTo>
                  <a:pt x="125" y="141"/>
                  <a:pt x="125" y="141"/>
                  <a:pt x="125" y="141"/>
                </a:cubicBezTo>
                <a:cubicBezTo>
                  <a:pt x="116" y="139"/>
                  <a:pt x="109" y="139"/>
                  <a:pt x="103" y="143"/>
                </a:cubicBezTo>
                <a:cubicBezTo>
                  <a:pt x="103" y="132"/>
                  <a:pt x="103" y="132"/>
                  <a:pt x="103" y="132"/>
                </a:cubicBezTo>
                <a:close/>
                <a:moveTo>
                  <a:pt x="125" y="685"/>
                </a:moveTo>
                <a:cubicBezTo>
                  <a:pt x="118" y="679"/>
                  <a:pt x="111" y="673"/>
                  <a:pt x="106" y="665"/>
                </a:cubicBezTo>
                <a:cubicBezTo>
                  <a:pt x="105" y="664"/>
                  <a:pt x="104" y="664"/>
                  <a:pt x="103" y="663"/>
                </a:cubicBezTo>
                <a:cubicBezTo>
                  <a:pt x="103" y="653"/>
                  <a:pt x="103" y="653"/>
                  <a:pt x="103" y="653"/>
                </a:cubicBezTo>
                <a:cubicBezTo>
                  <a:pt x="104" y="655"/>
                  <a:pt x="104" y="655"/>
                  <a:pt x="104" y="655"/>
                </a:cubicBezTo>
                <a:cubicBezTo>
                  <a:pt x="107" y="646"/>
                  <a:pt x="110" y="637"/>
                  <a:pt x="113" y="629"/>
                </a:cubicBezTo>
                <a:cubicBezTo>
                  <a:pt x="113" y="617"/>
                  <a:pt x="112" y="615"/>
                  <a:pt x="104" y="605"/>
                </a:cubicBezTo>
                <a:cubicBezTo>
                  <a:pt x="104" y="605"/>
                  <a:pt x="103" y="605"/>
                  <a:pt x="103" y="606"/>
                </a:cubicBezTo>
                <a:cubicBezTo>
                  <a:pt x="103" y="592"/>
                  <a:pt x="103" y="592"/>
                  <a:pt x="103" y="592"/>
                </a:cubicBezTo>
                <a:cubicBezTo>
                  <a:pt x="104" y="594"/>
                  <a:pt x="105" y="596"/>
                  <a:pt x="105" y="597"/>
                </a:cubicBezTo>
                <a:cubicBezTo>
                  <a:pt x="114" y="605"/>
                  <a:pt x="118" y="613"/>
                  <a:pt x="125" y="621"/>
                </a:cubicBezTo>
                <a:cubicBezTo>
                  <a:pt x="125" y="632"/>
                  <a:pt x="125" y="632"/>
                  <a:pt x="125" y="632"/>
                </a:cubicBezTo>
                <a:cubicBezTo>
                  <a:pt x="124" y="631"/>
                  <a:pt x="123" y="631"/>
                  <a:pt x="123" y="630"/>
                </a:cubicBezTo>
                <a:cubicBezTo>
                  <a:pt x="115" y="654"/>
                  <a:pt x="110" y="661"/>
                  <a:pt x="125" y="676"/>
                </a:cubicBezTo>
                <a:cubicBezTo>
                  <a:pt x="125" y="685"/>
                  <a:pt x="125" y="685"/>
                  <a:pt x="125" y="685"/>
                </a:cubicBezTo>
                <a:close/>
                <a:moveTo>
                  <a:pt x="125" y="157"/>
                </a:moveTo>
                <a:cubicBezTo>
                  <a:pt x="125" y="175"/>
                  <a:pt x="125" y="175"/>
                  <a:pt x="125" y="175"/>
                </a:cubicBezTo>
                <a:cubicBezTo>
                  <a:pt x="121" y="180"/>
                  <a:pt x="117" y="184"/>
                  <a:pt x="111" y="190"/>
                </a:cubicBezTo>
                <a:cubicBezTo>
                  <a:pt x="108" y="195"/>
                  <a:pt x="106" y="200"/>
                  <a:pt x="103" y="205"/>
                </a:cubicBezTo>
                <a:cubicBezTo>
                  <a:pt x="103" y="182"/>
                  <a:pt x="103" y="182"/>
                  <a:pt x="103" y="182"/>
                </a:cubicBezTo>
                <a:cubicBezTo>
                  <a:pt x="111" y="181"/>
                  <a:pt x="115" y="177"/>
                  <a:pt x="120" y="167"/>
                </a:cubicBezTo>
                <a:cubicBezTo>
                  <a:pt x="111" y="166"/>
                  <a:pt x="107" y="165"/>
                  <a:pt x="103" y="165"/>
                </a:cubicBezTo>
                <a:cubicBezTo>
                  <a:pt x="103" y="156"/>
                  <a:pt x="103" y="156"/>
                  <a:pt x="103" y="156"/>
                </a:cubicBezTo>
                <a:cubicBezTo>
                  <a:pt x="113" y="158"/>
                  <a:pt x="113" y="158"/>
                  <a:pt x="113" y="158"/>
                </a:cubicBezTo>
                <a:cubicBezTo>
                  <a:pt x="118" y="158"/>
                  <a:pt x="121" y="158"/>
                  <a:pt x="125" y="157"/>
                </a:cubicBezTo>
                <a:close/>
                <a:moveTo>
                  <a:pt x="125" y="317"/>
                </a:moveTo>
                <a:cubicBezTo>
                  <a:pt x="125" y="342"/>
                  <a:pt x="125" y="342"/>
                  <a:pt x="125" y="342"/>
                </a:cubicBezTo>
                <a:cubicBezTo>
                  <a:pt x="123" y="342"/>
                  <a:pt x="123" y="342"/>
                  <a:pt x="123" y="342"/>
                </a:cubicBezTo>
                <a:cubicBezTo>
                  <a:pt x="122" y="341"/>
                  <a:pt x="120" y="341"/>
                  <a:pt x="118" y="341"/>
                </a:cubicBezTo>
                <a:cubicBezTo>
                  <a:pt x="119" y="337"/>
                  <a:pt x="120" y="333"/>
                  <a:pt x="121" y="330"/>
                </a:cubicBezTo>
                <a:cubicBezTo>
                  <a:pt x="115" y="328"/>
                  <a:pt x="109" y="327"/>
                  <a:pt x="103" y="325"/>
                </a:cubicBezTo>
                <a:cubicBezTo>
                  <a:pt x="103" y="313"/>
                  <a:pt x="103" y="313"/>
                  <a:pt x="103" y="313"/>
                </a:cubicBezTo>
                <a:cubicBezTo>
                  <a:pt x="110" y="315"/>
                  <a:pt x="118" y="317"/>
                  <a:pt x="125" y="317"/>
                </a:cubicBezTo>
                <a:close/>
                <a:moveTo>
                  <a:pt x="125" y="432"/>
                </a:moveTo>
                <a:cubicBezTo>
                  <a:pt x="125" y="436"/>
                  <a:pt x="125" y="436"/>
                  <a:pt x="125" y="436"/>
                </a:cubicBezTo>
                <a:cubicBezTo>
                  <a:pt x="118" y="440"/>
                  <a:pt x="110" y="446"/>
                  <a:pt x="103" y="451"/>
                </a:cubicBezTo>
                <a:cubicBezTo>
                  <a:pt x="103" y="439"/>
                  <a:pt x="103" y="439"/>
                  <a:pt x="103" y="439"/>
                </a:cubicBezTo>
                <a:cubicBezTo>
                  <a:pt x="105" y="438"/>
                  <a:pt x="107" y="436"/>
                  <a:pt x="109" y="435"/>
                </a:cubicBezTo>
                <a:cubicBezTo>
                  <a:pt x="107" y="435"/>
                  <a:pt x="105" y="436"/>
                  <a:pt x="103" y="436"/>
                </a:cubicBezTo>
                <a:cubicBezTo>
                  <a:pt x="103" y="425"/>
                  <a:pt x="103" y="425"/>
                  <a:pt x="103" y="425"/>
                </a:cubicBezTo>
                <a:cubicBezTo>
                  <a:pt x="123" y="422"/>
                  <a:pt x="123" y="422"/>
                  <a:pt x="123" y="422"/>
                </a:cubicBezTo>
                <a:cubicBezTo>
                  <a:pt x="125" y="432"/>
                  <a:pt x="125" y="432"/>
                  <a:pt x="125" y="432"/>
                </a:cubicBezTo>
                <a:close/>
                <a:moveTo>
                  <a:pt x="125" y="449"/>
                </a:moveTo>
                <a:cubicBezTo>
                  <a:pt x="121" y="449"/>
                  <a:pt x="118" y="450"/>
                  <a:pt x="103" y="452"/>
                </a:cubicBezTo>
                <a:cubicBezTo>
                  <a:pt x="103" y="463"/>
                  <a:pt x="103" y="463"/>
                  <a:pt x="103" y="463"/>
                </a:cubicBezTo>
                <a:cubicBezTo>
                  <a:pt x="110" y="462"/>
                  <a:pt x="118" y="461"/>
                  <a:pt x="125" y="460"/>
                </a:cubicBezTo>
                <a:cubicBezTo>
                  <a:pt x="125" y="449"/>
                  <a:pt x="125" y="449"/>
                  <a:pt x="125" y="449"/>
                </a:cubicBezTo>
                <a:close/>
                <a:moveTo>
                  <a:pt x="125" y="476"/>
                </a:moveTo>
                <a:cubicBezTo>
                  <a:pt x="125" y="488"/>
                  <a:pt x="125" y="488"/>
                  <a:pt x="125" y="488"/>
                </a:cubicBezTo>
                <a:cubicBezTo>
                  <a:pt x="115" y="483"/>
                  <a:pt x="102" y="492"/>
                  <a:pt x="107" y="506"/>
                </a:cubicBezTo>
                <a:cubicBezTo>
                  <a:pt x="110" y="506"/>
                  <a:pt x="110" y="506"/>
                  <a:pt x="114" y="504"/>
                </a:cubicBezTo>
                <a:cubicBezTo>
                  <a:pt x="114" y="502"/>
                  <a:pt x="114" y="500"/>
                  <a:pt x="114" y="498"/>
                </a:cubicBezTo>
                <a:cubicBezTo>
                  <a:pt x="116" y="497"/>
                  <a:pt x="118" y="496"/>
                  <a:pt x="121" y="495"/>
                </a:cubicBezTo>
                <a:cubicBezTo>
                  <a:pt x="122" y="498"/>
                  <a:pt x="123" y="501"/>
                  <a:pt x="125" y="505"/>
                </a:cubicBezTo>
                <a:cubicBezTo>
                  <a:pt x="125" y="512"/>
                  <a:pt x="125" y="512"/>
                  <a:pt x="125" y="512"/>
                </a:cubicBezTo>
                <a:cubicBezTo>
                  <a:pt x="118" y="514"/>
                  <a:pt x="111" y="517"/>
                  <a:pt x="104" y="519"/>
                </a:cubicBezTo>
                <a:cubicBezTo>
                  <a:pt x="103" y="516"/>
                  <a:pt x="103" y="516"/>
                  <a:pt x="103" y="516"/>
                </a:cubicBezTo>
                <a:cubicBezTo>
                  <a:pt x="103" y="480"/>
                  <a:pt x="103" y="480"/>
                  <a:pt x="103" y="480"/>
                </a:cubicBezTo>
                <a:cubicBezTo>
                  <a:pt x="112" y="476"/>
                  <a:pt x="119" y="475"/>
                  <a:pt x="125" y="476"/>
                </a:cubicBezTo>
                <a:close/>
                <a:moveTo>
                  <a:pt x="125" y="529"/>
                </a:moveTo>
                <a:cubicBezTo>
                  <a:pt x="125" y="544"/>
                  <a:pt x="125" y="544"/>
                  <a:pt x="125" y="544"/>
                </a:cubicBezTo>
                <a:cubicBezTo>
                  <a:pt x="122" y="545"/>
                  <a:pt x="120" y="546"/>
                  <a:pt x="117" y="546"/>
                </a:cubicBezTo>
                <a:cubicBezTo>
                  <a:pt x="116" y="543"/>
                  <a:pt x="114" y="539"/>
                  <a:pt x="113" y="536"/>
                </a:cubicBezTo>
                <a:cubicBezTo>
                  <a:pt x="117" y="534"/>
                  <a:pt x="121" y="532"/>
                  <a:pt x="125" y="529"/>
                </a:cubicBezTo>
                <a:close/>
                <a:moveTo>
                  <a:pt x="103" y="409"/>
                </a:moveTo>
                <a:cubicBezTo>
                  <a:pt x="103" y="396"/>
                  <a:pt x="103" y="396"/>
                  <a:pt x="103" y="396"/>
                </a:cubicBezTo>
                <a:cubicBezTo>
                  <a:pt x="109" y="396"/>
                  <a:pt x="116" y="396"/>
                  <a:pt x="122" y="396"/>
                </a:cubicBezTo>
                <a:cubicBezTo>
                  <a:pt x="122" y="400"/>
                  <a:pt x="122" y="404"/>
                  <a:pt x="122" y="409"/>
                </a:cubicBezTo>
                <a:cubicBezTo>
                  <a:pt x="103" y="409"/>
                  <a:pt x="103" y="409"/>
                  <a:pt x="103" y="409"/>
                </a:cubicBezTo>
                <a:close/>
                <a:moveTo>
                  <a:pt x="103" y="378"/>
                </a:moveTo>
                <a:cubicBezTo>
                  <a:pt x="103" y="356"/>
                  <a:pt x="103" y="356"/>
                  <a:pt x="103" y="356"/>
                </a:cubicBezTo>
                <a:cubicBezTo>
                  <a:pt x="106" y="353"/>
                  <a:pt x="109" y="353"/>
                  <a:pt x="116" y="353"/>
                </a:cubicBezTo>
                <a:cubicBezTo>
                  <a:pt x="126" y="360"/>
                  <a:pt x="124" y="371"/>
                  <a:pt x="122" y="382"/>
                </a:cubicBezTo>
                <a:cubicBezTo>
                  <a:pt x="119" y="381"/>
                  <a:pt x="116" y="380"/>
                  <a:pt x="113" y="380"/>
                </a:cubicBezTo>
                <a:cubicBezTo>
                  <a:pt x="115" y="374"/>
                  <a:pt x="114" y="370"/>
                  <a:pt x="114" y="364"/>
                </a:cubicBezTo>
                <a:cubicBezTo>
                  <a:pt x="112" y="364"/>
                  <a:pt x="111" y="364"/>
                  <a:pt x="110" y="365"/>
                </a:cubicBezTo>
                <a:cubicBezTo>
                  <a:pt x="107" y="371"/>
                  <a:pt x="105" y="375"/>
                  <a:pt x="103" y="378"/>
                </a:cubicBezTo>
                <a:close/>
                <a:moveTo>
                  <a:pt x="94" y="141"/>
                </a:moveTo>
                <a:cubicBezTo>
                  <a:pt x="97" y="138"/>
                  <a:pt x="100" y="135"/>
                  <a:pt x="103" y="132"/>
                </a:cubicBezTo>
                <a:cubicBezTo>
                  <a:pt x="103" y="143"/>
                  <a:pt x="103" y="143"/>
                  <a:pt x="103" y="143"/>
                </a:cubicBezTo>
                <a:cubicBezTo>
                  <a:pt x="100" y="146"/>
                  <a:pt x="97" y="149"/>
                  <a:pt x="94" y="154"/>
                </a:cubicBezTo>
                <a:cubicBezTo>
                  <a:pt x="94" y="141"/>
                  <a:pt x="94" y="141"/>
                  <a:pt x="94" y="141"/>
                </a:cubicBezTo>
                <a:close/>
                <a:moveTo>
                  <a:pt x="103" y="663"/>
                </a:moveTo>
                <a:cubicBezTo>
                  <a:pt x="100" y="660"/>
                  <a:pt x="97" y="657"/>
                  <a:pt x="94" y="654"/>
                </a:cubicBezTo>
                <a:cubicBezTo>
                  <a:pt x="94" y="641"/>
                  <a:pt x="94" y="641"/>
                  <a:pt x="94" y="641"/>
                </a:cubicBezTo>
                <a:cubicBezTo>
                  <a:pt x="95" y="644"/>
                  <a:pt x="96" y="645"/>
                  <a:pt x="103" y="653"/>
                </a:cubicBezTo>
                <a:cubicBezTo>
                  <a:pt x="103" y="663"/>
                  <a:pt x="103" y="663"/>
                  <a:pt x="103" y="663"/>
                </a:cubicBezTo>
                <a:close/>
                <a:moveTo>
                  <a:pt x="103" y="156"/>
                </a:moveTo>
                <a:cubicBezTo>
                  <a:pt x="103" y="165"/>
                  <a:pt x="103" y="165"/>
                  <a:pt x="103" y="165"/>
                </a:cubicBezTo>
                <a:cubicBezTo>
                  <a:pt x="100" y="165"/>
                  <a:pt x="97" y="165"/>
                  <a:pt x="94" y="165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103" y="156"/>
                  <a:pt x="103" y="156"/>
                  <a:pt x="103" y="156"/>
                </a:cubicBezTo>
                <a:close/>
                <a:moveTo>
                  <a:pt x="103" y="182"/>
                </a:moveTo>
                <a:cubicBezTo>
                  <a:pt x="103" y="205"/>
                  <a:pt x="103" y="205"/>
                  <a:pt x="103" y="205"/>
                </a:cubicBezTo>
                <a:cubicBezTo>
                  <a:pt x="101" y="209"/>
                  <a:pt x="98" y="212"/>
                  <a:pt x="94" y="215"/>
                </a:cubicBezTo>
                <a:cubicBezTo>
                  <a:pt x="94" y="205"/>
                  <a:pt x="94" y="205"/>
                  <a:pt x="94" y="205"/>
                </a:cubicBezTo>
                <a:cubicBezTo>
                  <a:pt x="96" y="202"/>
                  <a:pt x="98" y="199"/>
                  <a:pt x="101" y="192"/>
                </a:cubicBezTo>
                <a:cubicBezTo>
                  <a:pt x="99" y="192"/>
                  <a:pt x="99" y="193"/>
                  <a:pt x="94" y="192"/>
                </a:cubicBezTo>
                <a:cubicBezTo>
                  <a:pt x="94" y="184"/>
                  <a:pt x="94" y="184"/>
                  <a:pt x="94" y="184"/>
                </a:cubicBezTo>
                <a:cubicBezTo>
                  <a:pt x="95" y="184"/>
                  <a:pt x="95" y="184"/>
                  <a:pt x="95" y="184"/>
                </a:cubicBezTo>
                <a:cubicBezTo>
                  <a:pt x="98" y="184"/>
                  <a:pt x="101" y="183"/>
                  <a:pt x="103" y="182"/>
                </a:cubicBezTo>
                <a:close/>
                <a:moveTo>
                  <a:pt x="103" y="313"/>
                </a:moveTo>
                <a:cubicBezTo>
                  <a:pt x="103" y="325"/>
                  <a:pt x="103" y="325"/>
                  <a:pt x="103" y="325"/>
                </a:cubicBezTo>
                <a:cubicBezTo>
                  <a:pt x="94" y="323"/>
                  <a:pt x="94" y="323"/>
                  <a:pt x="94" y="323"/>
                </a:cubicBezTo>
                <a:cubicBezTo>
                  <a:pt x="94" y="310"/>
                  <a:pt x="94" y="310"/>
                  <a:pt x="94" y="310"/>
                </a:cubicBezTo>
                <a:cubicBezTo>
                  <a:pt x="97" y="311"/>
                  <a:pt x="100" y="312"/>
                  <a:pt x="103" y="313"/>
                </a:cubicBezTo>
                <a:close/>
                <a:moveTo>
                  <a:pt x="103" y="356"/>
                </a:moveTo>
                <a:cubicBezTo>
                  <a:pt x="103" y="378"/>
                  <a:pt x="103" y="378"/>
                  <a:pt x="103" y="378"/>
                </a:cubicBezTo>
                <a:cubicBezTo>
                  <a:pt x="101" y="380"/>
                  <a:pt x="99" y="382"/>
                  <a:pt x="94" y="382"/>
                </a:cubicBezTo>
                <a:cubicBezTo>
                  <a:pt x="94" y="369"/>
                  <a:pt x="94" y="369"/>
                  <a:pt x="94" y="369"/>
                </a:cubicBezTo>
                <a:cubicBezTo>
                  <a:pt x="94" y="369"/>
                  <a:pt x="95" y="369"/>
                  <a:pt x="95" y="369"/>
                </a:cubicBezTo>
                <a:cubicBezTo>
                  <a:pt x="99" y="362"/>
                  <a:pt x="101" y="358"/>
                  <a:pt x="103" y="356"/>
                </a:cubicBezTo>
                <a:close/>
                <a:moveTo>
                  <a:pt x="103" y="396"/>
                </a:moveTo>
                <a:cubicBezTo>
                  <a:pt x="103" y="409"/>
                  <a:pt x="103" y="409"/>
                  <a:pt x="103" y="409"/>
                </a:cubicBezTo>
                <a:cubicBezTo>
                  <a:pt x="94" y="409"/>
                  <a:pt x="94" y="409"/>
                  <a:pt x="94" y="409"/>
                </a:cubicBezTo>
                <a:cubicBezTo>
                  <a:pt x="94" y="397"/>
                  <a:pt x="94" y="397"/>
                  <a:pt x="94" y="397"/>
                </a:cubicBezTo>
                <a:cubicBezTo>
                  <a:pt x="103" y="396"/>
                  <a:pt x="103" y="396"/>
                  <a:pt x="103" y="396"/>
                </a:cubicBezTo>
                <a:close/>
                <a:moveTo>
                  <a:pt x="103" y="425"/>
                </a:moveTo>
                <a:cubicBezTo>
                  <a:pt x="103" y="436"/>
                  <a:pt x="103" y="436"/>
                  <a:pt x="103" y="436"/>
                </a:cubicBezTo>
                <a:cubicBezTo>
                  <a:pt x="100" y="436"/>
                  <a:pt x="97" y="436"/>
                  <a:pt x="94" y="437"/>
                </a:cubicBezTo>
                <a:cubicBezTo>
                  <a:pt x="94" y="426"/>
                  <a:pt x="94" y="426"/>
                  <a:pt x="94" y="426"/>
                </a:cubicBezTo>
                <a:cubicBezTo>
                  <a:pt x="103" y="425"/>
                  <a:pt x="103" y="425"/>
                  <a:pt x="103" y="425"/>
                </a:cubicBezTo>
                <a:close/>
                <a:moveTo>
                  <a:pt x="103" y="439"/>
                </a:moveTo>
                <a:cubicBezTo>
                  <a:pt x="103" y="451"/>
                  <a:pt x="103" y="451"/>
                  <a:pt x="103" y="451"/>
                </a:cubicBezTo>
                <a:cubicBezTo>
                  <a:pt x="102" y="452"/>
                  <a:pt x="102" y="452"/>
                  <a:pt x="102" y="452"/>
                </a:cubicBezTo>
                <a:cubicBezTo>
                  <a:pt x="103" y="452"/>
                  <a:pt x="103" y="452"/>
                  <a:pt x="103" y="452"/>
                </a:cubicBezTo>
                <a:cubicBezTo>
                  <a:pt x="103" y="463"/>
                  <a:pt x="103" y="463"/>
                  <a:pt x="103" y="463"/>
                </a:cubicBezTo>
                <a:cubicBezTo>
                  <a:pt x="100" y="463"/>
                  <a:pt x="97" y="464"/>
                  <a:pt x="94" y="464"/>
                </a:cubicBezTo>
                <a:cubicBezTo>
                  <a:pt x="94" y="446"/>
                  <a:pt x="94" y="446"/>
                  <a:pt x="94" y="446"/>
                </a:cubicBezTo>
                <a:cubicBezTo>
                  <a:pt x="97" y="444"/>
                  <a:pt x="100" y="441"/>
                  <a:pt x="103" y="439"/>
                </a:cubicBezTo>
                <a:close/>
                <a:moveTo>
                  <a:pt x="103" y="480"/>
                </a:moveTo>
                <a:cubicBezTo>
                  <a:pt x="103" y="516"/>
                  <a:pt x="103" y="516"/>
                  <a:pt x="103" y="516"/>
                </a:cubicBezTo>
                <a:cubicBezTo>
                  <a:pt x="97" y="503"/>
                  <a:pt x="94" y="495"/>
                  <a:pt x="101" y="480"/>
                </a:cubicBezTo>
                <a:cubicBezTo>
                  <a:pt x="102" y="480"/>
                  <a:pt x="102" y="480"/>
                  <a:pt x="103" y="480"/>
                </a:cubicBezTo>
                <a:close/>
                <a:moveTo>
                  <a:pt x="103" y="592"/>
                </a:moveTo>
                <a:cubicBezTo>
                  <a:pt x="103" y="606"/>
                  <a:pt x="103" y="606"/>
                  <a:pt x="103" y="606"/>
                </a:cubicBezTo>
                <a:cubicBezTo>
                  <a:pt x="98" y="612"/>
                  <a:pt x="95" y="621"/>
                  <a:pt x="94" y="630"/>
                </a:cubicBezTo>
                <a:cubicBezTo>
                  <a:pt x="94" y="603"/>
                  <a:pt x="94" y="603"/>
                  <a:pt x="94" y="603"/>
                </a:cubicBezTo>
                <a:cubicBezTo>
                  <a:pt x="95" y="598"/>
                  <a:pt x="95" y="595"/>
                  <a:pt x="94" y="592"/>
                </a:cubicBezTo>
                <a:cubicBezTo>
                  <a:pt x="94" y="575"/>
                  <a:pt x="94" y="575"/>
                  <a:pt x="94" y="575"/>
                </a:cubicBezTo>
                <a:cubicBezTo>
                  <a:pt x="98" y="580"/>
                  <a:pt x="101" y="587"/>
                  <a:pt x="103" y="592"/>
                </a:cubicBezTo>
                <a:close/>
                <a:moveTo>
                  <a:pt x="84" y="155"/>
                </a:moveTo>
                <a:cubicBezTo>
                  <a:pt x="87" y="150"/>
                  <a:pt x="90" y="145"/>
                  <a:pt x="94" y="141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54"/>
                  <a:pt x="94" y="154"/>
                  <a:pt x="94" y="154"/>
                </a:cubicBezTo>
                <a:cubicBezTo>
                  <a:pt x="94" y="165"/>
                  <a:pt x="94" y="165"/>
                  <a:pt x="94" y="165"/>
                </a:cubicBezTo>
                <a:cubicBezTo>
                  <a:pt x="93" y="165"/>
                  <a:pt x="92" y="165"/>
                  <a:pt x="90" y="165"/>
                </a:cubicBezTo>
                <a:cubicBezTo>
                  <a:pt x="88" y="166"/>
                  <a:pt x="86" y="167"/>
                  <a:pt x="84" y="168"/>
                </a:cubicBezTo>
                <a:cubicBezTo>
                  <a:pt x="84" y="155"/>
                  <a:pt x="84" y="155"/>
                  <a:pt x="84" y="155"/>
                </a:cubicBezTo>
                <a:close/>
                <a:moveTo>
                  <a:pt x="94" y="654"/>
                </a:moveTo>
                <a:cubicBezTo>
                  <a:pt x="90" y="650"/>
                  <a:pt x="87" y="646"/>
                  <a:pt x="84" y="642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8" y="616"/>
                  <a:pt x="88" y="616"/>
                  <a:pt x="93" y="606"/>
                </a:cubicBezTo>
                <a:cubicBezTo>
                  <a:pt x="93" y="605"/>
                  <a:pt x="94" y="604"/>
                  <a:pt x="94" y="603"/>
                </a:cubicBezTo>
                <a:cubicBezTo>
                  <a:pt x="94" y="630"/>
                  <a:pt x="94" y="630"/>
                  <a:pt x="94" y="630"/>
                </a:cubicBezTo>
                <a:cubicBezTo>
                  <a:pt x="93" y="634"/>
                  <a:pt x="93" y="637"/>
                  <a:pt x="93" y="639"/>
                </a:cubicBezTo>
                <a:cubicBezTo>
                  <a:pt x="94" y="641"/>
                  <a:pt x="94" y="641"/>
                  <a:pt x="94" y="641"/>
                </a:cubicBezTo>
                <a:cubicBezTo>
                  <a:pt x="94" y="654"/>
                  <a:pt x="94" y="654"/>
                  <a:pt x="94" y="654"/>
                </a:cubicBezTo>
                <a:close/>
                <a:moveTo>
                  <a:pt x="94" y="184"/>
                </a:moveTo>
                <a:cubicBezTo>
                  <a:pt x="94" y="192"/>
                  <a:pt x="94" y="192"/>
                  <a:pt x="94" y="192"/>
                </a:cubicBezTo>
                <a:cubicBezTo>
                  <a:pt x="92" y="192"/>
                  <a:pt x="88" y="192"/>
                  <a:pt x="84" y="192"/>
                </a:cubicBezTo>
                <a:cubicBezTo>
                  <a:pt x="84" y="183"/>
                  <a:pt x="84" y="183"/>
                  <a:pt x="84" y="183"/>
                </a:cubicBezTo>
                <a:cubicBezTo>
                  <a:pt x="87" y="183"/>
                  <a:pt x="91" y="184"/>
                  <a:pt x="94" y="184"/>
                </a:cubicBezTo>
                <a:close/>
                <a:moveTo>
                  <a:pt x="94" y="205"/>
                </a:moveTo>
                <a:cubicBezTo>
                  <a:pt x="94" y="215"/>
                  <a:pt x="94" y="215"/>
                  <a:pt x="94" y="215"/>
                </a:cubicBezTo>
                <a:cubicBezTo>
                  <a:pt x="93" y="215"/>
                  <a:pt x="93" y="216"/>
                  <a:pt x="92" y="216"/>
                </a:cubicBezTo>
                <a:cubicBezTo>
                  <a:pt x="91" y="223"/>
                  <a:pt x="88" y="230"/>
                  <a:pt x="84" y="237"/>
                </a:cubicBezTo>
                <a:cubicBezTo>
                  <a:pt x="84" y="220"/>
                  <a:pt x="84" y="220"/>
                  <a:pt x="84" y="220"/>
                </a:cubicBezTo>
                <a:cubicBezTo>
                  <a:pt x="84" y="219"/>
                  <a:pt x="84" y="219"/>
                  <a:pt x="84" y="219"/>
                </a:cubicBezTo>
                <a:cubicBezTo>
                  <a:pt x="84" y="219"/>
                  <a:pt x="84" y="219"/>
                  <a:pt x="84" y="219"/>
                </a:cubicBezTo>
                <a:cubicBezTo>
                  <a:pt x="84" y="209"/>
                  <a:pt x="84" y="209"/>
                  <a:pt x="84" y="209"/>
                </a:cubicBezTo>
                <a:cubicBezTo>
                  <a:pt x="89" y="208"/>
                  <a:pt x="92" y="207"/>
                  <a:pt x="94" y="205"/>
                </a:cubicBezTo>
                <a:close/>
                <a:moveTo>
                  <a:pt x="94" y="310"/>
                </a:moveTo>
                <a:cubicBezTo>
                  <a:pt x="94" y="323"/>
                  <a:pt x="94" y="323"/>
                  <a:pt x="94" y="323"/>
                </a:cubicBezTo>
                <a:cubicBezTo>
                  <a:pt x="90" y="321"/>
                  <a:pt x="90" y="321"/>
                  <a:pt x="90" y="321"/>
                </a:cubicBezTo>
                <a:cubicBezTo>
                  <a:pt x="91" y="318"/>
                  <a:pt x="92" y="314"/>
                  <a:pt x="92" y="310"/>
                </a:cubicBezTo>
                <a:cubicBezTo>
                  <a:pt x="93" y="310"/>
                  <a:pt x="93" y="310"/>
                  <a:pt x="94" y="310"/>
                </a:cubicBezTo>
                <a:close/>
                <a:moveTo>
                  <a:pt x="94" y="369"/>
                </a:moveTo>
                <a:cubicBezTo>
                  <a:pt x="94" y="382"/>
                  <a:pt x="94" y="382"/>
                  <a:pt x="94" y="382"/>
                </a:cubicBezTo>
                <a:cubicBezTo>
                  <a:pt x="93" y="383"/>
                  <a:pt x="92" y="383"/>
                  <a:pt x="90" y="383"/>
                </a:cubicBezTo>
                <a:cubicBezTo>
                  <a:pt x="88" y="381"/>
                  <a:pt x="86" y="379"/>
                  <a:pt x="84" y="377"/>
                </a:cubicBezTo>
                <a:cubicBezTo>
                  <a:pt x="84" y="351"/>
                  <a:pt x="84" y="351"/>
                  <a:pt x="84" y="351"/>
                </a:cubicBezTo>
                <a:cubicBezTo>
                  <a:pt x="87" y="351"/>
                  <a:pt x="90" y="352"/>
                  <a:pt x="92" y="352"/>
                </a:cubicBezTo>
                <a:cubicBezTo>
                  <a:pt x="90" y="358"/>
                  <a:pt x="89" y="364"/>
                  <a:pt x="90" y="370"/>
                </a:cubicBezTo>
                <a:cubicBezTo>
                  <a:pt x="91" y="370"/>
                  <a:pt x="92" y="369"/>
                  <a:pt x="94" y="369"/>
                </a:cubicBezTo>
                <a:close/>
                <a:moveTo>
                  <a:pt x="94" y="397"/>
                </a:moveTo>
                <a:cubicBezTo>
                  <a:pt x="94" y="409"/>
                  <a:pt x="94" y="409"/>
                  <a:pt x="94" y="409"/>
                </a:cubicBezTo>
                <a:cubicBezTo>
                  <a:pt x="84" y="409"/>
                  <a:pt x="84" y="409"/>
                  <a:pt x="84" y="409"/>
                </a:cubicBezTo>
                <a:cubicBezTo>
                  <a:pt x="84" y="397"/>
                  <a:pt x="84" y="397"/>
                  <a:pt x="84" y="397"/>
                </a:cubicBezTo>
                <a:cubicBezTo>
                  <a:pt x="94" y="397"/>
                  <a:pt x="94" y="397"/>
                  <a:pt x="94" y="397"/>
                </a:cubicBezTo>
                <a:close/>
                <a:moveTo>
                  <a:pt x="94" y="426"/>
                </a:moveTo>
                <a:cubicBezTo>
                  <a:pt x="94" y="437"/>
                  <a:pt x="94" y="437"/>
                  <a:pt x="94" y="437"/>
                </a:cubicBezTo>
                <a:cubicBezTo>
                  <a:pt x="91" y="437"/>
                  <a:pt x="87" y="438"/>
                  <a:pt x="84" y="438"/>
                </a:cubicBezTo>
                <a:cubicBezTo>
                  <a:pt x="84" y="427"/>
                  <a:pt x="84" y="427"/>
                  <a:pt x="84" y="427"/>
                </a:cubicBezTo>
                <a:cubicBezTo>
                  <a:pt x="94" y="426"/>
                  <a:pt x="94" y="426"/>
                  <a:pt x="94" y="426"/>
                </a:cubicBezTo>
                <a:close/>
                <a:moveTo>
                  <a:pt x="94" y="446"/>
                </a:moveTo>
                <a:cubicBezTo>
                  <a:pt x="94" y="464"/>
                  <a:pt x="94" y="464"/>
                  <a:pt x="94" y="464"/>
                </a:cubicBezTo>
                <a:cubicBezTo>
                  <a:pt x="91" y="465"/>
                  <a:pt x="89" y="465"/>
                  <a:pt x="87" y="465"/>
                </a:cubicBezTo>
                <a:cubicBezTo>
                  <a:pt x="86" y="461"/>
                  <a:pt x="86" y="456"/>
                  <a:pt x="86" y="451"/>
                </a:cubicBezTo>
                <a:cubicBezTo>
                  <a:pt x="94" y="446"/>
                  <a:pt x="94" y="446"/>
                  <a:pt x="94" y="446"/>
                </a:cubicBezTo>
                <a:close/>
                <a:moveTo>
                  <a:pt x="94" y="575"/>
                </a:moveTo>
                <a:cubicBezTo>
                  <a:pt x="94" y="592"/>
                  <a:pt x="94" y="592"/>
                  <a:pt x="94" y="592"/>
                </a:cubicBezTo>
                <a:cubicBezTo>
                  <a:pt x="93" y="588"/>
                  <a:pt x="91" y="585"/>
                  <a:pt x="88" y="579"/>
                </a:cubicBezTo>
                <a:cubicBezTo>
                  <a:pt x="87" y="579"/>
                  <a:pt x="86" y="579"/>
                  <a:pt x="86" y="579"/>
                </a:cubicBezTo>
                <a:cubicBezTo>
                  <a:pt x="85" y="581"/>
                  <a:pt x="85" y="582"/>
                  <a:pt x="84" y="583"/>
                </a:cubicBezTo>
                <a:cubicBezTo>
                  <a:pt x="84" y="558"/>
                  <a:pt x="84" y="558"/>
                  <a:pt x="84" y="558"/>
                </a:cubicBezTo>
                <a:cubicBezTo>
                  <a:pt x="86" y="561"/>
                  <a:pt x="87" y="566"/>
                  <a:pt x="88" y="571"/>
                </a:cubicBezTo>
                <a:cubicBezTo>
                  <a:pt x="90" y="572"/>
                  <a:pt x="92" y="573"/>
                  <a:pt x="94" y="575"/>
                </a:cubicBezTo>
                <a:close/>
                <a:moveTo>
                  <a:pt x="76" y="164"/>
                </a:moveTo>
                <a:cubicBezTo>
                  <a:pt x="78" y="162"/>
                  <a:pt x="80" y="160"/>
                  <a:pt x="82" y="158"/>
                </a:cubicBezTo>
                <a:cubicBezTo>
                  <a:pt x="83" y="157"/>
                  <a:pt x="84" y="156"/>
                  <a:pt x="84" y="155"/>
                </a:cubicBezTo>
                <a:cubicBezTo>
                  <a:pt x="84" y="168"/>
                  <a:pt x="84" y="168"/>
                  <a:pt x="84" y="168"/>
                </a:cubicBezTo>
                <a:cubicBezTo>
                  <a:pt x="81" y="170"/>
                  <a:pt x="79" y="172"/>
                  <a:pt x="76" y="176"/>
                </a:cubicBezTo>
                <a:cubicBezTo>
                  <a:pt x="76" y="164"/>
                  <a:pt x="76" y="164"/>
                  <a:pt x="76" y="164"/>
                </a:cubicBezTo>
                <a:close/>
                <a:moveTo>
                  <a:pt x="84" y="642"/>
                </a:moveTo>
                <a:cubicBezTo>
                  <a:pt x="82" y="639"/>
                  <a:pt x="79" y="635"/>
                  <a:pt x="76" y="632"/>
                </a:cubicBezTo>
                <a:cubicBezTo>
                  <a:pt x="76" y="618"/>
                  <a:pt x="76" y="618"/>
                  <a:pt x="76" y="618"/>
                </a:cubicBezTo>
                <a:cubicBezTo>
                  <a:pt x="78" y="621"/>
                  <a:pt x="80" y="624"/>
                  <a:pt x="82" y="628"/>
                </a:cubicBezTo>
                <a:cubicBezTo>
                  <a:pt x="84" y="628"/>
                  <a:pt x="84" y="628"/>
                  <a:pt x="84" y="628"/>
                </a:cubicBezTo>
                <a:cubicBezTo>
                  <a:pt x="84" y="642"/>
                  <a:pt x="84" y="642"/>
                  <a:pt x="84" y="642"/>
                </a:cubicBezTo>
                <a:close/>
                <a:moveTo>
                  <a:pt x="84" y="183"/>
                </a:moveTo>
                <a:cubicBezTo>
                  <a:pt x="84" y="192"/>
                  <a:pt x="84" y="192"/>
                  <a:pt x="84" y="192"/>
                </a:cubicBezTo>
                <a:cubicBezTo>
                  <a:pt x="76" y="192"/>
                  <a:pt x="76" y="192"/>
                  <a:pt x="76" y="192"/>
                </a:cubicBezTo>
                <a:cubicBezTo>
                  <a:pt x="76" y="182"/>
                  <a:pt x="76" y="182"/>
                  <a:pt x="76" y="182"/>
                </a:cubicBezTo>
                <a:cubicBezTo>
                  <a:pt x="79" y="182"/>
                  <a:pt x="82" y="183"/>
                  <a:pt x="84" y="183"/>
                </a:cubicBezTo>
                <a:close/>
                <a:moveTo>
                  <a:pt x="84" y="209"/>
                </a:moveTo>
                <a:cubicBezTo>
                  <a:pt x="84" y="219"/>
                  <a:pt x="84" y="219"/>
                  <a:pt x="84" y="219"/>
                </a:cubicBezTo>
                <a:cubicBezTo>
                  <a:pt x="82" y="219"/>
                  <a:pt x="79" y="219"/>
                  <a:pt x="76" y="219"/>
                </a:cubicBezTo>
                <a:cubicBezTo>
                  <a:pt x="76" y="211"/>
                  <a:pt x="76" y="211"/>
                  <a:pt x="76" y="211"/>
                </a:cubicBezTo>
                <a:cubicBezTo>
                  <a:pt x="78" y="210"/>
                  <a:pt x="78" y="210"/>
                  <a:pt x="78" y="210"/>
                </a:cubicBezTo>
                <a:cubicBezTo>
                  <a:pt x="81" y="210"/>
                  <a:pt x="82" y="209"/>
                  <a:pt x="84" y="209"/>
                </a:cubicBezTo>
                <a:close/>
                <a:moveTo>
                  <a:pt x="84" y="220"/>
                </a:moveTo>
                <a:cubicBezTo>
                  <a:pt x="84" y="237"/>
                  <a:pt x="84" y="237"/>
                  <a:pt x="84" y="237"/>
                </a:cubicBezTo>
                <a:cubicBezTo>
                  <a:pt x="83" y="239"/>
                  <a:pt x="81" y="241"/>
                  <a:pt x="79" y="243"/>
                </a:cubicBezTo>
                <a:cubicBezTo>
                  <a:pt x="78" y="247"/>
                  <a:pt x="78" y="250"/>
                  <a:pt x="76" y="254"/>
                </a:cubicBezTo>
                <a:cubicBezTo>
                  <a:pt x="76" y="234"/>
                  <a:pt x="76" y="234"/>
                  <a:pt x="76" y="234"/>
                </a:cubicBezTo>
                <a:cubicBezTo>
                  <a:pt x="77" y="234"/>
                  <a:pt x="78" y="234"/>
                  <a:pt x="78" y="233"/>
                </a:cubicBezTo>
                <a:cubicBezTo>
                  <a:pt x="80" y="229"/>
                  <a:pt x="82" y="224"/>
                  <a:pt x="84" y="220"/>
                </a:cubicBezTo>
                <a:close/>
                <a:moveTo>
                  <a:pt x="84" y="351"/>
                </a:moveTo>
                <a:cubicBezTo>
                  <a:pt x="84" y="377"/>
                  <a:pt x="84" y="377"/>
                  <a:pt x="84" y="377"/>
                </a:cubicBezTo>
                <a:cubicBezTo>
                  <a:pt x="79" y="370"/>
                  <a:pt x="80" y="362"/>
                  <a:pt x="82" y="351"/>
                </a:cubicBezTo>
                <a:cubicBezTo>
                  <a:pt x="83" y="351"/>
                  <a:pt x="84" y="351"/>
                  <a:pt x="84" y="351"/>
                </a:cubicBezTo>
                <a:close/>
                <a:moveTo>
                  <a:pt x="84" y="397"/>
                </a:moveTo>
                <a:cubicBezTo>
                  <a:pt x="84" y="409"/>
                  <a:pt x="84" y="409"/>
                  <a:pt x="84" y="409"/>
                </a:cubicBezTo>
                <a:cubicBezTo>
                  <a:pt x="81" y="409"/>
                  <a:pt x="81" y="409"/>
                  <a:pt x="81" y="409"/>
                </a:cubicBezTo>
                <a:cubicBezTo>
                  <a:pt x="81" y="405"/>
                  <a:pt x="81" y="401"/>
                  <a:pt x="81" y="397"/>
                </a:cubicBezTo>
                <a:cubicBezTo>
                  <a:pt x="84" y="397"/>
                  <a:pt x="84" y="397"/>
                  <a:pt x="84" y="397"/>
                </a:cubicBezTo>
                <a:close/>
                <a:moveTo>
                  <a:pt x="84" y="427"/>
                </a:moveTo>
                <a:cubicBezTo>
                  <a:pt x="84" y="438"/>
                  <a:pt x="84" y="438"/>
                  <a:pt x="84" y="438"/>
                </a:cubicBezTo>
                <a:cubicBezTo>
                  <a:pt x="83" y="438"/>
                  <a:pt x="83" y="438"/>
                  <a:pt x="83" y="438"/>
                </a:cubicBezTo>
                <a:cubicBezTo>
                  <a:pt x="83" y="435"/>
                  <a:pt x="82" y="431"/>
                  <a:pt x="82" y="427"/>
                </a:cubicBezTo>
                <a:cubicBezTo>
                  <a:pt x="84" y="427"/>
                  <a:pt x="84" y="427"/>
                  <a:pt x="84" y="427"/>
                </a:cubicBezTo>
                <a:close/>
                <a:moveTo>
                  <a:pt x="84" y="558"/>
                </a:moveTo>
                <a:cubicBezTo>
                  <a:pt x="84" y="583"/>
                  <a:pt x="84" y="583"/>
                  <a:pt x="84" y="583"/>
                </a:cubicBezTo>
                <a:cubicBezTo>
                  <a:pt x="83" y="585"/>
                  <a:pt x="82" y="588"/>
                  <a:pt x="76" y="597"/>
                </a:cubicBezTo>
                <a:cubicBezTo>
                  <a:pt x="76" y="576"/>
                  <a:pt x="76" y="576"/>
                  <a:pt x="76" y="576"/>
                </a:cubicBezTo>
                <a:cubicBezTo>
                  <a:pt x="79" y="571"/>
                  <a:pt x="79" y="571"/>
                  <a:pt x="79" y="571"/>
                </a:cubicBezTo>
                <a:cubicBezTo>
                  <a:pt x="79" y="567"/>
                  <a:pt x="78" y="563"/>
                  <a:pt x="76" y="560"/>
                </a:cubicBezTo>
                <a:cubicBezTo>
                  <a:pt x="76" y="545"/>
                  <a:pt x="76" y="545"/>
                  <a:pt x="76" y="545"/>
                </a:cubicBezTo>
                <a:cubicBezTo>
                  <a:pt x="80" y="550"/>
                  <a:pt x="82" y="553"/>
                  <a:pt x="84" y="558"/>
                </a:cubicBezTo>
                <a:close/>
                <a:moveTo>
                  <a:pt x="68" y="175"/>
                </a:moveTo>
                <a:cubicBezTo>
                  <a:pt x="71" y="171"/>
                  <a:pt x="73" y="168"/>
                  <a:pt x="76" y="164"/>
                </a:cubicBezTo>
                <a:cubicBezTo>
                  <a:pt x="76" y="176"/>
                  <a:pt x="76" y="176"/>
                  <a:pt x="76" y="176"/>
                </a:cubicBezTo>
                <a:cubicBezTo>
                  <a:pt x="75" y="177"/>
                  <a:pt x="74" y="180"/>
                  <a:pt x="73" y="182"/>
                </a:cubicBezTo>
                <a:cubicBezTo>
                  <a:pt x="76" y="182"/>
                  <a:pt x="76" y="182"/>
                  <a:pt x="76" y="182"/>
                </a:cubicBezTo>
                <a:cubicBezTo>
                  <a:pt x="76" y="192"/>
                  <a:pt x="76" y="192"/>
                  <a:pt x="76" y="192"/>
                </a:cubicBezTo>
                <a:cubicBezTo>
                  <a:pt x="74" y="192"/>
                  <a:pt x="74" y="192"/>
                  <a:pt x="74" y="192"/>
                </a:cubicBezTo>
                <a:cubicBezTo>
                  <a:pt x="72" y="192"/>
                  <a:pt x="70" y="193"/>
                  <a:pt x="68" y="194"/>
                </a:cubicBezTo>
                <a:cubicBezTo>
                  <a:pt x="68" y="175"/>
                  <a:pt x="68" y="175"/>
                  <a:pt x="68" y="175"/>
                </a:cubicBezTo>
                <a:close/>
                <a:moveTo>
                  <a:pt x="76" y="632"/>
                </a:moveTo>
                <a:cubicBezTo>
                  <a:pt x="75" y="630"/>
                  <a:pt x="73" y="627"/>
                  <a:pt x="71" y="625"/>
                </a:cubicBezTo>
                <a:cubicBezTo>
                  <a:pt x="70" y="623"/>
                  <a:pt x="69" y="622"/>
                  <a:pt x="68" y="620"/>
                </a:cubicBezTo>
                <a:cubicBezTo>
                  <a:pt x="68" y="593"/>
                  <a:pt x="68" y="593"/>
                  <a:pt x="68" y="593"/>
                </a:cubicBezTo>
                <a:cubicBezTo>
                  <a:pt x="71" y="587"/>
                  <a:pt x="74" y="582"/>
                  <a:pt x="76" y="576"/>
                </a:cubicBezTo>
                <a:cubicBezTo>
                  <a:pt x="76" y="597"/>
                  <a:pt x="76" y="597"/>
                  <a:pt x="76" y="597"/>
                </a:cubicBezTo>
                <a:cubicBezTo>
                  <a:pt x="74" y="601"/>
                  <a:pt x="74" y="601"/>
                  <a:pt x="74" y="601"/>
                </a:cubicBezTo>
                <a:cubicBezTo>
                  <a:pt x="73" y="609"/>
                  <a:pt x="74" y="614"/>
                  <a:pt x="76" y="618"/>
                </a:cubicBezTo>
                <a:cubicBezTo>
                  <a:pt x="76" y="632"/>
                  <a:pt x="76" y="632"/>
                  <a:pt x="76" y="632"/>
                </a:cubicBezTo>
                <a:close/>
                <a:moveTo>
                  <a:pt x="76" y="211"/>
                </a:moveTo>
                <a:cubicBezTo>
                  <a:pt x="76" y="219"/>
                  <a:pt x="76" y="219"/>
                  <a:pt x="76" y="219"/>
                </a:cubicBezTo>
                <a:cubicBezTo>
                  <a:pt x="73" y="220"/>
                  <a:pt x="71" y="220"/>
                  <a:pt x="68" y="220"/>
                </a:cubicBezTo>
                <a:cubicBezTo>
                  <a:pt x="68" y="211"/>
                  <a:pt x="68" y="211"/>
                  <a:pt x="68" y="211"/>
                </a:cubicBezTo>
                <a:cubicBezTo>
                  <a:pt x="76" y="211"/>
                  <a:pt x="76" y="211"/>
                  <a:pt x="76" y="211"/>
                </a:cubicBezTo>
                <a:close/>
                <a:moveTo>
                  <a:pt x="76" y="234"/>
                </a:moveTo>
                <a:cubicBezTo>
                  <a:pt x="76" y="254"/>
                  <a:pt x="76" y="254"/>
                  <a:pt x="76" y="254"/>
                </a:cubicBezTo>
                <a:cubicBezTo>
                  <a:pt x="75" y="259"/>
                  <a:pt x="72" y="264"/>
                  <a:pt x="68" y="269"/>
                </a:cubicBezTo>
                <a:cubicBezTo>
                  <a:pt x="68" y="253"/>
                  <a:pt x="68" y="253"/>
                  <a:pt x="68" y="253"/>
                </a:cubicBezTo>
                <a:cubicBezTo>
                  <a:pt x="70" y="248"/>
                  <a:pt x="70" y="248"/>
                  <a:pt x="70" y="248"/>
                </a:cubicBezTo>
                <a:cubicBezTo>
                  <a:pt x="68" y="248"/>
                  <a:pt x="68" y="248"/>
                  <a:pt x="68" y="248"/>
                </a:cubicBezTo>
                <a:cubicBezTo>
                  <a:pt x="68" y="238"/>
                  <a:pt x="68" y="238"/>
                  <a:pt x="68" y="238"/>
                </a:cubicBezTo>
                <a:cubicBezTo>
                  <a:pt x="71" y="237"/>
                  <a:pt x="74" y="236"/>
                  <a:pt x="76" y="234"/>
                </a:cubicBezTo>
                <a:close/>
                <a:moveTo>
                  <a:pt x="76" y="545"/>
                </a:moveTo>
                <a:cubicBezTo>
                  <a:pt x="76" y="560"/>
                  <a:pt x="76" y="560"/>
                  <a:pt x="76" y="560"/>
                </a:cubicBezTo>
                <a:cubicBezTo>
                  <a:pt x="75" y="557"/>
                  <a:pt x="73" y="554"/>
                  <a:pt x="72" y="551"/>
                </a:cubicBezTo>
                <a:cubicBezTo>
                  <a:pt x="71" y="553"/>
                  <a:pt x="69" y="555"/>
                  <a:pt x="68" y="557"/>
                </a:cubicBezTo>
                <a:cubicBezTo>
                  <a:pt x="68" y="522"/>
                  <a:pt x="68" y="522"/>
                  <a:pt x="68" y="522"/>
                </a:cubicBezTo>
                <a:cubicBezTo>
                  <a:pt x="69" y="524"/>
                  <a:pt x="71" y="527"/>
                  <a:pt x="72" y="530"/>
                </a:cubicBezTo>
                <a:cubicBezTo>
                  <a:pt x="73" y="534"/>
                  <a:pt x="73" y="539"/>
                  <a:pt x="74" y="543"/>
                </a:cubicBezTo>
                <a:cubicBezTo>
                  <a:pt x="75" y="544"/>
                  <a:pt x="76" y="545"/>
                  <a:pt x="76" y="545"/>
                </a:cubicBezTo>
                <a:close/>
                <a:moveTo>
                  <a:pt x="61" y="187"/>
                </a:moveTo>
                <a:cubicBezTo>
                  <a:pt x="63" y="183"/>
                  <a:pt x="66" y="179"/>
                  <a:pt x="68" y="175"/>
                </a:cubicBezTo>
                <a:cubicBezTo>
                  <a:pt x="68" y="194"/>
                  <a:pt x="68" y="194"/>
                  <a:pt x="68" y="194"/>
                </a:cubicBezTo>
                <a:cubicBezTo>
                  <a:pt x="65" y="196"/>
                  <a:pt x="63" y="198"/>
                  <a:pt x="61" y="201"/>
                </a:cubicBezTo>
                <a:cubicBezTo>
                  <a:pt x="61" y="187"/>
                  <a:pt x="61" y="187"/>
                  <a:pt x="61" y="187"/>
                </a:cubicBezTo>
                <a:close/>
                <a:moveTo>
                  <a:pt x="68" y="620"/>
                </a:moveTo>
                <a:cubicBezTo>
                  <a:pt x="66" y="616"/>
                  <a:pt x="65" y="612"/>
                  <a:pt x="63" y="609"/>
                </a:cubicBezTo>
                <a:cubicBezTo>
                  <a:pt x="62" y="608"/>
                  <a:pt x="61" y="607"/>
                  <a:pt x="61" y="607"/>
                </a:cubicBezTo>
                <a:cubicBezTo>
                  <a:pt x="61" y="593"/>
                  <a:pt x="61" y="593"/>
                  <a:pt x="61" y="593"/>
                </a:cubicBezTo>
                <a:cubicBezTo>
                  <a:pt x="62" y="595"/>
                  <a:pt x="63" y="598"/>
                  <a:pt x="64" y="601"/>
                </a:cubicBezTo>
                <a:cubicBezTo>
                  <a:pt x="68" y="593"/>
                  <a:pt x="68" y="593"/>
                  <a:pt x="68" y="593"/>
                </a:cubicBezTo>
                <a:cubicBezTo>
                  <a:pt x="68" y="620"/>
                  <a:pt x="68" y="620"/>
                  <a:pt x="68" y="620"/>
                </a:cubicBezTo>
                <a:close/>
                <a:moveTo>
                  <a:pt x="68" y="211"/>
                </a:moveTo>
                <a:cubicBezTo>
                  <a:pt x="68" y="220"/>
                  <a:pt x="68" y="220"/>
                  <a:pt x="68" y="220"/>
                </a:cubicBezTo>
                <a:cubicBezTo>
                  <a:pt x="65" y="220"/>
                  <a:pt x="63" y="220"/>
                  <a:pt x="61" y="220"/>
                </a:cubicBezTo>
                <a:cubicBezTo>
                  <a:pt x="61" y="211"/>
                  <a:pt x="61" y="211"/>
                  <a:pt x="61" y="211"/>
                </a:cubicBezTo>
                <a:cubicBezTo>
                  <a:pt x="63" y="211"/>
                  <a:pt x="66" y="211"/>
                  <a:pt x="68" y="211"/>
                </a:cubicBezTo>
                <a:close/>
                <a:moveTo>
                  <a:pt x="68" y="238"/>
                </a:moveTo>
                <a:cubicBezTo>
                  <a:pt x="68" y="248"/>
                  <a:pt x="68" y="248"/>
                  <a:pt x="68" y="248"/>
                </a:cubicBezTo>
                <a:cubicBezTo>
                  <a:pt x="65" y="249"/>
                  <a:pt x="63" y="249"/>
                  <a:pt x="61" y="249"/>
                </a:cubicBezTo>
                <a:cubicBezTo>
                  <a:pt x="61" y="239"/>
                  <a:pt x="61" y="239"/>
                  <a:pt x="61" y="239"/>
                </a:cubicBezTo>
                <a:cubicBezTo>
                  <a:pt x="63" y="239"/>
                  <a:pt x="66" y="239"/>
                  <a:pt x="68" y="238"/>
                </a:cubicBezTo>
                <a:close/>
                <a:moveTo>
                  <a:pt x="68" y="253"/>
                </a:moveTo>
                <a:cubicBezTo>
                  <a:pt x="68" y="269"/>
                  <a:pt x="68" y="269"/>
                  <a:pt x="68" y="269"/>
                </a:cubicBezTo>
                <a:cubicBezTo>
                  <a:pt x="68" y="269"/>
                  <a:pt x="67" y="270"/>
                  <a:pt x="67" y="270"/>
                </a:cubicBezTo>
                <a:cubicBezTo>
                  <a:pt x="66" y="278"/>
                  <a:pt x="65" y="288"/>
                  <a:pt x="61" y="295"/>
                </a:cubicBezTo>
                <a:cubicBezTo>
                  <a:pt x="61" y="265"/>
                  <a:pt x="61" y="265"/>
                  <a:pt x="61" y="265"/>
                </a:cubicBezTo>
                <a:cubicBezTo>
                  <a:pt x="61" y="265"/>
                  <a:pt x="62" y="264"/>
                  <a:pt x="62" y="264"/>
                </a:cubicBezTo>
                <a:cubicBezTo>
                  <a:pt x="65" y="261"/>
                  <a:pt x="65" y="260"/>
                  <a:pt x="68" y="253"/>
                </a:cubicBezTo>
                <a:close/>
                <a:moveTo>
                  <a:pt x="68" y="522"/>
                </a:moveTo>
                <a:cubicBezTo>
                  <a:pt x="68" y="557"/>
                  <a:pt x="68" y="557"/>
                  <a:pt x="68" y="557"/>
                </a:cubicBezTo>
                <a:cubicBezTo>
                  <a:pt x="65" y="562"/>
                  <a:pt x="63" y="565"/>
                  <a:pt x="61" y="569"/>
                </a:cubicBezTo>
                <a:cubicBezTo>
                  <a:pt x="61" y="551"/>
                  <a:pt x="61" y="551"/>
                  <a:pt x="61" y="551"/>
                </a:cubicBezTo>
                <a:cubicBezTo>
                  <a:pt x="65" y="543"/>
                  <a:pt x="66" y="535"/>
                  <a:pt x="61" y="523"/>
                </a:cubicBezTo>
                <a:cubicBezTo>
                  <a:pt x="61" y="523"/>
                  <a:pt x="61" y="523"/>
                  <a:pt x="61" y="523"/>
                </a:cubicBezTo>
                <a:cubicBezTo>
                  <a:pt x="61" y="501"/>
                  <a:pt x="61" y="501"/>
                  <a:pt x="61" y="501"/>
                </a:cubicBezTo>
                <a:cubicBezTo>
                  <a:pt x="63" y="508"/>
                  <a:pt x="65" y="515"/>
                  <a:pt x="68" y="522"/>
                </a:cubicBezTo>
                <a:close/>
                <a:moveTo>
                  <a:pt x="53" y="199"/>
                </a:moveTo>
                <a:cubicBezTo>
                  <a:pt x="53" y="198"/>
                  <a:pt x="54" y="197"/>
                  <a:pt x="54" y="196"/>
                </a:cubicBezTo>
                <a:cubicBezTo>
                  <a:pt x="56" y="193"/>
                  <a:pt x="59" y="190"/>
                  <a:pt x="61" y="187"/>
                </a:cubicBezTo>
                <a:cubicBezTo>
                  <a:pt x="61" y="201"/>
                  <a:pt x="61" y="201"/>
                  <a:pt x="61" y="201"/>
                </a:cubicBezTo>
                <a:cubicBezTo>
                  <a:pt x="59" y="204"/>
                  <a:pt x="58" y="207"/>
                  <a:pt x="56" y="211"/>
                </a:cubicBezTo>
                <a:cubicBezTo>
                  <a:pt x="58" y="211"/>
                  <a:pt x="59" y="211"/>
                  <a:pt x="61" y="211"/>
                </a:cubicBezTo>
                <a:cubicBezTo>
                  <a:pt x="61" y="220"/>
                  <a:pt x="61" y="220"/>
                  <a:pt x="61" y="220"/>
                </a:cubicBezTo>
                <a:cubicBezTo>
                  <a:pt x="58" y="221"/>
                  <a:pt x="55" y="222"/>
                  <a:pt x="53" y="223"/>
                </a:cubicBezTo>
                <a:cubicBezTo>
                  <a:pt x="53" y="199"/>
                  <a:pt x="53" y="199"/>
                  <a:pt x="53" y="199"/>
                </a:cubicBezTo>
                <a:close/>
                <a:moveTo>
                  <a:pt x="61" y="607"/>
                </a:moveTo>
                <a:cubicBezTo>
                  <a:pt x="58" y="603"/>
                  <a:pt x="55" y="600"/>
                  <a:pt x="53" y="597"/>
                </a:cubicBezTo>
                <a:cubicBezTo>
                  <a:pt x="53" y="563"/>
                  <a:pt x="53" y="563"/>
                  <a:pt x="53" y="563"/>
                </a:cubicBezTo>
                <a:cubicBezTo>
                  <a:pt x="56" y="558"/>
                  <a:pt x="59" y="554"/>
                  <a:pt x="61" y="551"/>
                </a:cubicBezTo>
                <a:cubicBezTo>
                  <a:pt x="61" y="569"/>
                  <a:pt x="61" y="569"/>
                  <a:pt x="61" y="569"/>
                </a:cubicBezTo>
                <a:cubicBezTo>
                  <a:pt x="56" y="576"/>
                  <a:pt x="56" y="582"/>
                  <a:pt x="61" y="593"/>
                </a:cubicBezTo>
                <a:cubicBezTo>
                  <a:pt x="61" y="607"/>
                  <a:pt x="61" y="607"/>
                  <a:pt x="61" y="607"/>
                </a:cubicBezTo>
                <a:close/>
                <a:moveTo>
                  <a:pt x="61" y="239"/>
                </a:moveTo>
                <a:cubicBezTo>
                  <a:pt x="61" y="249"/>
                  <a:pt x="61" y="249"/>
                  <a:pt x="61" y="249"/>
                </a:cubicBezTo>
                <a:cubicBezTo>
                  <a:pt x="58" y="249"/>
                  <a:pt x="55" y="249"/>
                  <a:pt x="53" y="249"/>
                </a:cubicBezTo>
                <a:cubicBezTo>
                  <a:pt x="53" y="241"/>
                  <a:pt x="53" y="241"/>
                  <a:pt x="53" y="241"/>
                </a:cubicBezTo>
                <a:cubicBezTo>
                  <a:pt x="56" y="240"/>
                  <a:pt x="58" y="240"/>
                  <a:pt x="61" y="239"/>
                </a:cubicBezTo>
                <a:close/>
                <a:moveTo>
                  <a:pt x="61" y="265"/>
                </a:moveTo>
                <a:cubicBezTo>
                  <a:pt x="61" y="295"/>
                  <a:pt x="61" y="295"/>
                  <a:pt x="61" y="295"/>
                </a:cubicBezTo>
                <a:cubicBezTo>
                  <a:pt x="60" y="297"/>
                  <a:pt x="58" y="299"/>
                  <a:pt x="57" y="300"/>
                </a:cubicBezTo>
                <a:cubicBezTo>
                  <a:pt x="56" y="310"/>
                  <a:pt x="56" y="316"/>
                  <a:pt x="53" y="323"/>
                </a:cubicBezTo>
                <a:cubicBezTo>
                  <a:pt x="53" y="290"/>
                  <a:pt x="53" y="290"/>
                  <a:pt x="53" y="290"/>
                </a:cubicBezTo>
                <a:cubicBezTo>
                  <a:pt x="55" y="287"/>
                  <a:pt x="57" y="282"/>
                  <a:pt x="58" y="276"/>
                </a:cubicBezTo>
                <a:cubicBezTo>
                  <a:pt x="56" y="276"/>
                  <a:pt x="55" y="277"/>
                  <a:pt x="53" y="277"/>
                </a:cubicBezTo>
                <a:cubicBezTo>
                  <a:pt x="53" y="268"/>
                  <a:pt x="53" y="268"/>
                  <a:pt x="53" y="268"/>
                </a:cubicBezTo>
                <a:cubicBezTo>
                  <a:pt x="56" y="267"/>
                  <a:pt x="58" y="266"/>
                  <a:pt x="61" y="265"/>
                </a:cubicBezTo>
                <a:close/>
                <a:moveTo>
                  <a:pt x="61" y="501"/>
                </a:moveTo>
                <a:cubicBezTo>
                  <a:pt x="61" y="523"/>
                  <a:pt x="61" y="523"/>
                  <a:pt x="61" y="523"/>
                </a:cubicBezTo>
                <a:cubicBezTo>
                  <a:pt x="60" y="523"/>
                  <a:pt x="59" y="523"/>
                  <a:pt x="58" y="524"/>
                </a:cubicBezTo>
                <a:cubicBezTo>
                  <a:pt x="56" y="526"/>
                  <a:pt x="54" y="528"/>
                  <a:pt x="53" y="530"/>
                </a:cubicBezTo>
                <a:cubicBezTo>
                  <a:pt x="53" y="512"/>
                  <a:pt x="53" y="512"/>
                  <a:pt x="53" y="512"/>
                </a:cubicBezTo>
                <a:cubicBezTo>
                  <a:pt x="53" y="509"/>
                  <a:pt x="53" y="507"/>
                  <a:pt x="53" y="504"/>
                </a:cubicBezTo>
                <a:cubicBezTo>
                  <a:pt x="53" y="469"/>
                  <a:pt x="53" y="469"/>
                  <a:pt x="53" y="469"/>
                </a:cubicBezTo>
                <a:cubicBezTo>
                  <a:pt x="53" y="470"/>
                  <a:pt x="54" y="472"/>
                  <a:pt x="54" y="474"/>
                </a:cubicBezTo>
                <a:cubicBezTo>
                  <a:pt x="54" y="477"/>
                  <a:pt x="54" y="481"/>
                  <a:pt x="54" y="485"/>
                </a:cubicBezTo>
                <a:cubicBezTo>
                  <a:pt x="57" y="491"/>
                  <a:pt x="59" y="496"/>
                  <a:pt x="61" y="501"/>
                </a:cubicBezTo>
                <a:close/>
                <a:moveTo>
                  <a:pt x="44" y="216"/>
                </a:moveTo>
                <a:cubicBezTo>
                  <a:pt x="47" y="210"/>
                  <a:pt x="50" y="204"/>
                  <a:pt x="53" y="199"/>
                </a:cubicBezTo>
                <a:cubicBezTo>
                  <a:pt x="53" y="223"/>
                  <a:pt x="53" y="223"/>
                  <a:pt x="53" y="223"/>
                </a:cubicBezTo>
                <a:cubicBezTo>
                  <a:pt x="50" y="224"/>
                  <a:pt x="47" y="227"/>
                  <a:pt x="44" y="231"/>
                </a:cubicBezTo>
                <a:cubicBezTo>
                  <a:pt x="44" y="216"/>
                  <a:pt x="44" y="216"/>
                  <a:pt x="44" y="216"/>
                </a:cubicBezTo>
                <a:close/>
                <a:moveTo>
                  <a:pt x="53" y="597"/>
                </a:moveTo>
                <a:cubicBezTo>
                  <a:pt x="50" y="592"/>
                  <a:pt x="48" y="586"/>
                  <a:pt x="46" y="580"/>
                </a:cubicBezTo>
                <a:cubicBezTo>
                  <a:pt x="46" y="580"/>
                  <a:pt x="45" y="579"/>
                  <a:pt x="44" y="578"/>
                </a:cubicBezTo>
                <a:cubicBezTo>
                  <a:pt x="44" y="563"/>
                  <a:pt x="44" y="563"/>
                  <a:pt x="44" y="563"/>
                </a:cubicBezTo>
                <a:cubicBezTo>
                  <a:pt x="45" y="565"/>
                  <a:pt x="46" y="567"/>
                  <a:pt x="48" y="570"/>
                </a:cubicBezTo>
                <a:cubicBezTo>
                  <a:pt x="50" y="567"/>
                  <a:pt x="51" y="565"/>
                  <a:pt x="53" y="563"/>
                </a:cubicBezTo>
                <a:cubicBezTo>
                  <a:pt x="53" y="597"/>
                  <a:pt x="53" y="597"/>
                  <a:pt x="53" y="597"/>
                </a:cubicBezTo>
                <a:close/>
                <a:moveTo>
                  <a:pt x="53" y="241"/>
                </a:moveTo>
                <a:cubicBezTo>
                  <a:pt x="53" y="249"/>
                  <a:pt x="53" y="249"/>
                  <a:pt x="53" y="249"/>
                </a:cubicBezTo>
                <a:cubicBezTo>
                  <a:pt x="50" y="249"/>
                  <a:pt x="47" y="250"/>
                  <a:pt x="44" y="251"/>
                </a:cubicBezTo>
                <a:cubicBezTo>
                  <a:pt x="44" y="241"/>
                  <a:pt x="44" y="241"/>
                  <a:pt x="44" y="241"/>
                </a:cubicBezTo>
                <a:cubicBezTo>
                  <a:pt x="47" y="241"/>
                  <a:pt x="50" y="241"/>
                  <a:pt x="53" y="241"/>
                </a:cubicBezTo>
                <a:close/>
                <a:moveTo>
                  <a:pt x="53" y="268"/>
                </a:moveTo>
                <a:cubicBezTo>
                  <a:pt x="53" y="277"/>
                  <a:pt x="53" y="277"/>
                  <a:pt x="53" y="277"/>
                </a:cubicBezTo>
                <a:cubicBezTo>
                  <a:pt x="50" y="278"/>
                  <a:pt x="48" y="278"/>
                  <a:pt x="44" y="279"/>
                </a:cubicBezTo>
                <a:cubicBezTo>
                  <a:pt x="44" y="270"/>
                  <a:pt x="44" y="270"/>
                  <a:pt x="44" y="270"/>
                </a:cubicBezTo>
                <a:cubicBezTo>
                  <a:pt x="47" y="270"/>
                  <a:pt x="50" y="269"/>
                  <a:pt x="53" y="268"/>
                </a:cubicBezTo>
                <a:close/>
                <a:moveTo>
                  <a:pt x="53" y="290"/>
                </a:moveTo>
                <a:cubicBezTo>
                  <a:pt x="53" y="323"/>
                  <a:pt x="53" y="323"/>
                  <a:pt x="53" y="323"/>
                </a:cubicBezTo>
                <a:cubicBezTo>
                  <a:pt x="52" y="325"/>
                  <a:pt x="51" y="327"/>
                  <a:pt x="50" y="330"/>
                </a:cubicBezTo>
                <a:cubicBezTo>
                  <a:pt x="50" y="336"/>
                  <a:pt x="50" y="343"/>
                  <a:pt x="50" y="349"/>
                </a:cubicBezTo>
                <a:cubicBezTo>
                  <a:pt x="45" y="363"/>
                  <a:pt x="47" y="377"/>
                  <a:pt x="44" y="391"/>
                </a:cubicBezTo>
                <a:cubicBezTo>
                  <a:pt x="44" y="323"/>
                  <a:pt x="44" y="323"/>
                  <a:pt x="44" y="323"/>
                </a:cubicBezTo>
                <a:cubicBezTo>
                  <a:pt x="47" y="317"/>
                  <a:pt x="48" y="313"/>
                  <a:pt x="49" y="306"/>
                </a:cubicBezTo>
                <a:cubicBezTo>
                  <a:pt x="48" y="307"/>
                  <a:pt x="46" y="307"/>
                  <a:pt x="44" y="308"/>
                </a:cubicBezTo>
                <a:cubicBezTo>
                  <a:pt x="44" y="298"/>
                  <a:pt x="44" y="298"/>
                  <a:pt x="44" y="298"/>
                </a:cubicBezTo>
                <a:cubicBezTo>
                  <a:pt x="48" y="296"/>
                  <a:pt x="51" y="294"/>
                  <a:pt x="53" y="290"/>
                </a:cubicBezTo>
                <a:close/>
                <a:moveTo>
                  <a:pt x="53" y="469"/>
                </a:moveTo>
                <a:cubicBezTo>
                  <a:pt x="53" y="504"/>
                  <a:pt x="53" y="504"/>
                  <a:pt x="53" y="504"/>
                </a:cubicBezTo>
                <a:cubicBezTo>
                  <a:pt x="52" y="501"/>
                  <a:pt x="51" y="497"/>
                  <a:pt x="50" y="492"/>
                </a:cubicBezTo>
                <a:cubicBezTo>
                  <a:pt x="48" y="495"/>
                  <a:pt x="46" y="496"/>
                  <a:pt x="44" y="498"/>
                </a:cubicBezTo>
                <a:cubicBezTo>
                  <a:pt x="44" y="481"/>
                  <a:pt x="44" y="481"/>
                  <a:pt x="44" y="481"/>
                </a:cubicBezTo>
                <a:cubicBezTo>
                  <a:pt x="45" y="478"/>
                  <a:pt x="46" y="474"/>
                  <a:pt x="44" y="469"/>
                </a:cubicBezTo>
                <a:cubicBezTo>
                  <a:pt x="44" y="398"/>
                  <a:pt x="44" y="398"/>
                  <a:pt x="44" y="398"/>
                </a:cubicBezTo>
                <a:cubicBezTo>
                  <a:pt x="46" y="407"/>
                  <a:pt x="46" y="415"/>
                  <a:pt x="45" y="425"/>
                </a:cubicBezTo>
                <a:cubicBezTo>
                  <a:pt x="49" y="440"/>
                  <a:pt x="49" y="454"/>
                  <a:pt x="53" y="469"/>
                </a:cubicBezTo>
                <a:close/>
                <a:moveTo>
                  <a:pt x="53" y="512"/>
                </a:moveTo>
                <a:cubicBezTo>
                  <a:pt x="53" y="530"/>
                  <a:pt x="53" y="530"/>
                  <a:pt x="53" y="530"/>
                </a:cubicBezTo>
                <a:cubicBezTo>
                  <a:pt x="49" y="535"/>
                  <a:pt x="46" y="538"/>
                  <a:pt x="44" y="542"/>
                </a:cubicBezTo>
                <a:cubicBezTo>
                  <a:pt x="44" y="527"/>
                  <a:pt x="44" y="527"/>
                  <a:pt x="44" y="527"/>
                </a:cubicBezTo>
                <a:cubicBezTo>
                  <a:pt x="49" y="522"/>
                  <a:pt x="52" y="517"/>
                  <a:pt x="53" y="512"/>
                </a:cubicBezTo>
                <a:close/>
                <a:moveTo>
                  <a:pt x="33" y="241"/>
                </a:moveTo>
                <a:cubicBezTo>
                  <a:pt x="36" y="232"/>
                  <a:pt x="40" y="224"/>
                  <a:pt x="44" y="216"/>
                </a:cubicBezTo>
                <a:cubicBezTo>
                  <a:pt x="44" y="231"/>
                  <a:pt x="44" y="231"/>
                  <a:pt x="44" y="231"/>
                </a:cubicBezTo>
                <a:cubicBezTo>
                  <a:pt x="43" y="234"/>
                  <a:pt x="42" y="237"/>
                  <a:pt x="41" y="242"/>
                </a:cubicBezTo>
                <a:cubicBezTo>
                  <a:pt x="42" y="241"/>
                  <a:pt x="43" y="241"/>
                  <a:pt x="44" y="241"/>
                </a:cubicBezTo>
                <a:cubicBezTo>
                  <a:pt x="44" y="251"/>
                  <a:pt x="44" y="251"/>
                  <a:pt x="44" y="251"/>
                </a:cubicBezTo>
                <a:cubicBezTo>
                  <a:pt x="39" y="253"/>
                  <a:pt x="36" y="256"/>
                  <a:pt x="33" y="261"/>
                </a:cubicBezTo>
                <a:cubicBezTo>
                  <a:pt x="33" y="241"/>
                  <a:pt x="33" y="241"/>
                  <a:pt x="33" y="241"/>
                </a:cubicBezTo>
                <a:close/>
                <a:moveTo>
                  <a:pt x="44" y="578"/>
                </a:moveTo>
                <a:cubicBezTo>
                  <a:pt x="40" y="571"/>
                  <a:pt x="36" y="563"/>
                  <a:pt x="33" y="555"/>
                </a:cubicBezTo>
                <a:cubicBezTo>
                  <a:pt x="33" y="537"/>
                  <a:pt x="33" y="537"/>
                  <a:pt x="33" y="537"/>
                </a:cubicBezTo>
                <a:cubicBezTo>
                  <a:pt x="33" y="537"/>
                  <a:pt x="33" y="538"/>
                  <a:pt x="34" y="539"/>
                </a:cubicBezTo>
                <a:cubicBezTo>
                  <a:pt x="38" y="535"/>
                  <a:pt x="42" y="531"/>
                  <a:pt x="44" y="527"/>
                </a:cubicBezTo>
                <a:cubicBezTo>
                  <a:pt x="44" y="542"/>
                  <a:pt x="44" y="542"/>
                  <a:pt x="44" y="542"/>
                </a:cubicBezTo>
                <a:cubicBezTo>
                  <a:pt x="41" y="548"/>
                  <a:pt x="41" y="554"/>
                  <a:pt x="44" y="563"/>
                </a:cubicBezTo>
                <a:cubicBezTo>
                  <a:pt x="44" y="578"/>
                  <a:pt x="44" y="578"/>
                  <a:pt x="44" y="578"/>
                </a:cubicBezTo>
                <a:close/>
                <a:moveTo>
                  <a:pt x="44" y="270"/>
                </a:moveTo>
                <a:cubicBezTo>
                  <a:pt x="44" y="279"/>
                  <a:pt x="44" y="279"/>
                  <a:pt x="44" y="279"/>
                </a:cubicBezTo>
                <a:cubicBezTo>
                  <a:pt x="40" y="280"/>
                  <a:pt x="36" y="281"/>
                  <a:pt x="33" y="282"/>
                </a:cubicBezTo>
                <a:cubicBezTo>
                  <a:pt x="33" y="273"/>
                  <a:pt x="33" y="273"/>
                  <a:pt x="33" y="273"/>
                </a:cubicBezTo>
                <a:cubicBezTo>
                  <a:pt x="37" y="272"/>
                  <a:pt x="41" y="271"/>
                  <a:pt x="44" y="270"/>
                </a:cubicBezTo>
                <a:close/>
                <a:moveTo>
                  <a:pt x="44" y="298"/>
                </a:moveTo>
                <a:cubicBezTo>
                  <a:pt x="44" y="308"/>
                  <a:pt x="44" y="308"/>
                  <a:pt x="44" y="308"/>
                </a:cubicBezTo>
                <a:cubicBezTo>
                  <a:pt x="40" y="309"/>
                  <a:pt x="36" y="310"/>
                  <a:pt x="33" y="311"/>
                </a:cubicBezTo>
                <a:cubicBezTo>
                  <a:pt x="33" y="302"/>
                  <a:pt x="33" y="302"/>
                  <a:pt x="33" y="302"/>
                </a:cubicBezTo>
                <a:cubicBezTo>
                  <a:pt x="37" y="301"/>
                  <a:pt x="41" y="300"/>
                  <a:pt x="44" y="298"/>
                </a:cubicBezTo>
                <a:close/>
                <a:moveTo>
                  <a:pt x="44" y="323"/>
                </a:moveTo>
                <a:cubicBezTo>
                  <a:pt x="44" y="391"/>
                  <a:pt x="44" y="391"/>
                  <a:pt x="44" y="391"/>
                </a:cubicBezTo>
                <a:cubicBezTo>
                  <a:pt x="44" y="392"/>
                  <a:pt x="44" y="393"/>
                  <a:pt x="44" y="395"/>
                </a:cubicBezTo>
                <a:cubicBezTo>
                  <a:pt x="44" y="396"/>
                  <a:pt x="44" y="397"/>
                  <a:pt x="44" y="398"/>
                </a:cubicBezTo>
                <a:cubicBezTo>
                  <a:pt x="44" y="469"/>
                  <a:pt x="44" y="469"/>
                  <a:pt x="44" y="469"/>
                </a:cubicBezTo>
                <a:cubicBezTo>
                  <a:pt x="44" y="467"/>
                  <a:pt x="43" y="465"/>
                  <a:pt x="42" y="462"/>
                </a:cubicBezTo>
                <a:cubicBezTo>
                  <a:pt x="39" y="465"/>
                  <a:pt x="35" y="468"/>
                  <a:pt x="33" y="470"/>
                </a:cubicBezTo>
                <a:cubicBezTo>
                  <a:pt x="33" y="459"/>
                  <a:pt x="33" y="459"/>
                  <a:pt x="33" y="459"/>
                </a:cubicBezTo>
                <a:cubicBezTo>
                  <a:pt x="39" y="452"/>
                  <a:pt x="43" y="445"/>
                  <a:pt x="39" y="432"/>
                </a:cubicBezTo>
                <a:cubicBezTo>
                  <a:pt x="38" y="432"/>
                  <a:pt x="36" y="433"/>
                  <a:pt x="33" y="436"/>
                </a:cubicBezTo>
                <a:cubicBezTo>
                  <a:pt x="33" y="423"/>
                  <a:pt x="33" y="423"/>
                  <a:pt x="33" y="423"/>
                </a:cubicBezTo>
                <a:cubicBezTo>
                  <a:pt x="38" y="417"/>
                  <a:pt x="41" y="409"/>
                  <a:pt x="36" y="400"/>
                </a:cubicBezTo>
                <a:cubicBezTo>
                  <a:pt x="35" y="400"/>
                  <a:pt x="34" y="401"/>
                  <a:pt x="33" y="402"/>
                </a:cubicBezTo>
                <a:cubicBezTo>
                  <a:pt x="33" y="391"/>
                  <a:pt x="33" y="391"/>
                  <a:pt x="33" y="391"/>
                </a:cubicBezTo>
                <a:cubicBezTo>
                  <a:pt x="34" y="390"/>
                  <a:pt x="35" y="389"/>
                  <a:pt x="35" y="389"/>
                </a:cubicBezTo>
                <a:cubicBezTo>
                  <a:pt x="39" y="382"/>
                  <a:pt x="37" y="375"/>
                  <a:pt x="37" y="368"/>
                </a:cubicBezTo>
                <a:cubicBezTo>
                  <a:pt x="36" y="369"/>
                  <a:pt x="34" y="370"/>
                  <a:pt x="33" y="371"/>
                </a:cubicBezTo>
                <a:cubicBezTo>
                  <a:pt x="33" y="360"/>
                  <a:pt x="33" y="360"/>
                  <a:pt x="33" y="360"/>
                </a:cubicBezTo>
                <a:cubicBezTo>
                  <a:pt x="41" y="354"/>
                  <a:pt x="41" y="350"/>
                  <a:pt x="41" y="337"/>
                </a:cubicBezTo>
                <a:cubicBezTo>
                  <a:pt x="39" y="338"/>
                  <a:pt x="36" y="339"/>
                  <a:pt x="33" y="341"/>
                </a:cubicBezTo>
                <a:cubicBezTo>
                  <a:pt x="33" y="330"/>
                  <a:pt x="33" y="330"/>
                  <a:pt x="33" y="330"/>
                </a:cubicBezTo>
                <a:cubicBezTo>
                  <a:pt x="36" y="329"/>
                  <a:pt x="40" y="327"/>
                  <a:pt x="43" y="326"/>
                </a:cubicBezTo>
                <a:cubicBezTo>
                  <a:pt x="44" y="325"/>
                  <a:pt x="44" y="324"/>
                  <a:pt x="44" y="323"/>
                </a:cubicBezTo>
                <a:close/>
                <a:moveTo>
                  <a:pt x="44" y="481"/>
                </a:moveTo>
                <a:cubicBezTo>
                  <a:pt x="44" y="498"/>
                  <a:pt x="44" y="498"/>
                  <a:pt x="44" y="498"/>
                </a:cubicBezTo>
                <a:cubicBezTo>
                  <a:pt x="42" y="500"/>
                  <a:pt x="40" y="503"/>
                  <a:pt x="34" y="508"/>
                </a:cubicBezTo>
                <a:cubicBezTo>
                  <a:pt x="34" y="509"/>
                  <a:pt x="33" y="510"/>
                  <a:pt x="33" y="511"/>
                </a:cubicBezTo>
                <a:cubicBezTo>
                  <a:pt x="33" y="498"/>
                  <a:pt x="33" y="498"/>
                  <a:pt x="33" y="498"/>
                </a:cubicBezTo>
                <a:cubicBezTo>
                  <a:pt x="38" y="492"/>
                  <a:pt x="43" y="487"/>
                  <a:pt x="44" y="481"/>
                </a:cubicBezTo>
                <a:close/>
                <a:moveTo>
                  <a:pt x="0" y="436"/>
                </a:moveTo>
                <a:cubicBezTo>
                  <a:pt x="0" y="410"/>
                  <a:pt x="0" y="384"/>
                  <a:pt x="0" y="357"/>
                </a:cubicBezTo>
                <a:cubicBezTo>
                  <a:pt x="5" y="355"/>
                  <a:pt x="5" y="335"/>
                  <a:pt x="5" y="330"/>
                </a:cubicBezTo>
                <a:cubicBezTo>
                  <a:pt x="10" y="313"/>
                  <a:pt x="10" y="296"/>
                  <a:pt x="19" y="280"/>
                </a:cubicBezTo>
                <a:cubicBezTo>
                  <a:pt x="21" y="269"/>
                  <a:pt x="22" y="257"/>
                  <a:pt x="31" y="249"/>
                </a:cubicBezTo>
                <a:cubicBezTo>
                  <a:pt x="31" y="246"/>
                  <a:pt x="32" y="244"/>
                  <a:pt x="33" y="241"/>
                </a:cubicBezTo>
                <a:cubicBezTo>
                  <a:pt x="33" y="261"/>
                  <a:pt x="33" y="261"/>
                  <a:pt x="33" y="261"/>
                </a:cubicBezTo>
                <a:cubicBezTo>
                  <a:pt x="31" y="264"/>
                  <a:pt x="29" y="269"/>
                  <a:pt x="28" y="273"/>
                </a:cubicBezTo>
                <a:cubicBezTo>
                  <a:pt x="29" y="273"/>
                  <a:pt x="31" y="273"/>
                  <a:pt x="33" y="273"/>
                </a:cubicBezTo>
                <a:cubicBezTo>
                  <a:pt x="33" y="282"/>
                  <a:pt x="33" y="282"/>
                  <a:pt x="33" y="282"/>
                </a:cubicBezTo>
                <a:cubicBezTo>
                  <a:pt x="32" y="282"/>
                  <a:pt x="32" y="282"/>
                  <a:pt x="31" y="282"/>
                </a:cubicBezTo>
                <a:cubicBezTo>
                  <a:pt x="22" y="290"/>
                  <a:pt x="20" y="295"/>
                  <a:pt x="18" y="306"/>
                </a:cubicBezTo>
                <a:cubicBezTo>
                  <a:pt x="24" y="305"/>
                  <a:pt x="28" y="303"/>
                  <a:pt x="33" y="302"/>
                </a:cubicBezTo>
                <a:cubicBezTo>
                  <a:pt x="33" y="311"/>
                  <a:pt x="33" y="311"/>
                  <a:pt x="33" y="311"/>
                </a:cubicBezTo>
                <a:cubicBezTo>
                  <a:pt x="20" y="315"/>
                  <a:pt x="13" y="320"/>
                  <a:pt x="12" y="339"/>
                </a:cubicBezTo>
                <a:cubicBezTo>
                  <a:pt x="19" y="336"/>
                  <a:pt x="26" y="333"/>
                  <a:pt x="33" y="330"/>
                </a:cubicBezTo>
                <a:cubicBezTo>
                  <a:pt x="33" y="341"/>
                  <a:pt x="33" y="341"/>
                  <a:pt x="33" y="341"/>
                </a:cubicBezTo>
                <a:cubicBezTo>
                  <a:pt x="27" y="343"/>
                  <a:pt x="19" y="346"/>
                  <a:pt x="14" y="349"/>
                </a:cubicBezTo>
                <a:cubicBezTo>
                  <a:pt x="10" y="357"/>
                  <a:pt x="8" y="364"/>
                  <a:pt x="9" y="372"/>
                </a:cubicBezTo>
                <a:cubicBezTo>
                  <a:pt x="15" y="369"/>
                  <a:pt x="22" y="366"/>
                  <a:pt x="28" y="363"/>
                </a:cubicBezTo>
                <a:cubicBezTo>
                  <a:pt x="30" y="362"/>
                  <a:pt x="31" y="361"/>
                  <a:pt x="33" y="360"/>
                </a:cubicBezTo>
                <a:cubicBezTo>
                  <a:pt x="33" y="371"/>
                  <a:pt x="33" y="371"/>
                  <a:pt x="33" y="371"/>
                </a:cubicBezTo>
                <a:cubicBezTo>
                  <a:pt x="13" y="383"/>
                  <a:pt x="7" y="381"/>
                  <a:pt x="8" y="408"/>
                </a:cubicBezTo>
                <a:cubicBezTo>
                  <a:pt x="12" y="404"/>
                  <a:pt x="25" y="396"/>
                  <a:pt x="33" y="391"/>
                </a:cubicBezTo>
                <a:cubicBezTo>
                  <a:pt x="33" y="402"/>
                  <a:pt x="33" y="402"/>
                  <a:pt x="33" y="402"/>
                </a:cubicBezTo>
                <a:cubicBezTo>
                  <a:pt x="14" y="413"/>
                  <a:pt x="6" y="417"/>
                  <a:pt x="10" y="440"/>
                </a:cubicBezTo>
                <a:cubicBezTo>
                  <a:pt x="17" y="436"/>
                  <a:pt x="27" y="430"/>
                  <a:pt x="33" y="423"/>
                </a:cubicBezTo>
                <a:cubicBezTo>
                  <a:pt x="33" y="436"/>
                  <a:pt x="33" y="436"/>
                  <a:pt x="33" y="436"/>
                </a:cubicBezTo>
                <a:cubicBezTo>
                  <a:pt x="27" y="440"/>
                  <a:pt x="18" y="446"/>
                  <a:pt x="16" y="449"/>
                </a:cubicBezTo>
                <a:cubicBezTo>
                  <a:pt x="12" y="457"/>
                  <a:pt x="13" y="465"/>
                  <a:pt x="15" y="475"/>
                </a:cubicBezTo>
                <a:cubicBezTo>
                  <a:pt x="21" y="469"/>
                  <a:pt x="28" y="464"/>
                  <a:pt x="33" y="459"/>
                </a:cubicBezTo>
                <a:cubicBezTo>
                  <a:pt x="33" y="470"/>
                  <a:pt x="33" y="470"/>
                  <a:pt x="33" y="470"/>
                </a:cubicBezTo>
                <a:cubicBezTo>
                  <a:pt x="21" y="480"/>
                  <a:pt x="17" y="488"/>
                  <a:pt x="23" y="508"/>
                </a:cubicBezTo>
                <a:cubicBezTo>
                  <a:pt x="27" y="504"/>
                  <a:pt x="30" y="501"/>
                  <a:pt x="33" y="498"/>
                </a:cubicBezTo>
                <a:cubicBezTo>
                  <a:pt x="33" y="511"/>
                  <a:pt x="33" y="511"/>
                  <a:pt x="33" y="511"/>
                </a:cubicBezTo>
                <a:cubicBezTo>
                  <a:pt x="29" y="521"/>
                  <a:pt x="29" y="526"/>
                  <a:pt x="33" y="537"/>
                </a:cubicBezTo>
                <a:cubicBezTo>
                  <a:pt x="33" y="555"/>
                  <a:pt x="33" y="555"/>
                  <a:pt x="33" y="555"/>
                </a:cubicBezTo>
                <a:cubicBezTo>
                  <a:pt x="27" y="542"/>
                  <a:pt x="21" y="527"/>
                  <a:pt x="18" y="513"/>
                </a:cubicBezTo>
                <a:cubicBezTo>
                  <a:pt x="12" y="498"/>
                  <a:pt x="10" y="482"/>
                  <a:pt x="5" y="465"/>
                </a:cubicBezTo>
                <a:cubicBezTo>
                  <a:pt x="5" y="459"/>
                  <a:pt x="6" y="438"/>
                  <a:pt x="0" y="43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al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 hidden="1">
            <a:extLst>
              <a:ext uri="{FF2B5EF4-FFF2-40B4-BE49-F238E27FC236}">
                <a16:creationId xmlns:a16="http://schemas.microsoft.com/office/drawing/2014/main" id="{0977981F-1D96-ACCE-ACFE-5DAD2BC8E5E0}"/>
              </a:ext>
            </a:extLst>
          </p:cNvPr>
          <p:cNvSpPr/>
          <p:nvPr/>
        </p:nvSpPr>
        <p:spPr>
          <a:xfrm>
            <a:off x="5297520" y="3383926"/>
            <a:ext cx="1596960" cy="890703"/>
          </a:xfrm>
          <a:prstGeom prst="rect">
            <a:avLst/>
          </a:prstGeom>
          <a:solidFill>
            <a:srgbClr val="2A71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al"/>
              <a:ea typeface="微软雅黑 Light"/>
              <a:cs typeface="+mn-cs"/>
            </a:endParaRPr>
          </a:p>
        </p:txBody>
      </p:sp>
      <p:sp>
        <p:nvSpPr>
          <p:cNvPr id="38" name="office-block_63657">
            <a:extLst>
              <a:ext uri="{FF2B5EF4-FFF2-40B4-BE49-F238E27FC236}">
                <a16:creationId xmlns:a16="http://schemas.microsoft.com/office/drawing/2014/main" id="{B5A726C6-7001-58C8-1A89-9FF852836F21}"/>
              </a:ext>
            </a:extLst>
          </p:cNvPr>
          <p:cNvSpPr>
            <a:spLocks noChangeAspect="1"/>
          </p:cNvSpPr>
          <p:nvPr/>
        </p:nvSpPr>
        <p:spPr bwMode="auto">
          <a:xfrm>
            <a:off x="8354581" y="2965664"/>
            <a:ext cx="1023364" cy="1347638"/>
          </a:xfrm>
          <a:custGeom>
            <a:avLst/>
            <a:gdLst>
              <a:gd name="T0" fmla="*/ 4888 w 7497"/>
              <a:gd name="T1" fmla="*/ 1013 h 7677"/>
              <a:gd name="T2" fmla="*/ 0 w 7497"/>
              <a:gd name="T3" fmla="*/ 1529 h 7677"/>
              <a:gd name="T4" fmla="*/ 4788 w 7497"/>
              <a:gd name="T5" fmla="*/ 6996 h 7677"/>
              <a:gd name="T6" fmla="*/ 783 w 7497"/>
              <a:gd name="T7" fmla="*/ 5989 h 7677"/>
              <a:gd name="T8" fmla="*/ 310 w 7497"/>
              <a:gd name="T9" fmla="*/ 5101 h 7677"/>
              <a:gd name="T10" fmla="*/ 783 w 7497"/>
              <a:gd name="T11" fmla="*/ 4766 h 7677"/>
              <a:gd name="T12" fmla="*/ 310 w 7497"/>
              <a:gd name="T13" fmla="*/ 3982 h 7677"/>
              <a:gd name="T14" fmla="*/ 783 w 7497"/>
              <a:gd name="T15" fmla="*/ 3543 h 7677"/>
              <a:gd name="T16" fmla="*/ 310 w 7497"/>
              <a:gd name="T17" fmla="*/ 2863 h 7677"/>
              <a:gd name="T18" fmla="*/ 783 w 7497"/>
              <a:gd name="T19" fmla="*/ 2319 h 7677"/>
              <a:gd name="T20" fmla="*/ 310 w 7497"/>
              <a:gd name="T21" fmla="*/ 1744 h 7677"/>
              <a:gd name="T22" fmla="*/ 1815 w 7497"/>
              <a:gd name="T23" fmla="*/ 6369 h 7677"/>
              <a:gd name="T24" fmla="*/ 1158 w 7497"/>
              <a:gd name="T25" fmla="*/ 5260 h 7677"/>
              <a:gd name="T26" fmla="*/ 1815 w 7497"/>
              <a:gd name="T27" fmla="*/ 6369 h 7677"/>
              <a:gd name="T28" fmla="*/ 1158 w 7497"/>
              <a:gd name="T29" fmla="*/ 4811 h 7677"/>
              <a:gd name="T30" fmla="*/ 1815 w 7497"/>
              <a:gd name="T31" fmla="*/ 4866 h 7677"/>
              <a:gd name="T32" fmla="*/ 1158 w 7497"/>
              <a:gd name="T33" fmla="*/ 3463 h 7677"/>
              <a:gd name="T34" fmla="*/ 1815 w 7497"/>
              <a:gd name="T35" fmla="*/ 3364 h 7677"/>
              <a:gd name="T36" fmla="*/ 1178 w 7497"/>
              <a:gd name="T37" fmla="*/ 2151 h 7677"/>
              <a:gd name="T38" fmla="*/ 1815 w 7497"/>
              <a:gd name="T39" fmla="*/ 860 h 7677"/>
              <a:gd name="T40" fmla="*/ 2356 w 7497"/>
              <a:gd name="T41" fmla="*/ 7501 h 7677"/>
              <a:gd name="T42" fmla="*/ 3333 w 7497"/>
              <a:gd name="T43" fmla="*/ 5322 h 7677"/>
              <a:gd name="T44" fmla="*/ 2383 w 7497"/>
              <a:gd name="T45" fmla="*/ 4928 h 7677"/>
              <a:gd name="T46" fmla="*/ 3291 w 7497"/>
              <a:gd name="T47" fmla="*/ 3841 h 7677"/>
              <a:gd name="T48" fmla="*/ 3289 w 7497"/>
              <a:gd name="T49" fmla="*/ 3450 h 7677"/>
              <a:gd name="T50" fmla="*/ 2390 w 7497"/>
              <a:gd name="T51" fmla="*/ 2257 h 7677"/>
              <a:gd name="T52" fmla="*/ 3317 w 7497"/>
              <a:gd name="T53" fmla="*/ 2003 h 7677"/>
              <a:gd name="T54" fmla="*/ 2356 w 7497"/>
              <a:gd name="T55" fmla="*/ 716 h 7677"/>
              <a:gd name="T56" fmla="*/ 4467 w 7497"/>
              <a:gd name="T57" fmla="*/ 6952 h 7677"/>
              <a:gd name="T58" fmla="*/ 3650 w 7497"/>
              <a:gd name="T59" fmla="*/ 5287 h 7677"/>
              <a:gd name="T60" fmla="*/ 4469 w 7497"/>
              <a:gd name="T61" fmla="*/ 4792 h 7677"/>
              <a:gd name="T62" fmla="*/ 3650 w 7497"/>
              <a:gd name="T63" fmla="*/ 3900 h 7677"/>
              <a:gd name="T64" fmla="*/ 4469 w 7497"/>
              <a:gd name="T65" fmla="*/ 3496 h 7677"/>
              <a:gd name="T66" fmla="*/ 3650 w 7497"/>
              <a:gd name="T67" fmla="*/ 2513 h 7677"/>
              <a:gd name="T68" fmla="*/ 4469 w 7497"/>
              <a:gd name="T69" fmla="*/ 3496 h 7677"/>
              <a:gd name="T70" fmla="*/ 3650 w 7497"/>
              <a:gd name="T71" fmla="*/ 2051 h 7677"/>
              <a:gd name="T72" fmla="*/ 4469 w 7497"/>
              <a:gd name="T73" fmla="*/ 2200 h 7677"/>
              <a:gd name="T74" fmla="*/ 5036 w 7497"/>
              <a:gd name="T75" fmla="*/ 5201 h 7677"/>
              <a:gd name="T76" fmla="*/ 5676 w 7497"/>
              <a:gd name="T77" fmla="*/ 3974 h 7677"/>
              <a:gd name="T78" fmla="*/ 5062 w 7497"/>
              <a:gd name="T79" fmla="*/ 3591 h 7677"/>
              <a:gd name="T80" fmla="*/ 5677 w 7497"/>
              <a:gd name="T81" fmla="*/ 2447 h 7677"/>
              <a:gd name="T82" fmla="*/ 7197 w 7497"/>
              <a:gd name="T83" fmla="*/ 2086 h 7677"/>
              <a:gd name="T84" fmla="*/ 6788 w 7497"/>
              <a:gd name="T85" fmla="*/ 2728 h 7677"/>
              <a:gd name="T86" fmla="*/ 6805 w 7497"/>
              <a:gd name="T87" fmla="*/ 2975 h 7677"/>
              <a:gd name="T88" fmla="*/ 7181 w 7497"/>
              <a:gd name="T89" fmla="*/ 3760 h 7677"/>
              <a:gd name="T90" fmla="*/ 6799 w 7497"/>
              <a:gd name="T91" fmla="*/ 3974 h 7677"/>
              <a:gd name="T92" fmla="*/ 6797 w 7497"/>
              <a:gd name="T93" fmla="*/ 4730 h 7677"/>
              <a:gd name="T94" fmla="*/ 6600 w 7497"/>
              <a:gd name="T95" fmla="*/ 6448 h 7677"/>
              <a:gd name="T96" fmla="*/ 6133 w 7497"/>
              <a:gd name="T97" fmla="*/ 5032 h 7677"/>
              <a:gd name="T98" fmla="*/ 6591 w 7497"/>
              <a:gd name="T99" fmla="*/ 4739 h 7677"/>
              <a:gd name="T100" fmla="*/ 6106 w 7497"/>
              <a:gd name="T101" fmla="*/ 3962 h 7677"/>
              <a:gd name="T102" fmla="*/ 6633 w 7497"/>
              <a:gd name="T103" fmla="*/ 3668 h 7677"/>
              <a:gd name="T104" fmla="*/ 6093 w 7497"/>
              <a:gd name="T105" fmla="*/ 2911 h 7677"/>
              <a:gd name="T106" fmla="*/ 6633 w 7497"/>
              <a:gd name="T107" fmla="*/ 3668 h 7677"/>
              <a:gd name="T108" fmla="*/ 6093 w 7497"/>
              <a:gd name="T109" fmla="*/ 2550 h 7677"/>
              <a:gd name="T110" fmla="*/ 6632 w 7497"/>
              <a:gd name="T111" fmla="*/ 2642 h 7677"/>
              <a:gd name="T112" fmla="*/ 6754 w 7497"/>
              <a:gd name="T113" fmla="*/ 6352 h 7677"/>
              <a:gd name="T114" fmla="*/ 7242 w 7497"/>
              <a:gd name="T115" fmla="*/ 6251 h 7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497" h="7677">
                <a:moveTo>
                  <a:pt x="7406" y="1745"/>
                </a:moveTo>
                <a:lnTo>
                  <a:pt x="5933" y="1261"/>
                </a:lnTo>
                <a:cubicBezTo>
                  <a:pt x="5933" y="1261"/>
                  <a:pt x="5914" y="1254"/>
                  <a:pt x="5888" y="1254"/>
                </a:cubicBezTo>
                <a:cubicBezTo>
                  <a:pt x="5862" y="1255"/>
                  <a:pt x="5842" y="1264"/>
                  <a:pt x="5842" y="1264"/>
                </a:cubicBezTo>
                <a:lnTo>
                  <a:pt x="4888" y="1653"/>
                </a:lnTo>
                <a:lnTo>
                  <a:pt x="4888" y="1013"/>
                </a:lnTo>
                <a:cubicBezTo>
                  <a:pt x="4888" y="956"/>
                  <a:pt x="4851" y="906"/>
                  <a:pt x="4797" y="888"/>
                </a:cubicBezTo>
                <a:lnTo>
                  <a:pt x="2126" y="11"/>
                </a:lnTo>
                <a:cubicBezTo>
                  <a:pt x="2126" y="11"/>
                  <a:pt x="2102" y="0"/>
                  <a:pt x="2067" y="5"/>
                </a:cubicBezTo>
                <a:cubicBezTo>
                  <a:pt x="2032" y="10"/>
                  <a:pt x="2007" y="29"/>
                  <a:pt x="2007" y="29"/>
                </a:cubicBezTo>
                <a:lnTo>
                  <a:pt x="55" y="1421"/>
                </a:lnTo>
                <a:cubicBezTo>
                  <a:pt x="20" y="1446"/>
                  <a:pt x="0" y="1486"/>
                  <a:pt x="0" y="1529"/>
                </a:cubicBezTo>
                <a:lnTo>
                  <a:pt x="0" y="6472"/>
                </a:lnTo>
                <a:cubicBezTo>
                  <a:pt x="0" y="6520"/>
                  <a:pt x="26" y="6564"/>
                  <a:pt x="68" y="6588"/>
                </a:cubicBezTo>
                <a:lnTo>
                  <a:pt x="2021" y="7658"/>
                </a:lnTo>
                <a:cubicBezTo>
                  <a:pt x="2021" y="7658"/>
                  <a:pt x="2040" y="7669"/>
                  <a:pt x="2069" y="7673"/>
                </a:cubicBezTo>
                <a:cubicBezTo>
                  <a:pt x="2098" y="7677"/>
                  <a:pt x="2117" y="7670"/>
                  <a:pt x="2117" y="7670"/>
                </a:cubicBezTo>
                <a:lnTo>
                  <a:pt x="4788" y="6996"/>
                </a:lnTo>
                <a:lnTo>
                  <a:pt x="5924" y="6709"/>
                </a:lnTo>
                <a:lnTo>
                  <a:pt x="7397" y="6338"/>
                </a:lnTo>
                <a:cubicBezTo>
                  <a:pt x="7455" y="6323"/>
                  <a:pt x="7497" y="6270"/>
                  <a:pt x="7497" y="6209"/>
                </a:cubicBezTo>
                <a:lnTo>
                  <a:pt x="7497" y="1871"/>
                </a:lnTo>
                <a:cubicBezTo>
                  <a:pt x="7497" y="1813"/>
                  <a:pt x="7460" y="1763"/>
                  <a:pt x="7406" y="1745"/>
                </a:cubicBezTo>
                <a:close/>
                <a:moveTo>
                  <a:pt x="783" y="5989"/>
                </a:moveTo>
                <a:cubicBezTo>
                  <a:pt x="783" y="6003"/>
                  <a:pt x="776" y="6017"/>
                  <a:pt x="764" y="6025"/>
                </a:cubicBezTo>
                <a:cubicBezTo>
                  <a:pt x="756" y="6030"/>
                  <a:pt x="747" y="6033"/>
                  <a:pt x="739" y="6033"/>
                </a:cubicBezTo>
                <a:cubicBezTo>
                  <a:pt x="734" y="6033"/>
                  <a:pt x="728" y="6032"/>
                  <a:pt x="723" y="6030"/>
                </a:cubicBezTo>
                <a:lnTo>
                  <a:pt x="339" y="5889"/>
                </a:lnTo>
                <a:cubicBezTo>
                  <a:pt x="321" y="5882"/>
                  <a:pt x="310" y="5866"/>
                  <a:pt x="310" y="5847"/>
                </a:cubicBezTo>
                <a:lnTo>
                  <a:pt x="310" y="5101"/>
                </a:lnTo>
                <a:cubicBezTo>
                  <a:pt x="310" y="5088"/>
                  <a:pt x="316" y="5076"/>
                  <a:pt x="326" y="5067"/>
                </a:cubicBezTo>
                <a:cubicBezTo>
                  <a:pt x="336" y="5059"/>
                  <a:pt x="349" y="5056"/>
                  <a:pt x="362" y="5058"/>
                </a:cubicBezTo>
                <a:lnTo>
                  <a:pt x="747" y="5130"/>
                </a:lnTo>
                <a:cubicBezTo>
                  <a:pt x="767" y="5134"/>
                  <a:pt x="783" y="5152"/>
                  <a:pt x="783" y="5173"/>
                </a:cubicBezTo>
                <a:lnTo>
                  <a:pt x="783" y="5989"/>
                </a:lnTo>
                <a:close/>
                <a:moveTo>
                  <a:pt x="783" y="4766"/>
                </a:moveTo>
                <a:cubicBezTo>
                  <a:pt x="783" y="4778"/>
                  <a:pt x="777" y="4790"/>
                  <a:pt x="768" y="4798"/>
                </a:cubicBezTo>
                <a:cubicBezTo>
                  <a:pt x="760" y="4806"/>
                  <a:pt x="750" y="4810"/>
                  <a:pt x="738" y="4810"/>
                </a:cubicBezTo>
                <a:cubicBezTo>
                  <a:pt x="737" y="4810"/>
                  <a:pt x="735" y="4810"/>
                  <a:pt x="734" y="4809"/>
                </a:cubicBezTo>
                <a:lnTo>
                  <a:pt x="350" y="4772"/>
                </a:lnTo>
                <a:cubicBezTo>
                  <a:pt x="327" y="4770"/>
                  <a:pt x="310" y="4751"/>
                  <a:pt x="310" y="4728"/>
                </a:cubicBezTo>
                <a:lnTo>
                  <a:pt x="310" y="3982"/>
                </a:lnTo>
                <a:cubicBezTo>
                  <a:pt x="310" y="3959"/>
                  <a:pt x="328" y="3940"/>
                  <a:pt x="350" y="3938"/>
                </a:cubicBezTo>
                <a:lnTo>
                  <a:pt x="735" y="3906"/>
                </a:lnTo>
                <a:cubicBezTo>
                  <a:pt x="747" y="3905"/>
                  <a:pt x="759" y="3910"/>
                  <a:pt x="768" y="3918"/>
                </a:cubicBezTo>
                <a:cubicBezTo>
                  <a:pt x="778" y="3926"/>
                  <a:pt x="783" y="3938"/>
                  <a:pt x="783" y="3950"/>
                </a:cubicBezTo>
                <a:lnTo>
                  <a:pt x="783" y="4766"/>
                </a:lnTo>
                <a:close/>
                <a:moveTo>
                  <a:pt x="783" y="3543"/>
                </a:moveTo>
                <a:cubicBezTo>
                  <a:pt x="783" y="3564"/>
                  <a:pt x="767" y="3582"/>
                  <a:pt x="746" y="3586"/>
                </a:cubicBezTo>
                <a:lnTo>
                  <a:pt x="361" y="3652"/>
                </a:lnTo>
                <a:cubicBezTo>
                  <a:pt x="359" y="3653"/>
                  <a:pt x="356" y="3653"/>
                  <a:pt x="354" y="3653"/>
                </a:cubicBezTo>
                <a:cubicBezTo>
                  <a:pt x="344" y="3653"/>
                  <a:pt x="334" y="3649"/>
                  <a:pt x="326" y="3643"/>
                </a:cubicBezTo>
                <a:cubicBezTo>
                  <a:pt x="315" y="3634"/>
                  <a:pt x="310" y="3622"/>
                  <a:pt x="310" y="3609"/>
                </a:cubicBezTo>
                <a:lnTo>
                  <a:pt x="310" y="2863"/>
                </a:lnTo>
                <a:cubicBezTo>
                  <a:pt x="310" y="2844"/>
                  <a:pt x="322" y="2827"/>
                  <a:pt x="339" y="2821"/>
                </a:cubicBezTo>
                <a:lnTo>
                  <a:pt x="724" y="2686"/>
                </a:lnTo>
                <a:cubicBezTo>
                  <a:pt x="737" y="2681"/>
                  <a:pt x="752" y="2683"/>
                  <a:pt x="764" y="2691"/>
                </a:cubicBezTo>
                <a:cubicBezTo>
                  <a:pt x="776" y="2699"/>
                  <a:pt x="783" y="2713"/>
                  <a:pt x="783" y="2727"/>
                </a:cubicBezTo>
                <a:lnTo>
                  <a:pt x="783" y="3543"/>
                </a:lnTo>
                <a:close/>
                <a:moveTo>
                  <a:pt x="783" y="2319"/>
                </a:moveTo>
                <a:cubicBezTo>
                  <a:pt x="783" y="2337"/>
                  <a:pt x="773" y="2353"/>
                  <a:pt x="756" y="2360"/>
                </a:cubicBezTo>
                <a:lnTo>
                  <a:pt x="372" y="2530"/>
                </a:lnTo>
                <a:cubicBezTo>
                  <a:pt x="366" y="2533"/>
                  <a:pt x="360" y="2534"/>
                  <a:pt x="354" y="2534"/>
                </a:cubicBezTo>
                <a:cubicBezTo>
                  <a:pt x="346" y="2534"/>
                  <a:pt x="337" y="2531"/>
                  <a:pt x="330" y="2527"/>
                </a:cubicBezTo>
                <a:cubicBezTo>
                  <a:pt x="317" y="2518"/>
                  <a:pt x="310" y="2505"/>
                  <a:pt x="310" y="2490"/>
                </a:cubicBezTo>
                <a:lnTo>
                  <a:pt x="310" y="1744"/>
                </a:lnTo>
                <a:cubicBezTo>
                  <a:pt x="310" y="1728"/>
                  <a:pt x="318" y="1714"/>
                  <a:pt x="331" y="1706"/>
                </a:cubicBezTo>
                <a:lnTo>
                  <a:pt x="715" y="1466"/>
                </a:lnTo>
                <a:cubicBezTo>
                  <a:pt x="729" y="1458"/>
                  <a:pt x="746" y="1457"/>
                  <a:pt x="760" y="1465"/>
                </a:cubicBezTo>
                <a:cubicBezTo>
                  <a:pt x="774" y="1473"/>
                  <a:pt x="783" y="1488"/>
                  <a:pt x="783" y="1504"/>
                </a:cubicBezTo>
                <a:lnTo>
                  <a:pt x="783" y="2319"/>
                </a:lnTo>
                <a:close/>
                <a:moveTo>
                  <a:pt x="1815" y="6369"/>
                </a:moveTo>
                <a:cubicBezTo>
                  <a:pt x="1815" y="6383"/>
                  <a:pt x="1808" y="6397"/>
                  <a:pt x="1797" y="6405"/>
                </a:cubicBezTo>
                <a:cubicBezTo>
                  <a:pt x="1789" y="6410"/>
                  <a:pt x="1780" y="6413"/>
                  <a:pt x="1771" y="6413"/>
                </a:cubicBezTo>
                <a:cubicBezTo>
                  <a:pt x="1766" y="6413"/>
                  <a:pt x="1761" y="6412"/>
                  <a:pt x="1756" y="6410"/>
                </a:cubicBezTo>
                <a:lnTo>
                  <a:pt x="1187" y="6201"/>
                </a:lnTo>
                <a:cubicBezTo>
                  <a:pt x="1169" y="6194"/>
                  <a:pt x="1158" y="6178"/>
                  <a:pt x="1158" y="6159"/>
                </a:cubicBezTo>
                <a:lnTo>
                  <a:pt x="1158" y="5260"/>
                </a:lnTo>
                <a:cubicBezTo>
                  <a:pt x="1158" y="5247"/>
                  <a:pt x="1164" y="5235"/>
                  <a:pt x="1174" y="5226"/>
                </a:cubicBezTo>
                <a:cubicBezTo>
                  <a:pt x="1184" y="5218"/>
                  <a:pt x="1198" y="5215"/>
                  <a:pt x="1210" y="5217"/>
                </a:cubicBezTo>
                <a:lnTo>
                  <a:pt x="1779" y="5324"/>
                </a:lnTo>
                <a:cubicBezTo>
                  <a:pt x="1800" y="5328"/>
                  <a:pt x="1816" y="5346"/>
                  <a:pt x="1816" y="5367"/>
                </a:cubicBezTo>
                <a:lnTo>
                  <a:pt x="1816" y="6369"/>
                </a:lnTo>
                <a:lnTo>
                  <a:pt x="1815" y="6369"/>
                </a:lnTo>
                <a:close/>
                <a:moveTo>
                  <a:pt x="1815" y="4866"/>
                </a:moveTo>
                <a:cubicBezTo>
                  <a:pt x="1815" y="4879"/>
                  <a:pt x="1810" y="4891"/>
                  <a:pt x="1801" y="4899"/>
                </a:cubicBezTo>
                <a:cubicBezTo>
                  <a:pt x="1793" y="4907"/>
                  <a:pt x="1782" y="4910"/>
                  <a:pt x="1771" y="4910"/>
                </a:cubicBezTo>
                <a:cubicBezTo>
                  <a:pt x="1770" y="4910"/>
                  <a:pt x="1768" y="4910"/>
                  <a:pt x="1767" y="4910"/>
                </a:cubicBezTo>
                <a:lnTo>
                  <a:pt x="1198" y="4855"/>
                </a:lnTo>
                <a:cubicBezTo>
                  <a:pt x="1175" y="4852"/>
                  <a:pt x="1158" y="4833"/>
                  <a:pt x="1158" y="4811"/>
                </a:cubicBezTo>
                <a:lnTo>
                  <a:pt x="1158" y="3912"/>
                </a:lnTo>
                <a:cubicBezTo>
                  <a:pt x="1158" y="3889"/>
                  <a:pt x="1176" y="3870"/>
                  <a:pt x="1198" y="3868"/>
                </a:cubicBezTo>
                <a:lnTo>
                  <a:pt x="1768" y="3821"/>
                </a:lnTo>
                <a:cubicBezTo>
                  <a:pt x="1780" y="3820"/>
                  <a:pt x="1792" y="3824"/>
                  <a:pt x="1801" y="3832"/>
                </a:cubicBezTo>
                <a:cubicBezTo>
                  <a:pt x="1810" y="3841"/>
                  <a:pt x="1815" y="3852"/>
                  <a:pt x="1815" y="3865"/>
                </a:cubicBezTo>
                <a:lnTo>
                  <a:pt x="1815" y="4866"/>
                </a:lnTo>
                <a:close/>
                <a:moveTo>
                  <a:pt x="1815" y="3364"/>
                </a:moveTo>
                <a:cubicBezTo>
                  <a:pt x="1815" y="3386"/>
                  <a:pt x="1800" y="3404"/>
                  <a:pt x="1779" y="3408"/>
                </a:cubicBezTo>
                <a:lnTo>
                  <a:pt x="1210" y="3506"/>
                </a:lnTo>
                <a:cubicBezTo>
                  <a:pt x="1207" y="3506"/>
                  <a:pt x="1205" y="3507"/>
                  <a:pt x="1202" y="3507"/>
                </a:cubicBezTo>
                <a:cubicBezTo>
                  <a:pt x="1192" y="3507"/>
                  <a:pt x="1182" y="3503"/>
                  <a:pt x="1174" y="3496"/>
                </a:cubicBezTo>
                <a:cubicBezTo>
                  <a:pt x="1164" y="3488"/>
                  <a:pt x="1158" y="3475"/>
                  <a:pt x="1158" y="3463"/>
                </a:cubicBezTo>
                <a:lnTo>
                  <a:pt x="1158" y="2564"/>
                </a:lnTo>
                <a:cubicBezTo>
                  <a:pt x="1158" y="2545"/>
                  <a:pt x="1170" y="2528"/>
                  <a:pt x="1187" y="2522"/>
                </a:cubicBezTo>
                <a:lnTo>
                  <a:pt x="1756" y="2321"/>
                </a:lnTo>
                <a:cubicBezTo>
                  <a:pt x="1770" y="2316"/>
                  <a:pt x="1785" y="2318"/>
                  <a:pt x="1797" y="2327"/>
                </a:cubicBezTo>
                <a:cubicBezTo>
                  <a:pt x="1808" y="2335"/>
                  <a:pt x="1815" y="2348"/>
                  <a:pt x="1815" y="2363"/>
                </a:cubicBezTo>
                <a:lnTo>
                  <a:pt x="1815" y="3364"/>
                </a:lnTo>
                <a:lnTo>
                  <a:pt x="1815" y="3364"/>
                </a:lnTo>
                <a:close/>
                <a:moveTo>
                  <a:pt x="1815" y="1862"/>
                </a:moveTo>
                <a:cubicBezTo>
                  <a:pt x="1815" y="1879"/>
                  <a:pt x="1805" y="1895"/>
                  <a:pt x="1789" y="1902"/>
                </a:cubicBezTo>
                <a:lnTo>
                  <a:pt x="1220" y="2154"/>
                </a:lnTo>
                <a:cubicBezTo>
                  <a:pt x="1214" y="2157"/>
                  <a:pt x="1208" y="2158"/>
                  <a:pt x="1202" y="2158"/>
                </a:cubicBezTo>
                <a:cubicBezTo>
                  <a:pt x="1194" y="2158"/>
                  <a:pt x="1185" y="2156"/>
                  <a:pt x="1178" y="2151"/>
                </a:cubicBezTo>
                <a:cubicBezTo>
                  <a:pt x="1166" y="2143"/>
                  <a:pt x="1158" y="2129"/>
                  <a:pt x="1158" y="2114"/>
                </a:cubicBezTo>
                <a:lnTo>
                  <a:pt x="1158" y="1215"/>
                </a:lnTo>
                <a:cubicBezTo>
                  <a:pt x="1158" y="1200"/>
                  <a:pt x="1166" y="1186"/>
                  <a:pt x="1179" y="1178"/>
                </a:cubicBezTo>
                <a:lnTo>
                  <a:pt x="1748" y="823"/>
                </a:lnTo>
                <a:cubicBezTo>
                  <a:pt x="1762" y="814"/>
                  <a:pt x="1779" y="814"/>
                  <a:pt x="1793" y="822"/>
                </a:cubicBezTo>
                <a:cubicBezTo>
                  <a:pt x="1807" y="830"/>
                  <a:pt x="1815" y="845"/>
                  <a:pt x="1815" y="860"/>
                </a:cubicBezTo>
                <a:lnTo>
                  <a:pt x="1815" y="1862"/>
                </a:lnTo>
                <a:close/>
                <a:moveTo>
                  <a:pt x="3333" y="7238"/>
                </a:moveTo>
                <a:cubicBezTo>
                  <a:pt x="3333" y="7258"/>
                  <a:pt x="3319" y="7276"/>
                  <a:pt x="3300" y="7281"/>
                </a:cubicBezTo>
                <a:lnTo>
                  <a:pt x="2394" y="7509"/>
                </a:lnTo>
                <a:cubicBezTo>
                  <a:pt x="2390" y="7510"/>
                  <a:pt x="2387" y="7511"/>
                  <a:pt x="2383" y="7511"/>
                </a:cubicBezTo>
                <a:cubicBezTo>
                  <a:pt x="2373" y="7511"/>
                  <a:pt x="2364" y="7507"/>
                  <a:pt x="2356" y="7501"/>
                </a:cubicBezTo>
                <a:cubicBezTo>
                  <a:pt x="2345" y="7493"/>
                  <a:pt x="2339" y="7480"/>
                  <a:pt x="2339" y="7467"/>
                </a:cubicBezTo>
                <a:lnTo>
                  <a:pt x="2339" y="5400"/>
                </a:lnTo>
                <a:cubicBezTo>
                  <a:pt x="2339" y="5377"/>
                  <a:pt x="2357" y="5358"/>
                  <a:pt x="2379" y="5356"/>
                </a:cubicBezTo>
                <a:lnTo>
                  <a:pt x="3285" y="5278"/>
                </a:lnTo>
                <a:cubicBezTo>
                  <a:pt x="3298" y="5277"/>
                  <a:pt x="3310" y="5281"/>
                  <a:pt x="3319" y="5289"/>
                </a:cubicBezTo>
                <a:cubicBezTo>
                  <a:pt x="3328" y="5298"/>
                  <a:pt x="3333" y="5310"/>
                  <a:pt x="3333" y="5322"/>
                </a:cubicBezTo>
                <a:lnTo>
                  <a:pt x="3333" y="7238"/>
                </a:lnTo>
                <a:lnTo>
                  <a:pt x="3333" y="7238"/>
                </a:lnTo>
                <a:close/>
                <a:moveTo>
                  <a:pt x="3333" y="4843"/>
                </a:moveTo>
                <a:cubicBezTo>
                  <a:pt x="3333" y="4867"/>
                  <a:pt x="3315" y="4886"/>
                  <a:pt x="3291" y="4887"/>
                </a:cubicBezTo>
                <a:lnTo>
                  <a:pt x="2385" y="4928"/>
                </a:lnTo>
                <a:cubicBezTo>
                  <a:pt x="2384" y="4928"/>
                  <a:pt x="2384" y="4928"/>
                  <a:pt x="2383" y="4928"/>
                </a:cubicBezTo>
                <a:cubicBezTo>
                  <a:pt x="2372" y="4928"/>
                  <a:pt x="2361" y="4923"/>
                  <a:pt x="2352" y="4916"/>
                </a:cubicBezTo>
                <a:cubicBezTo>
                  <a:pt x="2344" y="4907"/>
                  <a:pt x="2339" y="4896"/>
                  <a:pt x="2339" y="4884"/>
                </a:cubicBezTo>
                <a:lnTo>
                  <a:pt x="2339" y="3851"/>
                </a:lnTo>
                <a:cubicBezTo>
                  <a:pt x="2339" y="3839"/>
                  <a:pt x="2344" y="3827"/>
                  <a:pt x="2352" y="3819"/>
                </a:cubicBezTo>
                <a:cubicBezTo>
                  <a:pt x="2361" y="3811"/>
                  <a:pt x="2372" y="3806"/>
                  <a:pt x="2384" y="3807"/>
                </a:cubicBezTo>
                <a:lnTo>
                  <a:pt x="3291" y="3841"/>
                </a:lnTo>
                <a:cubicBezTo>
                  <a:pt x="3314" y="3842"/>
                  <a:pt x="3333" y="3861"/>
                  <a:pt x="3333" y="3885"/>
                </a:cubicBezTo>
                <a:lnTo>
                  <a:pt x="3333" y="4843"/>
                </a:lnTo>
                <a:lnTo>
                  <a:pt x="3333" y="4843"/>
                </a:lnTo>
                <a:close/>
                <a:moveTo>
                  <a:pt x="3333" y="3406"/>
                </a:moveTo>
                <a:cubicBezTo>
                  <a:pt x="3333" y="3418"/>
                  <a:pt x="3328" y="3430"/>
                  <a:pt x="3319" y="3438"/>
                </a:cubicBezTo>
                <a:cubicBezTo>
                  <a:pt x="3311" y="3446"/>
                  <a:pt x="3300" y="3450"/>
                  <a:pt x="3289" y="3450"/>
                </a:cubicBezTo>
                <a:cubicBezTo>
                  <a:pt x="3288" y="3450"/>
                  <a:pt x="3286" y="3450"/>
                  <a:pt x="3285" y="3450"/>
                </a:cubicBezTo>
                <a:lnTo>
                  <a:pt x="2380" y="3378"/>
                </a:lnTo>
                <a:cubicBezTo>
                  <a:pt x="2357" y="3376"/>
                  <a:pt x="2339" y="3357"/>
                  <a:pt x="2339" y="3334"/>
                </a:cubicBezTo>
                <a:lnTo>
                  <a:pt x="2339" y="2300"/>
                </a:lnTo>
                <a:cubicBezTo>
                  <a:pt x="2339" y="2288"/>
                  <a:pt x="2345" y="2275"/>
                  <a:pt x="2354" y="2267"/>
                </a:cubicBezTo>
                <a:cubicBezTo>
                  <a:pt x="2364" y="2258"/>
                  <a:pt x="2377" y="2255"/>
                  <a:pt x="2390" y="2257"/>
                </a:cubicBezTo>
                <a:lnTo>
                  <a:pt x="3296" y="2404"/>
                </a:lnTo>
                <a:cubicBezTo>
                  <a:pt x="3317" y="2407"/>
                  <a:pt x="3333" y="2426"/>
                  <a:pt x="3333" y="2448"/>
                </a:cubicBezTo>
                <a:lnTo>
                  <a:pt x="3333" y="3406"/>
                </a:lnTo>
                <a:lnTo>
                  <a:pt x="3333" y="3406"/>
                </a:lnTo>
                <a:close/>
                <a:moveTo>
                  <a:pt x="3333" y="1969"/>
                </a:moveTo>
                <a:cubicBezTo>
                  <a:pt x="3333" y="1982"/>
                  <a:pt x="3327" y="1995"/>
                  <a:pt x="3317" y="2003"/>
                </a:cubicBezTo>
                <a:cubicBezTo>
                  <a:pt x="3309" y="2009"/>
                  <a:pt x="3299" y="2013"/>
                  <a:pt x="3289" y="2013"/>
                </a:cubicBezTo>
                <a:cubicBezTo>
                  <a:pt x="3286" y="2013"/>
                  <a:pt x="3283" y="2013"/>
                  <a:pt x="3280" y="2012"/>
                </a:cubicBezTo>
                <a:lnTo>
                  <a:pt x="2374" y="1827"/>
                </a:lnTo>
                <a:cubicBezTo>
                  <a:pt x="2354" y="1823"/>
                  <a:pt x="2339" y="1805"/>
                  <a:pt x="2339" y="1784"/>
                </a:cubicBezTo>
                <a:lnTo>
                  <a:pt x="2339" y="751"/>
                </a:lnTo>
                <a:cubicBezTo>
                  <a:pt x="2339" y="737"/>
                  <a:pt x="2345" y="724"/>
                  <a:pt x="2356" y="716"/>
                </a:cubicBezTo>
                <a:cubicBezTo>
                  <a:pt x="2367" y="707"/>
                  <a:pt x="2382" y="704"/>
                  <a:pt x="2395" y="708"/>
                </a:cubicBezTo>
                <a:lnTo>
                  <a:pt x="3301" y="968"/>
                </a:lnTo>
                <a:cubicBezTo>
                  <a:pt x="3320" y="974"/>
                  <a:pt x="3333" y="991"/>
                  <a:pt x="3333" y="1011"/>
                </a:cubicBezTo>
                <a:lnTo>
                  <a:pt x="3333" y="1969"/>
                </a:lnTo>
                <a:lnTo>
                  <a:pt x="3333" y="1969"/>
                </a:lnTo>
                <a:close/>
                <a:moveTo>
                  <a:pt x="4467" y="6952"/>
                </a:moveTo>
                <a:cubicBezTo>
                  <a:pt x="4467" y="6972"/>
                  <a:pt x="4454" y="6989"/>
                  <a:pt x="4434" y="6994"/>
                </a:cubicBezTo>
                <a:lnTo>
                  <a:pt x="3705" y="7179"/>
                </a:lnTo>
                <a:cubicBezTo>
                  <a:pt x="3702" y="7179"/>
                  <a:pt x="3698" y="7180"/>
                  <a:pt x="3694" y="7180"/>
                </a:cubicBezTo>
                <a:cubicBezTo>
                  <a:pt x="3685" y="7180"/>
                  <a:pt x="3675" y="7177"/>
                  <a:pt x="3667" y="7171"/>
                </a:cubicBezTo>
                <a:cubicBezTo>
                  <a:pt x="3657" y="7162"/>
                  <a:pt x="3650" y="7149"/>
                  <a:pt x="3650" y="7136"/>
                </a:cubicBezTo>
                <a:lnTo>
                  <a:pt x="3650" y="5287"/>
                </a:lnTo>
                <a:cubicBezTo>
                  <a:pt x="3650" y="5264"/>
                  <a:pt x="3668" y="5245"/>
                  <a:pt x="3691" y="5243"/>
                </a:cubicBezTo>
                <a:lnTo>
                  <a:pt x="4421" y="5180"/>
                </a:lnTo>
                <a:cubicBezTo>
                  <a:pt x="4434" y="5178"/>
                  <a:pt x="4446" y="5183"/>
                  <a:pt x="4455" y="5191"/>
                </a:cubicBezTo>
                <a:cubicBezTo>
                  <a:pt x="4464" y="5200"/>
                  <a:pt x="4469" y="5211"/>
                  <a:pt x="4469" y="5224"/>
                </a:cubicBezTo>
                <a:lnTo>
                  <a:pt x="4467" y="6952"/>
                </a:lnTo>
                <a:close/>
                <a:moveTo>
                  <a:pt x="4469" y="4792"/>
                </a:moveTo>
                <a:cubicBezTo>
                  <a:pt x="4469" y="4815"/>
                  <a:pt x="4451" y="4835"/>
                  <a:pt x="4427" y="4836"/>
                </a:cubicBezTo>
                <a:lnTo>
                  <a:pt x="3696" y="4869"/>
                </a:lnTo>
                <a:lnTo>
                  <a:pt x="3694" y="4869"/>
                </a:lnTo>
                <a:cubicBezTo>
                  <a:pt x="3683" y="4869"/>
                  <a:pt x="3672" y="4864"/>
                  <a:pt x="3664" y="4856"/>
                </a:cubicBezTo>
                <a:cubicBezTo>
                  <a:pt x="3655" y="4848"/>
                  <a:pt x="3650" y="4837"/>
                  <a:pt x="3650" y="4825"/>
                </a:cubicBezTo>
                <a:lnTo>
                  <a:pt x="3650" y="3900"/>
                </a:lnTo>
                <a:cubicBezTo>
                  <a:pt x="3650" y="3888"/>
                  <a:pt x="3655" y="3877"/>
                  <a:pt x="3664" y="3869"/>
                </a:cubicBezTo>
                <a:cubicBezTo>
                  <a:pt x="3672" y="3860"/>
                  <a:pt x="3684" y="3856"/>
                  <a:pt x="3696" y="3856"/>
                </a:cubicBezTo>
                <a:lnTo>
                  <a:pt x="4427" y="3884"/>
                </a:lnTo>
                <a:cubicBezTo>
                  <a:pt x="4450" y="3885"/>
                  <a:pt x="4469" y="3905"/>
                  <a:pt x="4469" y="3928"/>
                </a:cubicBezTo>
                <a:lnTo>
                  <a:pt x="4469" y="4792"/>
                </a:lnTo>
                <a:close/>
                <a:moveTo>
                  <a:pt x="4469" y="3496"/>
                </a:moveTo>
                <a:cubicBezTo>
                  <a:pt x="4469" y="3509"/>
                  <a:pt x="4464" y="3520"/>
                  <a:pt x="4455" y="3529"/>
                </a:cubicBezTo>
                <a:cubicBezTo>
                  <a:pt x="4447" y="3536"/>
                  <a:pt x="4436" y="3540"/>
                  <a:pt x="4425" y="3540"/>
                </a:cubicBezTo>
                <a:cubicBezTo>
                  <a:pt x="4424" y="3540"/>
                  <a:pt x="4423" y="3540"/>
                  <a:pt x="4422" y="3540"/>
                </a:cubicBezTo>
                <a:lnTo>
                  <a:pt x="3691" y="3482"/>
                </a:lnTo>
                <a:cubicBezTo>
                  <a:pt x="3668" y="3480"/>
                  <a:pt x="3650" y="3461"/>
                  <a:pt x="3650" y="3438"/>
                </a:cubicBezTo>
                <a:lnTo>
                  <a:pt x="3650" y="2513"/>
                </a:lnTo>
                <a:cubicBezTo>
                  <a:pt x="3650" y="2500"/>
                  <a:pt x="3656" y="2488"/>
                  <a:pt x="3666" y="2480"/>
                </a:cubicBezTo>
                <a:cubicBezTo>
                  <a:pt x="3675" y="2471"/>
                  <a:pt x="3688" y="2468"/>
                  <a:pt x="3701" y="2470"/>
                </a:cubicBezTo>
                <a:lnTo>
                  <a:pt x="4432" y="2589"/>
                </a:lnTo>
                <a:cubicBezTo>
                  <a:pt x="4453" y="2592"/>
                  <a:pt x="4469" y="2611"/>
                  <a:pt x="4469" y="2632"/>
                </a:cubicBezTo>
                <a:lnTo>
                  <a:pt x="4469" y="3496"/>
                </a:lnTo>
                <a:lnTo>
                  <a:pt x="4469" y="3496"/>
                </a:lnTo>
                <a:close/>
                <a:moveTo>
                  <a:pt x="4469" y="2200"/>
                </a:moveTo>
                <a:cubicBezTo>
                  <a:pt x="4469" y="2214"/>
                  <a:pt x="4463" y="2226"/>
                  <a:pt x="4453" y="2235"/>
                </a:cubicBezTo>
                <a:cubicBezTo>
                  <a:pt x="4445" y="2241"/>
                  <a:pt x="4435" y="2245"/>
                  <a:pt x="4425" y="2245"/>
                </a:cubicBezTo>
                <a:cubicBezTo>
                  <a:pt x="4422" y="2245"/>
                  <a:pt x="4419" y="2244"/>
                  <a:pt x="4416" y="2244"/>
                </a:cubicBezTo>
                <a:lnTo>
                  <a:pt x="3685" y="2095"/>
                </a:lnTo>
                <a:cubicBezTo>
                  <a:pt x="3665" y="2091"/>
                  <a:pt x="3650" y="2072"/>
                  <a:pt x="3650" y="2051"/>
                </a:cubicBezTo>
                <a:lnTo>
                  <a:pt x="3650" y="1127"/>
                </a:lnTo>
                <a:cubicBezTo>
                  <a:pt x="3650" y="1113"/>
                  <a:pt x="3657" y="1100"/>
                  <a:pt x="3668" y="1092"/>
                </a:cubicBezTo>
                <a:cubicBezTo>
                  <a:pt x="3679" y="1083"/>
                  <a:pt x="3693" y="1081"/>
                  <a:pt x="3706" y="1085"/>
                </a:cubicBezTo>
                <a:lnTo>
                  <a:pt x="4437" y="1294"/>
                </a:lnTo>
                <a:cubicBezTo>
                  <a:pt x="4456" y="1300"/>
                  <a:pt x="4469" y="1317"/>
                  <a:pt x="4469" y="1337"/>
                </a:cubicBezTo>
                <a:lnTo>
                  <a:pt x="4469" y="2200"/>
                </a:lnTo>
                <a:lnTo>
                  <a:pt x="4469" y="2200"/>
                </a:lnTo>
                <a:close/>
                <a:moveTo>
                  <a:pt x="5676" y="5119"/>
                </a:moveTo>
                <a:cubicBezTo>
                  <a:pt x="5676" y="5142"/>
                  <a:pt x="5659" y="5161"/>
                  <a:pt x="5636" y="5163"/>
                </a:cubicBezTo>
                <a:lnTo>
                  <a:pt x="5069" y="5212"/>
                </a:lnTo>
                <a:cubicBezTo>
                  <a:pt x="5068" y="5213"/>
                  <a:pt x="5067" y="5213"/>
                  <a:pt x="5066" y="5213"/>
                </a:cubicBezTo>
                <a:cubicBezTo>
                  <a:pt x="5055" y="5213"/>
                  <a:pt x="5044" y="5208"/>
                  <a:pt x="5036" y="5201"/>
                </a:cubicBezTo>
                <a:cubicBezTo>
                  <a:pt x="5027" y="5193"/>
                  <a:pt x="5022" y="5181"/>
                  <a:pt x="5022" y="5169"/>
                </a:cubicBezTo>
                <a:lnTo>
                  <a:pt x="5022" y="3953"/>
                </a:lnTo>
                <a:cubicBezTo>
                  <a:pt x="5022" y="3941"/>
                  <a:pt x="5026" y="3929"/>
                  <a:pt x="5035" y="3921"/>
                </a:cubicBezTo>
                <a:cubicBezTo>
                  <a:pt x="5044" y="3913"/>
                  <a:pt x="5055" y="3908"/>
                  <a:pt x="5067" y="3909"/>
                </a:cubicBezTo>
                <a:lnTo>
                  <a:pt x="5634" y="3930"/>
                </a:lnTo>
                <a:cubicBezTo>
                  <a:pt x="5658" y="3931"/>
                  <a:pt x="5676" y="3951"/>
                  <a:pt x="5676" y="3974"/>
                </a:cubicBezTo>
                <a:lnTo>
                  <a:pt x="5676" y="5119"/>
                </a:lnTo>
                <a:close/>
                <a:moveTo>
                  <a:pt x="5676" y="3592"/>
                </a:moveTo>
                <a:cubicBezTo>
                  <a:pt x="5676" y="3604"/>
                  <a:pt x="5671" y="3616"/>
                  <a:pt x="5662" y="3624"/>
                </a:cubicBezTo>
                <a:cubicBezTo>
                  <a:pt x="5654" y="3632"/>
                  <a:pt x="5643" y="3636"/>
                  <a:pt x="5632" y="3636"/>
                </a:cubicBezTo>
                <a:lnTo>
                  <a:pt x="5629" y="3636"/>
                </a:lnTo>
                <a:lnTo>
                  <a:pt x="5062" y="3591"/>
                </a:lnTo>
                <a:cubicBezTo>
                  <a:pt x="5039" y="3589"/>
                  <a:pt x="5022" y="3570"/>
                  <a:pt x="5022" y="3547"/>
                </a:cubicBezTo>
                <a:lnTo>
                  <a:pt x="5022" y="2331"/>
                </a:lnTo>
                <a:cubicBezTo>
                  <a:pt x="5022" y="2318"/>
                  <a:pt x="5028" y="2305"/>
                  <a:pt x="5038" y="2297"/>
                </a:cubicBezTo>
                <a:cubicBezTo>
                  <a:pt x="5048" y="2289"/>
                  <a:pt x="5062" y="2285"/>
                  <a:pt x="5075" y="2288"/>
                </a:cubicBezTo>
                <a:lnTo>
                  <a:pt x="5641" y="2404"/>
                </a:lnTo>
                <a:cubicBezTo>
                  <a:pt x="5662" y="2408"/>
                  <a:pt x="5677" y="2426"/>
                  <a:pt x="5677" y="2447"/>
                </a:cubicBezTo>
                <a:lnTo>
                  <a:pt x="5677" y="3592"/>
                </a:lnTo>
                <a:lnTo>
                  <a:pt x="5676" y="3592"/>
                </a:lnTo>
                <a:close/>
                <a:moveTo>
                  <a:pt x="6754" y="2018"/>
                </a:moveTo>
                <a:cubicBezTo>
                  <a:pt x="6754" y="2004"/>
                  <a:pt x="6760" y="1991"/>
                  <a:pt x="6771" y="1982"/>
                </a:cubicBezTo>
                <a:cubicBezTo>
                  <a:pt x="6782" y="1974"/>
                  <a:pt x="6796" y="1971"/>
                  <a:pt x="6809" y="1975"/>
                </a:cubicBezTo>
                <a:lnTo>
                  <a:pt x="7197" y="2086"/>
                </a:lnTo>
                <a:cubicBezTo>
                  <a:pt x="7216" y="2092"/>
                  <a:pt x="7229" y="2109"/>
                  <a:pt x="7229" y="2129"/>
                </a:cubicBezTo>
                <a:lnTo>
                  <a:pt x="7229" y="2764"/>
                </a:lnTo>
                <a:cubicBezTo>
                  <a:pt x="7229" y="2777"/>
                  <a:pt x="7223" y="2789"/>
                  <a:pt x="7213" y="2798"/>
                </a:cubicBezTo>
                <a:cubicBezTo>
                  <a:pt x="7205" y="2804"/>
                  <a:pt x="7195" y="2808"/>
                  <a:pt x="7185" y="2808"/>
                </a:cubicBezTo>
                <a:cubicBezTo>
                  <a:pt x="7182" y="2808"/>
                  <a:pt x="7179" y="2807"/>
                  <a:pt x="7176" y="2807"/>
                </a:cubicBezTo>
                <a:lnTo>
                  <a:pt x="6788" y="2728"/>
                </a:lnTo>
                <a:cubicBezTo>
                  <a:pt x="6768" y="2724"/>
                  <a:pt x="6753" y="2705"/>
                  <a:pt x="6753" y="2684"/>
                </a:cubicBezTo>
                <a:lnTo>
                  <a:pt x="6753" y="2018"/>
                </a:lnTo>
                <a:lnTo>
                  <a:pt x="6754" y="2018"/>
                </a:lnTo>
                <a:close/>
                <a:moveTo>
                  <a:pt x="6754" y="3018"/>
                </a:moveTo>
                <a:cubicBezTo>
                  <a:pt x="6754" y="3005"/>
                  <a:pt x="6759" y="2993"/>
                  <a:pt x="6769" y="2984"/>
                </a:cubicBezTo>
                <a:cubicBezTo>
                  <a:pt x="6779" y="2976"/>
                  <a:pt x="6792" y="2972"/>
                  <a:pt x="6805" y="2975"/>
                </a:cubicBezTo>
                <a:lnTo>
                  <a:pt x="7192" y="3038"/>
                </a:lnTo>
                <a:cubicBezTo>
                  <a:pt x="7213" y="3041"/>
                  <a:pt x="7229" y="3059"/>
                  <a:pt x="7229" y="3081"/>
                </a:cubicBezTo>
                <a:lnTo>
                  <a:pt x="7229" y="3716"/>
                </a:lnTo>
                <a:cubicBezTo>
                  <a:pt x="7229" y="3728"/>
                  <a:pt x="7224" y="3740"/>
                  <a:pt x="7215" y="3748"/>
                </a:cubicBezTo>
                <a:cubicBezTo>
                  <a:pt x="7206" y="3756"/>
                  <a:pt x="7196" y="3760"/>
                  <a:pt x="7185" y="3760"/>
                </a:cubicBezTo>
                <a:cubicBezTo>
                  <a:pt x="7184" y="3760"/>
                  <a:pt x="7182" y="3760"/>
                  <a:pt x="7181" y="3760"/>
                </a:cubicBezTo>
                <a:lnTo>
                  <a:pt x="6794" y="3729"/>
                </a:lnTo>
                <a:cubicBezTo>
                  <a:pt x="6771" y="3727"/>
                  <a:pt x="6754" y="3708"/>
                  <a:pt x="6754" y="3685"/>
                </a:cubicBezTo>
                <a:lnTo>
                  <a:pt x="6754" y="3018"/>
                </a:lnTo>
                <a:close/>
                <a:moveTo>
                  <a:pt x="6754" y="4018"/>
                </a:moveTo>
                <a:cubicBezTo>
                  <a:pt x="6754" y="4006"/>
                  <a:pt x="6758" y="3995"/>
                  <a:pt x="6767" y="3987"/>
                </a:cubicBezTo>
                <a:cubicBezTo>
                  <a:pt x="6776" y="3978"/>
                  <a:pt x="6787" y="3974"/>
                  <a:pt x="6799" y="3974"/>
                </a:cubicBezTo>
                <a:lnTo>
                  <a:pt x="7187" y="3989"/>
                </a:lnTo>
                <a:cubicBezTo>
                  <a:pt x="7210" y="3990"/>
                  <a:pt x="7229" y="4009"/>
                  <a:pt x="7229" y="4033"/>
                </a:cubicBezTo>
                <a:lnTo>
                  <a:pt x="7229" y="4668"/>
                </a:lnTo>
                <a:cubicBezTo>
                  <a:pt x="7229" y="4692"/>
                  <a:pt x="7210" y="4711"/>
                  <a:pt x="7187" y="4712"/>
                </a:cubicBezTo>
                <a:lnTo>
                  <a:pt x="6799" y="4729"/>
                </a:lnTo>
                <a:cubicBezTo>
                  <a:pt x="6799" y="4730"/>
                  <a:pt x="6798" y="4730"/>
                  <a:pt x="6797" y="4730"/>
                </a:cubicBezTo>
                <a:cubicBezTo>
                  <a:pt x="6786" y="4730"/>
                  <a:pt x="6775" y="4725"/>
                  <a:pt x="6767" y="4717"/>
                </a:cubicBezTo>
                <a:cubicBezTo>
                  <a:pt x="6758" y="4709"/>
                  <a:pt x="6753" y="4698"/>
                  <a:pt x="6753" y="4686"/>
                </a:cubicBezTo>
                <a:lnTo>
                  <a:pt x="6753" y="4018"/>
                </a:lnTo>
                <a:lnTo>
                  <a:pt x="6754" y="4018"/>
                </a:lnTo>
                <a:close/>
                <a:moveTo>
                  <a:pt x="6633" y="6405"/>
                </a:moveTo>
                <a:cubicBezTo>
                  <a:pt x="6633" y="6425"/>
                  <a:pt x="6619" y="6443"/>
                  <a:pt x="6600" y="6448"/>
                </a:cubicBezTo>
                <a:lnTo>
                  <a:pt x="6148" y="6562"/>
                </a:lnTo>
                <a:cubicBezTo>
                  <a:pt x="6144" y="6563"/>
                  <a:pt x="6140" y="6564"/>
                  <a:pt x="6137" y="6564"/>
                </a:cubicBezTo>
                <a:cubicBezTo>
                  <a:pt x="6127" y="6564"/>
                  <a:pt x="6117" y="6560"/>
                  <a:pt x="6110" y="6554"/>
                </a:cubicBezTo>
                <a:cubicBezTo>
                  <a:pt x="6099" y="6546"/>
                  <a:pt x="6093" y="6533"/>
                  <a:pt x="6093" y="6519"/>
                </a:cubicBezTo>
                <a:lnTo>
                  <a:pt x="6093" y="5076"/>
                </a:lnTo>
                <a:cubicBezTo>
                  <a:pt x="6093" y="5053"/>
                  <a:pt x="6110" y="5034"/>
                  <a:pt x="6133" y="5032"/>
                </a:cubicBezTo>
                <a:lnTo>
                  <a:pt x="6585" y="4993"/>
                </a:lnTo>
                <a:cubicBezTo>
                  <a:pt x="6597" y="4991"/>
                  <a:pt x="6609" y="4996"/>
                  <a:pt x="6618" y="5004"/>
                </a:cubicBezTo>
                <a:cubicBezTo>
                  <a:pt x="6628" y="5012"/>
                  <a:pt x="6633" y="5024"/>
                  <a:pt x="6633" y="5037"/>
                </a:cubicBezTo>
                <a:lnTo>
                  <a:pt x="6633" y="6405"/>
                </a:lnTo>
                <a:close/>
                <a:moveTo>
                  <a:pt x="6633" y="4695"/>
                </a:moveTo>
                <a:cubicBezTo>
                  <a:pt x="6633" y="4718"/>
                  <a:pt x="6614" y="4738"/>
                  <a:pt x="6591" y="4739"/>
                </a:cubicBezTo>
                <a:lnTo>
                  <a:pt x="6139" y="4759"/>
                </a:lnTo>
                <a:lnTo>
                  <a:pt x="6137" y="4759"/>
                </a:lnTo>
                <a:cubicBezTo>
                  <a:pt x="6125" y="4759"/>
                  <a:pt x="6114" y="4755"/>
                  <a:pt x="6106" y="4747"/>
                </a:cubicBezTo>
                <a:cubicBezTo>
                  <a:pt x="6097" y="4738"/>
                  <a:pt x="6093" y="4727"/>
                  <a:pt x="6093" y="4715"/>
                </a:cubicBezTo>
                <a:lnTo>
                  <a:pt x="6093" y="3993"/>
                </a:lnTo>
                <a:cubicBezTo>
                  <a:pt x="6093" y="3981"/>
                  <a:pt x="6097" y="3970"/>
                  <a:pt x="6106" y="3962"/>
                </a:cubicBezTo>
                <a:cubicBezTo>
                  <a:pt x="6115" y="3953"/>
                  <a:pt x="6126" y="3949"/>
                  <a:pt x="6138" y="3949"/>
                </a:cubicBezTo>
                <a:lnTo>
                  <a:pt x="6590" y="3966"/>
                </a:lnTo>
                <a:cubicBezTo>
                  <a:pt x="6614" y="3967"/>
                  <a:pt x="6633" y="3987"/>
                  <a:pt x="6633" y="4011"/>
                </a:cubicBezTo>
                <a:lnTo>
                  <a:pt x="6633" y="4695"/>
                </a:lnTo>
                <a:lnTo>
                  <a:pt x="6633" y="4695"/>
                </a:lnTo>
                <a:close/>
                <a:moveTo>
                  <a:pt x="6633" y="3668"/>
                </a:moveTo>
                <a:cubicBezTo>
                  <a:pt x="6633" y="3680"/>
                  <a:pt x="6628" y="3692"/>
                  <a:pt x="6619" y="3701"/>
                </a:cubicBezTo>
                <a:cubicBezTo>
                  <a:pt x="6610" y="3708"/>
                  <a:pt x="6600" y="3712"/>
                  <a:pt x="6589" y="3712"/>
                </a:cubicBezTo>
                <a:cubicBezTo>
                  <a:pt x="6587" y="3712"/>
                  <a:pt x="6586" y="3712"/>
                  <a:pt x="6585" y="3712"/>
                </a:cubicBezTo>
                <a:lnTo>
                  <a:pt x="6133" y="3676"/>
                </a:lnTo>
                <a:cubicBezTo>
                  <a:pt x="6110" y="3674"/>
                  <a:pt x="6093" y="3655"/>
                  <a:pt x="6093" y="3632"/>
                </a:cubicBezTo>
                <a:lnTo>
                  <a:pt x="6093" y="2911"/>
                </a:lnTo>
                <a:cubicBezTo>
                  <a:pt x="6093" y="2898"/>
                  <a:pt x="6098" y="2885"/>
                  <a:pt x="6108" y="2877"/>
                </a:cubicBezTo>
                <a:cubicBezTo>
                  <a:pt x="6118" y="2869"/>
                  <a:pt x="6131" y="2865"/>
                  <a:pt x="6144" y="2867"/>
                </a:cubicBezTo>
                <a:lnTo>
                  <a:pt x="6596" y="2941"/>
                </a:lnTo>
                <a:cubicBezTo>
                  <a:pt x="6617" y="2944"/>
                  <a:pt x="6633" y="2963"/>
                  <a:pt x="6633" y="2984"/>
                </a:cubicBezTo>
                <a:lnTo>
                  <a:pt x="6633" y="3668"/>
                </a:lnTo>
                <a:lnTo>
                  <a:pt x="6633" y="3668"/>
                </a:lnTo>
                <a:close/>
                <a:moveTo>
                  <a:pt x="6633" y="2642"/>
                </a:moveTo>
                <a:cubicBezTo>
                  <a:pt x="6633" y="2655"/>
                  <a:pt x="6627" y="2668"/>
                  <a:pt x="6616" y="2676"/>
                </a:cubicBezTo>
                <a:cubicBezTo>
                  <a:pt x="6608" y="2683"/>
                  <a:pt x="6599" y="2686"/>
                  <a:pt x="6589" y="2686"/>
                </a:cubicBezTo>
                <a:cubicBezTo>
                  <a:pt x="6586" y="2686"/>
                  <a:pt x="6583" y="2686"/>
                  <a:pt x="6580" y="2685"/>
                </a:cubicBezTo>
                <a:lnTo>
                  <a:pt x="6128" y="2593"/>
                </a:lnTo>
                <a:cubicBezTo>
                  <a:pt x="6107" y="2589"/>
                  <a:pt x="6093" y="2571"/>
                  <a:pt x="6093" y="2550"/>
                </a:cubicBezTo>
                <a:lnTo>
                  <a:pt x="6093" y="1828"/>
                </a:lnTo>
                <a:cubicBezTo>
                  <a:pt x="6093" y="1814"/>
                  <a:pt x="6099" y="1801"/>
                  <a:pt x="6110" y="1793"/>
                </a:cubicBezTo>
                <a:cubicBezTo>
                  <a:pt x="6121" y="1784"/>
                  <a:pt x="6135" y="1782"/>
                  <a:pt x="6149" y="1786"/>
                </a:cubicBezTo>
                <a:lnTo>
                  <a:pt x="6601" y="1915"/>
                </a:lnTo>
                <a:cubicBezTo>
                  <a:pt x="6619" y="1921"/>
                  <a:pt x="6632" y="1938"/>
                  <a:pt x="6632" y="1958"/>
                </a:cubicBezTo>
                <a:lnTo>
                  <a:pt x="6632" y="2642"/>
                </a:lnTo>
                <a:lnTo>
                  <a:pt x="6633" y="2642"/>
                </a:lnTo>
                <a:close/>
                <a:moveTo>
                  <a:pt x="7209" y="6294"/>
                </a:moveTo>
                <a:lnTo>
                  <a:pt x="6808" y="6395"/>
                </a:lnTo>
                <a:cubicBezTo>
                  <a:pt x="6805" y="6396"/>
                  <a:pt x="6801" y="6397"/>
                  <a:pt x="6798" y="6397"/>
                </a:cubicBezTo>
                <a:cubicBezTo>
                  <a:pt x="6788" y="6397"/>
                  <a:pt x="6778" y="6393"/>
                  <a:pt x="6770" y="6387"/>
                </a:cubicBezTo>
                <a:cubicBezTo>
                  <a:pt x="6760" y="6379"/>
                  <a:pt x="6754" y="6366"/>
                  <a:pt x="6754" y="6352"/>
                </a:cubicBezTo>
                <a:lnTo>
                  <a:pt x="6754" y="5019"/>
                </a:lnTo>
                <a:cubicBezTo>
                  <a:pt x="6754" y="4996"/>
                  <a:pt x="6771" y="4977"/>
                  <a:pt x="6794" y="4975"/>
                </a:cubicBezTo>
                <a:lnTo>
                  <a:pt x="7181" y="4941"/>
                </a:lnTo>
                <a:cubicBezTo>
                  <a:pt x="7193" y="4940"/>
                  <a:pt x="7205" y="4944"/>
                  <a:pt x="7214" y="4952"/>
                </a:cubicBezTo>
                <a:cubicBezTo>
                  <a:pt x="7224" y="4961"/>
                  <a:pt x="7229" y="4972"/>
                  <a:pt x="7229" y="4984"/>
                </a:cubicBezTo>
                <a:lnTo>
                  <a:pt x="7242" y="6251"/>
                </a:lnTo>
                <a:cubicBezTo>
                  <a:pt x="7242" y="6271"/>
                  <a:pt x="7229" y="6289"/>
                  <a:pt x="7209" y="6294"/>
                </a:cubicBezTo>
                <a:close/>
              </a:path>
            </a:pathLst>
          </a:custGeom>
          <a:solidFill>
            <a:srgbClr val="23A09C"/>
          </a:solidFill>
          <a:ln>
            <a:noFill/>
          </a:ln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96C3A6-288F-9EF7-EF38-0040DA81F84C}"/>
              </a:ext>
            </a:extLst>
          </p:cNvPr>
          <p:cNvSpPr txBox="1"/>
          <p:nvPr/>
        </p:nvSpPr>
        <p:spPr>
          <a:xfrm>
            <a:off x="4233671" y="2393248"/>
            <a:ext cx="5556720" cy="898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二、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电路方程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783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0C199-D000-FE5C-20C5-C414E2E4C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06FB65D7-6B1A-E579-A97E-9E4173093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58" y="5084508"/>
            <a:ext cx="3084271" cy="17154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65CD81D-9AF0-521D-27DC-D06A84BA5B3A}"/>
                  </a:ext>
                </a:extLst>
              </p:cNvPr>
              <p:cNvSpPr txBox="1"/>
              <p:nvPr/>
            </p:nvSpPr>
            <p:spPr>
              <a:xfrm>
                <a:off x="4836253" y="965990"/>
                <a:ext cx="3897092" cy="9766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0" lang="zh-CN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zh-CN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kumimoji="0" lang="zh-CN" altLang="zh-C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𝑑𝑥</m:t>
                                  </m:r>
                                </m:num>
                                <m:den>
                                  <m:r>
                                    <a:rPr kumimoji="0" lang="en-US" altLang="zh-C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,</m:t>
                                  </m:r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𝐴𝑥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kumimoji="0" lang="en-US" altLang="zh-CN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kumimoji="0" lang="en-US" altLang="zh-CN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0" lang="en-US" altLang="zh-CN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𝐵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0" lang="en-US" altLang="zh-CN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kumimoji="0" lang="en-US" altLang="zh-CN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0" lang="en-US" altLang="zh-CN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𝐵</m:t>
                                            </m:r>
                                          </m:e>
                                          <m:sub>
                                            <m:r>
                                              <a:rPr kumimoji="0" lang="en-US" altLang="zh-CN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𝑛𝑙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kumimoji="0" lang="en-US" altLang="zh-CN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eqArrP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CN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CN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CN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𝑛𝑙</m:t>
                                          </m:r>
                                        </m:sub>
                                      </m:sSub>
                                    </m:e>
                                  </m:eqArr>
                                </m:e>
                              </m:d>
                            </m:e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𝑔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𝑛𝑙</m:t>
                                  </m:r>
                                </m:sub>
                              </m:sSub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65CD81D-9AF0-521D-27DC-D06A84BA5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53" y="965990"/>
                <a:ext cx="3897092" cy="9766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505D533-B17A-F105-00F8-00B586829B37}"/>
                  </a:ext>
                </a:extLst>
              </p:cNvPr>
              <p:cNvSpPr txBox="1"/>
              <p:nvPr/>
            </p:nvSpPr>
            <p:spPr>
              <a:xfrm>
                <a:off x="844242" y="1279769"/>
                <a:ext cx="1782860" cy="9766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0" lang="zh-CN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zh-CN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kumimoji="0" lang="zh-CN" altLang="zh-C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𝑑𝑥</m:t>
                                  </m:r>
                                </m:num>
                                <m:den>
                                  <m:r>
                                    <a:rPr kumimoji="0" lang="en-US" altLang="zh-C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𝐴𝑥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𝐵𝑢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𝐶𝑥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𝐷𝑢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505D533-B17A-F105-00F8-00B586829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242" y="1279769"/>
                <a:ext cx="1782860" cy="9766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1307A554-2290-1DD5-5503-07BF9CB49E0E}"/>
              </a:ext>
            </a:extLst>
          </p:cNvPr>
          <p:cNvSpPr txBox="1"/>
          <p:nvPr/>
        </p:nvSpPr>
        <p:spPr>
          <a:xfrm>
            <a:off x="914400" y="74528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对于线性问题：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386964E-791C-B54C-51A0-0C9AA909614A}"/>
                  </a:ext>
                </a:extLst>
              </p:cNvPr>
              <p:cNvSpPr txBox="1"/>
              <p:nvPr/>
            </p:nvSpPr>
            <p:spPr>
              <a:xfrm>
                <a:off x="914400" y="2421539"/>
                <a:ext cx="172810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400" b="0" i="1">
                    <a:latin typeface="Cambria Math" panose="020405030504060302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i="0" dirty="0"/>
                  <a:t>是电路中的电源项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386964E-791C-B54C-51A0-0C9AA9096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421539"/>
                <a:ext cx="1728102" cy="307777"/>
              </a:xfrm>
              <a:prstGeom prst="rect">
                <a:avLst/>
              </a:prstGeom>
              <a:blipFill>
                <a:blip r:embed="rId5"/>
                <a:stretch>
                  <a:fillRect t="-1961" b="-215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D931653D-9243-BE3E-FE86-9E7F86720F89}"/>
              </a:ext>
            </a:extLst>
          </p:cNvPr>
          <p:cNvSpPr txBox="1"/>
          <p:nvPr/>
        </p:nvSpPr>
        <p:spPr>
          <a:xfrm>
            <a:off x="4836253" y="526676"/>
            <a:ext cx="2033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对于非线性问题：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09CC7C90-802E-9D7E-F0AD-F58380BD8EBE}"/>
                  </a:ext>
                </a:extLst>
              </p:cNvPr>
              <p:cNvSpPr txBox="1"/>
              <p:nvPr/>
            </p:nvSpPr>
            <p:spPr>
              <a:xfrm>
                <a:off x="4836253" y="2052207"/>
                <a:ext cx="7481795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zh-CN" altLang="en-US" sz="1400" dirty="0"/>
                  <a:t>是电路中的电源项；</a:t>
                </a:r>
                <a:endParaRPr lang="en-US" altLang="zh-CN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𝑛𝑙</m:t>
                        </m:r>
                      </m:sub>
                    </m:sSub>
                  </m:oMath>
                </a14:m>
                <a:r>
                  <a:rPr lang="zh-CN" altLang="en-US" sz="1400" dirty="0"/>
                  <a:t>是电路中非线性元件所在的支路的电流，即：所有的非线性元件被看作一个受控电流源，参与到状态空间方程中。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09CC7C90-802E-9D7E-F0AD-F58380BD8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53" y="2052207"/>
                <a:ext cx="7481795" cy="738664"/>
              </a:xfrm>
              <a:prstGeom prst="rect">
                <a:avLst/>
              </a:prstGeom>
              <a:blipFill>
                <a:blip r:embed="rId6"/>
                <a:stretch>
                  <a:fillRect l="-244" t="-1653" b="-7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97FCC58-BBB6-1E4E-4E01-DAA6F5BC7AD1}"/>
                  </a:ext>
                </a:extLst>
              </p:cNvPr>
              <p:cNvSpPr txBox="1"/>
              <p:nvPr/>
            </p:nvSpPr>
            <p:spPr>
              <a:xfrm>
                <a:off x="4836253" y="2886824"/>
                <a:ext cx="7409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  <m:r>
                      <a:rPr lang="en-US" altLang="zh-CN" sz="14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  <m:r>
                      <a:rPr lang="en-US" altLang="zh-CN" sz="1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1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b="1" dirty="0"/>
                  <a:t>，已知；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1400" b="1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zh-CN" sz="1400" b="1" i="1" dirty="0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</m:oMath>
                </a14:m>
                <a:r>
                  <a:rPr lang="zh-CN" altLang="en-US" sz="1400" b="1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zh-CN" sz="1400" b="1" i="1" dirty="0" smtClean="0">
                            <a:latin typeface="Cambria Math" panose="02040503050406030204" pitchFamily="18" charset="0"/>
                          </a:rPr>
                          <m:t>𝒏𝒍</m:t>
                        </m:r>
                      </m:sub>
                    </m:sSub>
                  </m:oMath>
                </a14:m>
                <a:r>
                  <a:rPr lang="zh-CN" altLang="en-US" sz="1400" b="1" dirty="0"/>
                  <a:t>为已知常数，由电路拓扑和线性元件</a:t>
                </a:r>
                <a:r>
                  <a:rPr lang="en-US" altLang="zh-CN" sz="1400" b="1" dirty="0"/>
                  <a:t>(R</a:t>
                </a:r>
                <a:r>
                  <a:rPr lang="zh-CN" altLang="en-US" sz="1400" b="1" dirty="0"/>
                  <a:t>、</a:t>
                </a:r>
                <a:r>
                  <a:rPr lang="en-US" altLang="zh-CN" sz="1400" b="1" dirty="0"/>
                  <a:t>L</a:t>
                </a:r>
                <a:r>
                  <a:rPr lang="zh-CN" altLang="en-US" sz="1400" b="1" dirty="0"/>
                  <a:t>、</a:t>
                </a:r>
                <a:r>
                  <a:rPr lang="en-US" altLang="zh-CN" sz="1400" b="1" dirty="0"/>
                  <a:t>C)</a:t>
                </a:r>
                <a:r>
                  <a:rPr lang="zh-CN" altLang="en-US" sz="1400" b="1" dirty="0"/>
                  <a:t>的取值决定</a:t>
                </a: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97FCC58-BBB6-1E4E-4E01-DAA6F5BC7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53" y="2886824"/>
                <a:ext cx="7409903" cy="307777"/>
              </a:xfrm>
              <a:prstGeom prst="rect">
                <a:avLst/>
              </a:prstGeom>
              <a:blipFill>
                <a:blip r:embed="rId7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D391E166-5F0E-E19F-BE67-A77AC7D42217}"/>
              </a:ext>
            </a:extLst>
          </p:cNvPr>
          <p:cNvCxnSpPr/>
          <p:nvPr/>
        </p:nvCxnSpPr>
        <p:spPr>
          <a:xfrm>
            <a:off x="-16934" y="3224234"/>
            <a:ext cx="122258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D3F20C4A-663C-4F9E-E61B-F12FCFAC9EA7}"/>
              </a:ext>
            </a:extLst>
          </p:cNvPr>
          <p:cNvSpPr txBox="1"/>
          <p:nvPr/>
        </p:nvSpPr>
        <p:spPr>
          <a:xfrm>
            <a:off x="67269" y="37783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 i="1">
                <a:latin typeface="Cambria Math" panose="02040503050406030204" pitchFamily="18" charset="0"/>
              </a:defRPr>
            </a:lvl1pPr>
          </a:lstStyle>
          <a:p>
            <a:r>
              <a:rPr lang="zh-CN" altLang="en-US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电路方程的列写方法：状态空间法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2598B8C-274C-8023-4FB0-82D4A0302C53}"/>
                  </a:ext>
                </a:extLst>
              </p:cNvPr>
              <p:cNvSpPr txBox="1"/>
              <p:nvPr/>
            </p:nvSpPr>
            <p:spPr>
              <a:xfrm>
                <a:off x="5399284" y="4900492"/>
                <a:ext cx="6334807" cy="1742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/>
                  <a:t>若</a:t>
                </a:r>
                <a:r>
                  <a:rPr lang="en-US" altLang="zh-CN" sz="1400" dirty="0"/>
                  <a:t>MOV</a:t>
                </a:r>
                <a:r>
                  <a:rPr lang="zh-CN" altLang="en-US" sz="1400" dirty="0"/>
                  <a:t>和</a:t>
                </a:r>
                <a:r>
                  <a:rPr lang="en-US" altLang="zh-CN" sz="1400" dirty="0"/>
                  <a:t>IGCT</a:t>
                </a:r>
                <a:r>
                  <a:rPr lang="zh-CN" altLang="en-US" sz="1400" dirty="0"/>
                  <a:t>的</a:t>
                </a:r>
                <a:r>
                  <a:rPr lang="en-US" altLang="zh-CN" sz="1400" dirty="0" err="1"/>
                  <a:t>i</a:t>
                </a:r>
                <a:r>
                  <a:rPr lang="en-US" altLang="zh-CN" sz="1400" dirty="0"/>
                  <a:t>-v</a:t>
                </a:r>
                <a:r>
                  <a:rPr lang="zh-CN" altLang="en-US" sz="1400" dirty="0"/>
                  <a:t>特性分别为：</a:t>
                </a:r>
                <a:endParaRPr lang="en-US" altLang="zh-CN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𝑖𝑔𝑐𝑡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𝑖𝑔𝑐𝑡</m:t>
                          </m:r>
                        </m:sub>
                      </m:sSub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altLang="zh-CN" sz="1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𝑀𝑂𝑉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𝑀𝑂𝑉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400" dirty="0"/>
              </a:p>
              <a:p>
                <a:r>
                  <a:rPr lang="zh-CN" altLang="en-US" sz="1400" dirty="0"/>
                  <a:t>第</a:t>
                </a:r>
                <a:r>
                  <a:rPr lang="en-US" altLang="zh-CN" sz="1400" dirty="0"/>
                  <a:t>k</a:t>
                </a:r>
                <a:r>
                  <a:rPr lang="zh-CN" altLang="en-US" sz="1400" dirty="0"/>
                  <a:t>个模块的</a:t>
                </a:r>
                <a:r>
                  <a:rPr lang="en-US" altLang="zh-CN" sz="1400" dirty="0"/>
                  <a:t>MOV</a:t>
                </a:r>
                <a:r>
                  <a:rPr lang="zh-CN" altLang="en-US" sz="1400" dirty="0"/>
                  <a:t>的端电压记作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dirty="0"/>
                  <a:t>，则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𝑛𝑙</m:t>
                            </m:r>
                          </m:sub>
                        </m:sSub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1400" dirty="0"/>
                  <a:t>写作：</a:t>
                </a:r>
                <a:endParaRPr lang="en-US" altLang="zh-CN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𝑖𝑔𝑐𝑡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𝑀𝑂𝑉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zh-CN" sz="1400" dirty="0"/>
              </a:p>
              <a:p>
                <a:r>
                  <a:rPr lang="zh-CN" altLang="en-US" sz="1400" dirty="0"/>
                  <a:t>这样，每求出一组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1400" dirty="0"/>
                  <a:t>，都可以通过并行地求解</a:t>
                </a:r>
                <a:r>
                  <a:rPr lang="en-US" altLang="zh-CN" sz="1400" dirty="0"/>
                  <a:t>n</a:t>
                </a:r>
                <a:r>
                  <a:rPr lang="zh-CN" altLang="en-US" sz="1400" dirty="0"/>
                  <a:t>个上式得到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1400" dirty="0"/>
                  <a:t>，进而得到非线性元件的等效电流源的取值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𝑖𝑔𝑐𝑡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𝑀𝑂𝑉</m:t>
                        </m:r>
                      </m:sub>
                    </m:sSub>
                    <m:r>
                      <a:rPr lang="en-US" altLang="zh-CN" sz="1400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1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dirty="0"/>
                  <a:t>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𝑛𝑙</m:t>
                        </m:r>
                      </m:sub>
                    </m:sSub>
                  </m:oMath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2598B8C-274C-8023-4FB0-82D4A0302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284" y="4900492"/>
                <a:ext cx="6334807" cy="1742400"/>
              </a:xfrm>
              <a:prstGeom prst="rect">
                <a:avLst/>
              </a:prstGeom>
              <a:blipFill>
                <a:blip r:embed="rId8"/>
                <a:stretch>
                  <a:fillRect l="-289" t="-699" b="-17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组合 44">
            <a:extLst>
              <a:ext uri="{FF2B5EF4-FFF2-40B4-BE49-F238E27FC236}">
                <a16:creationId xmlns:a16="http://schemas.microsoft.com/office/drawing/2014/main" id="{1151916E-7546-EFF3-48E7-077CB3FF8DEE}"/>
              </a:ext>
            </a:extLst>
          </p:cNvPr>
          <p:cNvGrpSpPr/>
          <p:nvPr/>
        </p:nvGrpSpPr>
        <p:grpSpPr>
          <a:xfrm>
            <a:off x="5399284" y="3471963"/>
            <a:ext cx="6745373" cy="1287760"/>
            <a:chOff x="4260521" y="3654459"/>
            <a:chExt cx="6745373" cy="12877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4E4065D1-298D-99C0-D0E9-135C0CB26817}"/>
                    </a:ext>
                  </a:extLst>
                </p:cNvPr>
                <p:cNvSpPr txBox="1"/>
                <p:nvPr/>
              </p:nvSpPr>
              <p:spPr>
                <a:xfrm>
                  <a:off x="4260521" y="3654459"/>
                  <a:ext cx="674537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dirty="0"/>
                    <a:t>当电路中存在多只非线性元件、且非线性元件之间通过电容、电感隔开时；</a:t>
                  </a:r>
                  <a:endParaRPr lang="en-US" altLang="zh-CN" sz="1400" dirty="0"/>
                </a:p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𝑛𝑙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zh-CN" altLang="en-US" sz="1400" dirty="0"/>
                    <a:t>往往是局部分离的、可并行求解的。比如</a:t>
                  </a:r>
                  <a:r>
                    <a:rPr lang="en-US" altLang="zh-CN" sz="1400" dirty="0"/>
                    <a:t>n</a:t>
                  </a:r>
                  <a:r>
                    <a:rPr lang="zh-CN" altLang="en-US" sz="1400" dirty="0"/>
                    <a:t>个模块串联的换流器桥臂</a:t>
                  </a: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4E4065D1-298D-99C0-D0E9-135C0CB268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0521" y="3654459"/>
                  <a:ext cx="6745373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271" t="-2353" b="-117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BD26C653-DD26-47FC-3B97-28F4CBC83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961380" y="4177679"/>
              <a:ext cx="3063240" cy="764540"/>
            </a:xfrm>
            <a:prstGeom prst="rect">
              <a:avLst/>
            </a:prstGeom>
          </p:spPr>
        </p:pic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C295EDAB-397E-AF59-8B2C-3DEB93A68F22}"/>
              </a:ext>
            </a:extLst>
          </p:cNvPr>
          <p:cNvSpPr txBox="1"/>
          <p:nvPr/>
        </p:nvSpPr>
        <p:spPr>
          <a:xfrm>
            <a:off x="22124" y="3241645"/>
            <a:ext cx="35958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一个典型的半桥模块电路，状态空间方程：</a:t>
            </a: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50374A59-8EB9-653D-9AF4-76441089E719}"/>
              </a:ext>
            </a:extLst>
          </p:cNvPr>
          <p:cNvGrpSpPr/>
          <p:nvPr/>
        </p:nvGrpSpPr>
        <p:grpSpPr>
          <a:xfrm>
            <a:off x="98646" y="3579193"/>
            <a:ext cx="2292365" cy="1643063"/>
            <a:chOff x="291571" y="3903372"/>
            <a:chExt cx="2292365" cy="1643063"/>
          </a:xfrm>
        </p:grpSpPr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818005E3-7BA7-AEB3-1667-1CB82C9E0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91571" y="3903372"/>
              <a:ext cx="1990725" cy="1643063"/>
            </a:xfrm>
            <a:prstGeom prst="rect">
              <a:avLst/>
            </a:prstGeom>
          </p:spPr>
        </p:pic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1C813C79-5BEC-6100-93AE-CD9BFD5A15C3}"/>
                </a:ext>
              </a:extLst>
            </p:cNvPr>
            <p:cNvCxnSpPr/>
            <p:nvPr/>
          </p:nvCxnSpPr>
          <p:spPr>
            <a:xfrm>
              <a:off x="681567" y="4318000"/>
              <a:ext cx="3175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8FE34F18-9FB4-38FE-D4E2-7AB8A958D151}"/>
                    </a:ext>
                  </a:extLst>
                </p:cNvPr>
                <p:cNvSpPr txBox="1"/>
                <p:nvPr/>
              </p:nvSpPr>
              <p:spPr>
                <a:xfrm>
                  <a:off x="291571" y="3995183"/>
                  <a:ext cx="69172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8FE34F18-9FB4-38FE-D4E2-7AB8A958D1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571" y="3995183"/>
                  <a:ext cx="691728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7F2ED95C-C653-0C75-4BDC-5C2C3661A07A}"/>
                    </a:ext>
                  </a:extLst>
                </p:cNvPr>
                <p:cNvSpPr txBox="1"/>
                <p:nvPr/>
              </p:nvSpPr>
              <p:spPr>
                <a:xfrm>
                  <a:off x="2082799" y="4192086"/>
                  <a:ext cx="33374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>
                    <a:defRPr sz="1200" b="0" i="1">
                      <a:solidFill>
                        <a:srgbClr val="0070C0"/>
                      </a:solidFill>
                      <a:latin typeface="Cambria Math" panose="02040503050406030204" pitchFamily="18" charset="0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7F2ED95C-C653-0C75-4BDC-5C2C3661A0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2799" y="4192086"/>
                  <a:ext cx="333745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B6EFA40B-5FB2-ED61-A6AC-69A457CC02F1}"/>
                    </a:ext>
                  </a:extLst>
                </p:cNvPr>
                <p:cNvSpPr txBox="1"/>
                <p:nvPr/>
              </p:nvSpPr>
              <p:spPr>
                <a:xfrm>
                  <a:off x="2082799" y="4584609"/>
                  <a:ext cx="33374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>
                    <a:defRPr sz="1200" b="0" i="1">
                      <a:solidFill>
                        <a:srgbClr val="0070C0"/>
                      </a:solidFill>
                      <a:latin typeface="Cambria Math" panose="02040503050406030204" pitchFamily="18" charset="0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B6EFA40B-5FB2-ED61-A6AC-69A457CC02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2799" y="4584609"/>
                  <a:ext cx="333746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A3FFF0B5-EA8F-D35A-8B32-C0CFCE526181}"/>
                    </a:ext>
                  </a:extLst>
                </p:cNvPr>
                <p:cNvSpPr txBox="1"/>
                <p:nvPr/>
              </p:nvSpPr>
              <p:spPr>
                <a:xfrm>
                  <a:off x="1853671" y="4757799"/>
                  <a:ext cx="73026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A3FFF0B5-EA8F-D35A-8B32-C0CFCE5261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3671" y="4757799"/>
                  <a:ext cx="730265" cy="2769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7080235-7F17-5AFC-3AC5-9E30FBE6FCEF}"/>
              </a:ext>
            </a:extLst>
          </p:cNvPr>
          <p:cNvGrpSpPr/>
          <p:nvPr/>
        </p:nvGrpSpPr>
        <p:grpSpPr>
          <a:xfrm>
            <a:off x="2746503" y="3467399"/>
            <a:ext cx="2455906" cy="1647825"/>
            <a:chOff x="2468329" y="3898610"/>
            <a:chExt cx="2455906" cy="1647825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5842EBA-DBD3-82B9-AE68-A83010A14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468329" y="3898610"/>
              <a:ext cx="2295525" cy="164782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8FE8C14F-6931-459D-31AC-BAC01C1133A9}"/>
                    </a:ext>
                  </a:extLst>
                </p:cNvPr>
                <p:cNvSpPr txBox="1"/>
                <p:nvPr/>
              </p:nvSpPr>
              <p:spPr>
                <a:xfrm>
                  <a:off x="3495660" y="3991738"/>
                  <a:ext cx="33656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8FE8C14F-6931-459D-31AC-BAC01C1133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5660" y="3991738"/>
                  <a:ext cx="336566" cy="2769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EC251521-D4AB-4A9F-062C-864F29E4949E}"/>
                    </a:ext>
                  </a:extLst>
                </p:cNvPr>
                <p:cNvSpPr txBox="1"/>
                <p:nvPr/>
              </p:nvSpPr>
              <p:spPr>
                <a:xfrm>
                  <a:off x="3482961" y="4630586"/>
                  <a:ext cx="3401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EC251521-D4AB-4A9F-062C-864F29E494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82961" y="4630586"/>
                  <a:ext cx="340157" cy="27699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0022D2CC-A028-2715-E686-DCA77D7C8690}"/>
                    </a:ext>
                  </a:extLst>
                </p:cNvPr>
                <p:cNvSpPr txBox="1"/>
                <p:nvPr/>
              </p:nvSpPr>
              <p:spPr>
                <a:xfrm>
                  <a:off x="4051394" y="4041001"/>
                  <a:ext cx="44172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0022D2CC-A028-2715-E686-DCA77D7C86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1394" y="4041001"/>
                  <a:ext cx="441724" cy="2769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BB9A0B5-3CD8-2D77-449D-5F681DB9CE54}"/>
                    </a:ext>
                  </a:extLst>
                </p:cNvPr>
                <p:cNvSpPr txBox="1"/>
                <p:nvPr/>
              </p:nvSpPr>
              <p:spPr>
                <a:xfrm>
                  <a:off x="4044406" y="4714061"/>
                  <a:ext cx="44172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BB9A0B5-3CD8-2D77-449D-5F681DB9CE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4406" y="4714061"/>
                  <a:ext cx="441724" cy="2769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2A750759-DA15-56E6-8984-65360DB0B4BB}"/>
                    </a:ext>
                  </a:extLst>
                </p:cNvPr>
                <p:cNvSpPr txBox="1"/>
                <p:nvPr/>
              </p:nvSpPr>
              <p:spPr>
                <a:xfrm>
                  <a:off x="2814258" y="4197978"/>
                  <a:ext cx="29706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2A750759-DA15-56E6-8984-65360DB0B4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4258" y="4197978"/>
                  <a:ext cx="297069" cy="2769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2FE998E4-C7E1-83DA-D496-B429D68E71EC}"/>
                    </a:ext>
                  </a:extLst>
                </p:cNvPr>
                <p:cNvSpPr txBox="1"/>
                <p:nvPr/>
              </p:nvSpPr>
              <p:spPr>
                <a:xfrm>
                  <a:off x="3275847" y="4126099"/>
                  <a:ext cx="30482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2FE998E4-C7E1-83DA-D496-B429D68E71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5847" y="4126099"/>
                  <a:ext cx="304827" cy="27699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72FA068-7BC2-405D-FAC5-69FB35C3B486}"/>
                    </a:ext>
                  </a:extLst>
                </p:cNvPr>
                <p:cNvSpPr txBox="1"/>
                <p:nvPr/>
              </p:nvSpPr>
              <p:spPr>
                <a:xfrm>
                  <a:off x="4606199" y="4224541"/>
                  <a:ext cx="3180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72FA068-7BC2-405D-FAC5-69FB35C3B4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6199" y="4224541"/>
                  <a:ext cx="318036" cy="276999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1093932-F89E-35A7-2C75-4ED762ECE969}"/>
                    </a:ext>
                  </a:extLst>
                </p:cNvPr>
                <p:cNvSpPr txBox="1"/>
                <p:nvPr/>
              </p:nvSpPr>
              <p:spPr>
                <a:xfrm>
                  <a:off x="2680361" y="4714060"/>
                  <a:ext cx="53623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1093932-F89E-35A7-2C75-4ED762ECE9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0361" y="4714060"/>
                  <a:ext cx="536237" cy="276999"/>
                </a:xfrm>
                <a:prstGeom prst="rect">
                  <a:avLst/>
                </a:prstGeom>
                <a:blipFill>
                  <a:blip r:embed="rId24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826D2178-0197-AEBF-724E-3D67A2D77A2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-2152315" y="5706593"/>
            <a:ext cx="2116712" cy="937994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DDCB0755-06E6-252A-2248-CFFEAEB7F80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-2959139" y="4906495"/>
            <a:ext cx="2923536" cy="854721"/>
          </a:xfrm>
          <a:prstGeom prst="rect">
            <a:avLst/>
          </a:prstGeom>
        </p:spPr>
      </p:pic>
      <p:sp>
        <p:nvSpPr>
          <p:cNvPr id="31" name="箭头: 右 30">
            <a:extLst>
              <a:ext uri="{FF2B5EF4-FFF2-40B4-BE49-F238E27FC236}">
                <a16:creationId xmlns:a16="http://schemas.microsoft.com/office/drawing/2014/main" id="{8011FA82-2C16-D061-9C8E-8B8AF4C36845}"/>
              </a:ext>
            </a:extLst>
          </p:cNvPr>
          <p:cNvSpPr/>
          <p:nvPr/>
        </p:nvSpPr>
        <p:spPr>
          <a:xfrm>
            <a:off x="2344604" y="3931757"/>
            <a:ext cx="324920" cy="501863"/>
          </a:xfrm>
          <a:prstGeom prst="rightArrow">
            <a:avLst/>
          </a:prstGeom>
          <a:solidFill>
            <a:srgbClr val="2A71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806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90590-750C-A2CE-35A4-4B992E7CE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5DCF4848-82E1-3842-D191-C322941ED4D1}"/>
              </a:ext>
            </a:extLst>
          </p:cNvPr>
          <p:cNvSpPr txBox="1"/>
          <p:nvPr/>
        </p:nvSpPr>
        <p:spPr>
          <a:xfrm>
            <a:off x="301932" y="1096925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A719D"/>
                </a:solidFill>
                <a:effectLst/>
                <a:uLnTx/>
                <a:uFillTx/>
                <a:latin typeface="Aral"/>
                <a:ea typeface="微软雅黑 Light"/>
                <a:cs typeface="+mn-cs"/>
              </a:rPr>
              <a:t>SDC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A719D"/>
                </a:solidFill>
                <a:effectLst/>
                <a:uLnTx/>
                <a:uFillTx/>
                <a:latin typeface="Aral"/>
                <a:ea typeface="微软雅黑 Light"/>
                <a:cs typeface="+mn-cs"/>
              </a:rPr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144377D-286D-37D3-4332-C32BF8DFD159}"/>
                  </a:ext>
                </a:extLst>
              </p:cNvPr>
              <p:cNvSpPr txBox="1"/>
              <p:nvPr/>
            </p:nvSpPr>
            <p:spPr>
              <a:xfrm>
                <a:off x="859446" y="1114338"/>
                <a:ext cx="7116756" cy="9533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kumimoji="0" lang="zh-CN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acc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𝛿</m:t>
                          </m:r>
                        </m:e>
                        <m:sub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sub>
                      </m:sSub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𝐴</m:t>
                      </m:r>
                      <m:d>
                        <m:d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∆</m:t>
                          </m:r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𝑡𝑆</m:t>
                          </m:r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∙</m:t>
                          </m:r>
                          <m:acc>
                            <m:accPr>
                              <m:chr m:val="̃"/>
                              <m:ctrlP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</m:acc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∆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  <m:acc>
                            <m:accPr>
                              <m:chr m:val="̃"/>
                              <m:ctrlP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𝑆</m:t>
                              </m:r>
                            </m:e>
                          </m:acc>
                          <m:r>
                            <a:rPr kumimoji="0" lang="zh-CN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∙</m:t>
                          </m:r>
                          <m:sSub>
                            <m:sSub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𝐵</m:t>
                          </m:r>
                        </m:e>
                        <m:sub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𝑛𝑙</m:t>
                          </m:r>
                        </m:sub>
                      </m:sSub>
                      <m:d>
                        <m:d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∆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𝑡𝑆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∙</m:t>
                          </m:r>
                          <m:sSub>
                            <m:sSubPr>
                              <m:ctrlP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kumimoji="0" lang="en-US" altLang="zh-CN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altLang="zh-CN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𝑛𝑙</m:t>
                              </m:r>
                            </m:sub>
                          </m:sSub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∆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  <m:acc>
                            <m:accPr>
                              <m:chr m:val="̃"/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𝑆</m:t>
                              </m:r>
                            </m:e>
                          </m:acc>
                          <m:r>
                            <a:rPr kumimoji="0" lang="zh-CN" alt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∙</m:t>
                          </m:r>
                          <m:sSub>
                            <m:sSub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kumimoji="0" lang="en-US" altLang="zh-CN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kumimoji="0" lang="en-US" altLang="zh-CN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𝑛𝑙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𝐵</m:t>
                          </m:r>
                        </m:e>
                        <m:sub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∆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𝑡𝑆</m:t>
                          </m:r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∙</m:t>
                          </m:r>
                          <m:sSub>
                            <m:sSubPr>
                              <m:ctrlP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∆</m:t>
                      </m:r>
                      <m:r>
                        <a:rPr kumimoji="0" lang="en-US" altLang="zh-CN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𝑡𝑆</m:t>
                      </m:r>
                      <m:r>
                        <a:rPr kumimoji="0" lang="en-US" altLang="zh-CN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∙</m:t>
                      </m:r>
                      <m:d>
                        <m:d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𝐴</m:t>
                          </m:r>
                          <m:acc>
                            <m:accPr>
                              <m:chr m:val="̃"/>
                              <m:ctrlP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</m:acc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CN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𝑛𝑙</m:t>
                              </m:r>
                            </m:sub>
                          </m:sSub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0" lang="en-US" altLang="zh-CN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∆</m:t>
                      </m:r>
                      <m:r>
                        <a:rPr kumimoji="0" lang="en-US" altLang="zh-CN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𝑡</m:t>
                      </m:r>
                      <m:acc>
                        <m:accPr>
                          <m:chr m:val="̃"/>
                          <m:ctrlP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𝑆</m:t>
                          </m:r>
                        </m:e>
                      </m:acc>
                      <m:r>
                        <a:rPr kumimoji="0" lang="zh-CN" alt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∙</m:t>
                      </m:r>
                      <m:d>
                        <m:d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sub>
                          </m:sSub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𝑛𝑙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kumimoji="0" lang="en-US" altLang="zh-CN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kumimoji="0" lang="en-US" altLang="zh-CN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𝑛𝑙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微软雅黑 Light"/>
                  <a:cs typeface="+mn-cs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∆</m:t>
                      </m:r>
                      <m:r>
                        <a:rPr kumimoji="0" lang="en-US" altLang="zh-CN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𝑡𝑆</m:t>
                      </m:r>
                      <m:r>
                        <a:rPr kumimoji="0" lang="en-US" altLang="zh-CN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∙</m:t>
                      </m:r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</m:acc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, </m:t>
                          </m:r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0" lang="en-US" altLang="zh-CN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∆</m:t>
                      </m:r>
                      <m:r>
                        <a:rPr kumimoji="0" lang="en-US" altLang="zh-CN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𝑡</m:t>
                      </m:r>
                      <m:acc>
                        <m:accPr>
                          <m:chr m:val="̃"/>
                          <m:ctrlP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𝑆</m:t>
                          </m:r>
                        </m:e>
                      </m:acc>
                      <m:r>
                        <a:rPr kumimoji="0" lang="zh-CN" alt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∙</m:t>
                      </m:r>
                      <m:d>
                        <m:dPr>
                          <m:ctrlP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𝑛𝑙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Cambria Math" panose="02040503050406030204" pitchFamily="18" charset="0"/>
                  <a:cs typeface="+mn-cs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144377D-286D-37D3-4332-C32BF8DFD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46" y="1114338"/>
                <a:ext cx="7116756" cy="953338"/>
              </a:xfrm>
              <a:prstGeom prst="rect">
                <a:avLst/>
              </a:prstGeom>
              <a:blipFill>
                <a:blip r:embed="rId2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2BFF2BC-2DCC-38FA-8329-750B7BD4AE20}"/>
                  </a:ext>
                </a:extLst>
              </p:cNvPr>
              <p:cNvSpPr txBox="1"/>
              <p:nvPr/>
            </p:nvSpPr>
            <p:spPr>
              <a:xfrm>
                <a:off x="104453" y="19763"/>
                <a:ext cx="3897092" cy="9766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0" lang="zh-CN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zh-CN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kumimoji="0" lang="zh-CN" altLang="zh-C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zh-C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𝑑𝑥</m:t>
                                  </m:r>
                                </m:num>
                                <m:den>
                                  <m:r>
                                    <a:rPr kumimoji="0" lang="en-US" altLang="zh-C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,</m:t>
                                  </m:r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𝐴𝑥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kumimoji="0" lang="en-US" altLang="zh-CN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kumimoji="0" lang="en-US" altLang="zh-CN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0" lang="en-US" altLang="zh-CN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𝐵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0" lang="en-US" altLang="zh-CN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kumimoji="0" lang="en-US" altLang="zh-CN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0" lang="en-US" altLang="zh-CN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𝐵</m:t>
                                            </m:r>
                                          </m:e>
                                          <m:sub>
                                            <m:r>
                                              <a:rPr kumimoji="0" lang="en-US" altLang="zh-CN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𝑛𝑙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kumimoji="0" lang="en-US" altLang="zh-CN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eqArrP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CN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CN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CN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𝑛𝑙</m:t>
                                          </m:r>
                                        </m:sub>
                                      </m:sSub>
                                    </m:e>
                                  </m:eqArr>
                                </m:e>
                              </m:d>
                            </m:e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𝑔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kumimoji="0" lang="en-US" altLang="zh-C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𝑛𝑙</m:t>
                                  </m:r>
                                </m:sub>
                              </m:sSub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2BFF2BC-2DCC-38FA-8329-750B7BD4A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53" y="19763"/>
                <a:ext cx="3897092" cy="9766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FAAE5C1-5082-3121-1EA5-CC806A744B3D}"/>
                  </a:ext>
                </a:extLst>
              </p:cNvPr>
              <p:cNvSpPr txBox="1"/>
              <p:nvPr/>
            </p:nvSpPr>
            <p:spPr>
              <a:xfrm>
                <a:off x="104453" y="2618845"/>
                <a:ext cx="1657313" cy="673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𝑛𝑙</m:t>
                              </m:r>
                            </m:sub>
                          </m:sSub>
                        </m:sub>
                      </m:sSub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zh-CN" alt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kumimoji="0" lang="en-US" altLang="zh-CN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CN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kumimoji="0" lang="en-US" altLang="zh-CN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𝑛𝑙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0" lang="zh-CN" alt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𝜕</m:t>
                                  </m:r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acc>
                            <m:accPr>
                              <m:chr m:val="̃"/>
                              <m:ctrlP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</m:acc>
                        </m:sub>
                      </m:sSub>
                      <m:sSub>
                        <m:sSubPr>
                          <m:ctrlP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𝛿</m:t>
                          </m:r>
                        </m:e>
                        <m:sub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FAAE5C1-5082-3121-1EA5-CC806A744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53" y="2618845"/>
                <a:ext cx="1657313" cy="6735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67E47313-4510-9410-1DAB-22526FC5B0D3}"/>
              </a:ext>
            </a:extLst>
          </p:cNvPr>
          <p:cNvGrpSpPr/>
          <p:nvPr/>
        </p:nvGrpSpPr>
        <p:grpSpPr>
          <a:xfrm>
            <a:off x="-73088" y="3177915"/>
            <a:ext cx="5964836" cy="728726"/>
            <a:chOff x="116382" y="3588857"/>
            <a:chExt cx="5964836" cy="728726"/>
          </a:xfrm>
        </p:grpSpPr>
        <p:sp>
          <p:nvSpPr>
            <p:cNvPr id="10" name="箭头: 右 9">
              <a:extLst>
                <a:ext uri="{FF2B5EF4-FFF2-40B4-BE49-F238E27FC236}">
                  <a16:creationId xmlns:a16="http://schemas.microsoft.com/office/drawing/2014/main" id="{3B89DBEB-70B3-F6E6-D85B-BBA497E5C35F}"/>
                </a:ext>
              </a:extLst>
            </p:cNvPr>
            <p:cNvSpPr/>
            <p:nvPr/>
          </p:nvSpPr>
          <p:spPr>
            <a:xfrm>
              <a:off x="270933" y="3817753"/>
              <a:ext cx="287867" cy="270934"/>
            </a:xfrm>
            <a:prstGeom prst="rightArrow">
              <a:avLst/>
            </a:prstGeom>
            <a:solidFill>
              <a:srgbClr val="2A71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al"/>
                <a:ea typeface="微软雅黑 Light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FE70A9CA-89D8-3E66-A491-7A4BDFFA9799}"/>
                    </a:ext>
                  </a:extLst>
                </p:cNvPr>
                <p:cNvSpPr txBox="1"/>
                <p:nvPr/>
              </p:nvSpPr>
              <p:spPr>
                <a:xfrm>
                  <a:off x="116382" y="3588857"/>
                  <a:ext cx="5964836" cy="7287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kumimoji="0" lang="zh-CN" alt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</m:acc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zh-CN" alt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𝛿</m:t>
                            </m:r>
                          </m:e>
                          <m:sub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sub>
                        </m:sSub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∆</m:t>
                        </m:r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𝑡𝑆</m:t>
                        </m:r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∙</m:t>
                        </m:r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𝑓</m:t>
                        </m:r>
                        <m:d>
                          <m:dPr>
                            <m:ctrlP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kumimoji="0" lang="zh-CN" altLang="en-US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CN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,</m:t>
                            </m:r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𝑡</m:t>
                            </m:r>
                          </m:e>
                        </m:d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+∆</m:t>
                        </m:r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𝑡</m:t>
                        </m:r>
                        <m:acc>
                          <m:accPr>
                            <m:chr m:val="̃"/>
                            <m:ctrlP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𝑆</m:t>
                            </m:r>
                          </m:e>
                        </m:acc>
                        <m:r>
                          <a:rPr kumimoji="0" lang="zh-CN" alt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∙</m:t>
                        </m:r>
                        <m:d>
                          <m:dPr>
                            <m:ctrlP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𝐴</m:t>
                            </m:r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𝑛𝑙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"/>
                                    <m:endChr m:val="|"/>
                                    <m:ctrlPr>
                                      <a:rPr lang="en-US" altLang="zh-CN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CN" sz="16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altLang="en-US" sz="16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16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6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𝑢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𝑛𝑙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zh-CN" altLang="en-US" sz="16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altLang="zh-CN" sz="16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b>
                                <m:acc>
                                  <m:accPr>
                                    <m:chr m:val="̃"/>
                                    <m:ctrlPr>
                                      <a:rPr lang="zh-CN" altLang="en-US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zh-CN" altLang="en-US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𝛿</m:t>
                            </m:r>
                          </m:e>
                          <m:sub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FE70A9CA-89D8-3E66-A491-7A4BDFFA97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382" y="3588857"/>
                  <a:ext cx="5964836" cy="72872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3F0C0FE-024E-32E1-1B5E-103CD3681638}"/>
                  </a:ext>
                </a:extLst>
              </p:cNvPr>
              <p:cNvSpPr txBox="1"/>
              <p:nvPr/>
            </p:nvSpPr>
            <p:spPr>
              <a:xfrm>
                <a:off x="149076" y="3957149"/>
                <a:ext cx="1972399" cy="4928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记</a:t>
                </a:r>
                <a14:m>
                  <m:oMath xmlns:m="http://schemas.openxmlformats.org/officeDocument/2006/math">
                    <m:r>
                      <a:rPr kumimoji="0" lang="en-US" altLang="zh-CN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𝐿</m:t>
                    </m:r>
                    <m:r>
                      <a:rPr kumimoji="0" lang="en-US" altLang="zh-CN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lang="en-US" altLang="zh-CN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𝑛𝑙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zh-CN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zh-CN" altLang="en-US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b>
                        <m:acc>
                          <m:accPr>
                            <m:chr m:val="̃"/>
                            <m:ctrlPr>
                              <a:rPr lang="zh-CN" alt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sub>
                    </m:sSub>
                  </m:oMath>
                </a14:m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3F0C0FE-024E-32E1-1B5E-103CD3681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76" y="3957149"/>
                <a:ext cx="1972399" cy="492892"/>
              </a:xfrm>
              <a:prstGeom prst="rect">
                <a:avLst/>
              </a:prstGeom>
              <a:blipFill>
                <a:blip r:embed="rId6"/>
                <a:stretch>
                  <a:fillRect l="-1543" t="-153086" r="-24074" b="-2234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27A3BCB-A894-FDCF-7777-D119CABA1306}"/>
                  </a:ext>
                </a:extLst>
              </p:cNvPr>
              <p:cNvSpPr txBox="1"/>
              <p:nvPr/>
            </p:nvSpPr>
            <p:spPr>
              <a:xfrm>
                <a:off x="149076" y="5250376"/>
                <a:ext cx="4189480" cy="7444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𝛿</m:t>
                          </m:r>
                        </m:e>
                        <m:sub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sub>
                      </m:sSub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𝐼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−∆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  <m:acc>
                                <m:accPr>
                                  <m:chr m:val="̃"/>
                                  <m:ctrlP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𝑆</m:t>
                                  </m:r>
                                </m:e>
                              </m:acc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∙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𝐿</m:t>
                              </m:r>
                            </m:e>
                          </m:d>
                        </m:e>
                        <m:sup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∆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𝑡𝑆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∙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kumimoji="0" lang="zh-CN" alt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𝑠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e>
                          </m:d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acc>
                            <m:accPr>
                              <m:chr m:val="̃"/>
                              <m:ctrlP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</m:acc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微软雅黑 Light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𝐼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−∆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  <m:acc>
                                <m:accPr>
                                  <m:chr m:val="̃"/>
                                  <m:ctrlP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𝑆</m:t>
                                  </m:r>
                                </m:e>
                              </m:acc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∙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𝐿</m:t>
                              </m:r>
                            </m:e>
                          </m:d>
                        </m:e>
                        <m:sup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</m:sSup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𝑟h𝑠</m:t>
                      </m:r>
                    </m:oMath>
                  </m:oMathPara>
                </a14:m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27A3BCB-A894-FDCF-7777-D119CABA1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76" y="5250376"/>
                <a:ext cx="4189480" cy="7444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E91DEF1-DB54-998B-F27E-A8421642EDF2}"/>
              </a:ext>
            </a:extLst>
          </p:cNvPr>
          <p:cNvCxnSpPr>
            <a:cxnSpLocks/>
          </p:cNvCxnSpPr>
          <p:nvPr/>
        </p:nvCxnSpPr>
        <p:spPr>
          <a:xfrm>
            <a:off x="5439230" y="2140527"/>
            <a:ext cx="0" cy="4731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B018B13-6745-8482-A545-7050DB103111}"/>
                  </a:ext>
                </a:extLst>
              </p:cNvPr>
              <p:cNvSpPr txBox="1"/>
              <p:nvPr/>
            </p:nvSpPr>
            <p:spPr>
              <a:xfrm>
                <a:off x="5601787" y="2257728"/>
                <a:ext cx="5809154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如果采用</a:t>
                </a:r>
                <a:r>
                  <a:rPr lang="en-US" altLang="zh-CN" sz="1600" dirty="0">
                    <a:solidFill>
                      <a:srgbClr val="2A719D"/>
                    </a:solidFill>
                    <a:latin typeface="Aral"/>
                    <a:ea typeface="微软雅黑 Light"/>
                  </a:rPr>
                  <a:t>GMRES_SDC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，我们要做的是牛顿迭代解方程：</a:t>
                </a:r>
                <a:endPara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微软雅黑 Light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𝛿</m:t>
                          </m:r>
                        </m:e>
                        <m:sub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sub>
                      </m:sSub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𝐼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−∆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  <m:acc>
                                <m:accPr>
                                  <m:chr m:val="̃"/>
                                  <m:ctrlP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𝑆</m:t>
                                  </m:r>
                                </m:e>
                              </m:acc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∙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𝐿</m:t>
                              </m:r>
                            </m:e>
                          </m:d>
                        </m:e>
                        <m:sup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∆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𝑡𝑆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∙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kumimoji="0" lang="zh-CN" alt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𝑠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e>
                          </m:d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acc>
                            <m:accPr>
                              <m:chr m:val="̃"/>
                              <m:ctrlP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</m:acc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B018B13-6745-8482-A545-7050DB103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787" y="2257728"/>
                <a:ext cx="5809154" cy="664606"/>
              </a:xfrm>
              <a:prstGeom prst="rect">
                <a:avLst/>
              </a:prstGeom>
              <a:blipFill>
                <a:blip r:embed="rId8"/>
                <a:stretch>
                  <a:fillRect l="-630" t="-3670" b="-2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770FEC21-5A98-9B49-1D97-E5B8DD743F66}"/>
              </a:ext>
            </a:extLst>
          </p:cNvPr>
          <p:cNvGrpSpPr/>
          <p:nvPr/>
        </p:nvGrpSpPr>
        <p:grpSpPr>
          <a:xfrm>
            <a:off x="93535" y="4559244"/>
            <a:ext cx="3816686" cy="691132"/>
            <a:chOff x="171923" y="5241581"/>
            <a:chExt cx="3816686" cy="6911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FFB02C04-A8F6-97B3-1388-0948E2D4DBF5}"/>
                    </a:ext>
                  </a:extLst>
                </p:cNvPr>
                <p:cNvSpPr txBox="1"/>
                <p:nvPr/>
              </p:nvSpPr>
              <p:spPr>
                <a:xfrm>
                  <a:off x="171923" y="5241581"/>
                  <a:ext cx="3816686" cy="37029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𝐼</m:t>
                            </m:r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−∆</m:t>
                            </m:r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𝑡</m:t>
                            </m:r>
                            <m:acc>
                              <m:accPr>
                                <m:chr m:val="̃"/>
                                <m:ctrlPr>
                                  <a:rPr kumimoji="0" lang="en-US" altLang="zh-CN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CN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𝑆</m:t>
                                </m:r>
                              </m:e>
                            </m:acc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∙</m:t>
                            </m:r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𝐿</m:t>
                            </m:r>
                          </m:e>
                        </m:d>
                        <m:sSub>
                          <m:sSubPr>
                            <m:ctrlP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zh-CN" altLang="en-US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𝛿</m:t>
                            </m:r>
                          </m:e>
                          <m:sub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sub>
                        </m:sSub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∆</m:t>
                        </m:r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𝑡𝑆</m:t>
                        </m:r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∙</m:t>
                        </m:r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𝑓</m:t>
                        </m:r>
                        <m:d>
                          <m:dPr>
                            <m:ctrlP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kumimoji="0" lang="zh-CN" altLang="en-US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CN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,</m:t>
                            </m:r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𝑠</m:t>
                            </m:r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,</m:t>
                            </m:r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𝑡</m:t>
                            </m:r>
                          </m:e>
                        </m:d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−</m:t>
                        </m:r>
                        <m:acc>
                          <m:accPr>
                            <m:chr m:val="̃"/>
                            <m:ctrlPr>
                              <a:rPr kumimoji="0" lang="zh-CN" altLang="en-US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altLang="zh-CN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</m:acc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FFB02C04-A8F6-97B3-1388-0948E2D4DB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923" y="5241581"/>
                  <a:ext cx="3816686" cy="370294"/>
                </a:xfrm>
                <a:prstGeom prst="rect">
                  <a:avLst/>
                </a:prstGeom>
                <a:blipFill>
                  <a:blip r:embed="rId9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" name="直接连接符 1">
              <a:extLst>
                <a:ext uri="{FF2B5EF4-FFF2-40B4-BE49-F238E27FC236}">
                  <a16:creationId xmlns:a16="http://schemas.microsoft.com/office/drawing/2014/main" id="{3BBA1F75-38F1-6C2C-1568-3A2E33E2BF66}"/>
                </a:ext>
              </a:extLst>
            </p:cNvPr>
            <p:cNvCxnSpPr>
              <a:cxnSpLocks/>
            </p:cNvCxnSpPr>
            <p:nvPr/>
          </p:nvCxnSpPr>
          <p:spPr>
            <a:xfrm>
              <a:off x="1775718" y="5583924"/>
              <a:ext cx="211364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B5216CF3-02DC-1027-5DF7-996A2E02DFC7}"/>
                    </a:ext>
                  </a:extLst>
                </p:cNvPr>
                <p:cNvSpPr txBox="1"/>
                <p:nvPr/>
              </p:nvSpPr>
              <p:spPr>
                <a:xfrm>
                  <a:off x="2694915" y="5594159"/>
                  <a:ext cx="90544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al"/>
                      <a:ea typeface="微软雅黑 Light"/>
                      <a:cs typeface="+mn-cs"/>
                    </a:rPr>
                    <a:t>记作</a:t>
                  </a:r>
                  <a14:m>
                    <m:oMath xmlns:m="http://schemas.openxmlformats.org/officeDocument/2006/math"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𝑟h𝑠</m:t>
                      </m:r>
                    </m:oMath>
                  </a14:m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B5216CF3-02DC-1027-5DF7-996A2E02DF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4915" y="5594159"/>
                  <a:ext cx="905441" cy="338554"/>
                </a:xfrm>
                <a:prstGeom prst="rect">
                  <a:avLst/>
                </a:prstGeom>
                <a:blipFill>
                  <a:blip r:embed="rId10"/>
                  <a:stretch>
                    <a:fillRect l="-3356" t="-7273" b="-21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9D4F019-E1F1-335C-101E-1F36309A9991}"/>
                  </a:ext>
                </a:extLst>
              </p:cNvPr>
              <p:cNvSpPr txBox="1"/>
              <p:nvPr/>
            </p:nvSpPr>
            <p:spPr>
              <a:xfrm>
                <a:off x="104453" y="6128461"/>
                <a:ext cx="4836196" cy="636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rgbClr val="2A719D"/>
                    </a:solidFill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719D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如果不用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719D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GMRES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719D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，仅仅使用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719D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SDC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719D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，到这里即可执行：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A719D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[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+1]</m:t>
                          </m:r>
                        </m:sup>
                      </m:sSup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A719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[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]</m:t>
                          </m:r>
                        </m:sup>
                      </m:sSup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A719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sSubSup>
                        <m:sSubSupPr>
                          <m:ctrlP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zh-CN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𝛿</m:t>
                          </m:r>
                        </m:e>
                        <m:sub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sub>
                        <m:sup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[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A719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]</m:t>
                          </m:r>
                        </m:sup>
                      </m:sSubSup>
                    </m:oMath>
                  </m:oMathPara>
                </a14:m>
                <a:endParaRPr kumimoji="0" lang="zh-CN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2A719D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9D4F019-E1F1-335C-101E-1F36309A9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53" y="6128461"/>
                <a:ext cx="4836196" cy="636585"/>
              </a:xfrm>
              <a:prstGeom prst="rect">
                <a:avLst/>
              </a:prstGeom>
              <a:blipFill>
                <a:blip r:embed="rId11"/>
                <a:stretch>
                  <a:fillRect l="-631" t="-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95D928BC-F0CF-0972-0ABF-9EA529827A86}"/>
                  </a:ext>
                </a:extLst>
              </p:cNvPr>
              <p:cNvSpPr txBox="1"/>
              <p:nvPr/>
            </p:nvSpPr>
            <p:spPr>
              <a:xfrm>
                <a:off x="5582671" y="4944580"/>
                <a:ext cx="5595314" cy="17432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完整过程：</a:t>
                </a:r>
                <a:endPara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1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）更新</a:t>
                </a:r>
                <a14:m>
                  <m:oMath xmlns:m="http://schemas.openxmlformats.org/officeDocument/2006/math">
                    <m:r>
                      <a:rPr kumimoji="0" lang="en-US" altLang="zh-CN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𝑟h</m:t>
                    </m:r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𝑠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</m:t>
                        </m:r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：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Cambria Math" panose="02040503050406030204" pitchFamily="18" charset="0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𝑟h</m:t>
                    </m:r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𝑠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𝑘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]</m:t>
                        </m:r>
                      </m:sup>
                    </m:sSup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=∆</m:t>
                    </m:r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𝑡𝑆</m:t>
                    </m:r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∙</m:t>
                    </m:r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𝑓</m:t>
                    </m:r>
                    <m:d>
                      <m:d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𝑠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𝑡</m:t>
                        </m:r>
                      </m:e>
                    </m:d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−</m:t>
                    </m:r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；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  <a:p>
                <a:pPr lvl="0"/>
                <a:r>
                  <a:rPr lang="en-US" altLang="zh-CN" sz="1400" dirty="0">
                    <a:solidFill>
                      <a:prstClr val="black"/>
                    </a:solidFill>
                    <a:latin typeface="Aral"/>
                    <a:ea typeface="微软雅黑 Light"/>
                  </a:rPr>
                  <a:t>2</a:t>
                </a:r>
                <a:r>
                  <a:rPr lang="zh-CN" altLang="en-US" sz="1400" dirty="0">
                    <a:solidFill>
                      <a:prstClr val="black"/>
                    </a:solidFill>
                    <a:latin typeface="Aral"/>
                    <a:ea typeface="微软雅黑 Light"/>
                  </a:rPr>
                  <a:t>）更新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 Light"/>
                          </a:rPr>
                        </m:ctrlPr>
                      </m:sSupPr>
                      <m:e>
                        <m: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 Light"/>
                          </a:rPr>
                          <m:t>𝐿</m:t>
                        </m:r>
                      </m:e>
                      <m:sup>
                        <m: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 Light"/>
                          </a:rPr>
                          <m:t>[</m:t>
                        </m:r>
                        <m: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 Light"/>
                          </a:rPr>
                          <m:t>𝑘</m:t>
                        </m:r>
                        <m:r>
                          <a:rPr lang="en-US" altLang="zh-CN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 Light"/>
                          </a:rPr>
                          <m:t>]</m:t>
                        </m:r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 Light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 Light"/>
                            <a:cs typeface="+mn-cs"/>
                          </a:rPr>
                          <m:t>𝐿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 Light"/>
                            <a:cs typeface="+mn-cs"/>
                          </a:rPr>
                          <m:t>[</m:t>
                        </m:r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 Light"/>
                            <a:cs typeface="+mn-cs"/>
                          </a:rPr>
                          <m:t>𝑘</m:t>
                        </m:r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 Light"/>
                            <a:cs typeface="+mn-cs"/>
                          </a:rPr>
                          <m:t>]</m:t>
                        </m:r>
                      </m:sup>
                    </m:sSup>
                    <m:r>
                      <a:rPr kumimoji="0" lang="en-US" altLang="zh-CN" sz="1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 Light"/>
                        <a:cs typeface="+mn-cs"/>
                      </a:rPr>
                      <m:t>=</m:t>
                    </m:r>
                    <m:r>
                      <a:rPr kumimoji="0" lang="en-US" altLang="zh-CN" sz="1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 Light"/>
                        <a:cs typeface="+mn-cs"/>
                      </a:rPr>
                      <m:t>𝐴</m:t>
                    </m:r>
                    <m:r>
                      <a:rPr kumimoji="0" lang="en-US" altLang="zh-CN" sz="1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 Light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 Light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 Light"/>
                            <a:cs typeface="+mn-cs"/>
                          </a:rPr>
                          <m:t>𝐵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 Light"/>
                            <a:cs typeface="+mn-cs"/>
                          </a:rPr>
                          <m:t>𝑛𝑙</m:t>
                        </m:r>
                      </m:sub>
                    </m:sSub>
                    <m:sSub>
                      <m:sSubPr>
                        <m:ctrlPr>
                          <a:rPr lang="en-US" altLang="zh-CN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zh-CN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CN" sz="1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zh-CN" altLang="en-US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b>
                        <m:sSup>
                          <m:sSupPr>
                            <m:ctrlP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sub>
                    </m:sSub>
                  </m:oMath>
                </a14:m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400" dirty="0">
                    <a:solidFill>
                      <a:prstClr val="black"/>
                    </a:solidFill>
                    <a:latin typeface="Aral"/>
                    <a:ea typeface="微软雅黑 Light"/>
                  </a:rPr>
                  <a:t>3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）更新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𝛿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sub>
                      <m:sup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</m:t>
                        </m:r>
                      </m:sup>
                    </m:sSub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𝛿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sub>
                      <m:sup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</m:t>
                        </m:r>
                      </m:sup>
                    </m:sSubSup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CN" sz="14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𝑯</m:t>
                    </m:r>
                    <m:d>
                      <m:dPr>
                        <m:ctrlPr>
                          <a:rPr kumimoji="0" lang="en-US" altLang="zh-CN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1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1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kumimoji="0" lang="en-US" altLang="zh-CN" sz="1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zh-CN" sz="1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𝒌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kumimoji="0" lang="en-US" altLang="zh-CN" sz="14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US" altLang="zh-CN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altLang="zh-CN" sz="1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1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𝑰</m:t>
                            </m:r>
                            <m:r>
                              <a:rPr kumimoji="0" lang="en-US" altLang="zh-CN" sz="1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−∆</m:t>
                            </m:r>
                            <m:r>
                              <a:rPr kumimoji="0" lang="en-US" altLang="zh-CN" sz="1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𝒕</m:t>
                            </m:r>
                            <m:acc>
                              <m:accPr>
                                <m:chr m:val="̃"/>
                                <m:ctrlPr>
                                  <a:rPr kumimoji="0" lang="en-US" altLang="zh-CN" sz="1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CN" sz="1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</m:e>
                            </m:acc>
                            <m:r>
                              <a:rPr kumimoji="0" lang="en-US" altLang="zh-CN" sz="1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kumimoji="0" lang="en-US" altLang="zh-CN" sz="1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kumimoji="0" lang="en-US" altLang="zh-CN" sz="1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[</m:t>
                                </m:r>
                                <m:r>
                                  <a:rPr kumimoji="0" lang="en-US" altLang="zh-CN" sz="1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𝒌</m:t>
                                </m:r>
                                <m:r>
                                  <a:rPr kumimoji="0" lang="en-US" altLang="zh-CN" sz="1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]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kumimoji="0" lang="en-US" altLang="zh-CN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−</m:t>
                        </m:r>
                        <m:r>
                          <a:rPr kumimoji="0" lang="en-US" altLang="zh-CN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𝟏</m:t>
                        </m:r>
                      </m:sup>
                    </m:sSup>
                    <m:r>
                      <a:rPr kumimoji="0" lang="en-US" altLang="zh-CN" sz="14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𝒓𝒉</m:t>
                    </m:r>
                    <m:sSup>
                      <m:sSupPr>
                        <m:ctrlPr>
                          <a:rPr kumimoji="0" lang="en-US" altLang="zh-CN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𝒔</m:t>
                        </m:r>
                      </m:e>
                      <m:sup>
                        <m:r>
                          <a:rPr kumimoji="0" lang="en-US" altLang="zh-CN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altLang="zh-CN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𝒌</m:t>
                        </m:r>
                        <m:r>
                          <a:rPr kumimoji="0" lang="en-US" altLang="zh-CN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]</m:t>
                        </m:r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；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400" dirty="0">
                    <a:solidFill>
                      <a:prstClr val="black"/>
                    </a:solidFill>
                    <a:latin typeface="Aral"/>
                    <a:ea typeface="微软雅黑 Light"/>
                  </a:rPr>
                  <a:t>4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）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调用</a:t>
                </a:r>
                <a:r>
                  <a:rPr kumimoji="0" lang="en-US" altLang="zh-CN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gmres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解方程求</a:t>
                </a:r>
                <a14:m>
                  <m:oMath xmlns:m="http://schemas.openxmlformats.org/officeDocument/2006/math">
                    <m:r>
                      <a:rPr kumimoji="0" lang="en-US" altLang="zh-CN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∆</m:t>
                    </m:r>
                    <m:sSup>
                      <m:sSupPr>
                        <m:ctrlP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：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al"/>
                    <a:ea typeface="Cambria Math" panose="02040503050406030204" pitchFamily="18" charset="0"/>
                    <a:cs typeface="+mn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𝐼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−∆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𝑡</m:t>
                            </m:r>
                            <m:acc>
                              <m:accPr>
                                <m:chr m:val="̃"/>
                                <m:ctrlP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𝑆</m:t>
                                </m:r>
                              </m:e>
                            </m:acc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∙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𝐿</m:t>
                            </m:r>
                          </m:e>
                        </m:d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𝐼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−∆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𝑡𝑆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∙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𝐿</m:t>
                        </m:r>
                      </m:e>
                    </m:d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∆</m:t>
                    </m:r>
                    <m:sSup>
                      <m:sSupPr>
                        <m:ctrlP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sSubSup>
                      <m:sSubSupPr>
                        <m:ctrlP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𝛿</m:t>
                        </m:r>
                      </m:e>
                      <m:sub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sub>
                      <m:sup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</m:t>
                        </m:r>
                      </m:sup>
                    </m:sSubSup>
                  </m:oMath>
                </a14:m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400" dirty="0">
                    <a:solidFill>
                      <a:prstClr val="black"/>
                    </a:solidFill>
                    <a:latin typeface="Aral"/>
                    <a:ea typeface="微软雅黑 Light"/>
                  </a:rPr>
                  <a:t>5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）更新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kumimoji="0" lang="zh-CN" alt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</m:acc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al"/>
                    <a:ea typeface="微软雅黑 Light"/>
                    <a:cs typeface="+mn-cs"/>
                  </a:rPr>
                  <a:t>：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kumimoji="0" lang="en-US" altLang="zh-CN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+∆</m:t>
                    </m:r>
                    <m:sSup>
                      <m:sSupPr>
                        <m:ctrlPr>
                          <a:rPr kumimoji="0" lang="zh-CN" alt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p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[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</m:t>
                        </m:r>
                      </m:sup>
                    </m:sSup>
                  </m:oMath>
                </a14:m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95D928BC-F0CF-0972-0ABF-9EA529827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2671" y="4944580"/>
                <a:ext cx="5595314" cy="1743234"/>
              </a:xfrm>
              <a:prstGeom prst="rect">
                <a:avLst/>
              </a:prstGeom>
              <a:blipFill>
                <a:blip r:embed="rId12"/>
                <a:stretch>
                  <a:fillRect l="-654" t="-9790" b="-80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组合 38">
            <a:extLst>
              <a:ext uri="{FF2B5EF4-FFF2-40B4-BE49-F238E27FC236}">
                <a16:creationId xmlns:a16="http://schemas.microsoft.com/office/drawing/2014/main" id="{9B9FB26C-B114-D468-D7BD-F5184FC0FC38}"/>
              </a:ext>
            </a:extLst>
          </p:cNvPr>
          <p:cNvGrpSpPr/>
          <p:nvPr/>
        </p:nvGrpSpPr>
        <p:grpSpPr>
          <a:xfrm>
            <a:off x="5582671" y="2922334"/>
            <a:ext cx="5602903" cy="1919230"/>
            <a:chOff x="5568165" y="3357335"/>
            <a:chExt cx="5602903" cy="1919230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F52F44AB-CCAE-4B17-533F-598B9BC79D84}"/>
                </a:ext>
              </a:extLst>
            </p:cNvPr>
            <p:cNvGrpSpPr/>
            <p:nvPr/>
          </p:nvGrpSpPr>
          <p:grpSpPr>
            <a:xfrm>
              <a:off x="5633477" y="4381270"/>
              <a:ext cx="4060779" cy="469856"/>
              <a:chOff x="5845873" y="4335423"/>
              <a:chExt cx="4060779" cy="46985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5A274F25-FECE-040A-A301-3932692193CA}"/>
                      </a:ext>
                    </a:extLst>
                  </p:cNvPr>
                  <p:cNvSpPr txBox="1"/>
                  <p:nvPr/>
                </p:nvSpPr>
                <p:spPr>
                  <a:xfrm>
                    <a:off x="6835042" y="4335423"/>
                    <a:ext cx="3071610" cy="41838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𝐽</m:t>
                              </m:r>
                            </m:e>
                            <m:sub>
                              <m: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𝐻</m:t>
                              </m:r>
                            </m:sub>
                          </m:sSub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</m:t>
                          </m:r>
                          <m:sSup>
                            <m:sSup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𝐼</m:t>
                                  </m:r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−∆</m:t>
                                  </m:r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𝑡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𝑆</m:t>
                                      </m:r>
                                    </m:e>
                                  </m:acc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∙</m:t>
                                  </m:r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−1</m:t>
                              </m:r>
                            </m:sup>
                          </m:sSup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∆</m:t>
                          </m:r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𝑡𝑆</m:t>
                          </m:r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∙</m:t>
                          </m:r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𝐿</m:t>
                          </m:r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𝐼</m:t>
                          </m:r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oMath>
                      </m:oMathPara>
                    </a14:m>
                    <a:endParaRPr kumimoji="0" lang="zh-CN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al"/>
                      <a:ea typeface="微软雅黑 Light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5A274F25-FECE-040A-A301-3932692193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35042" y="4335423"/>
                    <a:ext cx="3071610" cy="41838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588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B3B7B331-B494-2452-BDDE-0B974C0630EA}"/>
                      </a:ext>
                    </a:extLst>
                  </p:cNvPr>
                  <p:cNvSpPr txBox="1"/>
                  <p:nvPr/>
                </p:nvSpPr>
                <p:spPr>
                  <a:xfrm>
                    <a:off x="5845873" y="4350924"/>
                    <a:ext cx="1165127" cy="45435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al"/>
                        <a:ea typeface="微软雅黑 Light"/>
                        <a:cs typeface="+mn-cs"/>
                      </a:rPr>
                      <a:t>记</a:t>
                    </a:r>
                    <a14:m>
                      <m:oMath xmlns:m="http://schemas.openxmlformats.org/officeDocument/2006/math">
                        <m:f>
                          <m:fPr>
                            <m:ctrlP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zh-CN" alt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𝜕</m:t>
                            </m:r>
                            <m:r>
                              <a:rPr kumimoji="0" lang="en-US" altLang="zh-CN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𝑓</m:t>
                            </m:r>
                          </m:num>
                          <m:den>
                            <m:r>
                              <a:rPr kumimoji="0" lang="zh-CN" alt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𝜕</m:t>
                            </m:r>
                            <m:acc>
                              <m:accPr>
                                <m:chr m:val="̃"/>
                                <m:ctrlPr>
                                  <a:rPr kumimoji="0" lang="zh-CN" altLang="en-US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CN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</m:acc>
                          </m:den>
                        </m:f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</m:oMath>
                    </a14:m>
                    <a:r>
                      <a: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al"/>
                        <a:ea typeface="微软雅黑 Light"/>
                        <a:cs typeface="+mn-cs"/>
                      </a:rPr>
                      <a:t>，</a:t>
                    </a:r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B3B7B331-B494-2452-BDDE-0B974C0630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45873" y="4350924"/>
                    <a:ext cx="1165127" cy="45435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618" r="-2094" b="-4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98413AA1-CF8E-C11E-8166-D60547F77025}"/>
                </a:ext>
              </a:extLst>
            </p:cNvPr>
            <p:cNvGrpSpPr/>
            <p:nvPr/>
          </p:nvGrpSpPr>
          <p:grpSpPr>
            <a:xfrm>
              <a:off x="5568165" y="3357335"/>
              <a:ext cx="5602903" cy="978088"/>
              <a:chOff x="5568165" y="3357335"/>
              <a:chExt cx="5602903" cy="97808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81DE888D-671F-0ED4-372A-FAFDB302B14F}"/>
                      </a:ext>
                    </a:extLst>
                  </p:cNvPr>
                  <p:cNvSpPr txBox="1"/>
                  <p:nvPr/>
                </p:nvSpPr>
                <p:spPr>
                  <a:xfrm>
                    <a:off x="5568165" y="3357335"/>
                    <a:ext cx="2855718" cy="9780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al"/>
                        <a:ea typeface="微软雅黑 Light"/>
                        <a:cs typeface="+mn-cs"/>
                      </a:rPr>
                      <a:t>牛顿迭代的过程写作：</a:t>
                    </a:r>
                    <a:endParaRPr kumimoji="0" lang="en-US" altLang="zh-CN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al"/>
                      <a:ea typeface="微软雅黑 Light"/>
                      <a:cs typeface="+mn-cs"/>
                    </a:endParaRPr>
                  </a:p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{"/>
                              <m:endChr m:val=""/>
                              <m:ctrlP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eqArrPr>
                                <m:e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∆</m:t>
                                  </m:r>
                                  <m:sSup>
                                    <m:sSupPr>
                                      <m:ctrlPr>
                                        <a:rPr kumimoji="0" lang="zh-CN" alt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[</m:t>
                                      </m:r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𝑘</m:t>
                                      </m:r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]</m:t>
                                      </m:r>
                                    </m:sup>
                                  </m:sSup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=−</m:t>
                                  </m:r>
                                  <m:sSubSup>
                                    <m:sSubSupPr>
                                      <m:ctrlPr>
                                        <a:rPr kumimoji="0" lang="zh-CN" alt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𝐻</m:t>
                                      </m:r>
                                    </m:sub>
                                    <m:sup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kumimoji="0" lang="zh-CN" alt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kumimoji="0" lang="zh-CN" alt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0" lang="en-US" altLang="zh-CN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kumimoji="0" lang="zh-CN" altLang="en-US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kumimoji="0" lang="en-US" altLang="zh-CN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𝐻</m:t>
                                  </m:r>
                                  <m:d>
                                    <m:dPr>
                                      <m:ctrlPr>
                                        <a:rPr kumimoji="0" lang="zh-CN" alt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kumimoji="0" lang="zh-CN" alt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0" lang="en-US" altLang="zh-CN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kumimoji="0" lang="zh-CN" altLang="en-US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kumimoji="0" lang="en-US" altLang="zh-CN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  <m:e>
                                  <m:sSup>
                                    <m:sSupPr>
                                      <m:ctrlPr>
                                        <a:rPr kumimoji="0" lang="zh-CN" alt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kumimoji="0" lang="zh-CN" alt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en-US" altLang="zh-CN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𝑘</m:t>
                                          </m:r>
                                          <m:r>
                                            <a:rPr kumimoji="0" lang="en-US" altLang="zh-CN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+1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=</m:t>
                                  </m:r>
                                  <m:sSup>
                                    <m:sSupPr>
                                      <m:ctrlPr>
                                        <a:rPr kumimoji="0" lang="zh-CN" alt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kumimoji="0" lang="zh-CN" altLang="en-US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en-US" altLang="zh-CN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+∆</m:t>
                                  </m:r>
                                  <m:sSup>
                                    <m:sSupPr>
                                      <m:ctrlPr>
                                        <a:rPr kumimoji="0" lang="zh-CN" altLang="en-US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[</m:t>
                                      </m:r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𝑘</m:t>
                                      </m:r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]</m:t>
                                      </m:r>
                                    </m:sup>
                                  </m:sSup>
                                </m:e>
                              </m:eqArr>
                            </m:e>
                          </m:d>
                        </m:oMath>
                      </m:oMathPara>
                    </a14:m>
                    <a:endParaRPr kumimoji="0" lang="zh-CN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al"/>
                      <a:ea typeface="微软雅黑 Light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81DE888D-671F-0ED4-372A-FAFDB302B1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68165" y="3357335"/>
                    <a:ext cx="2855718" cy="978088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066" t="-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1" name="箭头: 右 30">
                <a:extLst>
                  <a:ext uri="{FF2B5EF4-FFF2-40B4-BE49-F238E27FC236}">
                    <a16:creationId xmlns:a16="http://schemas.microsoft.com/office/drawing/2014/main" id="{2A19EBEB-C9F4-5EB2-6EF6-52B737E0400D}"/>
                  </a:ext>
                </a:extLst>
              </p:cNvPr>
              <p:cNvSpPr/>
              <p:nvPr/>
            </p:nvSpPr>
            <p:spPr>
              <a:xfrm>
                <a:off x="8290969" y="3749654"/>
                <a:ext cx="169694" cy="146913"/>
              </a:xfrm>
              <a:prstGeom prst="rightArrow">
                <a:avLst/>
              </a:prstGeom>
              <a:solidFill>
                <a:srgbClr val="2A719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B1497D44-A280-941D-06F8-54DCDEB3907B}"/>
                      </a:ext>
                    </a:extLst>
                  </p:cNvPr>
                  <p:cNvSpPr txBox="1"/>
                  <p:nvPr/>
                </p:nvSpPr>
                <p:spPr>
                  <a:xfrm>
                    <a:off x="8506364" y="3629163"/>
                    <a:ext cx="2664704" cy="354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 xmlns:m="http://schemas.openxmlformats.org/officeDocument/2006/math"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𝐻</m:t>
                            </m:r>
                          </m:sub>
                        </m:sSub>
                        <m:d>
                          <m:dPr>
                            <m:ctrlPr>
                              <a:rPr kumimoji="0" lang="en-US" altLang="zh-CN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0" lang="zh-CN" alt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zh-CN" altLang="en-US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∆</m:t>
                        </m:r>
                        <m:sSup>
                          <m:sSupPr>
                            <m:ctrlP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0" lang="en-US" altLang="zh-CN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𝐻</m:t>
                        </m:r>
                        <m:d>
                          <m:dPr>
                            <m:ctrlP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0" lang="zh-CN" alt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zh-CN" altLang="en-US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a:rPr kumimoji="0" lang="en-US" altLang="zh-CN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</m:oMath>
                    </a14:m>
                    <a:r>
                      <a: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al"/>
                        <a:ea typeface="微软雅黑 Light"/>
                        <a:cs typeface="+mn-cs"/>
                      </a:rPr>
                      <a:t> 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kumimoji="0" lang="zh-CN" alt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𝛿</m:t>
                            </m:r>
                          </m:e>
                          <m:sub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sub>
                          <m:sup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[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  <m:r>
                              <a:rPr kumimoji="0" lang="en-US" altLang="zh-CN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]</m:t>
                            </m:r>
                          </m:sup>
                        </m:sSubSup>
                      </m:oMath>
                    </a14:m>
                    <a:endPara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al"/>
                      <a:ea typeface="微软雅黑 Light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B1497D44-A280-941D-06F8-54DCDEB390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06364" y="3629163"/>
                    <a:ext cx="2664704" cy="35477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172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B0346571-A54D-864C-C11E-86585E0526A8}"/>
                </a:ext>
              </a:extLst>
            </p:cNvPr>
            <p:cNvGrpSpPr/>
            <p:nvPr/>
          </p:nvGrpSpPr>
          <p:grpSpPr>
            <a:xfrm>
              <a:off x="5722054" y="4858181"/>
              <a:ext cx="3629306" cy="418384"/>
              <a:chOff x="5722054" y="4815155"/>
              <a:chExt cx="3629306" cy="418384"/>
            </a:xfrm>
          </p:grpSpPr>
          <p:sp>
            <p:nvSpPr>
              <p:cNvPr id="35" name="箭头: 右 34">
                <a:extLst>
                  <a:ext uri="{FF2B5EF4-FFF2-40B4-BE49-F238E27FC236}">
                    <a16:creationId xmlns:a16="http://schemas.microsoft.com/office/drawing/2014/main" id="{754E68EA-8901-E447-F1D4-3C54C222C86A}"/>
                  </a:ext>
                </a:extLst>
              </p:cNvPr>
              <p:cNvSpPr/>
              <p:nvPr/>
            </p:nvSpPr>
            <p:spPr>
              <a:xfrm>
                <a:off x="5722054" y="4988801"/>
                <a:ext cx="169694" cy="146913"/>
              </a:xfrm>
              <a:prstGeom prst="rightArrow">
                <a:avLst/>
              </a:prstGeom>
              <a:solidFill>
                <a:srgbClr val="2A719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al"/>
                  <a:ea typeface="微软雅黑 Light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19670B4A-150E-C11A-50F8-D14BD494EC09}"/>
                      </a:ext>
                    </a:extLst>
                  </p:cNvPr>
                  <p:cNvSpPr txBox="1"/>
                  <p:nvPr/>
                </p:nvSpPr>
                <p:spPr>
                  <a:xfrm>
                    <a:off x="5869829" y="4815155"/>
                    <a:ext cx="3481531" cy="41838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𝐼</m:t>
                                  </m:r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−∆</m:t>
                                  </m:r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𝑡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altLang="zh-CN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𝑆</m:t>
                                      </m:r>
                                    </m:e>
                                  </m:acc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∙</m:t>
                                  </m:r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𝐼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−∆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𝑡𝑆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∙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𝐿</m:t>
                              </m:r>
                            </m:e>
                          </m:d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∆</m:t>
                          </m:r>
                          <m:sSup>
                            <m:sSupPr>
                              <m:ctrlP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CN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</m:t>
                          </m:r>
                          <m:sSubSup>
                            <m:sSubSupPr>
                              <m:ctrlP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sub>
                            <m:sup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[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  <m:r>
                                <a:rPr kumimoji="0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kumimoji="0" lang="zh-CN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al"/>
                      <a:ea typeface="微软雅黑 Light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19670B4A-150E-C11A-50F8-D14BD494EC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69829" y="4815155"/>
                    <a:ext cx="3481531" cy="41838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32C3C0A-B144-FCEA-7774-60B46843045B}"/>
                  </a:ext>
                </a:extLst>
              </p:cNvPr>
              <p:cNvSpPr txBox="1"/>
              <p:nvPr/>
            </p:nvSpPr>
            <p:spPr>
              <a:xfrm>
                <a:off x="5198431" y="231314"/>
                <a:ext cx="4494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 dirty="0"/>
                  <a:t>，已知；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</m:oMath>
                </a14:m>
                <a:r>
                  <a:rPr lang="zh-CN" altLang="en-US" b="1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𝒏𝒍</m:t>
                        </m:r>
                      </m:sub>
                    </m:sSub>
                  </m:oMath>
                </a14:m>
                <a:r>
                  <a:rPr lang="zh-CN" altLang="en-US" b="1" dirty="0"/>
                  <a:t>为已知常数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32C3C0A-B144-FCEA-7774-60B468430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8431" y="231314"/>
                <a:ext cx="4494885" cy="369332"/>
              </a:xfrm>
              <a:prstGeom prst="rect">
                <a:avLst/>
              </a:prstGeom>
              <a:blipFill>
                <a:blip r:embed="rId18"/>
                <a:stretch>
                  <a:fillRect t="-11475" r="-678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7332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070EC6C-DD04-45F6-5658-FCAE476F2726}"/>
              </a:ext>
            </a:extLst>
          </p:cNvPr>
          <p:cNvSpPr txBox="1"/>
          <p:nvPr/>
        </p:nvSpPr>
        <p:spPr>
          <a:xfrm>
            <a:off x="507999" y="427567"/>
            <a:ext cx="2482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算例：</a:t>
            </a:r>
            <a:r>
              <a:rPr lang="en-US" altLang="zh-CN" dirty="0" err="1"/>
              <a:t>Ex_AC_System.m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123987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微软雅黑 Light"/>
        <a:ea typeface="微软雅黑 Light"/>
        <a:cs typeface=""/>
      </a:majorFont>
      <a:minorFont>
        <a:latin typeface="Aral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A719D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2844</TotalTime>
  <Words>576</Words>
  <Application>Microsoft Office PowerPoint</Application>
  <PresentationFormat>宽屏</PresentationFormat>
  <Paragraphs>66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Aral</vt:lpstr>
      <vt:lpstr>等线</vt:lpstr>
      <vt:lpstr>黑体</vt:lpstr>
      <vt:lpstr>微软雅黑</vt:lpstr>
      <vt:lpstr>Arial</vt:lpstr>
      <vt:lpstr>Cambria Math</vt:lpstr>
      <vt:lpstr>Times New Roman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xiyu peng</dc:creator>
  <cp:lastModifiedBy>xiyu peng</cp:lastModifiedBy>
  <cp:revision>64</cp:revision>
  <dcterms:created xsi:type="dcterms:W3CDTF">2025-08-24T13:42:25Z</dcterms:created>
  <dcterms:modified xsi:type="dcterms:W3CDTF">2025-09-12T12:10:40Z</dcterms:modified>
</cp:coreProperties>
</file>